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581025"/>
            <a:ext cx="9144000" cy="6400800"/>
            <a:chOff x="777081" y="581025"/>
            <a:chExt cx="9144000" cy="6400800"/>
          </a:xfrm>
        </p:grpSpPr>
        <p:sp>
          <p:nvSpPr>
            <p:cNvPr id="3" name="rc3"/>
            <p:cNvSpPr/>
            <p:nvPr/>
          </p:nvSpPr>
          <p:spPr>
            <a:xfrm>
              <a:off x="777081" y="581025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581025"/>
              <a:ext cx="1523999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46670" y="87830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909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80"/>
                  </a:lnTo>
                  <a:lnTo>
                    <a:pt x="81300" y="1188080"/>
                  </a:lnTo>
                  <a:lnTo>
                    <a:pt x="83764" y="1188079"/>
                  </a:lnTo>
                  <a:lnTo>
                    <a:pt x="86228" y="1188078"/>
                  </a:lnTo>
                  <a:lnTo>
                    <a:pt x="88691" y="1188076"/>
                  </a:lnTo>
                  <a:lnTo>
                    <a:pt x="91155" y="1188071"/>
                  </a:lnTo>
                  <a:lnTo>
                    <a:pt x="93618" y="1188061"/>
                  </a:lnTo>
                  <a:lnTo>
                    <a:pt x="96082" y="1188043"/>
                  </a:lnTo>
                  <a:lnTo>
                    <a:pt x="98546" y="1188010"/>
                  </a:lnTo>
                  <a:lnTo>
                    <a:pt x="101009" y="1187952"/>
                  </a:lnTo>
                  <a:lnTo>
                    <a:pt x="103473" y="1187856"/>
                  </a:lnTo>
                  <a:lnTo>
                    <a:pt x="105937" y="1187703"/>
                  </a:lnTo>
                  <a:lnTo>
                    <a:pt x="108400" y="1187467"/>
                  </a:lnTo>
                  <a:lnTo>
                    <a:pt x="110864" y="1187120"/>
                  </a:lnTo>
                  <a:lnTo>
                    <a:pt x="113328" y="1186613"/>
                  </a:lnTo>
                  <a:lnTo>
                    <a:pt x="115791" y="1185901"/>
                  </a:lnTo>
                  <a:lnTo>
                    <a:pt x="118255" y="1184935"/>
                  </a:lnTo>
                  <a:lnTo>
                    <a:pt x="120719" y="1183650"/>
                  </a:lnTo>
                  <a:lnTo>
                    <a:pt x="123182" y="1181971"/>
                  </a:lnTo>
                  <a:lnTo>
                    <a:pt x="125646" y="1179803"/>
                  </a:lnTo>
                  <a:lnTo>
                    <a:pt x="128110" y="1177033"/>
                  </a:lnTo>
                  <a:lnTo>
                    <a:pt x="130573" y="1173535"/>
                  </a:lnTo>
                  <a:lnTo>
                    <a:pt x="133037" y="1169170"/>
                  </a:lnTo>
                  <a:lnTo>
                    <a:pt x="135501" y="1163810"/>
                  </a:lnTo>
                  <a:lnTo>
                    <a:pt x="137964" y="1157362"/>
                  </a:lnTo>
                  <a:lnTo>
                    <a:pt x="140428" y="1149796"/>
                  </a:lnTo>
                  <a:lnTo>
                    <a:pt x="142892" y="1141182"/>
                  </a:lnTo>
                  <a:lnTo>
                    <a:pt x="145355" y="1131723"/>
                  </a:lnTo>
                  <a:lnTo>
                    <a:pt x="147819" y="1121767"/>
                  </a:lnTo>
                  <a:lnTo>
                    <a:pt x="150283" y="1111830"/>
                  </a:lnTo>
                  <a:lnTo>
                    <a:pt x="152746" y="1102548"/>
                  </a:lnTo>
                  <a:lnTo>
                    <a:pt x="155210" y="1094472"/>
                  </a:lnTo>
                  <a:lnTo>
                    <a:pt x="157674" y="1088023"/>
                  </a:lnTo>
                  <a:lnTo>
                    <a:pt x="160137" y="1083395"/>
                  </a:lnTo>
                  <a:lnTo>
                    <a:pt x="162601" y="1080512"/>
                  </a:lnTo>
                  <a:lnTo>
                    <a:pt x="165065" y="1079030"/>
                  </a:lnTo>
                  <a:lnTo>
                    <a:pt x="167528" y="1078403"/>
                  </a:lnTo>
                  <a:lnTo>
                    <a:pt x="169992" y="1077992"/>
                  </a:lnTo>
                  <a:lnTo>
                    <a:pt x="172456" y="1077182"/>
                  </a:lnTo>
                  <a:lnTo>
                    <a:pt x="174919" y="1075495"/>
                  </a:lnTo>
                  <a:lnTo>
                    <a:pt x="177383" y="1072653"/>
                  </a:lnTo>
                  <a:lnTo>
                    <a:pt x="179847" y="1068592"/>
                  </a:lnTo>
                  <a:lnTo>
                    <a:pt x="182310" y="1063413"/>
                  </a:lnTo>
                  <a:lnTo>
                    <a:pt x="184774" y="1057309"/>
                  </a:lnTo>
                  <a:lnTo>
                    <a:pt x="187237" y="1050448"/>
                  </a:lnTo>
                  <a:lnTo>
                    <a:pt x="189701" y="1042991"/>
                  </a:lnTo>
                  <a:lnTo>
                    <a:pt x="192165" y="1035015"/>
                  </a:lnTo>
                  <a:lnTo>
                    <a:pt x="194628" y="1026547"/>
                  </a:lnTo>
                  <a:lnTo>
                    <a:pt x="197092" y="1017620"/>
                  </a:lnTo>
                  <a:lnTo>
                    <a:pt x="199556" y="1008289"/>
                  </a:lnTo>
                  <a:lnTo>
                    <a:pt x="202019" y="998598"/>
                  </a:lnTo>
                  <a:lnTo>
                    <a:pt x="204483" y="988523"/>
                  </a:lnTo>
                  <a:lnTo>
                    <a:pt x="206947" y="977889"/>
                  </a:lnTo>
                  <a:lnTo>
                    <a:pt x="209410" y="966302"/>
                  </a:lnTo>
                  <a:lnTo>
                    <a:pt x="211874" y="953129"/>
                  </a:lnTo>
                  <a:lnTo>
                    <a:pt x="214338" y="937526"/>
                  </a:lnTo>
                  <a:lnTo>
                    <a:pt x="216801" y="918539"/>
                  </a:lnTo>
                  <a:lnTo>
                    <a:pt x="219265" y="895231"/>
                  </a:lnTo>
                  <a:lnTo>
                    <a:pt x="221729" y="866830"/>
                  </a:lnTo>
                  <a:lnTo>
                    <a:pt x="224192" y="832572"/>
                  </a:lnTo>
                  <a:lnTo>
                    <a:pt x="226656" y="792456"/>
                  </a:lnTo>
                  <a:lnTo>
                    <a:pt x="229120" y="746898"/>
                  </a:lnTo>
                  <a:lnTo>
                    <a:pt x="231583" y="696371"/>
                  </a:lnTo>
                  <a:lnTo>
                    <a:pt x="234047" y="641454"/>
                  </a:lnTo>
                  <a:lnTo>
                    <a:pt x="236511" y="582748"/>
                  </a:lnTo>
                  <a:lnTo>
                    <a:pt x="238974" y="520832"/>
                  </a:lnTo>
                  <a:lnTo>
                    <a:pt x="241438" y="456297"/>
                  </a:lnTo>
                  <a:lnTo>
                    <a:pt x="243902" y="389837"/>
                  </a:lnTo>
                  <a:lnTo>
                    <a:pt x="246365" y="322398"/>
                  </a:lnTo>
                  <a:lnTo>
                    <a:pt x="248829" y="255320"/>
                  </a:lnTo>
                  <a:lnTo>
                    <a:pt x="251293" y="190457"/>
                  </a:lnTo>
                  <a:lnTo>
                    <a:pt x="253756" y="130225"/>
                  </a:lnTo>
                  <a:lnTo>
                    <a:pt x="256220" y="77546"/>
                  </a:lnTo>
                  <a:lnTo>
                    <a:pt x="258684" y="35688"/>
                  </a:lnTo>
                  <a:lnTo>
                    <a:pt x="261147" y="8823"/>
                  </a:lnTo>
                  <a:lnTo>
                    <a:pt x="263611" y="0"/>
                  </a:lnTo>
                  <a:lnTo>
                    <a:pt x="266075" y="10919"/>
                  </a:lnTo>
                  <a:lnTo>
                    <a:pt x="268538" y="42580"/>
                  </a:lnTo>
                  <a:lnTo>
                    <a:pt x="271002" y="94642"/>
                  </a:lnTo>
                  <a:lnTo>
                    <a:pt x="273465" y="165353"/>
                  </a:lnTo>
                  <a:lnTo>
                    <a:pt x="275929" y="251662"/>
                  </a:lnTo>
                  <a:lnTo>
                    <a:pt x="278393" y="349490"/>
                  </a:lnTo>
                  <a:lnTo>
                    <a:pt x="280856" y="454123"/>
                  </a:lnTo>
                  <a:lnTo>
                    <a:pt x="283320" y="560680"/>
                  </a:lnTo>
                  <a:lnTo>
                    <a:pt x="285784" y="664575"/>
                  </a:lnTo>
                  <a:lnTo>
                    <a:pt x="288247" y="761909"/>
                  </a:lnTo>
                  <a:lnTo>
                    <a:pt x="290711" y="849742"/>
                  </a:lnTo>
                  <a:lnTo>
                    <a:pt x="293175" y="926216"/>
                  </a:lnTo>
                  <a:lnTo>
                    <a:pt x="295638" y="990539"/>
                  </a:lnTo>
                  <a:lnTo>
                    <a:pt x="298102" y="1042339"/>
                  </a:lnTo>
                  <a:lnTo>
                    <a:pt x="300566" y="1082823"/>
                  </a:lnTo>
                  <a:lnTo>
                    <a:pt x="303029" y="1113738"/>
                  </a:lnTo>
                  <a:lnTo>
                    <a:pt x="305493" y="1136633"/>
                  </a:lnTo>
                  <a:lnTo>
                    <a:pt x="307957" y="1153068"/>
                  </a:lnTo>
                  <a:lnTo>
                    <a:pt x="310420" y="1164491"/>
                  </a:lnTo>
                  <a:lnTo>
                    <a:pt x="312884" y="1172175"/>
                  </a:lnTo>
                  <a:lnTo>
                    <a:pt x="315348" y="1177183"/>
                  </a:lnTo>
                  <a:lnTo>
                    <a:pt x="317811" y="1180364"/>
                  </a:lnTo>
                  <a:lnTo>
                    <a:pt x="320275" y="1182361"/>
                  </a:lnTo>
                  <a:lnTo>
                    <a:pt x="322739" y="1183639"/>
                  </a:lnTo>
                  <a:lnTo>
                    <a:pt x="325202" y="1184512"/>
                  </a:lnTo>
                  <a:lnTo>
                    <a:pt x="327666" y="1185173"/>
                  </a:lnTo>
                  <a:lnTo>
                    <a:pt x="330130" y="1185725"/>
                  </a:lnTo>
                  <a:lnTo>
                    <a:pt x="332593" y="1186213"/>
                  </a:lnTo>
                  <a:lnTo>
                    <a:pt x="335057" y="1186645"/>
                  </a:lnTo>
                  <a:lnTo>
                    <a:pt x="337521" y="1187017"/>
                  </a:lnTo>
                  <a:lnTo>
                    <a:pt x="339984" y="1187324"/>
                  </a:lnTo>
                  <a:lnTo>
                    <a:pt x="342448" y="1187565"/>
                  </a:lnTo>
                  <a:lnTo>
                    <a:pt x="344912" y="1187744"/>
                  </a:lnTo>
                  <a:lnTo>
                    <a:pt x="347375" y="1187871"/>
                  </a:lnTo>
                  <a:lnTo>
                    <a:pt x="349839" y="1187956"/>
                  </a:lnTo>
                  <a:lnTo>
                    <a:pt x="352303" y="1188010"/>
                  </a:lnTo>
                  <a:lnTo>
                    <a:pt x="354766" y="1188042"/>
                  </a:lnTo>
                  <a:lnTo>
                    <a:pt x="357230" y="1188060"/>
                  </a:lnTo>
                  <a:lnTo>
                    <a:pt x="359694" y="1188070"/>
                  </a:lnTo>
                  <a:lnTo>
                    <a:pt x="362157" y="1188075"/>
                  </a:lnTo>
                  <a:lnTo>
                    <a:pt x="364621" y="1188078"/>
                  </a:lnTo>
                  <a:lnTo>
                    <a:pt x="367084" y="1188079"/>
                  </a:lnTo>
                  <a:lnTo>
                    <a:pt x="369548" y="1188079"/>
                  </a:lnTo>
                  <a:lnTo>
                    <a:pt x="372012" y="1188080"/>
                  </a:lnTo>
                  <a:lnTo>
                    <a:pt x="374475" y="1188080"/>
                  </a:lnTo>
                  <a:lnTo>
                    <a:pt x="376939" y="1188080"/>
                  </a:lnTo>
                  <a:lnTo>
                    <a:pt x="379403" y="1188079"/>
                  </a:lnTo>
                  <a:lnTo>
                    <a:pt x="381866" y="1188079"/>
                  </a:lnTo>
                  <a:lnTo>
                    <a:pt x="384330" y="1188077"/>
                  </a:lnTo>
                  <a:lnTo>
                    <a:pt x="386794" y="1188074"/>
                  </a:lnTo>
                  <a:lnTo>
                    <a:pt x="389257" y="1188068"/>
                  </a:lnTo>
                  <a:lnTo>
                    <a:pt x="391721" y="1188056"/>
                  </a:lnTo>
                  <a:lnTo>
                    <a:pt x="394185" y="1188034"/>
                  </a:lnTo>
                  <a:lnTo>
                    <a:pt x="396648" y="1187996"/>
                  </a:lnTo>
                  <a:lnTo>
                    <a:pt x="399112" y="1187935"/>
                  </a:lnTo>
                  <a:lnTo>
                    <a:pt x="401576" y="1187840"/>
                  </a:lnTo>
                  <a:lnTo>
                    <a:pt x="404039" y="1187701"/>
                  </a:lnTo>
                  <a:lnTo>
                    <a:pt x="406503" y="1187509"/>
                  </a:lnTo>
                  <a:lnTo>
                    <a:pt x="408967" y="1187253"/>
                  </a:lnTo>
                  <a:lnTo>
                    <a:pt x="411430" y="1186938"/>
                  </a:lnTo>
                  <a:lnTo>
                    <a:pt x="413894" y="1186578"/>
                  </a:lnTo>
                  <a:lnTo>
                    <a:pt x="416358" y="1186198"/>
                  </a:lnTo>
                  <a:lnTo>
                    <a:pt x="418821" y="1185833"/>
                  </a:lnTo>
                  <a:lnTo>
                    <a:pt x="421285" y="1185521"/>
                  </a:lnTo>
                  <a:lnTo>
                    <a:pt x="423749" y="1185300"/>
                  </a:lnTo>
                  <a:lnTo>
                    <a:pt x="426212" y="1185197"/>
                  </a:lnTo>
                  <a:lnTo>
                    <a:pt x="428676" y="1185225"/>
                  </a:lnTo>
                  <a:lnTo>
                    <a:pt x="431140" y="1185382"/>
                  </a:lnTo>
                  <a:lnTo>
                    <a:pt x="433603" y="1185644"/>
                  </a:lnTo>
                  <a:lnTo>
                    <a:pt x="436067" y="1185977"/>
                  </a:lnTo>
                  <a:lnTo>
                    <a:pt x="438531" y="1186338"/>
                  </a:lnTo>
                  <a:lnTo>
                    <a:pt x="440994" y="1186686"/>
                  </a:lnTo>
                  <a:lnTo>
                    <a:pt x="443458" y="1186983"/>
                  </a:lnTo>
                  <a:lnTo>
                    <a:pt x="445922" y="1187195"/>
                  </a:lnTo>
                  <a:lnTo>
                    <a:pt x="448385" y="1187303"/>
                  </a:lnTo>
                  <a:lnTo>
                    <a:pt x="450849" y="1187302"/>
                  </a:lnTo>
                  <a:lnTo>
                    <a:pt x="453312" y="1187192"/>
                  </a:lnTo>
                  <a:lnTo>
                    <a:pt x="455776" y="1186982"/>
                  </a:lnTo>
                  <a:lnTo>
                    <a:pt x="458240" y="1186691"/>
                  </a:lnTo>
                  <a:lnTo>
                    <a:pt x="460703" y="1186346"/>
                  </a:lnTo>
                  <a:lnTo>
                    <a:pt x="463167" y="1185983"/>
                  </a:lnTo>
                  <a:lnTo>
                    <a:pt x="465631" y="1185646"/>
                  </a:lnTo>
                  <a:lnTo>
                    <a:pt x="468094" y="1185376"/>
                  </a:lnTo>
                  <a:lnTo>
                    <a:pt x="470558" y="1185211"/>
                  </a:lnTo>
                  <a:lnTo>
                    <a:pt x="473022" y="1185175"/>
                  </a:lnTo>
                  <a:lnTo>
                    <a:pt x="475485" y="1185275"/>
                  </a:lnTo>
                  <a:lnTo>
                    <a:pt x="477949" y="1185497"/>
                  </a:lnTo>
                  <a:lnTo>
                    <a:pt x="480413" y="1185814"/>
                  </a:lnTo>
                  <a:lnTo>
                    <a:pt x="482876" y="1186188"/>
                  </a:lnTo>
                  <a:lnTo>
                    <a:pt x="485340" y="1186574"/>
                  </a:lnTo>
                  <a:lnTo>
                    <a:pt x="487804" y="1186935"/>
                  </a:lnTo>
                  <a:lnTo>
                    <a:pt x="490267" y="1187249"/>
                  </a:lnTo>
                  <a:lnTo>
                    <a:pt x="492731" y="1187504"/>
                  </a:lnTo>
                  <a:lnTo>
                    <a:pt x="495195" y="1187699"/>
                  </a:lnTo>
                  <a:lnTo>
                    <a:pt x="497658" y="1187840"/>
                  </a:lnTo>
                  <a:lnTo>
                    <a:pt x="500122" y="1187936"/>
                  </a:lnTo>
                  <a:lnTo>
                    <a:pt x="502586" y="1187997"/>
                  </a:lnTo>
                  <a:lnTo>
                    <a:pt x="505049" y="1188035"/>
                  </a:lnTo>
                  <a:lnTo>
                    <a:pt x="507513" y="1188057"/>
                  </a:lnTo>
                  <a:lnTo>
                    <a:pt x="509977" y="1188068"/>
                  </a:lnTo>
                  <a:lnTo>
                    <a:pt x="512440" y="1188074"/>
                  </a:lnTo>
                  <a:lnTo>
                    <a:pt x="514904" y="1188077"/>
                  </a:lnTo>
                  <a:lnTo>
                    <a:pt x="517368" y="1188079"/>
                  </a:lnTo>
                  <a:lnTo>
                    <a:pt x="519831" y="1188079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79"/>
                  </a:lnTo>
                  <a:lnTo>
                    <a:pt x="581423" y="1188079"/>
                  </a:lnTo>
                  <a:lnTo>
                    <a:pt x="583886" y="1188077"/>
                  </a:lnTo>
                  <a:lnTo>
                    <a:pt x="586350" y="1188074"/>
                  </a:lnTo>
                  <a:lnTo>
                    <a:pt x="588814" y="1188067"/>
                  </a:lnTo>
                  <a:lnTo>
                    <a:pt x="591277" y="1188055"/>
                  </a:lnTo>
                  <a:lnTo>
                    <a:pt x="593741" y="1188033"/>
                  </a:lnTo>
                  <a:lnTo>
                    <a:pt x="596205" y="1187993"/>
                  </a:lnTo>
                  <a:lnTo>
                    <a:pt x="598668" y="1187928"/>
                  </a:lnTo>
                  <a:lnTo>
                    <a:pt x="601132" y="1187827"/>
                  </a:lnTo>
                  <a:lnTo>
                    <a:pt x="603596" y="1187679"/>
                  </a:lnTo>
                  <a:lnTo>
                    <a:pt x="606059" y="1187476"/>
                  </a:lnTo>
                  <a:lnTo>
                    <a:pt x="608523" y="1187213"/>
                  </a:lnTo>
                  <a:lnTo>
                    <a:pt x="610987" y="1186895"/>
                  </a:lnTo>
                  <a:lnTo>
                    <a:pt x="613450" y="1186534"/>
                  </a:lnTo>
                  <a:lnTo>
                    <a:pt x="615914" y="1186156"/>
                  </a:lnTo>
                  <a:lnTo>
                    <a:pt x="618378" y="1185794"/>
                  </a:lnTo>
                  <a:lnTo>
                    <a:pt x="620841" y="1185488"/>
                  </a:lnTo>
                  <a:lnTo>
                    <a:pt x="623305" y="1185274"/>
                  </a:lnTo>
                  <a:lnTo>
                    <a:pt x="625769" y="1185181"/>
                  </a:lnTo>
                  <a:lnTo>
                    <a:pt x="628232" y="1185223"/>
                  </a:lnTo>
                  <a:lnTo>
                    <a:pt x="630696" y="1185400"/>
                  </a:lnTo>
                  <a:lnTo>
                    <a:pt x="633159" y="1185685"/>
                  </a:lnTo>
                  <a:lnTo>
                    <a:pt x="635623" y="1186037"/>
                  </a:lnTo>
                  <a:lnTo>
                    <a:pt x="638087" y="1186416"/>
                  </a:lnTo>
                  <a:lnTo>
                    <a:pt x="640550" y="1186786"/>
                  </a:lnTo>
                  <a:lnTo>
                    <a:pt x="643014" y="1187119"/>
                  </a:lnTo>
                  <a:lnTo>
                    <a:pt x="645478" y="1187398"/>
                  </a:lnTo>
                  <a:lnTo>
                    <a:pt x="647941" y="1187619"/>
                  </a:lnTo>
                  <a:lnTo>
                    <a:pt x="650405" y="1187783"/>
                  </a:lnTo>
                  <a:lnTo>
                    <a:pt x="652869" y="1187897"/>
                  </a:lnTo>
                  <a:lnTo>
                    <a:pt x="655332" y="1187973"/>
                  </a:lnTo>
                  <a:lnTo>
                    <a:pt x="657796" y="1188021"/>
                  </a:lnTo>
                  <a:lnTo>
                    <a:pt x="660260" y="1188048"/>
                  </a:lnTo>
                  <a:lnTo>
                    <a:pt x="662723" y="1188064"/>
                  </a:lnTo>
                  <a:lnTo>
                    <a:pt x="665187" y="1188072"/>
                  </a:lnTo>
                  <a:lnTo>
                    <a:pt x="667651" y="1188076"/>
                  </a:lnTo>
                  <a:lnTo>
                    <a:pt x="670114" y="1188078"/>
                  </a:lnTo>
                  <a:lnTo>
                    <a:pt x="672578" y="1188079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79"/>
                  </a:lnTo>
                  <a:lnTo>
                    <a:pt x="788370" y="1188079"/>
                  </a:lnTo>
                  <a:lnTo>
                    <a:pt x="790834" y="1188077"/>
                  </a:lnTo>
                  <a:lnTo>
                    <a:pt x="793297" y="1188075"/>
                  </a:lnTo>
                  <a:lnTo>
                    <a:pt x="795761" y="1188069"/>
                  </a:lnTo>
                  <a:lnTo>
                    <a:pt x="798225" y="1188058"/>
                  </a:lnTo>
                  <a:lnTo>
                    <a:pt x="800688" y="1188038"/>
                  </a:lnTo>
                  <a:lnTo>
                    <a:pt x="803152" y="1188003"/>
                  </a:lnTo>
                  <a:lnTo>
                    <a:pt x="805616" y="1187945"/>
                  </a:lnTo>
                  <a:lnTo>
                    <a:pt x="808079" y="1187856"/>
                  </a:lnTo>
                  <a:lnTo>
                    <a:pt x="810543" y="1187724"/>
                  </a:lnTo>
                  <a:lnTo>
                    <a:pt x="813006" y="1187538"/>
                  </a:lnTo>
                  <a:lnTo>
                    <a:pt x="815470" y="1187291"/>
                  </a:lnTo>
                  <a:lnTo>
                    <a:pt x="817934" y="1186981"/>
                  </a:lnTo>
                  <a:lnTo>
                    <a:pt x="820397" y="1186625"/>
                  </a:lnTo>
                  <a:lnTo>
                    <a:pt x="822861" y="1186244"/>
                  </a:lnTo>
                  <a:lnTo>
                    <a:pt x="825325" y="1185874"/>
                  </a:lnTo>
                  <a:lnTo>
                    <a:pt x="827788" y="1185551"/>
                  </a:lnTo>
                  <a:lnTo>
                    <a:pt x="830252" y="1185316"/>
                  </a:lnTo>
                  <a:lnTo>
                    <a:pt x="832716" y="1185197"/>
                  </a:lnTo>
                  <a:lnTo>
                    <a:pt x="835179" y="1185210"/>
                  </a:lnTo>
                  <a:lnTo>
                    <a:pt x="837643" y="1185355"/>
                  </a:lnTo>
                  <a:lnTo>
                    <a:pt x="840107" y="1185611"/>
                  </a:lnTo>
                  <a:lnTo>
                    <a:pt x="842570" y="1185947"/>
                  </a:lnTo>
                  <a:lnTo>
                    <a:pt x="845034" y="1186324"/>
                  </a:lnTo>
                  <a:lnTo>
                    <a:pt x="847498" y="1186703"/>
                  </a:lnTo>
                  <a:lnTo>
                    <a:pt x="849961" y="1187052"/>
                  </a:lnTo>
                  <a:lnTo>
                    <a:pt x="852425" y="1187348"/>
                  </a:lnTo>
                  <a:lnTo>
                    <a:pt x="854889" y="1187581"/>
                  </a:lnTo>
                  <a:lnTo>
                    <a:pt x="857352" y="1187755"/>
                  </a:lnTo>
                  <a:lnTo>
                    <a:pt x="859816" y="1187878"/>
                  </a:lnTo>
                  <a:lnTo>
                    <a:pt x="862280" y="1187960"/>
                  </a:lnTo>
                  <a:lnTo>
                    <a:pt x="864743" y="1188012"/>
                  </a:lnTo>
                  <a:lnTo>
                    <a:pt x="867207" y="1188043"/>
                  </a:lnTo>
                  <a:lnTo>
                    <a:pt x="869671" y="1188061"/>
                  </a:lnTo>
                  <a:lnTo>
                    <a:pt x="872134" y="1188071"/>
                  </a:lnTo>
                  <a:lnTo>
                    <a:pt x="874598" y="1188076"/>
                  </a:lnTo>
                  <a:lnTo>
                    <a:pt x="877062" y="1188078"/>
                  </a:lnTo>
                  <a:lnTo>
                    <a:pt x="879525" y="1188079"/>
                  </a:lnTo>
                  <a:lnTo>
                    <a:pt x="881989" y="1188079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09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80"/>
                  </a:lnTo>
                  <a:lnTo>
                    <a:pt x="81300" y="1188080"/>
                  </a:lnTo>
                  <a:lnTo>
                    <a:pt x="83764" y="1188079"/>
                  </a:lnTo>
                  <a:lnTo>
                    <a:pt x="86228" y="1188078"/>
                  </a:lnTo>
                  <a:lnTo>
                    <a:pt x="88691" y="1188076"/>
                  </a:lnTo>
                  <a:lnTo>
                    <a:pt x="91155" y="1188071"/>
                  </a:lnTo>
                  <a:lnTo>
                    <a:pt x="93618" y="1188061"/>
                  </a:lnTo>
                  <a:lnTo>
                    <a:pt x="96082" y="1188043"/>
                  </a:lnTo>
                  <a:lnTo>
                    <a:pt x="98546" y="1188010"/>
                  </a:lnTo>
                  <a:lnTo>
                    <a:pt x="101009" y="1187952"/>
                  </a:lnTo>
                  <a:lnTo>
                    <a:pt x="103473" y="1187856"/>
                  </a:lnTo>
                  <a:lnTo>
                    <a:pt x="105937" y="1187703"/>
                  </a:lnTo>
                  <a:lnTo>
                    <a:pt x="108400" y="1187467"/>
                  </a:lnTo>
                  <a:lnTo>
                    <a:pt x="110864" y="1187120"/>
                  </a:lnTo>
                  <a:lnTo>
                    <a:pt x="113328" y="1186613"/>
                  </a:lnTo>
                  <a:lnTo>
                    <a:pt x="115791" y="1185901"/>
                  </a:lnTo>
                  <a:lnTo>
                    <a:pt x="118255" y="1184935"/>
                  </a:lnTo>
                  <a:lnTo>
                    <a:pt x="120719" y="1183650"/>
                  </a:lnTo>
                  <a:lnTo>
                    <a:pt x="123182" y="1181971"/>
                  </a:lnTo>
                  <a:lnTo>
                    <a:pt x="125646" y="1179803"/>
                  </a:lnTo>
                  <a:lnTo>
                    <a:pt x="128110" y="1177033"/>
                  </a:lnTo>
                  <a:lnTo>
                    <a:pt x="130573" y="1173535"/>
                  </a:lnTo>
                  <a:lnTo>
                    <a:pt x="133037" y="1169170"/>
                  </a:lnTo>
                  <a:lnTo>
                    <a:pt x="135501" y="1163810"/>
                  </a:lnTo>
                  <a:lnTo>
                    <a:pt x="137964" y="1157362"/>
                  </a:lnTo>
                  <a:lnTo>
                    <a:pt x="140428" y="1149796"/>
                  </a:lnTo>
                  <a:lnTo>
                    <a:pt x="142892" y="1141182"/>
                  </a:lnTo>
                  <a:lnTo>
                    <a:pt x="145355" y="1131723"/>
                  </a:lnTo>
                  <a:lnTo>
                    <a:pt x="147819" y="1121767"/>
                  </a:lnTo>
                  <a:lnTo>
                    <a:pt x="150283" y="1111830"/>
                  </a:lnTo>
                  <a:lnTo>
                    <a:pt x="152746" y="1102548"/>
                  </a:lnTo>
                  <a:lnTo>
                    <a:pt x="155210" y="1094472"/>
                  </a:lnTo>
                  <a:lnTo>
                    <a:pt x="157674" y="1088023"/>
                  </a:lnTo>
                  <a:lnTo>
                    <a:pt x="160137" y="1083395"/>
                  </a:lnTo>
                  <a:lnTo>
                    <a:pt x="162601" y="1080512"/>
                  </a:lnTo>
                  <a:lnTo>
                    <a:pt x="165065" y="1079030"/>
                  </a:lnTo>
                  <a:lnTo>
                    <a:pt x="167528" y="1078403"/>
                  </a:lnTo>
                  <a:lnTo>
                    <a:pt x="169992" y="1077992"/>
                  </a:lnTo>
                  <a:lnTo>
                    <a:pt x="172456" y="1077182"/>
                  </a:lnTo>
                  <a:lnTo>
                    <a:pt x="174919" y="1075495"/>
                  </a:lnTo>
                  <a:lnTo>
                    <a:pt x="177383" y="1072653"/>
                  </a:lnTo>
                  <a:lnTo>
                    <a:pt x="179847" y="1068592"/>
                  </a:lnTo>
                  <a:lnTo>
                    <a:pt x="182310" y="1063413"/>
                  </a:lnTo>
                  <a:lnTo>
                    <a:pt x="184774" y="1057309"/>
                  </a:lnTo>
                  <a:lnTo>
                    <a:pt x="187237" y="1050448"/>
                  </a:lnTo>
                  <a:lnTo>
                    <a:pt x="189701" y="1042991"/>
                  </a:lnTo>
                  <a:lnTo>
                    <a:pt x="192165" y="1035015"/>
                  </a:lnTo>
                  <a:lnTo>
                    <a:pt x="194628" y="1026547"/>
                  </a:lnTo>
                  <a:lnTo>
                    <a:pt x="197092" y="1017620"/>
                  </a:lnTo>
                  <a:lnTo>
                    <a:pt x="199556" y="1008289"/>
                  </a:lnTo>
                  <a:lnTo>
                    <a:pt x="202019" y="998598"/>
                  </a:lnTo>
                  <a:lnTo>
                    <a:pt x="204483" y="988523"/>
                  </a:lnTo>
                  <a:lnTo>
                    <a:pt x="206947" y="977889"/>
                  </a:lnTo>
                  <a:lnTo>
                    <a:pt x="209410" y="966302"/>
                  </a:lnTo>
                  <a:lnTo>
                    <a:pt x="211874" y="953129"/>
                  </a:lnTo>
                  <a:lnTo>
                    <a:pt x="214338" y="937526"/>
                  </a:lnTo>
                  <a:lnTo>
                    <a:pt x="216801" y="918539"/>
                  </a:lnTo>
                  <a:lnTo>
                    <a:pt x="219265" y="895231"/>
                  </a:lnTo>
                  <a:lnTo>
                    <a:pt x="221729" y="866830"/>
                  </a:lnTo>
                  <a:lnTo>
                    <a:pt x="224192" y="832572"/>
                  </a:lnTo>
                  <a:lnTo>
                    <a:pt x="226656" y="792456"/>
                  </a:lnTo>
                  <a:lnTo>
                    <a:pt x="229120" y="746898"/>
                  </a:lnTo>
                  <a:lnTo>
                    <a:pt x="231583" y="696371"/>
                  </a:lnTo>
                  <a:lnTo>
                    <a:pt x="234047" y="641454"/>
                  </a:lnTo>
                  <a:lnTo>
                    <a:pt x="236511" y="582748"/>
                  </a:lnTo>
                  <a:lnTo>
                    <a:pt x="238974" y="520832"/>
                  </a:lnTo>
                  <a:lnTo>
                    <a:pt x="241438" y="456297"/>
                  </a:lnTo>
                  <a:lnTo>
                    <a:pt x="243902" y="389837"/>
                  </a:lnTo>
                  <a:lnTo>
                    <a:pt x="246365" y="322398"/>
                  </a:lnTo>
                  <a:lnTo>
                    <a:pt x="248829" y="255320"/>
                  </a:lnTo>
                  <a:lnTo>
                    <a:pt x="251293" y="190457"/>
                  </a:lnTo>
                  <a:lnTo>
                    <a:pt x="253756" y="130225"/>
                  </a:lnTo>
                  <a:lnTo>
                    <a:pt x="256220" y="77546"/>
                  </a:lnTo>
                  <a:lnTo>
                    <a:pt x="258684" y="35688"/>
                  </a:lnTo>
                  <a:lnTo>
                    <a:pt x="261147" y="8823"/>
                  </a:lnTo>
                  <a:lnTo>
                    <a:pt x="263611" y="0"/>
                  </a:lnTo>
                  <a:lnTo>
                    <a:pt x="266075" y="10919"/>
                  </a:lnTo>
                  <a:lnTo>
                    <a:pt x="268538" y="42580"/>
                  </a:lnTo>
                  <a:lnTo>
                    <a:pt x="271002" y="94642"/>
                  </a:lnTo>
                  <a:lnTo>
                    <a:pt x="273465" y="165353"/>
                  </a:lnTo>
                  <a:lnTo>
                    <a:pt x="275929" y="251662"/>
                  </a:lnTo>
                  <a:lnTo>
                    <a:pt x="278393" y="349490"/>
                  </a:lnTo>
                  <a:lnTo>
                    <a:pt x="280856" y="454123"/>
                  </a:lnTo>
                  <a:lnTo>
                    <a:pt x="283320" y="560680"/>
                  </a:lnTo>
                  <a:lnTo>
                    <a:pt x="285784" y="664575"/>
                  </a:lnTo>
                  <a:lnTo>
                    <a:pt x="288247" y="761909"/>
                  </a:lnTo>
                  <a:lnTo>
                    <a:pt x="290711" y="849742"/>
                  </a:lnTo>
                  <a:lnTo>
                    <a:pt x="293175" y="926216"/>
                  </a:lnTo>
                  <a:lnTo>
                    <a:pt x="295638" y="990539"/>
                  </a:lnTo>
                  <a:lnTo>
                    <a:pt x="298102" y="1042339"/>
                  </a:lnTo>
                  <a:lnTo>
                    <a:pt x="300566" y="1082823"/>
                  </a:lnTo>
                  <a:lnTo>
                    <a:pt x="303029" y="1113738"/>
                  </a:lnTo>
                  <a:lnTo>
                    <a:pt x="305493" y="1136633"/>
                  </a:lnTo>
                  <a:lnTo>
                    <a:pt x="307957" y="1153068"/>
                  </a:lnTo>
                  <a:lnTo>
                    <a:pt x="310420" y="1164491"/>
                  </a:lnTo>
                  <a:lnTo>
                    <a:pt x="312884" y="1172175"/>
                  </a:lnTo>
                  <a:lnTo>
                    <a:pt x="315348" y="1177183"/>
                  </a:lnTo>
                  <a:lnTo>
                    <a:pt x="317811" y="1180364"/>
                  </a:lnTo>
                  <a:lnTo>
                    <a:pt x="320275" y="1182361"/>
                  </a:lnTo>
                  <a:lnTo>
                    <a:pt x="322739" y="1183639"/>
                  </a:lnTo>
                  <a:lnTo>
                    <a:pt x="325202" y="1184512"/>
                  </a:lnTo>
                  <a:lnTo>
                    <a:pt x="327666" y="1185173"/>
                  </a:lnTo>
                  <a:lnTo>
                    <a:pt x="330130" y="1185725"/>
                  </a:lnTo>
                  <a:lnTo>
                    <a:pt x="332593" y="1186213"/>
                  </a:lnTo>
                  <a:lnTo>
                    <a:pt x="335057" y="1186645"/>
                  </a:lnTo>
                  <a:lnTo>
                    <a:pt x="337521" y="1187017"/>
                  </a:lnTo>
                  <a:lnTo>
                    <a:pt x="339984" y="1187324"/>
                  </a:lnTo>
                  <a:lnTo>
                    <a:pt x="342448" y="1187565"/>
                  </a:lnTo>
                  <a:lnTo>
                    <a:pt x="344912" y="1187744"/>
                  </a:lnTo>
                  <a:lnTo>
                    <a:pt x="347375" y="1187871"/>
                  </a:lnTo>
                  <a:lnTo>
                    <a:pt x="349839" y="1187956"/>
                  </a:lnTo>
                  <a:lnTo>
                    <a:pt x="352303" y="1188010"/>
                  </a:lnTo>
                  <a:lnTo>
                    <a:pt x="354766" y="1188042"/>
                  </a:lnTo>
                  <a:lnTo>
                    <a:pt x="357230" y="1188060"/>
                  </a:lnTo>
                  <a:lnTo>
                    <a:pt x="359694" y="1188070"/>
                  </a:lnTo>
                  <a:lnTo>
                    <a:pt x="362157" y="1188075"/>
                  </a:lnTo>
                  <a:lnTo>
                    <a:pt x="364621" y="1188078"/>
                  </a:lnTo>
                  <a:lnTo>
                    <a:pt x="367084" y="1188079"/>
                  </a:lnTo>
                  <a:lnTo>
                    <a:pt x="369548" y="1188079"/>
                  </a:lnTo>
                  <a:lnTo>
                    <a:pt x="372012" y="1188080"/>
                  </a:lnTo>
                  <a:lnTo>
                    <a:pt x="374475" y="1188080"/>
                  </a:lnTo>
                  <a:lnTo>
                    <a:pt x="376939" y="1188080"/>
                  </a:lnTo>
                  <a:lnTo>
                    <a:pt x="379403" y="1188079"/>
                  </a:lnTo>
                  <a:lnTo>
                    <a:pt x="381866" y="1188079"/>
                  </a:lnTo>
                  <a:lnTo>
                    <a:pt x="384330" y="1188077"/>
                  </a:lnTo>
                  <a:lnTo>
                    <a:pt x="386794" y="1188074"/>
                  </a:lnTo>
                  <a:lnTo>
                    <a:pt x="389257" y="1188068"/>
                  </a:lnTo>
                  <a:lnTo>
                    <a:pt x="391721" y="1188056"/>
                  </a:lnTo>
                  <a:lnTo>
                    <a:pt x="394185" y="1188034"/>
                  </a:lnTo>
                  <a:lnTo>
                    <a:pt x="396648" y="1187996"/>
                  </a:lnTo>
                  <a:lnTo>
                    <a:pt x="399112" y="1187935"/>
                  </a:lnTo>
                  <a:lnTo>
                    <a:pt x="401576" y="1187840"/>
                  </a:lnTo>
                  <a:lnTo>
                    <a:pt x="404039" y="1187701"/>
                  </a:lnTo>
                  <a:lnTo>
                    <a:pt x="406503" y="1187509"/>
                  </a:lnTo>
                  <a:lnTo>
                    <a:pt x="408967" y="1187253"/>
                  </a:lnTo>
                  <a:lnTo>
                    <a:pt x="411430" y="1186938"/>
                  </a:lnTo>
                  <a:lnTo>
                    <a:pt x="413894" y="1186578"/>
                  </a:lnTo>
                  <a:lnTo>
                    <a:pt x="416358" y="1186198"/>
                  </a:lnTo>
                  <a:lnTo>
                    <a:pt x="418821" y="1185833"/>
                  </a:lnTo>
                  <a:lnTo>
                    <a:pt x="421285" y="1185521"/>
                  </a:lnTo>
                  <a:lnTo>
                    <a:pt x="423749" y="1185300"/>
                  </a:lnTo>
                  <a:lnTo>
                    <a:pt x="426212" y="1185197"/>
                  </a:lnTo>
                  <a:lnTo>
                    <a:pt x="428676" y="1185225"/>
                  </a:lnTo>
                  <a:lnTo>
                    <a:pt x="431140" y="1185382"/>
                  </a:lnTo>
                  <a:lnTo>
                    <a:pt x="433603" y="1185644"/>
                  </a:lnTo>
                  <a:lnTo>
                    <a:pt x="436067" y="1185977"/>
                  </a:lnTo>
                  <a:lnTo>
                    <a:pt x="438531" y="1186338"/>
                  </a:lnTo>
                  <a:lnTo>
                    <a:pt x="440994" y="1186686"/>
                  </a:lnTo>
                  <a:lnTo>
                    <a:pt x="443458" y="1186983"/>
                  </a:lnTo>
                  <a:lnTo>
                    <a:pt x="445922" y="1187195"/>
                  </a:lnTo>
                  <a:lnTo>
                    <a:pt x="448385" y="1187303"/>
                  </a:lnTo>
                  <a:lnTo>
                    <a:pt x="450849" y="1187302"/>
                  </a:lnTo>
                  <a:lnTo>
                    <a:pt x="453312" y="1187192"/>
                  </a:lnTo>
                  <a:lnTo>
                    <a:pt x="455776" y="1186982"/>
                  </a:lnTo>
                  <a:lnTo>
                    <a:pt x="458240" y="1186691"/>
                  </a:lnTo>
                  <a:lnTo>
                    <a:pt x="460703" y="1186346"/>
                  </a:lnTo>
                  <a:lnTo>
                    <a:pt x="463167" y="1185983"/>
                  </a:lnTo>
                  <a:lnTo>
                    <a:pt x="465631" y="1185646"/>
                  </a:lnTo>
                  <a:lnTo>
                    <a:pt x="468094" y="1185376"/>
                  </a:lnTo>
                  <a:lnTo>
                    <a:pt x="470558" y="1185211"/>
                  </a:lnTo>
                  <a:lnTo>
                    <a:pt x="473022" y="1185175"/>
                  </a:lnTo>
                  <a:lnTo>
                    <a:pt x="475485" y="1185275"/>
                  </a:lnTo>
                  <a:lnTo>
                    <a:pt x="477949" y="1185497"/>
                  </a:lnTo>
                  <a:lnTo>
                    <a:pt x="480413" y="1185814"/>
                  </a:lnTo>
                  <a:lnTo>
                    <a:pt x="482876" y="1186188"/>
                  </a:lnTo>
                  <a:lnTo>
                    <a:pt x="485340" y="1186574"/>
                  </a:lnTo>
                  <a:lnTo>
                    <a:pt x="487804" y="1186935"/>
                  </a:lnTo>
                  <a:lnTo>
                    <a:pt x="490267" y="1187249"/>
                  </a:lnTo>
                  <a:lnTo>
                    <a:pt x="492731" y="1187504"/>
                  </a:lnTo>
                  <a:lnTo>
                    <a:pt x="495195" y="1187699"/>
                  </a:lnTo>
                  <a:lnTo>
                    <a:pt x="497658" y="1187840"/>
                  </a:lnTo>
                  <a:lnTo>
                    <a:pt x="500122" y="1187936"/>
                  </a:lnTo>
                  <a:lnTo>
                    <a:pt x="502586" y="1187997"/>
                  </a:lnTo>
                  <a:lnTo>
                    <a:pt x="505049" y="1188035"/>
                  </a:lnTo>
                  <a:lnTo>
                    <a:pt x="507513" y="1188057"/>
                  </a:lnTo>
                  <a:lnTo>
                    <a:pt x="509977" y="1188068"/>
                  </a:lnTo>
                  <a:lnTo>
                    <a:pt x="512440" y="1188074"/>
                  </a:lnTo>
                  <a:lnTo>
                    <a:pt x="514904" y="1188077"/>
                  </a:lnTo>
                  <a:lnTo>
                    <a:pt x="517368" y="1188079"/>
                  </a:lnTo>
                  <a:lnTo>
                    <a:pt x="519831" y="1188079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79"/>
                  </a:lnTo>
                  <a:lnTo>
                    <a:pt x="581423" y="1188079"/>
                  </a:lnTo>
                  <a:lnTo>
                    <a:pt x="583886" y="1188077"/>
                  </a:lnTo>
                  <a:lnTo>
                    <a:pt x="586350" y="1188074"/>
                  </a:lnTo>
                  <a:lnTo>
                    <a:pt x="588814" y="1188067"/>
                  </a:lnTo>
                  <a:lnTo>
                    <a:pt x="591277" y="1188055"/>
                  </a:lnTo>
                  <a:lnTo>
                    <a:pt x="593741" y="1188033"/>
                  </a:lnTo>
                  <a:lnTo>
                    <a:pt x="596205" y="1187993"/>
                  </a:lnTo>
                  <a:lnTo>
                    <a:pt x="598668" y="1187928"/>
                  </a:lnTo>
                  <a:lnTo>
                    <a:pt x="601132" y="1187827"/>
                  </a:lnTo>
                  <a:lnTo>
                    <a:pt x="603596" y="1187679"/>
                  </a:lnTo>
                  <a:lnTo>
                    <a:pt x="606059" y="1187476"/>
                  </a:lnTo>
                  <a:lnTo>
                    <a:pt x="608523" y="1187213"/>
                  </a:lnTo>
                  <a:lnTo>
                    <a:pt x="610987" y="1186895"/>
                  </a:lnTo>
                  <a:lnTo>
                    <a:pt x="613450" y="1186534"/>
                  </a:lnTo>
                  <a:lnTo>
                    <a:pt x="615914" y="1186156"/>
                  </a:lnTo>
                  <a:lnTo>
                    <a:pt x="618378" y="1185794"/>
                  </a:lnTo>
                  <a:lnTo>
                    <a:pt x="620841" y="1185488"/>
                  </a:lnTo>
                  <a:lnTo>
                    <a:pt x="623305" y="1185274"/>
                  </a:lnTo>
                  <a:lnTo>
                    <a:pt x="625769" y="1185181"/>
                  </a:lnTo>
                  <a:lnTo>
                    <a:pt x="628232" y="1185223"/>
                  </a:lnTo>
                  <a:lnTo>
                    <a:pt x="630696" y="1185400"/>
                  </a:lnTo>
                  <a:lnTo>
                    <a:pt x="633159" y="1185685"/>
                  </a:lnTo>
                  <a:lnTo>
                    <a:pt x="635623" y="1186037"/>
                  </a:lnTo>
                  <a:lnTo>
                    <a:pt x="638087" y="1186416"/>
                  </a:lnTo>
                  <a:lnTo>
                    <a:pt x="640550" y="1186786"/>
                  </a:lnTo>
                  <a:lnTo>
                    <a:pt x="643014" y="1187119"/>
                  </a:lnTo>
                  <a:lnTo>
                    <a:pt x="645478" y="1187398"/>
                  </a:lnTo>
                  <a:lnTo>
                    <a:pt x="647941" y="1187619"/>
                  </a:lnTo>
                  <a:lnTo>
                    <a:pt x="650405" y="1187783"/>
                  </a:lnTo>
                  <a:lnTo>
                    <a:pt x="652869" y="1187897"/>
                  </a:lnTo>
                  <a:lnTo>
                    <a:pt x="655332" y="1187973"/>
                  </a:lnTo>
                  <a:lnTo>
                    <a:pt x="657796" y="1188021"/>
                  </a:lnTo>
                  <a:lnTo>
                    <a:pt x="660260" y="1188048"/>
                  </a:lnTo>
                  <a:lnTo>
                    <a:pt x="662723" y="1188064"/>
                  </a:lnTo>
                  <a:lnTo>
                    <a:pt x="665187" y="1188072"/>
                  </a:lnTo>
                  <a:lnTo>
                    <a:pt x="667651" y="1188076"/>
                  </a:lnTo>
                  <a:lnTo>
                    <a:pt x="670114" y="1188078"/>
                  </a:lnTo>
                  <a:lnTo>
                    <a:pt x="672578" y="1188079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79"/>
                  </a:lnTo>
                  <a:lnTo>
                    <a:pt x="788370" y="1188079"/>
                  </a:lnTo>
                  <a:lnTo>
                    <a:pt x="790834" y="1188077"/>
                  </a:lnTo>
                  <a:lnTo>
                    <a:pt x="793297" y="1188075"/>
                  </a:lnTo>
                  <a:lnTo>
                    <a:pt x="795761" y="1188069"/>
                  </a:lnTo>
                  <a:lnTo>
                    <a:pt x="798225" y="1188058"/>
                  </a:lnTo>
                  <a:lnTo>
                    <a:pt x="800688" y="1188038"/>
                  </a:lnTo>
                  <a:lnTo>
                    <a:pt x="803152" y="1188003"/>
                  </a:lnTo>
                  <a:lnTo>
                    <a:pt x="805616" y="1187945"/>
                  </a:lnTo>
                  <a:lnTo>
                    <a:pt x="808079" y="1187856"/>
                  </a:lnTo>
                  <a:lnTo>
                    <a:pt x="810543" y="1187724"/>
                  </a:lnTo>
                  <a:lnTo>
                    <a:pt x="813006" y="1187538"/>
                  </a:lnTo>
                  <a:lnTo>
                    <a:pt x="815470" y="1187291"/>
                  </a:lnTo>
                  <a:lnTo>
                    <a:pt x="817934" y="1186981"/>
                  </a:lnTo>
                  <a:lnTo>
                    <a:pt x="820397" y="1186625"/>
                  </a:lnTo>
                  <a:lnTo>
                    <a:pt x="822861" y="1186244"/>
                  </a:lnTo>
                  <a:lnTo>
                    <a:pt x="825325" y="1185874"/>
                  </a:lnTo>
                  <a:lnTo>
                    <a:pt x="827788" y="1185551"/>
                  </a:lnTo>
                  <a:lnTo>
                    <a:pt x="830252" y="1185316"/>
                  </a:lnTo>
                  <a:lnTo>
                    <a:pt x="832716" y="1185197"/>
                  </a:lnTo>
                  <a:lnTo>
                    <a:pt x="835179" y="1185210"/>
                  </a:lnTo>
                  <a:lnTo>
                    <a:pt x="837643" y="1185355"/>
                  </a:lnTo>
                  <a:lnTo>
                    <a:pt x="840107" y="1185611"/>
                  </a:lnTo>
                  <a:lnTo>
                    <a:pt x="842570" y="1185947"/>
                  </a:lnTo>
                  <a:lnTo>
                    <a:pt x="845034" y="1186324"/>
                  </a:lnTo>
                  <a:lnTo>
                    <a:pt x="847498" y="1186703"/>
                  </a:lnTo>
                  <a:lnTo>
                    <a:pt x="849961" y="1187052"/>
                  </a:lnTo>
                  <a:lnTo>
                    <a:pt x="852425" y="1187348"/>
                  </a:lnTo>
                  <a:lnTo>
                    <a:pt x="854889" y="1187581"/>
                  </a:lnTo>
                  <a:lnTo>
                    <a:pt x="857352" y="1187755"/>
                  </a:lnTo>
                  <a:lnTo>
                    <a:pt x="859816" y="1187878"/>
                  </a:lnTo>
                  <a:lnTo>
                    <a:pt x="862280" y="1187960"/>
                  </a:lnTo>
                  <a:lnTo>
                    <a:pt x="864743" y="1188012"/>
                  </a:lnTo>
                  <a:lnTo>
                    <a:pt x="867207" y="1188043"/>
                  </a:lnTo>
                  <a:lnTo>
                    <a:pt x="869671" y="1188061"/>
                  </a:lnTo>
                  <a:lnTo>
                    <a:pt x="872134" y="1188071"/>
                  </a:lnTo>
                  <a:lnTo>
                    <a:pt x="874598" y="1188076"/>
                  </a:lnTo>
                  <a:lnTo>
                    <a:pt x="877062" y="1188078"/>
                  </a:lnTo>
                  <a:lnTo>
                    <a:pt x="879525" y="1188079"/>
                  </a:lnTo>
                  <a:lnTo>
                    <a:pt x="881989" y="1188079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909616" y="1020769"/>
              <a:ext cx="1258929" cy="1105017"/>
            </a:xfrm>
            <a:custGeom>
              <a:avLst/>
              <a:pathLst>
                <a:path w="1258929" h="1105017">
                  <a:moveTo>
                    <a:pt x="0" y="1105017"/>
                  </a:moveTo>
                  <a:lnTo>
                    <a:pt x="2463" y="1105017"/>
                  </a:lnTo>
                  <a:lnTo>
                    <a:pt x="4927" y="1105017"/>
                  </a:lnTo>
                  <a:lnTo>
                    <a:pt x="7390" y="1105017"/>
                  </a:lnTo>
                  <a:lnTo>
                    <a:pt x="9854" y="1105017"/>
                  </a:lnTo>
                  <a:lnTo>
                    <a:pt x="12318" y="1105017"/>
                  </a:lnTo>
                  <a:lnTo>
                    <a:pt x="14781" y="1105017"/>
                  </a:lnTo>
                  <a:lnTo>
                    <a:pt x="17245" y="1105017"/>
                  </a:lnTo>
                  <a:lnTo>
                    <a:pt x="19709" y="1105017"/>
                  </a:lnTo>
                  <a:lnTo>
                    <a:pt x="22172" y="1105017"/>
                  </a:lnTo>
                  <a:lnTo>
                    <a:pt x="24636" y="1105017"/>
                  </a:lnTo>
                  <a:lnTo>
                    <a:pt x="27100" y="1105017"/>
                  </a:lnTo>
                  <a:lnTo>
                    <a:pt x="29563" y="1105017"/>
                  </a:lnTo>
                  <a:lnTo>
                    <a:pt x="32027" y="1105017"/>
                  </a:lnTo>
                  <a:lnTo>
                    <a:pt x="34491" y="1105017"/>
                  </a:lnTo>
                  <a:lnTo>
                    <a:pt x="36954" y="1105017"/>
                  </a:lnTo>
                  <a:lnTo>
                    <a:pt x="39418" y="1105017"/>
                  </a:lnTo>
                  <a:lnTo>
                    <a:pt x="41882" y="1105017"/>
                  </a:lnTo>
                  <a:lnTo>
                    <a:pt x="44345" y="1105017"/>
                  </a:lnTo>
                  <a:lnTo>
                    <a:pt x="46809" y="1105017"/>
                  </a:lnTo>
                  <a:lnTo>
                    <a:pt x="49273" y="1105017"/>
                  </a:lnTo>
                  <a:lnTo>
                    <a:pt x="51736" y="1105017"/>
                  </a:lnTo>
                  <a:lnTo>
                    <a:pt x="54200" y="1105017"/>
                  </a:lnTo>
                  <a:lnTo>
                    <a:pt x="56664" y="1105017"/>
                  </a:lnTo>
                  <a:lnTo>
                    <a:pt x="59127" y="1105017"/>
                  </a:lnTo>
                  <a:lnTo>
                    <a:pt x="61591" y="1105017"/>
                  </a:lnTo>
                  <a:lnTo>
                    <a:pt x="64055" y="1105017"/>
                  </a:lnTo>
                  <a:lnTo>
                    <a:pt x="66518" y="1105017"/>
                  </a:lnTo>
                  <a:lnTo>
                    <a:pt x="68982" y="1105017"/>
                  </a:lnTo>
                  <a:lnTo>
                    <a:pt x="71446" y="1105017"/>
                  </a:lnTo>
                  <a:lnTo>
                    <a:pt x="73909" y="1105017"/>
                  </a:lnTo>
                  <a:lnTo>
                    <a:pt x="76373" y="1105017"/>
                  </a:lnTo>
                  <a:lnTo>
                    <a:pt x="78837" y="1105017"/>
                  </a:lnTo>
                  <a:lnTo>
                    <a:pt x="81300" y="1105017"/>
                  </a:lnTo>
                  <a:lnTo>
                    <a:pt x="83764" y="1105017"/>
                  </a:lnTo>
                  <a:lnTo>
                    <a:pt x="86228" y="1105017"/>
                  </a:lnTo>
                  <a:lnTo>
                    <a:pt x="88691" y="1105017"/>
                  </a:lnTo>
                  <a:lnTo>
                    <a:pt x="91155" y="1105017"/>
                  </a:lnTo>
                  <a:lnTo>
                    <a:pt x="93618" y="1105017"/>
                  </a:lnTo>
                  <a:lnTo>
                    <a:pt x="96082" y="1105017"/>
                  </a:lnTo>
                  <a:lnTo>
                    <a:pt x="98546" y="1105017"/>
                  </a:lnTo>
                  <a:lnTo>
                    <a:pt x="101009" y="1105017"/>
                  </a:lnTo>
                  <a:lnTo>
                    <a:pt x="103473" y="1105016"/>
                  </a:lnTo>
                  <a:lnTo>
                    <a:pt x="105937" y="1105013"/>
                  </a:lnTo>
                  <a:lnTo>
                    <a:pt x="108400" y="1105008"/>
                  </a:lnTo>
                  <a:lnTo>
                    <a:pt x="110864" y="1104998"/>
                  </a:lnTo>
                  <a:lnTo>
                    <a:pt x="113328" y="1104977"/>
                  </a:lnTo>
                  <a:lnTo>
                    <a:pt x="115791" y="1104939"/>
                  </a:lnTo>
                  <a:lnTo>
                    <a:pt x="118255" y="1104869"/>
                  </a:lnTo>
                  <a:lnTo>
                    <a:pt x="120719" y="1104748"/>
                  </a:lnTo>
                  <a:lnTo>
                    <a:pt x="123182" y="1104545"/>
                  </a:lnTo>
                  <a:lnTo>
                    <a:pt x="125646" y="1104220"/>
                  </a:lnTo>
                  <a:lnTo>
                    <a:pt x="128110" y="1103716"/>
                  </a:lnTo>
                  <a:lnTo>
                    <a:pt x="130573" y="1102965"/>
                  </a:lnTo>
                  <a:lnTo>
                    <a:pt x="133037" y="1101888"/>
                  </a:lnTo>
                  <a:lnTo>
                    <a:pt x="135501" y="1100361"/>
                  </a:lnTo>
                  <a:lnTo>
                    <a:pt x="137964" y="1098310"/>
                  </a:lnTo>
                  <a:lnTo>
                    <a:pt x="140428" y="1095675"/>
                  </a:lnTo>
                  <a:lnTo>
                    <a:pt x="142892" y="1092418"/>
                  </a:lnTo>
                  <a:lnTo>
                    <a:pt x="145355" y="1088536"/>
                  </a:lnTo>
                  <a:lnTo>
                    <a:pt x="147819" y="1084062"/>
                  </a:lnTo>
                  <a:lnTo>
                    <a:pt x="150283" y="1079065"/>
                  </a:lnTo>
                  <a:lnTo>
                    <a:pt x="152746" y="1073636"/>
                  </a:lnTo>
                  <a:lnTo>
                    <a:pt x="155210" y="1067876"/>
                  </a:lnTo>
                  <a:lnTo>
                    <a:pt x="157674" y="1061870"/>
                  </a:lnTo>
                  <a:lnTo>
                    <a:pt x="160137" y="1055684"/>
                  </a:lnTo>
                  <a:lnTo>
                    <a:pt x="162601" y="1049346"/>
                  </a:lnTo>
                  <a:lnTo>
                    <a:pt x="165065" y="1042852"/>
                  </a:lnTo>
                  <a:lnTo>
                    <a:pt x="167528" y="1036169"/>
                  </a:lnTo>
                  <a:lnTo>
                    <a:pt x="169992" y="1029257"/>
                  </a:lnTo>
                  <a:lnTo>
                    <a:pt x="172456" y="1022120"/>
                  </a:lnTo>
                  <a:lnTo>
                    <a:pt x="174919" y="1014788"/>
                  </a:lnTo>
                  <a:lnTo>
                    <a:pt x="177383" y="1007333"/>
                  </a:lnTo>
                  <a:lnTo>
                    <a:pt x="179847" y="999869"/>
                  </a:lnTo>
                  <a:lnTo>
                    <a:pt x="182310" y="992543"/>
                  </a:lnTo>
                  <a:lnTo>
                    <a:pt x="184774" y="985530"/>
                  </a:lnTo>
                  <a:lnTo>
                    <a:pt x="187237" y="979019"/>
                  </a:lnTo>
                  <a:lnTo>
                    <a:pt x="189701" y="973205"/>
                  </a:lnTo>
                  <a:lnTo>
                    <a:pt x="192165" y="968283"/>
                  </a:lnTo>
                  <a:lnTo>
                    <a:pt x="194628" y="964432"/>
                  </a:lnTo>
                  <a:lnTo>
                    <a:pt x="197092" y="961807"/>
                  </a:lnTo>
                  <a:lnTo>
                    <a:pt x="199556" y="960515"/>
                  </a:lnTo>
                  <a:lnTo>
                    <a:pt x="202019" y="960708"/>
                  </a:lnTo>
                  <a:lnTo>
                    <a:pt x="204483" y="962238"/>
                  </a:lnTo>
                  <a:lnTo>
                    <a:pt x="206947" y="964957"/>
                  </a:lnTo>
                  <a:lnTo>
                    <a:pt x="209410" y="968663"/>
                  </a:lnTo>
                  <a:lnTo>
                    <a:pt x="211874" y="973108"/>
                  </a:lnTo>
                  <a:lnTo>
                    <a:pt x="214338" y="978020"/>
                  </a:lnTo>
                  <a:lnTo>
                    <a:pt x="216801" y="983129"/>
                  </a:lnTo>
                  <a:lnTo>
                    <a:pt x="219265" y="988184"/>
                  </a:lnTo>
                  <a:lnTo>
                    <a:pt x="221729" y="992960"/>
                  </a:lnTo>
                  <a:lnTo>
                    <a:pt x="224192" y="997266"/>
                  </a:lnTo>
                  <a:lnTo>
                    <a:pt x="226656" y="1000943"/>
                  </a:lnTo>
                  <a:lnTo>
                    <a:pt x="229120" y="1003866"/>
                  </a:lnTo>
                  <a:lnTo>
                    <a:pt x="231583" y="1005948"/>
                  </a:lnTo>
                  <a:lnTo>
                    <a:pt x="234047" y="1007110"/>
                  </a:lnTo>
                  <a:lnTo>
                    <a:pt x="236511" y="1007366"/>
                  </a:lnTo>
                  <a:lnTo>
                    <a:pt x="238974" y="1006822"/>
                  </a:lnTo>
                  <a:lnTo>
                    <a:pt x="241438" y="1005563"/>
                  </a:lnTo>
                  <a:lnTo>
                    <a:pt x="243902" y="1003662"/>
                  </a:lnTo>
                  <a:lnTo>
                    <a:pt x="246365" y="1001130"/>
                  </a:lnTo>
                  <a:lnTo>
                    <a:pt x="248829" y="997869"/>
                  </a:lnTo>
                  <a:lnTo>
                    <a:pt x="251293" y="993627"/>
                  </a:lnTo>
                  <a:lnTo>
                    <a:pt x="253756" y="987972"/>
                  </a:lnTo>
                  <a:lnTo>
                    <a:pt x="256220" y="980287"/>
                  </a:lnTo>
                  <a:lnTo>
                    <a:pt x="258684" y="969795"/>
                  </a:lnTo>
                  <a:lnTo>
                    <a:pt x="261147" y="955625"/>
                  </a:lnTo>
                  <a:lnTo>
                    <a:pt x="263611" y="936892"/>
                  </a:lnTo>
                  <a:lnTo>
                    <a:pt x="266075" y="912775"/>
                  </a:lnTo>
                  <a:lnTo>
                    <a:pt x="268538" y="882250"/>
                  </a:lnTo>
                  <a:lnTo>
                    <a:pt x="271002" y="845636"/>
                  </a:lnTo>
                  <a:lnTo>
                    <a:pt x="273465" y="803230"/>
                  </a:lnTo>
                  <a:lnTo>
                    <a:pt x="275929" y="755720"/>
                  </a:lnTo>
                  <a:lnTo>
                    <a:pt x="278393" y="704113"/>
                  </a:lnTo>
                  <a:lnTo>
                    <a:pt x="280856" y="649598"/>
                  </a:lnTo>
                  <a:lnTo>
                    <a:pt x="283320" y="593393"/>
                  </a:lnTo>
                  <a:lnTo>
                    <a:pt x="285784" y="536588"/>
                  </a:lnTo>
                  <a:lnTo>
                    <a:pt x="288247" y="480026"/>
                  </a:lnTo>
                  <a:lnTo>
                    <a:pt x="290711" y="424247"/>
                  </a:lnTo>
                  <a:lnTo>
                    <a:pt x="293175" y="369506"/>
                  </a:lnTo>
                  <a:lnTo>
                    <a:pt x="295638" y="315865"/>
                  </a:lnTo>
                  <a:lnTo>
                    <a:pt x="298102" y="263336"/>
                  </a:lnTo>
                  <a:lnTo>
                    <a:pt x="300566" y="212160"/>
                  </a:lnTo>
                  <a:lnTo>
                    <a:pt x="303029" y="162884"/>
                  </a:lnTo>
                  <a:lnTo>
                    <a:pt x="305493" y="116519"/>
                  </a:lnTo>
                  <a:lnTo>
                    <a:pt x="307957" y="74672"/>
                  </a:lnTo>
                  <a:lnTo>
                    <a:pt x="310420" y="39505"/>
                  </a:lnTo>
                  <a:lnTo>
                    <a:pt x="312884" y="13649"/>
                  </a:lnTo>
                  <a:lnTo>
                    <a:pt x="315348" y="0"/>
                  </a:lnTo>
                  <a:lnTo>
                    <a:pt x="317811" y="1419"/>
                  </a:lnTo>
                  <a:lnTo>
                    <a:pt x="320275" y="20336"/>
                  </a:lnTo>
                  <a:lnTo>
                    <a:pt x="322739" y="58314"/>
                  </a:lnTo>
                  <a:lnTo>
                    <a:pt x="325202" y="115652"/>
                  </a:lnTo>
                  <a:lnTo>
                    <a:pt x="327666" y="191110"/>
                  </a:lnTo>
                  <a:lnTo>
                    <a:pt x="330130" y="281836"/>
                  </a:lnTo>
                  <a:lnTo>
                    <a:pt x="332593" y="383656"/>
                  </a:lnTo>
                  <a:lnTo>
                    <a:pt x="335057" y="490857"/>
                  </a:lnTo>
                  <a:lnTo>
                    <a:pt x="337521" y="597167"/>
                  </a:lnTo>
                  <a:lnTo>
                    <a:pt x="339984" y="697608"/>
                  </a:lnTo>
                  <a:lnTo>
                    <a:pt x="342448" y="788270"/>
                  </a:lnTo>
                  <a:lnTo>
                    <a:pt x="344912" y="866597"/>
                  </a:lnTo>
                  <a:lnTo>
                    <a:pt x="347375" y="931438"/>
                  </a:lnTo>
                  <a:lnTo>
                    <a:pt x="349839" y="982900"/>
                  </a:lnTo>
                  <a:lnTo>
                    <a:pt x="352303" y="1022062"/>
                  </a:lnTo>
                  <a:lnTo>
                    <a:pt x="354766" y="1050628"/>
                  </a:lnTo>
                  <a:lnTo>
                    <a:pt x="357230" y="1070588"/>
                  </a:lnTo>
                  <a:lnTo>
                    <a:pt x="359694" y="1083924"/>
                  </a:lnTo>
                  <a:lnTo>
                    <a:pt x="362157" y="1092423"/>
                  </a:lnTo>
                  <a:lnTo>
                    <a:pt x="364621" y="1097559"/>
                  </a:lnTo>
                  <a:lnTo>
                    <a:pt x="367084" y="1100372"/>
                  </a:lnTo>
                  <a:lnTo>
                    <a:pt x="369548" y="1101849"/>
                  </a:lnTo>
                  <a:lnTo>
                    <a:pt x="372012" y="1102530"/>
                  </a:lnTo>
                  <a:lnTo>
                    <a:pt x="374475" y="1102755"/>
                  </a:lnTo>
                  <a:lnTo>
                    <a:pt x="376939" y="1102743"/>
                  </a:lnTo>
                  <a:lnTo>
                    <a:pt x="379403" y="1102636"/>
                  </a:lnTo>
                  <a:lnTo>
                    <a:pt x="381866" y="1102522"/>
                  </a:lnTo>
                  <a:lnTo>
                    <a:pt x="384330" y="1102456"/>
                  </a:lnTo>
                  <a:lnTo>
                    <a:pt x="386794" y="1102466"/>
                  </a:lnTo>
                  <a:lnTo>
                    <a:pt x="389257" y="1102561"/>
                  </a:lnTo>
                  <a:lnTo>
                    <a:pt x="391721" y="1102737"/>
                  </a:lnTo>
                  <a:lnTo>
                    <a:pt x="394185" y="1102977"/>
                  </a:lnTo>
                  <a:lnTo>
                    <a:pt x="396648" y="1103259"/>
                  </a:lnTo>
                  <a:lnTo>
                    <a:pt x="399112" y="1103560"/>
                  </a:lnTo>
                  <a:lnTo>
                    <a:pt x="401576" y="1103853"/>
                  </a:lnTo>
                  <a:lnTo>
                    <a:pt x="404039" y="1104120"/>
                  </a:lnTo>
                  <a:lnTo>
                    <a:pt x="406503" y="1104350"/>
                  </a:lnTo>
                  <a:lnTo>
                    <a:pt x="408967" y="1104540"/>
                  </a:lnTo>
                  <a:lnTo>
                    <a:pt x="411430" y="1104688"/>
                  </a:lnTo>
                  <a:lnTo>
                    <a:pt x="413894" y="1104798"/>
                  </a:lnTo>
                  <a:lnTo>
                    <a:pt x="416358" y="1104877"/>
                  </a:lnTo>
                  <a:lnTo>
                    <a:pt x="418821" y="1104931"/>
                  </a:lnTo>
                  <a:lnTo>
                    <a:pt x="421285" y="1104966"/>
                  </a:lnTo>
                  <a:lnTo>
                    <a:pt x="423749" y="1104988"/>
                  </a:lnTo>
                  <a:lnTo>
                    <a:pt x="426212" y="1105002"/>
                  </a:lnTo>
                  <a:lnTo>
                    <a:pt x="428676" y="1105009"/>
                  </a:lnTo>
                  <a:lnTo>
                    <a:pt x="431140" y="1105013"/>
                  </a:lnTo>
                  <a:lnTo>
                    <a:pt x="433603" y="1105015"/>
                  </a:lnTo>
                  <a:lnTo>
                    <a:pt x="436067" y="1105016"/>
                  </a:lnTo>
                  <a:lnTo>
                    <a:pt x="438531" y="1105017"/>
                  </a:lnTo>
                  <a:lnTo>
                    <a:pt x="440994" y="1105017"/>
                  </a:lnTo>
                  <a:lnTo>
                    <a:pt x="443458" y="1105017"/>
                  </a:lnTo>
                  <a:lnTo>
                    <a:pt x="445922" y="1105017"/>
                  </a:lnTo>
                  <a:lnTo>
                    <a:pt x="448385" y="1105017"/>
                  </a:lnTo>
                  <a:lnTo>
                    <a:pt x="450849" y="1105017"/>
                  </a:lnTo>
                  <a:lnTo>
                    <a:pt x="453312" y="1105017"/>
                  </a:lnTo>
                  <a:lnTo>
                    <a:pt x="455776" y="1105017"/>
                  </a:lnTo>
                  <a:lnTo>
                    <a:pt x="458240" y="1105017"/>
                  </a:lnTo>
                  <a:lnTo>
                    <a:pt x="460703" y="1105017"/>
                  </a:lnTo>
                  <a:lnTo>
                    <a:pt x="463167" y="1105017"/>
                  </a:lnTo>
                  <a:lnTo>
                    <a:pt x="465631" y="1105017"/>
                  </a:lnTo>
                  <a:lnTo>
                    <a:pt x="468094" y="1105017"/>
                  </a:lnTo>
                  <a:lnTo>
                    <a:pt x="470558" y="1105017"/>
                  </a:lnTo>
                  <a:lnTo>
                    <a:pt x="473022" y="1105017"/>
                  </a:lnTo>
                  <a:lnTo>
                    <a:pt x="475485" y="1105017"/>
                  </a:lnTo>
                  <a:lnTo>
                    <a:pt x="477949" y="1105017"/>
                  </a:lnTo>
                  <a:lnTo>
                    <a:pt x="480413" y="1105017"/>
                  </a:lnTo>
                  <a:lnTo>
                    <a:pt x="482876" y="1105017"/>
                  </a:lnTo>
                  <a:lnTo>
                    <a:pt x="485340" y="1105017"/>
                  </a:lnTo>
                  <a:lnTo>
                    <a:pt x="487804" y="1105017"/>
                  </a:lnTo>
                  <a:lnTo>
                    <a:pt x="490267" y="1105017"/>
                  </a:lnTo>
                  <a:lnTo>
                    <a:pt x="492731" y="1105017"/>
                  </a:lnTo>
                  <a:lnTo>
                    <a:pt x="495195" y="1105017"/>
                  </a:lnTo>
                  <a:lnTo>
                    <a:pt x="497658" y="1105017"/>
                  </a:lnTo>
                  <a:lnTo>
                    <a:pt x="500122" y="1105017"/>
                  </a:lnTo>
                  <a:lnTo>
                    <a:pt x="502586" y="1105017"/>
                  </a:lnTo>
                  <a:lnTo>
                    <a:pt x="505049" y="1105017"/>
                  </a:lnTo>
                  <a:lnTo>
                    <a:pt x="507513" y="1105017"/>
                  </a:lnTo>
                  <a:lnTo>
                    <a:pt x="509977" y="1105016"/>
                  </a:lnTo>
                  <a:lnTo>
                    <a:pt x="512440" y="1105014"/>
                  </a:lnTo>
                  <a:lnTo>
                    <a:pt x="514904" y="1105011"/>
                  </a:lnTo>
                  <a:lnTo>
                    <a:pt x="517368" y="1105005"/>
                  </a:lnTo>
                  <a:lnTo>
                    <a:pt x="519831" y="1104995"/>
                  </a:lnTo>
                  <a:lnTo>
                    <a:pt x="522295" y="1104978"/>
                  </a:lnTo>
                  <a:lnTo>
                    <a:pt x="524759" y="1104950"/>
                  </a:lnTo>
                  <a:lnTo>
                    <a:pt x="527222" y="1104906"/>
                  </a:lnTo>
                  <a:lnTo>
                    <a:pt x="529686" y="1104842"/>
                  </a:lnTo>
                  <a:lnTo>
                    <a:pt x="532150" y="1104746"/>
                  </a:lnTo>
                  <a:lnTo>
                    <a:pt x="534613" y="1104615"/>
                  </a:lnTo>
                  <a:lnTo>
                    <a:pt x="537077" y="1104442"/>
                  </a:lnTo>
                  <a:lnTo>
                    <a:pt x="539541" y="1104228"/>
                  </a:lnTo>
                  <a:lnTo>
                    <a:pt x="542004" y="1103975"/>
                  </a:lnTo>
                  <a:lnTo>
                    <a:pt x="544468" y="1103692"/>
                  </a:lnTo>
                  <a:lnTo>
                    <a:pt x="546931" y="1103394"/>
                  </a:lnTo>
                  <a:lnTo>
                    <a:pt x="549395" y="1103103"/>
                  </a:lnTo>
                  <a:lnTo>
                    <a:pt x="551859" y="1102841"/>
                  </a:lnTo>
                  <a:lnTo>
                    <a:pt x="554322" y="1102633"/>
                  </a:lnTo>
                  <a:lnTo>
                    <a:pt x="556786" y="1102499"/>
                  </a:lnTo>
                  <a:lnTo>
                    <a:pt x="559250" y="1102455"/>
                  </a:lnTo>
                  <a:lnTo>
                    <a:pt x="561713" y="1102506"/>
                  </a:lnTo>
                  <a:lnTo>
                    <a:pt x="564177" y="1102649"/>
                  </a:lnTo>
                  <a:lnTo>
                    <a:pt x="566641" y="1102869"/>
                  </a:lnTo>
                  <a:lnTo>
                    <a:pt x="569104" y="1103139"/>
                  </a:lnTo>
                  <a:lnTo>
                    <a:pt x="571568" y="1103433"/>
                  </a:lnTo>
                  <a:lnTo>
                    <a:pt x="574032" y="1103727"/>
                  </a:lnTo>
                  <a:lnTo>
                    <a:pt x="576495" y="1104001"/>
                  </a:lnTo>
                  <a:lnTo>
                    <a:pt x="578959" y="1104239"/>
                  </a:lnTo>
                  <a:lnTo>
                    <a:pt x="581423" y="1104432"/>
                  </a:lnTo>
                  <a:lnTo>
                    <a:pt x="583886" y="1104573"/>
                  </a:lnTo>
                  <a:lnTo>
                    <a:pt x="586350" y="1104661"/>
                  </a:lnTo>
                  <a:lnTo>
                    <a:pt x="588814" y="1104695"/>
                  </a:lnTo>
                  <a:lnTo>
                    <a:pt x="591277" y="1104674"/>
                  </a:lnTo>
                  <a:lnTo>
                    <a:pt x="593741" y="1104600"/>
                  </a:lnTo>
                  <a:lnTo>
                    <a:pt x="596205" y="1104472"/>
                  </a:lnTo>
                  <a:lnTo>
                    <a:pt x="598668" y="1104288"/>
                  </a:lnTo>
                  <a:lnTo>
                    <a:pt x="601132" y="1104057"/>
                  </a:lnTo>
                  <a:lnTo>
                    <a:pt x="603596" y="1103789"/>
                  </a:lnTo>
                  <a:lnTo>
                    <a:pt x="606059" y="1103499"/>
                  </a:lnTo>
                  <a:lnTo>
                    <a:pt x="608523" y="1103206"/>
                  </a:lnTo>
                  <a:lnTo>
                    <a:pt x="610987" y="1102935"/>
                  </a:lnTo>
                  <a:lnTo>
                    <a:pt x="613450" y="1102709"/>
                  </a:lnTo>
                  <a:lnTo>
                    <a:pt x="615914" y="1102550"/>
                  </a:lnTo>
                  <a:lnTo>
                    <a:pt x="618378" y="1102476"/>
                  </a:lnTo>
                  <a:lnTo>
                    <a:pt x="620841" y="1102493"/>
                  </a:lnTo>
                  <a:lnTo>
                    <a:pt x="623305" y="1102601"/>
                  </a:lnTo>
                  <a:lnTo>
                    <a:pt x="625769" y="1102790"/>
                  </a:lnTo>
                  <a:lnTo>
                    <a:pt x="628232" y="1103039"/>
                  </a:lnTo>
                  <a:lnTo>
                    <a:pt x="630696" y="1103327"/>
                  </a:lnTo>
                  <a:lnTo>
                    <a:pt x="633159" y="1103625"/>
                  </a:lnTo>
                  <a:lnTo>
                    <a:pt x="635623" y="1103912"/>
                  </a:lnTo>
                  <a:lnTo>
                    <a:pt x="638087" y="1104170"/>
                  </a:lnTo>
                  <a:lnTo>
                    <a:pt x="640550" y="1104392"/>
                  </a:lnTo>
                  <a:lnTo>
                    <a:pt x="643014" y="1104572"/>
                  </a:lnTo>
                  <a:lnTo>
                    <a:pt x="645478" y="1104712"/>
                  </a:lnTo>
                  <a:lnTo>
                    <a:pt x="647941" y="1104816"/>
                  </a:lnTo>
                  <a:lnTo>
                    <a:pt x="650405" y="1104889"/>
                  </a:lnTo>
                  <a:lnTo>
                    <a:pt x="652869" y="1104939"/>
                  </a:lnTo>
                  <a:lnTo>
                    <a:pt x="655332" y="1104972"/>
                  </a:lnTo>
                  <a:lnTo>
                    <a:pt x="657796" y="1104992"/>
                  </a:lnTo>
                  <a:lnTo>
                    <a:pt x="660260" y="1105003"/>
                  </a:lnTo>
                  <a:lnTo>
                    <a:pt x="662723" y="1105010"/>
                  </a:lnTo>
                  <a:lnTo>
                    <a:pt x="665187" y="1105014"/>
                  </a:lnTo>
                  <a:lnTo>
                    <a:pt x="667651" y="1105016"/>
                  </a:lnTo>
                  <a:lnTo>
                    <a:pt x="670114" y="1105017"/>
                  </a:lnTo>
                  <a:lnTo>
                    <a:pt x="672578" y="1105017"/>
                  </a:lnTo>
                  <a:lnTo>
                    <a:pt x="675042" y="1105017"/>
                  </a:lnTo>
                  <a:lnTo>
                    <a:pt x="677505" y="1105017"/>
                  </a:lnTo>
                  <a:lnTo>
                    <a:pt x="679969" y="1105017"/>
                  </a:lnTo>
                  <a:lnTo>
                    <a:pt x="682433" y="1105017"/>
                  </a:lnTo>
                  <a:lnTo>
                    <a:pt x="684896" y="1105017"/>
                  </a:lnTo>
                  <a:lnTo>
                    <a:pt x="687360" y="1105017"/>
                  </a:lnTo>
                  <a:lnTo>
                    <a:pt x="689824" y="1105017"/>
                  </a:lnTo>
                  <a:lnTo>
                    <a:pt x="692287" y="1105017"/>
                  </a:lnTo>
                  <a:lnTo>
                    <a:pt x="694751" y="1105017"/>
                  </a:lnTo>
                  <a:lnTo>
                    <a:pt x="697215" y="1105017"/>
                  </a:lnTo>
                  <a:lnTo>
                    <a:pt x="699678" y="1105017"/>
                  </a:lnTo>
                  <a:lnTo>
                    <a:pt x="702142" y="1105017"/>
                  </a:lnTo>
                  <a:lnTo>
                    <a:pt x="704606" y="1105017"/>
                  </a:lnTo>
                  <a:lnTo>
                    <a:pt x="707069" y="1105017"/>
                  </a:lnTo>
                  <a:lnTo>
                    <a:pt x="709533" y="1105017"/>
                  </a:lnTo>
                  <a:lnTo>
                    <a:pt x="711997" y="1105017"/>
                  </a:lnTo>
                  <a:lnTo>
                    <a:pt x="714460" y="1105017"/>
                  </a:lnTo>
                  <a:lnTo>
                    <a:pt x="716924" y="1105017"/>
                  </a:lnTo>
                  <a:lnTo>
                    <a:pt x="719388" y="1105017"/>
                  </a:lnTo>
                  <a:lnTo>
                    <a:pt x="721851" y="1105017"/>
                  </a:lnTo>
                  <a:lnTo>
                    <a:pt x="724315" y="1105017"/>
                  </a:lnTo>
                  <a:lnTo>
                    <a:pt x="726778" y="1105017"/>
                  </a:lnTo>
                  <a:lnTo>
                    <a:pt x="729242" y="1105017"/>
                  </a:lnTo>
                  <a:lnTo>
                    <a:pt x="731706" y="1105017"/>
                  </a:lnTo>
                  <a:lnTo>
                    <a:pt x="734169" y="1105017"/>
                  </a:lnTo>
                  <a:lnTo>
                    <a:pt x="736633" y="1105017"/>
                  </a:lnTo>
                  <a:lnTo>
                    <a:pt x="739097" y="1105017"/>
                  </a:lnTo>
                  <a:lnTo>
                    <a:pt x="741560" y="1105017"/>
                  </a:lnTo>
                  <a:lnTo>
                    <a:pt x="744024" y="1105017"/>
                  </a:lnTo>
                  <a:lnTo>
                    <a:pt x="746488" y="1105017"/>
                  </a:lnTo>
                  <a:lnTo>
                    <a:pt x="748951" y="1105017"/>
                  </a:lnTo>
                  <a:lnTo>
                    <a:pt x="751415" y="1105017"/>
                  </a:lnTo>
                  <a:lnTo>
                    <a:pt x="753879" y="1105017"/>
                  </a:lnTo>
                  <a:lnTo>
                    <a:pt x="756342" y="1105017"/>
                  </a:lnTo>
                  <a:lnTo>
                    <a:pt x="758806" y="1105017"/>
                  </a:lnTo>
                  <a:lnTo>
                    <a:pt x="761270" y="1105017"/>
                  </a:lnTo>
                  <a:lnTo>
                    <a:pt x="763733" y="1105017"/>
                  </a:lnTo>
                  <a:lnTo>
                    <a:pt x="766197" y="1105017"/>
                  </a:lnTo>
                  <a:lnTo>
                    <a:pt x="768661" y="1105017"/>
                  </a:lnTo>
                  <a:lnTo>
                    <a:pt x="771124" y="1105017"/>
                  </a:lnTo>
                  <a:lnTo>
                    <a:pt x="773588" y="1105017"/>
                  </a:lnTo>
                  <a:lnTo>
                    <a:pt x="776052" y="1105017"/>
                  </a:lnTo>
                  <a:lnTo>
                    <a:pt x="778515" y="1105017"/>
                  </a:lnTo>
                  <a:lnTo>
                    <a:pt x="780979" y="1105017"/>
                  </a:lnTo>
                  <a:lnTo>
                    <a:pt x="783443" y="1105017"/>
                  </a:lnTo>
                  <a:lnTo>
                    <a:pt x="785906" y="1105017"/>
                  </a:lnTo>
                  <a:lnTo>
                    <a:pt x="788370" y="1105017"/>
                  </a:lnTo>
                  <a:lnTo>
                    <a:pt x="790834" y="1105017"/>
                  </a:lnTo>
                  <a:lnTo>
                    <a:pt x="793297" y="1105017"/>
                  </a:lnTo>
                  <a:lnTo>
                    <a:pt x="795761" y="1105017"/>
                  </a:lnTo>
                  <a:lnTo>
                    <a:pt x="798225" y="1105017"/>
                  </a:lnTo>
                  <a:lnTo>
                    <a:pt x="800688" y="1105017"/>
                  </a:lnTo>
                  <a:lnTo>
                    <a:pt x="803152" y="1105017"/>
                  </a:lnTo>
                  <a:lnTo>
                    <a:pt x="805616" y="1105017"/>
                  </a:lnTo>
                  <a:lnTo>
                    <a:pt x="808079" y="1105017"/>
                  </a:lnTo>
                  <a:lnTo>
                    <a:pt x="810543" y="1105017"/>
                  </a:lnTo>
                  <a:lnTo>
                    <a:pt x="813006" y="1105017"/>
                  </a:lnTo>
                  <a:lnTo>
                    <a:pt x="815470" y="1105017"/>
                  </a:lnTo>
                  <a:lnTo>
                    <a:pt x="817934" y="1105017"/>
                  </a:lnTo>
                  <a:lnTo>
                    <a:pt x="820397" y="1105017"/>
                  </a:lnTo>
                  <a:lnTo>
                    <a:pt x="822861" y="1105017"/>
                  </a:lnTo>
                  <a:lnTo>
                    <a:pt x="825325" y="1105017"/>
                  </a:lnTo>
                  <a:lnTo>
                    <a:pt x="827788" y="1105017"/>
                  </a:lnTo>
                  <a:lnTo>
                    <a:pt x="830252" y="1105017"/>
                  </a:lnTo>
                  <a:lnTo>
                    <a:pt x="832716" y="1105017"/>
                  </a:lnTo>
                  <a:lnTo>
                    <a:pt x="835179" y="1105017"/>
                  </a:lnTo>
                  <a:lnTo>
                    <a:pt x="837643" y="1105017"/>
                  </a:lnTo>
                  <a:lnTo>
                    <a:pt x="840107" y="1105017"/>
                  </a:lnTo>
                  <a:lnTo>
                    <a:pt x="842570" y="1105017"/>
                  </a:lnTo>
                  <a:lnTo>
                    <a:pt x="845034" y="1105017"/>
                  </a:lnTo>
                  <a:lnTo>
                    <a:pt x="847498" y="1105017"/>
                  </a:lnTo>
                  <a:lnTo>
                    <a:pt x="849961" y="1105017"/>
                  </a:lnTo>
                  <a:lnTo>
                    <a:pt x="852425" y="1105017"/>
                  </a:lnTo>
                  <a:lnTo>
                    <a:pt x="854889" y="1105017"/>
                  </a:lnTo>
                  <a:lnTo>
                    <a:pt x="857352" y="1105017"/>
                  </a:lnTo>
                  <a:lnTo>
                    <a:pt x="859816" y="1105017"/>
                  </a:lnTo>
                  <a:lnTo>
                    <a:pt x="862280" y="1105017"/>
                  </a:lnTo>
                  <a:lnTo>
                    <a:pt x="864743" y="1105017"/>
                  </a:lnTo>
                  <a:lnTo>
                    <a:pt x="867207" y="1105017"/>
                  </a:lnTo>
                  <a:lnTo>
                    <a:pt x="869671" y="1105017"/>
                  </a:lnTo>
                  <a:lnTo>
                    <a:pt x="872134" y="1105017"/>
                  </a:lnTo>
                  <a:lnTo>
                    <a:pt x="874598" y="1105017"/>
                  </a:lnTo>
                  <a:lnTo>
                    <a:pt x="877062" y="1105017"/>
                  </a:lnTo>
                  <a:lnTo>
                    <a:pt x="879525" y="1105017"/>
                  </a:lnTo>
                  <a:lnTo>
                    <a:pt x="881989" y="1105017"/>
                  </a:lnTo>
                  <a:lnTo>
                    <a:pt x="884453" y="1105017"/>
                  </a:lnTo>
                  <a:lnTo>
                    <a:pt x="886916" y="1105017"/>
                  </a:lnTo>
                  <a:lnTo>
                    <a:pt x="889380" y="1105017"/>
                  </a:lnTo>
                  <a:lnTo>
                    <a:pt x="891844" y="1105017"/>
                  </a:lnTo>
                  <a:lnTo>
                    <a:pt x="894307" y="1105016"/>
                  </a:lnTo>
                  <a:lnTo>
                    <a:pt x="896771" y="1105014"/>
                  </a:lnTo>
                  <a:lnTo>
                    <a:pt x="899235" y="1105010"/>
                  </a:lnTo>
                  <a:lnTo>
                    <a:pt x="901698" y="1105003"/>
                  </a:lnTo>
                  <a:lnTo>
                    <a:pt x="904162" y="1104990"/>
                  </a:lnTo>
                  <a:lnTo>
                    <a:pt x="906625" y="1104970"/>
                  </a:lnTo>
                  <a:lnTo>
                    <a:pt x="909089" y="1104936"/>
                  </a:lnTo>
                  <a:lnTo>
                    <a:pt x="911553" y="1104885"/>
                  </a:lnTo>
                  <a:lnTo>
                    <a:pt x="914016" y="1104810"/>
                  </a:lnTo>
                  <a:lnTo>
                    <a:pt x="916480" y="1104704"/>
                  </a:lnTo>
                  <a:lnTo>
                    <a:pt x="918944" y="1104562"/>
                  </a:lnTo>
                  <a:lnTo>
                    <a:pt x="921407" y="1104378"/>
                  </a:lnTo>
                  <a:lnTo>
                    <a:pt x="923871" y="1104153"/>
                  </a:lnTo>
                  <a:lnTo>
                    <a:pt x="926335" y="1103890"/>
                  </a:lnTo>
                  <a:lnTo>
                    <a:pt x="928798" y="1103599"/>
                  </a:lnTo>
                  <a:lnTo>
                    <a:pt x="931262" y="1103299"/>
                  </a:lnTo>
                  <a:lnTo>
                    <a:pt x="933726" y="1103014"/>
                  </a:lnTo>
                  <a:lnTo>
                    <a:pt x="936189" y="1102769"/>
                  </a:lnTo>
                  <a:lnTo>
                    <a:pt x="938653" y="1102586"/>
                  </a:lnTo>
                  <a:lnTo>
                    <a:pt x="941117" y="1102484"/>
                  </a:lnTo>
                  <a:lnTo>
                    <a:pt x="943580" y="1102474"/>
                  </a:lnTo>
                  <a:lnTo>
                    <a:pt x="946044" y="1102556"/>
                  </a:lnTo>
                  <a:lnTo>
                    <a:pt x="948508" y="1102721"/>
                  </a:lnTo>
                  <a:lnTo>
                    <a:pt x="950971" y="1102954"/>
                  </a:lnTo>
                  <a:lnTo>
                    <a:pt x="953435" y="1103232"/>
                  </a:lnTo>
                  <a:lnTo>
                    <a:pt x="955899" y="1103529"/>
                  </a:lnTo>
                  <a:lnTo>
                    <a:pt x="958362" y="1103824"/>
                  </a:lnTo>
                  <a:lnTo>
                    <a:pt x="960826" y="1104096"/>
                  </a:lnTo>
                  <a:lnTo>
                    <a:pt x="963290" y="1104329"/>
                  </a:lnTo>
                  <a:lnTo>
                    <a:pt x="965753" y="1104521"/>
                  </a:lnTo>
                  <a:lnTo>
                    <a:pt x="968217" y="1104669"/>
                  </a:lnTo>
                  <a:lnTo>
                    <a:pt x="970681" y="1104777"/>
                  </a:lnTo>
                  <a:lnTo>
                    <a:pt x="973144" y="1104850"/>
                  </a:lnTo>
                  <a:lnTo>
                    <a:pt x="975608" y="1104890"/>
                  </a:lnTo>
                  <a:lnTo>
                    <a:pt x="978072" y="1104901"/>
                  </a:lnTo>
                  <a:lnTo>
                    <a:pt x="980535" y="1104883"/>
                  </a:lnTo>
                  <a:lnTo>
                    <a:pt x="982999" y="1104836"/>
                  </a:lnTo>
                  <a:lnTo>
                    <a:pt x="985463" y="1104756"/>
                  </a:lnTo>
                  <a:lnTo>
                    <a:pt x="987926" y="1104639"/>
                  </a:lnTo>
                  <a:lnTo>
                    <a:pt x="990390" y="1104482"/>
                  </a:lnTo>
                  <a:lnTo>
                    <a:pt x="992853" y="1104281"/>
                  </a:lnTo>
                  <a:lnTo>
                    <a:pt x="995317" y="1104037"/>
                  </a:lnTo>
                  <a:lnTo>
                    <a:pt x="997781" y="1103760"/>
                  </a:lnTo>
                  <a:lnTo>
                    <a:pt x="1000244" y="1103465"/>
                  </a:lnTo>
                  <a:lnTo>
                    <a:pt x="1002708" y="1103172"/>
                  </a:lnTo>
                  <a:lnTo>
                    <a:pt x="1005172" y="1102904"/>
                  </a:lnTo>
                  <a:lnTo>
                    <a:pt x="1007635" y="1102685"/>
                  </a:lnTo>
                  <a:lnTo>
                    <a:pt x="1010099" y="1102537"/>
                  </a:lnTo>
                  <a:lnTo>
                    <a:pt x="1012563" y="1102474"/>
                  </a:lnTo>
                  <a:lnTo>
                    <a:pt x="1015026" y="1102504"/>
                  </a:lnTo>
                  <a:lnTo>
                    <a:pt x="1017490" y="1102623"/>
                  </a:lnTo>
                  <a:lnTo>
                    <a:pt x="1019954" y="1102820"/>
                  </a:lnTo>
                  <a:lnTo>
                    <a:pt x="1022417" y="1103074"/>
                  </a:lnTo>
                  <a:lnTo>
                    <a:pt x="1024881" y="1103363"/>
                  </a:lnTo>
                  <a:lnTo>
                    <a:pt x="1027345" y="1103662"/>
                  </a:lnTo>
                  <a:lnTo>
                    <a:pt x="1029808" y="1103946"/>
                  </a:lnTo>
                  <a:lnTo>
                    <a:pt x="1032272" y="1104201"/>
                  </a:lnTo>
                  <a:lnTo>
                    <a:pt x="1034736" y="1104417"/>
                  </a:lnTo>
                  <a:lnTo>
                    <a:pt x="1037199" y="1104592"/>
                  </a:lnTo>
                  <a:lnTo>
                    <a:pt x="1039663" y="1104727"/>
                  </a:lnTo>
                  <a:lnTo>
                    <a:pt x="1042127" y="1104826"/>
                  </a:lnTo>
                  <a:lnTo>
                    <a:pt x="1044590" y="1104896"/>
                  </a:lnTo>
                  <a:lnTo>
                    <a:pt x="1047054" y="1104944"/>
                  </a:lnTo>
                  <a:lnTo>
                    <a:pt x="1049518" y="1104974"/>
                  </a:lnTo>
                  <a:lnTo>
                    <a:pt x="1051981" y="1104993"/>
                  </a:lnTo>
                  <a:lnTo>
                    <a:pt x="1054445" y="1105004"/>
                  </a:lnTo>
                  <a:lnTo>
                    <a:pt x="1056909" y="1105011"/>
                  </a:lnTo>
                  <a:lnTo>
                    <a:pt x="1059372" y="1105014"/>
                  </a:lnTo>
                  <a:lnTo>
                    <a:pt x="1061836" y="1105016"/>
                  </a:lnTo>
                  <a:lnTo>
                    <a:pt x="1064300" y="1105017"/>
                  </a:lnTo>
                  <a:lnTo>
                    <a:pt x="1066763" y="1105017"/>
                  </a:lnTo>
                  <a:lnTo>
                    <a:pt x="1069227" y="1105017"/>
                  </a:lnTo>
                  <a:lnTo>
                    <a:pt x="1071691" y="1105017"/>
                  </a:lnTo>
                  <a:lnTo>
                    <a:pt x="1074154" y="1105017"/>
                  </a:lnTo>
                  <a:lnTo>
                    <a:pt x="1076618" y="1105017"/>
                  </a:lnTo>
                  <a:lnTo>
                    <a:pt x="1079082" y="1105017"/>
                  </a:lnTo>
                  <a:lnTo>
                    <a:pt x="1081545" y="1105017"/>
                  </a:lnTo>
                  <a:lnTo>
                    <a:pt x="1084009" y="1105017"/>
                  </a:lnTo>
                  <a:lnTo>
                    <a:pt x="1086472" y="1105017"/>
                  </a:lnTo>
                  <a:lnTo>
                    <a:pt x="1088936" y="1105017"/>
                  </a:lnTo>
                  <a:lnTo>
                    <a:pt x="1091400" y="1105017"/>
                  </a:lnTo>
                  <a:lnTo>
                    <a:pt x="1093863" y="1105017"/>
                  </a:lnTo>
                  <a:lnTo>
                    <a:pt x="1096327" y="1105017"/>
                  </a:lnTo>
                  <a:lnTo>
                    <a:pt x="1098791" y="1105017"/>
                  </a:lnTo>
                  <a:lnTo>
                    <a:pt x="1101254" y="1105017"/>
                  </a:lnTo>
                  <a:lnTo>
                    <a:pt x="1103718" y="1105017"/>
                  </a:lnTo>
                  <a:lnTo>
                    <a:pt x="1106182" y="1105017"/>
                  </a:lnTo>
                  <a:lnTo>
                    <a:pt x="1108645" y="1105017"/>
                  </a:lnTo>
                  <a:lnTo>
                    <a:pt x="1111109" y="1105017"/>
                  </a:lnTo>
                  <a:lnTo>
                    <a:pt x="1113573" y="1105017"/>
                  </a:lnTo>
                  <a:lnTo>
                    <a:pt x="1116036" y="1105017"/>
                  </a:lnTo>
                  <a:lnTo>
                    <a:pt x="1118500" y="1105017"/>
                  </a:lnTo>
                  <a:lnTo>
                    <a:pt x="1120964" y="1105017"/>
                  </a:lnTo>
                  <a:lnTo>
                    <a:pt x="1123427" y="1105017"/>
                  </a:lnTo>
                  <a:lnTo>
                    <a:pt x="1125891" y="1105017"/>
                  </a:lnTo>
                  <a:lnTo>
                    <a:pt x="1128355" y="1105017"/>
                  </a:lnTo>
                  <a:lnTo>
                    <a:pt x="1130818" y="1105017"/>
                  </a:lnTo>
                  <a:lnTo>
                    <a:pt x="1133282" y="1105017"/>
                  </a:lnTo>
                  <a:lnTo>
                    <a:pt x="1135746" y="1105017"/>
                  </a:lnTo>
                  <a:lnTo>
                    <a:pt x="1138209" y="1105017"/>
                  </a:lnTo>
                  <a:lnTo>
                    <a:pt x="1140673" y="1105017"/>
                  </a:lnTo>
                  <a:lnTo>
                    <a:pt x="1143137" y="1105017"/>
                  </a:lnTo>
                  <a:lnTo>
                    <a:pt x="1145600" y="1105017"/>
                  </a:lnTo>
                  <a:lnTo>
                    <a:pt x="1148064" y="1105017"/>
                  </a:lnTo>
                  <a:lnTo>
                    <a:pt x="1150528" y="1105017"/>
                  </a:lnTo>
                  <a:lnTo>
                    <a:pt x="1152991" y="1105017"/>
                  </a:lnTo>
                  <a:lnTo>
                    <a:pt x="1155455" y="1105017"/>
                  </a:lnTo>
                  <a:lnTo>
                    <a:pt x="1157919" y="1105017"/>
                  </a:lnTo>
                  <a:lnTo>
                    <a:pt x="1160382" y="1105017"/>
                  </a:lnTo>
                  <a:lnTo>
                    <a:pt x="1162846" y="1105017"/>
                  </a:lnTo>
                  <a:lnTo>
                    <a:pt x="1165310" y="1105017"/>
                  </a:lnTo>
                  <a:lnTo>
                    <a:pt x="1167773" y="1105017"/>
                  </a:lnTo>
                  <a:lnTo>
                    <a:pt x="1170237" y="1105017"/>
                  </a:lnTo>
                  <a:lnTo>
                    <a:pt x="1172701" y="1105017"/>
                  </a:lnTo>
                  <a:lnTo>
                    <a:pt x="1175164" y="1105017"/>
                  </a:lnTo>
                  <a:lnTo>
                    <a:pt x="1177628" y="1105017"/>
                  </a:lnTo>
                  <a:lnTo>
                    <a:pt x="1180091" y="1105017"/>
                  </a:lnTo>
                  <a:lnTo>
                    <a:pt x="1182555" y="1105017"/>
                  </a:lnTo>
                  <a:lnTo>
                    <a:pt x="1185019" y="1105017"/>
                  </a:lnTo>
                  <a:lnTo>
                    <a:pt x="1187482" y="1105017"/>
                  </a:lnTo>
                  <a:lnTo>
                    <a:pt x="1189946" y="1105017"/>
                  </a:lnTo>
                  <a:lnTo>
                    <a:pt x="1192410" y="1105017"/>
                  </a:lnTo>
                  <a:lnTo>
                    <a:pt x="1194873" y="1105017"/>
                  </a:lnTo>
                  <a:lnTo>
                    <a:pt x="1197337" y="1105017"/>
                  </a:lnTo>
                  <a:lnTo>
                    <a:pt x="1199801" y="1105017"/>
                  </a:lnTo>
                  <a:lnTo>
                    <a:pt x="1202264" y="1105017"/>
                  </a:lnTo>
                  <a:lnTo>
                    <a:pt x="1204728" y="1105017"/>
                  </a:lnTo>
                  <a:lnTo>
                    <a:pt x="1207192" y="1105017"/>
                  </a:lnTo>
                  <a:lnTo>
                    <a:pt x="1209655" y="1105017"/>
                  </a:lnTo>
                  <a:lnTo>
                    <a:pt x="1212119" y="1105017"/>
                  </a:lnTo>
                  <a:lnTo>
                    <a:pt x="1214583" y="1105017"/>
                  </a:lnTo>
                  <a:lnTo>
                    <a:pt x="1217046" y="1105017"/>
                  </a:lnTo>
                  <a:lnTo>
                    <a:pt x="1219510" y="1105017"/>
                  </a:lnTo>
                  <a:lnTo>
                    <a:pt x="1221974" y="1105017"/>
                  </a:lnTo>
                  <a:lnTo>
                    <a:pt x="1224437" y="1105017"/>
                  </a:lnTo>
                  <a:lnTo>
                    <a:pt x="1226901" y="1105017"/>
                  </a:lnTo>
                  <a:lnTo>
                    <a:pt x="1229365" y="1105017"/>
                  </a:lnTo>
                  <a:lnTo>
                    <a:pt x="1231828" y="1105017"/>
                  </a:lnTo>
                  <a:lnTo>
                    <a:pt x="1234292" y="1105017"/>
                  </a:lnTo>
                  <a:lnTo>
                    <a:pt x="1236756" y="1105017"/>
                  </a:lnTo>
                  <a:lnTo>
                    <a:pt x="1239219" y="1105017"/>
                  </a:lnTo>
                  <a:lnTo>
                    <a:pt x="1241683" y="1105017"/>
                  </a:lnTo>
                  <a:lnTo>
                    <a:pt x="1244147" y="1105017"/>
                  </a:lnTo>
                  <a:lnTo>
                    <a:pt x="1246610" y="1105017"/>
                  </a:lnTo>
                  <a:lnTo>
                    <a:pt x="1249074" y="1105017"/>
                  </a:lnTo>
                  <a:lnTo>
                    <a:pt x="1251538" y="1105017"/>
                  </a:lnTo>
                  <a:lnTo>
                    <a:pt x="1254001" y="1105017"/>
                  </a:lnTo>
                  <a:lnTo>
                    <a:pt x="1256465" y="1105017"/>
                  </a:lnTo>
                  <a:lnTo>
                    <a:pt x="1258929" y="1105017"/>
                  </a:lnTo>
                  <a:lnTo>
                    <a:pt x="1256465" y="1105017"/>
                  </a:lnTo>
                  <a:lnTo>
                    <a:pt x="1254001" y="1105017"/>
                  </a:lnTo>
                  <a:lnTo>
                    <a:pt x="1251538" y="1105017"/>
                  </a:lnTo>
                  <a:lnTo>
                    <a:pt x="1249074" y="1105017"/>
                  </a:lnTo>
                  <a:lnTo>
                    <a:pt x="1246610" y="1105017"/>
                  </a:lnTo>
                  <a:lnTo>
                    <a:pt x="1244147" y="1105017"/>
                  </a:lnTo>
                  <a:lnTo>
                    <a:pt x="1241683" y="1105017"/>
                  </a:lnTo>
                  <a:lnTo>
                    <a:pt x="1239219" y="1105017"/>
                  </a:lnTo>
                  <a:lnTo>
                    <a:pt x="1236756" y="1105017"/>
                  </a:lnTo>
                  <a:lnTo>
                    <a:pt x="1234292" y="1105017"/>
                  </a:lnTo>
                  <a:lnTo>
                    <a:pt x="1231828" y="1105017"/>
                  </a:lnTo>
                  <a:lnTo>
                    <a:pt x="1229365" y="1105017"/>
                  </a:lnTo>
                  <a:lnTo>
                    <a:pt x="1226901" y="1105017"/>
                  </a:lnTo>
                  <a:lnTo>
                    <a:pt x="1224437" y="1105017"/>
                  </a:lnTo>
                  <a:lnTo>
                    <a:pt x="1221974" y="1105017"/>
                  </a:lnTo>
                  <a:lnTo>
                    <a:pt x="1219510" y="1105017"/>
                  </a:lnTo>
                  <a:lnTo>
                    <a:pt x="1217046" y="1105017"/>
                  </a:lnTo>
                  <a:lnTo>
                    <a:pt x="1214583" y="1105017"/>
                  </a:lnTo>
                  <a:lnTo>
                    <a:pt x="1212119" y="1105017"/>
                  </a:lnTo>
                  <a:lnTo>
                    <a:pt x="1209655" y="1105017"/>
                  </a:lnTo>
                  <a:lnTo>
                    <a:pt x="1207192" y="1105017"/>
                  </a:lnTo>
                  <a:lnTo>
                    <a:pt x="1204728" y="1105017"/>
                  </a:lnTo>
                  <a:lnTo>
                    <a:pt x="1202264" y="1105017"/>
                  </a:lnTo>
                  <a:lnTo>
                    <a:pt x="1199801" y="1105017"/>
                  </a:lnTo>
                  <a:lnTo>
                    <a:pt x="1197337" y="1105017"/>
                  </a:lnTo>
                  <a:lnTo>
                    <a:pt x="1194873" y="1105017"/>
                  </a:lnTo>
                  <a:lnTo>
                    <a:pt x="1192410" y="1105017"/>
                  </a:lnTo>
                  <a:lnTo>
                    <a:pt x="1189946" y="1105017"/>
                  </a:lnTo>
                  <a:lnTo>
                    <a:pt x="1187482" y="1105017"/>
                  </a:lnTo>
                  <a:lnTo>
                    <a:pt x="1185019" y="1105017"/>
                  </a:lnTo>
                  <a:lnTo>
                    <a:pt x="1182555" y="1105017"/>
                  </a:lnTo>
                  <a:lnTo>
                    <a:pt x="1180091" y="1105017"/>
                  </a:lnTo>
                  <a:lnTo>
                    <a:pt x="1177628" y="1105017"/>
                  </a:lnTo>
                  <a:lnTo>
                    <a:pt x="1175164" y="1105017"/>
                  </a:lnTo>
                  <a:lnTo>
                    <a:pt x="1172701" y="1105017"/>
                  </a:lnTo>
                  <a:lnTo>
                    <a:pt x="1170237" y="1105017"/>
                  </a:lnTo>
                  <a:lnTo>
                    <a:pt x="1167773" y="1105017"/>
                  </a:lnTo>
                  <a:lnTo>
                    <a:pt x="1165310" y="1105017"/>
                  </a:lnTo>
                  <a:lnTo>
                    <a:pt x="1162846" y="1105017"/>
                  </a:lnTo>
                  <a:lnTo>
                    <a:pt x="1160382" y="1105017"/>
                  </a:lnTo>
                  <a:lnTo>
                    <a:pt x="1157919" y="1105017"/>
                  </a:lnTo>
                  <a:lnTo>
                    <a:pt x="1155455" y="1105017"/>
                  </a:lnTo>
                  <a:lnTo>
                    <a:pt x="1152991" y="1105017"/>
                  </a:lnTo>
                  <a:lnTo>
                    <a:pt x="1150528" y="1105017"/>
                  </a:lnTo>
                  <a:lnTo>
                    <a:pt x="1148064" y="1105017"/>
                  </a:lnTo>
                  <a:lnTo>
                    <a:pt x="1145600" y="1105017"/>
                  </a:lnTo>
                  <a:lnTo>
                    <a:pt x="1143137" y="1105017"/>
                  </a:lnTo>
                  <a:lnTo>
                    <a:pt x="1140673" y="1105017"/>
                  </a:lnTo>
                  <a:lnTo>
                    <a:pt x="1138209" y="1105017"/>
                  </a:lnTo>
                  <a:lnTo>
                    <a:pt x="1135746" y="1105017"/>
                  </a:lnTo>
                  <a:lnTo>
                    <a:pt x="1133282" y="1105017"/>
                  </a:lnTo>
                  <a:lnTo>
                    <a:pt x="1130818" y="1105017"/>
                  </a:lnTo>
                  <a:lnTo>
                    <a:pt x="1128355" y="1105017"/>
                  </a:lnTo>
                  <a:lnTo>
                    <a:pt x="1125891" y="1105017"/>
                  </a:lnTo>
                  <a:lnTo>
                    <a:pt x="1123427" y="1105017"/>
                  </a:lnTo>
                  <a:lnTo>
                    <a:pt x="1120964" y="1105017"/>
                  </a:lnTo>
                  <a:lnTo>
                    <a:pt x="1118500" y="1105017"/>
                  </a:lnTo>
                  <a:lnTo>
                    <a:pt x="1116036" y="1105017"/>
                  </a:lnTo>
                  <a:lnTo>
                    <a:pt x="1113573" y="1105017"/>
                  </a:lnTo>
                  <a:lnTo>
                    <a:pt x="1111109" y="1105017"/>
                  </a:lnTo>
                  <a:lnTo>
                    <a:pt x="1108645" y="1105017"/>
                  </a:lnTo>
                  <a:lnTo>
                    <a:pt x="1106182" y="1105017"/>
                  </a:lnTo>
                  <a:lnTo>
                    <a:pt x="1103718" y="1105017"/>
                  </a:lnTo>
                  <a:lnTo>
                    <a:pt x="1101254" y="1105017"/>
                  </a:lnTo>
                  <a:lnTo>
                    <a:pt x="1098791" y="1105017"/>
                  </a:lnTo>
                  <a:lnTo>
                    <a:pt x="1096327" y="1105017"/>
                  </a:lnTo>
                  <a:lnTo>
                    <a:pt x="1093863" y="1105017"/>
                  </a:lnTo>
                  <a:lnTo>
                    <a:pt x="1091400" y="1105017"/>
                  </a:lnTo>
                  <a:lnTo>
                    <a:pt x="1088936" y="1105017"/>
                  </a:lnTo>
                  <a:lnTo>
                    <a:pt x="1086472" y="1105017"/>
                  </a:lnTo>
                  <a:lnTo>
                    <a:pt x="1084009" y="1105017"/>
                  </a:lnTo>
                  <a:lnTo>
                    <a:pt x="1081545" y="1105017"/>
                  </a:lnTo>
                  <a:lnTo>
                    <a:pt x="1079082" y="1105017"/>
                  </a:lnTo>
                  <a:lnTo>
                    <a:pt x="1076618" y="1105017"/>
                  </a:lnTo>
                  <a:lnTo>
                    <a:pt x="1074154" y="1105017"/>
                  </a:lnTo>
                  <a:lnTo>
                    <a:pt x="1071691" y="1105017"/>
                  </a:lnTo>
                  <a:lnTo>
                    <a:pt x="1069227" y="1105017"/>
                  </a:lnTo>
                  <a:lnTo>
                    <a:pt x="1066763" y="1105017"/>
                  </a:lnTo>
                  <a:lnTo>
                    <a:pt x="1064300" y="1105017"/>
                  </a:lnTo>
                  <a:lnTo>
                    <a:pt x="1061836" y="1105017"/>
                  </a:lnTo>
                  <a:lnTo>
                    <a:pt x="1059372" y="1105017"/>
                  </a:lnTo>
                  <a:lnTo>
                    <a:pt x="1056909" y="1105017"/>
                  </a:lnTo>
                  <a:lnTo>
                    <a:pt x="1054445" y="1105017"/>
                  </a:lnTo>
                  <a:lnTo>
                    <a:pt x="1051981" y="1105017"/>
                  </a:lnTo>
                  <a:lnTo>
                    <a:pt x="1049518" y="1105017"/>
                  </a:lnTo>
                  <a:lnTo>
                    <a:pt x="1047054" y="1105017"/>
                  </a:lnTo>
                  <a:lnTo>
                    <a:pt x="1044590" y="1105017"/>
                  </a:lnTo>
                  <a:lnTo>
                    <a:pt x="1042127" y="1105017"/>
                  </a:lnTo>
                  <a:lnTo>
                    <a:pt x="1039663" y="1105017"/>
                  </a:lnTo>
                  <a:lnTo>
                    <a:pt x="1037199" y="1105017"/>
                  </a:lnTo>
                  <a:lnTo>
                    <a:pt x="1034736" y="1105017"/>
                  </a:lnTo>
                  <a:lnTo>
                    <a:pt x="1032272" y="1105017"/>
                  </a:lnTo>
                  <a:lnTo>
                    <a:pt x="1029808" y="1105017"/>
                  </a:lnTo>
                  <a:lnTo>
                    <a:pt x="1027345" y="1105017"/>
                  </a:lnTo>
                  <a:lnTo>
                    <a:pt x="1024881" y="1105017"/>
                  </a:lnTo>
                  <a:lnTo>
                    <a:pt x="1022417" y="1105017"/>
                  </a:lnTo>
                  <a:lnTo>
                    <a:pt x="1019954" y="1105017"/>
                  </a:lnTo>
                  <a:lnTo>
                    <a:pt x="1017490" y="1105017"/>
                  </a:lnTo>
                  <a:lnTo>
                    <a:pt x="1015026" y="1105017"/>
                  </a:lnTo>
                  <a:lnTo>
                    <a:pt x="1012563" y="1105017"/>
                  </a:lnTo>
                  <a:lnTo>
                    <a:pt x="1010099" y="1105017"/>
                  </a:lnTo>
                  <a:lnTo>
                    <a:pt x="1007635" y="1105017"/>
                  </a:lnTo>
                  <a:lnTo>
                    <a:pt x="1005172" y="1105017"/>
                  </a:lnTo>
                  <a:lnTo>
                    <a:pt x="1002708" y="1105017"/>
                  </a:lnTo>
                  <a:lnTo>
                    <a:pt x="1000244" y="1105017"/>
                  </a:lnTo>
                  <a:lnTo>
                    <a:pt x="997781" y="1105017"/>
                  </a:lnTo>
                  <a:lnTo>
                    <a:pt x="995317" y="1105017"/>
                  </a:lnTo>
                  <a:lnTo>
                    <a:pt x="992853" y="1105017"/>
                  </a:lnTo>
                  <a:lnTo>
                    <a:pt x="990390" y="1105017"/>
                  </a:lnTo>
                  <a:lnTo>
                    <a:pt x="987926" y="1105017"/>
                  </a:lnTo>
                  <a:lnTo>
                    <a:pt x="985463" y="1105017"/>
                  </a:lnTo>
                  <a:lnTo>
                    <a:pt x="982999" y="1105017"/>
                  </a:lnTo>
                  <a:lnTo>
                    <a:pt x="980535" y="1105017"/>
                  </a:lnTo>
                  <a:lnTo>
                    <a:pt x="978072" y="1105017"/>
                  </a:lnTo>
                  <a:lnTo>
                    <a:pt x="975608" y="1105017"/>
                  </a:lnTo>
                  <a:lnTo>
                    <a:pt x="973144" y="1105017"/>
                  </a:lnTo>
                  <a:lnTo>
                    <a:pt x="970681" y="1105017"/>
                  </a:lnTo>
                  <a:lnTo>
                    <a:pt x="968217" y="1105017"/>
                  </a:lnTo>
                  <a:lnTo>
                    <a:pt x="965753" y="1105017"/>
                  </a:lnTo>
                  <a:lnTo>
                    <a:pt x="963290" y="1105017"/>
                  </a:lnTo>
                  <a:lnTo>
                    <a:pt x="960826" y="1105017"/>
                  </a:lnTo>
                  <a:lnTo>
                    <a:pt x="958362" y="1105017"/>
                  </a:lnTo>
                  <a:lnTo>
                    <a:pt x="955899" y="1105017"/>
                  </a:lnTo>
                  <a:lnTo>
                    <a:pt x="953435" y="1105017"/>
                  </a:lnTo>
                  <a:lnTo>
                    <a:pt x="950971" y="1105017"/>
                  </a:lnTo>
                  <a:lnTo>
                    <a:pt x="948508" y="1105017"/>
                  </a:lnTo>
                  <a:lnTo>
                    <a:pt x="946044" y="1105017"/>
                  </a:lnTo>
                  <a:lnTo>
                    <a:pt x="943580" y="1105017"/>
                  </a:lnTo>
                  <a:lnTo>
                    <a:pt x="941117" y="1105017"/>
                  </a:lnTo>
                  <a:lnTo>
                    <a:pt x="938653" y="1105017"/>
                  </a:lnTo>
                  <a:lnTo>
                    <a:pt x="936189" y="1105017"/>
                  </a:lnTo>
                  <a:lnTo>
                    <a:pt x="933726" y="1105017"/>
                  </a:lnTo>
                  <a:lnTo>
                    <a:pt x="931262" y="1105017"/>
                  </a:lnTo>
                  <a:lnTo>
                    <a:pt x="928798" y="1105017"/>
                  </a:lnTo>
                  <a:lnTo>
                    <a:pt x="926335" y="1105017"/>
                  </a:lnTo>
                  <a:lnTo>
                    <a:pt x="923871" y="1105017"/>
                  </a:lnTo>
                  <a:lnTo>
                    <a:pt x="921407" y="1105017"/>
                  </a:lnTo>
                  <a:lnTo>
                    <a:pt x="918944" y="1105017"/>
                  </a:lnTo>
                  <a:lnTo>
                    <a:pt x="916480" y="1105017"/>
                  </a:lnTo>
                  <a:lnTo>
                    <a:pt x="914016" y="1105017"/>
                  </a:lnTo>
                  <a:lnTo>
                    <a:pt x="911553" y="1105017"/>
                  </a:lnTo>
                  <a:lnTo>
                    <a:pt x="909089" y="1105017"/>
                  </a:lnTo>
                  <a:lnTo>
                    <a:pt x="906625" y="1105017"/>
                  </a:lnTo>
                  <a:lnTo>
                    <a:pt x="904162" y="1105017"/>
                  </a:lnTo>
                  <a:lnTo>
                    <a:pt x="901698" y="1105017"/>
                  </a:lnTo>
                  <a:lnTo>
                    <a:pt x="899235" y="1105017"/>
                  </a:lnTo>
                  <a:lnTo>
                    <a:pt x="896771" y="1105017"/>
                  </a:lnTo>
                  <a:lnTo>
                    <a:pt x="894307" y="1105017"/>
                  </a:lnTo>
                  <a:lnTo>
                    <a:pt x="891844" y="1105017"/>
                  </a:lnTo>
                  <a:lnTo>
                    <a:pt x="889380" y="1105017"/>
                  </a:lnTo>
                  <a:lnTo>
                    <a:pt x="886916" y="1105017"/>
                  </a:lnTo>
                  <a:lnTo>
                    <a:pt x="884453" y="1105017"/>
                  </a:lnTo>
                  <a:lnTo>
                    <a:pt x="881989" y="1105017"/>
                  </a:lnTo>
                  <a:lnTo>
                    <a:pt x="879525" y="1105017"/>
                  </a:lnTo>
                  <a:lnTo>
                    <a:pt x="877062" y="1105017"/>
                  </a:lnTo>
                  <a:lnTo>
                    <a:pt x="874598" y="1105017"/>
                  </a:lnTo>
                  <a:lnTo>
                    <a:pt x="872134" y="1105017"/>
                  </a:lnTo>
                  <a:lnTo>
                    <a:pt x="869671" y="1105017"/>
                  </a:lnTo>
                  <a:lnTo>
                    <a:pt x="867207" y="1105017"/>
                  </a:lnTo>
                  <a:lnTo>
                    <a:pt x="864743" y="1105017"/>
                  </a:lnTo>
                  <a:lnTo>
                    <a:pt x="862280" y="1105017"/>
                  </a:lnTo>
                  <a:lnTo>
                    <a:pt x="859816" y="1105017"/>
                  </a:lnTo>
                  <a:lnTo>
                    <a:pt x="857352" y="1105017"/>
                  </a:lnTo>
                  <a:lnTo>
                    <a:pt x="854889" y="1105017"/>
                  </a:lnTo>
                  <a:lnTo>
                    <a:pt x="852425" y="1105017"/>
                  </a:lnTo>
                  <a:lnTo>
                    <a:pt x="849961" y="1105017"/>
                  </a:lnTo>
                  <a:lnTo>
                    <a:pt x="847498" y="1105017"/>
                  </a:lnTo>
                  <a:lnTo>
                    <a:pt x="845034" y="1105017"/>
                  </a:lnTo>
                  <a:lnTo>
                    <a:pt x="842570" y="1105017"/>
                  </a:lnTo>
                  <a:lnTo>
                    <a:pt x="840107" y="1105017"/>
                  </a:lnTo>
                  <a:lnTo>
                    <a:pt x="837643" y="1105017"/>
                  </a:lnTo>
                  <a:lnTo>
                    <a:pt x="835179" y="1105017"/>
                  </a:lnTo>
                  <a:lnTo>
                    <a:pt x="832716" y="1105017"/>
                  </a:lnTo>
                  <a:lnTo>
                    <a:pt x="830252" y="1105017"/>
                  </a:lnTo>
                  <a:lnTo>
                    <a:pt x="827788" y="1105017"/>
                  </a:lnTo>
                  <a:lnTo>
                    <a:pt x="825325" y="1105017"/>
                  </a:lnTo>
                  <a:lnTo>
                    <a:pt x="822861" y="1105017"/>
                  </a:lnTo>
                  <a:lnTo>
                    <a:pt x="820397" y="1105017"/>
                  </a:lnTo>
                  <a:lnTo>
                    <a:pt x="817934" y="1105017"/>
                  </a:lnTo>
                  <a:lnTo>
                    <a:pt x="815470" y="1105017"/>
                  </a:lnTo>
                  <a:lnTo>
                    <a:pt x="813006" y="1105017"/>
                  </a:lnTo>
                  <a:lnTo>
                    <a:pt x="810543" y="1105017"/>
                  </a:lnTo>
                  <a:lnTo>
                    <a:pt x="808079" y="1105017"/>
                  </a:lnTo>
                  <a:lnTo>
                    <a:pt x="805616" y="1105017"/>
                  </a:lnTo>
                  <a:lnTo>
                    <a:pt x="803152" y="1105017"/>
                  </a:lnTo>
                  <a:lnTo>
                    <a:pt x="800688" y="1105017"/>
                  </a:lnTo>
                  <a:lnTo>
                    <a:pt x="798225" y="1105017"/>
                  </a:lnTo>
                  <a:lnTo>
                    <a:pt x="795761" y="1105017"/>
                  </a:lnTo>
                  <a:lnTo>
                    <a:pt x="793297" y="1105017"/>
                  </a:lnTo>
                  <a:lnTo>
                    <a:pt x="790834" y="1105017"/>
                  </a:lnTo>
                  <a:lnTo>
                    <a:pt x="788370" y="1105017"/>
                  </a:lnTo>
                  <a:lnTo>
                    <a:pt x="785906" y="1105017"/>
                  </a:lnTo>
                  <a:lnTo>
                    <a:pt x="783443" y="1105017"/>
                  </a:lnTo>
                  <a:lnTo>
                    <a:pt x="780979" y="1105017"/>
                  </a:lnTo>
                  <a:lnTo>
                    <a:pt x="778515" y="1105017"/>
                  </a:lnTo>
                  <a:lnTo>
                    <a:pt x="776052" y="1105017"/>
                  </a:lnTo>
                  <a:lnTo>
                    <a:pt x="773588" y="1105017"/>
                  </a:lnTo>
                  <a:lnTo>
                    <a:pt x="771124" y="1105017"/>
                  </a:lnTo>
                  <a:lnTo>
                    <a:pt x="768661" y="1105017"/>
                  </a:lnTo>
                  <a:lnTo>
                    <a:pt x="766197" y="1105017"/>
                  </a:lnTo>
                  <a:lnTo>
                    <a:pt x="763733" y="1105017"/>
                  </a:lnTo>
                  <a:lnTo>
                    <a:pt x="761270" y="1105017"/>
                  </a:lnTo>
                  <a:lnTo>
                    <a:pt x="758806" y="1105017"/>
                  </a:lnTo>
                  <a:lnTo>
                    <a:pt x="756342" y="1105017"/>
                  </a:lnTo>
                  <a:lnTo>
                    <a:pt x="753879" y="1105017"/>
                  </a:lnTo>
                  <a:lnTo>
                    <a:pt x="751415" y="1105017"/>
                  </a:lnTo>
                  <a:lnTo>
                    <a:pt x="748951" y="1105017"/>
                  </a:lnTo>
                  <a:lnTo>
                    <a:pt x="746488" y="1105017"/>
                  </a:lnTo>
                  <a:lnTo>
                    <a:pt x="744024" y="1105017"/>
                  </a:lnTo>
                  <a:lnTo>
                    <a:pt x="741560" y="1105017"/>
                  </a:lnTo>
                  <a:lnTo>
                    <a:pt x="739097" y="1105017"/>
                  </a:lnTo>
                  <a:lnTo>
                    <a:pt x="736633" y="1105017"/>
                  </a:lnTo>
                  <a:lnTo>
                    <a:pt x="734169" y="1105017"/>
                  </a:lnTo>
                  <a:lnTo>
                    <a:pt x="731706" y="1105017"/>
                  </a:lnTo>
                  <a:lnTo>
                    <a:pt x="729242" y="1105017"/>
                  </a:lnTo>
                  <a:lnTo>
                    <a:pt x="726778" y="1105017"/>
                  </a:lnTo>
                  <a:lnTo>
                    <a:pt x="724315" y="1105017"/>
                  </a:lnTo>
                  <a:lnTo>
                    <a:pt x="721851" y="1105017"/>
                  </a:lnTo>
                  <a:lnTo>
                    <a:pt x="719388" y="1105017"/>
                  </a:lnTo>
                  <a:lnTo>
                    <a:pt x="716924" y="1105017"/>
                  </a:lnTo>
                  <a:lnTo>
                    <a:pt x="714460" y="1105017"/>
                  </a:lnTo>
                  <a:lnTo>
                    <a:pt x="711997" y="1105017"/>
                  </a:lnTo>
                  <a:lnTo>
                    <a:pt x="709533" y="1105017"/>
                  </a:lnTo>
                  <a:lnTo>
                    <a:pt x="707069" y="1105017"/>
                  </a:lnTo>
                  <a:lnTo>
                    <a:pt x="704606" y="1105017"/>
                  </a:lnTo>
                  <a:lnTo>
                    <a:pt x="702142" y="1105017"/>
                  </a:lnTo>
                  <a:lnTo>
                    <a:pt x="699678" y="1105017"/>
                  </a:lnTo>
                  <a:lnTo>
                    <a:pt x="697215" y="1105017"/>
                  </a:lnTo>
                  <a:lnTo>
                    <a:pt x="694751" y="1105017"/>
                  </a:lnTo>
                  <a:lnTo>
                    <a:pt x="692287" y="1105017"/>
                  </a:lnTo>
                  <a:lnTo>
                    <a:pt x="689824" y="1105017"/>
                  </a:lnTo>
                  <a:lnTo>
                    <a:pt x="687360" y="1105017"/>
                  </a:lnTo>
                  <a:lnTo>
                    <a:pt x="684896" y="1105017"/>
                  </a:lnTo>
                  <a:lnTo>
                    <a:pt x="682433" y="1105017"/>
                  </a:lnTo>
                  <a:lnTo>
                    <a:pt x="679969" y="1105017"/>
                  </a:lnTo>
                  <a:lnTo>
                    <a:pt x="677505" y="1105017"/>
                  </a:lnTo>
                  <a:lnTo>
                    <a:pt x="675042" y="1105017"/>
                  </a:lnTo>
                  <a:lnTo>
                    <a:pt x="672578" y="1105017"/>
                  </a:lnTo>
                  <a:lnTo>
                    <a:pt x="670114" y="1105017"/>
                  </a:lnTo>
                  <a:lnTo>
                    <a:pt x="667651" y="1105017"/>
                  </a:lnTo>
                  <a:lnTo>
                    <a:pt x="665187" y="1105017"/>
                  </a:lnTo>
                  <a:lnTo>
                    <a:pt x="662723" y="1105017"/>
                  </a:lnTo>
                  <a:lnTo>
                    <a:pt x="660260" y="1105017"/>
                  </a:lnTo>
                  <a:lnTo>
                    <a:pt x="657796" y="1105017"/>
                  </a:lnTo>
                  <a:lnTo>
                    <a:pt x="655332" y="1105017"/>
                  </a:lnTo>
                  <a:lnTo>
                    <a:pt x="652869" y="1105017"/>
                  </a:lnTo>
                  <a:lnTo>
                    <a:pt x="650405" y="1105017"/>
                  </a:lnTo>
                  <a:lnTo>
                    <a:pt x="647941" y="1105017"/>
                  </a:lnTo>
                  <a:lnTo>
                    <a:pt x="645478" y="1105017"/>
                  </a:lnTo>
                  <a:lnTo>
                    <a:pt x="643014" y="1105017"/>
                  </a:lnTo>
                  <a:lnTo>
                    <a:pt x="640550" y="1105017"/>
                  </a:lnTo>
                  <a:lnTo>
                    <a:pt x="638087" y="1105017"/>
                  </a:lnTo>
                  <a:lnTo>
                    <a:pt x="635623" y="1105017"/>
                  </a:lnTo>
                  <a:lnTo>
                    <a:pt x="633159" y="1105017"/>
                  </a:lnTo>
                  <a:lnTo>
                    <a:pt x="630696" y="1105017"/>
                  </a:lnTo>
                  <a:lnTo>
                    <a:pt x="628232" y="1105017"/>
                  </a:lnTo>
                  <a:lnTo>
                    <a:pt x="625769" y="1105017"/>
                  </a:lnTo>
                  <a:lnTo>
                    <a:pt x="623305" y="1105017"/>
                  </a:lnTo>
                  <a:lnTo>
                    <a:pt x="620841" y="1105017"/>
                  </a:lnTo>
                  <a:lnTo>
                    <a:pt x="618378" y="1105017"/>
                  </a:lnTo>
                  <a:lnTo>
                    <a:pt x="615914" y="1105017"/>
                  </a:lnTo>
                  <a:lnTo>
                    <a:pt x="613450" y="1105017"/>
                  </a:lnTo>
                  <a:lnTo>
                    <a:pt x="610987" y="1105017"/>
                  </a:lnTo>
                  <a:lnTo>
                    <a:pt x="608523" y="1105017"/>
                  </a:lnTo>
                  <a:lnTo>
                    <a:pt x="606059" y="1105017"/>
                  </a:lnTo>
                  <a:lnTo>
                    <a:pt x="603596" y="1105017"/>
                  </a:lnTo>
                  <a:lnTo>
                    <a:pt x="601132" y="1105017"/>
                  </a:lnTo>
                  <a:lnTo>
                    <a:pt x="598668" y="1105017"/>
                  </a:lnTo>
                  <a:lnTo>
                    <a:pt x="596205" y="1105017"/>
                  </a:lnTo>
                  <a:lnTo>
                    <a:pt x="593741" y="1105017"/>
                  </a:lnTo>
                  <a:lnTo>
                    <a:pt x="591277" y="1105017"/>
                  </a:lnTo>
                  <a:lnTo>
                    <a:pt x="588814" y="1105017"/>
                  </a:lnTo>
                  <a:lnTo>
                    <a:pt x="586350" y="1105017"/>
                  </a:lnTo>
                  <a:lnTo>
                    <a:pt x="583886" y="1105017"/>
                  </a:lnTo>
                  <a:lnTo>
                    <a:pt x="581423" y="1105017"/>
                  </a:lnTo>
                  <a:lnTo>
                    <a:pt x="578959" y="1105017"/>
                  </a:lnTo>
                  <a:lnTo>
                    <a:pt x="576495" y="1105017"/>
                  </a:lnTo>
                  <a:lnTo>
                    <a:pt x="574032" y="1105017"/>
                  </a:lnTo>
                  <a:lnTo>
                    <a:pt x="571568" y="1105017"/>
                  </a:lnTo>
                  <a:lnTo>
                    <a:pt x="569104" y="1105017"/>
                  </a:lnTo>
                  <a:lnTo>
                    <a:pt x="566641" y="1105017"/>
                  </a:lnTo>
                  <a:lnTo>
                    <a:pt x="564177" y="1105017"/>
                  </a:lnTo>
                  <a:lnTo>
                    <a:pt x="561713" y="1105017"/>
                  </a:lnTo>
                  <a:lnTo>
                    <a:pt x="559250" y="1105017"/>
                  </a:lnTo>
                  <a:lnTo>
                    <a:pt x="556786" y="1105017"/>
                  </a:lnTo>
                  <a:lnTo>
                    <a:pt x="554322" y="1105017"/>
                  </a:lnTo>
                  <a:lnTo>
                    <a:pt x="551859" y="1105017"/>
                  </a:lnTo>
                  <a:lnTo>
                    <a:pt x="549395" y="1105017"/>
                  </a:lnTo>
                  <a:lnTo>
                    <a:pt x="546931" y="1105017"/>
                  </a:lnTo>
                  <a:lnTo>
                    <a:pt x="544468" y="1105017"/>
                  </a:lnTo>
                  <a:lnTo>
                    <a:pt x="542004" y="1105017"/>
                  </a:lnTo>
                  <a:lnTo>
                    <a:pt x="539541" y="1105017"/>
                  </a:lnTo>
                  <a:lnTo>
                    <a:pt x="537077" y="1105017"/>
                  </a:lnTo>
                  <a:lnTo>
                    <a:pt x="534613" y="1105017"/>
                  </a:lnTo>
                  <a:lnTo>
                    <a:pt x="532150" y="1105017"/>
                  </a:lnTo>
                  <a:lnTo>
                    <a:pt x="529686" y="1105017"/>
                  </a:lnTo>
                  <a:lnTo>
                    <a:pt x="527222" y="1105017"/>
                  </a:lnTo>
                  <a:lnTo>
                    <a:pt x="524759" y="1105017"/>
                  </a:lnTo>
                  <a:lnTo>
                    <a:pt x="522295" y="1105017"/>
                  </a:lnTo>
                  <a:lnTo>
                    <a:pt x="519831" y="1105017"/>
                  </a:lnTo>
                  <a:lnTo>
                    <a:pt x="517368" y="1105017"/>
                  </a:lnTo>
                  <a:lnTo>
                    <a:pt x="514904" y="1105017"/>
                  </a:lnTo>
                  <a:lnTo>
                    <a:pt x="512440" y="1105017"/>
                  </a:lnTo>
                  <a:lnTo>
                    <a:pt x="509977" y="1105017"/>
                  </a:lnTo>
                  <a:lnTo>
                    <a:pt x="507513" y="1105017"/>
                  </a:lnTo>
                  <a:lnTo>
                    <a:pt x="505049" y="1105017"/>
                  </a:lnTo>
                  <a:lnTo>
                    <a:pt x="502586" y="1105017"/>
                  </a:lnTo>
                  <a:lnTo>
                    <a:pt x="500122" y="1105017"/>
                  </a:lnTo>
                  <a:lnTo>
                    <a:pt x="497658" y="1105017"/>
                  </a:lnTo>
                  <a:lnTo>
                    <a:pt x="495195" y="1105017"/>
                  </a:lnTo>
                  <a:lnTo>
                    <a:pt x="492731" y="1105017"/>
                  </a:lnTo>
                  <a:lnTo>
                    <a:pt x="490267" y="1105017"/>
                  </a:lnTo>
                  <a:lnTo>
                    <a:pt x="487804" y="1105017"/>
                  </a:lnTo>
                  <a:lnTo>
                    <a:pt x="485340" y="1105017"/>
                  </a:lnTo>
                  <a:lnTo>
                    <a:pt x="482876" y="1105017"/>
                  </a:lnTo>
                  <a:lnTo>
                    <a:pt x="480413" y="1105017"/>
                  </a:lnTo>
                  <a:lnTo>
                    <a:pt x="477949" y="1105017"/>
                  </a:lnTo>
                  <a:lnTo>
                    <a:pt x="475485" y="1105017"/>
                  </a:lnTo>
                  <a:lnTo>
                    <a:pt x="473022" y="1105017"/>
                  </a:lnTo>
                  <a:lnTo>
                    <a:pt x="470558" y="1105017"/>
                  </a:lnTo>
                  <a:lnTo>
                    <a:pt x="468094" y="1105017"/>
                  </a:lnTo>
                  <a:lnTo>
                    <a:pt x="465631" y="1105017"/>
                  </a:lnTo>
                  <a:lnTo>
                    <a:pt x="463167" y="1105017"/>
                  </a:lnTo>
                  <a:lnTo>
                    <a:pt x="460703" y="1105017"/>
                  </a:lnTo>
                  <a:lnTo>
                    <a:pt x="458240" y="1105017"/>
                  </a:lnTo>
                  <a:lnTo>
                    <a:pt x="455776" y="1105017"/>
                  </a:lnTo>
                  <a:lnTo>
                    <a:pt x="453312" y="1105017"/>
                  </a:lnTo>
                  <a:lnTo>
                    <a:pt x="450849" y="1105017"/>
                  </a:lnTo>
                  <a:lnTo>
                    <a:pt x="448385" y="1105017"/>
                  </a:lnTo>
                  <a:lnTo>
                    <a:pt x="445922" y="1105017"/>
                  </a:lnTo>
                  <a:lnTo>
                    <a:pt x="443458" y="1105017"/>
                  </a:lnTo>
                  <a:lnTo>
                    <a:pt x="440994" y="1105017"/>
                  </a:lnTo>
                  <a:lnTo>
                    <a:pt x="438531" y="1105017"/>
                  </a:lnTo>
                  <a:lnTo>
                    <a:pt x="436067" y="1105017"/>
                  </a:lnTo>
                  <a:lnTo>
                    <a:pt x="433603" y="1105017"/>
                  </a:lnTo>
                  <a:lnTo>
                    <a:pt x="431140" y="1105017"/>
                  </a:lnTo>
                  <a:lnTo>
                    <a:pt x="428676" y="1105017"/>
                  </a:lnTo>
                  <a:lnTo>
                    <a:pt x="426212" y="1105017"/>
                  </a:lnTo>
                  <a:lnTo>
                    <a:pt x="423749" y="1105017"/>
                  </a:lnTo>
                  <a:lnTo>
                    <a:pt x="421285" y="1105017"/>
                  </a:lnTo>
                  <a:lnTo>
                    <a:pt x="418821" y="1105017"/>
                  </a:lnTo>
                  <a:lnTo>
                    <a:pt x="416358" y="1105017"/>
                  </a:lnTo>
                  <a:lnTo>
                    <a:pt x="413894" y="1105017"/>
                  </a:lnTo>
                  <a:lnTo>
                    <a:pt x="411430" y="1105017"/>
                  </a:lnTo>
                  <a:lnTo>
                    <a:pt x="408967" y="1105017"/>
                  </a:lnTo>
                  <a:lnTo>
                    <a:pt x="406503" y="1105017"/>
                  </a:lnTo>
                  <a:lnTo>
                    <a:pt x="404039" y="1105017"/>
                  </a:lnTo>
                  <a:lnTo>
                    <a:pt x="401576" y="1105017"/>
                  </a:lnTo>
                  <a:lnTo>
                    <a:pt x="399112" y="1105017"/>
                  </a:lnTo>
                  <a:lnTo>
                    <a:pt x="396648" y="1105017"/>
                  </a:lnTo>
                  <a:lnTo>
                    <a:pt x="394185" y="1105017"/>
                  </a:lnTo>
                  <a:lnTo>
                    <a:pt x="391721" y="1105017"/>
                  </a:lnTo>
                  <a:lnTo>
                    <a:pt x="389257" y="1105017"/>
                  </a:lnTo>
                  <a:lnTo>
                    <a:pt x="386794" y="1105017"/>
                  </a:lnTo>
                  <a:lnTo>
                    <a:pt x="384330" y="1105017"/>
                  </a:lnTo>
                  <a:lnTo>
                    <a:pt x="381866" y="1105017"/>
                  </a:lnTo>
                  <a:lnTo>
                    <a:pt x="379403" y="1105017"/>
                  </a:lnTo>
                  <a:lnTo>
                    <a:pt x="376939" y="1105017"/>
                  </a:lnTo>
                  <a:lnTo>
                    <a:pt x="374475" y="1105017"/>
                  </a:lnTo>
                  <a:lnTo>
                    <a:pt x="372012" y="1105017"/>
                  </a:lnTo>
                  <a:lnTo>
                    <a:pt x="369548" y="1105017"/>
                  </a:lnTo>
                  <a:lnTo>
                    <a:pt x="367084" y="1105017"/>
                  </a:lnTo>
                  <a:lnTo>
                    <a:pt x="364621" y="1105017"/>
                  </a:lnTo>
                  <a:lnTo>
                    <a:pt x="362157" y="1105017"/>
                  </a:lnTo>
                  <a:lnTo>
                    <a:pt x="359694" y="1105017"/>
                  </a:lnTo>
                  <a:lnTo>
                    <a:pt x="357230" y="1105017"/>
                  </a:lnTo>
                  <a:lnTo>
                    <a:pt x="354766" y="1105017"/>
                  </a:lnTo>
                  <a:lnTo>
                    <a:pt x="352303" y="1105017"/>
                  </a:lnTo>
                  <a:lnTo>
                    <a:pt x="349839" y="1105017"/>
                  </a:lnTo>
                  <a:lnTo>
                    <a:pt x="347375" y="1105017"/>
                  </a:lnTo>
                  <a:lnTo>
                    <a:pt x="344912" y="1105017"/>
                  </a:lnTo>
                  <a:lnTo>
                    <a:pt x="342448" y="1105017"/>
                  </a:lnTo>
                  <a:lnTo>
                    <a:pt x="339984" y="1105017"/>
                  </a:lnTo>
                  <a:lnTo>
                    <a:pt x="337521" y="1105017"/>
                  </a:lnTo>
                  <a:lnTo>
                    <a:pt x="335057" y="1105017"/>
                  </a:lnTo>
                  <a:lnTo>
                    <a:pt x="332593" y="1105017"/>
                  </a:lnTo>
                  <a:lnTo>
                    <a:pt x="330130" y="1105017"/>
                  </a:lnTo>
                  <a:lnTo>
                    <a:pt x="327666" y="1105017"/>
                  </a:lnTo>
                  <a:lnTo>
                    <a:pt x="325202" y="1105017"/>
                  </a:lnTo>
                  <a:lnTo>
                    <a:pt x="322739" y="1105017"/>
                  </a:lnTo>
                  <a:lnTo>
                    <a:pt x="320275" y="1105017"/>
                  </a:lnTo>
                  <a:lnTo>
                    <a:pt x="317811" y="1105017"/>
                  </a:lnTo>
                  <a:lnTo>
                    <a:pt x="315348" y="1105017"/>
                  </a:lnTo>
                  <a:lnTo>
                    <a:pt x="312884" y="1105017"/>
                  </a:lnTo>
                  <a:lnTo>
                    <a:pt x="310420" y="1105017"/>
                  </a:lnTo>
                  <a:lnTo>
                    <a:pt x="307957" y="1105017"/>
                  </a:lnTo>
                  <a:lnTo>
                    <a:pt x="305493" y="1105017"/>
                  </a:lnTo>
                  <a:lnTo>
                    <a:pt x="303029" y="1105017"/>
                  </a:lnTo>
                  <a:lnTo>
                    <a:pt x="300566" y="1105017"/>
                  </a:lnTo>
                  <a:lnTo>
                    <a:pt x="298102" y="1105017"/>
                  </a:lnTo>
                  <a:lnTo>
                    <a:pt x="295638" y="1105017"/>
                  </a:lnTo>
                  <a:lnTo>
                    <a:pt x="293175" y="1105017"/>
                  </a:lnTo>
                  <a:lnTo>
                    <a:pt x="290711" y="1105017"/>
                  </a:lnTo>
                  <a:lnTo>
                    <a:pt x="288247" y="1105017"/>
                  </a:lnTo>
                  <a:lnTo>
                    <a:pt x="285784" y="1105017"/>
                  </a:lnTo>
                  <a:lnTo>
                    <a:pt x="283320" y="1105017"/>
                  </a:lnTo>
                  <a:lnTo>
                    <a:pt x="280856" y="1105017"/>
                  </a:lnTo>
                  <a:lnTo>
                    <a:pt x="278393" y="1105017"/>
                  </a:lnTo>
                  <a:lnTo>
                    <a:pt x="275929" y="1105017"/>
                  </a:lnTo>
                  <a:lnTo>
                    <a:pt x="273465" y="1105017"/>
                  </a:lnTo>
                  <a:lnTo>
                    <a:pt x="271002" y="1105017"/>
                  </a:lnTo>
                  <a:lnTo>
                    <a:pt x="268538" y="1105017"/>
                  </a:lnTo>
                  <a:lnTo>
                    <a:pt x="266075" y="1105017"/>
                  </a:lnTo>
                  <a:lnTo>
                    <a:pt x="263611" y="1105017"/>
                  </a:lnTo>
                  <a:lnTo>
                    <a:pt x="261147" y="1105017"/>
                  </a:lnTo>
                  <a:lnTo>
                    <a:pt x="258684" y="1105017"/>
                  </a:lnTo>
                  <a:lnTo>
                    <a:pt x="256220" y="1105017"/>
                  </a:lnTo>
                  <a:lnTo>
                    <a:pt x="253756" y="1105017"/>
                  </a:lnTo>
                  <a:lnTo>
                    <a:pt x="251293" y="1105017"/>
                  </a:lnTo>
                  <a:lnTo>
                    <a:pt x="248829" y="1105017"/>
                  </a:lnTo>
                  <a:lnTo>
                    <a:pt x="246365" y="1105017"/>
                  </a:lnTo>
                  <a:lnTo>
                    <a:pt x="243902" y="1105017"/>
                  </a:lnTo>
                  <a:lnTo>
                    <a:pt x="241438" y="1105017"/>
                  </a:lnTo>
                  <a:lnTo>
                    <a:pt x="238974" y="1105017"/>
                  </a:lnTo>
                  <a:lnTo>
                    <a:pt x="236511" y="1105017"/>
                  </a:lnTo>
                  <a:lnTo>
                    <a:pt x="234047" y="1105017"/>
                  </a:lnTo>
                  <a:lnTo>
                    <a:pt x="231583" y="1105017"/>
                  </a:lnTo>
                  <a:lnTo>
                    <a:pt x="229120" y="1105017"/>
                  </a:lnTo>
                  <a:lnTo>
                    <a:pt x="226656" y="1105017"/>
                  </a:lnTo>
                  <a:lnTo>
                    <a:pt x="224192" y="1105017"/>
                  </a:lnTo>
                  <a:lnTo>
                    <a:pt x="221729" y="1105017"/>
                  </a:lnTo>
                  <a:lnTo>
                    <a:pt x="219265" y="1105017"/>
                  </a:lnTo>
                  <a:lnTo>
                    <a:pt x="216801" y="1105017"/>
                  </a:lnTo>
                  <a:lnTo>
                    <a:pt x="214338" y="1105017"/>
                  </a:lnTo>
                  <a:lnTo>
                    <a:pt x="211874" y="1105017"/>
                  </a:lnTo>
                  <a:lnTo>
                    <a:pt x="209410" y="1105017"/>
                  </a:lnTo>
                  <a:lnTo>
                    <a:pt x="206947" y="1105017"/>
                  </a:lnTo>
                  <a:lnTo>
                    <a:pt x="204483" y="1105017"/>
                  </a:lnTo>
                  <a:lnTo>
                    <a:pt x="202019" y="1105017"/>
                  </a:lnTo>
                  <a:lnTo>
                    <a:pt x="199556" y="1105017"/>
                  </a:lnTo>
                  <a:lnTo>
                    <a:pt x="197092" y="1105017"/>
                  </a:lnTo>
                  <a:lnTo>
                    <a:pt x="194628" y="1105017"/>
                  </a:lnTo>
                  <a:lnTo>
                    <a:pt x="192165" y="1105017"/>
                  </a:lnTo>
                  <a:lnTo>
                    <a:pt x="189701" y="1105017"/>
                  </a:lnTo>
                  <a:lnTo>
                    <a:pt x="187237" y="1105017"/>
                  </a:lnTo>
                  <a:lnTo>
                    <a:pt x="184774" y="1105017"/>
                  </a:lnTo>
                  <a:lnTo>
                    <a:pt x="182310" y="1105017"/>
                  </a:lnTo>
                  <a:lnTo>
                    <a:pt x="179847" y="1105017"/>
                  </a:lnTo>
                  <a:lnTo>
                    <a:pt x="177383" y="1105017"/>
                  </a:lnTo>
                  <a:lnTo>
                    <a:pt x="174919" y="1105017"/>
                  </a:lnTo>
                  <a:lnTo>
                    <a:pt x="172456" y="1105017"/>
                  </a:lnTo>
                  <a:lnTo>
                    <a:pt x="169992" y="1105017"/>
                  </a:lnTo>
                  <a:lnTo>
                    <a:pt x="167528" y="1105017"/>
                  </a:lnTo>
                  <a:lnTo>
                    <a:pt x="165065" y="1105017"/>
                  </a:lnTo>
                  <a:lnTo>
                    <a:pt x="162601" y="1105017"/>
                  </a:lnTo>
                  <a:lnTo>
                    <a:pt x="160137" y="1105017"/>
                  </a:lnTo>
                  <a:lnTo>
                    <a:pt x="157674" y="1105017"/>
                  </a:lnTo>
                  <a:lnTo>
                    <a:pt x="155210" y="1105017"/>
                  </a:lnTo>
                  <a:lnTo>
                    <a:pt x="152746" y="1105017"/>
                  </a:lnTo>
                  <a:lnTo>
                    <a:pt x="150283" y="1105017"/>
                  </a:lnTo>
                  <a:lnTo>
                    <a:pt x="147819" y="1105017"/>
                  </a:lnTo>
                  <a:lnTo>
                    <a:pt x="145355" y="1105017"/>
                  </a:lnTo>
                  <a:lnTo>
                    <a:pt x="142892" y="1105017"/>
                  </a:lnTo>
                  <a:lnTo>
                    <a:pt x="140428" y="1105017"/>
                  </a:lnTo>
                  <a:lnTo>
                    <a:pt x="137964" y="1105017"/>
                  </a:lnTo>
                  <a:lnTo>
                    <a:pt x="135501" y="1105017"/>
                  </a:lnTo>
                  <a:lnTo>
                    <a:pt x="133037" y="1105017"/>
                  </a:lnTo>
                  <a:lnTo>
                    <a:pt x="130573" y="1105017"/>
                  </a:lnTo>
                  <a:lnTo>
                    <a:pt x="128110" y="1105017"/>
                  </a:lnTo>
                  <a:lnTo>
                    <a:pt x="125646" y="1105017"/>
                  </a:lnTo>
                  <a:lnTo>
                    <a:pt x="123182" y="1105017"/>
                  </a:lnTo>
                  <a:lnTo>
                    <a:pt x="120719" y="1105017"/>
                  </a:lnTo>
                  <a:lnTo>
                    <a:pt x="118255" y="1105017"/>
                  </a:lnTo>
                  <a:lnTo>
                    <a:pt x="115791" y="1105017"/>
                  </a:lnTo>
                  <a:lnTo>
                    <a:pt x="113328" y="1105017"/>
                  </a:lnTo>
                  <a:lnTo>
                    <a:pt x="110864" y="1105017"/>
                  </a:lnTo>
                  <a:lnTo>
                    <a:pt x="108400" y="1105017"/>
                  </a:lnTo>
                  <a:lnTo>
                    <a:pt x="105937" y="1105017"/>
                  </a:lnTo>
                  <a:lnTo>
                    <a:pt x="103473" y="1105017"/>
                  </a:lnTo>
                  <a:lnTo>
                    <a:pt x="101009" y="1105017"/>
                  </a:lnTo>
                  <a:lnTo>
                    <a:pt x="98546" y="1105017"/>
                  </a:lnTo>
                  <a:lnTo>
                    <a:pt x="96082" y="1105017"/>
                  </a:lnTo>
                  <a:lnTo>
                    <a:pt x="93618" y="1105017"/>
                  </a:lnTo>
                  <a:lnTo>
                    <a:pt x="91155" y="1105017"/>
                  </a:lnTo>
                  <a:lnTo>
                    <a:pt x="88691" y="1105017"/>
                  </a:lnTo>
                  <a:lnTo>
                    <a:pt x="86228" y="1105017"/>
                  </a:lnTo>
                  <a:lnTo>
                    <a:pt x="83764" y="1105017"/>
                  </a:lnTo>
                  <a:lnTo>
                    <a:pt x="81300" y="1105017"/>
                  </a:lnTo>
                  <a:lnTo>
                    <a:pt x="78837" y="1105017"/>
                  </a:lnTo>
                  <a:lnTo>
                    <a:pt x="76373" y="1105017"/>
                  </a:lnTo>
                  <a:lnTo>
                    <a:pt x="73909" y="1105017"/>
                  </a:lnTo>
                  <a:lnTo>
                    <a:pt x="71446" y="1105017"/>
                  </a:lnTo>
                  <a:lnTo>
                    <a:pt x="68982" y="1105017"/>
                  </a:lnTo>
                  <a:lnTo>
                    <a:pt x="66518" y="1105017"/>
                  </a:lnTo>
                  <a:lnTo>
                    <a:pt x="64055" y="1105017"/>
                  </a:lnTo>
                  <a:lnTo>
                    <a:pt x="61591" y="1105017"/>
                  </a:lnTo>
                  <a:lnTo>
                    <a:pt x="59127" y="1105017"/>
                  </a:lnTo>
                  <a:lnTo>
                    <a:pt x="56664" y="1105017"/>
                  </a:lnTo>
                  <a:lnTo>
                    <a:pt x="54200" y="1105017"/>
                  </a:lnTo>
                  <a:lnTo>
                    <a:pt x="51736" y="1105017"/>
                  </a:lnTo>
                  <a:lnTo>
                    <a:pt x="49273" y="1105017"/>
                  </a:lnTo>
                  <a:lnTo>
                    <a:pt x="46809" y="1105017"/>
                  </a:lnTo>
                  <a:lnTo>
                    <a:pt x="44345" y="1105017"/>
                  </a:lnTo>
                  <a:lnTo>
                    <a:pt x="41882" y="1105017"/>
                  </a:lnTo>
                  <a:lnTo>
                    <a:pt x="39418" y="1105017"/>
                  </a:lnTo>
                  <a:lnTo>
                    <a:pt x="36954" y="1105017"/>
                  </a:lnTo>
                  <a:lnTo>
                    <a:pt x="34491" y="1105017"/>
                  </a:lnTo>
                  <a:lnTo>
                    <a:pt x="32027" y="1105017"/>
                  </a:lnTo>
                  <a:lnTo>
                    <a:pt x="29563" y="1105017"/>
                  </a:lnTo>
                  <a:lnTo>
                    <a:pt x="27100" y="1105017"/>
                  </a:lnTo>
                  <a:lnTo>
                    <a:pt x="24636" y="1105017"/>
                  </a:lnTo>
                  <a:lnTo>
                    <a:pt x="22172" y="1105017"/>
                  </a:lnTo>
                  <a:lnTo>
                    <a:pt x="19709" y="1105017"/>
                  </a:lnTo>
                  <a:lnTo>
                    <a:pt x="17245" y="1105017"/>
                  </a:lnTo>
                  <a:lnTo>
                    <a:pt x="14781" y="1105017"/>
                  </a:lnTo>
                  <a:lnTo>
                    <a:pt x="12318" y="1105017"/>
                  </a:lnTo>
                  <a:lnTo>
                    <a:pt x="9854" y="1105017"/>
                  </a:lnTo>
                  <a:lnTo>
                    <a:pt x="7390" y="1105017"/>
                  </a:lnTo>
                  <a:lnTo>
                    <a:pt x="4927" y="1105017"/>
                  </a:lnTo>
                  <a:lnTo>
                    <a:pt x="2463" y="110501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09616" y="1020769"/>
              <a:ext cx="1258929" cy="1105017"/>
            </a:xfrm>
            <a:custGeom>
              <a:avLst/>
              <a:pathLst>
                <a:path w="1258929" h="1105017">
                  <a:moveTo>
                    <a:pt x="0" y="1105017"/>
                  </a:moveTo>
                  <a:lnTo>
                    <a:pt x="2463" y="1105017"/>
                  </a:lnTo>
                  <a:lnTo>
                    <a:pt x="4927" y="1105017"/>
                  </a:lnTo>
                  <a:lnTo>
                    <a:pt x="7390" y="1105017"/>
                  </a:lnTo>
                  <a:lnTo>
                    <a:pt x="9854" y="1105017"/>
                  </a:lnTo>
                  <a:lnTo>
                    <a:pt x="12318" y="1105017"/>
                  </a:lnTo>
                  <a:lnTo>
                    <a:pt x="14781" y="1105017"/>
                  </a:lnTo>
                  <a:lnTo>
                    <a:pt x="17245" y="1105017"/>
                  </a:lnTo>
                  <a:lnTo>
                    <a:pt x="19709" y="1105017"/>
                  </a:lnTo>
                  <a:lnTo>
                    <a:pt x="22172" y="1105017"/>
                  </a:lnTo>
                  <a:lnTo>
                    <a:pt x="24636" y="1105017"/>
                  </a:lnTo>
                  <a:lnTo>
                    <a:pt x="27100" y="1105017"/>
                  </a:lnTo>
                  <a:lnTo>
                    <a:pt x="29563" y="1105017"/>
                  </a:lnTo>
                  <a:lnTo>
                    <a:pt x="32027" y="1105017"/>
                  </a:lnTo>
                  <a:lnTo>
                    <a:pt x="34491" y="1105017"/>
                  </a:lnTo>
                  <a:lnTo>
                    <a:pt x="36954" y="1105017"/>
                  </a:lnTo>
                  <a:lnTo>
                    <a:pt x="39418" y="1105017"/>
                  </a:lnTo>
                  <a:lnTo>
                    <a:pt x="41882" y="1105017"/>
                  </a:lnTo>
                  <a:lnTo>
                    <a:pt x="44345" y="1105017"/>
                  </a:lnTo>
                  <a:lnTo>
                    <a:pt x="46809" y="1105017"/>
                  </a:lnTo>
                  <a:lnTo>
                    <a:pt x="49273" y="1105017"/>
                  </a:lnTo>
                  <a:lnTo>
                    <a:pt x="51736" y="1105017"/>
                  </a:lnTo>
                  <a:lnTo>
                    <a:pt x="54200" y="1105017"/>
                  </a:lnTo>
                  <a:lnTo>
                    <a:pt x="56664" y="1105017"/>
                  </a:lnTo>
                  <a:lnTo>
                    <a:pt x="59127" y="1105017"/>
                  </a:lnTo>
                  <a:lnTo>
                    <a:pt x="61591" y="1105017"/>
                  </a:lnTo>
                  <a:lnTo>
                    <a:pt x="64055" y="1105017"/>
                  </a:lnTo>
                  <a:lnTo>
                    <a:pt x="66518" y="1105017"/>
                  </a:lnTo>
                  <a:lnTo>
                    <a:pt x="68982" y="1105017"/>
                  </a:lnTo>
                  <a:lnTo>
                    <a:pt x="71446" y="1105017"/>
                  </a:lnTo>
                  <a:lnTo>
                    <a:pt x="73909" y="1105017"/>
                  </a:lnTo>
                  <a:lnTo>
                    <a:pt x="76373" y="1105017"/>
                  </a:lnTo>
                  <a:lnTo>
                    <a:pt x="78837" y="1105017"/>
                  </a:lnTo>
                  <a:lnTo>
                    <a:pt x="81300" y="1105017"/>
                  </a:lnTo>
                  <a:lnTo>
                    <a:pt x="83764" y="1105017"/>
                  </a:lnTo>
                  <a:lnTo>
                    <a:pt x="86228" y="1105017"/>
                  </a:lnTo>
                  <a:lnTo>
                    <a:pt x="88691" y="1105017"/>
                  </a:lnTo>
                  <a:lnTo>
                    <a:pt x="91155" y="1105017"/>
                  </a:lnTo>
                  <a:lnTo>
                    <a:pt x="93618" y="1105017"/>
                  </a:lnTo>
                  <a:lnTo>
                    <a:pt x="96082" y="1105017"/>
                  </a:lnTo>
                  <a:lnTo>
                    <a:pt x="98546" y="1105017"/>
                  </a:lnTo>
                  <a:lnTo>
                    <a:pt x="101009" y="1105017"/>
                  </a:lnTo>
                  <a:lnTo>
                    <a:pt x="103473" y="1105016"/>
                  </a:lnTo>
                  <a:lnTo>
                    <a:pt x="105937" y="1105013"/>
                  </a:lnTo>
                  <a:lnTo>
                    <a:pt x="108400" y="1105008"/>
                  </a:lnTo>
                  <a:lnTo>
                    <a:pt x="110864" y="1104998"/>
                  </a:lnTo>
                  <a:lnTo>
                    <a:pt x="113328" y="1104977"/>
                  </a:lnTo>
                  <a:lnTo>
                    <a:pt x="115791" y="1104939"/>
                  </a:lnTo>
                  <a:lnTo>
                    <a:pt x="118255" y="1104869"/>
                  </a:lnTo>
                  <a:lnTo>
                    <a:pt x="120719" y="1104748"/>
                  </a:lnTo>
                  <a:lnTo>
                    <a:pt x="123182" y="1104545"/>
                  </a:lnTo>
                  <a:lnTo>
                    <a:pt x="125646" y="1104220"/>
                  </a:lnTo>
                  <a:lnTo>
                    <a:pt x="128110" y="1103716"/>
                  </a:lnTo>
                  <a:lnTo>
                    <a:pt x="130573" y="1102965"/>
                  </a:lnTo>
                  <a:lnTo>
                    <a:pt x="133037" y="1101888"/>
                  </a:lnTo>
                  <a:lnTo>
                    <a:pt x="135501" y="1100361"/>
                  </a:lnTo>
                  <a:lnTo>
                    <a:pt x="137964" y="1098310"/>
                  </a:lnTo>
                  <a:lnTo>
                    <a:pt x="140428" y="1095675"/>
                  </a:lnTo>
                  <a:lnTo>
                    <a:pt x="142892" y="1092418"/>
                  </a:lnTo>
                  <a:lnTo>
                    <a:pt x="145355" y="1088536"/>
                  </a:lnTo>
                  <a:lnTo>
                    <a:pt x="147819" y="1084062"/>
                  </a:lnTo>
                  <a:lnTo>
                    <a:pt x="150283" y="1079065"/>
                  </a:lnTo>
                  <a:lnTo>
                    <a:pt x="152746" y="1073636"/>
                  </a:lnTo>
                  <a:lnTo>
                    <a:pt x="155210" y="1067876"/>
                  </a:lnTo>
                  <a:lnTo>
                    <a:pt x="157674" y="1061870"/>
                  </a:lnTo>
                  <a:lnTo>
                    <a:pt x="160137" y="1055684"/>
                  </a:lnTo>
                  <a:lnTo>
                    <a:pt x="162601" y="1049346"/>
                  </a:lnTo>
                  <a:lnTo>
                    <a:pt x="165065" y="1042852"/>
                  </a:lnTo>
                  <a:lnTo>
                    <a:pt x="167528" y="1036169"/>
                  </a:lnTo>
                  <a:lnTo>
                    <a:pt x="169992" y="1029257"/>
                  </a:lnTo>
                  <a:lnTo>
                    <a:pt x="172456" y="1022120"/>
                  </a:lnTo>
                  <a:lnTo>
                    <a:pt x="174919" y="1014788"/>
                  </a:lnTo>
                  <a:lnTo>
                    <a:pt x="177383" y="1007333"/>
                  </a:lnTo>
                  <a:lnTo>
                    <a:pt x="179847" y="999869"/>
                  </a:lnTo>
                  <a:lnTo>
                    <a:pt x="182310" y="992543"/>
                  </a:lnTo>
                  <a:lnTo>
                    <a:pt x="184774" y="985530"/>
                  </a:lnTo>
                  <a:lnTo>
                    <a:pt x="187237" y="979019"/>
                  </a:lnTo>
                  <a:lnTo>
                    <a:pt x="189701" y="973205"/>
                  </a:lnTo>
                  <a:lnTo>
                    <a:pt x="192165" y="968283"/>
                  </a:lnTo>
                  <a:lnTo>
                    <a:pt x="194628" y="964432"/>
                  </a:lnTo>
                  <a:lnTo>
                    <a:pt x="197092" y="961807"/>
                  </a:lnTo>
                  <a:lnTo>
                    <a:pt x="199556" y="960515"/>
                  </a:lnTo>
                  <a:lnTo>
                    <a:pt x="202019" y="960708"/>
                  </a:lnTo>
                  <a:lnTo>
                    <a:pt x="204483" y="962238"/>
                  </a:lnTo>
                  <a:lnTo>
                    <a:pt x="206947" y="964957"/>
                  </a:lnTo>
                  <a:lnTo>
                    <a:pt x="209410" y="968663"/>
                  </a:lnTo>
                  <a:lnTo>
                    <a:pt x="211874" y="973108"/>
                  </a:lnTo>
                  <a:lnTo>
                    <a:pt x="214338" y="978020"/>
                  </a:lnTo>
                  <a:lnTo>
                    <a:pt x="216801" y="983129"/>
                  </a:lnTo>
                  <a:lnTo>
                    <a:pt x="219265" y="988184"/>
                  </a:lnTo>
                  <a:lnTo>
                    <a:pt x="221729" y="992960"/>
                  </a:lnTo>
                  <a:lnTo>
                    <a:pt x="224192" y="997266"/>
                  </a:lnTo>
                  <a:lnTo>
                    <a:pt x="226656" y="1000943"/>
                  </a:lnTo>
                  <a:lnTo>
                    <a:pt x="229120" y="1003866"/>
                  </a:lnTo>
                  <a:lnTo>
                    <a:pt x="231583" y="1005948"/>
                  </a:lnTo>
                  <a:lnTo>
                    <a:pt x="234047" y="1007110"/>
                  </a:lnTo>
                  <a:lnTo>
                    <a:pt x="236511" y="1007366"/>
                  </a:lnTo>
                  <a:lnTo>
                    <a:pt x="238974" y="1006822"/>
                  </a:lnTo>
                  <a:lnTo>
                    <a:pt x="241438" y="1005563"/>
                  </a:lnTo>
                  <a:lnTo>
                    <a:pt x="243902" y="1003662"/>
                  </a:lnTo>
                  <a:lnTo>
                    <a:pt x="246365" y="1001130"/>
                  </a:lnTo>
                  <a:lnTo>
                    <a:pt x="248829" y="997869"/>
                  </a:lnTo>
                  <a:lnTo>
                    <a:pt x="251293" y="993627"/>
                  </a:lnTo>
                  <a:lnTo>
                    <a:pt x="253756" y="987972"/>
                  </a:lnTo>
                  <a:lnTo>
                    <a:pt x="256220" y="980287"/>
                  </a:lnTo>
                  <a:lnTo>
                    <a:pt x="258684" y="969795"/>
                  </a:lnTo>
                  <a:lnTo>
                    <a:pt x="261147" y="955625"/>
                  </a:lnTo>
                  <a:lnTo>
                    <a:pt x="263611" y="936892"/>
                  </a:lnTo>
                  <a:lnTo>
                    <a:pt x="266075" y="912775"/>
                  </a:lnTo>
                  <a:lnTo>
                    <a:pt x="268538" y="882250"/>
                  </a:lnTo>
                  <a:lnTo>
                    <a:pt x="271002" y="845636"/>
                  </a:lnTo>
                  <a:lnTo>
                    <a:pt x="273465" y="803230"/>
                  </a:lnTo>
                  <a:lnTo>
                    <a:pt x="275929" y="755720"/>
                  </a:lnTo>
                  <a:lnTo>
                    <a:pt x="278393" y="704113"/>
                  </a:lnTo>
                  <a:lnTo>
                    <a:pt x="280856" y="649598"/>
                  </a:lnTo>
                  <a:lnTo>
                    <a:pt x="283320" y="593393"/>
                  </a:lnTo>
                  <a:lnTo>
                    <a:pt x="285784" y="536588"/>
                  </a:lnTo>
                  <a:lnTo>
                    <a:pt x="288247" y="480026"/>
                  </a:lnTo>
                  <a:lnTo>
                    <a:pt x="290711" y="424247"/>
                  </a:lnTo>
                  <a:lnTo>
                    <a:pt x="293175" y="369506"/>
                  </a:lnTo>
                  <a:lnTo>
                    <a:pt x="295638" y="315865"/>
                  </a:lnTo>
                  <a:lnTo>
                    <a:pt x="298102" y="263336"/>
                  </a:lnTo>
                  <a:lnTo>
                    <a:pt x="300566" y="212160"/>
                  </a:lnTo>
                  <a:lnTo>
                    <a:pt x="303029" y="162884"/>
                  </a:lnTo>
                  <a:lnTo>
                    <a:pt x="305493" y="116519"/>
                  </a:lnTo>
                  <a:lnTo>
                    <a:pt x="307957" y="74672"/>
                  </a:lnTo>
                  <a:lnTo>
                    <a:pt x="310420" y="39505"/>
                  </a:lnTo>
                  <a:lnTo>
                    <a:pt x="312884" y="13649"/>
                  </a:lnTo>
                  <a:lnTo>
                    <a:pt x="315348" y="0"/>
                  </a:lnTo>
                  <a:lnTo>
                    <a:pt x="317811" y="1419"/>
                  </a:lnTo>
                  <a:lnTo>
                    <a:pt x="320275" y="20336"/>
                  </a:lnTo>
                  <a:lnTo>
                    <a:pt x="322739" y="58314"/>
                  </a:lnTo>
                  <a:lnTo>
                    <a:pt x="325202" y="115652"/>
                  </a:lnTo>
                  <a:lnTo>
                    <a:pt x="327666" y="191110"/>
                  </a:lnTo>
                  <a:lnTo>
                    <a:pt x="330130" y="281836"/>
                  </a:lnTo>
                  <a:lnTo>
                    <a:pt x="332593" y="383656"/>
                  </a:lnTo>
                  <a:lnTo>
                    <a:pt x="335057" y="490857"/>
                  </a:lnTo>
                  <a:lnTo>
                    <a:pt x="337521" y="597167"/>
                  </a:lnTo>
                  <a:lnTo>
                    <a:pt x="339984" y="697608"/>
                  </a:lnTo>
                  <a:lnTo>
                    <a:pt x="342448" y="788270"/>
                  </a:lnTo>
                  <a:lnTo>
                    <a:pt x="344912" y="866597"/>
                  </a:lnTo>
                  <a:lnTo>
                    <a:pt x="347375" y="931438"/>
                  </a:lnTo>
                  <a:lnTo>
                    <a:pt x="349839" y="982900"/>
                  </a:lnTo>
                  <a:lnTo>
                    <a:pt x="352303" y="1022062"/>
                  </a:lnTo>
                  <a:lnTo>
                    <a:pt x="354766" y="1050628"/>
                  </a:lnTo>
                  <a:lnTo>
                    <a:pt x="357230" y="1070588"/>
                  </a:lnTo>
                  <a:lnTo>
                    <a:pt x="359694" y="1083924"/>
                  </a:lnTo>
                  <a:lnTo>
                    <a:pt x="362157" y="1092423"/>
                  </a:lnTo>
                  <a:lnTo>
                    <a:pt x="364621" y="1097559"/>
                  </a:lnTo>
                  <a:lnTo>
                    <a:pt x="367084" y="1100372"/>
                  </a:lnTo>
                  <a:lnTo>
                    <a:pt x="369548" y="1101849"/>
                  </a:lnTo>
                  <a:lnTo>
                    <a:pt x="372012" y="1102530"/>
                  </a:lnTo>
                  <a:lnTo>
                    <a:pt x="374475" y="1102755"/>
                  </a:lnTo>
                  <a:lnTo>
                    <a:pt x="376939" y="1102743"/>
                  </a:lnTo>
                  <a:lnTo>
                    <a:pt x="379403" y="1102636"/>
                  </a:lnTo>
                  <a:lnTo>
                    <a:pt x="381866" y="1102522"/>
                  </a:lnTo>
                  <a:lnTo>
                    <a:pt x="384330" y="1102456"/>
                  </a:lnTo>
                  <a:lnTo>
                    <a:pt x="386794" y="1102466"/>
                  </a:lnTo>
                  <a:lnTo>
                    <a:pt x="389257" y="1102561"/>
                  </a:lnTo>
                  <a:lnTo>
                    <a:pt x="391721" y="1102737"/>
                  </a:lnTo>
                  <a:lnTo>
                    <a:pt x="394185" y="1102977"/>
                  </a:lnTo>
                  <a:lnTo>
                    <a:pt x="396648" y="1103259"/>
                  </a:lnTo>
                  <a:lnTo>
                    <a:pt x="399112" y="1103560"/>
                  </a:lnTo>
                  <a:lnTo>
                    <a:pt x="401576" y="1103853"/>
                  </a:lnTo>
                  <a:lnTo>
                    <a:pt x="404039" y="1104120"/>
                  </a:lnTo>
                  <a:lnTo>
                    <a:pt x="406503" y="1104350"/>
                  </a:lnTo>
                  <a:lnTo>
                    <a:pt x="408967" y="1104540"/>
                  </a:lnTo>
                  <a:lnTo>
                    <a:pt x="411430" y="1104688"/>
                  </a:lnTo>
                  <a:lnTo>
                    <a:pt x="413894" y="1104798"/>
                  </a:lnTo>
                  <a:lnTo>
                    <a:pt x="416358" y="1104877"/>
                  </a:lnTo>
                  <a:lnTo>
                    <a:pt x="418821" y="1104931"/>
                  </a:lnTo>
                  <a:lnTo>
                    <a:pt x="421285" y="1104966"/>
                  </a:lnTo>
                  <a:lnTo>
                    <a:pt x="423749" y="1104988"/>
                  </a:lnTo>
                  <a:lnTo>
                    <a:pt x="426212" y="1105002"/>
                  </a:lnTo>
                  <a:lnTo>
                    <a:pt x="428676" y="1105009"/>
                  </a:lnTo>
                  <a:lnTo>
                    <a:pt x="431140" y="1105013"/>
                  </a:lnTo>
                  <a:lnTo>
                    <a:pt x="433603" y="1105015"/>
                  </a:lnTo>
                  <a:lnTo>
                    <a:pt x="436067" y="1105016"/>
                  </a:lnTo>
                  <a:lnTo>
                    <a:pt x="438531" y="1105017"/>
                  </a:lnTo>
                  <a:lnTo>
                    <a:pt x="440994" y="1105017"/>
                  </a:lnTo>
                  <a:lnTo>
                    <a:pt x="443458" y="1105017"/>
                  </a:lnTo>
                  <a:lnTo>
                    <a:pt x="445922" y="1105017"/>
                  </a:lnTo>
                  <a:lnTo>
                    <a:pt x="448385" y="1105017"/>
                  </a:lnTo>
                  <a:lnTo>
                    <a:pt x="450849" y="1105017"/>
                  </a:lnTo>
                  <a:lnTo>
                    <a:pt x="453312" y="1105017"/>
                  </a:lnTo>
                  <a:lnTo>
                    <a:pt x="455776" y="1105017"/>
                  </a:lnTo>
                  <a:lnTo>
                    <a:pt x="458240" y="1105017"/>
                  </a:lnTo>
                  <a:lnTo>
                    <a:pt x="460703" y="1105017"/>
                  </a:lnTo>
                  <a:lnTo>
                    <a:pt x="463167" y="1105017"/>
                  </a:lnTo>
                  <a:lnTo>
                    <a:pt x="465631" y="1105017"/>
                  </a:lnTo>
                  <a:lnTo>
                    <a:pt x="468094" y="1105017"/>
                  </a:lnTo>
                  <a:lnTo>
                    <a:pt x="470558" y="1105017"/>
                  </a:lnTo>
                  <a:lnTo>
                    <a:pt x="473022" y="1105017"/>
                  </a:lnTo>
                  <a:lnTo>
                    <a:pt x="475485" y="1105017"/>
                  </a:lnTo>
                  <a:lnTo>
                    <a:pt x="477949" y="1105017"/>
                  </a:lnTo>
                  <a:lnTo>
                    <a:pt x="480413" y="1105017"/>
                  </a:lnTo>
                  <a:lnTo>
                    <a:pt x="482876" y="1105017"/>
                  </a:lnTo>
                  <a:lnTo>
                    <a:pt x="485340" y="1105017"/>
                  </a:lnTo>
                  <a:lnTo>
                    <a:pt x="487804" y="1105017"/>
                  </a:lnTo>
                  <a:lnTo>
                    <a:pt x="490267" y="1105017"/>
                  </a:lnTo>
                  <a:lnTo>
                    <a:pt x="492731" y="1105017"/>
                  </a:lnTo>
                  <a:lnTo>
                    <a:pt x="495195" y="1105017"/>
                  </a:lnTo>
                  <a:lnTo>
                    <a:pt x="497658" y="1105017"/>
                  </a:lnTo>
                  <a:lnTo>
                    <a:pt x="500122" y="1105017"/>
                  </a:lnTo>
                  <a:lnTo>
                    <a:pt x="502586" y="1105017"/>
                  </a:lnTo>
                  <a:lnTo>
                    <a:pt x="505049" y="1105017"/>
                  </a:lnTo>
                  <a:lnTo>
                    <a:pt x="507513" y="1105017"/>
                  </a:lnTo>
                  <a:lnTo>
                    <a:pt x="509977" y="1105016"/>
                  </a:lnTo>
                  <a:lnTo>
                    <a:pt x="512440" y="1105014"/>
                  </a:lnTo>
                  <a:lnTo>
                    <a:pt x="514904" y="1105011"/>
                  </a:lnTo>
                  <a:lnTo>
                    <a:pt x="517368" y="1105005"/>
                  </a:lnTo>
                  <a:lnTo>
                    <a:pt x="519831" y="1104995"/>
                  </a:lnTo>
                  <a:lnTo>
                    <a:pt x="522295" y="1104978"/>
                  </a:lnTo>
                  <a:lnTo>
                    <a:pt x="524759" y="1104950"/>
                  </a:lnTo>
                  <a:lnTo>
                    <a:pt x="527222" y="1104906"/>
                  </a:lnTo>
                  <a:lnTo>
                    <a:pt x="529686" y="1104842"/>
                  </a:lnTo>
                  <a:lnTo>
                    <a:pt x="532150" y="1104746"/>
                  </a:lnTo>
                  <a:lnTo>
                    <a:pt x="534613" y="1104615"/>
                  </a:lnTo>
                  <a:lnTo>
                    <a:pt x="537077" y="1104442"/>
                  </a:lnTo>
                  <a:lnTo>
                    <a:pt x="539541" y="1104228"/>
                  </a:lnTo>
                  <a:lnTo>
                    <a:pt x="542004" y="1103975"/>
                  </a:lnTo>
                  <a:lnTo>
                    <a:pt x="544468" y="1103692"/>
                  </a:lnTo>
                  <a:lnTo>
                    <a:pt x="546931" y="1103394"/>
                  </a:lnTo>
                  <a:lnTo>
                    <a:pt x="549395" y="1103103"/>
                  </a:lnTo>
                  <a:lnTo>
                    <a:pt x="551859" y="1102841"/>
                  </a:lnTo>
                  <a:lnTo>
                    <a:pt x="554322" y="1102633"/>
                  </a:lnTo>
                  <a:lnTo>
                    <a:pt x="556786" y="1102499"/>
                  </a:lnTo>
                  <a:lnTo>
                    <a:pt x="559250" y="1102455"/>
                  </a:lnTo>
                  <a:lnTo>
                    <a:pt x="561713" y="1102506"/>
                  </a:lnTo>
                  <a:lnTo>
                    <a:pt x="564177" y="1102649"/>
                  </a:lnTo>
                  <a:lnTo>
                    <a:pt x="566641" y="1102869"/>
                  </a:lnTo>
                  <a:lnTo>
                    <a:pt x="569104" y="1103139"/>
                  </a:lnTo>
                  <a:lnTo>
                    <a:pt x="571568" y="1103433"/>
                  </a:lnTo>
                  <a:lnTo>
                    <a:pt x="574032" y="1103727"/>
                  </a:lnTo>
                  <a:lnTo>
                    <a:pt x="576495" y="1104001"/>
                  </a:lnTo>
                  <a:lnTo>
                    <a:pt x="578959" y="1104239"/>
                  </a:lnTo>
                  <a:lnTo>
                    <a:pt x="581423" y="1104432"/>
                  </a:lnTo>
                  <a:lnTo>
                    <a:pt x="583886" y="1104573"/>
                  </a:lnTo>
                  <a:lnTo>
                    <a:pt x="586350" y="1104661"/>
                  </a:lnTo>
                  <a:lnTo>
                    <a:pt x="588814" y="1104695"/>
                  </a:lnTo>
                  <a:lnTo>
                    <a:pt x="591277" y="1104674"/>
                  </a:lnTo>
                  <a:lnTo>
                    <a:pt x="593741" y="1104600"/>
                  </a:lnTo>
                  <a:lnTo>
                    <a:pt x="596205" y="1104472"/>
                  </a:lnTo>
                  <a:lnTo>
                    <a:pt x="598668" y="1104288"/>
                  </a:lnTo>
                  <a:lnTo>
                    <a:pt x="601132" y="1104057"/>
                  </a:lnTo>
                  <a:lnTo>
                    <a:pt x="603596" y="1103789"/>
                  </a:lnTo>
                  <a:lnTo>
                    <a:pt x="606059" y="1103499"/>
                  </a:lnTo>
                  <a:lnTo>
                    <a:pt x="608523" y="1103206"/>
                  </a:lnTo>
                  <a:lnTo>
                    <a:pt x="610987" y="1102935"/>
                  </a:lnTo>
                  <a:lnTo>
                    <a:pt x="613450" y="1102709"/>
                  </a:lnTo>
                  <a:lnTo>
                    <a:pt x="615914" y="1102550"/>
                  </a:lnTo>
                  <a:lnTo>
                    <a:pt x="618378" y="1102476"/>
                  </a:lnTo>
                  <a:lnTo>
                    <a:pt x="620841" y="1102493"/>
                  </a:lnTo>
                  <a:lnTo>
                    <a:pt x="623305" y="1102601"/>
                  </a:lnTo>
                  <a:lnTo>
                    <a:pt x="625769" y="1102790"/>
                  </a:lnTo>
                  <a:lnTo>
                    <a:pt x="628232" y="1103039"/>
                  </a:lnTo>
                  <a:lnTo>
                    <a:pt x="630696" y="1103327"/>
                  </a:lnTo>
                  <a:lnTo>
                    <a:pt x="633159" y="1103625"/>
                  </a:lnTo>
                  <a:lnTo>
                    <a:pt x="635623" y="1103912"/>
                  </a:lnTo>
                  <a:lnTo>
                    <a:pt x="638087" y="1104170"/>
                  </a:lnTo>
                  <a:lnTo>
                    <a:pt x="640550" y="1104392"/>
                  </a:lnTo>
                  <a:lnTo>
                    <a:pt x="643014" y="1104572"/>
                  </a:lnTo>
                  <a:lnTo>
                    <a:pt x="645478" y="1104712"/>
                  </a:lnTo>
                  <a:lnTo>
                    <a:pt x="647941" y="1104816"/>
                  </a:lnTo>
                  <a:lnTo>
                    <a:pt x="650405" y="1104889"/>
                  </a:lnTo>
                  <a:lnTo>
                    <a:pt x="652869" y="1104939"/>
                  </a:lnTo>
                  <a:lnTo>
                    <a:pt x="655332" y="1104972"/>
                  </a:lnTo>
                  <a:lnTo>
                    <a:pt x="657796" y="1104992"/>
                  </a:lnTo>
                  <a:lnTo>
                    <a:pt x="660260" y="1105003"/>
                  </a:lnTo>
                  <a:lnTo>
                    <a:pt x="662723" y="1105010"/>
                  </a:lnTo>
                  <a:lnTo>
                    <a:pt x="665187" y="1105014"/>
                  </a:lnTo>
                  <a:lnTo>
                    <a:pt x="667651" y="1105016"/>
                  </a:lnTo>
                  <a:lnTo>
                    <a:pt x="670114" y="1105017"/>
                  </a:lnTo>
                  <a:lnTo>
                    <a:pt x="672578" y="1105017"/>
                  </a:lnTo>
                  <a:lnTo>
                    <a:pt x="675042" y="1105017"/>
                  </a:lnTo>
                  <a:lnTo>
                    <a:pt x="677505" y="1105017"/>
                  </a:lnTo>
                  <a:lnTo>
                    <a:pt x="679969" y="1105017"/>
                  </a:lnTo>
                  <a:lnTo>
                    <a:pt x="682433" y="1105017"/>
                  </a:lnTo>
                  <a:lnTo>
                    <a:pt x="684896" y="1105017"/>
                  </a:lnTo>
                  <a:lnTo>
                    <a:pt x="687360" y="1105017"/>
                  </a:lnTo>
                  <a:lnTo>
                    <a:pt x="689824" y="1105017"/>
                  </a:lnTo>
                  <a:lnTo>
                    <a:pt x="692287" y="1105017"/>
                  </a:lnTo>
                  <a:lnTo>
                    <a:pt x="694751" y="1105017"/>
                  </a:lnTo>
                  <a:lnTo>
                    <a:pt x="697215" y="1105017"/>
                  </a:lnTo>
                  <a:lnTo>
                    <a:pt x="699678" y="1105017"/>
                  </a:lnTo>
                  <a:lnTo>
                    <a:pt x="702142" y="1105017"/>
                  </a:lnTo>
                  <a:lnTo>
                    <a:pt x="704606" y="1105017"/>
                  </a:lnTo>
                  <a:lnTo>
                    <a:pt x="707069" y="1105017"/>
                  </a:lnTo>
                  <a:lnTo>
                    <a:pt x="709533" y="1105017"/>
                  </a:lnTo>
                  <a:lnTo>
                    <a:pt x="711997" y="1105017"/>
                  </a:lnTo>
                  <a:lnTo>
                    <a:pt x="714460" y="1105017"/>
                  </a:lnTo>
                  <a:lnTo>
                    <a:pt x="716924" y="1105017"/>
                  </a:lnTo>
                  <a:lnTo>
                    <a:pt x="719388" y="1105017"/>
                  </a:lnTo>
                  <a:lnTo>
                    <a:pt x="721851" y="1105017"/>
                  </a:lnTo>
                  <a:lnTo>
                    <a:pt x="724315" y="1105017"/>
                  </a:lnTo>
                  <a:lnTo>
                    <a:pt x="726778" y="1105017"/>
                  </a:lnTo>
                  <a:lnTo>
                    <a:pt x="729242" y="1105017"/>
                  </a:lnTo>
                  <a:lnTo>
                    <a:pt x="731706" y="1105017"/>
                  </a:lnTo>
                  <a:lnTo>
                    <a:pt x="734169" y="1105017"/>
                  </a:lnTo>
                  <a:lnTo>
                    <a:pt x="736633" y="1105017"/>
                  </a:lnTo>
                  <a:lnTo>
                    <a:pt x="739097" y="1105017"/>
                  </a:lnTo>
                  <a:lnTo>
                    <a:pt x="741560" y="1105017"/>
                  </a:lnTo>
                  <a:lnTo>
                    <a:pt x="744024" y="1105017"/>
                  </a:lnTo>
                  <a:lnTo>
                    <a:pt x="746488" y="1105017"/>
                  </a:lnTo>
                  <a:lnTo>
                    <a:pt x="748951" y="1105017"/>
                  </a:lnTo>
                  <a:lnTo>
                    <a:pt x="751415" y="1105017"/>
                  </a:lnTo>
                  <a:lnTo>
                    <a:pt x="753879" y="1105017"/>
                  </a:lnTo>
                  <a:lnTo>
                    <a:pt x="756342" y="1105017"/>
                  </a:lnTo>
                  <a:lnTo>
                    <a:pt x="758806" y="1105017"/>
                  </a:lnTo>
                  <a:lnTo>
                    <a:pt x="761270" y="1105017"/>
                  </a:lnTo>
                  <a:lnTo>
                    <a:pt x="763733" y="1105017"/>
                  </a:lnTo>
                  <a:lnTo>
                    <a:pt x="766197" y="1105017"/>
                  </a:lnTo>
                  <a:lnTo>
                    <a:pt x="768661" y="1105017"/>
                  </a:lnTo>
                  <a:lnTo>
                    <a:pt x="771124" y="1105017"/>
                  </a:lnTo>
                  <a:lnTo>
                    <a:pt x="773588" y="1105017"/>
                  </a:lnTo>
                  <a:lnTo>
                    <a:pt x="776052" y="1105017"/>
                  </a:lnTo>
                  <a:lnTo>
                    <a:pt x="778515" y="1105017"/>
                  </a:lnTo>
                  <a:lnTo>
                    <a:pt x="780979" y="1105017"/>
                  </a:lnTo>
                  <a:lnTo>
                    <a:pt x="783443" y="1105017"/>
                  </a:lnTo>
                  <a:lnTo>
                    <a:pt x="785906" y="1105017"/>
                  </a:lnTo>
                  <a:lnTo>
                    <a:pt x="788370" y="1105017"/>
                  </a:lnTo>
                  <a:lnTo>
                    <a:pt x="790834" y="1105017"/>
                  </a:lnTo>
                  <a:lnTo>
                    <a:pt x="793297" y="1105017"/>
                  </a:lnTo>
                  <a:lnTo>
                    <a:pt x="795761" y="1105017"/>
                  </a:lnTo>
                  <a:lnTo>
                    <a:pt x="798225" y="1105017"/>
                  </a:lnTo>
                  <a:lnTo>
                    <a:pt x="800688" y="1105017"/>
                  </a:lnTo>
                  <a:lnTo>
                    <a:pt x="803152" y="1105017"/>
                  </a:lnTo>
                  <a:lnTo>
                    <a:pt x="805616" y="1105017"/>
                  </a:lnTo>
                  <a:lnTo>
                    <a:pt x="808079" y="1105017"/>
                  </a:lnTo>
                  <a:lnTo>
                    <a:pt x="810543" y="1105017"/>
                  </a:lnTo>
                  <a:lnTo>
                    <a:pt x="813006" y="1105017"/>
                  </a:lnTo>
                  <a:lnTo>
                    <a:pt x="815470" y="1105017"/>
                  </a:lnTo>
                  <a:lnTo>
                    <a:pt x="817934" y="1105017"/>
                  </a:lnTo>
                  <a:lnTo>
                    <a:pt x="820397" y="1105017"/>
                  </a:lnTo>
                  <a:lnTo>
                    <a:pt x="822861" y="1105017"/>
                  </a:lnTo>
                  <a:lnTo>
                    <a:pt x="825325" y="1105017"/>
                  </a:lnTo>
                  <a:lnTo>
                    <a:pt x="827788" y="1105017"/>
                  </a:lnTo>
                  <a:lnTo>
                    <a:pt x="830252" y="1105017"/>
                  </a:lnTo>
                  <a:lnTo>
                    <a:pt x="832716" y="1105017"/>
                  </a:lnTo>
                  <a:lnTo>
                    <a:pt x="835179" y="1105017"/>
                  </a:lnTo>
                  <a:lnTo>
                    <a:pt x="837643" y="1105017"/>
                  </a:lnTo>
                  <a:lnTo>
                    <a:pt x="840107" y="1105017"/>
                  </a:lnTo>
                  <a:lnTo>
                    <a:pt x="842570" y="1105017"/>
                  </a:lnTo>
                  <a:lnTo>
                    <a:pt x="845034" y="1105017"/>
                  </a:lnTo>
                  <a:lnTo>
                    <a:pt x="847498" y="1105017"/>
                  </a:lnTo>
                  <a:lnTo>
                    <a:pt x="849961" y="1105017"/>
                  </a:lnTo>
                  <a:lnTo>
                    <a:pt x="852425" y="1105017"/>
                  </a:lnTo>
                  <a:lnTo>
                    <a:pt x="854889" y="1105017"/>
                  </a:lnTo>
                  <a:lnTo>
                    <a:pt x="857352" y="1105017"/>
                  </a:lnTo>
                  <a:lnTo>
                    <a:pt x="859816" y="1105017"/>
                  </a:lnTo>
                  <a:lnTo>
                    <a:pt x="862280" y="1105017"/>
                  </a:lnTo>
                  <a:lnTo>
                    <a:pt x="864743" y="1105017"/>
                  </a:lnTo>
                  <a:lnTo>
                    <a:pt x="867207" y="1105017"/>
                  </a:lnTo>
                  <a:lnTo>
                    <a:pt x="869671" y="1105017"/>
                  </a:lnTo>
                  <a:lnTo>
                    <a:pt x="872134" y="1105017"/>
                  </a:lnTo>
                  <a:lnTo>
                    <a:pt x="874598" y="1105017"/>
                  </a:lnTo>
                  <a:lnTo>
                    <a:pt x="877062" y="1105017"/>
                  </a:lnTo>
                  <a:lnTo>
                    <a:pt x="879525" y="1105017"/>
                  </a:lnTo>
                  <a:lnTo>
                    <a:pt x="881989" y="1105017"/>
                  </a:lnTo>
                  <a:lnTo>
                    <a:pt x="884453" y="1105017"/>
                  </a:lnTo>
                  <a:lnTo>
                    <a:pt x="886916" y="1105017"/>
                  </a:lnTo>
                  <a:lnTo>
                    <a:pt x="889380" y="1105017"/>
                  </a:lnTo>
                  <a:lnTo>
                    <a:pt x="891844" y="1105017"/>
                  </a:lnTo>
                  <a:lnTo>
                    <a:pt x="894307" y="1105016"/>
                  </a:lnTo>
                  <a:lnTo>
                    <a:pt x="896771" y="1105014"/>
                  </a:lnTo>
                  <a:lnTo>
                    <a:pt x="899235" y="1105010"/>
                  </a:lnTo>
                  <a:lnTo>
                    <a:pt x="901698" y="1105003"/>
                  </a:lnTo>
                  <a:lnTo>
                    <a:pt x="904162" y="1104990"/>
                  </a:lnTo>
                  <a:lnTo>
                    <a:pt x="906625" y="1104970"/>
                  </a:lnTo>
                  <a:lnTo>
                    <a:pt x="909089" y="1104936"/>
                  </a:lnTo>
                  <a:lnTo>
                    <a:pt x="911553" y="1104885"/>
                  </a:lnTo>
                  <a:lnTo>
                    <a:pt x="914016" y="1104810"/>
                  </a:lnTo>
                  <a:lnTo>
                    <a:pt x="916480" y="1104704"/>
                  </a:lnTo>
                  <a:lnTo>
                    <a:pt x="918944" y="1104562"/>
                  </a:lnTo>
                  <a:lnTo>
                    <a:pt x="921407" y="1104378"/>
                  </a:lnTo>
                  <a:lnTo>
                    <a:pt x="923871" y="1104153"/>
                  </a:lnTo>
                  <a:lnTo>
                    <a:pt x="926335" y="1103890"/>
                  </a:lnTo>
                  <a:lnTo>
                    <a:pt x="928798" y="1103599"/>
                  </a:lnTo>
                  <a:lnTo>
                    <a:pt x="931262" y="1103299"/>
                  </a:lnTo>
                  <a:lnTo>
                    <a:pt x="933726" y="1103014"/>
                  </a:lnTo>
                  <a:lnTo>
                    <a:pt x="936189" y="1102769"/>
                  </a:lnTo>
                  <a:lnTo>
                    <a:pt x="938653" y="1102586"/>
                  </a:lnTo>
                  <a:lnTo>
                    <a:pt x="941117" y="1102484"/>
                  </a:lnTo>
                  <a:lnTo>
                    <a:pt x="943580" y="1102474"/>
                  </a:lnTo>
                  <a:lnTo>
                    <a:pt x="946044" y="1102556"/>
                  </a:lnTo>
                  <a:lnTo>
                    <a:pt x="948508" y="1102721"/>
                  </a:lnTo>
                  <a:lnTo>
                    <a:pt x="950971" y="1102954"/>
                  </a:lnTo>
                  <a:lnTo>
                    <a:pt x="953435" y="1103232"/>
                  </a:lnTo>
                  <a:lnTo>
                    <a:pt x="955899" y="1103529"/>
                  </a:lnTo>
                  <a:lnTo>
                    <a:pt x="958362" y="1103824"/>
                  </a:lnTo>
                  <a:lnTo>
                    <a:pt x="960826" y="1104096"/>
                  </a:lnTo>
                  <a:lnTo>
                    <a:pt x="963290" y="1104329"/>
                  </a:lnTo>
                  <a:lnTo>
                    <a:pt x="965753" y="1104521"/>
                  </a:lnTo>
                  <a:lnTo>
                    <a:pt x="968217" y="1104669"/>
                  </a:lnTo>
                  <a:lnTo>
                    <a:pt x="970681" y="1104777"/>
                  </a:lnTo>
                  <a:lnTo>
                    <a:pt x="973144" y="1104850"/>
                  </a:lnTo>
                  <a:lnTo>
                    <a:pt x="975608" y="1104890"/>
                  </a:lnTo>
                  <a:lnTo>
                    <a:pt x="978072" y="1104901"/>
                  </a:lnTo>
                  <a:lnTo>
                    <a:pt x="980535" y="1104883"/>
                  </a:lnTo>
                  <a:lnTo>
                    <a:pt x="982999" y="1104836"/>
                  </a:lnTo>
                  <a:lnTo>
                    <a:pt x="985463" y="1104756"/>
                  </a:lnTo>
                  <a:lnTo>
                    <a:pt x="987926" y="1104639"/>
                  </a:lnTo>
                  <a:lnTo>
                    <a:pt x="990390" y="1104482"/>
                  </a:lnTo>
                  <a:lnTo>
                    <a:pt x="992853" y="1104281"/>
                  </a:lnTo>
                  <a:lnTo>
                    <a:pt x="995317" y="1104037"/>
                  </a:lnTo>
                  <a:lnTo>
                    <a:pt x="997781" y="1103760"/>
                  </a:lnTo>
                  <a:lnTo>
                    <a:pt x="1000244" y="1103465"/>
                  </a:lnTo>
                  <a:lnTo>
                    <a:pt x="1002708" y="1103172"/>
                  </a:lnTo>
                  <a:lnTo>
                    <a:pt x="1005172" y="1102904"/>
                  </a:lnTo>
                  <a:lnTo>
                    <a:pt x="1007635" y="1102685"/>
                  </a:lnTo>
                  <a:lnTo>
                    <a:pt x="1010099" y="1102537"/>
                  </a:lnTo>
                  <a:lnTo>
                    <a:pt x="1012563" y="1102474"/>
                  </a:lnTo>
                  <a:lnTo>
                    <a:pt x="1015026" y="1102504"/>
                  </a:lnTo>
                  <a:lnTo>
                    <a:pt x="1017490" y="1102623"/>
                  </a:lnTo>
                  <a:lnTo>
                    <a:pt x="1019954" y="1102820"/>
                  </a:lnTo>
                  <a:lnTo>
                    <a:pt x="1022417" y="1103074"/>
                  </a:lnTo>
                  <a:lnTo>
                    <a:pt x="1024881" y="1103363"/>
                  </a:lnTo>
                  <a:lnTo>
                    <a:pt x="1027345" y="1103662"/>
                  </a:lnTo>
                  <a:lnTo>
                    <a:pt x="1029808" y="1103946"/>
                  </a:lnTo>
                  <a:lnTo>
                    <a:pt x="1032272" y="1104201"/>
                  </a:lnTo>
                  <a:lnTo>
                    <a:pt x="1034736" y="1104417"/>
                  </a:lnTo>
                  <a:lnTo>
                    <a:pt x="1037199" y="1104592"/>
                  </a:lnTo>
                  <a:lnTo>
                    <a:pt x="1039663" y="1104727"/>
                  </a:lnTo>
                  <a:lnTo>
                    <a:pt x="1042127" y="1104826"/>
                  </a:lnTo>
                  <a:lnTo>
                    <a:pt x="1044590" y="1104896"/>
                  </a:lnTo>
                  <a:lnTo>
                    <a:pt x="1047054" y="1104944"/>
                  </a:lnTo>
                  <a:lnTo>
                    <a:pt x="1049518" y="1104974"/>
                  </a:lnTo>
                  <a:lnTo>
                    <a:pt x="1051981" y="1104993"/>
                  </a:lnTo>
                  <a:lnTo>
                    <a:pt x="1054445" y="1105004"/>
                  </a:lnTo>
                  <a:lnTo>
                    <a:pt x="1056909" y="1105011"/>
                  </a:lnTo>
                  <a:lnTo>
                    <a:pt x="1059372" y="1105014"/>
                  </a:lnTo>
                  <a:lnTo>
                    <a:pt x="1061836" y="1105016"/>
                  </a:lnTo>
                  <a:lnTo>
                    <a:pt x="1064300" y="1105017"/>
                  </a:lnTo>
                  <a:lnTo>
                    <a:pt x="1066763" y="1105017"/>
                  </a:lnTo>
                  <a:lnTo>
                    <a:pt x="1069227" y="1105017"/>
                  </a:lnTo>
                  <a:lnTo>
                    <a:pt x="1071691" y="1105017"/>
                  </a:lnTo>
                  <a:lnTo>
                    <a:pt x="1074154" y="1105017"/>
                  </a:lnTo>
                  <a:lnTo>
                    <a:pt x="1076618" y="1105017"/>
                  </a:lnTo>
                  <a:lnTo>
                    <a:pt x="1079082" y="1105017"/>
                  </a:lnTo>
                  <a:lnTo>
                    <a:pt x="1081545" y="1105017"/>
                  </a:lnTo>
                  <a:lnTo>
                    <a:pt x="1084009" y="1105017"/>
                  </a:lnTo>
                  <a:lnTo>
                    <a:pt x="1086472" y="1105017"/>
                  </a:lnTo>
                  <a:lnTo>
                    <a:pt x="1088936" y="1105017"/>
                  </a:lnTo>
                  <a:lnTo>
                    <a:pt x="1091400" y="1105017"/>
                  </a:lnTo>
                  <a:lnTo>
                    <a:pt x="1093863" y="1105017"/>
                  </a:lnTo>
                  <a:lnTo>
                    <a:pt x="1096327" y="1105017"/>
                  </a:lnTo>
                  <a:lnTo>
                    <a:pt x="1098791" y="1105017"/>
                  </a:lnTo>
                  <a:lnTo>
                    <a:pt x="1101254" y="1105017"/>
                  </a:lnTo>
                  <a:lnTo>
                    <a:pt x="1103718" y="1105017"/>
                  </a:lnTo>
                  <a:lnTo>
                    <a:pt x="1106182" y="1105017"/>
                  </a:lnTo>
                  <a:lnTo>
                    <a:pt x="1108645" y="1105017"/>
                  </a:lnTo>
                  <a:lnTo>
                    <a:pt x="1111109" y="1105017"/>
                  </a:lnTo>
                  <a:lnTo>
                    <a:pt x="1113573" y="1105017"/>
                  </a:lnTo>
                  <a:lnTo>
                    <a:pt x="1116036" y="1105017"/>
                  </a:lnTo>
                  <a:lnTo>
                    <a:pt x="1118500" y="1105017"/>
                  </a:lnTo>
                  <a:lnTo>
                    <a:pt x="1120964" y="1105017"/>
                  </a:lnTo>
                  <a:lnTo>
                    <a:pt x="1123427" y="1105017"/>
                  </a:lnTo>
                  <a:lnTo>
                    <a:pt x="1125891" y="1105017"/>
                  </a:lnTo>
                  <a:lnTo>
                    <a:pt x="1128355" y="1105017"/>
                  </a:lnTo>
                  <a:lnTo>
                    <a:pt x="1130818" y="1105017"/>
                  </a:lnTo>
                  <a:lnTo>
                    <a:pt x="1133282" y="1105017"/>
                  </a:lnTo>
                  <a:lnTo>
                    <a:pt x="1135746" y="1105017"/>
                  </a:lnTo>
                  <a:lnTo>
                    <a:pt x="1138209" y="1105017"/>
                  </a:lnTo>
                  <a:lnTo>
                    <a:pt x="1140673" y="1105017"/>
                  </a:lnTo>
                  <a:lnTo>
                    <a:pt x="1143137" y="1105017"/>
                  </a:lnTo>
                  <a:lnTo>
                    <a:pt x="1145600" y="1105017"/>
                  </a:lnTo>
                  <a:lnTo>
                    <a:pt x="1148064" y="1105017"/>
                  </a:lnTo>
                  <a:lnTo>
                    <a:pt x="1150528" y="1105017"/>
                  </a:lnTo>
                  <a:lnTo>
                    <a:pt x="1152991" y="1105017"/>
                  </a:lnTo>
                  <a:lnTo>
                    <a:pt x="1155455" y="1105017"/>
                  </a:lnTo>
                  <a:lnTo>
                    <a:pt x="1157919" y="1105017"/>
                  </a:lnTo>
                  <a:lnTo>
                    <a:pt x="1160382" y="1105017"/>
                  </a:lnTo>
                  <a:lnTo>
                    <a:pt x="1162846" y="1105017"/>
                  </a:lnTo>
                  <a:lnTo>
                    <a:pt x="1165310" y="1105017"/>
                  </a:lnTo>
                  <a:lnTo>
                    <a:pt x="1167773" y="1105017"/>
                  </a:lnTo>
                  <a:lnTo>
                    <a:pt x="1170237" y="1105017"/>
                  </a:lnTo>
                  <a:lnTo>
                    <a:pt x="1172701" y="1105017"/>
                  </a:lnTo>
                  <a:lnTo>
                    <a:pt x="1175164" y="1105017"/>
                  </a:lnTo>
                  <a:lnTo>
                    <a:pt x="1177628" y="1105017"/>
                  </a:lnTo>
                  <a:lnTo>
                    <a:pt x="1180091" y="1105017"/>
                  </a:lnTo>
                  <a:lnTo>
                    <a:pt x="1182555" y="1105017"/>
                  </a:lnTo>
                  <a:lnTo>
                    <a:pt x="1185019" y="1105017"/>
                  </a:lnTo>
                  <a:lnTo>
                    <a:pt x="1187482" y="1105017"/>
                  </a:lnTo>
                  <a:lnTo>
                    <a:pt x="1189946" y="1105017"/>
                  </a:lnTo>
                  <a:lnTo>
                    <a:pt x="1192410" y="1105017"/>
                  </a:lnTo>
                  <a:lnTo>
                    <a:pt x="1194873" y="1105017"/>
                  </a:lnTo>
                  <a:lnTo>
                    <a:pt x="1197337" y="1105017"/>
                  </a:lnTo>
                  <a:lnTo>
                    <a:pt x="1199801" y="1105017"/>
                  </a:lnTo>
                  <a:lnTo>
                    <a:pt x="1202264" y="1105017"/>
                  </a:lnTo>
                  <a:lnTo>
                    <a:pt x="1204728" y="1105017"/>
                  </a:lnTo>
                  <a:lnTo>
                    <a:pt x="1207192" y="1105017"/>
                  </a:lnTo>
                  <a:lnTo>
                    <a:pt x="1209655" y="1105017"/>
                  </a:lnTo>
                  <a:lnTo>
                    <a:pt x="1212119" y="1105017"/>
                  </a:lnTo>
                  <a:lnTo>
                    <a:pt x="1214583" y="1105017"/>
                  </a:lnTo>
                  <a:lnTo>
                    <a:pt x="1217046" y="1105017"/>
                  </a:lnTo>
                  <a:lnTo>
                    <a:pt x="1219510" y="1105017"/>
                  </a:lnTo>
                  <a:lnTo>
                    <a:pt x="1221974" y="1105017"/>
                  </a:lnTo>
                  <a:lnTo>
                    <a:pt x="1224437" y="1105017"/>
                  </a:lnTo>
                  <a:lnTo>
                    <a:pt x="1226901" y="1105017"/>
                  </a:lnTo>
                  <a:lnTo>
                    <a:pt x="1229365" y="1105017"/>
                  </a:lnTo>
                  <a:lnTo>
                    <a:pt x="1231828" y="1105017"/>
                  </a:lnTo>
                  <a:lnTo>
                    <a:pt x="1234292" y="1105017"/>
                  </a:lnTo>
                  <a:lnTo>
                    <a:pt x="1236756" y="1105017"/>
                  </a:lnTo>
                  <a:lnTo>
                    <a:pt x="1239219" y="1105017"/>
                  </a:lnTo>
                  <a:lnTo>
                    <a:pt x="1241683" y="1105017"/>
                  </a:lnTo>
                  <a:lnTo>
                    <a:pt x="1244147" y="1105017"/>
                  </a:lnTo>
                  <a:lnTo>
                    <a:pt x="1246610" y="1105017"/>
                  </a:lnTo>
                  <a:lnTo>
                    <a:pt x="1249074" y="1105017"/>
                  </a:lnTo>
                  <a:lnTo>
                    <a:pt x="1251538" y="1105017"/>
                  </a:lnTo>
                  <a:lnTo>
                    <a:pt x="1254001" y="1105017"/>
                  </a:lnTo>
                  <a:lnTo>
                    <a:pt x="1256465" y="1105017"/>
                  </a:lnTo>
                  <a:lnTo>
                    <a:pt x="1258929" y="1105017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909616" y="1376955"/>
              <a:ext cx="1258929" cy="748832"/>
            </a:xfrm>
            <a:custGeom>
              <a:avLst/>
              <a:pathLst>
                <a:path w="1258929" h="748832">
                  <a:moveTo>
                    <a:pt x="0" y="748832"/>
                  </a:moveTo>
                  <a:lnTo>
                    <a:pt x="2463" y="748832"/>
                  </a:lnTo>
                  <a:lnTo>
                    <a:pt x="4927" y="748832"/>
                  </a:lnTo>
                  <a:lnTo>
                    <a:pt x="7390" y="748832"/>
                  </a:lnTo>
                  <a:lnTo>
                    <a:pt x="9854" y="748832"/>
                  </a:lnTo>
                  <a:lnTo>
                    <a:pt x="12318" y="748832"/>
                  </a:lnTo>
                  <a:lnTo>
                    <a:pt x="14781" y="748832"/>
                  </a:lnTo>
                  <a:lnTo>
                    <a:pt x="17245" y="748832"/>
                  </a:lnTo>
                  <a:lnTo>
                    <a:pt x="19709" y="748832"/>
                  </a:lnTo>
                  <a:lnTo>
                    <a:pt x="22172" y="748832"/>
                  </a:lnTo>
                  <a:lnTo>
                    <a:pt x="24636" y="748832"/>
                  </a:lnTo>
                  <a:lnTo>
                    <a:pt x="27100" y="748832"/>
                  </a:lnTo>
                  <a:lnTo>
                    <a:pt x="29563" y="748832"/>
                  </a:lnTo>
                  <a:lnTo>
                    <a:pt x="32027" y="748832"/>
                  </a:lnTo>
                  <a:lnTo>
                    <a:pt x="34491" y="748832"/>
                  </a:lnTo>
                  <a:lnTo>
                    <a:pt x="36954" y="748832"/>
                  </a:lnTo>
                  <a:lnTo>
                    <a:pt x="39418" y="748832"/>
                  </a:lnTo>
                  <a:lnTo>
                    <a:pt x="41882" y="748832"/>
                  </a:lnTo>
                  <a:lnTo>
                    <a:pt x="44345" y="748832"/>
                  </a:lnTo>
                  <a:lnTo>
                    <a:pt x="46809" y="748832"/>
                  </a:lnTo>
                  <a:lnTo>
                    <a:pt x="49273" y="748832"/>
                  </a:lnTo>
                  <a:lnTo>
                    <a:pt x="51736" y="748832"/>
                  </a:lnTo>
                  <a:lnTo>
                    <a:pt x="54200" y="748832"/>
                  </a:lnTo>
                  <a:lnTo>
                    <a:pt x="56664" y="748832"/>
                  </a:lnTo>
                  <a:lnTo>
                    <a:pt x="59127" y="748832"/>
                  </a:lnTo>
                  <a:lnTo>
                    <a:pt x="61591" y="748832"/>
                  </a:lnTo>
                  <a:lnTo>
                    <a:pt x="64055" y="748832"/>
                  </a:lnTo>
                  <a:lnTo>
                    <a:pt x="66518" y="748832"/>
                  </a:lnTo>
                  <a:lnTo>
                    <a:pt x="68982" y="748832"/>
                  </a:lnTo>
                  <a:lnTo>
                    <a:pt x="71446" y="748832"/>
                  </a:lnTo>
                  <a:lnTo>
                    <a:pt x="73909" y="748832"/>
                  </a:lnTo>
                  <a:lnTo>
                    <a:pt x="76373" y="748832"/>
                  </a:lnTo>
                  <a:lnTo>
                    <a:pt x="78837" y="748832"/>
                  </a:lnTo>
                  <a:lnTo>
                    <a:pt x="81300" y="748832"/>
                  </a:lnTo>
                  <a:lnTo>
                    <a:pt x="83764" y="748832"/>
                  </a:lnTo>
                  <a:lnTo>
                    <a:pt x="86228" y="748831"/>
                  </a:lnTo>
                  <a:lnTo>
                    <a:pt x="88691" y="748831"/>
                  </a:lnTo>
                  <a:lnTo>
                    <a:pt x="91155" y="748830"/>
                  </a:lnTo>
                  <a:lnTo>
                    <a:pt x="93618" y="748829"/>
                  </a:lnTo>
                  <a:lnTo>
                    <a:pt x="96082" y="748827"/>
                  </a:lnTo>
                  <a:lnTo>
                    <a:pt x="98546" y="748825"/>
                  </a:lnTo>
                  <a:lnTo>
                    <a:pt x="101009" y="748820"/>
                  </a:lnTo>
                  <a:lnTo>
                    <a:pt x="103473" y="748814"/>
                  </a:lnTo>
                  <a:lnTo>
                    <a:pt x="105937" y="748805"/>
                  </a:lnTo>
                  <a:lnTo>
                    <a:pt x="108400" y="748791"/>
                  </a:lnTo>
                  <a:lnTo>
                    <a:pt x="110864" y="748772"/>
                  </a:lnTo>
                  <a:lnTo>
                    <a:pt x="113328" y="748746"/>
                  </a:lnTo>
                  <a:lnTo>
                    <a:pt x="115791" y="748710"/>
                  </a:lnTo>
                  <a:lnTo>
                    <a:pt x="118255" y="748663"/>
                  </a:lnTo>
                  <a:lnTo>
                    <a:pt x="120719" y="748601"/>
                  </a:lnTo>
                  <a:lnTo>
                    <a:pt x="123182" y="748522"/>
                  </a:lnTo>
                  <a:lnTo>
                    <a:pt x="125646" y="748418"/>
                  </a:lnTo>
                  <a:lnTo>
                    <a:pt x="128110" y="748288"/>
                  </a:lnTo>
                  <a:lnTo>
                    <a:pt x="130573" y="748127"/>
                  </a:lnTo>
                  <a:lnTo>
                    <a:pt x="133037" y="747932"/>
                  </a:lnTo>
                  <a:lnTo>
                    <a:pt x="135501" y="747695"/>
                  </a:lnTo>
                  <a:lnTo>
                    <a:pt x="137964" y="747411"/>
                  </a:lnTo>
                  <a:lnTo>
                    <a:pt x="140428" y="747073"/>
                  </a:lnTo>
                  <a:lnTo>
                    <a:pt x="142892" y="746669"/>
                  </a:lnTo>
                  <a:lnTo>
                    <a:pt x="145355" y="746189"/>
                  </a:lnTo>
                  <a:lnTo>
                    <a:pt x="147819" y="745612"/>
                  </a:lnTo>
                  <a:lnTo>
                    <a:pt x="150283" y="744907"/>
                  </a:lnTo>
                  <a:lnTo>
                    <a:pt x="152746" y="744053"/>
                  </a:lnTo>
                  <a:lnTo>
                    <a:pt x="155210" y="743016"/>
                  </a:lnTo>
                  <a:lnTo>
                    <a:pt x="157674" y="741756"/>
                  </a:lnTo>
                  <a:lnTo>
                    <a:pt x="160137" y="740224"/>
                  </a:lnTo>
                  <a:lnTo>
                    <a:pt x="162601" y="738366"/>
                  </a:lnTo>
                  <a:lnTo>
                    <a:pt x="165065" y="736124"/>
                  </a:lnTo>
                  <a:lnTo>
                    <a:pt x="167528" y="733436"/>
                  </a:lnTo>
                  <a:lnTo>
                    <a:pt x="169992" y="730240"/>
                  </a:lnTo>
                  <a:lnTo>
                    <a:pt x="172456" y="726438"/>
                  </a:lnTo>
                  <a:lnTo>
                    <a:pt x="174919" y="721966"/>
                  </a:lnTo>
                  <a:lnTo>
                    <a:pt x="177383" y="716828"/>
                  </a:lnTo>
                  <a:lnTo>
                    <a:pt x="179847" y="711012"/>
                  </a:lnTo>
                  <a:lnTo>
                    <a:pt x="182310" y="704529"/>
                  </a:lnTo>
                  <a:lnTo>
                    <a:pt x="184774" y="697417"/>
                  </a:lnTo>
                  <a:lnTo>
                    <a:pt x="187237" y="689746"/>
                  </a:lnTo>
                  <a:lnTo>
                    <a:pt x="189701" y="681616"/>
                  </a:lnTo>
                  <a:lnTo>
                    <a:pt x="192165" y="673159"/>
                  </a:lnTo>
                  <a:lnTo>
                    <a:pt x="194628" y="664540"/>
                  </a:lnTo>
                  <a:lnTo>
                    <a:pt x="197092" y="655968"/>
                  </a:lnTo>
                  <a:lnTo>
                    <a:pt x="199556" y="647693"/>
                  </a:lnTo>
                  <a:lnTo>
                    <a:pt x="202019" y="639925"/>
                  </a:lnTo>
                  <a:lnTo>
                    <a:pt x="204483" y="632873"/>
                  </a:lnTo>
                  <a:lnTo>
                    <a:pt x="206947" y="626723"/>
                  </a:lnTo>
                  <a:lnTo>
                    <a:pt x="209410" y="621636"/>
                  </a:lnTo>
                  <a:lnTo>
                    <a:pt x="211874" y="617733"/>
                  </a:lnTo>
                  <a:lnTo>
                    <a:pt x="214338" y="615093"/>
                  </a:lnTo>
                  <a:lnTo>
                    <a:pt x="216801" y="613747"/>
                  </a:lnTo>
                  <a:lnTo>
                    <a:pt x="219265" y="613677"/>
                  </a:lnTo>
                  <a:lnTo>
                    <a:pt x="221729" y="614942"/>
                  </a:lnTo>
                  <a:lnTo>
                    <a:pt x="224192" y="617283"/>
                  </a:lnTo>
                  <a:lnTo>
                    <a:pt x="226656" y="620533"/>
                  </a:lnTo>
                  <a:lnTo>
                    <a:pt x="229120" y="624523"/>
                  </a:lnTo>
                  <a:lnTo>
                    <a:pt x="231583" y="629074"/>
                  </a:lnTo>
                  <a:lnTo>
                    <a:pt x="234047" y="634010"/>
                  </a:lnTo>
                  <a:lnTo>
                    <a:pt x="236511" y="639163"/>
                  </a:lnTo>
                  <a:lnTo>
                    <a:pt x="238974" y="644379"/>
                  </a:lnTo>
                  <a:lnTo>
                    <a:pt x="241438" y="649522"/>
                  </a:lnTo>
                  <a:lnTo>
                    <a:pt x="243902" y="654476"/>
                  </a:lnTo>
                  <a:lnTo>
                    <a:pt x="246365" y="659110"/>
                  </a:lnTo>
                  <a:lnTo>
                    <a:pt x="248829" y="663383"/>
                  </a:lnTo>
                  <a:lnTo>
                    <a:pt x="251293" y="667254"/>
                  </a:lnTo>
                  <a:lnTo>
                    <a:pt x="253756" y="670693"/>
                  </a:lnTo>
                  <a:lnTo>
                    <a:pt x="256220" y="673685"/>
                  </a:lnTo>
                  <a:lnTo>
                    <a:pt x="258684" y="676223"/>
                  </a:lnTo>
                  <a:lnTo>
                    <a:pt x="261147" y="678310"/>
                  </a:lnTo>
                  <a:lnTo>
                    <a:pt x="263611" y="679955"/>
                  </a:lnTo>
                  <a:lnTo>
                    <a:pt x="266075" y="681173"/>
                  </a:lnTo>
                  <a:lnTo>
                    <a:pt x="268538" y="681968"/>
                  </a:lnTo>
                  <a:lnTo>
                    <a:pt x="271002" y="682350"/>
                  </a:lnTo>
                  <a:lnTo>
                    <a:pt x="273465" y="682377"/>
                  </a:lnTo>
                  <a:lnTo>
                    <a:pt x="275929" y="682073"/>
                  </a:lnTo>
                  <a:lnTo>
                    <a:pt x="278393" y="681456"/>
                  </a:lnTo>
                  <a:lnTo>
                    <a:pt x="280856" y="680536"/>
                  </a:lnTo>
                  <a:lnTo>
                    <a:pt x="283320" y="679316"/>
                  </a:lnTo>
                  <a:lnTo>
                    <a:pt x="285784" y="677781"/>
                  </a:lnTo>
                  <a:lnTo>
                    <a:pt x="288247" y="675905"/>
                  </a:lnTo>
                  <a:lnTo>
                    <a:pt x="290711" y="673640"/>
                  </a:lnTo>
                  <a:lnTo>
                    <a:pt x="293175" y="670879"/>
                  </a:lnTo>
                  <a:lnTo>
                    <a:pt x="295638" y="667510"/>
                  </a:lnTo>
                  <a:lnTo>
                    <a:pt x="298102" y="663440"/>
                  </a:lnTo>
                  <a:lnTo>
                    <a:pt x="300566" y="658531"/>
                  </a:lnTo>
                  <a:lnTo>
                    <a:pt x="303029" y="652631"/>
                  </a:lnTo>
                  <a:lnTo>
                    <a:pt x="305493" y="645582"/>
                  </a:lnTo>
                  <a:lnTo>
                    <a:pt x="307957" y="637226"/>
                  </a:lnTo>
                  <a:lnTo>
                    <a:pt x="310420" y="627414"/>
                  </a:lnTo>
                  <a:lnTo>
                    <a:pt x="312884" y="616009"/>
                  </a:lnTo>
                  <a:lnTo>
                    <a:pt x="315348" y="602903"/>
                  </a:lnTo>
                  <a:lnTo>
                    <a:pt x="317811" y="587840"/>
                  </a:lnTo>
                  <a:lnTo>
                    <a:pt x="320275" y="570900"/>
                  </a:lnTo>
                  <a:lnTo>
                    <a:pt x="322739" y="552163"/>
                  </a:lnTo>
                  <a:lnTo>
                    <a:pt x="325202" y="531696"/>
                  </a:lnTo>
                  <a:lnTo>
                    <a:pt x="327666" y="509604"/>
                  </a:lnTo>
                  <a:lnTo>
                    <a:pt x="330130" y="486030"/>
                  </a:lnTo>
                  <a:lnTo>
                    <a:pt x="332593" y="461147"/>
                  </a:lnTo>
                  <a:lnTo>
                    <a:pt x="335057" y="435147"/>
                  </a:lnTo>
                  <a:lnTo>
                    <a:pt x="337521" y="408238"/>
                  </a:lnTo>
                  <a:lnTo>
                    <a:pt x="339984" y="380632"/>
                  </a:lnTo>
                  <a:lnTo>
                    <a:pt x="342448" y="352511"/>
                  </a:lnTo>
                  <a:lnTo>
                    <a:pt x="344912" y="324153"/>
                  </a:lnTo>
                  <a:lnTo>
                    <a:pt x="347375" y="295743"/>
                  </a:lnTo>
                  <a:lnTo>
                    <a:pt x="349839" y="267444"/>
                  </a:lnTo>
                  <a:lnTo>
                    <a:pt x="352303" y="239413"/>
                  </a:lnTo>
                  <a:lnTo>
                    <a:pt x="354766" y="211799"/>
                  </a:lnTo>
                  <a:lnTo>
                    <a:pt x="357230" y="184757"/>
                  </a:lnTo>
                  <a:lnTo>
                    <a:pt x="359694" y="158450"/>
                  </a:lnTo>
                  <a:lnTo>
                    <a:pt x="362157" y="133062"/>
                  </a:lnTo>
                  <a:lnTo>
                    <a:pt x="364621" y="108836"/>
                  </a:lnTo>
                  <a:lnTo>
                    <a:pt x="367084" y="86197"/>
                  </a:lnTo>
                  <a:lnTo>
                    <a:pt x="369548" y="65341"/>
                  </a:lnTo>
                  <a:lnTo>
                    <a:pt x="372012" y="46627"/>
                  </a:lnTo>
                  <a:lnTo>
                    <a:pt x="374475" y="30457"/>
                  </a:lnTo>
                  <a:lnTo>
                    <a:pt x="376939" y="17263"/>
                  </a:lnTo>
                  <a:lnTo>
                    <a:pt x="379403" y="7492"/>
                  </a:lnTo>
                  <a:lnTo>
                    <a:pt x="381866" y="1596"/>
                  </a:lnTo>
                  <a:lnTo>
                    <a:pt x="384330" y="0"/>
                  </a:lnTo>
                  <a:lnTo>
                    <a:pt x="386794" y="3087"/>
                  </a:lnTo>
                  <a:lnTo>
                    <a:pt x="389257" y="11423"/>
                  </a:lnTo>
                  <a:lnTo>
                    <a:pt x="391721" y="25392"/>
                  </a:lnTo>
                  <a:lnTo>
                    <a:pt x="394185" y="44613"/>
                  </a:lnTo>
                  <a:lnTo>
                    <a:pt x="396648" y="68956"/>
                  </a:lnTo>
                  <a:lnTo>
                    <a:pt x="399112" y="98137"/>
                  </a:lnTo>
                  <a:lnTo>
                    <a:pt x="401576" y="131717"/>
                  </a:lnTo>
                  <a:lnTo>
                    <a:pt x="404039" y="169121"/>
                  </a:lnTo>
                  <a:lnTo>
                    <a:pt x="406503" y="209651"/>
                  </a:lnTo>
                  <a:lnTo>
                    <a:pt x="408967" y="252513"/>
                  </a:lnTo>
                  <a:lnTo>
                    <a:pt x="411430" y="296854"/>
                  </a:lnTo>
                  <a:lnTo>
                    <a:pt x="413894" y="341759"/>
                  </a:lnTo>
                  <a:lnTo>
                    <a:pt x="416358" y="386186"/>
                  </a:lnTo>
                  <a:lnTo>
                    <a:pt x="418821" y="429336"/>
                  </a:lnTo>
                  <a:lnTo>
                    <a:pt x="421285" y="470533"/>
                  </a:lnTo>
                  <a:lnTo>
                    <a:pt x="423749" y="509220"/>
                  </a:lnTo>
                  <a:lnTo>
                    <a:pt x="426212" y="544967"/>
                  </a:lnTo>
                  <a:lnTo>
                    <a:pt x="428676" y="577477"/>
                  </a:lnTo>
                  <a:lnTo>
                    <a:pt x="431140" y="606580"/>
                  </a:lnTo>
                  <a:lnTo>
                    <a:pt x="433603" y="632226"/>
                  </a:lnTo>
                  <a:lnTo>
                    <a:pt x="436067" y="654473"/>
                  </a:lnTo>
                  <a:lnTo>
                    <a:pt x="438531" y="673161"/>
                  </a:lnTo>
                  <a:lnTo>
                    <a:pt x="440994" y="688812"/>
                  </a:lnTo>
                  <a:lnTo>
                    <a:pt x="443458" y="701784"/>
                  </a:lnTo>
                  <a:lnTo>
                    <a:pt x="445922" y="712376"/>
                  </a:lnTo>
                  <a:lnTo>
                    <a:pt x="448385" y="720890"/>
                  </a:lnTo>
                  <a:lnTo>
                    <a:pt x="450849" y="727624"/>
                  </a:lnTo>
                  <a:lnTo>
                    <a:pt x="453312" y="732860"/>
                  </a:lnTo>
                  <a:lnTo>
                    <a:pt x="455776" y="736856"/>
                  </a:lnTo>
                  <a:lnTo>
                    <a:pt x="458240" y="739847"/>
                  </a:lnTo>
                  <a:lnTo>
                    <a:pt x="460703" y="742038"/>
                  </a:lnTo>
                  <a:lnTo>
                    <a:pt x="463167" y="743553"/>
                  </a:lnTo>
                  <a:lnTo>
                    <a:pt x="465631" y="744629"/>
                  </a:lnTo>
                  <a:lnTo>
                    <a:pt x="468094" y="745378"/>
                  </a:lnTo>
                  <a:lnTo>
                    <a:pt x="470558" y="745893"/>
                  </a:lnTo>
                  <a:lnTo>
                    <a:pt x="473022" y="746245"/>
                  </a:lnTo>
                  <a:lnTo>
                    <a:pt x="475485" y="746490"/>
                  </a:lnTo>
                  <a:lnTo>
                    <a:pt x="477949" y="746671"/>
                  </a:lnTo>
                  <a:lnTo>
                    <a:pt x="480413" y="746817"/>
                  </a:lnTo>
                  <a:lnTo>
                    <a:pt x="482876" y="746950"/>
                  </a:lnTo>
                  <a:lnTo>
                    <a:pt x="485340" y="747082"/>
                  </a:lnTo>
                  <a:lnTo>
                    <a:pt x="487804" y="747221"/>
                  </a:lnTo>
                  <a:lnTo>
                    <a:pt x="490267" y="747368"/>
                  </a:lnTo>
                  <a:lnTo>
                    <a:pt x="492731" y="747520"/>
                  </a:lnTo>
                  <a:lnTo>
                    <a:pt x="495195" y="747676"/>
                  </a:lnTo>
                  <a:lnTo>
                    <a:pt x="497658" y="747830"/>
                  </a:lnTo>
                  <a:lnTo>
                    <a:pt x="500122" y="747978"/>
                  </a:lnTo>
                  <a:lnTo>
                    <a:pt x="502586" y="748118"/>
                  </a:lnTo>
                  <a:lnTo>
                    <a:pt x="505049" y="748247"/>
                  </a:lnTo>
                  <a:lnTo>
                    <a:pt x="507513" y="748361"/>
                  </a:lnTo>
                  <a:lnTo>
                    <a:pt x="509977" y="748459"/>
                  </a:lnTo>
                  <a:lnTo>
                    <a:pt x="512440" y="748542"/>
                  </a:lnTo>
                  <a:lnTo>
                    <a:pt x="514904" y="748610"/>
                  </a:lnTo>
                  <a:lnTo>
                    <a:pt x="517368" y="748664"/>
                  </a:lnTo>
                  <a:lnTo>
                    <a:pt x="519831" y="748707"/>
                  </a:lnTo>
                  <a:lnTo>
                    <a:pt x="522295" y="748739"/>
                  </a:lnTo>
                  <a:lnTo>
                    <a:pt x="524759" y="748761"/>
                  </a:lnTo>
                  <a:lnTo>
                    <a:pt x="527222" y="748776"/>
                  </a:lnTo>
                  <a:lnTo>
                    <a:pt x="529686" y="748783"/>
                  </a:lnTo>
                  <a:lnTo>
                    <a:pt x="532150" y="748783"/>
                  </a:lnTo>
                  <a:lnTo>
                    <a:pt x="534613" y="748776"/>
                  </a:lnTo>
                  <a:lnTo>
                    <a:pt x="537077" y="748761"/>
                  </a:lnTo>
                  <a:lnTo>
                    <a:pt x="539541" y="748737"/>
                  </a:lnTo>
                  <a:lnTo>
                    <a:pt x="542004" y="748704"/>
                  </a:lnTo>
                  <a:lnTo>
                    <a:pt x="544468" y="748661"/>
                  </a:lnTo>
                  <a:lnTo>
                    <a:pt x="546931" y="748605"/>
                  </a:lnTo>
                  <a:lnTo>
                    <a:pt x="549395" y="748536"/>
                  </a:lnTo>
                  <a:lnTo>
                    <a:pt x="551859" y="748452"/>
                  </a:lnTo>
                  <a:lnTo>
                    <a:pt x="554322" y="748354"/>
                  </a:lnTo>
                  <a:lnTo>
                    <a:pt x="556786" y="748240"/>
                  </a:lnTo>
                  <a:lnTo>
                    <a:pt x="559250" y="748112"/>
                  </a:lnTo>
                  <a:lnTo>
                    <a:pt x="561713" y="747972"/>
                  </a:lnTo>
                  <a:lnTo>
                    <a:pt x="564177" y="747825"/>
                  </a:lnTo>
                  <a:lnTo>
                    <a:pt x="566641" y="747675"/>
                  </a:lnTo>
                  <a:lnTo>
                    <a:pt x="569104" y="747528"/>
                  </a:lnTo>
                  <a:lnTo>
                    <a:pt x="571568" y="747389"/>
                  </a:lnTo>
                  <a:lnTo>
                    <a:pt x="574032" y="747264"/>
                  </a:lnTo>
                  <a:lnTo>
                    <a:pt x="576495" y="747160"/>
                  </a:lnTo>
                  <a:lnTo>
                    <a:pt x="578959" y="747082"/>
                  </a:lnTo>
                  <a:lnTo>
                    <a:pt x="581423" y="747033"/>
                  </a:lnTo>
                  <a:lnTo>
                    <a:pt x="583886" y="747022"/>
                  </a:lnTo>
                  <a:lnTo>
                    <a:pt x="586350" y="747043"/>
                  </a:lnTo>
                  <a:lnTo>
                    <a:pt x="588814" y="747097"/>
                  </a:lnTo>
                  <a:lnTo>
                    <a:pt x="591277" y="747180"/>
                  </a:lnTo>
                  <a:lnTo>
                    <a:pt x="593741" y="747288"/>
                  </a:lnTo>
                  <a:lnTo>
                    <a:pt x="596205" y="747416"/>
                  </a:lnTo>
                  <a:lnTo>
                    <a:pt x="598668" y="747557"/>
                  </a:lnTo>
                  <a:lnTo>
                    <a:pt x="601132" y="747705"/>
                  </a:lnTo>
                  <a:lnTo>
                    <a:pt x="603596" y="747855"/>
                  </a:lnTo>
                  <a:lnTo>
                    <a:pt x="606059" y="748002"/>
                  </a:lnTo>
                  <a:lnTo>
                    <a:pt x="608523" y="748139"/>
                  </a:lnTo>
                  <a:lnTo>
                    <a:pt x="610987" y="748263"/>
                  </a:lnTo>
                  <a:lnTo>
                    <a:pt x="613450" y="748374"/>
                  </a:lnTo>
                  <a:lnTo>
                    <a:pt x="615914" y="748470"/>
                  </a:lnTo>
                  <a:lnTo>
                    <a:pt x="618378" y="748552"/>
                  </a:lnTo>
                  <a:lnTo>
                    <a:pt x="620841" y="748619"/>
                  </a:lnTo>
                  <a:lnTo>
                    <a:pt x="623305" y="748673"/>
                  </a:lnTo>
                  <a:lnTo>
                    <a:pt x="625769" y="748716"/>
                  </a:lnTo>
                  <a:lnTo>
                    <a:pt x="628232" y="748749"/>
                  </a:lnTo>
                  <a:lnTo>
                    <a:pt x="630696" y="748774"/>
                  </a:lnTo>
                  <a:lnTo>
                    <a:pt x="633159" y="748791"/>
                  </a:lnTo>
                  <a:lnTo>
                    <a:pt x="635623" y="748804"/>
                  </a:lnTo>
                  <a:lnTo>
                    <a:pt x="638087" y="748813"/>
                  </a:lnTo>
                  <a:lnTo>
                    <a:pt x="640550" y="748820"/>
                  </a:lnTo>
                  <a:lnTo>
                    <a:pt x="643014" y="748824"/>
                  </a:lnTo>
                  <a:lnTo>
                    <a:pt x="645478" y="748827"/>
                  </a:lnTo>
                  <a:lnTo>
                    <a:pt x="647941" y="748829"/>
                  </a:lnTo>
                  <a:lnTo>
                    <a:pt x="650405" y="748830"/>
                  </a:lnTo>
                  <a:lnTo>
                    <a:pt x="652869" y="748831"/>
                  </a:lnTo>
                  <a:lnTo>
                    <a:pt x="655332" y="748831"/>
                  </a:lnTo>
                  <a:lnTo>
                    <a:pt x="657796" y="748832"/>
                  </a:lnTo>
                  <a:lnTo>
                    <a:pt x="660260" y="748832"/>
                  </a:lnTo>
                  <a:lnTo>
                    <a:pt x="662723" y="748832"/>
                  </a:lnTo>
                  <a:lnTo>
                    <a:pt x="665187" y="748832"/>
                  </a:lnTo>
                  <a:lnTo>
                    <a:pt x="667651" y="748832"/>
                  </a:lnTo>
                  <a:lnTo>
                    <a:pt x="670114" y="748832"/>
                  </a:lnTo>
                  <a:lnTo>
                    <a:pt x="672578" y="748832"/>
                  </a:lnTo>
                  <a:lnTo>
                    <a:pt x="675042" y="748832"/>
                  </a:lnTo>
                  <a:lnTo>
                    <a:pt x="677505" y="748832"/>
                  </a:lnTo>
                  <a:lnTo>
                    <a:pt x="679969" y="748832"/>
                  </a:lnTo>
                  <a:lnTo>
                    <a:pt x="682433" y="748832"/>
                  </a:lnTo>
                  <a:lnTo>
                    <a:pt x="684896" y="748832"/>
                  </a:lnTo>
                  <a:lnTo>
                    <a:pt x="687360" y="748832"/>
                  </a:lnTo>
                  <a:lnTo>
                    <a:pt x="689824" y="748832"/>
                  </a:lnTo>
                  <a:lnTo>
                    <a:pt x="692287" y="748832"/>
                  </a:lnTo>
                  <a:lnTo>
                    <a:pt x="694751" y="748832"/>
                  </a:lnTo>
                  <a:lnTo>
                    <a:pt x="697215" y="748832"/>
                  </a:lnTo>
                  <a:lnTo>
                    <a:pt x="699678" y="748832"/>
                  </a:lnTo>
                  <a:lnTo>
                    <a:pt x="702142" y="748832"/>
                  </a:lnTo>
                  <a:lnTo>
                    <a:pt x="704606" y="748832"/>
                  </a:lnTo>
                  <a:lnTo>
                    <a:pt x="707069" y="748832"/>
                  </a:lnTo>
                  <a:lnTo>
                    <a:pt x="709533" y="748832"/>
                  </a:lnTo>
                  <a:lnTo>
                    <a:pt x="711997" y="748832"/>
                  </a:lnTo>
                  <a:lnTo>
                    <a:pt x="714460" y="748832"/>
                  </a:lnTo>
                  <a:lnTo>
                    <a:pt x="716924" y="748832"/>
                  </a:lnTo>
                  <a:lnTo>
                    <a:pt x="719388" y="748832"/>
                  </a:lnTo>
                  <a:lnTo>
                    <a:pt x="721851" y="748832"/>
                  </a:lnTo>
                  <a:lnTo>
                    <a:pt x="724315" y="748832"/>
                  </a:lnTo>
                  <a:lnTo>
                    <a:pt x="726778" y="748832"/>
                  </a:lnTo>
                  <a:lnTo>
                    <a:pt x="729242" y="748832"/>
                  </a:lnTo>
                  <a:lnTo>
                    <a:pt x="731706" y="748832"/>
                  </a:lnTo>
                  <a:lnTo>
                    <a:pt x="734169" y="748832"/>
                  </a:lnTo>
                  <a:lnTo>
                    <a:pt x="736633" y="748832"/>
                  </a:lnTo>
                  <a:lnTo>
                    <a:pt x="739097" y="748832"/>
                  </a:lnTo>
                  <a:lnTo>
                    <a:pt x="741560" y="748832"/>
                  </a:lnTo>
                  <a:lnTo>
                    <a:pt x="744024" y="748832"/>
                  </a:lnTo>
                  <a:lnTo>
                    <a:pt x="746488" y="748832"/>
                  </a:lnTo>
                  <a:lnTo>
                    <a:pt x="748951" y="748832"/>
                  </a:lnTo>
                  <a:lnTo>
                    <a:pt x="751415" y="748832"/>
                  </a:lnTo>
                  <a:lnTo>
                    <a:pt x="753879" y="748832"/>
                  </a:lnTo>
                  <a:lnTo>
                    <a:pt x="756342" y="748832"/>
                  </a:lnTo>
                  <a:lnTo>
                    <a:pt x="758806" y="748832"/>
                  </a:lnTo>
                  <a:lnTo>
                    <a:pt x="761270" y="748832"/>
                  </a:lnTo>
                  <a:lnTo>
                    <a:pt x="763733" y="748832"/>
                  </a:lnTo>
                  <a:lnTo>
                    <a:pt x="766197" y="748832"/>
                  </a:lnTo>
                  <a:lnTo>
                    <a:pt x="768661" y="748832"/>
                  </a:lnTo>
                  <a:lnTo>
                    <a:pt x="771124" y="748832"/>
                  </a:lnTo>
                  <a:lnTo>
                    <a:pt x="773588" y="748832"/>
                  </a:lnTo>
                  <a:lnTo>
                    <a:pt x="776052" y="748832"/>
                  </a:lnTo>
                  <a:lnTo>
                    <a:pt x="778515" y="748832"/>
                  </a:lnTo>
                  <a:lnTo>
                    <a:pt x="780979" y="748832"/>
                  </a:lnTo>
                  <a:lnTo>
                    <a:pt x="783443" y="748832"/>
                  </a:lnTo>
                  <a:lnTo>
                    <a:pt x="785906" y="748832"/>
                  </a:lnTo>
                  <a:lnTo>
                    <a:pt x="788370" y="748832"/>
                  </a:lnTo>
                  <a:lnTo>
                    <a:pt x="790834" y="748832"/>
                  </a:lnTo>
                  <a:lnTo>
                    <a:pt x="793297" y="748832"/>
                  </a:lnTo>
                  <a:lnTo>
                    <a:pt x="795761" y="748832"/>
                  </a:lnTo>
                  <a:lnTo>
                    <a:pt x="798225" y="748832"/>
                  </a:lnTo>
                  <a:lnTo>
                    <a:pt x="800688" y="748832"/>
                  </a:lnTo>
                  <a:lnTo>
                    <a:pt x="803152" y="748832"/>
                  </a:lnTo>
                  <a:lnTo>
                    <a:pt x="805616" y="748832"/>
                  </a:lnTo>
                  <a:lnTo>
                    <a:pt x="808079" y="748832"/>
                  </a:lnTo>
                  <a:lnTo>
                    <a:pt x="810543" y="748832"/>
                  </a:lnTo>
                  <a:lnTo>
                    <a:pt x="813006" y="748832"/>
                  </a:lnTo>
                  <a:lnTo>
                    <a:pt x="815470" y="748832"/>
                  </a:lnTo>
                  <a:lnTo>
                    <a:pt x="817934" y="748832"/>
                  </a:lnTo>
                  <a:lnTo>
                    <a:pt x="820397" y="748832"/>
                  </a:lnTo>
                  <a:lnTo>
                    <a:pt x="822861" y="748832"/>
                  </a:lnTo>
                  <a:lnTo>
                    <a:pt x="825325" y="748832"/>
                  </a:lnTo>
                  <a:lnTo>
                    <a:pt x="827788" y="748832"/>
                  </a:lnTo>
                  <a:lnTo>
                    <a:pt x="830252" y="748832"/>
                  </a:lnTo>
                  <a:lnTo>
                    <a:pt x="832716" y="748832"/>
                  </a:lnTo>
                  <a:lnTo>
                    <a:pt x="835179" y="748832"/>
                  </a:lnTo>
                  <a:lnTo>
                    <a:pt x="837643" y="748832"/>
                  </a:lnTo>
                  <a:lnTo>
                    <a:pt x="840107" y="748832"/>
                  </a:lnTo>
                  <a:lnTo>
                    <a:pt x="842570" y="748832"/>
                  </a:lnTo>
                  <a:lnTo>
                    <a:pt x="845034" y="748832"/>
                  </a:lnTo>
                  <a:lnTo>
                    <a:pt x="847498" y="748832"/>
                  </a:lnTo>
                  <a:lnTo>
                    <a:pt x="849961" y="748832"/>
                  </a:lnTo>
                  <a:lnTo>
                    <a:pt x="852425" y="748832"/>
                  </a:lnTo>
                  <a:lnTo>
                    <a:pt x="854889" y="748832"/>
                  </a:lnTo>
                  <a:lnTo>
                    <a:pt x="857352" y="748832"/>
                  </a:lnTo>
                  <a:lnTo>
                    <a:pt x="859816" y="748832"/>
                  </a:lnTo>
                  <a:lnTo>
                    <a:pt x="862280" y="748832"/>
                  </a:lnTo>
                  <a:lnTo>
                    <a:pt x="864743" y="748832"/>
                  </a:lnTo>
                  <a:lnTo>
                    <a:pt x="867207" y="748832"/>
                  </a:lnTo>
                  <a:lnTo>
                    <a:pt x="869671" y="748832"/>
                  </a:lnTo>
                  <a:lnTo>
                    <a:pt x="872134" y="748832"/>
                  </a:lnTo>
                  <a:lnTo>
                    <a:pt x="874598" y="748832"/>
                  </a:lnTo>
                  <a:lnTo>
                    <a:pt x="877062" y="748832"/>
                  </a:lnTo>
                  <a:lnTo>
                    <a:pt x="879525" y="748832"/>
                  </a:lnTo>
                  <a:lnTo>
                    <a:pt x="881989" y="748832"/>
                  </a:lnTo>
                  <a:lnTo>
                    <a:pt x="884453" y="748832"/>
                  </a:lnTo>
                  <a:lnTo>
                    <a:pt x="886916" y="748832"/>
                  </a:lnTo>
                  <a:lnTo>
                    <a:pt x="889380" y="748832"/>
                  </a:lnTo>
                  <a:lnTo>
                    <a:pt x="891844" y="748832"/>
                  </a:lnTo>
                  <a:lnTo>
                    <a:pt x="894307" y="748832"/>
                  </a:lnTo>
                  <a:lnTo>
                    <a:pt x="896771" y="748832"/>
                  </a:lnTo>
                  <a:lnTo>
                    <a:pt x="899235" y="748832"/>
                  </a:lnTo>
                  <a:lnTo>
                    <a:pt x="901698" y="748832"/>
                  </a:lnTo>
                  <a:lnTo>
                    <a:pt x="904162" y="748832"/>
                  </a:lnTo>
                  <a:lnTo>
                    <a:pt x="906625" y="748832"/>
                  </a:lnTo>
                  <a:lnTo>
                    <a:pt x="909089" y="748832"/>
                  </a:lnTo>
                  <a:lnTo>
                    <a:pt x="911553" y="748832"/>
                  </a:lnTo>
                  <a:lnTo>
                    <a:pt x="914016" y="748832"/>
                  </a:lnTo>
                  <a:lnTo>
                    <a:pt x="916480" y="748832"/>
                  </a:lnTo>
                  <a:lnTo>
                    <a:pt x="918944" y="748832"/>
                  </a:lnTo>
                  <a:lnTo>
                    <a:pt x="921407" y="748832"/>
                  </a:lnTo>
                  <a:lnTo>
                    <a:pt x="923871" y="748832"/>
                  </a:lnTo>
                  <a:lnTo>
                    <a:pt x="926335" y="748832"/>
                  </a:lnTo>
                  <a:lnTo>
                    <a:pt x="928798" y="748832"/>
                  </a:lnTo>
                  <a:lnTo>
                    <a:pt x="931262" y="748832"/>
                  </a:lnTo>
                  <a:lnTo>
                    <a:pt x="933726" y="748832"/>
                  </a:lnTo>
                  <a:lnTo>
                    <a:pt x="936189" y="748832"/>
                  </a:lnTo>
                  <a:lnTo>
                    <a:pt x="938653" y="748832"/>
                  </a:lnTo>
                  <a:lnTo>
                    <a:pt x="941117" y="748832"/>
                  </a:lnTo>
                  <a:lnTo>
                    <a:pt x="943580" y="748832"/>
                  </a:lnTo>
                  <a:lnTo>
                    <a:pt x="946044" y="748832"/>
                  </a:lnTo>
                  <a:lnTo>
                    <a:pt x="948508" y="748832"/>
                  </a:lnTo>
                  <a:lnTo>
                    <a:pt x="950971" y="748832"/>
                  </a:lnTo>
                  <a:lnTo>
                    <a:pt x="953435" y="748832"/>
                  </a:lnTo>
                  <a:lnTo>
                    <a:pt x="955899" y="748832"/>
                  </a:lnTo>
                  <a:lnTo>
                    <a:pt x="958362" y="748832"/>
                  </a:lnTo>
                  <a:lnTo>
                    <a:pt x="960826" y="748832"/>
                  </a:lnTo>
                  <a:lnTo>
                    <a:pt x="963290" y="748832"/>
                  </a:lnTo>
                  <a:lnTo>
                    <a:pt x="965753" y="748832"/>
                  </a:lnTo>
                  <a:lnTo>
                    <a:pt x="968217" y="748832"/>
                  </a:lnTo>
                  <a:lnTo>
                    <a:pt x="970681" y="748832"/>
                  </a:lnTo>
                  <a:lnTo>
                    <a:pt x="973144" y="748832"/>
                  </a:lnTo>
                  <a:lnTo>
                    <a:pt x="975608" y="748832"/>
                  </a:lnTo>
                  <a:lnTo>
                    <a:pt x="978072" y="748832"/>
                  </a:lnTo>
                  <a:lnTo>
                    <a:pt x="980535" y="748832"/>
                  </a:lnTo>
                  <a:lnTo>
                    <a:pt x="982999" y="748832"/>
                  </a:lnTo>
                  <a:lnTo>
                    <a:pt x="985463" y="748832"/>
                  </a:lnTo>
                  <a:lnTo>
                    <a:pt x="987926" y="748832"/>
                  </a:lnTo>
                  <a:lnTo>
                    <a:pt x="990390" y="748832"/>
                  </a:lnTo>
                  <a:lnTo>
                    <a:pt x="992853" y="748832"/>
                  </a:lnTo>
                  <a:lnTo>
                    <a:pt x="995317" y="748832"/>
                  </a:lnTo>
                  <a:lnTo>
                    <a:pt x="997781" y="748832"/>
                  </a:lnTo>
                  <a:lnTo>
                    <a:pt x="1000244" y="748832"/>
                  </a:lnTo>
                  <a:lnTo>
                    <a:pt x="1002708" y="748832"/>
                  </a:lnTo>
                  <a:lnTo>
                    <a:pt x="1005172" y="748832"/>
                  </a:lnTo>
                  <a:lnTo>
                    <a:pt x="1007635" y="748832"/>
                  </a:lnTo>
                  <a:lnTo>
                    <a:pt x="1010099" y="748832"/>
                  </a:lnTo>
                  <a:lnTo>
                    <a:pt x="1012563" y="748832"/>
                  </a:lnTo>
                  <a:lnTo>
                    <a:pt x="1015026" y="748832"/>
                  </a:lnTo>
                  <a:lnTo>
                    <a:pt x="1017490" y="748832"/>
                  </a:lnTo>
                  <a:lnTo>
                    <a:pt x="1019954" y="748832"/>
                  </a:lnTo>
                  <a:lnTo>
                    <a:pt x="1022417" y="748832"/>
                  </a:lnTo>
                  <a:lnTo>
                    <a:pt x="1024881" y="748832"/>
                  </a:lnTo>
                  <a:lnTo>
                    <a:pt x="1027345" y="748832"/>
                  </a:lnTo>
                  <a:lnTo>
                    <a:pt x="1029808" y="748832"/>
                  </a:lnTo>
                  <a:lnTo>
                    <a:pt x="1032272" y="748832"/>
                  </a:lnTo>
                  <a:lnTo>
                    <a:pt x="1034736" y="748832"/>
                  </a:lnTo>
                  <a:lnTo>
                    <a:pt x="1037199" y="748832"/>
                  </a:lnTo>
                  <a:lnTo>
                    <a:pt x="1039663" y="748832"/>
                  </a:lnTo>
                  <a:lnTo>
                    <a:pt x="1042127" y="748832"/>
                  </a:lnTo>
                  <a:lnTo>
                    <a:pt x="1044590" y="748832"/>
                  </a:lnTo>
                  <a:lnTo>
                    <a:pt x="1047054" y="748832"/>
                  </a:lnTo>
                  <a:lnTo>
                    <a:pt x="1049518" y="748832"/>
                  </a:lnTo>
                  <a:lnTo>
                    <a:pt x="1051981" y="748832"/>
                  </a:lnTo>
                  <a:lnTo>
                    <a:pt x="1054445" y="748832"/>
                  </a:lnTo>
                  <a:lnTo>
                    <a:pt x="1056909" y="748832"/>
                  </a:lnTo>
                  <a:lnTo>
                    <a:pt x="1059372" y="748832"/>
                  </a:lnTo>
                  <a:lnTo>
                    <a:pt x="1061836" y="748832"/>
                  </a:lnTo>
                  <a:lnTo>
                    <a:pt x="1064300" y="748832"/>
                  </a:lnTo>
                  <a:lnTo>
                    <a:pt x="1066763" y="748832"/>
                  </a:lnTo>
                  <a:lnTo>
                    <a:pt x="1069227" y="748832"/>
                  </a:lnTo>
                  <a:lnTo>
                    <a:pt x="1071691" y="748832"/>
                  </a:lnTo>
                  <a:lnTo>
                    <a:pt x="1074154" y="748832"/>
                  </a:lnTo>
                  <a:lnTo>
                    <a:pt x="1076618" y="748832"/>
                  </a:lnTo>
                  <a:lnTo>
                    <a:pt x="1079082" y="748832"/>
                  </a:lnTo>
                  <a:lnTo>
                    <a:pt x="1081545" y="748832"/>
                  </a:lnTo>
                  <a:lnTo>
                    <a:pt x="1084009" y="748832"/>
                  </a:lnTo>
                  <a:lnTo>
                    <a:pt x="1086472" y="748832"/>
                  </a:lnTo>
                  <a:lnTo>
                    <a:pt x="1088936" y="748832"/>
                  </a:lnTo>
                  <a:lnTo>
                    <a:pt x="1091400" y="748832"/>
                  </a:lnTo>
                  <a:lnTo>
                    <a:pt x="1093863" y="748832"/>
                  </a:lnTo>
                  <a:lnTo>
                    <a:pt x="1096327" y="748832"/>
                  </a:lnTo>
                  <a:lnTo>
                    <a:pt x="1098791" y="748832"/>
                  </a:lnTo>
                  <a:lnTo>
                    <a:pt x="1101254" y="748832"/>
                  </a:lnTo>
                  <a:lnTo>
                    <a:pt x="1103718" y="748832"/>
                  </a:lnTo>
                  <a:lnTo>
                    <a:pt x="1106182" y="748832"/>
                  </a:lnTo>
                  <a:lnTo>
                    <a:pt x="1108645" y="748832"/>
                  </a:lnTo>
                  <a:lnTo>
                    <a:pt x="1111109" y="748832"/>
                  </a:lnTo>
                  <a:lnTo>
                    <a:pt x="1113573" y="748832"/>
                  </a:lnTo>
                  <a:lnTo>
                    <a:pt x="1116036" y="748832"/>
                  </a:lnTo>
                  <a:lnTo>
                    <a:pt x="1118500" y="748832"/>
                  </a:lnTo>
                  <a:lnTo>
                    <a:pt x="1120964" y="748832"/>
                  </a:lnTo>
                  <a:lnTo>
                    <a:pt x="1123427" y="748832"/>
                  </a:lnTo>
                  <a:lnTo>
                    <a:pt x="1125891" y="748832"/>
                  </a:lnTo>
                  <a:lnTo>
                    <a:pt x="1128355" y="748832"/>
                  </a:lnTo>
                  <a:lnTo>
                    <a:pt x="1130818" y="748832"/>
                  </a:lnTo>
                  <a:lnTo>
                    <a:pt x="1133282" y="748832"/>
                  </a:lnTo>
                  <a:lnTo>
                    <a:pt x="1135746" y="748832"/>
                  </a:lnTo>
                  <a:lnTo>
                    <a:pt x="1138209" y="748832"/>
                  </a:lnTo>
                  <a:lnTo>
                    <a:pt x="1140673" y="748832"/>
                  </a:lnTo>
                  <a:lnTo>
                    <a:pt x="1143137" y="748832"/>
                  </a:lnTo>
                  <a:lnTo>
                    <a:pt x="1145600" y="748832"/>
                  </a:lnTo>
                  <a:lnTo>
                    <a:pt x="1148064" y="748832"/>
                  </a:lnTo>
                  <a:lnTo>
                    <a:pt x="1150528" y="748832"/>
                  </a:lnTo>
                  <a:lnTo>
                    <a:pt x="1152991" y="748832"/>
                  </a:lnTo>
                  <a:lnTo>
                    <a:pt x="1155455" y="748832"/>
                  </a:lnTo>
                  <a:lnTo>
                    <a:pt x="1157919" y="748832"/>
                  </a:lnTo>
                  <a:lnTo>
                    <a:pt x="1160382" y="748832"/>
                  </a:lnTo>
                  <a:lnTo>
                    <a:pt x="1162846" y="748832"/>
                  </a:lnTo>
                  <a:lnTo>
                    <a:pt x="1165310" y="748832"/>
                  </a:lnTo>
                  <a:lnTo>
                    <a:pt x="1167773" y="748832"/>
                  </a:lnTo>
                  <a:lnTo>
                    <a:pt x="1170237" y="748832"/>
                  </a:lnTo>
                  <a:lnTo>
                    <a:pt x="1172701" y="748832"/>
                  </a:lnTo>
                  <a:lnTo>
                    <a:pt x="1175164" y="748832"/>
                  </a:lnTo>
                  <a:lnTo>
                    <a:pt x="1177628" y="748832"/>
                  </a:lnTo>
                  <a:lnTo>
                    <a:pt x="1180091" y="748832"/>
                  </a:lnTo>
                  <a:lnTo>
                    <a:pt x="1182555" y="748832"/>
                  </a:lnTo>
                  <a:lnTo>
                    <a:pt x="1185019" y="748832"/>
                  </a:lnTo>
                  <a:lnTo>
                    <a:pt x="1187482" y="748832"/>
                  </a:lnTo>
                  <a:lnTo>
                    <a:pt x="1189946" y="748832"/>
                  </a:lnTo>
                  <a:lnTo>
                    <a:pt x="1192410" y="748832"/>
                  </a:lnTo>
                  <a:lnTo>
                    <a:pt x="1194873" y="748832"/>
                  </a:lnTo>
                  <a:lnTo>
                    <a:pt x="1197337" y="748832"/>
                  </a:lnTo>
                  <a:lnTo>
                    <a:pt x="1199801" y="748832"/>
                  </a:lnTo>
                  <a:lnTo>
                    <a:pt x="1202264" y="748832"/>
                  </a:lnTo>
                  <a:lnTo>
                    <a:pt x="1204728" y="748832"/>
                  </a:lnTo>
                  <a:lnTo>
                    <a:pt x="1207192" y="748832"/>
                  </a:lnTo>
                  <a:lnTo>
                    <a:pt x="1209655" y="748832"/>
                  </a:lnTo>
                  <a:lnTo>
                    <a:pt x="1212119" y="748832"/>
                  </a:lnTo>
                  <a:lnTo>
                    <a:pt x="1214583" y="748832"/>
                  </a:lnTo>
                  <a:lnTo>
                    <a:pt x="1217046" y="748832"/>
                  </a:lnTo>
                  <a:lnTo>
                    <a:pt x="1219510" y="748832"/>
                  </a:lnTo>
                  <a:lnTo>
                    <a:pt x="1221974" y="748832"/>
                  </a:lnTo>
                  <a:lnTo>
                    <a:pt x="1224437" y="748832"/>
                  </a:lnTo>
                  <a:lnTo>
                    <a:pt x="1226901" y="748832"/>
                  </a:lnTo>
                  <a:lnTo>
                    <a:pt x="1229365" y="748832"/>
                  </a:lnTo>
                  <a:lnTo>
                    <a:pt x="1231828" y="748832"/>
                  </a:lnTo>
                  <a:lnTo>
                    <a:pt x="1234292" y="748832"/>
                  </a:lnTo>
                  <a:lnTo>
                    <a:pt x="1236756" y="748832"/>
                  </a:lnTo>
                  <a:lnTo>
                    <a:pt x="1239219" y="748832"/>
                  </a:lnTo>
                  <a:lnTo>
                    <a:pt x="1241683" y="748832"/>
                  </a:lnTo>
                  <a:lnTo>
                    <a:pt x="1244147" y="748832"/>
                  </a:lnTo>
                  <a:lnTo>
                    <a:pt x="1246610" y="748832"/>
                  </a:lnTo>
                  <a:lnTo>
                    <a:pt x="1249074" y="748832"/>
                  </a:lnTo>
                  <a:lnTo>
                    <a:pt x="1251538" y="748832"/>
                  </a:lnTo>
                  <a:lnTo>
                    <a:pt x="1254001" y="748832"/>
                  </a:lnTo>
                  <a:lnTo>
                    <a:pt x="1256465" y="748832"/>
                  </a:lnTo>
                  <a:lnTo>
                    <a:pt x="1258929" y="748832"/>
                  </a:lnTo>
                  <a:lnTo>
                    <a:pt x="1256465" y="748832"/>
                  </a:lnTo>
                  <a:lnTo>
                    <a:pt x="1254001" y="748832"/>
                  </a:lnTo>
                  <a:lnTo>
                    <a:pt x="1251538" y="748832"/>
                  </a:lnTo>
                  <a:lnTo>
                    <a:pt x="1249074" y="748832"/>
                  </a:lnTo>
                  <a:lnTo>
                    <a:pt x="1246610" y="748832"/>
                  </a:lnTo>
                  <a:lnTo>
                    <a:pt x="1244147" y="748832"/>
                  </a:lnTo>
                  <a:lnTo>
                    <a:pt x="1241683" y="748832"/>
                  </a:lnTo>
                  <a:lnTo>
                    <a:pt x="1239219" y="748832"/>
                  </a:lnTo>
                  <a:lnTo>
                    <a:pt x="1236756" y="748832"/>
                  </a:lnTo>
                  <a:lnTo>
                    <a:pt x="1234292" y="748832"/>
                  </a:lnTo>
                  <a:lnTo>
                    <a:pt x="1231828" y="748832"/>
                  </a:lnTo>
                  <a:lnTo>
                    <a:pt x="1229365" y="748832"/>
                  </a:lnTo>
                  <a:lnTo>
                    <a:pt x="1226901" y="748832"/>
                  </a:lnTo>
                  <a:lnTo>
                    <a:pt x="1224437" y="748832"/>
                  </a:lnTo>
                  <a:lnTo>
                    <a:pt x="1221974" y="748832"/>
                  </a:lnTo>
                  <a:lnTo>
                    <a:pt x="1219510" y="748832"/>
                  </a:lnTo>
                  <a:lnTo>
                    <a:pt x="1217046" y="748832"/>
                  </a:lnTo>
                  <a:lnTo>
                    <a:pt x="1214583" y="748832"/>
                  </a:lnTo>
                  <a:lnTo>
                    <a:pt x="1212119" y="748832"/>
                  </a:lnTo>
                  <a:lnTo>
                    <a:pt x="1209655" y="748832"/>
                  </a:lnTo>
                  <a:lnTo>
                    <a:pt x="1207192" y="748832"/>
                  </a:lnTo>
                  <a:lnTo>
                    <a:pt x="1204728" y="748832"/>
                  </a:lnTo>
                  <a:lnTo>
                    <a:pt x="1202264" y="748832"/>
                  </a:lnTo>
                  <a:lnTo>
                    <a:pt x="1199801" y="748832"/>
                  </a:lnTo>
                  <a:lnTo>
                    <a:pt x="1197337" y="748832"/>
                  </a:lnTo>
                  <a:lnTo>
                    <a:pt x="1194873" y="748832"/>
                  </a:lnTo>
                  <a:lnTo>
                    <a:pt x="1192410" y="748832"/>
                  </a:lnTo>
                  <a:lnTo>
                    <a:pt x="1189946" y="748832"/>
                  </a:lnTo>
                  <a:lnTo>
                    <a:pt x="1187482" y="748832"/>
                  </a:lnTo>
                  <a:lnTo>
                    <a:pt x="1185019" y="748832"/>
                  </a:lnTo>
                  <a:lnTo>
                    <a:pt x="1182555" y="748832"/>
                  </a:lnTo>
                  <a:lnTo>
                    <a:pt x="1180091" y="748832"/>
                  </a:lnTo>
                  <a:lnTo>
                    <a:pt x="1177628" y="748832"/>
                  </a:lnTo>
                  <a:lnTo>
                    <a:pt x="1175164" y="748832"/>
                  </a:lnTo>
                  <a:lnTo>
                    <a:pt x="1172701" y="748832"/>
                  </a:lnTo>
                  <a:lnTo>
                    <a:pt x="1170237" y="748832"/>
                  </a:lnTo>
                  <a:lnTo>
                    <a:pt x="1167773" y="748832"/>
                  </a:lnTo>
                  <a:lnTo>
                    <a:pt x="1165310" y="748832"/>
                  </a:lnTo>
                  <a:lnTo>
                    <a:pt x="1162846" y="748832"/>
                  </a:lnTo>
                  <a:lnTo>
                    <a:pt x="1160382" y="748832"/>
                  </a:lnTo>
                  <a:lnTo>
                    <a:pt x="1157919" y="748832"/>
                  </a:lnTo>
                  <a:lnTo>
                    <a:pt x="1155455" y="748832"/>
                  </a:lnTo>
                  <a:lnTo>
                    <a:pt x="1152991" y="748832"/>
                  </a:lnTo>
                  <a:lnTo>
                    <a:pt x="1150528" y="748832"/>
                  </a:lnTo>
                  <a:lnTo>
                    <a:pt x="1148064" y="748832"/>
                  </a:lnTo>
                  <a:lnTo>
                    <a:pt x="1145600" y="748832"/>
                  </a:lnTo>
                  <a:lnTo>
                    <a:pt x="1143137" y="748832"/>
                  </a:lnTo>
                  <a:lnTo>
                    <a:pt x="1140673" y="748832"/>
                  </a:lnTo>
                  <a:lnTo>
                    <a:pt x="1138209" y="748832"/>
                  </a:lnTo>
                  <a:lnTo>
                    <a:pt x="1135746" y="748832"/>
                  </a:lnTo>
                  <a:lnTo>
                    <a:pt x="1133282" y="748832"/>
                  </a:lnTo>
                  <a:lnTo>
                    <a:pt x="1130818" y="748832"/>
                  </a:lnTo>
                  <a:lnTo>
                    <a:pt x="1128355" y="748832"/>
                  </a:lnTo>
                  <a:lnTo>
                    <a:pt x="1125891" y="748832"/>
                  </a:lnTo>
                  <a:lnTo>
                    <a:pt x="1123427" y="748832"/>
                  </a:lnTo>
                  <a:lnTo>
                    <a:pt x="1120964" y="748832"/>
                  </a:lnTo>
                  <a:lnTo>
                    <a:pt x="1118500" y="748832"/>
                  </a:lnTo>
                  <a:lnTo>
                    <a:pt x="1116036" y="748832"/>
                  </a:lnTo>
                  <a:lnTo>
                    <a:pt x="1113573" y="748832"/>
                  </a:lnTo>
                  <a:lnTo>
                    <a:pt x="1111109" y="748832"/>
                  </a:lnTo>
                  <a:lnTo>
                    <a:pt x="1108645" y="748832"/>
                  </a:lnTo>
                  <a:lnTo>
                    <a:pt x="1106182" y="748832"/>
                  </a:lnTo>
                  <a:lnTo>
                    <a:pt x="1103718" y="748832"/>
                  </a:lnTo>
                  <a:lnTo>
                    <a:pt x="1101254" y="748832"/>
                  </a:lnTo>
                  <a:lnTo>
                    <a:pt x="1098791" y="748832"/>
                  </a:lnTo>
                  <a:lnTo>
                    <a:pt x="1096327" y="748832"/>
                  </a:lnTo>
                  <a:lnTo>
                    <a:pt x="1093863" y="748832"/>
                  </a:lnTo>
                  <a:lnTo>
                    <a:pt x="1091400" y="748832"/>
                  </a:lnTo>
                  <a:lnTo>
                    <a:pt x="1088936" y="748832"/>
                  </a:lnTo>
                  <a:lnTo>
                    <a:pt x="1086472" y="748832"/>
                  </a:lnTo>
                  <a:lnTo>
                    <a:pt x="1084009" y="748832"/>
                  </a:lnTo>
                  <a:lnTo>
                    <a:pt x="1081545" y="748832"/>
                  </a:lnTo>
                  <a:lnTo>
                    <a:pt x="1079082" y="748832"/>
                  </a:lnTo>
                  <a:lnTo>
                    <a:pt x="1076618" y="748832"/>
                  </a:lnTo>
                  <a:lnTo>
                    <a:pt x="1074154" y="748832"/>
                  </a:lnTo>
                  <a:lnTo>
                    <a:pt x="1071691" y="748832"/>
                  </a:lnTo>
                  <a:lnTo>
                    <a:pt x="1069227" y="748832"/>
                  </a:lnTo>
                  <a:lnTo>
                    <a:pt x="1066763" y="748832"/>
                  </a:lnTo>
                  <a:lnTo>
                    <a:pt x="1064300" y="748832"/>
                  </a:lnTo>
                  <a:lnTo>
                    <a:pt x="1061836" y="748832"/>
                  </a:lnTo>
                  <a:lnTo>
                    <a:pt x="1059372" y="748832"/>
                  </a:lnTo>
                  <a:lnTo>
                    <a:pt x="1056909" y="748832"/>
                  </a:lnTo>
                  <a:lnTo>
                    <a:pt x="1054445" y="748832"/>
                  </a:lnTo>
                  <a:lnTo>
                    <a:pt x="1051981" y="748832"/>
                  </a:lnTo>
                  <a:lnTo>
                    <a:pt x="1049518" y="748832"/>
                  </a:lnTo>
                  <a:lnTo>
                    <a:pt x="1047054" y="748832"/>
                  </a:lnTo>
                  <a:lnTo>
                    <a:pt x="1044590" y="748832"/>
                  </a:lnTo>
                  <a:lnTo>
                    <a:pt x="1042127" y="748832"/>
                  </a:lnTo>
                  <a:lnTo>
                    <a:pt x="1039663" y="748832"/>
                  </a:lnTo>
                  <a:lnTo>
                    <a:pt x="1037199" y="748832"/>
                  </a:lnTo>
                  <a:lnTo>
                    <a:pt x="1034736" y="748832"/>
                  </a:lnTo>
                  <a:lnTo>
                    <a:pt x="1032272" y="748832"/>
                  </a:lnTo>
                  <a:lnTo>
                    <a:pt x="1029808" y="748832"/>
                  </a:lnTo>
                  <a:lnTo>
                    <a:pt x="1027345" y="748832"/>
                  </a:lnTo>
                  <a:lnTo>
                    <a:pt x="1024881" y="748832"/>
                  </a:lnTo>
                  <a:lnTo>
                    <a:pt x="1022417" y="748832"/>
                  </a:lnTo>
                  <a:lnTo>
                    <a:pt x="1019954" y="748832"/>
                  </a:lnTo>
                  <a:lnTo>
                    <a:pt x="1017490" y="748832"/>
                  </a:lnTo>
                  <a:lnTo>
                    <a:pt x="1015026" y="748832"/>
                  </a:lnTo>
                  <a:lnTo>
                    <a:pt x="1012563" y="748832"/>
                  </a:lnTo>
                  <a:lnTo>
                    <a:pt x="1010099" y="748832"/>
                  </a:lnTo>
                  <a:lnTo>
                    <a:pt x="1007635" y="748832"/>
                  </a:lnTo>
                  <a:lnTo>
                    <a:pt x="1005172" y="748832"/>
                  </a:lnTo>
                  <a:lnTo>
                    <a:pt x="1002708" y="748832"/>
                  </a:lnTo>
                  <a:lnTo>
                    <a:pt x="1000244" y="748832"/>
                  </a:lnTo>
                  <a:lnTo>
                    <a:pt x="997781" y="748832"/>
                  </a:lnTo>
                  <a:lnTo>
                    <a:pt x="995317" y="748832"/>
                  </a:lnTo>
                  <a:lnTo>
                    <a:pt x="992853" y="748832"/>
                  </a:lnTo>
                  <a:lnTo>
                    <a:pt x="990390" y="748832"/>
                  </a:lnTo>
                  <a:lnTo>
                    <a:pt x="987926" y="748832"/>
                  </a:lnTo>
                  <a:lnTo>
                    <a:pt x="985463" y="748832"/>
                  </a:lnTo>
                  <a:lnTo>
                    <a:pt x="982999" y="748832"/>
                  </a:lnTo>
                  <a:lnTo>
                    <a:pt x="980535" y="748832"/>
                  </a:lnTo>
                  <a:lnTo>
                    <a:pt x="978072" y="748832"/>
                  </a:lnTo>
                  <a:lnTo>
                    <a:pt x="975608" y="748832"/>
                  </a:lnTo>
                  <a:lnTo>
                    <a:pt x="973144" y="748832"/>
                  </a:lnTo>
                  <a:lnTo>
                    <a:pt x="970681" y="748832"/>
                  </a:lnTo>
                  <a:lnTo>
                    <a:pt x="968217" y="748832"/>
                  </a:lnTo>
                  <a:lnTo>
                    <a:pt x="965753" y="748832"/>
                  </a:lnTo>
                  <a:lnTo>
                    <a:pt x="963290" y="748832"/>
                  </a:lnTo>
                  <a:lnTo>
                    <a:pt x="960826" y="748832"/>
                  </a:lnTo>
                  <a:lnTo>
                    <a:pt x="958362" y="748832"/>
                  </a:lnTo>
                  <a:lnTo>
                    <a:pt x="955899" y="748832"/>
                  </a:lnTo>
                  <a:lnTo>
                    <a:pt x="953435" y="748832"/>
                  </a:lnTo>
                  <a:lnTo>
                    <a:pt x="950971" y="748832"/>
                  </a:lnTo>
                  <a:lnTo>
                    <a:pt x="948508" y="748832"/>
                  </a:lnTo>
                  <a:lnTo>
                    <a:pt x="946044" y="748832"/>
                  </a:lnTo>
                  <a:lnTo>
                    <a:pt x="943580" y="748832"/>
                  </a:lnTo>
                  <a:lnTo>
                    <a:pt x="941117" y="748832"/>
                  </a:lnTo>
                  <a:lnTo>
                    <a:pt x="938653" y="748832"/>
                  </a:lnTo>
                  <a:lnTo>
                    <a:pt x="936189" y="748832"/>
                  </a:lnTo>
                  <a:lnTo>
                    <a:pt x="933726" y="748832"/>
                  </a:lnTo>
                  <a:lnTo>
                    <a:pt x="931262" y="748832"/>
                  </a:lnTo>
                  <a:lnTo>
                    <a:pt x="928798" y="748832"/>
                  </a:lnTo>
                  <a:lnTo>
                    <a:pt x="926335" y="748832"/>
                  </a:lnTo>
                  <a:lnTo>
                    <a:pt x="923871" y="748832"/>
                  </a:lnTo>
                  <a:lnTo>
                    <a:pt x="921407" y="748832"/>
                  </a:lnTo>
                  <a:lnTo>
                    <a:pt x="918944" y="748832"/>
                  </a:lnTo>
                  <a:lnTo>
                    <a:pt x="916480" y="748832"/>
                  </a:lnTo>
                  <a:lnTo>
                    <a:pt x="914016" y="748832"/>
                  </a:lnTo>
                  <a:lnTo>
                    <a:pt x="911553" y="748832"/>
                  </a:lnTo>
                  <a:lnTo>
                    <a:pt x="909089" y="748832"/>
                  </a:lnTo>
                  <a:lnTo>
                    <a:pt x="906625" y="748832"/>
                  </a:lnTo>
                  <a:lnTo>
                    <a:pt x="904162" y="748832"/>
                  </a:lnTo>
                  <a:lnTo>
                    <a:pt x="901698" y="748832"/>
                  </a:lnTo>
                  <a:lnTo>
                    <a:pt x="899235" y="748832"/>
                  </a:lnTo>
                  <a:lnTo>
                    <a:pt x="896771" y="748832"/>
                  </a:lnTo>
                  <a:lnTo>
                    <a:pt x="894307" y="748832"/>
                  </a:lnTo>
                  <a:lnTo>
                    <a:pt x="891844" y="748832"/>
                  </a:lnTo>
                  <a:lnTo>
                    <a:pt x="889380" y="748832"/>
                  </a:lnTo>
                  <a:lnTo>
                    <a:pt x="886916" y="748832"/>
                  </a:lnTo>
                  <a:lnTo>
                    <a:pt x="884453" y="748832"/>
                  </a:lnTo>
                  <a:lnTo>
                    <a:pt x="881989" y="748832"/>
                  </a:lnTo>
                  <a:lnTo>
                    <a:pt x="879525" y="748832"/>
                  </a:lnTo>
                  <a:lnTo>
                    <a:pt x="877062" y="748832"/>
                  </a:lnTo>
                  <a:lnTo>
                    <a:pt x="874598" y="748832"/>
                  </a:lnTo>
                  <a:lnTo>
                    <a:pt x="872134" y="748832"/>
                  </a:lnTo>
                  <a:lnTo>
                    <a:pt x="869671" y="748832"/>
                  </a:lnTo>
                  <a:lnTo>
                    <a:pt x="867207" y="748832"/>
                  </a:lnTo>
                  <a:lnTo>
                    <a:pt x="864743" y="748832"/>
                  </a:lnTo>
                  <a:lnTo>
                    <a:pt x="862280" y="748832"/>
                  </a:lnTo>
                  <a:lnTo>
                    <a:pt x="859816" y="748832"/>
                  </a:lnTo>
                  <a:lnTo>
                    <a:pt x="857352" y="748832"/>
                  </a:lnTo>
                  <a:lnTo>
                    <a:pt x="854889" y="748832"/>
                  </a:lnTo>
                  <a:lnTo>
                    <a:pt x="852425" y="748832"/>
                  </a:lnTo>
                  <a:lnTo>
                    <a:pt x="849961" y="748832"/>
                  </a:lnTo>
                  <a:lnTo>
                    <a:pt x="847498" y="748832"/>
                  </a:lnTo>
                  <a:lnTo>
                    <a:pt x="845034" y="748832"/>
                  </a:lnTo>
                  <a:lnTo>
                    <a:pt x="842570" y="748832"/>
                  </a:lnTo>
                  <a:lnTo>
                    <a:pt x="840107" y="748832"/>
                  </a:lnTo>
                  <a:lnTo>
                    <a:pt x="837643" y="748832"/>
                  </a:lnTo>
                  <a:lnTo>
                    <a:pt x="835179" y="748832"/>
                  </a:lnTo>
                  <a:lnTo>
                    <a:pt x="832716" y="748832"/>
                  </a:lnTo>
                  <a:lnTo>
                    <a:pt x="830252" y="748832"/>
                  </a:lnTo>
                  <a:lnTo>
                    <a:pt x="827788" y="748832"/>
                  </a:lnTo>
                  <a:lnTo>
                    <a:pt x="825325" y="748832"/>
                  </a:lnTo>
                  <a:lnTo>
                    <a:pt x="822861" y="748832"/>
                  </a:lnTo>
                  <a:lnTo>
                    <a:pt x="820397" y="748832"/>
                  </a:lnTo>
                  <a:lnTo>
                    <a:pt x="817934" y="748832"/>
                  </a:lnTo>
                  <a:lnTo>
                    <a:pt x="815470" y="748832"/>
                  </a:lnTo>
                  <a:lnTo>
                    <a:pt x="813006" y="748832"/>
                  </a:lnTo>
                  <a:lnTo>
                    <a:pt x="810543" y="748832"/>
                  </a:lnTo>
                  <a:lnTo>
                    <a:pt x="808079" y="748832"/>
                  </a:lnTo>
                  <a:lnTo>
                    <a:pt x="805616" y="748832"/>
                  </a:lnTo>
                  <a:lnTo>
                    <a:pt x="803152" y="748832"/>
                  </a:lnTo>
                  <a:lnTo>
                    <a:pt x="800688" y="748832"/>
                  </a:lnTo>
                  <a:lnTo>
                    <a:pt x="798225" y="748832"/>
                  </a:lnTo>
                  <a:lnTo>
                    <a:pt x="795761" y="748832"/>
                  </a:lnTo>
                  <a:lnTo>
                    <a:pt x="793297" y="748832"/>
                  </a:lnTo>
                  <a:lnTo>
                    <a:pt x="790834" y="748832"/>
                  </a:lnTo>
                  <a:lnTo>
                    <a:pt x="788370" y="748832"/>
                  </a:lnTo>
                  <a:lnTo>
                    <a:pt x="785906" y="748832"/>
                  </a:lnTo>
                  <a:lnTo>
                    <a:pt x="783443" y="748832"/>
                  </a:lnTo>
                  <a:lnTo>
                    <a:pt x="780979" y="748832"/>
                  </a:lnTo>
                  <a:lnTo>
                    <a:pt x="778515" y="748832"/>
                  </a:lnTo>
                  <a:lnTo>
                    <a:pt x="776052" y="748832"/>
                  </a:lnTo>
                  <a:lnTo>
                    <a:pt x="773588" y="748832"/>
                  </a:lnTo>
                  <a:lnTo>
                    <a:pt x="771124" y="748832"/>
                  </a:lnTo>
                  <a:lnTo>
                    <a:pt x="768661" y="748832"/>
                  </a:lnTo>
                  <a:lnTo>
                    <a:pt x="766197" y="748832"/>
                  </a:lnTo>
                  <a:lnTo>
                    <a:pt x="763733" y="748832"/>
                  </a:lnTo>
                  <a:lnTo>
                    <a:pt x="761270" y="748832"/>
                  </a:lnTo>
                  <a:lnTo>
                    <a:pt x="758806" y="748832"/>
                  </a:lnTo>
                  <a:lnTo>
                    <a:pt x="756342" y="748832"/>
                  </a:lnTo>
                  <a:lnTo>
                    <a:pt x="753879" y="748832"/>
                  </a:lnTo>
                  <a:lnTo>
                    <a:pt x="751415" y="748832"/>
                  </a:lnTo>
                  <a:lnTo>
                    <a:pt x="748951" y="748832"/>
                  </a:lnTo>
                  <a:lnTo>
                    <a:pt x="746488" y="748832"/>
                  </a:lnTo>
                  <a:lnTo>
                    <a:pt x="744024" y="748832"/>
                  </a:lnTo>
                  <a:lnTo>
                    <a:pt x="741560" y="748832"/>
                  </a:lnTo>
                  <a:lnTo>
                    <a:pt x="739097" y="748832"/>
                  </a:lnTo>
                  <a:lnTo>
                    <a:pt x="736633" y="748832"/>
                  </a:lnTo>
                  <a:lnTo>
                    <a:pt x="734169" y="748832"/>
                  </a:lnTo>
                  <a:lnTo>
                    <a:pt x="731706" y="748832"/>
                  </a:lnTo>
                  <a:lnTo>
                    <a:pt x="729242" y="748832"/>
                  </a:lnTo>
                  <a:lnTo>
                    <a:pt x="726778" y="748832"/>
                  </a:lnTo>
                  <a:lnTo>
                    <a:pt x="724315" y="748832"/>
                  </a:lnTo>
                  <a:lnTo>
                    <a:pt x="721851" y="748832"/>
                  </a:lnTo>
                  <a:lnTo>
                    <a:pt x="719388" y="748832"/>
                  </a:lnTo>
                  <a:lnTo>
                    <a:pt x="716924" y="748832"/>
                  </a:lnTo>
                  <a:lnTo>
                    <a:pt x="714460" y="748832"/>
                  </a:lnTo>
                  <a:lnTo>
                    <a:pt x="711997" y="748832"/>
                  </a:lnTo>
                  <a:lnTo>
                    <a:pt x="709533" y="748832"/>
                  </a:lnTo>
                  <a:lnTo>
                    <a:pt x="707069" y="748832"/>
                  </a:lnTo>
                  <a:lnTo>
                    <a:pt x="704606" y="748832"/>
                  </a:lnTo>
                  <a:lnTo>
                    <a:pt x="702142" y="748832"/>
                  </a:lnTo>
                  <a:lnTo>
                    <a:pt x="699678" y="748832"/>
                  </a:lnTo>
                  <a:lnTo>
                    <a:pt x="697215" y="748832"/>
                  </a:lnTo>
                  <a:lnTo>
                    <a:pt x="694751" y="748832"/>
                  </a:lnTo>
                  <a:lnTo>
                    <a:pt x="692287" y="748832"/>
                  </a:lnTo>
                  <a:lnTo>
                    <a:pt x="689824" y="748832"/>
                  </a:lnTo>
                  <a:lnTo>
                    <a:pt x="687360" y="748832"/>
                  </a:lnTo>
                  <a:lnTo>
                    <a:pt x="684896" y="748832"/>
                  </a:lnTo>
                  <a:lnTo>
                    <a:pt x="682433" y="748832"/>
                  </a:lnTo>
                  <a:lnTo>
                    <a:pt x="679969" y="748832"/>
                  </a:lnTo>
                  <a:lnTo>
                    <a:pt x="677505" y="748832"/>
                  </a:lnTo>
                  <a:lnTo>
                    <a:pt x="675042" y="748832"/>
                  </a:lnTo>
                  <a:lnTo>
                    <a:pt x="672578" y="748832"/>
                  </a:lnTo>
                  <a:lnTo>
                    <a:pt x="670114" y="748832"/>
                  </a:lnTo>
                  <a:lnTo>
                    <a:pt x="667651" y="748832"/>
                  </a:lnTo>
                  <a:lnTo>
                    <a:pt x="665187" y="748832"/>
                  </a:lnTo>
                  <a:lnTo>
                    <a:pt x="662723" y="748832"/>
                  </a:lnTo>
                  <a:lnTo>
                    <a:pt x="660260" y="748832"/>
                  </a:lnTo>
                  <a:lnTo>
                    <a:pt x="657796" y="748832"/>
                  </a:lnTo>
                  <a:lnTo>
                    <a:pt x="655332" y="748832"/>
                  </a:lnTo>
                  <a:lnTo>
                    <a:pt x="652869" y="748832"/>
                  </a:lnTo>
                  <a:lnTo>
                    <a:pt x="650405" y="748832"/>
                  </a:lnTo>
                  <a:lnTo>
                    <a:pt x="647941" y="748832"/>
                  </a:lnTo>
                  <a:lnTo>
                    <a:pt x="645478" y="748832"/>
                  </a:lnTo>
                  <a:lnTo>
                    <a:pt x="643014" y="748832"/>
                  </a:lnTo>
                  <a:lnTo>
                    <a:pt x="640550" y="748832"/>
                  </a:lnTo>
                  <a:lnTo>
                    <a:pt x="638087" y="748832"/>
                  </a:lnTo>
                  <a:lnTo>
                    <a:pt x="635623" y="748832"/>
                  </a:lnTo>
                  <a:lnTo>
                    <a:pt x="633159" y="748832"/>
                  </a:lnTo>
                  <a:lnTo>
                    <a:pt x="630696" y="748832"/>
                  </a:lnTo>
                  <a:lnTo>
                    <a:pt x="628232" y="748832"/>
                  </a:lnTo>
                  <a:lnTo>
                    <a:pt x="625769" y="748832"/>
                  </a:lnTo>
                  <a:lnTo>
                    <a:pt x="623305" y="748832"/>
                  </a:lnTo>
                  <a:lnTo>
                    <a:pt x="620841" y="748832"/>
                  </a:lnTo>
                  <a:lnTo>
                    <a:pt x="618378" y="748832"/>
                  </a:lnTo>
                  <a:lnTo>
                    <a:pt x="615914" y="748832"/>
                  </a:lnTo>
                  <a:lnTo>
                    <a:pt x="613450" y="748832"/>
                  </a:lnTo>
                  <a:lnTo>
                    <a:pt x="610987" y="748832"/>
                  </a:lnTo>
                  <a:lnTo>
                    <a:pt x="608523" y="748832"/>
                  </a:lnTo>
                  <a:lnTo>
                    <a:pt x="606059" y="748832"/>
                  </a:lnTo>
                  <a:lnTo>
                    <a:pt x="603596" y="748832"/>
                  </a:lnTo>
                  <a:lnTo>
                    <a:pt x="601132" y="748832"/>
                  </a:lnTo>
                  <a:lnTo>
                    <a:pt x="598668" y="748832"/>
                  </a:lnTo>
                  <a:lnTo>
                    <a:pt x="596205" y="748832"/>
                  </a:lnTo>
                  <a:lnTo>
                    <a:pt x="593741" y="748832"/>
                  </a:lnTo>
                  <a:lnTo>
                    <a:pt x="591277" y="748832"/>
                  </a:lnTo>
                  <a:lnTo>
                    <a:pt x="588814" y="748832"/>
                  </a:lnTo>
                  <a:lnTo>
                    <a:pt x="586350" y="748832"/>
                  </a:lnTo>
                  <a:lnTo>
                    <a:pt x="583886" y="748832"/>
                  </a:lnTo>
                  <a:lnTo>
                    <a:pt x="581423" y="748832"/>
                  </a:lnTo>
                  <a:lnTo>
                    <a:pt x="578959" y="748832"/>
                  </a:lnTo>
                  <a:lnTo>
                    <a:pt x="576495" y="748832"/>
                  </a:lnTo>
                  <a:lnTo>
                    <a:pt x="574032" y="748832"/>
                  </a:lnTo>
                  <a:lnTo>
                    <a:pt x="571568" y="748832"/>
                  </a:lnTo>
                  <a:lnTo>
                    <a:pt x="569104" y="748832"/>
                  </a:lnTo>
                  <a:lnTo>
                    <a:pt x="566641" y="748832"/>
                  </a:lnTo>
                  <a:lnTo>
                    <a:pt x="564177" y="748832"/>
                  </a:lnTo>
                  <a:lnTo>
                    <a:pt x="561713" y="748832"/>
                  </a:lnTo>
                  <a:lnTo>
                    <a:pt x="559250" y="748832"/>
                  </a:lnTo>
                  <a:lnTo>
                    <a:pt x="556786" y="748832"/>
                  </a:lnTo>
                  <a:lnTo>
                    <a:pt x="554322" y="748832"/>
                  </a:lnTo>
                  <a:lnTo>
                    <a:pt x="551859" y="748832"/>
                  </a:lnTo>
                  <a:lnTo>
                    <a:pt x="549395" y="748832"/>
                  </a:lnTo>
                  <a:lnTo>
                    <a:pt x="546931" y="748832"/>
                  </a:lnTo>
                  <a:lnTo>
                    <a:pt x="544468" y="748832"/>
                  </a:lnTo>
                  <a:lnTo>
                    <a:pt x="542004" y="748832"/>
                  </a:lnTo>
                  <a:lnTo>
                    <a:pt x="539541" y="748832"/>
                  </a:lnTo>
                  <a:lnTo>
                    <a:pt x="537077" y="748832"/>
                  </a:lnTo>
                  <a:lnTo>
                    <a:pt x="534613" y="748832"/>
                  </a:lnTo>
                  <a:lnTo>
                    <a:pt x="532150" y="748832"/>
                  </a:lnTo>
                  <a:lnTo>
                    <a:pt x="529686" y="748832"/>
                  </a:lnTo>
                  <a:lnTo>
                    <a:pt x="527222" y="748832"/>
                  </a:lnTo>
                  <a:lnTo>
                    <a:pt x="524759" y="748832"/>
                  </a:lnTo>
                  <a:lnTo>
                    <a:pt x="522295" y="748832"/>
                  </a:lnTo>
                  <a:lnTo>
                    <a:pt x="519831" y="748832"/>
                  </a:lnTo>
                  <a:lnTo>
                    <a:pt x="517368" y="748832"/>
                  </a:lnTo>
                  <a:lnTo>
                    <a:pt x="514904" y="748832"/>
                  </a:lnTo>
                  <a:lnTo>
                    <a:pt x="512440" y="748832"/>
                  </a:lnTo>
                  <a:lnTo>
                    <a:pt x="509977" y="748832"/>
                  </a:lnTo>
                  <a:lnTo>
                    <a:pt x="507513" y="748832"/>
                  </a:lnTo>
                  <a:lnTo>
                    <a:pt x="505049" y="748832"/>
                  </a:lnTo>
                  <a:lnTo>
                    <a:pt x="502586" y="748832"/>
                  </a:lnTo>
                  <a:lnTo>
                    <a:pt x="500122" y="748832"/>
                  </a:lnTo>
                  <a:lnTo>
                    <a:pt x="497658" y="748832"/>
                  </a:lnTo>
                  <a:lnTo>
                    <a:pt x="495195" y="748832"/>
                  </a:lnTo>
                  <a:lnTo>
                    <a:pt x="492731" y="748832"/>
                  </a:lnTo>
                  <a:lnTo>
                    <a:pt x="490267" y="748832"/>
                  </a:lnTo>
                  <a:lnTo>
                    <a:pt x="487804" y="748832"/>
                  </a:lnTo>
                  <a:lnTo>
                    <a:pt x="485340" y="748832"/>
                  </a:lnTo>
                  <a:lnTo>
                    <a:pt x="482876" y="748832"/>
                  </a:lnTo>
                  <a:lnTo>
                    <a:pt x="480413" y="748832"/>
                  </a:lnTo>
                  <a:lnTo>
                    <a:pt x="477949" y="748832"/>
                  </a:lnTo>
                  <a:lnTo>
                    <a:pt x="475485" y="748832"/>
                  </a:lnTo>
                  <a:lnTo>
                    <a:pt x="473022" y="748832"/>
                  </a:lnTo>
                  <a:lnTo>
                    <a:pt x="470558" y="748832"/>
                  </a:lnTo>
                  <a:lnTo>
                    <a:pt x="468094" y="748832"/>
                  </a:lnTo>
                  <a:lnTo>
                    <a:pt x="465631" y="748832"/>
                  </a:lnTo>
                  <a:lnTo>
                    <a:pt x="463167" y="748832"/>
                  </a:lnTo>
                  <a:lnTo>
                    <a:pt x="460703" y="748832"/>
                  </a:lnTo>
                  <a:lnTo>
                    <a:pt x="458240" y="748832"/>
                  </a:lnTo>
                  <a:lnTo>
                    <a:pt x="455776" y="748832"/>
                  </a:lnTo>
                  <a:lnTo>
                    <a:pt x="453312" y="748832"/>
                  </a:lnTo>
                  <a:lnTo>
                    <a:pt x="450849" y="748832"/>
                  </a:lnTo>
                  <a:lnTo>
                    <a:pt x="448385" y="748832"/>
                  </a:lnTo>
                  <a:lnTo>
                    <a:pt x="445922" y="748832"/>
                  </a:lnTo>
                  <a:lnTo>
                    <a:pt x="443458" y="748832"/>
                  </a:lnTo>
                  <a:lnTo>
                    <a:pt x="440994" y="748832"/>
                  </a:lnTo>
                  <a:lnTo>
                    <a:pt x="438531" y="748832"/>
                  </a:lnTo>
                  <a:lnTo>
                    <a:pt x="436067" y="748832"/>
                  </a:lnTo>
                  <a:lnTo>
                    <a:pt x="433603" y="748832"/>
                  </a:lnTo>
                  <a:lnTo>
                    <a:pt x="431140" y="748832"/>
                  </a:lnTo>
                  <a:lnTo>
                    <a:pt x="428676" y="748832"/>
                  </a:lnTo>
                  <a:lnTo>
                    <a:pt x="426212" y="748832"/>
                  </a:lnTo>
                  <a:lnTo>
                    <a:pt x="423749" y="748832"/>
                  </a:lnTo>
                  <a:lnTo>
                    <a:pt x="421285" y="748832"/>
                  </a:lnTo>
                  <a:lnTo>
                    <a:pt x="418821" y="748832"/>
                  </a:lnTo>
                  <a:lnTo>
                    <a:pt x="416358" y="748832"/>
                  </a:lnTo>
                  <a:lnTo>
                    <a:pt x="413894" y="748832"/>
                  </a:lnTo>
                  <a:lnTo>
                    <a:pt x="411430" y="748832"/>
                  </a:lnTo>
                  <a:lnTo>
                    <a:pt x="408967" y="748832"/>
                  </a:lnTo>
                  <a:lnTo>
                    <a:pt x="406503" y="748832"/>
                  </a:lnTo>
                  <a:lnTo>
                    <a:pt x="404039" y="748832"/>
                  </a:lnTo>
                  <a:lnTo>
                    <a:pt x="401576" y="748832"/>
                  </a:lnTo>
                  <a:lnTo>
                    <a:pt x="399112" y="748832"/>
                  </a:lnTo>
                  <a:lnTo>
                    <a:pt x="396648" y="748832"/>
                  </a:lnTo>
                  <a:lnTo>
                    <a:pt x="394185" y="748832"/>
                  </a:lnTo>
                  <a:lnTo>
                    <a:pt x="391721" y="748832"/>
                  </a:lnTo>
                  <a:lnTo>
                    <a:pt x="389257" y="748832"/>
                  </a:lnTo>
                  <a:lnTo>
                    <a:pt x="386794" y="748832"/>
                  </a:lnTo>
                  <a:lnTo>
                    <a:pt x="384330" y="748832"/>
                  </a:lnTo>
                  <a:lnTo>
                    <a:pt x="381866" y="748832"/>
                  </a:lnTo>
                  <a:lnTo>
                    <a:pt x="379403" y="748832"/>
                  </a:lnTo>
                  <a:lnTo>
                    <a:pt x="376939" y="748832"/>
                  </a:lnTo>
                  <a:lnTo>
                    <a:pt x="374475" y="748832"/>
                  </a:lnTo>
                  <a:lnTo>
                    <a:pt x="372012" y="748832"/>
                  </a:lnTo>
                  <a:lnTo>
                    <a:pt x="369548" y="748832"/>
                  </a:lnTo>
                  <a:lnTo>
                    <a:pt x="367084" y="748832"/>
                  </a:lnTo>
                  <a:lnTo>
                    <a:pt x="364621" y="748832"/>
                  </a:lnTo>
                  <a:lnTo>
                    <a:pt x="362157" y="748832"/>
                  </a:lnTo>
                  <a:lnTo>
                    <a:pt x="359694" y="748832"/>
                  </a:lnTo>
                  <a:lnTo>
                    <a:pt x="357230" y="748832"/>
                  </a:lnTo>
                  <a:lnTo>
                    <a:pt x="354766" y="748832"/>
                  </a:lnTo>
                  <a:lnTo>
                    <a:pt x="352303" y="748832"/>
                  </a:lnTo>
                  <a:lnTo>
                    <a:pt x="349839" y="748832"/>
                  </a:lnTo>
                  <a:lnTo>
                    <a:pt x="347375" y="748832"/>
                  </a:lnTo>
                  <a:lnTo>
                    <a:pt x="344912" y="748832"/>
                  </a:lnTo>
                  <a:lnTo>
                    <a:pt x="342448" y="748832"/>
                  </a:lnTo>
                  <a:lnTo>
                    <a:pt x="339984" y="748832"/>
                  </a:lnTo>
                  <a:lnTo>
                    <a:pt x="337521" y="748832"/>
                  </a:lnTo>
                  <a:lnTo>
                    <a:pt x="335057" y="748832"/>
                  </a:lnTo>
                  <a:lnTo>
                    <a:pt x="332593" y="748832"/>
                  </a:lnTo>
                  <a:lnTo>
                    <a:pt x="330130" y="748832"/>
                  </a:lnTo>
                  <a:lnTo>
                    <a:pt x="327666" y="748832"/>
                  </a:lnTo>
                  <a:lnTo>
                    <a:pt x="325202" y="748832"/>
                  </a:lnTo>
                  <a:lnTo>
                    <a:pt x="322739" y="748832"/>
                  </a:lnTo>
                  <a:lnTo>
                    <a:pt x="320275" y="748832"/>
                  </a:lnTo>
                  <a:lnTo>
                    <a:pt x="317811" y="748832"/>
                  </a:lnTo>
                  <a:lnTo>
                    <a:pt x="315348" y="748832"/>
                  </a:lnTo>
                  <a:lnTo>
                    <a:pt x="312884" y="748832"/>
                  </a:lnTo>
                  <a:lnTo>
                    <a:pt x="310420" y="748832"/>
                  </a:lnTo>
                  <a:lnTo>
                    <a:pt x="307957" y="748832"/>
                  </a:lnTo>
                  <a:lnTo>
                    <a:pt x="305493" y="748832"/>
                  </a:lnTo>
                  <a:lnTo>
                    <a:pt x="303029" y="748832"/>
                  </a:lnTo>
                  <a:lnTo>
                    <a:pt x="300566" y="748832"/>
                  </a:lnTo>
                  <a:lnTo>
                    <a:pt x="298102" y="748832"/>
                  </a:lnTo>
                  <a:lnTo>
                    <a:pt x="295638" y="748832"/>
                  </a:lnTo>
                  <a:lnTo>
                    <a:pt x="293175" y="748832"/>
                  </a:lnTo>
                  <a:lnTo>
                    <a:pt x="290711" y="748832"/>
                  </a:lnTo>
                  <a:lnTo>
                    <a:pt x="288247" y="748832"/>
                  </a:lnTo>
                  <a:lnTo>
                    <a:pt x="285784" y="748832"/>
                  </a:lnTo>
                  <a:lnTo>
                    <a:pt x="283320" y="748832"/>
                  </a:lnTo>
                  <a:lnTo>
                    <a:pt x="280856" y="748832"/>
                  </a:lnTo>
                  <a:lnTo>
                    <a:pt x="278393" y="748832"/>
                  </a:lnTo>
                  <a:lnTo>
                    <a:pt x="275929" y="748832"/>
                  </a:lnTo>
                  <a:lnTo>
                    <a:pt x="273465" y="748832"/>
                  </a:lnTo>
                  <a:lnTo>
                    <a:pt x="271002" y="748832"/>
                  </a:lnTo>
                  <a:lnTo>
                    <a:pt x="268538" y="748832"/>
                  </a:lnTo>
                  <a:lnTo>
                    <a:pt x="266075" y="748832"/>
                  </a:lnTo>
                  <a:lnTo>
                    <a:pt x="263611" y="748832"/>
                  </a:lnTo>
                  <a:lnTo>
                    <a:pt x="261147" y="748832"/>
                  </a:lnTo>
                  <a:lnTo>
                    <a:pt x="258684" y="748832"/>
                  </a:lnTo>
                  <a:lnTo>
                    <a:pt x="256220" y="748832"/>
                  </a:lnTo>
                  <a:lnTo>
                    <a:pt x="253756" y="748832"/>
                  </a:lnTo>
                  <a:lnTo>
                    <a:pt x="251293" y="748832"/>
                  </a:lnTo>
                  <a:lnTo>
                    <a:pt x="248829" y="748832"/>
                  </a:lnTo>
                  <a:lnTo>
                    <a:pt x="246365" y="748832"/>
                  </a:lnTo>
                  <a:lnTo>
                    <a:pt x="243902" y="748832"/>
                  </a:lnTo>
                  <a:lnTo>
                    <a:pt x="241438" y="748832"/>
                  </a:lnTo>
                  <a:lnTo>
                    <a:pt x="238974" y="748832"/>
                  </a:lnTo>
                  <a:lnTo>
                    <a:pt x="236511" y="748832"/>
                  </a:lnTo>
                  <a:lnTo>
                    <a:pt x="234047" y="748832"/>
                  </a:lnTo>
                  <a:lnTo>
                    <a:pt x="231583" y="748832"/>
                  </a:lnTo>
                  <a:lnTo>
                    <a:pt x="229120" y="748832"/>
                  </a:lnTo>
                  <a:lnTo>
                    <a:pt x="226656" y="748832"/>
                  </a:lnTo>
                  <a:lnTo>
                    <a:pt x="224192" y="748832"/>
                  </a:lnTo>
                  <a:lnTo>
                    <a:pt x="221729" y="748832"/>
                  </a:lnTo>
                  <a:lnTo>
                    <a:pt x="219265" y="748832"/>
                  </a:lnTo>
                  <a:lnTo>
                    <a:pt x="216801" y="748832"/>
                  </a:lnTo>
                  <a:lnTo>
                    <a:pt x="214338" y="748832"/>
                  </a:lnTo>
                  <a:lnTo>
                    <a:pt x="211874" y="748832"/>
                  </a:lnTo>
                  <a:lnTo>
                    <a:pt x="209410" y="748832"/>
                  </a:lnTo>
                  <a:lnTo>
                    <a:pt x="206947" y="748832"/>
                  </a:lnTo>
                  <a:lnTo>
                    <a:pt x="204483" y="748832"/>
                  </a:lnTo>
                  <a:lnTo>
                    <a:pt x="202019" y="748832"/>
                  </a:lnTo>
                  <a:lnTo>
                    <a:pt x="199556" y="748832"/>
                  </a:lnTo>
                  <a:lnTo>
                    <a:pt x="197092" y="748832"/>
                  </a:lnTo>
                  <a:lnTo>
                    <a:pt x="194628" y="748832"/>
                  </a:lnTo>
                  <a:lnTo>
                    <a:pt x="192165" y="748832"/>
                  </a:lnTo>
                  <a:lnTo>
                    <a:pt x="189701" y="748832"/>
                  </a:lnTo>
                  <a:lnTo>
                    <a:pt x="187237" y="748832"/>
                  </a:lnTo>
                  <a:lnTo>
                    <a:pt x="184774" y="748832"/>
                  </a:lnTo>
                  <a:lnTo>
                    <a:pt x="182310" y="748832"/>
                  </a:lnTo>
                  <a:lnTo>
                    <a:pt x="179847" y="748832"/>
                  </a:lnTo>
                  <a:lnTo>
                    <a:pt x="177383" y="748832"/>
                  </a:lnTo>
                  <a:lnTo>
                    <a:pt x="174919" y="748832"/>
                  </a:lnTo>
                  <a:lnTo>
                    <a:pt x="172456" y="748832"/>
                  </a:lnTo>
                  <a:lnTo>
                    <a:pt x="169992" y="748832"/>
                  </a:lnTo>
                  <a:lnTo>
                    <a:pt x="167528" y="748832"/>
                  </a:lnTo>
                  <a:lnTo>
                    <a:pt x="165065" y="748832"/>
                  </a:lnTo>
                  <a:lnTo>
                    <a:pt x="162601" y="748832"/>
                  </a:lnTo>
                  <a:lnTo>
                    <a:pt x="160137" y="748832"/>
                  </a:lnTo>
                  <a:lnTo>
                    <a:pt x="157674" y="748832"/>
                  </a:lnTo>
                  <a:lnTo>
                    <a:pt x="155210" y="748832"/>
                  </a:lnTo>
                  <a:lnTo>
                    <a:pt x="152746" y="748832"/>
                  </a:lnTo>
                  <a:lnTo>
                    <a:pt x="150283" y="748832"/>
                  </a:lnTo>
                  <a:lnTo>
                    <a:pt x="147819" y="748832"/>
                  </a:lnTo>
                  <a:lnTo>
                    <a:pt x="145355" y="748832"/>
                  </a:lnTo>
                  <a:lnTo>
                    <a:pt x="142892" y="748832"/>
                  </a:lnTo>
                  <a:lnTo>
                    <a:pt x="140428" y="748832"/>
                  </a:lnTo>
                  <a:lnTo>
                    <a:pt x="137964" y="748832"/>
                  </a:lnTo>
                  <a:lnTo>
                    <a:pt x="135501" y="748832"/>
                  </a:lnTo>
                  <a:lnTo>
                    <a:pt x="133037" y="748832"/>
                  </a:lnTo>
                  <a:lnTo>
                    <a:pt x="130573" y="748832"/>
                  </a:lnTo>
                  <a:lnTo>
                    <a:pt x="128110" y="748832"/>
                  </a:lnTo>
                  <a:lnTo>
                    <a:pt x="125646" y="748832"/>
                  </a:lnTo>
                  <a:lnTo>
                    <a:pt x="123182" y="748832"/>
                  </a:lnTo>
                  <a:lnTo>
                    <a:pt x="120719" y="748832"/>
                  </a:lnTo>
                  <a:lnTo>
                    <a:pt x="118255" y="748832"/>
                  </a:lnTo>
                  <a:lnTo>
                    <a:pt x="115791" y="748832"/>
                  </a:lnTo>
                  <a:lnTo>
                    <a:pt x="113328" y="748832"/>
                  </a:lnTo>
                  <a:lnTo>
                    <a:pt x="110864" y="748832"/>
                  </a:lnTo>
                  <a:lnTo>
                    <a:pt x="108400" y="748832"/>
                  </a:lnTo>
                  <a:lnTo>
                    <a:pt x="105937" y="748832"/>
                  </a:lnTo>
                  <a:lnTo>
                    <a:pt x="103473" y="748832"/>
                  </a:lnTo>
                  <a:lnTo>
                    <a:pt x="101009" y="748832"/>
                  </a:lnTo>
                  <a:lnTo>
                    <a:pt x="98546" y="748832"/>
                  </a:lnTo>
                  <a:lnTo>
                    <a:pt x="96082" y="748832"/>
                  </a:lnTo>
                  <a:lnTo>
                    <a:pt x="93618" y="748832"/>
                  </a:lnTo>
                  <a:lnTo>
                    <a:pt x="91155" y="748832"/>
                  </a:lnTo>
                  <a:lnTo>
                    <a:pt x="88691" y="748832"/>
                  </a:lnTo>
                  <a:lnTo>
                    <a:pt x="86228" y="748832"/>
                  </a:lnTo>
                  <a:lnTo>
                    <a:pt x="83764" y="748832"/>
                  </a:lnTo>
                  <a:lnTo>
                    <a:pt x="81300" y="748832"/>
                  </a:lnTo>
                  <a:lnTo>
                    <a:pt x="78837" y="748832"/>
                  </a:lnTo>
                  <a:lnTo>
                    <a:pt x="76373" y="748832"/>
                  </a:lnTo>
                  <a:lnTo>
                    <a:pt x="73909" y="748832"/>
                  </a:lnTo>
                  <a:lnTo>
                    <a:pt x="71446" y="748832"/>
                  </a:lnTo>
                  <a:lnTo>
                    <a:pt x="68982" y="748832"/>
                  </a:lnTo>
                  <a:lnTo>
                    <a:pt x="66518" y="748832"/>
                  </a:lnTo>
                  <a:lnTo>
                    <a:pt x="64055" y="748832"/>
                  </a:lnTo>
                  <a:lnTo>
                    <a:pt x="61591" y="748832"/>
                  </a:lnTo>
                  <a:lnTo>
                    <a:pt x="59127" y="748832"/>
                  </a:lnTo>
                  <a:lnTo>
                    <a:pt x="56664" y="748832"/>
                  </a:lnTo>
                  <a:lnTo>
                    <a:pt x="54200" y="748832"/>
                  </a:lnTo>
                  <a:lnTo>
                    <a:pt x="51736" y="748832"/>
                  </a:lnTo>
                  <a:lnTo>
                    <a:pt x="49273" y="748832"/>
                  </a:lnTo>
                  <a:lnTo>
                    <a:pt x="46809" y="748832"/>
                  </a:lnTo>
                  <a:lnTo>
                    <a:pt x="44345" y="748832"/>
                  </a:lnTo>
                  <a:lnTo>
                    <a:pt x="41882" y="748832"/>
                  </a:lnTo>
                  <a:lnTo>
                    <a:pt x="39418" y="748832"/>
                  </a:lnTo>
                  <a:lnTo>
                    <a:pt x="36954" y="748832"/>
                  </a:lnTo>
                  <a:lnTo>
                    <a:pt x="34491" y="748832"/>
                  </a:lnTo>
                  <a:lnTo>
                    <a:pt x="32027" y="748832"/>
                  </a:lnTo>
                  <a:lnTo>
                    <a:pt x="29563" y="748832"/>
                  </a:lnTo>
                  <a:lnTo>
                    <a:pt x="27100" y="748832"/>
                  </a:lnTo>
                  <a:lnTo>
                    <a:pt x="24636" y="748832"/>
                  </a:lnTo>
                  <a:lnTo>
                    <a:pt x="22172" y="748832"/>
                  </a:lnTo>
                  <a:lnTo>
                    <a:pt x="19709" y="748832"/>
                  </a:lnTo>
                  <a:lnTo>
                    <a:pt x="17245" y="748832"/>
                  </a:lnTo>
                  <a:lnTo>
                    <a:pt x="14781" y="748832"/>
                  </a:lnTo>
                  <a:lnTo>
                    <a:pt x="12318" y="748832"/>
                  </a:lnTo>
                  <a:lnTo>
                    <a:pt x="9854" y="748832"/>
                  </a:lnTo>
                  <a:lnTo>
                    <a:pt x="7390" y="748832"/>
                  </a:lnTo>
                  <a:lnTo>
                    <a:pt x="4927" y="748832"/>
                  </a:lnTo>
                  <a:lnTo>
                    <a:pt x="2463" y="74883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09616" y="1376955"/>
              <a:ext cx="1258929" cy="748832"/>
            </a:xfrm>
            <a:custGeom>
              <a:avLst/>
              <a:pathLst>
                <a:path w="1258929" h="748832">
                  <a:moveTo>
                    <a:pt x="0" y="748832"/>
                  </a:moveTo>
                  <a:lnTo>
                    <a:pt x="2463" y="748832"/>
                  </a:lnTo>
                  <a:lnTo>
                    <a:pt x="4927" y="748832"/>
                  </a:lnTo>
                  <a:lnTo>
                    <a:pt x="7390" y="748832"/>
                  </a:lnTo>
                  <a:lnTo>
                    <a:pt x="9854" y="748832"/>
                  </a:lnTo>
                  <a:lnTo>
                    <a:pt x="12318" y="748832"/>
                  </a:lnTo>
                  <a:lnTo>
                    <a:pt x="14781" y="748832"/>
                  </a:lnTo>
                  <a:lnTo>
                    <a:pt x="17245" y="748832"/>
                  </a:lnTo>
                  <a:lnTo>
                    <a:pt x="19709" y="748832"/>
                  </a:lnTo>
                  <a:lnTo>
                    <a:pt x="22172" y="748832"/>
                  </a:lnTo>
                  <a:lnTo>
                    <a:pt x="24636" y="748832"/>
                  </a:lnTo>
                  <a:lnTo>
                    <a:pt x="27100" y="748832"/>
                  </a:lnTo>
                  <a:lnTo>
                    <a:pt x="29563" y="748832"/>
                  </a:lnTo>
                  <a:lnTo>
                    <a:pt x="32027" y="748832"/>
                  </a:lnTo>
                  <a:lnTo>
                    <a:pt x="34491" y="748832"/>
                  </a:lnTo>
                  <a:lnTo>
                    <a:pt x="36954" y="748832"/>
                  </a:lnTo>
                  <a:lnTo>
                    <a:pt x="39418" y="748832"/>
                  </a:lnTo>
                  <a:lnTo>
                    <a:pt x="41882" y="748832"/>
                  </a:lnTo>
                  <a:lnTo>
                    <a:pt x="44345" y="748832"/>
                  </a:lnTo>
                  <a:lnTo>
                    <a:pt x="46809" y="748832"/>
                  </a:lnTo>
                  <a:lnTo>
                    <a:pt x="49273" y="748832"/>
                  </a:lnTo>
                  <a:lnTo>
                    <a:pt x="51736" y="748832"/>
                  </a:lnTo>
                  <a:lnTo>
                    <a:pt x="54200" y="748832"/>
                  </a:lnTo>
                  <a:lnTo>
                    <a:pt x="56664" y="748832"/>
                  </a:lnTo>
                  <a:lnTo>
                    <a:pt x="59127" y="748832"/>
                  </a:lnTo>
                  <a:lnTo>
                    <a:pt x="61591" y="748832"/>
                  </a:lnTo>
                  <a:lnTo>
                    <a:pt x="64055" y="748832"/>
                  </a:lnTo>
                  <a:lnTo>
                    <a:pt x="66518" y="748832"/>
                  </a:lnTo>
                  <a:lnTo>
                    <a:pt x="68982" y="748832"/>
                  </a:lnTo>
                  <a:lnTo>
                    <a:pt x="71446" y="748832"/>
                  </a:lnTo>
                  <a:lnTo>
                    <a:pt x="73909" y="748832"/>
                  </a:lnTo>
                  <a:lnTo>
                    <a:pt x="76373" y="748832"/>
                  </a:lnTo>
                  <a:lnTo>
                    <a:pt x="78837" y="748832"/>
                  </a:lnTo>
                  <a:lnTo>
                    <a:pt x="81300" y="748832"/>
                  </a:lnTo>
                  <a:lnTo>
                    <a:pt x="83764" y="748832"/>
                  </a:lnTo>
                  <a:lnTo>
                    <a:pt x="86228" y="748831"/>
                  </a:lnTo>
                  <a:lnTo>
                    <a:pt x="88691" y="748831"/>
                  </a:lnTo>
                  <a:lnTo>
                    <a:pt x="91155" y="748830"/>
                  </a:lnTo>
                  <a:lnTo>
                    <a:pt x="93618" y="748829"/>
                  </a:lnTo>
                  <a:lnTo>
                    <a:pt x="96082" y="748827"/>
                  </a:lnTo>
                  <a:lnTo>
                    <a:pt x="98546" y="748825"/>
                  </a:lnTo>
                  <a:lnTo>
                    <a:pt x="101009" y="748820"/>
                  </a:lnTo>
                  <a:lnTo>
                    <a:pt x="103473" y="748814"/>
                  </a:lnTo>
                  <a:lnTo>
                    <a:pt x="105937" y="748805"/>
                  </a:lnTo>
                  <a:lnTo>
                    <a:pt x="108400" y="748791"/>
                  </a:lnTo>
                  <a:lnTo>
                    <a:pt x="110864" y="748772"/>
                  </a:lnTo>
                  <a:lnTo>
                    <a:pt x="113328" y="748746"/>
                  </a:lnTo>
                  <a:lnTo>
                    <a:pt x="115791" y="748710"/>
                  </a:lnTo>
                  <a:lnTo>
                    <a:pt x="118255" y="748663"/>
                  </a:lnTo>
                  <a:lnTo>
                    <a:pt x="120719" y="748601"/>
                  </a:lnTo>
                  <a:lnTo>
                    <a:pt x="123182" y="748522"/>
                  </a:lnTo>
                  <a:lnTo>
                    <a:pt x="125646" y="748418"/>
                  </a:lnTo>
                  <a:lnTo>
                    <a:pt x="128110" y="748288"/>
                  </a:lnTo>
                  <a:lnTo>
                    <a:pt x="130573" y="748127"/>
                  </a:lnTo>
                  <a:lnTo>
                    <a:pt x="133037" y="747932"/>
                  </a:lnTo>
                  <a:lnTo>
                    <a:pt x="135501" y="747695"/>
                  </a:lnTo>
                  <a:lnTo>
                    <a:pt x="137964" y="747411"/>
                  </a:lnTo>
                  <a:lnTo>
                    <a:pt x="140428" y="747073"/>
                  </a:lnTo>
                  <a:lnTo>
                    <a:pt x="142892" y="746669"/>
                  </a:lnTo>
                  <a:lnTo>
                    <a:pt x="145355" y="746189"/>
                  </a:lnTo>
                  <a:lnTo>
                    <a:pt x="147819" y="745612"/>
                  </a:lnTo>
                  <a:lnTo>
                    <a:pt x="150283" y="744907"/>
                  </a:lnTo>
                  <a:lnTo>
                    <a:pt x="152746" y="744053"/>
                  </a:lnTo>
                  <a:lnTo>
                    <a:pt x="155210" y="743016"/>
                  </a:lnTo>
                  <a:lnTo>
                    <a:pt x="157674" y="741756"/>
                  </a:lnTo>
                  <a:lnTo>
                    <a:pt x="160137" y="740224"/>
                  </a:lnTo>
                  <a:lnTo>
                    <a:pt x="162601" y="738366"/>
                  </a:lnTo>
                  <a:lnTo>
                    <a:pt x="165065" y="736124"/>
                  </a:lnTo>
                  <a:lnTo>
                    <a:pt x="167528" y="733436"/>
                  </a:lnTo>
                  <a:lnTo>
                    <a:pt x="169992" y="730240"/>
                  </a:lnTo>
                  <a:lnTo>
                    <a:pt x="172456" y="726438"/>
                  </a:lnTo>
                  <a:lnTo>
                    <a:pt x="174919" y="721966"/>
                  </a:lnTo>
                  <a:lnTo>
                    <a:pt x="177383" y="716828"/>
                  </a:lnTo>
                  <a:lnTo>
                    <a:pt x="179847" y="711012"/>
                  </a:lnTo>
                  <a:lnTo>
                    <a:pt x="182310" y="704529"/>
                  </a:lnTo>
                  <a:lnTo>
                    <a:pt x="184774" y="697417"/>
                  </a:lnTo>
                  <a:lnTo>
                    <a:pt x="187237" y="689746"/>
                  </a:lnTo>
                  <a:lnTo>
                    <a:pt x="189701" y="681616"/>
                  </a:lnTo>
                  <a:lnTo>
                    <a:pt x="192165" y="673159"/>
                  </a:lnTo>
                  <a:lnTo>
                    <a:pt x="194628" y="664540"/>
                  </a:lnTo>
                  <a:lnTo>
                    <a:pt x="197092" y="655968"/>
                  </a:lnTo>
                  <a:lnTo>
                    <a:pt x="199556" y="647693"/>
                  </a:lnTo>
                  <a:lnTo>
                    <a:pt x="202019" y="639925"/>
                  </a:lnTo>
                  <a:lnTo>
                    <a:pt x="204483" y="632873"/>
                  </a:lnTo>
                  <a:lnTo>
                    <a:pt x="206947" y="626723"/>
                  </a:lnTo>
                  <a:lnTo>
                    <a:pt x="209410" y="621636"/>
                  </a:lnTo>
                  <a:lnTo>
                    <a:pt x="211874" y="617733"/>
                  </a:lnTo>
                  <a:lnTo>
                    <a:pt x="214338" y="615093"/>
                  </a:lnTo>
                  <a:lnTo>
                    <a:pt x="216801" y="613747"/>
                  </a:lnTo>
                  <a:lnTo>
                    <a:pt x="219265" y="613677"/>
                  </a:lnTo>
                  <a:lnTo>
                    <a:pt x="221729" y="614942"/>
                  </a:lnTo>
                  <a:lnTo>
                    <a:pt x="224192" y="617283"/>
                  </a:lnTo>
                  <a:lnTo>
                    <a:pt x="226656" y="620533"/>
                  </a:lnTo>
                  <a:lnTo>
                    <a:pt x="229120" y="624523"/>
                  </a:lnTo>
                  <a:lnTo>
                    <a:pt x="231583" y="629074"/>
                  </a:lnTo>
                  <a:lnTo>
                    <a:pt x="234047" y="634010"/>
                  </a:lnTo>
                  <a:lnTo>
                    <a:pt x="236511" y="639163"/>
                  </a:lnTo>
                  <a:lnTo>
                    <a:pt x="238974" y="644379"/>
                  </a:lnTo>
                  <a:lnTo>
                    <a:pt x="241438" y="649522"/>
                  </a:lnTo>
                  <a:lnTo>
                    <a:pt x="243902" y="654476"/>
                  </a:lnTo>
                  <a:lnTo>
                    <a:pt x="246365" y="659110"/>
                  </a:lnTo>
                  <a:lnTo>
                    <a:pt x="248829" y="663383"/>
                  </a:lnTo>
                  <a:lnTo>
                    <a:pt x="251293" y="667254"/>
                  </a:lnTo>
                  <a:lnTo>
                    <a:pt x="253756" y="670693"/>
                  </a:lnTo>
                  <a:lnTo>
                    <a:pt x="256220" y="673685"/>
                  </a:lnTo>
                  <a:lnTo>
                    <a:pt x="258684" y="676223"/>
                  </a:lnTo>
                  <a:lnTo>
                    <a:pt x="261147" y="678310"/>
                  </a:lnTo>
                  <a:lnTo>
                    <a:pt x="263611" y="679955"/>
                  </a:lnTo>
                  <a:lnTo>
                    <a:pt x="266075" y="681173"/>
                  </a:lnTo>
                  <a:lnTo>
                    <a:pt x="268538" y="681968"/>
                  </a:lnTo>
                  <a:lnTo>
                    <a:pt x="271002" y="682350"/>
                  </a:lnTo>
                  <a:lnTo>
                    <a:pt x="273465" y="682377"/>
                  </a:lnTo>
                  <a:lnTo>
                    <a:pt x="275929" y="682073"/>
                  </a:lnTo>
                  <a:lnTo>
                    <a:pt x="278393" y="681456"/>
                  </a:lnTo>
                  <a:lnTo>
                    <a:pt x="280856" y="680536"/>
                  </a:lnTo>
                  <a:lnTo>
                    <a:pt x="283320" y="679316"/>
                  </a:lnTo>
                  <a:lnTo>
                    <a:pt x="285784" y="677781"/>
                  </a:lnTo>
                  <a:lnTo>
                    <a:pt x="288247" y="675905"/>
                  </a:lnTo>
                  <a:lnTo>
                    <a:pt x="290711" y="673640"/>
                  </a:lnTo>
                  <a:lnTo>
                    <a:pt x="293175" y="670879"/>
                  </a:lnTo>
                  <a:lnTo>
                    <a:pt x="295638" y="667510"/>
                  </a:lnTo>
                  <a:lnTo>
                    <a:pt x="298102" y="663440"/>
                  </a:lnTo>
                  <a:lnTo>
                    <a:pt x="300566" y="658531"/>
                  </a:lnTo>
                  <a:lnTo>
                    <a:pt x="303029" y="652631"/>
                  </a:lnTo>
                  <a:lnTo>
                    <a:pt x="305493" y="645582"/>
                  </a:lnTo>
                  <a:lnTo>
                    <a:pt x="307957" y="637226"/>
                  </a:lnTo>
                  <a:lnTo>
                    <a:pt x="310420" y="627414"/>
                  </a:lnTo>
                  <a:lnTo>
                    <a:pt x="312884" y="616009"/>
                  </a:lnTo>
                  <a:lnTo>
                    <a:pt x="315348" y="602903"/>
                  </a:lnTo>
                  <a:lnTo>
                    <a:pt x="317811" y="587840"/>
                  </a:lnTo>
                  <a:lnTo>
                    <a:pt x="320275" y="570900"/>
                  </a:lnTo>
                  <a:lnTo>
                    <a:pt x="322739" y="552163"/>
                  </a:lnTo>
                  <a:lnTo>
                    <a:pt x="325202" y="531696"/>
                  </a:lnTo>
                  <a:lnTo>
                    <a:pt x="327666" y="509604"/>
                  </a:lnTo>
                  <a:lnTo>
                    <a:pt x="330130" y="486030"/>
                  </a:lnTo>
                  <a:lnTo>
                    <a:pt x="332593" y="461147"/>
                  </a:lnTo>
                  <a:lnTo>
                    <a:pt x="335057" y="435147"/>
                  </a:lnTo>
                  <a:lnTo>
                    <a:pt x="337521" y="408238"/>
                  </a:lnTo>
                  <a:lnTo>
                    <a:pt x="339984" y="380632"/>
                  </a:lnTo>
                  <a:lnTo>
                    <a:pt x="342448" y="352511"/>
                  </a:lnTo>
                  <a:lnTo>
                    <a:pt x="344912" y="324153"/>
                  </a:lnTo>
                  <a:lnTo>
                    <a:pt x="347375" y="295743"/>
                  </a:lnTo>
                  <a:lnTo>
                    <a:pt x="349839" y="267444"/>
                  </a:lnTo>
                  <a:lnTo>
                    <a:pt x="352303" y="239413"/>
                  </a:lnTo>
                  <a:lnTo>
                    <a:pt x="354766" y="211799"/>
                  </a:lnTo>
                  <a:lnTo>
                    <a:pt x="357230" y="184757"/>
                  </a:lnTo>
                  <a:lnTo>
                    <a:pt x="359694" y="158450"/>
                  </a:lnTo>
                  <a:lnTo>
                    <a:pt x="362157" y="133062"/>
                  </a:lnTo>
                  <a:lnTo>
                    <a:pt x="364621" y="108836"/>
                  </a:lnTo>
                  <a:lnTo>
                    <a:pt x="367084" y="86197"/>
                  </a:lnTo>
                  <a:lnTo>
                    <a:pt x="369548" y="65341"/>
                  </a:lnTo>
                  <a:lnTo>
                    <a:pt x="372012" y="46627"/>
                  </a:lnTo>
                  <a:lnTo>
                    <a:pt x="374475" y="30457"/>
                  </a:lnTo>
                  <a:lnTo>
                    <a:pt x="376939" y="17263"/>
                  </a:lnTo>
                  <a:lnTo>
                    <a:pt x="379403" y="7492"/>
                  </a:lnTo>
                  <a:lnTo>
                    <a:pt x="381866" y="1596"/>
                  </a:lnTo>
                  <a:lnTo>
                    <a:pt x="384330" y="0"/>
                  </a:lnTo>
                  <a:lnTo>
                    <a:pt x="386794" y="3087"/>
                  </a:lnTo>
                  <a:lnTo>
                    <a:pt x="389257" y="11423"/>
                  </a:lnTo>
                  <a:lnTo>
                    <a:pt x="391721" y="25392"/>
                  </a:lnTo>
                  <a:lnTo>
                    <a:pt x="394185" y="44613"/>
                  </a:lnTo>
                  <a:lnTo>
                    <a:pt x="396648" y="68956"/>
                  </a:lnTo>
                  <a:lnTo>
                    <a:pt x="399112" y="98137"/>
                  </a:lnTo>
                  <a:lnTo>
                    <a:pt x="401576" y="131717"/>
                  </a:lnTo>
                  <a:lnTo>
                    <a:pt x="404039" y="169121"/>
                  </a:lnTo>
                  <a:lnTo>
                    <a:pt x="406503" y="209651"/>
                  </a:lnTo>
                  <a:lnTo>
                    <a:pt x="408967" y="252513"/>
                  </a:lnTo>
                  <a:lnTo>
                    <a:pt x="411430" y="296854"/>
                  </a:lnTo>
                  <a:lnTo>
                    <a:pt x="413894" y="341759"/>
                  </a:lnTo>
                  <a:lnTo>
                    <a:pt x="416358" y="386186"/>
                  </a:lnTo>
                  <a:lnTo>
                    <a:pt x="418821" y="429336"/>
                  </a:lnTo>
                  <a:lnTo>
                    <a:pt x="421285" y="470533"/>
                  </a:lnTo>
                  <a:lnTo>
                    <a:pt x="423749" y="509220"/>
                  </a:lnTo>
                  <a:lnTo>
                    <a:pt x="426212" y="544967"/>
                  </a:lnTo>
                  <a:lnTo>
                    <a:pt x="428676" y="577477"/>
                  </a:lnTo>
                  <a:lnTo>
                    <a:pt x="431140" y="606580"/>
                  </a:lnTo>
                  <a:lnTo>
                    <a:pt x="433603" y="632226"/>
                  </a:lnTo>
                  <a:lnTo>
                    <a:pt x="436067" y="654473"/>
                  </a:lnTo>
                  <a:lnTo>
                    <a:pt x="438531" y="673161"/>
                  </a:lnTo>
                  <a:lnTo>
                    <a:pt x="440994" y="688812"/>
                  </a:lnTo>
                  <a:lnTo>
                    <a:pt x="443458" y="701784"/>
                  </a:lnTo>
                  <a:lnTo>
                    <a:pt x="445922" y="712376"/>
                  </a:lnTo>
                  <a:lnTo>
                    <a:pt x="448385" y="720890"/>
                  </a:lnTo>
                  <a:lnTo>
                    <a:pt x="450849" y="727624"/>
                  </a:lnTo>
                  <a:lnTo>
                    <a:pt x="453312" y="732860"/>
                  </a:lnTo>
                  <a:lnTo>
                    <a:pt x="455776" y="736856"/>
                  </a:lnTo>
                  <a:lnTo>
                    <a:pt x="458240" y="739847"/>
                  </a:lnTo>
                  <a:lnTo>
                    <a:pt x="460703" y="742038"/>
                  </a:lnTo>
                  <a:lnTo>
                    <a:pt x="463167" y="743553"/>
                  </a:lnTo>
                  <a:lnTo>
                    <a:pt x="465631" y="744629"/>
                  </a:lnTo>
                  <a:lnTo>
                    <a:pt x="468094" y="745378"/>
                  </a:lnTo>
                  <a:lnTo>
                    <a:pt x="470558" y="745893"/>
                  </a:lnTo>
                  <a:lnTo>
                    <a:pt x="473022" y="746245"/>
                  </a:lnTo>
                  <a:lnTo>
                    <a:pt x="475485" y="746490"/>
                  </a:lnTo>
                  <a:lnTo>
                    <a:pt x="477949" y="746671"/>
                  </a:lnTo>
                  <a:lnTo>
                    <a:pt x="480413" y="746817"/>
                  </a:lnTo>
                  <a:lnTo>
                    <a:pt x="482876" y="746950"/>
                  </a:lnTo>
                  <a:lnTo>
                    <a:pt x="485340" y="747082"/>
                  </a:lnTo>
                  <a:lnTo>
                    <a:pt x="487804" y="747221"/>
                  </a:lnTo>
                  <a:lnTo>
                    <a:pt x="490267" y="747368"/>
                  </a:lnTo>
                  <a:lnTo>
                    <a:pt x="492731" y="747520"/>
                  </a:lnTo>
                  <a:lnTo>
                    <a:pt x="495195" y="747676"/>
                  </a:lnTo>
                  <a:lnTo>
                    <a:pt x="497658" y="747830"/>
                  </a:lnTo>
                  <a:lnTo>
                    <a:pt x="500122" y="747978"/>
                  </a:lnTo>
                  <a:lnTo>
                    <a:pt x="502586" y="748118"/>
                  </a:lnTo>
                  <a:lnTo>
                    <a:pt x="505049" y="748247"/>
                  </a:lnTo>
                  <a:lnTo>
                    <a:pt x="507513" y="748361"/>
                  </a:lnTo>
                  <a:lnTo>
                    <a:pt x="509977" y="748459"/>
                  </a:lnTo>
                  <a:lnTo>
                    <a:pt x="512440" y="748542"/>
                  </a:lnTo>
                  <a:lnTo>
                    <a:pt x="514904" y="748610"/>
                  </a:lnTo>
                  <a:lnTo>
                    <a:pt x="517368" y="748664"/>
                  </a:lnTo>
                  <a:lnTo>
                    <a:pt x="519831" y="748707"/>
                  </a:lnTo>
                  <a:lnTo>
                    <a:pt x="522295" y="748739"/>
                  </a:lnTo>
                  <a:lnTo>
                    <a:pt x="524759" y="748761"/>
                  </a:lnTo>
                  <a:lnTo>
                    <a:pt x="527222" y="748776"/>
                  </a:lnTo>
                  <a:lnTo>
                    <a:pt x="529686" y="748783"/>
                  </a:lnTo>
                  <a:lnTo>
                    <a:pt x="532150" y="748783"/>
                  </a:lnTo>
                  <a:lnTo>
                    <a:pt x="534613" y="748776"/>
                  </a:lnTo>
                  <a:lnTo>
                    <a:pt x="537077" y="748761"/>
                  </a:lnTo>
                  <a:lnTo>
                    <a:pt x="539541" y="748737"/>
                  </a:lnTo>
                  <a:lnTo>
                    <a:pt x="542004" y="748704"/>
                  </a:lnTo>
                  <a:lnTo>
                    <a:pt x="544468" y="748661"/>
                  </a:lnTo>
                  <a:lnTo>
                    <a:pt x="546931" y="748605"/>
                  </a:lnTo>
                  <a:lnTo>
                    <a:pt x="549395" y="748536"/>
                  </a:lnTo>
                  <a:lnTo>
                    <a:pt x="551859" y="748452"/>
                  </a:lnTo>
                  <a:lnTo>
                    <a:pt x="554322" y="748354"/>
                  </a:lnTo>
                  <a:lnTo>
                    <a:pt x="556786" y="748240"/>
                  </a:lnTo>
                  <a:lnTo>
                    <a:pt x="559250" y="748112"/>
                  </a:lnTo>
                  <a:lnTo>
                    <a:pt x="561713" y="747972"/>
                  </a:lnTo>
                  <a:lnTo>
                    <a:pt x="564177" y="747825"/>
                  </a:lnTo>
                  <a:lnTo>
                    <a:pt x="566641" y="747675"/>
                  </a:lnTo>
                  <a:lnTo>
                    <a:pt x="569104" y="747528"/>
                  </a:lnTo>
                  <a:lnTo>
                    <a:pt x="571568" y="747389"/>
                  </a:lnTo>
                  <a:lnTo>
                    <a:pt x="574032" y="747264"/>
                  </a:lnTo>
                  <a:lnTo>
                    <a:pt x="576495" y="747160"/>
                  </a:lnTo>
                  <a:lnTo>
                    <a:pt x="578959" y="747082"/>
                  </a:lnTo>
                  <a:lnTo>
                    <a:pt x="581423" y="747033"/>
                  </a:lnTo>
                  <a:lnTo>
                    <a:pt x="583886" y="747022"/>
                  </a:lnTo>
                  <a:lnTo>
                    <a:pt x="586350" y="747043"/>
                  </a:lnTo>
                  <a:lnTo>
                    <a:pt x="588814" y="747097"/>
                  </a:lnTo>
                  <a:lnTo>
                    <a:pt x="591277" y="747180"/>
                  </a:lnTo>
                  <a:lnTo>
                    <a:pt x="593741" y="747288"/>
                  </a:lnTo>
                  <a:lnTo>
                    <a:pt x="596205" y="747416"/>
                  </a:lnTo>
                  <a:lnTo>
                    <a:pt x="598668" y="747557"/>
                  </a:lnTo>
                  <a:lnTo>
                    <a:pt x="601132" y="747705"/>
                  </a:lnTo>
                  <a:lnTo>
                    <a:pt x="603596" y="747855"/>
                  </a:lnTo>
                  <a:lnTo>
                    <a:pt x="606059" y="748002"/>
                  </a:lnTo>
                  <a:lnTo>
                    <a:pt x="608523" y="748139"/>
                  </a:lnTo>
                  <a:lnTo>
                    <a:pt x="610987" y="748263"/>
                  </a:lnTo>
                  <a:lnTo>
                    <a:pt x="613450" y="748374"/>
                  </a:lnTo>
                  <a:lnTo>
                    <a:pt x="615914" y="748470"/>
                  </a:lnTo>
                  <a:lnTo>
                    <a:pt x="618378" y="748552"/>
                  </a:lnTo>
                  <a:lnTo>
                    <a:pt x="620841" y="748619"/>
                  </a:lnTo>
                  <a:lnTo>
                    <a:pt x="623305" y="748673"/>
                  </a:lnTo>
                  <a:lnTo>
                    <a:pt x="625769" y="748716"/>
                  </a:lnTo>
                  <a:lnTo>
                    <a:pt x="628232" y="748749"/>
                  </a:lnTo>
                  <a:lnTo>
                    <a:pt x="630696" y="748774"/>
                  </a:lnTo>
                  <a:lnTo>
                    <a:pt x="633159" y="748791"/>
                  </a:lnTo>
                  <a:lnTo>
                    <a:pt x="635623" y="748804"/>
                  </a:lnTo>
                  <a:lnTo>
                    <a:pt x="638087" y="748813"/>
                  </a:lnTo>
                  <a:lnTo>
                    <a:pt x="640550" y="748820"/>
                  </a:lnTo>
                  <a:lnTo>
                    <a:pt x="643014" y="748824"/>
                  </a:lnTo>
                  <a:lnTo>
                    <a:pt x="645478" y="748827"/>
                  </a:lnTo>
                  <a:lnTo>
                    <a:pt x="647941" y="748829"/>
                  </a:lnTo>
                  <a:lnTo>
                    <a:pt x="650405" y="748830"/>
                  </a:lnTo>
                  <a:lnTo>
                    <a:pt x="652869" y="748831"/>
                  </a:lnTo>
                  <a:lnTo>
                    <a:pt x="655332" y="748831"/>
                  </a:lnTo>
                  <a:lnTo>
                    <a:pt x="657796" y="748832"/>
                  </a:lnTo>
                  <a:lnTo>
                    <a:pt x="660260" y="748832"/>
                  </a:lnTo>
                  <a:lnTo>
                    <a:pt x="662723" y="748832"/>
                  </a:lnTo>
                  <a:lnTo>
                    <a:pt x="665187" y="748832"/>
                  </a:lnTo>
                  <a:lnTo>
                    <a:pt x="667651" y="748832"/>
                  </a:lnTo>
                  <a:lnTo>
                    <a:pt x="670114" y="748832"/>
                  </a:lnTo>
                  <a:lnTo>
                    <a:pt x="672578" y="748832"/>
                  </a:lnTo>
                  <a:lnTo>
                    <a:pt x="675042" y="748832"/>
                  </a:lnTo>
                  <a:lnTo>
                    <a:pt x="677505" y="748832"/>
                  </a:lnTo>
                  <a:lnTo>
                    <a:pt x="679969" y="748832"/>
                  </a:lnTo>
                  <a:lnTo>
                    <a:pt x="682433" y="748832"/>
                  </a:lnTo>
                  <a:lnTo>
                    <a:pt x="684896" y="748832"/>
                  </a:lnTo>
                  <a:lnTo>
                    <a:pt x="687360" y="748832"/>
                  </a:lnTo>
                  <a:lnTo>
                    <a:pt x="689824" y="748832"/>
                  </a:lnTo>
                  <a:lnTo>
                    <a:pt x="692287" y="748832"/>
                  </a:lnTo>
                  <a:lnTo>
                    <a:pt x="694751" y="748832"/>
                  </a:lnTo>
                  <a:lnTo>
                    <a:pt x="697215" y="748832"/>
                  </a:lnTo>
                  <a:lnTo>
                    <a:pt x="699678" y="748832"/>
                  </a:lnTo>
                  <a:lnTo>
                    <a:pt x="702142" y="748832"/>
                  </a:lnTo>
                  <a:lnTo>
                    <a:pt x="704606" y="748832"/>
                  </a:lnTo>
                  <a:lnTo>
                    <a:pt x="707069" y="748832"/>
                  </a:lnTo>
                  <a:lnTo>
                    <a:pt x="709533" y="748832"/>
                  </a:lnTo>
                  <a:lnTo>
                    <a:pt x="711997" y="748832"/>
                  </a:lnTo>
                  <a:lnTo>
                    <a:pt x="714460" y="748832"/>
                  </a:lnTo>
                  <a:lnTo>
                    <a:pt x="716924" y="748832"/>
                  </a:lnTo>
                  <a:lnTo>
                    <a:pt x="719388" y="748832"/>
                  </a:lnTo>
                  <a:lnTo>
                    <a:pt x="721851" y="748832"/>
                  </a:lnTo>
                  <a:lnTo>
                    <a:pt x="724315" y="748832"/>
                  </a:lnTo>
                  <a:lnTo>
                    <a:pt x="726778" y="748832"/>
                  </a:lnTo>
                  <a:lnTo>
                    <a:pt x="729242" y="748832"/>
                  </a:lnTo>
                  <a:lnTo>
                    <a:pt x="731706" y="748832"/>
                  </a:lnTo>
                  <a:lnTo>
                    <a:pt x="734169" y="748832"/>
                  </a:lnTo>
                  <a:lnTo>
                    <a:pt x="736633" y="748832"/>
                  </a:lnTo>
                  <a:lnTo>
                    <a:pt x="739097" y="748832"/>
                  </a:lnTo>
                  <a:lnTo>
                    <a:pt x="741560" y="748832"/>
                  </a:lnTo>
                  <a:lnTo>
                    <a:pt x="744024" y="748832"/>
                  </a:lnTo>
                  <a:lnTo>
                    <a:pt x="746488" y="748832"/>
                  </a:lnTo>
                  <a:lnTo>
                    <a:pt x="748951" y="748832"/>
                  </a:lnTo>
                  <a:lnTo>
                    <a:pt x="751415" y="748832"/>
                  </a:lnTo>
                  <a:lnTo>
                    <a:pt x="753879" y="748832"/>
                  </a:lnTo>
                  <a:lnTo>
                    <a:pt x="756342" y="748832"/>
                  </a:lnTo>
                  <a:lnTo>
                    <a:pt x="758806" y="748832"/>
                  </a:lnTo>
                  <a:lnTo>
                    <a:pt x="761270" y="748832"/>
                  </a:lnTo>
                  <a:lnTo>
                    <a:pt x="763733" y="748832"/>
                  </a:lnTo>
                  <a:lnTo>
                    <a:pt x="766197" y="748832"/>
                  </a:lnTo>
                  <a:lnTo>
                    <a:pt x="768661" y="748832"/>
                  </a:lnTo>
                  <a:lnTo>
                    <a:pt x="771124" y="748832"/>
                  </a:lnTo>
                  <a:lnTo>
                    <a:pt x="773588" y="748832"/>
                  </a:lnTo>
                  <a:lnTo>
                    <a:pt x="776052" y="748832"/>
                  </a:lnTo>
                  <a:lnTo>
                    <a:pt x="778515" y="748832"/>
                  </a:lnTo>
                  <a:lnTo>
                    <a:pt x="780979" y="748832"/>
                  </a:lnTo>
                  <a:lnTo>
                    <a:pt x="783443" y="748832"/>
                  </a:lnTo>
                  <a:lnTo>
                    <a:pt x="785906" y="748832"/>
                  </a:lnTo>
                  <a:lnTo>
                    <a:pt x="788370" y="748832"/>
                  </a:lnTo>
                  <a:lnTo>
                    <a:pt x="790834" y="748832"/>
                  </a:lnTo>
                  <a:lnTo>
                    <a:pt x="793297" y="748832"/>
                  </a:lnTo>
                  <a:lnTo>
                    <a:pt x="795761" y="748832"/>
                  </a:lnTo>
                  <a:lnTo>
                    <a:pt x="798225" y="748832"/>
                  </a:lnTo>
                  <a:lnTo>
                    <a:pt x="800688" y="748832"/>
                  </a:lnTo>
                  <a:lnTo>
                    <a:pt x="803152" y="748832"/>
                  </a:lnTo>
                  <a:lnTo>
                    <a:pt x="805616" y="748832"/>
                  </a:lnTo>
                  <a:lnTo>
                    <a:pt x="808079" y="748832"/>
                  </a:lnTo>
                  <a:lnTo>
                    <a:pt x="810543" y="748832"/>
                  </a:lnTo>
                  <a:lnTo>
                    <a:pt x="813006" y="748832"/>
                  </a:lnTo>
                  <a:lnTo>
                    <a:pt x="815470" y="748832"/>
                  </a:lnTo>
                  <a:lnTo>
                    <a:pt x="817934" y="748832"/>
                  </a:lnTo>
                  <a:lnTo>
                    <a:pt x="820397" y="748832"/>
                  </a:lnTo>
                  <a:lnTo>
                    <a:pt x="822861" y="748832"/>
                  </a:lnTo>
                  <a:lnTo>
                    <a:pt x="825325" y="748832"/>
                  </a:lnTo>
                  <a:lnTo>
                    <a:pt x="827788" y="748832"/>
                  </a:lnTo>
                  <a:lnTo>
                    <a:pt x="830252" y="748832"/>
                  </a:lnTo>
                  <a:lnTo>
                    <a:pt x="832716" y="748832"/>
                  </a:lnTo>
                  <a:lnTo>
                    <a:pt x="835179" y="748832"/>
                  </a:lnTo>
                  <a:lnTo>
                    <a:pt x="837643" y="748832"/>
                  </a:lnTo>
                  <a:lnTo>
                    <a:pt x="840107" y="748832"/>
                  </a:lnTo>
                  <a:lnTo>
                    <a:pt x="842570" y="748832"/>
                  </a:lnTo>
                  <a:lnTo>
                    <a:pt x="845034" y="748832"/>
                  </a:lnTo>
                  <a:lnTo>
                    <a:pt x="847498" y="748832"/>
                  </a:lnTo>
                  <a:lnTo>
                    <a:pt x="849961" y="748832"/>
                  </a:lnTo>
                  <a:lnTo>
                    <a:pt x="852425" y="748832"/>
                  </a:lnTo>
                  <a:lnTo>
                    <a:pt x="854889" y="748832"/>
                  </a:lnTo>
                  <a:lnTo>
                    <a:pt x="857352" y="748832"/>
                  </a:lnTo>
                  <a:lnTo>
                    <a:pt x="859816" y="748832"/>
                  </a:lnTo>
                  <a:lnTo>
                    <a:pt x="862280" y="748832"/>
                  </a:lnTo>
                  <a:lnTo>
                    <a:pt x="864743" y="748832"/>
                  </a:lnTo>
                  <a:lnTo>
                    <a:pt x="867207" y="748832"/>
                  </a:lnTo>
                  <a:lnTo>
                    <a:pt x="869671" y="748832"/>
                  </a:lnTo>
                  <a:lnTo>
                    <a:pt x="872134" y="748832"/>
                  </a:lnTo>
                  <a:lnTo>
                    <a:pt x="874598" y="748832"/>
                  </a:lnTo>
                  <a:lnTo>
                    <a:pt x="877062" y="748832"/>
                  </a:lnTo>
                  <a:lnTo>
                    <a:pt x="879525" y="748832"/>
                  </a:lnTo>
                  <a:lnTo>
                    <a:pt x="881989" y="748832"/>
                  </a:lnTo>
                  <a:lnTo>
                    <a:pt x="884453" y="748832"/>
                  </a:lnTo>
                  <a:lnTo>
                    <a:pt x="886916" y="748832"/>
                  </a:lnTo>
                  <a:lnTo>
                    <a:pt x="889380" y="748832"/>
                  </a:lnTo>
                  <a:lnTo>
                    <a:pt x="891844" y="748832"/>
                  </a:lnTo>
                  <a:lnTo>
                    <a:pt x="894307" y="748832"/>
                  </a:lnTo>
                  <a:lnTo>
                    <a:pt x="896771" y="748832"/>
                  </a:lnTo>
                  <a:lnTo>
                    <a:pt x="899235" y="748832"/>
                  </a:lnTo>
                  <a:lnTo>
                    <a:pt x="901698" y="748832"/>
                  </a:lnTo>
                  <a:lnTo>
                    <a:pt x="904162" y="748832"/>
                  </a:lnTo>
                  <a:lnTo>
                    <a:pt x="906625" y="748832"/>
                  </a:lnTo>
                  <a:lnTo>
                    <a:pt x="909089" y="748832"/>
                  </a:lnTo>
                  <a:lnTo>
                    <a:pt x="911553" y="748832"/>
                  </a:lnTo>
                  <a:lnTo>
                    <a:pt x="914016" y="748832"/>
                  </a:lnTo>
                  <a:lnTo>
                    <a:pt x="916480" y="748832"/>
                  </a:lnTo>
                  <a:lnTo>
                    <a:pt x="918944" y="748832"/>
                  </a:lnTo>
                  <a:lnTo>
                    <a:pt x="921407" y="748832"/>
                  </a:lnTo>
                  <a:lnTo>
                    <a:pt x="923871" y="748832"/>
                  </a:lnTo>
                  <a:lnTo>
                    <a:pt x="926335" y="748832"/>
                  </a:lnTo>
                  <a:lnTo>
                    <a:pt x="928798" y="748832"/>
                  </a:lnTo>
                  <a:lnTo>
                    <a:pt x="931262" y="748832"/>
                  </a:lnTo>
                  <a:lnTo>
                    <a:pt x="933726" y="748832"/>
                  </a:lnTo>
                  <a:lnTo>
                    <a:pt x="936189" y="748832"/>
                  </a:lnTo>
                  <a:lnTo>
                    <a:pt x="938653" y="748832"/>
                  </a:lnTo>
                  <a:lnTo>
                    <a:pt x="941117" y="748832"/>
                  </a:lnTo>
                  <a:lnTo>
                    <a:pt x="943580" y="748832"/>
                  </a:lnTo>
                  <a:lnTo>
                    <a:pt x="946044" y="748832"/>
                  </a:lnTo>
                  <a:lnTo>
                    <a:pt x="948508" y="748832"/>
                  </a:lnTo>
                  <a:lnTo>
                    <a:pt x="950971" y="748832"/>
                  </a:lnTo>
                  <a:lnTo>
                    <a:pt x="953435" y="748832"/>
                  </a:lnTo>
                  <a:lnTo>
                    <a:pt x="955899" y="748832"/>
                  </a:lnTo>
                  <a:lnTo>
                    <a:pt x="958362" y="748832"/>
                  </a:lnTo>
                  <a:lnTo>
                    <a:pt x="960826" y="748832"/>
                  </a:lnTo>
                  <a:lnTo>
                    <a:pt x="963290" y="748832"/>
                  </a:lnTo>
                  <a:lnTo>
                    <a:pt x="965753" y="748832"/>
                  </a:lnTo>
                  <a:lnTo>
                    <a:pt x="968217" y="748832"/>
                  </a:lnTo>
                  <a:lnTo>
                    <a:pt x="970681" y="748832"/>
                  </a:lnTo>
                  <a:lnTo>
                    <a:pt x="973144" y="748832"/>
                  </a:lnTo>
                  <a:lnTo>
                    <a:pt x="975608" y="748832"/>
                  </a:lnTo>
                  <a:lnTo>
                    <a:pt x="978072" y="748832"/>
                  </a:lnTo>
                  <a:lnTo>
                    <a:pt x="980535" y="748832"/>
                  </a:lnTo>
                  <a:lnTo>
                    <a:pt x="982999" y="748832"/>
                  </a:lnTo>
                  <a:lnTo>
                    <a:pt x="985463" y="748832"/>
                  </a:lnTo>
                  <a:lnTo>
                    <a:pt x="987926" y="748832"/>
                  </a:lnTo>
                  <a:lnTo>
                    <a:pt x="990390" y="748832"/>
                  </a:lnTo>
                  <a:lnTo>
                    <a:pt x="992853" y="748832"/>
                  </a:lnTo>
                  <a:lnTo>
                    <a:pt x="995317" y="748832"/>
                  </a:lnTo>
                  <a:lnTo>
                    <a:pt x="997781" y="748832"/>
                  </a:lnTo>
                  <a:lnTo>
                    <a:pt x="1000244" y="748832"/>
                  </a:lnTo>
                  <a:lnTo>
                    <a:pt x="1002708" y="748832"/>
                  </a:lnTo>
                  <a:lnTo>
                    <a:pt x="1005172" y="748832"/>
                  </a:lnTo>
                  <a:lnTo>
                    <a:pt x="1007635" y="748832"/>
                  </a:lnTo>
                  <a:lnTo>
                    <a:pt x="1010099" y="748832"/>
                  </a:lnTo>
                  <a:lnTo>
                    <a:pt x="1012563" y="748832"/>
                  </a:lnTo>
                  <a:lnTo>
                    <a:pt x="1015026" y="748832"/>
                  </a:lnTo>
                  <a:lnTo>
                    <a:pt x="1017490" y="748832"/>
                  </a:lnTo>
                  <a:lnTo>
                    <a:pt x="1019954" y="748832"/>
                  </a:lnTo>
                  <a:lnTo>
                    <a:pt x="1022417" y="748832"/>
                  </a:lnTo>
                  <a:lnTo>
                    <a:pt x="1024881" y="748832"/>
                  </a:lnTo>
                  <a:lnTo>
                    <a:pt x="1027345" y="748832"/>
                  </a:lnTo>
                  <a:lnTo>
                    <a:pt x="1029808" y="748832"/>
                  </a:lnTo>
                  <a:lnTo>
                    <a:pt x="1032272" y="748832"/>
                  </a:lnTo>
                  <a:lnTo>
                    <a:pt x="1034736" y="748832"/>
                  </a:lnTo>
                  <a:lnTo>
                    <a:pt x="1037199" y="748832"/>
                  </a:lnTo>
                  <a:lnTo>
                    <a:pt x="1039663" y="748832"/>
                  </a:lnTo>
                  <a:lnTo>
                    <a:pt x="1042127" y="748832"/>
                  </a:lnTo>
                  <a:lnTo>
                    <a:pt x="1044590" y="748832"/>
                  </a:lnTo>
                  <a:lnTo>
                    <a:pt x="1047054" y="748832"/>
                  </a:lnTo>
                  <a:lnTo>
                    <a:pt x="1049518" y="748832"/>
                  </a:lnTo>
                  <a:lnTo>
                    <a:pt x="1051981" y="748832"/>
                  </a:lnTo>
                  <a:lnTo>
                    <a:pt x="1054445" y="748832"/>
                  </a:lnTo>
                  <a:lnTo>
                    <a:pt x="1056909" y="748832"/>
                  </a:lnTo>
                  <a:lnTo>
                    <a:pt x="1059372" y="748832"/>
                  </a:lnTo>
                  <a:lnTo>
                    <a:pt x="1061836" y="748832"/>
                  </a:lnTo>
                  <a:lnTo>
                    <a:pt x="1064300" y="748832"/>
                  </a:lnTo>
                  <a:lnTo>
                    <a:pt x="1066763" y="748832"/>
                  </a:lnTo>
                  <a:lnTo>
                    <a:pt x="1069227" y="748832"/>
                  </a:lnTo>
                  <a:lnTo>
                    <a:pt x="1071691" y="748832"/>
                  </a:lnTo>
                  <a:lnTo>
                    <a:pt x="1074154" y="748832"/>
                  </a:lnTo>
                  <a:lnTo>
                    <a:pt x="1076618" y="748832"/>
                  </a:lnTo>
                  <a:lnTo>
                    <a:pt x="1079082" y="748832"/>
                  </a:lnTo>
                  <a:lnTo>
                    <a:pt x="1081545" y="748832"/>
                  </a:lnTo>
                  <a:lnTo>
                    <a:pt x="1084009" y="748832"/>
                  </a:lnTo>
                  <a:lnTo>
                    <a:pt x="1086472" y="748832"/>
                  </a:lnTo>
                  <a:lnTo>
                    <a:pt x="1088936" y="748832"/>
                  </a:lnTo>
                  <a:lnTo>
                    <a:pt x="1091400" y="748832"/>
                  </a:lnTo>
                  <a:lnTo>
                    <a:pt x="1093863" y="748832"/>
                  </a:lnTo>
                  <a:lnTo>
                    <a:pt x="1096327" y="748832"/>
                  </a:lnTo>
                  <a:lnTo>
                    <a:pt x="1098791" y="748832"/>
                  </a:lnTo>
                  <a:lnTo>
                    <a:pt x="1101254" y="748832"/>
                  </a:lnTo>
                  <a:lnTo>
                    <a:pt x="1103718" y="748832"/>
                  </a:lnTo>
                  <a:lnTo>
                    <a:pt x="1106182" y="748832"/>
                  </a:lnTo>
                  <a:lnTo>
                    <a:pt x="1108645" y="748832"/>
                  </a:lnTo>
                  <a:lnTo>
                    <a:pt x="1111109" y="748832"/>
                  </a:lnTo>
                  <a:lnTo>
                    <a:pt x="1113573" y="748832"/>
                  </a:lnTo>
                  <a:lnTo>
                    <a:pt x="1116036" y="748832"/>
                  </a:lnTo>
                  <a:lnTo>
                    <a:pt x="1118500" y="748832"/>
                  </a:lnTo>
                  <a:lnTo>
                    <a:pt x="1120964" y="748832"/>
                  </a:lnTo>
                  <a:lnTo>
                    <a:pt x="1123427" y="748832"/>
                  </a:lnTo>
                  <a:lnTo>
                    <a:pt x="1125891" y="748832"/>
                  </a:lnTo>
                  <a:lnTo>
                    <a:pt x="1128355" y="748832"/>
                  </a:lnTo>
                  <a:lnTo>
                    <a:pt x="1130818" y="748832"/>
                  </a:lnTo>
                  <a:lnTo>
                    <a:pt x="1133282" y="748832"/>
                  </a:lnTo>
                  <a:lnTo>
                    <a:pt x="1135746" y="748832"/>
                  </a:lnTo>
                  <a:lnTo>
                    <a:pt x="1138209" y="748832"/>
                  </a:lnTo>
                  <a:lnTo>
                    <a:pt x="1140673" y="748832"/>
                  </a:lnTo>
                  <a:lnTo>
                    <a:pt x="1143137" y="748832"/>
                  </a:lnTo>
                  <a:lnTo>
                    <a:pt x="1145600" y="748832"/>
                  </a:lnTo>
                  <a:lnTo>
                    <a:pt x="1148064" y="748832"/>
                  </a:lnTo>
                  <a:lnTo>
                    <a:pt x="1150528" y="748832"/>
                  </a:lnTo>
                  <a:lnTo>
                    <a:pt x="1152991" y="748832"/>
                  </a:lnTo>
                  <a:lnTo>
                    <a:pt x="1155455" y="748832"/>
                  </a:lnTo>
                  <a:lnTo>
                    <a:pt x="1157919" y="748832"/>
                  </a:lnTo>
                  <a:lnTo>
                    <a:pt x="1160382" y="748832"/>
                  </a:lnTo>
                  <a:lnTo>
                    <a:pt x="1162846" y="748832"/>
                  </a:lnTo>
                  <a:lnTo>
                    <a:pt x="1165310" y="748832"/>
                  </a:lnTo>
                  <a:lnTo>
                    <a:pt x="1167773" y="748832"/>
                  </a:lnTo>
                  <a:lnTo>
                    <a:pt x="1170237" y="748832"/>
                  </a:lnTo>
                  <a:lnTo>
                    <a:pt x="1172701" y="748832"/>
                  </a:lnTo>
                  <a:lnTo>
                    <a:pt x="1175164" y="748832"/>
                  </a:lnTo>
                  <a:lnTo>
                    <a:pt x="1177628" y="748832"/>
                  </a:lnTo>
                  <a:lnTo>
                    <a:pt x="1180091" y="748832"/>
                  </a:lnTo>
                  <a:lnTo>
                    <a:pt x="1182555" y="748832"/>
                  </a:lnTo>
                  <a:lnTo>
                    <a:pt x="1185019" y="748832"/>
                  </a:lnTo>
                  <a:lnTo>
                    <a:pt x="1187482" y="748832"/>
                  </a:lnTo>
                  <a:lnTo>
                    <a:pt x="1189946" y="748832"/>
                  </a:lnTo>
                  <a:lnTo>
                    <a:pt x="1192410" y="748832"/>
                  </a:lnTo>
                  <a:lnTo>
                    <a:pt x="1194873" y="748832"/>
                  </a:lnTo>
                  <a:lnTo>
                    <a:pt x="1197337" y="748832"/>
                  </a:lnTo>
                  <a:lnTo>
                    <a:pt x="1199801" y="748832"/>
                  </a:lnTo>
                  <a:lnTo>
                    <a:pt x="1202264" y="748832"/>
                  </a:lnTo>
                  <a:lnTo>
                    <a:pt x="1204728" y="748832"/>
                  </a:lnTo>
                  <a:lnTo>
                    <a:pt x="1207192" y="748832"/>
                  </a:lnTo>
                  <a:lnTo>
                    <a:pt x="1209655" y="748832"/>
                  </a:lnTo>
                  <a:lnTo>
                    <a:pt x="1212119" y="748832"/>
                  </a:lnTo>
                  <a:lnTo>
                    <a:pt x="1214583" y="748832"/>
                  </a:lnTo>
                  <a:lnTo>
                    <a:pt x="1217046" y="748832"/>
                  </a:lnTo>
                  <a:lnTo>
                    <a:pt x="1219510" y="748832"/>
                  </a:lnTo>
                  <a:lnTo>
                    <a:pt x="1221974" y="748832"/>
                  </a:lnTo>
                  <a:lnTo>
                    <a:pt x="1224437" y="748832"/>
                  </a:lnTo>
                  <a:lnTo>
                    <a:pt x="1226901" y="748832"/>
                  </a:lnTo>
                  <a:lnTo>
                    <a:pt x="1229365" y="748832"/>
                  </a:lnTo>
                  <a:lnTo>
                    <a:pt x="1231828" y="748832"/>
                  </a:lnTo>
                  <a:lnTo>
                    <a:pt x="1234292" y="748832"/>
                  </a:lnTo>
                  <a:lnTo>
                    <a:pt x="1236756" y="748832"/>
                  </a:lnTo>
                  <a:lnTo>
                    <a:pt x="1239219" y="748832"/>
                  </a:lnTo>
                  <a:lnTo>
                    <a:pt x="1241683" y="748832"/>
                  </a:lnTo>
                  <a:lnTo>
                    <a:pt x="1244147" y="748832"/>
                  </a:lnTo>
                  <a:lnTo>
                    <a:pt x="1246610" y="748832"/>
                  </a:lnTo>
                  <a:lnTo>
                    <a:pt x="1249074" y="748832"/>
                  </a:lnTo>
                  <a:lnTo>
                    <a:pt x="1251538" y="748832"/>
                  </a:lnTo>
                  <a:lnTo>
                    <a:pt x="1254001" y="748832"/>
                  </a:lnTo>
                  <a:lnTo>
                    <a:pt x="1256465" y="748832"/>
                  </a:lnTo>
                  <a:lnTo>
                    <a:pt x="1258929" y="748832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909616" y="1607952"/>
              <a:ext cx="1258929" cy="517835"/>
            </a:xfrm>
            <a:custGeom>
              <a:avLst/>
              <a:pathLst>
                <a:path w="1258929" h="517835">
                  <a:moveTo>
                    <a:pt x="0" y="517835"/>
                  </a:moveTo>
                  <a:lnTo>
                    <a:pt x="2463" y="517835"/>
                  </a:lnTo>
                  <a:lnTo>
                    <a:pt x="4927" y="517835"/>
                  </a:lnTo>
                  <a:lnTo>
                    <a:pt x="7390" y="517835"/>
                  </a:lnTo>
                  <a:lnTo>
                    <a:pt x="9854" y="517835"/>
                  </a:lnTo>
                  <a:lnTo>
                    <a:pt x="12318" y="517835"/>
                  </a:lnTo>
                  <a:lnTo>
                    <a:pt x="14781" y="517835"/>
                  </a:lnTo>
                  <a:lnTo>
                    <a:pt x="17245" y="517835"/>
                  </a:lnTo>
                  <a:lnTo>
                    <a:pt x="19709" y="517835"/>
                  </a:lnTo>
                  <a:lnTo>
                    <a:pt x="22172" y="517835"/>
                  </a:lnTo>
                  <a:lnTo>
                    <a:pt x="24636" y="517835"/>
                  </a:lnTo>
                  <a:lnTo>
                    <a:pt x="27100" y="517835"/>
                  </a:lnTo>
                  <a:lnTo>
                    <a:pt x="29563" y="517835"/>
                  </a:lnTo>
                  <a:lnTo>
                    <a:pt x="32027" y="517835"/>
                  </a:lnTo>
                  <a:lnTo>
                    <a:pt x="34491" y="517835"/>
                  </a:lnTo>
                  <a:lnTo>
                    <a:pt x="36954" y="517835"/>
                  </a:lnTo>
                  <a:lnTo>
                    <a:pt x="39418" y="517835"/>
                  </a:lnTo>
                  <a:lnTo>
                    <a:pt x="41882" y="517835"/>
                  </a:lnTo>
                  <a:lnTo>
                    <a:pt x="44345" y="517835"/>
                  </a:lnTo>
                  <a:lnTo>
                    <a:pt x="46809" y="517835"/>
                  </a:lnTo>
                  <a:lnTo>
                    <a:pt x="49273" y="517835"/>
                  </a:lnTo>
                  <a:lnTo>
                    <a:pt x="51736" y="517835"/>
                  </a:lnTo>
                  <a:lnTo>
                    <a:pt x="54200" y="517835"/>
                  </a:lnTo>
                  <a:lnTo>
                    <a:pt x="56664" y="517835"/>
                  </a:lnTo>
                  <a:lnTo>
                    <a:pt x="59127" y="517835"/>
                  </a:lnTo>
                  <a:lnTo>
                    <a:pt x="61591" y="517835"/>
                  </a:lnTo>
                  <a:lnTo>
                    <a:pt x="64055" y="517835"/>
                  </a:lnTo>
                  <a:lnTo>
                    <a:pt x="66518" y="517835"/>
                  </a:lnTo>
                  <a:lnTo>
                    <a:pt x="68982" y="517835"/>
                  </a:lnTo>
                  <a:lnTo>
                    <a:pt x="71446" y="517835"/>
                  </a:lnTo>
                  <a:lnTo>
                    <a:pt x="73909" y="517835"/>
                  </a:lnTo>
                  <a:lnTo>
                    <a:pt x="76373" y="517835"/>
                  </a:lnTo>
                  <a:lnTo>
                    <a:pt x="78837" y="517835"/>
                  </a:lnTo>
                  <a:lnTo>
                    <a:pt x="81300" y="517835"/>
                  </a:lnTo>
                  <a:lnTo>
                    <a:pt x="83764" y="517835"/>
                  </a:lnTo>
                  <a:lnTo>
                    <a:pt x="86228" y="517835"/>
                  </a:lnTo>
                  <a:lnTo>
                    <a:pt x="88691" y="517835"/>
                  </a:lnTo>
                  <a:lnTo>
                    <a:pt x="91155" y="517835"/>
                  </a:lnTo>
                  <a:lnTo>
                    <a:pt x="93618" y="517834"/>
                  </a:lnTo>
                  <a:lnTo>
                    <a:pt x="96082" y="517834"/>
                  </a:lnTo>
                  <a:lnTo>
                    <a:pt x="98546" y="517834"/>
                  </a:lnTo>
                  <a:lnTo>
                    <a:pt x="101009" y="517834"/>
                  </a:lnTo>
                  <a:lnTo>
                    <a:pt x="103473" y="517833"/>
                  </a:lnTo>
                  <a:lnTo>
                    <a:pt x="105937" y="517833"/>
                  </a:lnTo>
                  <a:lnTo>
                    <a:pt x="108400" y="517832"/>
                  </a:lnTo>
                  <a:lnTo>
                    <a:pt x="110864" y="517831"/>
                  </a:lnTo>
                  <a:lnTo>
                    <a:pt x="113328" y="517829"/>
                  </a:lnTo>
                  <a:lnTo>
                    <a:pt x="115791" y="517826"/>
                  </a:lnTo>
                  <a:lnTo>
                    <a:pt x="118255" y="517823"/>
                  </a:lnTo>
                  <a:lnTo>
                    <a:pt x="120719" y="517818"/>
                  </a:lnTo>
                  <a:lnTo>
                    <a:pt x="123182" y="517812"/>
                  </a:lnTo>
                  <a:lnTo>
                    <a:pt x="125646" y="517804"/>
                  </a:lnTo>
                  <a:lnTo>
                    <a:pt x="128110" y="517792"/>
                  </a:lnTo>
                  <a:lnTo>
                    <a:pt x="130573" y="517778"/>
                  </a:lnTo>
                  <a:lnTo>
                    <a:pt x="133037" y="517759"/>
                  </a:lnTo>
                  <a:lnTo>
                    <a:pt x="135501" y="517735"/>
                  </a:lnTo>
                  <a:lnTo>
                    <a:pt x="137964" y="517702"/>
                  </a:lnTo>
                  <a:lnTo>
                    <a:pt x="140428" y="517661"/>
                  </a:lnTo>
                  <a:lnTo>
                    <a:pt x="142892" y="517608"/>
                  </a:lnTo>
                  <a:lnTo>
                    <a:pt x="145355" y="517542"/>
                  </a:lnTo>
                  <a:lnTo>
                    <a:pt x="147819" y="517459"/>
                  </a:lnTo>
                  <a:lnTo>
                    <a:pt x="150283" y="517357"/>
                  </a:lnTo>
                  <a:lnTo>
                    <a:pt x="152746" y="517230"/>
                  </a:lnTo>
                  <a:lnTo>
                    <a:pt x="155210" y="517069"/>
                  </a:lnTo>
                  <a:lnTo>
                    <a:pt x="157674" y="516871"/>
                  </a:lnTo>
                  <a:lnTo>
                    <a:pt x="160137" y="516630"/>
                  </a:lnTo>
                  <a:lnTo>
                    <a:pt x="162601" y="516337"/>
                  </a:lnTo>
                  <a:lnTo>
                    <a:pt x="165065" y="515985"/>
                  </a:lnTo>
                  <a:lnTo>
                    <a:pt x="167528" y="515564"/>
                  </a:lnTo>
                  <a:lnTo>
                    <a:pt x="169992" y="515063"/>
                  </a:lnTo>
                  <a:lnTo>
                    <a:pt x="172456" y="514454"/>
                  </a:lnTo>
                  <a:lnTo>
                    <a:pt x="174919" y="513728"/>
                  </a:lnTo>
                  <a:lnTo>
                    <a:pt x="177383" y="512874"/>
                  </a:lnTo>
                  <a:lnTo>
                    <a:pt x="179847" y="511878"/>
                  </a:lnTo>
                  <a:lnTo>
                    <a:pt x="182310" y="510720"/>
                  </a:lnTo>
                  <a:lnTo>
                    <a:pt x="184774" y="509385"/>
                  </a:lnTo>
                  <a:lnTo>
                    <a:pt x="187237" y="507853"/>
                  </a:lnTo>
                  <a:lnTo>
                    <a:pt x="189701" y="506079"/>
                  </a:lnTo>
                  <a:lnTo>
                    <a:pt x="192165" y="504049"/>
                  </a:lnTo>
                  <a:lnTo>
                    <a:pt x="194628" y="501763"/>
                  </a:lnTo>
                  <a:lnTo>
                    <a:pt x="197092" y="499208"/>
                  </a:lnTo>
                  <a:lnTo>
                    <a:pt x="199556" y="496373"/>
                  </a:lnTo>
                  <a:lnTo>
                    <a:pt x="202019" y="493251"/>
                  </a:lnTo>
                  <a:lnTo>
                    <a:pt x="204483" y="489837"/>
                  </a:lnTo>
                  <a:lnTo>
                    <a:pt x="206947" y="486111"/>
                  </a:lnTo>
                  <a:lnTo>
                    <a:pt x="209410" y="482075"/>
                  </a:lnTo>
                  <a:lnTo>
                    <a:pt x="211874" y="477779"/>
                  </a:lnTo>
                  <a:lnTo>
                    <a:pt x="214338" y="473247"/>
                  </a:lnTo>
                  <a:lnTo>
                    <a:pt x="216801" y="468509"/>
                  </a:lnTo>
                  <a:lnTo>
                    <a:pt x="219265" y="463601"/>
                  </a:lnTo>
                  <a:lnTo>
                    <a:pt x="221729" y="458568"/>
                  </a:lnTo>
                  <a:lnTo>
                    <a:pt x="224192" y="453457"/>
                  </a:lnTo>
                  <a:lnTo>
                    <a:pt x="226656" y="448340"/>
                  </a:lnTo>
                  <a:lnTo>
                    <a:pt x="229120" y="443289"/>
                  </a:lnTo>
                  <a:lnTo>
                    <a:pt x="231583" y="438367"/>
                  </a:lnTo>
                  <a:lnTo>
                    <a:pt x="234047" y="433638"/>
                  </a:lnTo>
                  <a:lnTo>
                    <a:pt x="236511" y="429165"/>
                  </a:lnTo>
                  <a:lnTo>
                    <a:pt x="238974" y="425009"/>
                  </a:lnTo>
                  <a:lnTo>
                    <a:pt x="241438" y="421237"/>
                  </a:lnTo>
                  <a:lnTo>
                    <a:pt x="243902" y="417982"/>
                  </a:lnTo>
                  <a:lnTo>
                    <a:pt x="246365" y="415218"/>
                  </a:lnTo>
                  <a:lnTo>
                    <a:pt x="248829" y="412977"/>
                  </a:lnTo>
                  <a:lnTo>
                    <a:pt x="251293" y="411285"/>
                  </a:lnTo>
                  <a:lnTo>
                    <a:pt x="253756" y="410154"/>
                  </a:lnTo>
                  <a:lnTo>
                    <a:pt x="256220" y="409590"/>
                  </a:lnTo>
                  <a:lnTo>
                    <a:pt x="258684" y="409588"/>
                  </a:lnTo>
                  <a:lnTo>
                    <a:pt x="261147" y="410228"/>
                  </a:lnTo>
                  <a:lnTo>
                    <a:pt x="263611" y="411382"/>
                  </a:lnTo>
                  <a:lnTo>
                    <a:pt x="266075" y="413006"/>
                  </a:lnTo>
                  <a:lnTo>
                    <a:pt x="268538" y="415059"/>
                  </a:lnTo>
                  <a:lnTo>
                    <a:pt x="271002" y="417491"/>
                  </a:lnTo>
                  <a:lnTo>
                    <a:pt x="273465" y="420252"/>
                  </a:lnTo>
                  <a:lnTo>
                    <a:pt x="275929" y="423286"/>
                  </a:lnTo>
                  <a:lnTo>
                    <a:pt x="278393" y="426558"/>
                  </a:lnTo>
                  <a:lnTo>
                    <a:pt x="280856" y="429973"/>
                  </a:lnTo>
                  <a:lnTo>
                    <a:pt x="283320" y="433468"/>
                  </a:lnTo>
                  <a:lnTo>
                    <a:pt x="285784" y="436992"/>
                  </a:lnTo>
                  <a:lnTo>
                    <a:pt x="288247" y="440497"/>
                  </a:lnTo>
                  <a:lnTo>
                    <a:pt x="290711" y="443939"/>
                  </a:lnTo>
                  <a:lnTo>
                    <a:pt x="293175" y="447279"/>
                  </a:lnTo>
                  <a:lnTo>
                    <a:pt x="295638" y="450459"/>
                  </a:lnTo>
                  <a:lnTo>
                    <a:pt x="298102" y="453450"/>
                  </a:lnTo>
                  <a:lnTo>
                    <a:pt x="300566" y="456239"/>
                  </a:lnTo>
                  <a:lnTo>
                    <a:pt x="303029" y="458811"/>
                  </a:lnTo>
                  <a:lnTo>
                    <a:pt x="305493" y="461153"/>
                  </a:lnTo>
                  <a:lnTo>
                    <a:pt x="307957" y="463255"/>
                  </a:lnTo>
                  <a:lnTo>
                    <a:pt x="310420" y="465112"/>
                  </a:lnTo>
                  <a:lnTo>
                    <a:pt x="312884" y="466701"/>
                  </a:lnTo>
                  <a:lnTo>
                    <a:pt x="315348" y="468017"/>
                  </a:lnTo>
                  <a:lnTo>
                    <a:pt x="317811" y="469089"/>
                  </a:lnTo>
                  <a:lnTo>
                    <a:pt x="320275" y="469923"/>
                  </a:lnTo>
                  <a:lnTo>
                    <a:pt x="322739" y="470521"/>
                  </a:lnTo>
                  <a:lnTo>
                    <a:pt x="325202" y="470889"/>
                  </a:lnTo>
                  <a:lnTo>
                    <a:pt x="327666" y="471030"/>
                  </a:lnTo>
                  <a:lnTo>
                    <a:pt x="330130" y="470936"/>
                  </a:lnTo>
                  <a:lnTo>
                    <a:pt x="332593" y="470590"/>
                  </a:lnTo>
                  <a:lnTo>
                    <a:pt x="335057" y="470023"/>
                  </a:lnTo>
                  <a:lnTo>
                    <a:pt x="337521" y="469232"/>
                  </a:lnTo>
                  <a:lnTo>
                    <a:pt x="339984" y="468213"/>
                  </a:lnTo>
                  <a:lnTo>
                    <a:pt x="342448" y="466961"/>
                  </a:lnTo>
                  <a:lnTo>
                    <a:pt x="344912" y="465468"/>
                  </a:lnTo>
                  <a:lnTo>
                    <a:pt x="347375" y="463718"/>
                  </a:lnTo>
                  <a:lnTo>
                    <a:pt x="349839" y="461656"/>
                  </a:lnTo>
                  <a:lnTo>
                    <a:pt x="352303" y="459309"/>
                  </a:lnTo>
                  <a:lnTo>
                    <a:pt x="354766" y="456662"/>
                  </a:lnTo>
                  <a:lnTo>
                    <a:pt x="357230" y="453696"/>
                  </a:lnTo>
                  <a:lnTo>
                    <a:pt x="359694" y="450391"/>
                  </a:lnTo>
                  <a:lnTo>
                    <a:pt x="362157" y="446725"/>
                  </a:lnTo>
                  <a:lnTo>
                    <a:pt x="364621" y="442679"/>
                  </a:lnTo>
                  <a:lnTo>
                    <a:pt x="367084" y="438147"/>
                  </a:lnTo>
                  <a:lnTo>
                    <a:pt x="369548" y="433175"/>
                  </a:lnTo>
                  <a:lnTo>
                    <a:pt x="372012" y="427743"/>
                  </a:lnTo>
                  <a:lnTo>
                    <a:pt x="374475" y="421831"/>
                  </a:lnTo>
                  <a:lnTo>
                    <a:pt x="376939" y="415419"/>
                  </a:lnTo>
                  <a:lnTo>
                    <a:pt x="379403" y="408490"/>
                  </a:lnTo>
                  <a:lnTo>
                    <a:pt x="381866" y="401029"/>
                  </a:lnTo>
                  <a:lnTo>
                    <a:pt x="384330" y="392938"/>
                  </a:lnTo>
                  <a:lnTo>
                    <a:pt x="386794" y="384272"/>
                  </a:lnTo>
                  <a:lnTo>
                    <a:pt x="389257" y="375052"/>
                  </a:lnTo>
                  <a:lnTo>
                    <a:pt x="391721" y="365280"/>
                  </a:lnTo>
                  <a:lnTo>
                    <a:pt x="394185" y="354965"/>
                  </a:lnTo>
                  <a:lnTo>
                    <a:pt x="396648" y="344120"/>
                  </a:lnTo>
                  <a:lnTo>
                    <a:pt x="399112" y="332761"/>
                  </a:lnTo>
                  <a:lnTo>
                    <a:pt x="401576" y="320855"/>
                  </a:lnTo>
                  <a:lnTo>
                    <a:pt x="404039" y="308464"/>
                  </a:lnTo>
                  <a:lnTo>
                    <a:pt x="406503" y="295656"/>
                  </a:lnTo>
                  <a:lnTo>
                    <a:pt x="408967" y="282466"/>
                  </a:lnTo>
                  <a:lnTo>
                    <a:pt x="411430" y="268934"/>
                  </a:lnTo>
                  <a:lnTo>
                    <a:pt x="413894" y="255101"/>
                  </a:lnTo>
                  <a:lnTo>
                    <a:pt x="416358" y="241012"/>
                  </a:lnTo>
                  <a:lnTo>
                    <a:pt x="418821" y="226700"/>
                  </a:lnTo>
                  <a:lnTo>
                    <a:pt x="421285" y="212229"/>
                  </a:lnTo>
                  <a:lnTo>
                    <a:pt x="423749" y="197673"/>
                  </a:lnTo>
                  <a:lnTo>
                    <a:pt x="426212" y="183086"/>
                  </a:lnTo>
                  <a:lnTo>
                    <a:pt x="428676" y="168525"/>
                  </a:lnTo>
                  <a:lnTo>
                    <a:pt x="431140" y="154048"/>
                  </a:lnTo>
                  <a:lnTo>
                    <a:pt x="433603" y="139718"/>
                  </a:lnTo>
                  <a:lnTo>
                    <a:pt x="436067" y="125616"/>
                  </a:lnTo>
                  <a:lnTo>
                    <a:pt x="438531" y="111857"/>
                  </a:lnTo>
                  <a:lnTo>
                    <a:pt x="440994" y="98484"/>
                  </a:lnTo>
                  <a:lnTo>
                    <a:pt x="443458" y="85575"/>
                  </a:lnTo>
                  <a:lnTo>
                    <a:pt x="445922" y="73209"/>
                  </a:lnTo>
                  <a:lnTo>
                    <a:pt x="448385" y="61468"/>
                  </a:lnTo>
                  <a:lnTo>
                    <a:pt x="450849" y="50437"/>
                  </a:lnTo>
                  <a:lnTo>
                    <a:pt x="453312" y="40225"/>
                  </a:lnTo>
                  <a:lnTo>
                    <a:pt x="455776" y="31071"/>
                  </a:lnTo>
                  <a:lnTo>
                    <a:pt x="458240" y="22926"/>
                  </a:lnTo>
                  <a:lnTo>
                    <a:pt x="460703" y="15875"/>
                  </a:lnTo>
                  <a:lnTo>
                    <a:pt x="463167" y="10000"/>
                  </a:lnTo>
                  <a:lnTo>
                    <a:pt x="465631" y="5377"/>
                  </a:lnTo>
                  <a:lnTo>
                    <a:pt x="468094" y="2078"/>
                  </a:lnTo>
                  <a:lnTo>
                    <a:pt x="470558" y="171"/>
                  </a:lnTo>
                  <a:lnTo>
                    <a:pt x="473022" y="0"/>
                  </a:lnTo>
                  <a:lnTo>
                    <a:pt x="475485" y="1350"/>
                  </a:lnTo>
                  <a:lnTo>
                    <a:pt x="477949" y="4245"/>
                  </a:lnTo>
                  <a:lnTo>
                    <a:pt x="480413" y="8702"/>
                  </a:lnTo>
                  <a:lnTo>
                    <a:pt x="482876" y="14726"/>
                  </a:lnTo>
                  <a:lnTo>
                    <a:pt x="485340" y="22307"/>
                  </a:lnTo>
                  <a:lnTo>
                    <a:pt x="487804" y="31422"/>
                  </a:lnTo>
                  <a:lnTo>
                    <a:pt x="490267" y="42252"/>
                  </a:lnTo>
                  <a:lnTo>
                    <a:pt x="492731" y="54537"/>
                  </a:lnTo>
                  <a:lnTo>
                    <a:pt x="495195" y="68140"/>
                  </a:lnTo>
                  <a:lnTo>
                    <a:pt x="497658" y="82963"/>
                  </a:lnTo>
                  <a:lnTo>
                    <a:pt x="500122" y="98895"/>
                  </a:lnTo>
                  <a:lnTo>
                    <a:pt x="502586" y="115814"/>
                  </a:lnTo>
                  <a:lnTo>
                    <a:pt x="505049" y="133586"/>
                  </a:lnTo>
                  <a:lnTo>
                    <a:pt x="507513" y="152132"/>
                  </a:lnTo>
                  <a:lnTo>
                    <a:pt x="509977" y="171213"/>
                  </a:lnTo>
                  <a:lnTo>
                    <a:pt x="512440" y="190628"/>
                  </a:lnTo>
                  <a:lnTo>
                    <a:pt x="514904" y="210223"/>
                  </a:lnTo>
                  <a:lnTo>
                    <a:pt x="517368" y="229849"/>
                  </a:lnTo>
                  <a:lnTo>
                    <a:pt x="519831" y="249360"/>
                  </a:lnTo>
                  <a:lnTo>
                    <a:pt x="522295" y="268618"/>
                  </a:lnTo>
                  <a:lnTo>
                    <a:pt x="524759" y="287443"/>
                  </a:lnTo>
                  <a:lnTo>
                    <a:pt x="527222" y="305680"/>
                  </a:lnTo>
                  <a:lnTo>
                    <a:pt x="529686" y="323273"/>
                  </a:lnTo>
                  <a:lnTo>
                    <a:pt x="532150" y="340143"/>
                  </a:lnTo>
                  <a:lnTo>
                    <a:pt x="534613" y="356221"/>
                  </a:lnTo>
                  <a:lnTo>
                    <a:pt x="537077" y="371456"/>
                  </a:lnTo>
                  <a:lnTo>
                    <a:pt x="539541" y="385809"/>
                  </a:lnTo>
                  <a:lnTo>
                    <a:pt x="542004" y="399195"/>
                  </a:lnTo>
                  <a:lnTo>
                    <a:pt x="544468" y="411540"/>
                  </a:lnTo>
                  <a:lnTo>
                    <a:pt x="546931" y="422969"/>
                  </a:lnTo>
                  <a:lnTo>
                    <a:pt x="549395" y="433498"/>
                  </a:lnTo>
                  <a:lnTo>
                    <a:pt x="551859" y="443150"/>
                  </a:lnTo>
                  <a:lnTo>
                    <a:pt x="554322" y="451955"/>
                  </a:lnTo>
                  <a:lnTo>
                    <a:pt x="556786" y="459948"/>
                  </a:lnTo>
                  <a:lnTo>
                    <a:pt x="559250" y="467146"/>
                  </a:lnTo>
                  <a:lnTo>
                    <a:pt x="561713" y="473510"/>
                  </a:lnTo>
                  <a:lnTo>
                    <a:pt x="564177" y="479210"/>
                  </a:lnTo>
                  <a:lnTo>
                    <a:pt x="566641" y="484293"/>
                  </a:lnTo>
                  <a:lnTo>
                    <a:pt x="569104" y="488806"/>
                  </a:lnTo>
                  <a:lnTo>
                    <a:pt x="571568" y="492793"/>
                  </a:lnTo>
                  <a:lnTo>
                    <a:pt x="574032" y="496299"/>
                  </a:lnTo>
                  <a:lnTo>
                    <a:pt x="576495" y="499367"/>
                  </a:lnTo>
                  <a:lnTo>
                    <a:pt x="578959" y="501972"/>
                  </a:lnTo>
                  <a:lnTo>
                    <a:pt x="581423" y="504237"/>
                  </a:lnTo>
                  <a:lnTo>
                    <a:pt x="583886" y="506197"/>
                  </a:lnTo>
                  <a:lnTo>
                    <a:pt x="586350" y="507886"/>
                  </a:lnTo>
                  <a:lnTo>
                    <a:pt x="588814" y="509335"/>
                  </a:lnTo>
                  <a:lnTo>
                    <a:pt x="591277" y="510572"/>
                  </a:lnTo>
                  <a:lnTo>
                    <a:pt x="593741" y="511624"/>
                  </a:lnTo>
                  <a:lnTo>
                    <a:pt x="596205" y="512496"/>
                  </a:lnTo>
                  <a:lnTo>
                    <a:pt x="598668" y="513233"/>
                  </a:lnTo>
                  <a:lnTo>
                    <a:pt x="601132" y="513859"/>
                  </a:lnTo>
                  <a:lnTo>
                    <a:pt x="603596" y="514392"/>
                  </a:lnTo>
                  <a:lnTo>
                    <a:pt x="606059" y="514844"/>
                  </a:lnTo>
                  <a:lnTo>
                    <a:pt x="608523" y="515230"/>
                  </a:lnTo>
                  <a:lnTo>
                    <a:pt x="610987" y="515559"/>
                  </a:lnTo>
                  <a:lnTo>
                    <a:pt x="613450" y="515838"/>
                  </a:lnTo>
                  <a:lnTo>
                    <a:pt x="615914" y="516078"/>
                  </a:lnTo>
                  <a:lnTo>
                    <a:pt x="618378" y="516288"/>
                  </a:lnTo>
                  <a:lnTo>
                    <a:pt x="620841" y="516474"/>
                  </a:lnTo>
                  <a:lnTo>
                    <a:pt x="623305" y="516639"/>
                  </a:lnTo>
                  <a:lnTo>
                    <a:pt x="625769" y="516786"/>
                  </a:lnTo>
                  <a:lnTo>
                    <a:pt x="628232" y="516918"/>
                  </a:lnTo>
                  <a:lnTo>
                    <a:pt x="630696" y="517035"/>
                  </a:lnTo>
                  <a:lnTo>
                    <a:pt x="633159" y="517139"/>
                  </a:lnTo>
                  <a:lnTo>
                    <a:pt x="635623" y="517233"/>
                  </a:lnTo>
                  <a:lnTo>
                    <a:pt x="638087" y="517317"/>
                  </a:lnTo>
                  <a:lnTo>
                    <a:pt x="640550" y="517393"/>
                  </a:lnTo>
                  <a:lnTo>
                    <a:pt x="643014" y="517460"/>
                  </a:lnTo>
                  <a:lnTo>
                    <a:pt x="645478" y="517520"/>
                  </a:lnTo>
                  <a:lnTo>
                    <a:pt x="647941" y="517571"/>
                  </a:lnTo>
                  <a:lnTo>
                    <a:pt x="650405" y="517616"/>
                  </a:lnTo>
                  <a:lnTo>
                    <a:pt x="652869" y="517654"/>
                  </a:lnTo>
                  <a:lnTo>
                    <a:pt x="655332" y="517687"/>
                  </a:lnTo>
                  <a:lnTo>
                    <a:pt x="657796" y="517715"/>
                  </a:lnTo>
                  <a:lnTo>
                    <a:pt x="660260" y="517739"/>
                  </a:lnTo>
                  <a:lnTo>
                    <a:pt x="662723" y="517759"/>
                  </a:lnTo>
                  <a:lnTo>
                    <a:pt x="665187" y="517775"/>
                  </a:lnTo>
                  <a:lnTo>
                    <a:pt x="667651" y="517788"/>
                  </a:lnTo>
                  <a:lnTo>
                    <a:pt x="670114" y="517798"/>
                  </a:lnTo>
                  <a:lnTo>
                    <a:pt x="672578" y="517807"/>
                  </a:lnTo>
                  <a:lnTo>
                    <a:pt x="675042" y="517813"/>
                  </a:lnTo>
                  <a:lnTo>
                    <a:pt x="677505" y="517819"/>
                  </a:lnTo>
                  <a:lnTo>
                    <a:pt x="679969" y="517823"/>
                  </a:lnTo>
                  <a:lnTo>
                    <a:pt x="682433" y="517826"/>
                  </a:lnTo>
                  <a:lnTo>
                    <a:pt x="684896" y="517828"/>
                  </a:lnTo>
                  <a:lnTo>
                    <a:pt x="687360" y="517830"/>
                  </a:lnTo>
                  <a:lnTo>
                    <a:pt x="689824" y="517831"/>
                  </a:lnTo>
                  <a:lnTo>
                    <a:pt x="692287" y="517832"/>
                  </a:lnTo>
                  <a:lnTo>
                    <a:pt x="694751" y="517833"/>
                  </a:lnTo>
                  <a:lnTo>
                    <a:pt x="697215" y="517834"/>
                  </a:lnTo>
                  <a:lnTo>
                    <a:pt x="699678" y="517834"/>
                  </a:lnTo>
                  <a:lnTo>
                    <a:pt x="702142" y="517834"/>
                  </a:lnTo>
                  <a:lnTo>
                    <a:pt x="704606" y="517834"/>
                  </a:lnTo>
                  <a:lnTo>
                    <a:pt x="707069" y="517834"/>
                  </a:lnTo>
                  <a:lnTo>
                    <a:pt x="709533" y="517835"/>
                  </a:lnTo>
                  <a:lnTo>
                    <a:pt x="711997" y="517835"/>
                  </a:lnTo>
                  <a:lnTo>
                    <a:pt x="714460" y="517835"/>
                  </a:lnTo>
                  <a:lnTo>
                    <a:pt x="716924" y="517835"/>
                  </a:lnTo>
                  <a:lnTo>
                    <a:pt x="719388" y="517835"/>
                  </a:lnTo>
                  <a:lnTo>
                    <a:pt x="721851" y="517835"/>
                  </a:lnTo>
                  <a:lnTo>
                    <a:pt x="724315" y="517835"/>
                  </a:lnTo>
                  <a:lnTo>
                    <a:pt x="726778" y="517835"/>
                  </a:lnTo>
                  <a:lnTo>
                    <a:pt x="729242" y="517835"/>
                  </a:lnTo>
                  <a:lnTo>
                    <a:pt x="731706" y="517835"/>
                  </a:lnTo>
                  <a:lnTo>
                    <a:pt x="734169" y="517835"/>
                  </a:lnTo>
                  <a:lnTo>
                    <a:pt x="736633" y="517835"/>
                  </a:lnTo>
                  <a:lnTo>
                    <a:pt x="739097" y="517835"/>
                  </a:lnTo>
                  <a:lnTo>
                    <a:pt x="741560" y="517835"/>
                  </a:lnTo>
                  <a:lnTo>
                    <a:pt x="744024" y="517835"/>
                  </a:lnTo>
                  <a:lnTo>
                    <a:pt x="746488" y="517835"/>
                  </a:lnTo>
                  <a:lnTo>
                    <a:pt x="748951" y="517835"/>
                  </a:lnTo>
                  <a:lnTo>
                    <a:pt x="751415" y="517835"/>
                  </a:lnTo>
                  <a:lnTo>
                    <a:pt x="753879" y="517835"/>
                  </a:lnTo>
                  <a:lnTo>
                    <a:pt x="756342" y="517835"/>
                  </a:lnTo>
                  <a:lnTo>
                    <a:pt x="758806" y="517835"/>
                  </a:lnTo>
                  <a:lnTo>
                    <a:pt x="761270" y="517835"/>
                  </a:lnTo>
                  <a:lnTo>
                    <a:pt x="763733" y="517835"/>
                  </a:lnTo>
                  <a:lnTo>
                    <a:pt x="766197" y="517835"/>
                  </a:lnTo>
                  <a:lnTo>
                    <a:pt x="768661" y="517835"/>
                  </a:lnTo>
                  <a:lnTo>
                    <a:pt x="771124" y="517835"/>
                  </a:lnTo>
                  <a:lnTo>
                    <a:pt x="773588" y="517835"/>
                  </a:lnTo>
                  <a:lnTo>
                    <a:pt x="776052" y="517835"/>
                  </a:lnTo>
                  <a:lnTo>
                    <a:pt x="778515" y="517835"/>
                  </a:lnTo>
                  <a:lnTo>
                    <a:pt x="780979" y="517835"/>
                  </a:lnTo>
                  <a:lnTo>
                    <a:pt x="783443" y="517835"/>
                  </a:lnTo>
                  <a:lnTo>
                    <a:pt x="785906" y="517835"/>
                  </a:lnTo>
                  <a:lnTo>
                    <a:pt x="788370" y="517835"/>
                  </a:lnTo>
                  <a:lnTo>
                    <a:pt x="790834" y="517835"/>
                  </a:lnTo>
                  <a:lnTo>
                    <a:pt x="793297" y="517835"/>
                  </a:lnTo>
                  <a:lnTo>
                    <a:pt x="795761" y="517835"/>
                  </a:lnTo>
                  <a:lnTo>
                    <a:pt x="798225" y="517835"/>
                  </a:lnTo>
                  <a:lnTo>
                    <a:pt x="800688" y="517835"/>
                  </a:lnTo>
                  <a:lnTo>
                    <a:pt x="803152" y="517835"/>
                  </a:lnTo>
                  <a:lnTo>
                    <a:pt x="805616" y="517835"/>
                  </a:lnTo>
                  <a:lnTo>
                    <a:pt x="808079" y="517835"/>
                  </a:lnTo>
                  <a:lnTo>
                    <a:pt x="810543" y="517835"/>
                  </a:lnTo>
                  <a:lnTo>
                    <a:pt x="813006" y="517835"/>
                  </a:lnTo>
                  <a:lnTo>
                    <a:pt x="815470" y="517835"/>
                  </a:lnTo>
                  <a:lnTo>
                    <a:pt x="817934" y="517835"/>
                  </a:lnTo>
                  <a:lnTo>
                    <a:pt x="820397" y="517835"/>
                  </a:lnTo>
                  <a:lnTo>
                    <a:pt x="822861" y="517835"/>
                  </a:lnTo>
                  <a:lnTo>
                    <a:pt x="825325" y="517835"/>
                  </a:lnTo>
                  <a:lnTo>
                    <a:pt x="827788" y="517835"/>
                  </a:lnTo>
                  <a:lnTo>
                    <a:pt x="830252" y="517835"/>
                  </a:lnTo>
                  <a:lnTo>
                    <a:pt x="832716" y="517835"/>
                  </a:lnTo>
                  <a:lnTo>
                    <a:pt x="835179" y="517835"/>
                  </a:lnTo>
                  <a:lnTo>
                    <a:pt x="837643" y="517835"/>
                  </a:lnTo>
                  <a:lnTo>
                    <a:pt x="840107" y="517835"/>
                  </a:lnTo>
                  <a:lnTo>
                    <a:pt x="842570" y="517835"/>
                  </a:lnTo>
                  <a:lnTo>
                    <a:pt x="845034" y="517835"/>
                  </a:lnTo>
                  <a:lnTo>
                    <a:pt x="847498" y="517835"/>
                  </a:lnTo>
                  <a:lnTo>
                    <a:pt x="849961" y="517835"/>
                  </a:lnTo>
                  <a:lnTo>
                    <a:pt x="852425" y="517835"/>
                  </a:lnTo>
                  <a:lnTo>
                    <a:pt x="854889" y="517835"/>
                  </a:lnTo>
                  <a:lnTo>
                    <a:pt x="857352" y="517835"/>
                  </a:lnTo>
                  <a:lnTo>
                    <a:pt x="859816" y="517835"/>
                  </a:lnTo>
                  <a:lnTo>
                    <a:pt x="862280" y="517835"/>
                  </a:lnTo>
                  <a:lnTo>
                    <a:pt x="864743" y="517835"/>
                  </a:lnTo>
                  <a:lnTo>
                    <a:pt x="867207" y="517835"/>
                  </a:lnTo>
                  <a:lnTo>
                    <a:pt x="869671" y="517835"/>
                  </a:lnTo>
                  <a:lnTo>
                    <a:pt x="872134" y="517835"/>
                  </a:lnTo>
                  <a:lnTo>
                    <a:pt x="874598" y="517835"/>
                  </a:lnTo>
                  <a:lnTo>
                    <a:pt x="877062" y="517835"/>
                  </a:lnTo>
                  <a:lnTo>
                    <a:pt x="879525" y="517835"/>
                  </a:lnTo>
                  <a:lnTo>
                    <a:pt x="881989" y="517835"/>
                  </a:lnTo>
                  <a:lnTo>
                    <a:pt x="884453" y="517835"/>
                  </a:lnTo>
                  <a:lnTo>
                    <a:pt x="886916" y="517835"/>
                  </a:lnTo>
                  <a:lnTo>
                    <a:pt x="889380" y="517835"/>
                  </a:lnTo>
                  <a:lnTo>
                    <a:pt x="891844" y="517835"/>
                  </a:lnTo>
                  <a:lnTo>
                    <a:pt x="894307" y="517835"/>
                  </a:lnTo>
                  <a:lnTo>
                    <a:pt x="896771" y="517835"/>
                  </a:lnTo>
                  <a:lnTo>
                    <a:pt x="899235" y="517835"/>
                  </a:lnTo>
                  <a:lnTo>
                    <a:pt x="901698" y="517835"/>
                  </a:lnTo>
                  <a:lnTo>
                    <a:pt x="904162" y="517835"/>
                  </a:lnTo>
                  <a:lnTo>
                    <a:pt x="906625" y="517835"/>
                  </a:lnTo>
                  <a:lnTo>
                    <a:pt x="909089" y="517835"/>
                  </a:lnTo>
                  <a:lnTo>
                    <a:pt x="911553" y="517835"/>
                  </a:lnTo>
                  <a:lnTo>
                    <a:pt x="914016" y="517835"/>
                  </a:lnTo>
                  <a:lnTo>
                    <a:pt x="916480" y="517835"/>
                  </a:lnTo>
                  <a:lnTo>
                    <a:pt x="918944" y="517835"/>
                  </a:lnTo>
                  <a:lnTo>
                    <a:pt x="921407" y="517835"/>
                  </a:lnTo>
                  <a:lnTo>
                    <a:pt x="923871" y="517835"/>
                  </a:lnTo>
                  <a:lnTo>
                    <a:pt x="926335" y="517835"/>
                  </a:lnTo>
                  <a:lnTo>
                    <a:pt x="928798" y="517835"/>
                  </a:lnTo>
                  <a:lnTo>
                    <a:pt x="931262" y="517835"/>
                  </a:lnTo>
                  <a:lnTo>
                    <a:pt x="933726" y="517835"/>
                  </a:lnTo>
                  <a:lnTo>
                    <a:pt x="936189" y="517834"/>
                  </a:lnTo>
                  <a:lnTo>
                    <a:pt x="938653" y="517834"/>
                  </a:lnTo>
                  <a:lnTo>
                    <a:pt x="941117" y="517834"/>
                  </a:lnTo>
                  <a:lnTo>
                    <a:pt x="943580" y="517834"/>
                  </a:lnTo>
                  <a:lnTo>
                    <a:pt x="946044" y="517833"/>
                  </a:lnTo>
                  <a:lnTo>
                    <a:pt x="948508" y="517833"/>
                  </a:lnTo>
                  <a:lnTo>
                    <a:pt x="950971" y="517832"/>
                  </a:lnTo>
                  <a:lnTo>
                    <a:pt x="953435" y="517830"/>
                  </a:lnTo>
                  <a:lnTo>
                    <a:pt x="955899" y="517829"/>
                  </a:lnTo>
                  <a:lnTo>
                    <a:pt x="958362" y="517826"/>
                  </a:lnTo>
                  <a:lnTo>
                    <a:pt x="960826" y="517824"/>
                  </a:lnTo>
                  <a:lnTo>
                    <a:pt x="963290" y="517820"/>
                  </a:lnTo>
                  <a:lnTo>
                    <a:pt x="965753" y="517815"/>
                  </a:lnTo>
                  <a:lnTo>
                    <a:pt x="968217" y="517809"/>
                  </a:lnTo>
                  <a:lnTo>
                    <a:pt x="970681" y="517801"/>
                  </a:lnTo>
                  <a:lnTo>
                    <a:pt x="973144" y="517791"/>
                  </a:lnTo>
                  <a:lnTo>
                    <a:pt x="975608" y="517778"/>
                  </a:lnTo>
                  <a:lnTo>
                    <a:pt x="978072" y="517764"/>
                  </a:lnTo>
                  <a:lnTo>
                    <a:pt x="980535" y="517746"/>
                  </a:lnTo>
                  <a:lnTo>
                    <a:pt x="982999" y="517724"/>
                  </a:lnTo>
                  <a:lnTo>
                    <a:pt x="985463" y="517698"/>
                  </a:lnTo>
                  <a:lnTo>
                    <a:pt x="987926" y="517668"/>
                  </a:lnTo>
                  <a:lnTo>
                    <a:pt x="990390" y="517633"/>
                  </a:lnTo>
                  <a:lnTo>
                    <a:pt x="992853" y="517594"/>
                  </a:lnTo>
                  <a:lnTo>
                    <a:pt x="995317" y="517549"/>
                  </a:lnTo>
                  <a:lnTo>
                    <a:pt x="997781" y="517499"/>
                  </a:lnTo>
                  <a:lnTo>
                    <a:pt x="1000244" y="517444"/>
                  </a:lnTo>
                  <a:lnTo>
                    <a:pt x="1002708" y="517383"/>
                  </a:lnTo>
                  <a:lnTo>
                    <a:pt x="1005172" y="517318"/>
                  </a:lnTo>
                  <a:lnTo>
                    <a:pt x="1007635" y="517250"/>
                  </a:lnTo>
                  <a:lnTo>
                    <a:pt x="1010099" y="517178"/>
                  </a:lnTo>
                  <a:lnTo>
                    <a:pt x="1012563" y="517105"/>
                  </a:lnTo>
                  <a:lnTo>
                    <a:pt x="1015026" y="517031"/>
                  </a:lnTo>
                  <a:lnTo>
                    <a:pt x="1017490" y="516957"/>
                  </a:lnTo>
                  <a:lnTo>
                    <a:pt x="1019954" y="516885"/>
                  </a:lnTo>
                  <a:lnTo>
                    <a:pt x="1022417" y="516818"/>
                  </a:lnTo>
                  <a:lnTo>
                    <a:pt x="1024881" y="516755"/>
                  </a:lnTo>
                  <a:lnTo>
                    <a:pt x="1027345" y="516699"/>
                  </a:lnTo>
                  <a:lnTo>
                    <a:pt x="1029808" y="516652"/>
                  </a:lnTo>
                  <a:lnTo>
                    <a:pt x="1032272" y="516613"/>
                  </a:lnTo>
                  <a:lnTo>
                    <a:pt x="1034736" y="516584"/>
                  </a:lnTo>
                  <a:lnTo>
                    <a:pt x="1037199" y="516567"/>
                  </a:lnTo>
                  <a:lnTo>
                    <a:pt x="1039663" y="516563"/>
                  </a:lnTo>
                  <a:lnTo>
                    <a:pt x="1042127" y="516570"/>
                  </a:lnTo>
                  <a:lnTo>
                    <a:pt x="1044590" y="516588"/>
                  </a:lnTo>
                  <a:lnTo>
                    <a:pt x="1047054" y="516617"/>
                  </a:lnTo>
                  <a:lnTo>
                    <a:pt x="1049518" y="516656"/>
                  </a:lnTo>
                  <a:lnTo>
                    <a:pt x="1051981" y="516704"/>
                  </a:lnTo>
                  <a:lnTo>
                    <a:pt x="1054445" y="516761"/>
                  </a:lnTo>
                  <a:lnTo>
                    <a:pt x="1056909" y="516824"/>
                  </a:lnTo>
                  <a:lnTo>
                    <a:pt x="1059372" y="516893"/>
                  </a:lnTo>
                  <a:lnTo>
                    <a:pt x="1061836" y="516965"/>
                  </a:lnTo>
                  <a:lnTo>
                    <a:pt x="1064300" y="517038"/>
                  </a:lnTo>
                  <a:lnTo>
                    <a:pt x="1066763" y="517112"/>
                  </a:lnTo>
                  <a:lnTo>
                    <a:pt x="1069227" y="517186"/>
                  </a:lnTo>
                  <a:lnTo>
                    <a:pt x="1071691" y="517257"/>
                  </a:lnTo>
                  <a:lnTo>
                    <a:pt x="1074154" y="517325"/>
                  </a:lnTo>
                  <a:lnTo>
                    <a:pt x="1076618" y="517389"/>
                  </a:lnTo>
                  <a:lnTo>
                    <a:pt x="1079082" y="517449"/>
                  </a:lnTo>
                  <a:lnTo>
                    <a:pt x="1081545" y="517504"/>
                  </a:lnTo>
                  <a:lnTo>
                    <a:pt x="1084009" y="517554"/>
                  </a:lnTo>
                  <a:lnTo>
                    <a:pt x="1086472" y="517598"/>
                  </a:lnTo>
                  <a:lnTo>
                    <a:pt x="1088936" y="517638"/>
                  </a:lnTo>
                  <a:lnTo>
                    <a:pt x="1091400" y="517672"/>
                  </a:lnTo>
                  <a:lnTo>
                    <a:pt x="1093863" y="517701"/>
                  </a:lnTo>
                  <a:lnTo>
                    <a:pt x="1096327" y="517726"/>
                  </a:lnTo>
                  <a:lnTo>
                    <a:pt x="1098791" y="517747"/>
                  </a:lnTo>
                  <a:lnTo>
                    <a:pt x="1101254" y="517765"/>
                  </a:lnTo>
                  <a:lnTo>
                    <a:pt x="1103718" y="517780"/>
                  </a:lnTo>
                  <a:lnTo>
                    <a:pt x="1106182" y="517792"/>
                  </a:lnTo>
                  <a:lnTo>
                    <a:pt x="1108645" y="517802"/>
                  </a:lnTo>
                  <a:lnTo>
                    <a:pt x="1111109" y="517809"/>
                  </a:lnTo>
                  <a:lnTo>
                    <a:pt x="1113573" y="517815"/>
                  </a:lnTo>
                  <a:lnTo>
                    <a:pt x="1116036" y="517820"/>
                  </a:lnTo>
                  <a:lnTo>
                    <a:pt x="1118500" y="517824"/>
                  </a:lnTo>
                  <a:lnTo>
                    <a:pt x="1120964" y="517827"/>
                  </a:lnTo>
                  <a:lnTo>
                    <a:pt x="1123427" y="517829"/>
                  </a:lnTo>
                  <a:lnTo>
                    <a:pt x="1125891" y="517831"/>
                  </a:lnTo>
                  <a:lnTo>
                    <a:pt x="1128355" y="517832"/>
                  </a:lnTo>
                  <a:lnTo>
                    <a:pt x="1130818" y="517833"/>
                  </a:lnTo>
                  <a:lnTo>
                    <a:pt x="1133282" y="517833"/>
                  </a:lnTo>
                  <a:lnTo>
                    <a:pt x="1135746" y="517834"/>
                  </a:lnTo>
                  <a:lnTo>
                    <a:pt x="1138209" y="517834"/>
                  </a:lnTo>
                  <a:lnTo>
                    <a:pt x="1140673" y="517834"/>
                  </a:lnTo>
                  <a:lnTo>
                    <a:pt x="1143137" y="517834"/>
                  </a:lnTo>
                  <a:lnTo>
                    <a:pt x="1145600" y="517835"/>
                  </a:lnTo>
                  <a:lnTo>
                    <a:pt x="1148064" y="517835"/>
                  </a:lnTo>
                  <a:lnTo>
                    <a:pt x="1150528" y="517835"/>
                  </a:lnTo>
                  <a:lnTo>
                    <a:pt x="1152991" y="517835"/>
                  </a:lnTo>
                  <a:lnTo>
                    <a:pt x="1155455" y="517835"/>
                  </a:lnTo>
                  <a:lnTo>
                    <a:pt x="1157919" y="517835"/>
                  </a:lnTo>
                  <a:lnTo>
                    <a:pt x="1160382" y="517835"/>
                  </a:lnTo>
                  <a:lnTo>
                    <a:pt x="1162846" y="517835"/>
                  </a:lnTo>
                  <a:lnTo>
                    <a:pt x="1165310" y="517835"/>
                  </a:lnTo>
                  <a:lnTo>
                    <a:pt x="1167773" y="517835"/>
                  </a:lnTo>
                  <a:lnTo>
                    <a:pt x="1170237" y="517835"/>
                  </a:lnTo>
                  <a:lnTo>
                    <a:pt x="1172701" y="517835"/>
                  </a:lnTo>
                  <a:lnTo>
                    <a:pt x="1175164" y="517835"/>
                  </a:lnTo>
                  <a:lnTo>
                    <a:pt x="1177628" y="517835"/>
                  </a:lnTo>
                  <a:lnTo>
                    <a:pt x="1180091" y="517835"/>
                  </a:lnTo>
                  <a:lnTo>
                    <a:pt x="1182555" y="517835"/>
                  </a:lnTo>
                  <a:lnTo>
                    <a:pt x="1185019" y="517835"/>
                  </a:lnTo>
                  <a:lnTo>
                    <a:pt x="1187482" y="517835"/>
                  </a:lnTo>
                  <a:lnTo>
                    <a:pt x="1189946" y="517835"/>
                  </a:lnTo>
                  <a:lnTo>
                    <a:pt x="1192410" y="517835"/>
                  </a:lnTo>
                  <a:lnTo>
                    <a:pt x="1194873" y="517835"/>
                  </a:lnTo>
                  <a:lnTo>
                    <a:pt x="1197337" y="517835"/>
                  </a:lnTo>
                  <a:lnTo>
                    <a:pt x="1199801" y="517835"/>
                  </a:lnTo>
                  <a:lnTo>
                    <a:pt x="1202264" y="517835"/>
                  </a:lnTo>
                  <a:lnTo>
                    <a:pt x="1204728" y="517835"/>
                  </a:lnTo>
                  <a:lnTo>
                    <a:pt x="1207192" y="517835"/>
                  </a:lnTo>
                  <a:lnTo>
                    <a:pt x="1209655" y="517835"/>
                  </a:lnTo>
                  <a:lnTo>
                    <a:pt x="1212119" y="517835"/>
                  </a:lnTo>
                  <a:lnTo>
                    <a:pt x="1214583" y="517835"/>
                  </a:lnTo>
                  <a:lnTo>
                    <a:pt x="1217046" y="517835"/>
                  </a:lnTo>
                  <a:lnTo>
                    <a:pt x="1219510" y="517835"/>
                  </a:lnTo>
                  <a:lnTo>
                    <a:pt x="1221974" y="517835"/>
                  </a:lnTo>
                  <a:lnTo>
                    <a:pt x="1224437" y="517835"/>
                  </a:lnTo>
                  <a:lnTo>
                    <a:pt x="1226901" y="517835"/>
                  </a:lnTo>
                  <a:lnTo>
                    <a:pt x="1229365" y="517835"/>
                  </a:lnTo>
                  <a:lnTo>
                    <a:pt x="1231828" y="517835"/>
                  </a:lnTo>
                  <a:lnTo>
                    <a:pt x="1234292" y="517835"/>
                  </a:lnTo>
                  <a:lnTo>
                    <a:pt x="1236756" y="517835"/>
                  </a:lnTo>
                  <a:lnTo>
                    <a:pt x="1239219" y="517835"/>
                  </a:lnTo>
                  <a:lnTo>
                    <a:pt x="1241683" y="517835"/>
                  </a:lnTo>
                  <a:lnTo>
                    <a:pt x="1244147" y="517835"/>
                  </a:lnTo>
                  <a:lnTo>
                    <a:pt x="1246610" y="517835"/>
                  </a:lnTo>
                  <a:lnTo>
                    <a:pt x="1249074" y="517835"/>
                  </a:lnTo>
                  <a:lnTo>
                    <a:pt x="1251538" y="517835"/>
                  </a:lnTo>
                  <a:lnTo>
                    <a:pt x="1254001" y="517835"/>
                  </a:lnTo>
                  <a:lnTo>
                    <a:pt x="1256465" y="517835"/>
                  </a:lnTo>
                  <a:lnTo>
                    <a:pt x="1258929" y="517835"/>
                  </a:lnTo>
                  <a:lnTo>
                    <a:pt x="1256465" y="517835"/>
                  </a:lnTo>
                  <a:lnTo>
                    <a:pt x="1254001" y="517835"/>
                  </a:lnTo>
                  <a:lnTo>
                    <a:pt x="1251538" y="517835"/>
                  </a:lnTo>
                  <a:lnTo>
                    <a:pt x="1249074" y="517835"/>
                  </a:lnTo>
                  <a:lnTo>
                    <a:pt x="1246610" y="517835"/>
                  </a:lnTo>
                  <a:lnTo>
                    <a:pt x="1244147" y="517835"/>
                  </a:lnTo>
                  <a:lnTo>
                    <a:pt x="1241683" y="517835"/>
                  </a:lnTo>
                  <a:lnTo>
                    <a:pt x="1239219" y="517835"/>
                  </a:lnTo>
                  <a:lnTo>
                    <a:pt x="1236756" y="517835"/>
                  </a:lnTo>
                  <a:lnTo>
                    <a:pt x="1234292" y="517835"/>
                  </a:lnTo>
                  <a:lnTo>
                    <a:pt x="1231828" y="517835"/>
                  </a:lnTo>
                  <a:lnTo>
                    <a:pt x="1229365" y="517835"/>
                  </a:lnTo>
                  <a:lnTo>
                    <a:pt x="1226901" y="517835"/>
                  </a:lnTo>
                  <a:lnTo>
                    <a:pt x="1224437" y="517835"/>
                  </a:lnTo>
                  <a:lnTo>
                    <a:pt x="1221974" y="517835"/>
                  </a:lnTo>
                  <a:lnTo>
                    <a:pt x="1219510" y="517835"/>
                  </a:lnTo>
                  <a:lnTo>
                    <a:pt x="1217046" y="517835"/>
                  </a:lnTo>
                  <a:lnTo>
                    <a:pt x="1214583" y="517835"/>
                  </a:lnTo>
                  <a:lnTo>
                    <a:pt x="1212119" y="517835"/>
                  </a:lnTo>
                  <a:lnTo>
                    <a:pt x="1209655" y="517835"/>
                  </a:lnTo>
                  <a:lnTo>
                    <a:pt x="1207192" y="517835"/>
                  </a:lnTo>
                  <a:lnTo>
                    <a:pt x="1204728" y="517835"/>
                  </a:lnTo>
                  <a:lnTo>
                    <a:pt x="1202264" y="517835"/>
                  </a:lnTo>
                  <a:lnTo>
                    <a:pt x="1199801" y="517835"/>
                  </a:lnTo>
                  <a:lnTo>
                    <a:pt x="1197337" y="517835"/>
                  </a:lnTo>
                  <a:lnTo>
                    <a:pt x="1194873" y="517835"/>
                  </a:lnTo>
                  <a:lnTo>
                    <a:pt x="1192410" y="517835"/>
                  </a:lnTo>
                  <a:lnTo>
                    <a:pt x="1189946" y="517835"/>
                  </a:lnTo>
                  <a:lnTo>
                    <a:pt x="1187482" y="517835"/>
                  </a:lnTo>
                  <a:lnTo>
                    <a:pt x="1185019" y="517835"/>
                  </a:lnTo>
                  <a:lnTo>
                    <a:pt x="1182555" y="517835"/>
                  </a:lnTo>
                  <a:lnTo>
                    <a:pt x="1180091" y="517835"/>
                  </a:lnTo>
                  <a:lnTo>
                    <a:pt x="1177628" y="517835"/>
                  </a:lnTo>
                  <a:lnTo>
                    <a:pt x="1175164" y="517835"/>
                  </a:lnTo>
                  <a:lnTo>
                    <a:pt x="1172701" y="517835"/>
                  </a:lnTo>
                  <a:lnTo>
                    <a:pt x="1170237" y="517835"/>
                  </a:lnTo>
                  <a:lnTo>
                    <a:pt x="1167773" y="517835"/>
                  </a:lnTo>
                  <a:lnTo>
                    <a:pt x="1165310" y="517835"/>
                  </a:lnTo>
                  <a:lnTo>
                    <a:pt x="1162846" y="517835"/>
                  </a:lnTo>
                  <a:lnTo>
                    <a:pt x="1160382" y="517835"/>
                  </a:lnTo>
                  <a:lnTo>
                    <a:pt x="1157919" y="517835"/>
                  </a:lnTo>
                  <a:lnTo>
                    <a:pt x="1155455" y="517835"/>
                  </a:lnTo>
                  <a:lnTo>
                    <a:pt x="1152991" y="517835"/>
                  </a:lnTo>
                  <a:lnTo>
                    <a:pt x="1150528" y="517835"/>
                  </a:lnTo>
                  <a:lnTo>
                    <a:pt x="1148064" y="517835"/>
                  </a:lnTo>
                  <a:lnTo>
                    <a:pt x="1145600" y="517835"/>
                  </a:lnTo>
                  <a:lnTo>
                    <a:pt x="1143137" y="517835"/>
                  </a:lnTo>
                  <a:lnTo>
                    <a:pt x="1140673" y="517835"/>
                  </a:lnTo>
                  <a:lnTo>
                    <a:pt x="1138209" y="517835"/>
                  </a:lnTo>
                  <a:lnTo>
                    <a:pt x="1135746" y="517835"/>
                  </a:lnTo>
                  <a:lnTo>
                    <a:pt x="1133282" y="517835"/>
                  </a:lnTo>
                  <a:lnTo>
                    <a:pt x="1130818" y="517835"/>
                  </a:lnTo>
                  <a:lnTo>
                    <a:pt x="1128355" y="517835"/>
                  </a:lnTo>
                  <a:lnTo>
                    <a:pt x="1125891" y="517835"/>
                  </a:lnTo>
                  <a:lnTo>
                    <a:pt x="1123427" y="517835"/>
                  </a:lnTo>
                  <a:lnTo>
                    <a:pt x="1120964" y="517835"/>
                  </a:lnTo>
                  <a:lnTo>
                    <a:pt x="1118500" y="517835"/>
                  </a:lnTo>
                  <a:lnTo>
                    <a:pt x="1116036" y="517835"/>
                  </a:lnTo>
                  <a:lnTo>
                    <a:pt x="1113573" y="517835"/>
                  </a:lnTo>
                  <a:lnTo>
                    <a:pt x="1111109" y="517835"/>
                  </a:lnTo>
                  <a:lnTo>
                    <a:pt x="1108645" y="517835"/>
                  </a:lnTo>
                  <a:lnTo>
                    <a:pt x="1106182" y="517835"/>
                  </a:lnTo>
                  <a:lnTo>
                    <a:pt x="1103718" y="517835"/>
                  </a:lnTo>
                  <a:lnTo>
                    <a:pt x="1101254" y="517835"/>
                  </a:lnTo>
                  <a:lnTo>
                    <a:pt x="1098791" y="517835"/>
                  </a:lnTo>
                  <a:lnTo>
                    <a:pt x="1096327" y="517835"/>
                  </a:lnTo>
                  <a:lnTo>
                    <a:pt x="1093863" y="517835"/>
                  </a:lnTo>
                  <a:lnTo>
                    <a:pt x="1091400" y="517835"/>
                  </a:lnTo>
                  <a:lnTo>
                    <a:pt x="1088936" y="517835"/>
                  </a:lnTo>
                  <a:lnTo>
                    <a:pt x="1086472" y="517835"/>
                  </a:lnTo>
                  <a:lnTo>
                    <a:pt x="1084009" y="517835"/>
                  </a:lnTo>
                  <a:lnTo>
                    <a:pt x="1081545" y="517835"/>
                  </a:lnTo>
                  <a:lnTo>
                    <a:pt x="1079082" y="517835"/>
                  </a:lnTo>
                  <a:lnTo>
                    <a:pt x="1076618" y="517835"/>
                  </a:lnTo>
                  <a:lnTo>
                    <a:pt x="1074154" y="517835"/>
                  </a:lnTo>
                  <a:lnTo>
                    <a:pt x="1071691" y="517835"/>
                  </a:lnTo>
                  <a:lnTo>
                    <a:pt x="1069227" y="517835"/>
                  </a:lnTo>
                  <a:lnTo>
                    <a:pt x="1066763" y="517835"/>
                  </a:lnTo>
                  <a:lnTo>
                    <a:pt x="1064300" y="517835"/>
                  </a:lnTo>
                  <a:lnTo>
                    <a:pt x="1061836" y="517835"/>
                  </a:lnTo>
                  <a:lnTo>
                    <a:pt x="1059372" y="517835"/>
                  </a:lnTo>
                  <a:lnTo>
                    <a:pt x="1056909" y="517835"/>
                  </a:lnTo>
                  <a:lnTo>
                    <a:pt x="1054445" y="517835"/>
                  </a:lnTo>
                  <a:lnTo>
                    <a:pt x="1051981" y="517835"/>
                  </a:lnTo>
                  <a:lnTo>
                    <a:pt x="1049518" y="517835"/>
                  </a:lnTo>
                  <a:lnTo>
                    <a:pt x="1047054" y="517835"/>
                  </a:lnTo>
                  <a:lnTo>
                    <a:pt x="1044590" y="517835"/>
                  </a:lnTo>
                  <a:lnTo>
                    <a:pt x="1042127" y="517835"/>
                  </a:lnTo>
                  <a:lnTo>
                    <a:pt x="1039663" y="517835"/>
                  </a:lnTo>
                  <a:lnTo>
                    <a:pt x="1037199" y="517835"/>
                  </a:lnTo>
                  <a:lnTo>
                    <a:pt x="1034736" y="517835"/>
                  </a:lnTo>
                  <a:lnTo>
                    <a:pt x="1032272" y="517835"/>
                  </a:lnTo>
                  <a:lnTo>
                    <a:pt x="1029808" y="517835"/>
                  </a:lnTo>
                  <a:lnTo>
                    <a:pt x="1027345" y="517835"/>
                  </a:lnTo>
                  <a:lnTo>
                    <a:pt x="1024881" y="517835"/>
                  </a:lnTo>
                  <a:lnTo>
                    <a:pt x="1022417" y="517835"/>
                  </a:lnTo>
                  <a:lnTo>
                    <a:pt x="1019954" y="517835"/>
                  </a:lnTo>
                  <a:lnTo>
                    <a:pt x="1017490" y="517835"/>
                  </a:lnTo>
                  <a:lnTo>
                    <a:pt x="1015026" y="517835"/>
                  </a:lnTo>
                  <a:lnTo>
                    <a:pt x="1012563" y="517835"/>
                  </a:lnTo>
                  <a:lnTo>
                    <a:pt x="1010099" y="517835"/>
                  </a:lnTo>
                  <a:lnTo>
                    <a:pt x="1007635" y="517835"/>
                  </a:lnTo>
                  <a:lnTo>
                    <a:pt x="1005172" y="517835"/>
                  </a:lnTo>
                  <a:lnTo>
                    <a:pt x="1002708" y="517835"/>
                  </a:lnTo>
                  <a:lnTo>
                    <a:pt x="1000244" y="517835"/>
                  </a:lnTo>
                  <a:lnTo>
                    <a:pt x="997781" y="517835"/>
                  </a:lnTo>
                  <a:lnTo>
                    <a:pt x="995317" y="517835"/>
                  </a:lnTo>
                  <a:lnTo>
                    <a:pt x="992853" y="517835"/>
                  </a:lnTo>
                  <a:lnTo>
                    <a:pt x="990390" y="517835"/>
                  </a:lnTo>
                  <a:lnTo>
                    <a:pt x="987926" y="517835"/>
                  </a:lnTo>
                  <a:lnTo>
                    <a:pt x="985463" y="517835"/>
                  </a:lnTo>
                  <a:lnTo>
                    <a:pt x="982999" y="517835"/>
                  </a:lnTo>
                  <a:lnTo>
                    <a:pt x="980535" y="517835"/>
                  </a:lnTo>
                  <a:lnTo>
                    <a:pt x="978072" y="517835"/>
                  </a:lnTo>
                  <a:lnTo>
                    <a:pt x="975608" y="517835"/>
                  </a:lnTo>
                  <a:lnTo>
                    <a:pt x="973144" y="517835"/>
                  </a:lnTo>
                  <a:lnTo>
                    <a:pt x="970681" y="517835"/>
                  </a:lnTo>
                  <a:lnTo>
                    <a:pt x="968217" y="517835"/>
                  </a:lnTo>
                  <a:lnTo>
                    <a:pt x="965753" y="517835"/>
                  </a:lnTo>
                  <a:lnTo>
                    <a:pt x="963290" y="517835"/>
                  </a:lnTo>
                  <a:lnTo>
                    <a:pt x="960826" y="517835"/>
                  </a:lnTo>
                  <a:lnTo>
                    <a:pt x="958362" y="517835"/>
                  </a:lnTo>
                  <a:lnTo>
                    <a:pt x="955899" y="517835"/>
                  </a:lnTo>
                  <a:lnTo>
                    <a:pt x="953435" y="517835"/>
                  </a:lnTo>
                  <a:lnTo>
                    <a:pt x="950971" y="517835"/>
                  </a:lnTo>
                  <a:lnTo>
                    <a:pt x="948508" y="517835"/>
                  </a:lnTo>
                  <a:lnTo>
                    <a:pt x="946044" y="517835"/>
                  </a:lnTo>
                  <a:lnTo>
                    <a:pt x="943580" y="517835"/>
                  </a:lnTo>
                  <a:lnTo>
                    <a:pt x="941117" y="517835"/>
                  </a:lnTo>
                  <a:lnTo>
                    <a:pt x="938653" y="517835"/>
                  </a:lnTo>
                  <a:lnTo>
                    <a:pt x="936189" y="517835"/>
                  </a:lnTo>
                  <a:lnTo>
                    <a:pt x="933726" y="517835"/>
                  </a:lnTo>
                  <a:lnTo>
                    <a:pt x="931262" y="517835"/>
                  </a:lnTo>
                  <a:lnTo>
                    <a:pt x="928798" y="517835"/>
                  </a:lnTo>
                  <a:lnTo>
                    <a:pt x="926335" y="517835"/>
                  </a:lnTo>
                  <a:lnTo>
                    <a:pt x="923871" y="517835"/>
                  </a:lnTo>
                  <a:lnTo>
                    <a:pt x="921407" y="517835"/>
                  </a:lnTo>
                  <a:lnTo>
                    <a:pt x="918944" y="517835"/>
                  </a:lnTo>
                  <a:lnTo>
                    <a:pt x="916480" y="517835"/>
                  </a:lnTo>
                  <a:lnTo>
                    <a:pt x="914016" y="517835"/>
                  </a:lnTo>
                  <a:lnTo>
                    <a:pt x="911553" y="517835"/>
                  </a:lnTo>
                  <a:lnTo>
                    <a:pt x="909089" y="517835"/>
                  </a:lnTo>
                  <a:lnTo>
                    <a:pt x="906625" y="517835"/>
                  </a:lnTo>
                  <a:lnTo>
                    <a:pt x="904162" y="517835"/>
                  </a:lnTo>
                  <a:lnTo>
                    <a:pt x="901698" y="517835"/>
                  </a:lnTo>
                  <a:lnTo>
                    <a:pt x="899235" y="517835"/>
                  </a:lnTo>
                  <a:lnTo>
                    <a:pt x="896771" y="517835"/>
                  </a:lnTo>
                  <a:lnTo>
                    <a:pt x="894307" y="517835"/>
                  </a:lnTo>
                  <a:lnTo>
                    <a:pt x="891844" y="517835"/>
                  </a:lnTo>
                  <a:lnTo>
                    <a:pt x="889380" y="517835"/>
                  </a:lnTo>
                  <a:lnTo>
                    <a:pt x="886916" y="517835"/>
                  </a:lnTo>
                  <a:lnTo>
                    <a:pt x="884453" y="517835"/>
                  </a:lnTo>
                  <a:lnTo>
                    <a:pt x="881989" y="517835"/>
                  </a:lnTo>
                  <a:lnTo>
                    <a:pt x="879525" y="517835"/>
                  </a:lnTo>
                  <a:lnTo>
                    <a:pt x="877062" y="517835"/>
                  </a:lnTo>
                  <a:lnTo>
                    <a:pt x="874598" y="517835"/>
                  </a:lnTo>
                  <a:lnTo>
                    <a:pt x="872134" y="517835"/>
                  </a:lnTo>
                  <a:lnTo>
                    <a:pt x="869671" y="517835"/>
                  </a:lnTo>
                  <a:lnTo>
                    <a:pt x="867207" y="517835"/>
                  </a:lnTo>
                  <a:lnTo>
                    <a:pt x="864743" y="517835"/>
                  </a:lnTo>
                  <a:lnTo>
                    <a:pt x="862280" y="517835"/>
                  </a:lnTo>
                  <a:lnTo>
                    <a:pt x="859816" y="517835"/>
                  </a:lnTo>
                  <a:lnTo>
                    <a:pt x="857352" y="517835"/>
                  </a:lnTo>
                  <a:lnTo>
                    <a:pt x="854889" y="517835"/>
                  </a:lnTo>
                  <a:lnTo>
                    <a:pt x="852425" y="517835"/>
                  </a:lnTo>
                  <a:lnTo>
                    <a:pt x="849961" y="517835"/>
                  </a:lnTo>
                  <a:lnTo>
                    <a:pt x="847498" y="517835"/>
                  </a:lnTo>
                  <a:lnTo>
                    <a:pt x="845034" y="517835"/>
                  </a:lnTo>
                  <a:lnTo>
                    <a:pt x="842570" y="517835"/>
                  </a:lnTo>
                  <a:lnTo>
                    <a:pt x="840107" y="517835"/>
                  </a:lnTo>
                  <a:lnTo>
                    <a:pt x="837643" y="517835"/>
                  </a:lnTo>
                  <a:lnTo>
                    <a:pt x="835179" y="517835"/>
                  </a:lnTo>
                  <a:lnTo>
                    <a:pt x="832716" y="517835"/>
                  </a:lnTo>
                  <a:lnTo>
                    <a:pt x="830252" y="517835"/>
                  </a:lnTo>
                  <a:lnTo>
                    <a:pt x="827788" y="517835"/>
                  </a:lnTo>
                  <a:lnTo>
                    <a:pt x="825325" y="517835"/>
                  </a:lnTo>
                  <a:lnTo>
                    <a:pt x="822861" y="517835"/>
                  </a:lnTo>
                  <a:lnTo>
                    <a:pt x="820397" y="517835"/>
                  </a:lnTo>
                  <a:lnTo>
                    <a:pt x="817934" y="517835"/>
                  </a:lnTo>
                  <a:lnTo>
                    <a:pt x="815470" y="517835"/>
                  </a:lnTo>
                  <a:lnTo>
                    <a:pt x="813006" y="517835"/>
                  </a:lnTo>
                  <a:lnTo>
                    <a:pt x="810543" y="517835"/>
                  </a:lnTo>
                  <a:lnTo>
                    <a:pt x="808079" y="517835"/>
                  </a:lnTo>
                  <a:lnTo>
                    <a:pt x="805616" y="517835"/>
                  </a:lnTo>
                  <a:lnTo>
                    <a:pt x="803152" y="517835"/>
                  </a:lnTo>
                  <a:lnTo>
                    <a:pt x="800688" y="517835"/>
                  </a:lnTo>
                  <a:lnTo>
                    <a:pt x="798225" y="517835"/>
                  </a:lnTo>
                  <a:lnTo>
                    <a:pt x="795761" y="517835"/>
                  </a:lnTo>
                  <a:lnTo>
                    <a:pt x="793297" y="517835"/>
                  </a:lnTo>
                  <a:lnTo>
                    <a:pt x="790834" y="517835"/>
                  </a:lnTo>
                  <a:lnTo>
                    <a:pt x="788370" y="517835"/>
                  </a:lnTo>
                  <a:lnTo>
                    <a:pt x="785906" y="517835"/>
                  </a:lnTo>
                  <a:lnTo>
                    <a:pt x="783443" y="517835"/>
                  </a:lnTo>
                  <a:lnTo>
                    <a:pt x="780979" y="517835"/>
                  </a:lnTo>
                  <a:lnTo>
                    <a:pt x="778515" y="517835"/>
                  </a:lnTo>
                  <a:lnTo>
                    <a:pt x="776052" y="517835"/>
                  </a:lnTo>
                  <a:lnTo>
                    <a:pt x="773588" y="517835"/>
                  </a:lnTo>
                  <a:lnTo>
                    <a:pt x="771124" y="517835"/>
                  </a:lnTo>
                  <a:lnTo>
                    <a:pt x="768661" y="517835"/>
                  </a:lnTo>
                  <a:lnTo>
                    <a:pt x="766197" y="517835"/>
                  </a:lnTo>
                  <a:lnTo>
                    <a:pt x="763733" y="517835"/>
                  </a:lnTo>
                  <a:lnTo>
                    <a:pt x="761270" y="517835"/>
                  </a:lnTo>
                  <a:lnTo>
                    <a:pt x="758806" y="517835"/>
                  </a:lnTo>
                  <a:lnTo>
                    <a:pt x="756342" y="517835"/>
                  </a:lnTo>
                  <a:lnTo>
                    <a:pt x="753879" y="517835"/>
                  </a:lnTo>
                  <a:lnTo>
                    <a:pt x="751415" y="517835"/>
                  </a:lnTo>
                  <a:lnTo>
                    <a:pt x="748951" y="517835"/>
                  </a:lnTo>
                  <a:lnTo>
                    <a:pt x="746488" y="517835"/>
                  </a:lnTo>
                  <a:lnTo>
                    <a:pt x="744024" y="517835"/>
                  </a:lnTo>
                  <a:lnTo>
                    <a:pt x="741560" y="517835"/>
                  </a:lnTo>
                  <a:lnTo>
                    <a:pt x="739097" y="517835"/>
                  </a:lnTo>
                  <a:lnTo>
                    <a:pt x="736633" y="517835"/>
                  </a:lnTo>
                  <a:lnTo>
                    <a:pt x="734169" y="517835"/>
                  </a:lnTo>
                  <a:lnTo>
                    <a:pt x="731706" y="517835"/>
                  </a:lnTo>
                  <a:lnTo>
                    <a:pt x="729242" y="517835"/>
                  </a:lnTo>
                  <a:lnTo>
                    <a:pt x="726778" y="517835"/>
                  </a:lnTo>
                  <a:lnTo>
                    <a:pt x="724315" y="517835"/>
                  </a:lnTo>
                  <a:lnTo>
                    <a:pt x="721851" y="517835"/>
                  </a:lnTo>
                  <a:lnTo>
                    <a:pt x="719388" y="517835"/>
                  </a:lnTo>
                  <a:lnTo>
                    <a:pt x="716924" y="517835"/>
                  </a:lnTo>
                  <a:lnTo>
                    <a:pt x="714460" y="517835"/>
                  </a:lnTo>
                  <a:lnTo>
                    <a:pt x="711997" y="517835"/>
                  </a:lnTo>
                  <a:lnTo>
                    <a:pt x="709533" y="517835"/>
                  </a:lnTo>
                  <a:lnTo>
                    <a:pt x="707069" y="517835"/>
                  </a:lnTo>
                  <a:lnTo>
                    <a:pt x="704606" y="517835"/>
                  </a:lnTo>
                  <a:lnTo>
                    <a:pt x="702142" y="517835"/>
                  </a:lnTo>
                  <a:lnTo>
                    <a:pt x="699678" y="517835"/>
                  </a:lnTo>
                  <a:lnTo>
                    <a:pt x="697215" y="517835"/>
                  </a:lnTo>
                  <a:lnTo>
                    <a:pt x="694751" y="517835"/>
                  </a:lnTo>
                  <a:lnTo>
                    <a:pt x="692287" y="517835"/>
                  </a:lnTo>
                  <a:lnTo>
                    <a:pt x="689824" y="517835"/>
                  </a:lnTo>
                  <a:lnTo>
                    <a:pt x="687360" y="517835"/>
                  </a:lnTo>
                  <a:lnTo>
                    <a:pt x="684896" y="517835"/>
                  </a:lnTo>
                  <a:lnTo>
                    <a:pt x="682433" y="517835"/>
                  </a:lnTo>
                  <a:lnTo>
                    <a:pt x="679969" y="517835"/>
                  </a:lnTo>
                  <a:lnTo>
                    <a:pt x="677505" y="517835"/>
                  </a:lnTo>
                  <a:lnTo>
                    <a:pt x="675042" y="517835"/>
                  </a:lnTo>
                  <a:lnTo>
                    <a:pt x="672578" y="517835"/>
                  </a:lnTo>
                  <a:lnTo>
                    <a:pt x="670114" y="517835"/>
                  </a:lnTo>
                  <a:lnTo>
                    <a:pt x="667651" y="517835"/>
                  </a:lnTo>
                  <a:lnTo>
                    <a:pt x="665187" y="517835"/>
                  </a:lnTo>
                  <a:lnTo>
                    <a:pt x="662723" y="517835"/>
                  </a:lnTo>
                  <a:lnTo>
                    <a:pt x="660260" y="517835"/>
                  </a:lnTo>
                  <a:lnTo>
                    <a:pt x="657796" y="517835"/>
                  </a:lnTo>
                  <a:lnTo>
                    <a:pt x="655332" y="517835"/>
                  </a:lnTo>
                  <a:lnTo>
                    <a:pt x="652869" y="517835"/>
                  </a:lnTo>
                  <a:lnTo>
                    <a:pt x="650405" y="517835"/>
                  </a:lnTo>
                  <a:lnTo>
                    <a:pt x="647941" y="517835"/>
                  </a:lnTo>
                  <a:lnTo>
                    <a:pt x="645478" y="517835"/>
                  </a:lnTo>
                  <a:lnTo>
                    <a:pt x="643014" y="517835"/>
                  </a:lnTo>
                  <a:lnTo>
                    <a:pt x="640550" y="517835"/>
                  </a:lnTo>
                  <a:lnTo>
                    <a:pt x="638087" y="517835"/>
                  </a:lnTo>
                  <a:lnTo>
                    <a:pt x="635623" y="517835"/>
                  </a:lnTo>
                  <a:lnTo>
                    <a:pt x="633159" y="517835"/>
                  </a:lnTo>
                  <a:lnTo>
                    <a:pt x="630696" y="517835"/>
                  </a:lnTo>
                  <a:lnTo>
                    <a:pt x="628232" y="517835"/>
                  </a:lnTo>
                  <a:lnTo>
                    <a:pt x="625769" y="517835"/>
                  </a:lnTo>
                  <a:lnTo>
                    <a:pt x="623305" y="517835"/>
                  </a:lnTo>
                  <a:lnTo>
                    <a:pt x="620841" y="517835"/>
                  </a:lnTo>
                  <a:lnTo>
                    <a:pt x="618378" y="517835"/>
                  </a:lnTo>
                  <a:lnTo>
                    <a:pt x="615914" y="517835"/>
                  </a:lnTo>
                  <a:lnTo>
                    <a:pt x="613450" y="517835"/>
                  </a:lnTo>
                  <a:lnTo>
                    <a:pt x="610987" y="517835"/>
                  </a:lnTo>
                  <a:lnTo>
                    <a:pt x="608523" y="517835"/>
                  </a:lnTo>
                  <a:lnTo>
                    <a:pt x="606059" y="517835"/>
                  </a:lnTo>
                  <a:lnTo>
                    <a:pt x="603596" y="517835"/>
                  </a:lnTo>
                  <a:lnTo>
                    <a:pt x="601132" y="517835"/>
                  </a:lnTo>
                  <a:lnTo>
                    <a:pt x="598668" y="517835"/>
                  </a:lnTo>
                  <a:lnTo>
                    <a:pt x="596205" y="517835"/>
                  </a:lnTo>
                  <a:lnTo>
                    <a:pt x="593741" y="517835"/>
                  </a:lnTo>
                  <a:lnTo>
                    <a:pt x="591277" y="517835"/>
                  </a:lnTo>
                  <a:lnTo>
                    <a:pt x="588814" y="517835"/>
                  </a:lnTo>
                  <a:lnTo>
                    <a:pt x="586350" y="517835"/>
                  </a:lnTo>
                  <a:lnTo>
                    <a:pt x="583886" y="517835"/>
                  </a:lnTo>
                  <a:lnTo>
                    <a:pt x="581423" y="517835"/>
                  </a:lnTo>
                  <a:lnTo>
                    <a:pt x="578959" y="517835"/>
                  </a:lnTo>
                  <a:lnTo>
                    <a:pt x="576495" y="517835"/>
                  </a:lnTo>
                  <a:lnTo>
                    <a:pt x="574032" y="517835"/>
                  </a:lnTo>
                  <a:lnTo>
                    <a:pt x="571568" y="517835"/>
                  </a:lnTo>
                  <a:lnTo>
                    <a:pt x="569104" y="517835"/>
                  </a:lnTo>
                  <a:lnTo>
                    <a:pt x="566641" y="517835"/>
                  </a:lnTo>
                  <a:lnTo>
                    <a:pt x="564177" y="517835"/>
                  </a:lnTo>
                  <a:lnTo>
                    <a:pt x="561713" y="517835"/>
                  </a:lnTo>
                  <a:lnTo>
                    <a:pt x="559250" y="517835"/>
                  </a:lnTo>
                  <a:lnTo>
                    <a:pt x="556786" y="517835"/>
                  </a:lnTo>
                  <a:lnTo>
                    <a:pt x="554322" y="517835"/>
                  </a:lnTo>
                  <a:lnTo>
                    <a:pt x="551859" y="517835"/>
                  </a:lnTo>
                  <a:lnTo>
                    <a:pt x="549395" y="517835"/>
                  </a:lnTo>
                  <a:lnTo>
                    <a:pt x="546931" y="517835"/>
                  </a:lnTo>
                  <a:lnTo>
                    <a:pt x="544468" y="517835"/>
                  </a:lnTo>
                  <a:lnTo>
                    <a:pt x="542004" y="517835"/>
                  </a:lnTo>
                  <a:lnTo>
                    <a:pt x="539541" y="517835"/>
                  </a:lnTo>
                  <a:lnTo>
                    <a:pt x="537077" y="517835"/>
                  </a:lnTo>
                  <a:lnTo>
                    <a:pt x="534613" y="517835"/>
                  </a:lnTo>
                  <a:lnTo>
                    <a:pt x="532150" y="517835"/>
                  </a:lnTo>
                  <a:lnTo>
                    <a:pt x="529686" y="517835"/>
                  </a:lnTo>
                  <a:lnTo>
                    <a:pt x="527222" y="517835"/>
                  </a:lnTo>
                  <a:lnTo>
                    <a:pt x="524759" y="517835"/>
                  </a:lnTo>
                  <a:lnTo>
                    <a:pt x="522295" y="517835"/>
                  </a:lnTo>
                  <a:lnTo>
                    <a:pt x="519831" y="517835"/>
                  </a:lnTo>
                  <a:lnTo>
                    <a:pt x="517368" y="517835"/>
                  </a:lnTo>
                  <a:lnTo>
                    <a:pt x="514904" y="517835"/>
                  </a:lnTo>
                  <a:lnTo>
                    <a:pt x="512440" y="517835"/>
                  </a:lnTo>
                  <a:lnTo>
                    <a:pt x="509977" y="517835"/>
                  </a:lnTo>
                  <a:lnTo>
                    <a:pt x="507513" y="517835"/>
                  </a:lnTo>
                  <a:lnTo>
                    <a:pt x="505049" y="517835"/>
                  </a:lnTo>
                  <a:lnTo>
                    <a:pt x="502586" y="517835"/>
                  </a:lnTo>
                  <a:lnTo>
                    <a:pt x="500122" y="517835"/>
                  </a:lnTo>
                  <a:lnTo>
                    <a:pt x="497658" y="517835"/>
                  </a:lnTo>
                  <a:lnTo>
                    <a:pt x="495195" y="517835"/>
                  </a:lnTo>
                  <a:lnTo>
                    <a:pt x="492731" y="517835"/>
                  </a:lnTo>
                  <a:lnTo>
                    <a:pt x="490267" y="517835"/>
                  </a:lnTo>
                  <a:lnTo>
                    <a:pt x="487804" y="517835"/>
                  </a:lnTo>
                  <a:lnTo>
                    <a:pt x="485340" y="517835"/>
                  </a:lnTo>
                  <a:lnTo>
                    <a:pt x="482876" y="517835"/>
                  </a:lnTo>
                  <a:lnTo>
                    <a:pt x="480413" y="517835"/>
                  </a:lnTo>
                  <a:lnTo>
                    <a:pt x="477949" y="517835"/>
                  </a:lnTo>
                  <a:lnTo>
                    <a:pt x="475485" y="517835"/>
                  </a:lnTo>
                  <a:lnTo>
                    <a:pt x="473022" y="517835"/>
                  </a:lnTo>
                  <a:lnTo>
                    <a:pt x="470558" y="517835"/>
                  </a:lnTo>
                  <a:lnTo>
                    <a:pt x="468094" y="517835"/>
                  </a:lnTo>
                  <a:lnTo>
                    <a:pt x="465631" y="517835"/>
                  </a:lnTo>
                  <a:lnTo>
                    <a:pt x="463167" y="517835"/>
                  </a:lnTo>
                  <a:lnTo>
                    <a:pt x="460703" y="517835"/>
                  </a:lnTo>
                  <a:lnTo>
                    <a:pt x="458240" y="517835"/>
                  </a:lnTo>
                  <a:lnTo>
                    <a:pt x="455776" y="517835"/>
                  </a:lnTo>
                  <a:lnTo>
                    <a:pt x="453312" y="517835"/>
                  </a:lnTo>
                  <a:lnTo>
                    <a:pt x="450849" y="517835"/>
                  </a:lnTo>
                  <a:lnTo>
                    <a:pt x="448385" y="517835"/>
                  </a:lnTo>
                  <a:lnTo>
                    <a:pt x="445922" y="517835"/>
                  </a:lnTo>
                  <a:lnTo>
                    <a:pt x="443458" y="517835"/>
                  </a:lnTo>
                  <a:lnTo>
                    <a:pt x="440994" y="517835"/>
                  </a:lnTo>
                  <a:lnTo>
                    <a:pt x="438531" y="517835"/>
                  </a:lnTo>
                  <a:lnTo>
                    <a:pt x="436067" y="517835"/>
                  </a:lnTo>
                  <a:lnTo>
                    <a:pt x="433603" y="517835"/>
                  </a:lnTo>
                  <a:lnTo>
                    <a:pt x="431140" y="517835"/>
                  </a:lnTo>
                  <a:lnTo>
                    <a:pt x="428676" y="517835"/>
                  </a:lnTo>
                  <a:lnTo>
                    <a:pt x="426212" y="517835"/>
                  </a:lnTo>
                  <a:lnTo>
                    <a:pt x="423749" y="517835"/>
                  </a:lnTo>
                  <a:lnTo>
                    <a:pt x="421285" y="517835"/>
                  </a:lnTo>
                  <a:lnTo>
                    <a:pt x="418821" y="517835"/>
                  </a:lnTo>
                  <a:lnTo>
                    <a:pt x="416358" y="517835"/>
                  </a:lnTo>
                  <a:lnTo>
                    <a:pt x="413894" y="517835"/>
                  </a:lnTo>
                  <a:lnTo>
                    <a:pt x="411430" y="517835"/>
                  </a:lnTo>
                  <a:lnTo>
                    <a:pt x="408967" y="517835"/>
                  </a:lnTo>
                  <a:lnTo>
                    <a:pt x="406503" y="517835"/>
                  </a:lnTo>
                  <a:lnTo>
                    <a:pt x="404039" y="517835"/>
                  </a:lnTo>
                  <a:lnTo>
                    <a:pt x="401576" y="517835"/>
                  </a:lnTo>
                  <a:lnTo>
                    <a:pt x="399112" y="517835"/>
                  </a:lnTo>
                  <a:lnTo>
                    <a:pt x="396648" y="517835"/>
                  </a:lnTo>
                  <a:lnTo>
                    <a:pt x="394185" y="517835"/>
                  </a:lnTo>
                  <a:lnTo>
                    <a:pt x="391721" y="517835"/>
                  </a:lnTo>
                  <a:lnTo>
                    <a:pt x="389257" y="517835"/>
                  </a:lnTo>
                  <a:lnTo>
                    <a:pt x="386794" y="517835"/>
                  </a:lnTo>
                  <a:lnTo>
                    <a:pt x="384330" y="517835"/>
                  </a:lnTo>
                  <a:lnTo>
                    <a:pt x="381866" y="517835"/>
                  </a:lnTo>
                  <a:lnTo>
                    <a:pt x="379403" y="517835"/>
                  </a:lnTo>
                  <a:lnTo>
                    <a:pt x="376939" y="517835"/>
                  </a:lnTo>
                  <a:lnTo>
                    <a:pt x="374475" y="517835"/>
                  </a:lnTo>
                  <a:lnTo>
                    <a:pt x="372012" y="517835"/>
                  </a:lnTo>
                  <a:lnTo>
                    <a:pt x="369548" y="517835"/>
                  </a:lnTo>
                  <a:lnTo>
                    <a:pt x="367084" y="517835"/>
                  </a:lnTo>
                  <a:lnTo>
                    <a:pt x="364621" y="517835"/>
                  </a:lnTo>
                  <a:lnTo>
                    <a:pt x="362157" y="517835"/>
                  </a:lnTo>
                  <a:lnTo>
                    <a:pt x="359694" y="517835"/>
                  </a:lnTo>
                  <a:lnTo>
                    <a:pt x="357230" y="517835"/>
                  </a:lnTo>
                  <a:lnTo>
                    <a:pt x="354766" y="517835"/>
                  </a:lnTo>
                  <a:lnTo>
                    <a:pt x="352303" y="517835"/>
                  </a:lnTo>
                  <a:lnTo>
                    <a:pt x="349839" y="517835"/>
                  </a:lnTo>
                  <a:lnTo>
                    <a:pt x="347375" y="517835"/>
                  </a:lnTo>
                  <a:lnTo>
                    <a:pt x="344912" y="517835"/>
                  </a:lnTo>
                  <a:lnTo>
                    <a:pt x="342448" y="517835"/>
                  </a:lnTo>
                  <a:lnTo>
                    <a:pt x="339984" y="517835"/>
                  </a:lnTo>
                  <a:lnTo>
                    <a:pt x="337521" y="517835"/>
                  </a:lnTo>
                  <a:lnTo>
                    <a:pt x="335057" y="517835"/>
                  </a:lnTo>
                  <a:lnTo>
                    <a:pt x="332593" y="517835"/>
                  </a:lnTo>
                  <a:lnTo>
                    <a:pt x="330130" y="517835"/>
                  </a:lnTo>
                  <a:lnTo>
                    <a:pt x="327666" y="517835"/>
                  </a:lnTo>
                  <a:lnTo>
                    <a:pt x="325202" y="517835"/>
                  </a:lnTo>
                  <a:lnTo>
                    <a:pt x="322739" y="517835"/>
                  </a:lnTo>
                  <a:lnTo>
                    <a:pt x="320275" y="517835"/>
                  </a:lnTo>
                  <a:lnTo>
                    <a:pt x="317811" y="517835"/>
                  </a:lnTo>
                  <a:lnTo>
                    <a:pt x="315348" y="517835"/>
                  </a:lnTo>
                  <a:lnTo>
                    <a:pt x="312884" y="517835"/>
                  </a:lnTo>
                  <a:lnTo>
                    <a:pt x="310420" y="517835"/>
                  </a:lnTo>
                  <a:lnTo>
                    <a:pt x="307957" y="517835"/>
                  </a:lnTo>
                  <a:lnTo>
                    <a:pt x="305493" y="517835"/>
                  </a:lnTo>
                  <a:lnTo>
                    <a:pt x="303029" y="517835"/>
                  </a:lnTo>
                  <a:lnTo>
                    <a:pt x="300566" y="517835"/>
                  </a:lnTo>
                  <a:lnTo>
                    <a:pt x="298102" y="517835"/>
                  </a:lnTo>
                  <a:lnTo>
                    <a:pt x="295638" y="517835"/>
                  </a:lnTo>
                  <a:lnTo>
                    <a:pt x="293175" y="517835"/>
                  </a:lnTo>
                  <a:lnTo>
                    <a:pt x="290711" y="517835"/>
                  </a:lnTo>
                  <a:lnTo>
                    <a:pt x="288247" y="517835"/>
                  </a:lnTo>
                  <a:lnTo>
                    <a:pt x="285784" y="517835"/>
                  </a:lnTo>
                  <a:lnTo>
                    <a:pt x="283320" y="517835"/>
                  </a:lnTo>
                  <a:lnTo>
                    <a:pt x="280856" y="517835"/>
                  </a:lnTo>
                  <a:lnTo>
                    <a:pt x="278393" y="517835"/>
                  </a:lnTo>
                  <a:lnTo>
                    <a:pt x="275929" y="517835"/>
                  </a:lnTo>
                  <a:lnTo>
                    <a:pt x="273465" y="517835"/>
                  </a:lnTo>
                  <a:lnTo>
                    <a:pt x="271002" y="517835"/>
                  </a:lnTo>
                  <a:lnTo>
                    <a:pt x="268538" y="517835"/>
                  </a:lnTo>
                  <a:lnTo>
                    <a:pt x="266075" y="517835"/>
                  </a:lnTo>
                  <a:lnTo>
                    <a:pt x="263611" y="517835"/>
                  </a:lnTo>
                  <a:lnTo>
                    <a:pt x="261147" y="517835"/>
                  </a:lnTo>
                  <a:lnTo>
                    <a:pt x="258684" y="517835"/>
                  </a:lnTo>
                  <a:lnTo>
                    <a:pt x="256220" y="517835"/>
                  </a:lnTo>
                  <a:lnTo>
                    <a:pt x="253756" y="517835"/>
                  </a:lnTo>
                  <a:lnTo>
                    <a:pt x="251293" y="517835"/>
                  </a:lnTo>
                  <a:lnTo>
                    <a:pt x="248829" y="517835"/>
                  </a:lnTo>
                  <a:lnTo>
                    <a:pt x="246365" y="517835"/>
                  </a:lnTo>
                  <a:lnTo>
                    <a:pt x="243902" y="517835"/>
                  </a:lnTo>
                  <a:lnTo>
                    <a:pt x="241438" y="517835"/>
                  </a:lnTo>
                  <a:lnTo>
                    <a:pt x="238974" y="517835"/>
                  </a:lnTo>
                  <a:lnTo>
                    <a:pt x="236511" y="517835"/>
                  </a:lnTo>
                  <a:lnTo>
                    <a:pt x="234047" y="517835"/>
                  </a:lnTo>
                  <a:lnTo>
                    <a:pt x="231583" y="517835"/>
                  </a:lnTo>
                  <a:lnTo>
                    <a:pt x="229120" y="517835"/>
                  </a:lnTo>
                  <a:lnTo>
                    <a:pt x="226656" y="517835"/>
                  </a:lnTo>
                  <a:lnTo>
                    <a:pt x="224192" y="517835"/>
                  </a:lnTo>
                  <a:lnTo>
                    <a:pt x="221729" y="517835"/>
                  </a:lnTo>
                  <a:lnTo>
                    <a:pt x="219265" y="517835"/>
                  </a:lnTo>
                  <a:lnTo>
                    <a:pt x="216801" y="517835"/>
                  </a:lnTo>
                  <a:lnTo>
                    <a:pt x="214338" y="517835"/>
                  </a:lnTo>
                  <a:lnTo>
                    <a:pt x="211874" y="517835"/>
                  </a:lnTo>
                  <a:lnTo>
                    <a:pt x="209410" y="517835"/>
                  </a:lnTo>
                  <a:lnTo>
                    <a:pt x="206947" y="517835"/>
                  </a:lnTo>
                  <a:lnTo>
                    <a:pt x="204483" y="517835"/>
                  </a:lnTo>
                  <a:lnTo>
                    <a:pt x="202019" y="517835"/>
                  </a:lnTo>
                  <a:lnTo>
                    <a:pt x="199556" y="517835"/>
                  </a:lnTo>
                  <a:lnTo>
                    <a:pt x="197092" y="517835"/>
                  </a:lnTo>
                  <a:lnTo>
                    <a:pt x="194628" y="517835"/>
                  </a:lnTo>
                  <a:lnTo>
                    <a:pt x="192165" y="517835"/>
                  </a:lnTo>
                  <a:lnTo>
                    <a:pt x="189701" y="517835"/>
                  </a:lnTo>
                  <a:lnTo>
                    <a:pt x="187237" y="517835"/>
                  </a:lnTo>
                  <a:lnTo>
                    <a:pt x="184774" y="517835"/>
                  </a:lnTo>
                  <a:lnTo>
                    <a:pt x="182310" y="517835"/>
                  </a:lnTo>
                  <a:lnTo>
                    <a:pt x="179847" y="517835"/>
                  </a:lnTo>
                  <a:lnTo>
                    <a:pt x="177383" y="517835"/>
                  </a:lnTo>
                  <a:lnTo>
                    <a:pt x="174919" y="517835"/>
                  </a:lnTo>
                  <a:lnTo>
                    <a:pt x="172456" y="517835"/>
                  </a:lnTo>
                  <a:lnTo>
                    <a:pt x="169992" y="517835"/>
                  </a:lnTo>
                  <a:lnTo>
                    <a:pt x="167528" y="517835"/>
                  </a:lnTo>
                  <a:lnTo>
                    <a:pt x="165065" y="517835"/>
                  </a:lnTo>
                  <a:lnTo>
                    <a:pt x="162601" y="517835"/>
                  </a:lnTo>
                  <a:lnTo>
                    <a:pt x="160137" y="517835"/>
                  </a:lnTo>
                  <a:lnTo>
                    <a:pt x="157674" y="517835"/>
                  </a:lnTo>
                  <a:lnTo>
                    <a:pt x="155210" y="517835"/>
                  </a:lnTo>
                  <a:lnTo>
                    <a:pt x="152746" y="517835"/>
                  </a:lnTo>
                  <a:lnTo>
                    <a:pt x="150283" y="517835"/>
                  </a:lnTo>
                  <a:lnTo>
                    <a:pt x="147819" y="517835"/>
                  </a:lnTo>
                  <a:lnTo>
                    <a:pt x="145355" y="517835"/>
                  </a:lnTo>
                  <a:lnTo>
                    <a:pt x="142892" y="517835"/>
                  </a:lnTo>
                  <a:lnTo>
                    <a:pt x="140428" y="517835"/>
                  </a:lnTo>
                  <a:lnTo>
                    <a:pt x="137964" y="517835"/>
                  </a:lnTo>
                  <a:lnTo>
                    <a:pt x="135501" y="517835"/>
                  </a:lnTo>
                  <a:lnTo>
                    <a:pt x="133037" y="517835"/>
                  </a:lnTo>
                  <a:lnTo>
                    <a:pt x="130573" y="517835"/>
                  </a:lnTo>
                  <a:lnTo>
                    <a:pt x="128110" y="517835"/>
                  </a:lnTo>
                  <a:lnTo>
                    <a:pt x="125646" y="517835"/>
                  </a:lnTo>
                  <a:lnTo>
                    <a:pt x="123182" y="517835"/>
                  </a:lnTo>
                  <a:lnTo>
                    <a:pt x="120719" y="517835"/>
                  </a:lnTo>
                  <a:lnTo>
                    <a:pt x="118255" y="517835"/>
                  </a:lnTo>
                  <a:lnTo>
                    <a:pt x="115791" y="517835"/>
                  </a:lnTo>
                  <a:lnTo>
                    <a:pt x="113328" y="517835"/>
                  </a:lnTo>
                  <a:lnTo>
                    <a:pt x="110864" y="517835"/>
                  </a:lnTo>
                  <a:lnTo>
                    <a:pt x="108400" y="517835"/>
                  </a:lnTo>
                  <a:lnTo>
                    <a:pt x="105937" y="517835"/>
                  </a:lnTo>
                  <a:lnTo>
                    <a:pt x="103473" y="517835"/>
                  </a:lnTo>
                  <a:lnTo>
                    <a:pt x="101009" y="517835"/>
                  </a:lnTo>
                  <a:lnTo>
                    <a:pt x="98546" y="517835"/>
                  </a:lnTo>
                  <a:lnTo>
                    <a:pt x="96082" y="517835"/>
                  </a:lnTo>
                  <a:lnTo>
                    <a:pt x="93618" y="517835"/>
                  </a:lnTo>
                  <a:lnTo>
                    <a:pt x="91155" y="517835"/>
                  </a:lnTo>
                  <a:lnTo>
                    <a:pt x="88691" y="517835"/>
                  </a:lnTo>
                  <a:lnTo>
                    <a:pt x="86228" y="517835"/>
                  </a:lnTo>
                  <a:lnTo>
                    <a:pt x="83764" y="517835"/>
                  </a:lnTo>
                  <a:lnTo>
                    <a:pt x="81300" y="517835"/>
                  </a:lnTo>
                  <a:lnTo>
                    <a:pt x="78837" y="517835"/>
                  </a:lnTo>
                  <a:lnTo>
                    <a:pt x="76373" y="517835"/>
                  </a:lnTo>
                  <a:lnTo>
                    <a:pt x="73909" y="517835"/>
                  </a:lnTo>
                  <a:lnTo>
                    <a:pt x="71446" y="517835"/>
                  </a:lnTo>
                  <a:lnTo>
                    <a:pt x="68982" y="517835"/>
                  </a:lnTo>
                  <a:lnTo>
                    <a:pt x="66518" y="517835"/>
                  </a:lnTo>
                  <a:lnTo>
                    <a:pt x="64055" y="517835"/>
                  </a:lnTo>
                  <a:lnTo>
                    <a:pt x="61591" y="517835"/>
                  </a:lnTo>
                  <a:lnTo>
                    <a:pt x="59127" y="517835"/>
                  </a:lnTo>
                  <a:lnTo>
                    <a:pt x="56664" y="517835"/>
                  </a:lnTo>
                  <a:lnTo>
                    <a:pt x="54200" y="517835"/>
                  </a:lnTo>
                  <a:lnTo>
                    <a:pt x="51736" y="517835"/>
                  </a:lnTo>
                  <a:lnTo>
                    <a:pt x="49273" y="517835"/>
                  </a:lnTo>
                  <a:lnTo>
                    <a:pt x="46809" y="517835"/>
                  </a:lnTo>
                  <a:lnTo>
                    <a:pt x="44345" y="517835"/>
                  </a:lnTo>
                  <a:lnTo>
                    <a:pt x="41882" y="517835"/>
                  </a:lnTo>
                  <a:lnTo>
                    <a:pt x="39418" y="517835"/>
                  </a:lnTo>
                  <a:lnTo>
                    <a:pt x="36954" y="517835"/>
                  </a:lnTo>
                  <a:lnTo>
                    <a:pt x="34491" y="517835"/>
                  </a:lnTo>
                  <a:lnTo>
                    <a:pt x="32027" y="517835"/>
                  </a:lnTo>
                  <a:lnTo>
                    <a:pt x="29563" y="517835"/>
                  </a:lnTo>
                  <a:lnTo>
                    <a:pt x="27100" y="517835"/>
                  </a:lnTo>
                  <a:lnTo>
                    <a:pt x="24636" y="517835"/>
                  </a:lnTo>
                  <a:lnTo>
                    <a:pt x="22172" y="517835"/>
                  </a:lnTo>
                  <a:lnTo>
                    <a:pt x="19709" y="517835"/>
                  </a:lnTo>
                  <a:lnTo>
                    <a:pt x="17245" y="517835"/>
                  </a:lnTo>
                  <a:lnTo>
                    <a:pt x="14781" y="517835"/>
                  </a:lnTo>
                  <a:lnTo>
                    <a:pt x="12318" y="517835"/>
                  </a:lnTo>
                  <a:lnTo>
                    <a:pt x="9854" y="517835"/>
                  </a:lnTo>
                  <a:lnTo>
                    <a:pt x="7390" y="517835"/>
                  </a:lnTo>
                  <a:lnTo>
                    <a:pt x="4927" y="517835"/>
                  </a:lnTo>
                  <a:lnTo>
                    <a:pt x="2463" y="51783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09616" y="1607952"/>
              <a:ext cx="1258929" cy="517835"/>
            </a:xfrm>
            <a:custGeom>
              <a:avLst/>
              <a:pathLst>
                <a:path w="1258929" h="517835">
                  <a:moveTo>
                    <a:pt x="0" y="517835"/>
                  </a:moveTo>
                  <a:lnTo>
                    <a:pt x="2463" y="517835"/>
                  </a:lnTo>
                  <a:lnTo>
                    <a:pt x="4927" y="517835"/>
                  </a:lnTo>
                  <a:lnTo>
                    <a:pt x="7390" y="517835"/>
                  </a:lnTo>
                  <a:lnTo>
                    <a:pt x="9854" y="517835"/>
                  </a:lnTo>
                  <a:lnTo>
                    <a:pt x="12318" y="517835"/>
                  </a:lnTo>
                  <a:lnTo>
                    <a:pt x="14781" y="517835"/>
                  </a:lnTo>
                  <a:lnTo>
                    <a:pt x="17245" y="517835"/>
                  </a:lnTo>
                  <a:lnTo>
                    <a:pt x="19709" y="517835"/>
                  </a:lnTo>
                  <a:lnTo>
                    <a:pt x="22172" y="517835"/>
                  </a:lnTo>
                  <a:lnTo>
                    <a:pt x="24636" y="517835"/>
                  </a:lnTo>
                  <a:lnTo>
                    <a:pt x="27100" y="517835"/>
                  </a:lnTo>
                  <a:lnTo>
                    <a:pt x="29563" y="517835"/>
                  </a:lnTo>
                  <a:lnTo>
                    <a:pt x="32027" y="517835"/>
                  </a:lnTo>
                  <a:lnTo>
                    <a:pt x="34491" y="517835"/>
                  </a:lnTo>
                  <a:lnTo>
                    <a:pt x="36954" y="517835"/>
                  </a:lnTo>
                  <a:lnTo>
                    <a:pt x="39418" y="517835"/>
                  </a:lnTo>
                  <a:lnTo>
                    <a:pt x="41882" y="517835"/>
                  </a:lnTo>
                  <a:lnTo>
                    <a:pt x="44345" y="517835"/>
                  </a:lnTo>
                  <a:lnTo>
                    <a:pt x="46809" y="517835"/>
                  </a:lnTo>
                  <a:lnTo>
                    <a:pt x="49273" y="517835"/>
                  </a:lnTo>
                  <a:lnTo>
                    <a:pt x="51736" y="517835"/>
                  </a:lnTo>
                  <a:lnTo>
                    <a:pt x="54200" y="517835"/>
                  </a:lnTo>
                  <a:lnTo>
                    <a:pt x="56664" y="517835"/>
                  </a:lnTo>
                  <a:lnTo>
                    <a:pt x="59127" y="517835"/>
                  </a:lnTo>
                  <a:lnTo>
                    <a:pt x="61591" y="517835"/>
                  </a:lnTo>
                  <a:lnTo>
                    <a:pt x="64055" y="517835"/>
                  </a:lnTo>
                  <a:lnTo>
                    <a:pt x="66518" y="517835"/>
                  </a:lnTo>
                  <a:lnTo>
                    <a:pt x="68982" y="517835"/>
                  </a:lnTo>
                  <a:lnTo>
                    <a:pt x="71446" y="517835"/>
                  </a:lnTo>
                  <a:lnTo>
                    <a:pt x="73909" y="517835"/>
                  </a:lnTo>
                  <a:lnTo>
                    <a:pt x="76373" y="517835"/>
                  </a:lnTo>
                  <a:lnTo>
                    <a:pt x="78837" y="517835"/>
                  </a:lnTo>
                  <a:lnTo>
                    <a:pt x="81300" y="517835"/>
                  </a:lnTo>
                  <a:lnTo>
                    <a:pt x="83764" y="517835"/>
                  </a:lnTo>
                  <a:lnTo>
                    <a:pt x="86228" y="517835"/>
                  </a:lnTo>
                  <a:lnTo>
                    <a:pt x="88691" y="517835"/>
                  </a:lnTo>
                  <a:lnTo>
                    <a:pt x="91155" y="517835"/>
                  </a:lnTo>
                  <a:lnTo>
                    <a:pt x="93618" y="517834"/>
                  </a:lnTo>
                  <a:lnTo>
                    <a:pt x="96082" y="517834"/>
                  </a:lnTo>
                  <a:lnTo>
                    <a:pt x="98546" y="517834"/>
                  </a:lnTo>
                  <a:lnTo>
                    <a:pt x="101009" y="517834"/>
                  </a:lnTo>
                  <a:lnTo>
                    <a:pt x="103473" y="517833"/>
                  </a:lnTo>
                  <a:lnTo>
                    <a:pt x="105937" y="517833"/>
                  </a:lnTo>
                  <a:lnTo>
                    <a:pt x="108400" y="517832"/>
                  </a:lnTo>
                  <a:lnTo>
                    <a:pt x="110864" y="517831"/>
                  </a:lnTo>
                  <a:lnTo>
                    <a:pt x="113328" y="517829"/>
                  </a:lnTo>
                  <a:lnTo>
                    <a:pt x="115791" y="517826"/>
                  </a:lnTo>
                  <a:lnTo>
                    <a:pt x="118255" y="517823"/>
                  </a:lnTo>
                  <a:lnTo>
                    <a:pt x="120719" y="517818"/>
                  </a:lnTo>
                  <a:lnTo>
                    <a:pt x="123182" y="517812"/>
                  </a:lnTo>
                  <a:lnTo>
                    <a:pt x="125646" y="517804"/>
                  </a:lnTo>
                  <a:lnTo>
                    <a:pt x="128110" y="517792"/>
                  </a:lnTo>
                  <a:lnTo>
                    <a:pt x="130573" y="517778"/>
                  </a:lnTo>
                  <a:lnTo>
                    <a:pt x="133037" y="517759"/>
                  </a:lnTo>
                  <a:lnTo>
                    <a:pt x="135501" y="517735"/>
                  </a:lnTo>
                  <a:lnTo>
                    <a:pt x="137964" y="517702"/>
                  </a:lnTo>
                  <a:lnTo>
                    <a:pt x="140428" y="517661"/>
                  </a:lnTo>
                  <a:lnTo>
                    <a:pt x="142892" y="517608"/>
                  </a:lnTo>
                  <a:lnTo>
                    <a:pt x="145355" y="517542"/>
                  </a:lnTo>
                  <a:lnTo>
                    <a:pt x="147819" y="517459"/>
                  </a:lnTo>
                  <a:lnTo>
                    <a:pt x="150283" y="517357"/>
                  </a:lnTo>
                  <a:lnTo>
                    <a:pt x="152746" y="517230"/>
                  </a:lnTo>
                  <a:lnTo>
                    <a:pt x="155210" y="517069"/>
                  </a:lnTo>
                  <a:lnTo>
                    <a:pt x="157674" y="516871"/>
                  </a:lnTo>
                  <a:lnTo>
                    <a:pt x="160137" y="516630"/>
                  </a:lnTo>
                  <a:lnTo>
                    <a:pt x="162601" y="516337"/>
                  </a:lnTo>
                  <a:lnTo>
                    <a:pt x="165065" y="515985"/>
                  </a:lnTo>
                  <a:lnTo>
                    <a:pt x="167528" y="515564"/>
                  </a:lnTo>
                  <a:lnTo>
                    <a:pt x="169992" y="515063"/>
                  </a:lnTo>
                  <a:lnTo>
                    <a:pt x="172456" y="514454"/>
                  </a:lnTo>
                  <a:lnTo>
                    <a:pt x="174919" y="513728"/>
                  </a:lnTo>
                  <a:lnTo>
                    <a:pt x="177383" y="512874"/>
                  </a:lnTo>
                  <a:lnTo>
                    <a:pt x="179847" y="511878"/>
                  </a:lnTo>
                  <a:lnTo>
                    <a:pt x="182310" y="510720"/>
                  </a:lnTo>
                  <a:lnTo>
                    <a:pt x="184774" y="509385"/>
                  </a:lnTo>
                  <a:lnTo>
                    <a:pt x="187237" y="507853"/>
                  </a:lnTo>
                  <a:lnTo>
                    <a:pt x="189701" y="506079"/>
                  </a:lnTo>
                  <a:lnTo>
                    <a:pt x="192165" y="504049"/>
                  </a:lnTo>
                  <a:lnTo>
                    <a:pt x="194628" y="501763"/>
                  </a:lnTo>
                  <a:lnTo>
                    <a:pt x="197092" y="499208"/>
                  </a:lnTo>
                  <a:lnTo>
                    <a:pt x="199556" y="496373"/>
                  </a:lnTo>
                  <a:lnTo>
                    <a:pt x="202019" y="493251"/>
                  </a:lnTo>
                  <a:lnTo>
                    <a:pt x="204483" y="489837"/>
                  </a:lnTo>
                  <a:lnTo>
                    <a:pt x="206947" y="486111"/>
                  </a:lnTo>
                  <a:lnTo>
                    <a:pt x="209410" y="482075"/>
                  </a:lnTo>
                  <a:lnTo>
                    <a:pt x="211874" y="477779"/>
                  </a:lnTo>
                  <a:lnTo>
                    <a:pt x="214338" y="473247"/>
                  </a:lnTo>
                  <a:lnTo>
                    <a:pt x="216801" y="468509"/>
                  </a:lnTo>
                  <a:lnTo>
                    <a:pt x="219265" y="463601"/>
                  </a:lnTo>
                  <a:lnTo>
                    <a:pt x="221729" y="458568"/>
                  </a:lnTo>
                  <a:lnTo>
                    <a:pt x="224192" y="453457"/>
                  </a:lnTo>
                  <a:lnTo>
                    <a:pt x="226656" y="448340"/>
                  </a:lnTo>
                  <a:lnTo>
                    <a:pt x="229120" y="443289"/>
                  </a:lnTo>
                  <a:lnTo>
                    <a:pt x="231583" y="438367"/>
                  </a:lnTo>
                  <a:lnTo>
                    <a:pt x="234047" y="433638"/>
                  </a:lnTo>
                  <a:lnTo>
                    <a:pt x="236511" y="429165"/>
                  </a:lnTo>
                  <a:lnTo>
                    <a:pt x="238974" y="425009"/>
                  </a:lnTo>
                  <a:lnTo>
                    <a:pt x="241438" y="421237"/>
                  </a:lnTo>
                  <a:lnTo>
                    <a:pt x="243902" y="417982"/>
                  </a:lnTo>
                  <a:lnTo>
                    <a:pt x="246365" y="415218"/>
                  </a:lnTo>
                  <a:lnTo>
                    <a:pt x="248829" y="412977"/>
                  </a:lnTo>
                  <a:lnTo>
                    <a:pt x="251293" y="411285"/>
                  </a:lnTo>
                  <a:lnTo>
                    <a:pt x="253756" y="410154"/>
                  </a:lnTo>
                  <a:lnTo>
                    <a:pt x="256220" y="409590"/>
                  </a:lnTo>
                  <a:lnTo>
                    <a:pt x="258684" y="409588"/>
                  </a:lnTo>
                  <a:lnTo>
                    <a:pt x="261147" y="410228"/>
                  </a:lnTo>
                  <a:lnTo>
                    <a:pt x="263611" y="411382"/>
                  </a:lnTo>
                  <a:lnTo>
                    <a:pt x="266075" y="413006"/>
                  </a:lnTo>
                  <a:lnTo>
                    <a:pt x="268538" y="415059"/>
                  </a:lnTo>
                  <a:lnTo>
                    <a:pt x="271002" y="417491"/>
                  </a:lnTo>
                  <a:lnTo>
                    <a:pt x="273465" y="420252"/>
                  </a:lnTo>
                  <a:lnTo>
                    <a:pt x="275929" y="423286"/>
                  </a:lnTo>
                  <a:lnTo>
                    <a:pt x="278393" y="426558"/>
                  </a:lnTo>
                  <a:lnTo>
                    <a:pt x="280856" y="429973"/>
                  </a:lnTo>
                  <a:lnTo>
                    <a:pt x="283320" y="433468"/>
                  </a:lnTo>
                  <a:lnTo>
                    <a:pt x="285784" y="436992"/>
                  </a:lnTo>
                  <a:lnTo>
                    <a:pt x="288247" y="440497"/>
                  </a:lnTo>
                  <a:lnTo>
                    <a:pt x="290711" y="443939"/>
                  </a:lnTo>
                  <a:lnTo>
                    <a:pt x="293175" y="447279"/>
                  </a:lnTo>
                  <a:lnTo>
                    <a:pt x="295638" y="450459"/>
                  </a:lnTo>
                  <a:lnTo>
                    <a:pt x="298102" y="453450"/>
                  </a:lnTo>
                  <a:lnTo>
                    <a:pt x="300566" y="456239"/>
                  </a:lnTo>
                  <a:lnTo>
                    <a:pt x="303029" y="458811"/>
                  </a:lnTo>
                  <a:lnTo>
                    <a:pt x="305493" y="461153"/>
                  </a:lnTo>
                  <a:lnTo>
                    <a:pt x="307957" y="463255"/>
                  </a:lnTo>
                  <a:lnTo>
                    <a:pt x="310420" y="465112"/>
                  </a:lnTo>
                  <a:lnTo>
                    <a:pt x="312884" y="466701"/>
                  </a:lnTo>
                  <a:lnTo>
                    <a:pt x="315348" y="468017"/>
                  </a:lnTo>
                  <a:lnTo>
                    <a:pt x="317811" y="469089"/>
                  </a:lnTo>
                  <a:lnTo>
                    <a:pt x="320275" y="469923"/>
                  </a:lnTo>
                  <a:lnTo>
                    <a:pt x="322739" y="470521"/>
                  </a:lnTo>
                  <a:lnTo>
                    <a:pt x="325202" y="470889"/>
                  </a:lnTo>
                  <a:lnTo>
                    <a:pt x="327666" y="471030"/>
                  </a:lnTo>
                  <a:lnTo>
                    <a:pt x="330130" y="470936"/>
                  </a:lnTo>
                  <a:lnTo>
                    <a:pt x="332593" y="470590"/>
                  </a:lnTo>
                  <a:lnTo>
                    <a:pt x="335057" y="470023"/>
                  </a:lnTo>
                  <a:lnTo>
                    <a:pt x="337521" y="469232"/>
                  </a:lnTo>
                  <a:lnTo>
                    <a:pt x="339984" y="468213"/>
                  </a:lnTo>
                  <a:lnTo>
                    <a:pt x="342448" y="466961"/>
                  </a:lnTo>
                  <a:lnTo>
                    <a:pt x="344912" y="465468"/>
                  </a:lnTo>
                  <a:lnTo>
                    <a:pt x="347375" y="463718"/>
                  </a:lnTo>
                  <a:lnTo>
                    <a:pt x="349839" y="461656"/>
                  </a:lnTo>
                  <a:lnTo>
                    <a:pt x="352303" y="459309"/>
                  </a:lnTo>
                  <a:lnTo>
                    <a:pt x="354766" y="456662"/>
                  </a:lnTo>
                  <a:lnTo>
                    <a:pt x="357230" y="453696"/>
                  </a:lnTo>
                  <a:lnTo>
                    <a:pt x="359694" y="450391"/>
                  </a:lnTo>
                  <a:lnTo>
                    <a:pt x="362157" y="446725"/>
                  </a:lnTo>
                  <a:lnTo>
                    <a:pt x="364621" y="442679"/>
                  </a:lnTo>
                  <a:lnTo>
                    <a:pt x="367084" y="438147"/>
                  </a:lnTo>
                  <a:lnTo>
                    <a:pt x="369548" y="433175"/>
                  </a:lnTo>
                  <a:lnTo>
                    <a:pt x="372012" y="427743"/>
                  </a:lnTo>
                  <a:lnTo>
                    <a:pt x="374475" y="421831"/>
                  </a:lnTo>
                  <a:lnTo>
                    <a:pt x="376939" y="415419"/>
                  </a:lnTo>
                  <a:lnTo>
                    <a:pt x="379403" y="408490"/>
                  </a:lnTo>
                  <a:lnTo>
                    <a:pt x="381866" y="401029"/>
                  </a:lnTo>
                  <a:lnTo>
                    <a:pt x="384330" y="392938"/>
                  </a:lnTo>
                  <a:lnTo>
                    <a:pt x="386794" y="384272"/>
                  </a:lnTo>
                  <a:lnTo>
                    <a:pt x="389257" y="375052"/>
                  </a:lnTo>
                  <a:lnTo>
                    <a:pt x="391721" y="365280"/>
                  </a:lnTo>
                  <a:lnTo>
                    <a:pt x="394185" y="354965"/>
                  </a:lnTo>
                  <a:lnTo>
                    <a:pt x="396648" y="344120"/>
                  </a:lnTo>
                  <a:lnTo>
                    <a:pt x="399112" y="332761"/>
                  </a:lnTo>
                  <a:lnTo>
                    <a:pt x="401576" y="320855"/>
                  </a:lnTo>
                  <a:lnTo>
                    <a:pt x="404039" y="308464"/>
                  </a:lnTo>
                  <a:lnTo>
                    <a:pt x="406503" y="295656"/>
                  </a:lnTo>
                  <a:lnTo>
                    <a:pt x="408967" y="282466"/>
                  </a:lnTo>
                  <a:lnTo>
                    <a:pt x="411430" y="268934"/>
                  </a:lnTo>
                  <a:lnTo>
                    <a:pt x="413894" y="255101"/>
                  </a:lnTo>
                  <a:lnTo>
                    <a:pt x="416358" y="241012"/>
                  </a:lnTo>
                  <a:lnTo>
                    <a:pt x="418821" y="226700"/>
                  </a:lnTo>
                  <a:lnTo>
                    <a:pt x="421285" y="212229"/>
                  </a:lnTo>
                  <a:lnTo>
                    <a:pt x="423749" y="197673"/>
                  </a:lnTo>
                  <a:lnTo>
                    <a:pt x="426212" y="183086"/>
                  </a:lnTo>
                  <a:lnTo>
                    <a:pt x="428676" y="168525"/>
                  </a:lnTo>
                  <a:lnTo>
                    <a:pt x="431140" y="154048"/>
                  </a:lnTo>
                  <a:lnTo>
                    <a:pt x="433603" y="139718"/>
                  </a:lnTo>
                  <a:lnTo>
                    <a:pt x="436067" y="125616"/>
                  </a:lnTo>
                  <a:lnTo>
                    <a:pt x="438531" y="111857"/>
                  </a:lnTo>
                  <a:lnTo>
                    <a:pt x="440994" y="98484"/>
                  </a:lnTo>
                  <a:lnTo>
                    <a:pt x="443458" y="85575"/>
                  </a:lnTo>
                  <a:lnTo>
                    <a:pt x="445922" y="73209"/>
                  </a:lnTo>
                  <a:lnTo>
                    <a:pt x="448385" y="61468"/>
                  </a:lnTo>
                  <a:lnTo>
                    <a:pt x="450849" y="50437"/>
                  </a:lnTo>
                  <a:lnTo>
                    <a:pt x="453312" y="40225"/>
                  </a:lnTo>
                  <a:lnTo>
                    <a:pt x="455776" y="31071"/>
                  </a:lnTo>
                  <a:lnTo>
                    <a:pt x="458240" y="22926"/>
                  </a:lnTo>
                  <a:lnTo>
                    <a:pt x="460703" y="15875"/>
                  </a:lnTo>
                  <a:lnTo>
                    <a:pt x="463167" y="10000"/>
                  </a:lnTo>
                  <a:lnTo>
                    <a:pt x="465631" y="5377"/>
                  </a:lnTo>
                  <a:lnTo>
                    <a:pt x="468094" y="2078"/>
                  </a:lnTo>
                  <a:lnTo>
                    <a:pt x="470558" y="171"/>
                  </a:lnTo>
                  <a:lnTo>
                    <a:pt x="473022" y="0"/>
                  </a:lnTo>
                  <a:lnTo>
                    <a:pt x="475485" y="1350"/>
                  </a:lnTo>
                  <a:lnTo>
                    <a:pt x="477949" y="4245"/>
                  </a:lnTo>
                  <a:lnTo>
                    <a:pt x="480413" y="8702"/>
                  </a:lnTo>
                  <a:lnTo>
                    <a:pt x="482876" y="14726"/>
                  </a:lnTo>
                  <a:lnTo>
                    <a:pt x="485340" y="22307"/>
                  </a:lnTo>
                  <a:lnTo>
                    <a:pt x="487804" y="31422"/>
                  </a:lnTo>
                  <a:lnTo>
                    <a:pt x="490267" y="42252"/>
                  </a:lnTo>
                  <a:lnTo>
                    <a:pt x="492731" y="54537"/>
                  </a:lnTo>
                  <a:lnTo>
                    <a:pt x="495195" y="68140"/>
                  </a:lnTo>
                  <a:lnTo>
                    <a:pt x="497658" y="82963"/>
                  </a:lnTo>
                  <a:lnTo>
                    <a:pt x="500122" y="98895"/>
                  </a:lnTo>
                  <a:lnTo>
                    <a:pt x="502586" y="115814"/>
                  </a:lnTo>
                  <a:lnTo>
                    <a:pt x="505049" y="133586"/>
                  </a:lnTo>
                  <a:lnTo>
                    <a:pt x="507513" y="152132"/>
                  </a:lnTo>
                  <a:lnTo>
                    <a:pt x="509977" y="171213"/>
                  </a:lnTo>
                  <a:lnTo>
                    <a:pt x="512440" y="190628"/>
                  </a:lnTo>
                  <a:lnTo>
                    <a:pt x="514904" y="210223"/>
                  </a:lnTo>
                  <a:lnTo>
                    <a:pt x="517368" y="229849"/>
                  </a:lnTo>
                  <a:lnTo>
                    <a:pt x="519831" y="249360"/>
                  </a:lnTo>
                  <a:lnTo>
                    <a:pt x="522295" y="268618"/>
                  </a:lnTo>
                  <a:lnTo>
                    <a:pt x="524759" y="287443"/>
                  </a:lnTo>
                  <a:lnTo>
                    <a:pt x="527222" y="305680"/>
                  </a:lnTo>
                  <a:lnTo>
                    <a:pt x="529686" y="323273"/>
                  </a:lnTo>
                  <a:lnTo>
                    <a:pt x="532150" y="340143"/>
                  </a:lnTo>
                  <a:lnTo>
                    <a:pt x="534613" y="356221"/>
                  </a:lnTo>
                  <a:lnTo>
                    <a:pt x="537077" y="371456"/>
                  </a:lnTo>
                  <a:lnTo>
                    <a:pt x="539541" y="385809"/>
                  </a:lnTo>
                  <a:lnTo>
                    <a:pt x="542004" y="399195"/>
                  </a:lnTo>
                  <a:lnTo>
                    <a:pt x="544468" y="411540"/>
                  </a:lnTo>
                  <a:lnTo>
                    <a:pt x="546931" y="422969"/>
                  </a:lnTo>
                  <a:lnTo>
                    <a:pt x="549395" y="433498"/>
                  </a:lnTo>
                  <a:lnTo>
                    <a:pt x="551859" y="443150"/>
                  </a:lnTo>
                  <a:lnTo>
                    <a:pt x="554322" y="451955"/>
                  </a:lnTo>
                  <a:lnTo>
                    <a:pt x="556786" y="459948"/>
                  </a:lnTo>
                  <a:lnTo>
                    <a:pt x="559250" y="467146"/>
                  </a:lnTo>
                  <a:lnTo>
                    <a:pt x="561713" y="473510"/>
                  </a:lnTo>
                  <a:lnTo>
                    <a:pt x="564177" y="479210"/>
                  </a:lnTo>
                  <a:lnTo>
                    <a:pt x="566641" y="484293"/>
                  </a:lnTo>
                  <a:lnTo>
                    <a:pt x="569104" y="488806"/>
                  </a:lnTo>
                  <a:lnTo>
                    <a:pt x="571568" y="492793"/>
                  </a:lnTo>
                  <a:lnTo>
                    <a:pt x="574032" y="496299"/>
                  </a:lnTo>
                  <a:lnTo>
                    <a:pt x="576495" y="499367"/>
                  </a:lnTo>
                  <a:lnTo>
                    <a:pt x="578959" y="501972"/>
                  </a:lnTo>
                  <a:lnTo>
                    <a:pt x="581423" y="504237"/>
                  </a:lnTo>
                  <a:lnTo>
                    <a:pt x="583886" y="506197"/>
                  </a:lnTo>
                  <a:lnTo>
                    <a:pt x="586350" y="507886"/>
                  </a:lnTo>
                  <a:lnTo>
                    <a:pt x="588814" y="509335"/>
                  </a:lnTo>
                  <a:lnTo>
                    <a:pt x="591277" y="510572"/>
                  </a:lnTo>
                  <a:lnTo>
                    <a:pt x="593741" y="511624"/>
                  </a:lnTo>
                  <a:lnTo>
                    <a:pt x="596205" y="512496"/>
                  </a:lnTo>
                  <a:lnTo>
                    <a:pt x="598668" y="513233"/>
                  </a:lnTo>
                  <a:lnTo>
                    <a:pt x="601132" y="513859"/>
                  </a:lnTo>
                  <a:lnTo>
                    <a:pt x="603596" y="514392"/>
                  </a:lnTo>
                  <a:lnTo>
                    <a:pt x="606059" y="514844"/>
                  </a:lnTo>
                  <a:lnTo>
                    <a:pt x="608523" y="515230"/>
                  </a:lnTo>
                  <a:lnTo>
                    <a:pt x="610987" y="515559"/>
                  </a:lnTo>
                  <a:lnTo>
                    <a:pt x="613450" y="515838"/>
                  </a:lnTo>
                  <a:lnTo>
                    <a:pt x="615914" y="516078"/>
                  </a:lnTo>
                  <a:lnTo>
                    <a:pt x="618378" y="516288"/>
                  </a:lnTo>
                  <a:lnTo>
                    <a:pt x="620841" y="516474"/>
                  </a:lnTo>
                  <a:lnTo>
                    <a:pt x="623305" y="516639"/>
                  </a:lnTo>
                  <a:lnTo>
                    <a:pt x="625769" y="516786"/>
                  </a:lnTo>
                  <a:lnTo>
                    <a:pt x="628232" y="516918"/>
                  </a:lnTo>
                  <a:lnTo>
                    <a:pt x="630696" y="517035"/>
                  </a:lnTo>
                  <a:lnTo>
                    <a:pt x="633159" y="517139"/>
                  </a:lnTo>
                  <a:lnTo>
                    <a:pt x="635623" y="517233"/>
                  </a:lnTo>
                  <a:lnTo>
                    <a:pt x="638087" y="517317"/>
                  </a:lnTo>
                  <a:lnTo>
                    <a:pt x="640550" y="517393"/>
                  </a:lnTo>
                  <a:lnTo>
                    <a:pt x="643014" y="517460"/>
                  </a:lnTo>
                  <a:lnTo>
                    <a:pt x="645478" y="517520"/>
                  </a:lnTo>
                  <a:lnTo>
                    <a:pt x="647941" y="517571"/>
                  </a:lnTo>
                  <a:lnTo>
                    <a:pt x="650405" y="517616"/>
                  </a:lnTo>
                  <a:lnTo>
                    <a:pt x="652869" y="517654"/>
                  </a:lnTo>
                  <a:lnTo>
                    <a:pt x="655332" y="517687"/>
                  </a:lnTo>
                  <a:lnTo>
                    <a:pt x="657796" y="517715"/>
                  </a:lnTo>
                  <a:lnTo>
                    <a:pt x="660260" y="517739"/>
                  </a:lnTo>
                  <a:lnTo>
                    <a:pt x="662723" y="517759"/>
                  </a:lnTo>
                  <a:lnTo>
                    <a:pt x="665187" y="517775"/>
                  </a:lnTo>
                  <a:lnTo>
                    <a:pt x="667651" y="517788"/>
                  </a:lnTo>
                  <a:lnTo>
                    <a:pt x="670114" y="517798"/>
                  </a:lnTo>
                  <a:lnTo>
                    <a:pt x="672578" y="517807"/>
                  </a:lnTo>
                  <a:lnTo>
                    <a:pt x="675042" y="517813"/>
                  </a:lnTo>
                  <a:lnTo>
                    <a:pt x="677505" y="517819"/>
                  </a:lnTo>
                  <a:lnTo>
                    <a:pt x="679969" y="517823"/>
                  </a:lnTo>
                  <a:lnTo>
                    <a:pt x="682433" y="517826"/>
                  </a:lnTo>
                  <a:lnTo>
                    <a:pt x="684896" y="517828"/>
                  </a:lnTo>
                  <a:lnTo>
                    <a:pt x="687360" y="517830"/>
                  </a:lnTo>
                  <a:lnTo>
                    <a:pt x="689824" y="517831"/>
                  </a:lnTo>
                  <a:lnTo>
                    <a:pt x="692287" y="517832"/>
                  </a:lnTo>
                  <a:lnTo>
                    <a:pt x="694751" y="517833"/>
                  </a:lnTo>
                  <a:lnTo>
                    <a:pt x="697215" y="517834"/>
                  </a:lnTo>
                  <a:lnTo>
                    <a:pt x="699678" y="517834"/>
                  </a:lnTo>
                  <a:lnTo>
                    <a:pt x="702142" y="517834"/>
                  </a:lnTo>
                  <a:lnTo>
                    <a:pt x="704606" y="517834"/>
                  </a:lnTo>
                  <a:lnTo>
                    <a:pt x="707069" y="517834"/>
                  </a:lnTo>
                  <a:lnTo>
                    <a:pt x="709533" y="517835"/>
                  </a:lnTo>
                  <a:lnTo>
                    <a:pt x="711997" y="517835"/>
                  </a:lnTo>
                  <a:lnTo>
                    <a:pt x="714460" y="517835"/>
                  </a:lnTo>
                  <a:lnTo>
                    <a:pt x="716924" y="517835"/>
                  </a:lnTo>
                  <a:lnTo>
                    <a:pt x="719388" y="517835"/>
                  </a:lnTo>
                  <a:lnTo>
                    <a:pt x="721851" y="517835"/>
                  </a:lnTo>
                  <a:lnTo>
                    <a:pt x="724315" y="517835"/>
                  </a:lnTo>
                  <a:lnTo>
                    <a:pt x="726778" y="517835"/>
                  </a:lnTo>
                  <a:lnTo>
                    <a:pt x="729242" y="517835"/>
                  </a:lnTo>
                  <a:lnTo>
                    <a:pt x="731706" y="517835"/>
                  </a:lnTo>
                  <a:lnTo>
                    <a:pt x="734169" y="517835"/>
                  </a:lnTo>
                  <a:lnTo>
                    <a:pt x="736633" y="517835"/>
                  </a:lnTo>
                  <a:lnTo>
                    <a:pt x="739097" y="517835"/>
                  </a:lnTo>
                  <a:lnTo>
                    <a:pt x="741560" y="517835"/>
                  </a:lnTo>
                  <a:lnTo>
                    <a:pt x="744024" y="517835"/>
                  </a:lnTo>
                  <a:lnTo>
                    <a:pt x="746488" y="517835"/>
                  </a:lnTo>
                  <a:lnTo>
                    <a:pt x="748951" y="517835"/>
                  </a:lnTo>
                  <a:lnTo>
                    <a:pt x="751415" y="517835"/>
                  </a:lnTo>
                  <a:lnTo>
                    <a:pt x="753879" y="517835"/>
                  </a:lnTo>
                  <a:lnTo>
                    <a:pt x="756342" y="517835"/>
                  </a:lnTo>
                  <a:lnTo>
                    <a:pt x="758806" y="517835"/>
                  </a:lnTo>
                  <a:lnTo>
                    <a:pt x="761270" y="517835"/>
                  </a:lnTo>
                  <a:lnTo>
                    <a:pt x="763733" y="517835"/>
                  </a:lnTo>
                  <a:lnTo>
                    <a:pt x="766197" y="517835"/>
                  </a:lnTo>
                  <a:lnTo>
                    <a:pt x="768661" y="517835"/>
                  </a:lnTo>
                  <a:lnTo>
                    <a:pt x="771124" y="517835"/>
                  </a:lnTo>
                  <a:lnTo>
                    <a:pt x="773588" y="517835"/>
                  </a:lnTo>
                  <a:lnTo>
                    <a:pt x="776052" y="517835"/>
                  </a:lnTo>
                  <a:lnTo>
                    <a:pt x="778515" y="517835"/>
                  </a:lnTo>
                  <a:lnTo>
                    <a:pt x="780979" y="517835"/>
                  </a:lnTo>
                  <a:lnTo>
                    <a:pt x="783443" y="517835"/>
                  </a:lnTo>
                  <a:lnTo>
                    <a:pt x="785906" y="517835"/>
                  </a:lnTo>
                  <a:lnTo>
                    <a:pt x="788370" y="517835"/>
                  </a:lnTo>
                  <a:lnTo>
                    <a:pt x="790834" y="517835"/>
                  </a:lnTo>
                  <a:lnTo>
                    <a:pt x="793297" y="517835"/>
                  </a:lnTo>
                  <a:lnTo>
                    <a:pt x="795761" y="517835"/>
                  </a:lnTo>
                  <a:lnTo>
                    <a:pt x="798225" y="517835"/>
                  </a:lnTo>
                  <a:lnTo>
                    <a:pt x="800688" y="517835"/>
                  </a:lnTo>
                  <a:lnTo>
                    <a:pt x="803152" y="517835"/>
                  </a:lnTo>
                  <a:lnTo>
                    <a:pt x="805616" y="517835"/>
                  </a:lnTo>
                  <a:lnTo>
                    <a:pt x="808079" y="517835"/>
                  </a:lnTo>
                  <a:lnTo>
                    <a:pt x="810543" y="517835"/>
                  </a:lnTo>
                  <a:lnTo>
                    <a:pt x="813006" y="517835"/>
                  </a:lnTo>
                  <a:lnTo>
                    <a:pt x="815470" y="517835"/>
                  </a:lnTo>
                  <a:lnTo>
                    <a:pt x="817934" y="517835"/>
                  </a:lnTo>
                  <a:lnTo>
                    <a:pt x="820397" y="517835"/>
                  </a:lnTo>
                  <a:lnTo>
                    <a:pt x="822861" y="517835"/>
                  </a:lnTo>
                  <a:lnTo>
                    <a:pt x="825325" y="517835"/>
                  </a:lnTo>
                  <a:lnTo>
                    <a:pt x="827788" y="517835"/>
                  </a:lnTo>
                  <a:lnTo>
                    <a:pt x="830252" y="517835"/>
                  </a:lnTo>
                  <a:lnTo>
                    <a:pt x="832716" y="517835"/>
                  </a:lnTo>
                  <a:lnTo>
                    <a:pt x="835179" y="517835"/>
                  </a:lnTo>
                  <a:lnTo>
                    <a:pt x="837643" y="517835"/>
                  </a:lnTo>
                  <a:lnTo>
                    <a:pt x="840107" y="517835"/>
                  </a:lnTo>
                  <a:lnTo>
                    <a:pt x="842570" y="517835"/>
                  </a:lnTo>
                  <a:lnTo>
                    <a:pt x="845034" y="517835"/>
                  </a:lnTo>
                  <a:lnTo>
                    <a:pt x="847498" y="517835"/>
                  </a:lnTo>
                  <a:lnTo>
                    <a:pt x="849961" y="517835"/>
                  </a:lnTo>
                  <a:lnTo>
                    <a:pt x="852425" y="517835"/>
                  </a:lnTo>
                  <a:lnTo>
                    <a:pt x="854889" y="517835"/>
                  </a:lnTo>
                  <a:lnTo>
                    <a:pt x="857352" y="517835"/>
                  </a:lnTo>
                  <a:lnTo>
                    <a:pt x="859816" y="517835"/>
                  </a:lnTo>
                  <a:lnTo>
                    <a:pt x="862280" y="517835"/>
                  </a:lnTo>
                  <a:lnTo>
                    <a:pt x="864743" y="517835"/>
                  </a:lnTo>
                  <a:lnTo>
                    <a:pt x="867207" y="517835"/>
                  </a:lnTo>
                  <a:lnTo>
                    <a:pt x="869671" y="517835"/>
                  </a:lnTo>
                  <a:lnTo>
                    <a:pt x="872134" y="517835"/>
                  </a:lnTo>
                  <a:lnTo>
                    <a:pt x="874598" y="517835"/>
                  </a:lnTo>
                  <a:lnTo>
                    <a:pt x="877062" y="517835"/>
                  </a:lnTo>
                  <a:lnTo>
                    <a:pt x="879525" y="517835"/>
                  </a:lnTo>
                  <a:lnTo>
                    <a:pt x="881989" y="517835"/>
                  </a:lnTo>
                  <a:lnTo>
                    <a:pt x="884453" y="517835"/>
                  </a:lnTo>
                  <a:lnTo>
                    <a:pt x="886916" y="517835"/>
                  </a:lnTo>
                  <a:lnTo>
                    <a:pt x="889380" y="517835"/>
                  </a:lnTo>
                  <a:lnTo>
                    <a:pt x="891844" y="517835"/>
                  </a:lnTo>
                  <a:lnTo>
                    <a:pt x="894307" y="517835"/>
                  </a:lnTo>
                  <a:lnTo>
                    <a:pt x="896771" y="517835"/>
                  </a:lnTo>
                  <a:lnTo>
                    <a:pt x="899235" y="517835"/>
                  </a:lnTo>
                  <a:lnTo>
                    <a:pt x="901698" y="517835"/>
                  </a:lnTo>
                  <a:lnTo>
                    <a:pt x="904162" y="517835"/>
                  </a:lnTo>
                  <a:lnTo>
                    <a:pt x="906625" y="517835"/>
                  </a:lnTo>
                  <a:lnTo>
                    <a:pt x="909089" y="517835"/>
                  </a:lnTo>
                  <a:lnTo>
                    <a:pt x="911553" y="517835"/>
                  </a:lnTo>
                  <a:lnTo>
                    <a:pt x="914016" y="517835"/>
                  </a:lnTo>
                  <a:lnTo>
                    <a:pt x="916480" y="517835"/>
                  </a:lnTo>
                  <a:lnTo>
                    <a:pt x="918944" y="517835"/>
                  </a:lnTo>
                  <a:lnTo>
                    <a:pt x="921407" y="517835"/>
                  </a:lnTo>
                  <a:lnTo>
                    <a:pt x="923871" y="517835"/>
                  </a:lnTo>
                  <a:lnTo>
                    <a:pt x="926335" y="517835"/>
                  </a:lnTo>
                  <a:lnTo>
                    <a:pt x="928798" y="517835"/>
                  </a:lnTo>
                  <a:lnTo>
                    <a:pt x="931262" y="517835"/>
                  </a:lnTo>
                  <a:lnTo>
                    <a:pt x="933726" y="517835"/>
                  </a:lnTo>
                  <a:lnTo>
                    <a:pt x="936189" y="517834"/>
                  </a:lnTo>
                  <a:lnTo>
                    <a:pt x="938653" y="517834"/>
                  </a:lnTo>
                  <a:lnTo>
                    <a:pt x="941117" y="517834"/>
                  </a:lnTo>
                  <a:lnTo>
                    <a:pt x="943580" y="517834"/>
                  </a:lnTo>
                  <a:lnTo>
                    <a:pt x="946044" y="517833"/>
                  </a:lnTo>
                  <a:lnTo>
                    <a:pt x="948508" y="517833"/>
                  </a:lnTo>
                  <a:lnTo>
                    <a:pt x="950971" y="517832"/>
                  </a:lnTo>
                  <a:lnTo>
                    <a:pt x="953435" y="517830"/>
                  </a:lnTo>
                  <a:lnTo>
                    <a:pt x="955899" y="517829"/>
                  </a:lnTo>
                  <a:lnTo>
                    <a:pt x="958362" y="517826"/>
                  </a:lnTo>
                  <a:lnTo>
                    <a:pt x="960826" y="517824"/>
                  </a:lnTo>
                  <a:lnTo>
                    <a:pt x="963290" y="517820"/>
                  </a:lnTo>
                  <a:lnTo>
                    <a:pt x="965753" y="517815"/>
                  </a:lnTo>
                  <a:lnTo>
                    <a:pt x="968217" y="517809"/>
                  </a:lnTo>
                  <a:lnTo>
                    <a:pt x="970681" y="517801"/>
                  </a:lnTo>
                  <a:lnTo>
                    <a:pt x="973144" y="517791"/>
                  </a:lnTo>
                  <a:lnTo>
                    <a:pt x="975608" y="517778"/>
                  </a:lnTo>
                  <a:lnTo>
                    <a:pt x="978072" y="517764"/>
                  </a:lnTo>
                  <a:lnTo>
                    <a:pt x="980535" y="517746"/>
                  </a:lnTo>
                  <a:lnTo>
                    <a:pt x="982999" y="517724"/>
                  </a:lnTo>
                  <a:lnTo>
                    <a:pt x="985463" y="517698"/>
                  </a:lnTo>
                  <a:lnTo>
                    <a:pt x="987926" y="517668"/>
                  </a:lnTo>
                  <a:lnTo>
                    <a:pt x="990390" y="517633"/>
                  </a:lnTo>
                  <a:lnTo>
                    <a:pt x="992853" y="517594"/>
                  </a:lnTo>
                  <a:lnTo>
                    <a:pt x="995317" y="517549"/>
                  </a:lnTo>
                  <a:lnTo>
                    <a:pt x="997781" y="517499"/>
                  </a:lnTo>
                  <a:lnTo>
                    <a:pt x="1000244" y="517444"/>
                  </a:lnTo>
                  <a:lnTo>
                    <a:pt x="1002708" y="517383"/>
                  </a:lnTo>
                  <a:lnTo>
                    <a:pt x="1005172" y="517318"/>
                  </a:lnTo>
                  <a:lnTo>
                    <a:pt x="1007635" y="517250"/>
                  </a:lnTo>
                  <a:lnTo>
                    <a:pt x="1010099" y="517178"/>
                  </a:lnTo>
                  <a:lnTo>
                    <a:pt x="1012563" y="517105"/>
                  </a:lnTo>
                  <a:lnTo>
                    <a:pt x="1015026" y="517031"/>
                  </a:lnTo>
                  <a:lnTo>
                    <a:pt x="1017490" y="516957"/>
                  </a:lnTo>
                  <a:lnTo>
                    <a:pt x="1019954" y="516885"/>
                  </a:lnTo>
                  <a:lnTo>
                    <a:pt x="1022417" y="516818"/>
                  </a:lnTo>
                  <a:lnTo>
                    <a:pt x="1024881" y="516755"/>
                  </a:lnTo>
                  <a:lnTo>
                    <a:pt x="1027345" y="516699"/>
                  </a:lnTo>
                  <a:lnTo>
                    <a:pt x="1029808" y="516652"/>
                  </a:lnTo>
                  <a:lnTo>
                    <a:pt x="1032272" y="516613"/>
                  </a:lnTo>
                  <a:lnTo>
                    <a:pt x="1034736" y="516584"/>
                  </a:lnTo>
                  <a:lnTo>
                    <a:pt x="1037199" y="516567"/>
                  </a:lnTo>
                  <a:lnTo>
                    <a:pt x="1039663" y="516563"/>
                  </a:lnTo>
                  <a:lnTo>
                    <a:pt x="1042127" y="516570"/>
                  </a:lnTo>
                  <a:lnTo>
                    <a:pt x="1044590" y="516588"/>
                  </a:lnTo>
                  <a:lnTo>
                    <a:pt x="1047054" y="516617"/>
                  </a:lnTo>
                  <a:lnTo>
                    <a:pt x="1049518" y="516656"/>
                  </a:lnTo>
                  <a:lnTo>
                    <a:pt x="1051981" y="516704"/>
                  </a:lnTo>
                  <a:lnTo>
                    <a:pt x="1054445" y="516761"/>
                  </a:lnTo>
                  <a:lnTo>
                    <a:pt x="1056909" y="516824"/>
                  </a:lnTo>
                  <a:lnTo>
                    <a:pt x="1059372" y="516893"/>
                  </a:lnTo>
                  <a:lnTo>
                    <a:pt x="1061836" y="516965"/>
                  </a:lnTo>
                  <a:lnTo>
                    <a:pt x="1064300" y="517038"/>
                  </a:lnTo>
                  <a:lnTo>
                    <a:pt x="1066763" y="517112"/>
                  </a:lnTo>
                  <a:lnTo>
                    <a:pt x="1069227" y="517186"/>
                  </a:lnTo>
                  <a:lnTo>
                    <a:pt x="1071691" y="517257"/>
                  </a:lnTo>
                  <a:lnTo>
                    <a:pt x="1074154" y="517325"/>
                  </a:lnTo>
                  <a:lnTo>
                    <a:pt x="1076618" y="517389"/>
                  </a:lnTo>
                  <a:lnTo>
                    <a:pt x="1079082" y="517449"/>
                  </a:lnTo>
                  <a:lnTo>
                    <a:pt x="1081545" y="517504"/>
                  </a:lnTo>
                  <a:lnTo>
                    <a:pt x="1084009" y="517554"/>
                  </a:lnTo>
                  <a:lnTo>
                    <a:pt x="1086472" y="517598"/>
                  </a:lnTo>
                  <a:lnTo>
                    <a:pt x="1088936" y="517638"/>
                  </a:lnTo>
                  <a:lnTo>
                    <a:pt x="1091400" y="517672"/>
                  </a:lnTo>
                  <a:lnTo>
                    <a:pt x="1093863" y="517701"/>
                  </a:lnTo>
                  <a:lnTo>
                    <a:pt x="1096327" y="517726"/>
                  </a:lnTo>
                  <a:lnTo>
                    <a:pt x="1098791" y="517747"/>
                  </a:lnTo>
                  <a:lnTo>
                    <a:pt x="1101254" y="517765"/>
                  </a:lnTo>
                  <a:lnTo>
                    <a:pt x="1103718" y="517780"/>
                  </a:lnTo>
                  <a:lnTo>
                    <a:pt x="1106182" y="517792"/>
                  </a:lnTo>
                  <a:lnTo>
                    <a:pt x="1108645" y="517802"/>
                  </a:lnTo>
                  <a:lnTo>
                    <a:pt x="1111109" y="517809"/>
                  </a:lnTo>
                  <a:lnTo>
                    <a:pt x="1113573" y="517815"/>
                  </a:lnTo>
                  <a:lnTo>
                    <a:pt x="1116036" y="517820"/>
                  </a:lnTo>
                  <a:lnTo>
                    <a:pt x="1118500" y="517824"/>
                  </a:lnTo>
                  <a:lnTo>
                    <a:pt x="1120964" y="517827"/>
                  </a:lnTo>
                  <a:lnTo>
                    <a:pt x="1123427" y="517829"/>
                  </a:lnTo>
                  <a:lnTo>
                    <a:pt x="1125891" y="517831"/>
                  </a:lnTo>
                  <a:lnTo>
                    <a:pt x="1128355" y="517832"/>
                  </a:lnTo>
                  <a:lnTo>
                    <a:pt x="1130818" y="517833"/>
                  </a:lnTo>
                  <a:lnTo>
                    <a:pt x="1133282" y="517833"/>
                  </a:lnTo>
                  <a:lnTo>
                    <a:pt x="1135746" y="517834"/>
                  </a:lnTo>
                  <a:lnTo>
                    <a:pt x="1138209" y="517834"/>
                  </a:lnTo>
                  <a:lnTo>
                    <a:pt x="1140673" y="517834"/>
                  </a:lnTo>
                  <a:lnTo>
                    <a:pt x="1143137" y="517834"/>
                  </a:lnTo>
                  <a:lnTo>
                    <a:pt x="1145600" y="517835"/>
                  </a:lnTo>
                  <a:lnTo>
                    <a:pt x="1148064" y="517835"/>
                  </a:lnTo>
                  <a:lnTo>
                    <a:pt x="1150528" y="517835"/>
                  </a:lnTo>
                  <a:lnTo>
                    <a:pt x="1152991" y="517835"/>
                  </a:lnTo>
                  <a:lnTo>
                    <a:pt x="1155455" y="517835"/>
                  </a:lnTo>
                  <a:lnTo>
                    <a:pt x="1157919" y="517835"/>
                  </a:lnTo>
                  <a:lnTo>
                    <a:pt x="1160382" y="517835"/>
                  </a:lnTo>
                  <a:lnTo>
                    <a:pt x="1162846" y="517835"/>
                  </a:lnTo>
                  <a:lnTo>
                    <a:pt x="1165310" y="517835"/>
                  </a:lnTo>
                  <a:lnTo>
                    <a:pt x="1167773" y="517835"/>
                  </a:lnTo>
                  <a:lnTo>
                    <a:pt x="1170237" y="517835"/>
                  </a:lnTo>
                  <a:lnTo>
                    <a:pt x="1172701" y="517835"/>
                  </a:lnTo>
                  <a:lnTo>
                    <a:pt x="1175164" y="517835"/>
                  </a:lnTo>
                  <a:lnTo>
                    <a:pt x="1177628" y="517835"/>
                  </a:lnTo>
                  <a:lnTo>
                    <a:pt x="1180091" y="517835"/>
                  </a:lnTo>
                  <a:lnTo>
                    <a:pt x="1182555" y="517835"/>
                  </a:lnTo>
                  <a:lnTo>
                    <a:pt x="1185019" y="517835"/>
                  </a:lnTo>
                  <a:lnTo>
                    <a:pt x="1187482" y="517835"/>
                  </a:lnTo>
                  <a:lnTo>
                    <a:pt x="1189946" y="517835"/>
                  </a:lnTo>
                  <a:lnTo>
                    <a:pt x="1192410" y="517835"/>
                  </a:lnTo>
                  <a:lnTo>
                    <a:pt x="1194873" y="517835"/>
                  </a:lnTo>
                  <a:lnTo>
                    <a:pt x="1197337" y="517835"/>
                  </a:lnTo>
                  <a:lnTo>
                    <a:pt x="1199801" y="517835"/>
                  </a:lnTo>
                  <a:lnTo>
                    <a:pt x="1202264" y="517835"/>
                  </a:lnTo>
                  <a:lnTo>
                    <a:pt x="1204728" y="517835"/>
                  </a:lnTo>
                  <a:lnTo>
                    <a:pt x="1207192" y="517835"/>
                  </a:lnTo>
                  <a:lnTo>
                    <a:pt x="1209655" y="517835"/>
                  </a:lnTo>
                  <a:lnTo>
                    <a:pt x="1212119" y="517835"/>
                  </a:lnTo>
                  <a:lnTo>
                    <a:pt x="1214583" y="517835"/>
                  </a:lnTo>
                  <a:lnTo>
                    <a:pt x="1217046" y="517835"/>
                  </a:lnTo>
                  <a:lnTo>
                    <a:pt x="1219510" y="517835"/>
                  </a:lnTo>
                  <a:lnTo>
                    <a:pt x="1221974" y="517835"/>
                  </a:lnTo>
                  <a:lnTo>
                    <a:pt x="1224437" y="517835"/>
                  </a:lnTo>
                  <a:lnTo>
                    <a:pt x="1226901" y="517835"/>
                  </a:lnTo>
                  <a:lnTo>
                    <a:pt x="1229365" y="517835"/>
                  </a:lnTo>
                  <a:lnTo>
                    <a:pt x="1231828" y="517835"/>
                  </a:lnTo>
                  <a:lnTo>
                    <a:pt x="1234292" y="517835"/>
                  </a:lnTo>
                  <a:lnTo>
                    <a:pt x="1236756" y="517835"/>
                  </a:lnTo>
                  <a:lnTo>
                    <a:pt x="1239219" y="517835"/>
                  </a:lnTo>
                  <a:lnTo>
                    <a:pt x="1241683" y="517835"/>
                  </a:lnTo>
                  <a:lnTo>
                    <a:pt x="1244147" y="517835"/>
                  </a:lnTo>
                  <a:lnTo>
                    <a:pt x="1246610" y="517835"/>
                  </a:lnTo>
                  <a:lnTo>
                    <a:pt x="1249074" y="517835"/>
                  </a:lnTo>
                  <a:lnTo>
                    <a:pt x="1251538" y="517835"/>
                  </a:lnTo>
                  <a:lnTo>
                    <a:pt x="1254001" y="517835"/>
                  </a:lnTo>
                  <a:lnTo>
                    <a:pt x="1256465" y="517835"/>
                  </a:lnTo>
                  <a:lnTo>
                    <a:pt x="1258929" y="517835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909616" y="1752096"/>
              <a:ext cx="1258929" cy="373691"/>
            </a:xfrm>
            <a:custGeom>
              <a:avLst/>
              <a:pathLst>
                <a:path w="1258929" h="373691">
                  <a:moveTo>
                    <a:pt x="0" y="373691"/>
                  </a:moveTo>
                  <a:lnTo>
                    <a:pt x="2463" y="373691"/>
                  </a:lnTo>
                  <a:lnTo>
                    <a:pt x="4927" y="373691"/>
                  </a:lnTo>
                  <a:lnTo>
                    <a:pt x="7390" y="373691"/>
                  </a:lnTo>
                  <a:lnTo>
                    <a:pt x="9854" y="373691"/>
                  </a:lnTo>
                  <a:lnTo>
                    <a:pt x="12318" y="373691"/>
                  </a:lnTo>
                  <a:lnTo>
                    <a:pt x="14781" y="373691"/>
                  </a:lnTo>
                  <a:lnTo>
                    <a:pt x="17245" y="373691"/>
                  </a:lnTo>
                  <a:lnTo>
                    <a:pt x="19709" y="373691"/>
                  </a:lnTo>
                  <a:lnTo>
                    <a:pt x="22172" y="373691"/>
                  </a:lnTo>
                  <a:lnTo>
                    <a:pt x="24636" y="373691"/>
                  </a:lnTo>
                  <a:lnTo>
                    <a:pt x="27100" y="373691"/>
                  </a:lnTo>
                  <a:lnTo>
                    <a:pt x="29563" y="373691"/>
                  </a:lnTo>
                  <a:lnTo>
                    <a:pt x="32027" y="373691"/>
                  </a:lnTo>
                  <a:lnTo>
                    <a:pt x="34491" y="373691"/>
                  </a:lnTo>
                  <a:lnTo>
                    <a:pt x="36954" y="373691"/>
                  </a:lnTo>
                  <a:lnTo>
                    <a:pt x="39418" y="373691"/>
                  </a:lnTo>
                  <a:lnTo>
                    <a:pt x="41882" y="373691"/>
                  </a:lnTo>
                  <a:lnTo>
                    <a:pt x="44345" y="373691"/>
                  </a:lnTo>
                  <a:lnTo>
                    <a:pt x="46809" y="373691"/>
                  </a:lnTo>
                  <a:lnTo>
                    <a:pt x="49273" y="373691"/>
                  </a:lnTo>
                  <a:lnTo>
                    <a:pt x="51736" y="373691"/>
                  </a:lnTo>
                  <a:lnTo>
                    <a:pt x="54200" y="373691"/>
                  </a:lnTo>
                  <a:lnTo>
                    <a:pt x="56664" y="373691"/>
                  </a:lnTo>
                  <a:lnTo>
                    <a:pt x="59127" y="373691"/>
                  </a:lnTo>
                  <a:lnTo>
                    <a:pt x="61591" y="373691"/>
                  </a:lnTo>
                  <a:lnTo>
                    <a:pt x="64055" y="373690"/>
                  </a:lnTo>
                  <a:lnTo>
                    <a:pt x="66518" y="373690"/>
                  </a:lnTo>
                  <a:lnTo>
                    <a:pt x="68982" y="373690"/>
                  </a:lnTo>
                  <a:lnTo>
                    <a:pt x="71446" y="373690"/>
                  </a:lnTo>
                  <a:lnTo>
                    <a:pt x="73909" y="373690"/>
                  </a:lnTo>
                  <a:lnTo>
                    <a:pt x="76373" y="373690"/>
                  </a:lnTo>
                  <a:lnTo>
                    <a:pt x="78837" y="373690"/>
                  </a:lnTo>
                  <a:lnTo>
                    <a:pt x="81300" y="373690"/>
                  </a:lnTo>
                  <a:lnTo>
                    <a:pt x="83764" y="373690"/>
                  </a:lnTo>
                  <a:lnTo>
                    <a:pt x="86228" y="373690"/>
                  </a:lnTo>
                  <a:lnTo>
                    <a:pt x="88691" y="373690"/>
                  </a:lnTo>
                  <a:lnTo>
                    <a:pt x="91155" y="373690"/>
                  </a:lnTo>
                  <a:lnTo>
                    <a:pt x="93618" y="373690"/>
                  </a:lnTo>
                  <a:lnTo>
                    <a:pt x="96082" y="373690"/>
                  </a:lnTo>
                  <a:lnTo>
                    <a:pt x="98546" y="373689"/>
                  </a:lnTo>
                  <a:lnTo>
                    <a:pt x="101009" y="373689"/>
                  </a:lnTo>
                  <a:lnTo>
                    <a:pt x="103473" y="373688"/>
                  </a:lnTo>
                  <a:lnTo>
                    <a:pt x="105937" y="373688"/>
                  </a:lnTo>
                  <a:lnTo>
                    <a:pt x="108400" y="373687"/>
                  </a:lnTo>
                  <a:lnTo>
                    <a:pt x="110864" y="373686"/>
                  </a:lnTo>
                  <a:lnTo>
                    <a:pt x="113328" y="373685"/>
                  </a:lnTo>
                  <a:lnTo>
                    <a:pt x="115791" y="373683"/>
                  </a:lnTo>
                  <a:lnTo>
                    <a:pt x="118255" y="373681"/>
                  </a:lnTo>
                  <a:lnTo>
                    <a:pt x="120719" y="373678"/>
                  </a:lnTo>
                  <a:lnTo>
                    <a:pt x="123182" y="373675"/>
                  </a:lnTo>
                  <a:lnTo>
                    <a:pt x="125646" y="373671"/>
                  </a:lnTo>
                  <a:lnTo>
                    <a:pt x="128110" y="373667"/>
                  </a:lnTo>
                  <a:lnTo>
                    <a:pt x="130573" y="373661"/>
                  </a:lnTo>
                  <a:lnTo>
                    <a:pt x="133037" y="373654"/>
                  </a:lnTo>
                  <a:lnTo>
                    <a:pt x="135501" y="373645"/>
                  </a:lnTo>
                  <a:lnTo>
                    <a:pt x="137964" y="373635"/>
                  </a:lnTo>
                  <a:lnTo>
                    <a:pt x="140428" y="373622"/>
                  </a:lnTo>
                  <a:lnTo>
                    <a:pt x="142892" y="373607"/>
                  </a:lnTo>
                  <a:lnTo>
                    <a:pt x="145355" y="373589"/>
                  </a:lnTo>
                  <a:lnTo>
                    <a:pt x="147819" y="373567"/>
                  </a:lnTo>
                  <a:lnTo>
                    <a:pt x="150283" y="373541"/>
                  </a:lnTo>
                  <a:lnTo>
                    <a:pt x="152746" y="373511"/>
                  </a:lnTo>
                  <a:lnTo>
                    <a:pt x="155210" y="373475"/>
                  </a:lnTo>
                  <a:lnTo>
                    <a:pt x="157674" y="373432"/>
                  </a:lnTo>
                  <a:lnTo>
                    <a:pt x="160137" y="373381"/>
                  </a:lnTo>
                  <a:lnTo>
                    <a:pt x="162601" y="373322"/>
                  </a:lnTo>
                  <a:lnTo>
                    <a:pt x="165065" y="373254"/>
                  </a:lnTo>
                  <a:lnTo>
                    <a:pt x="167528" y="373174"/>
                  </a:lnTo>
                  <a:lnTo>
                    <a:pt x="169992" y="373079"/>
                  </a:lnTo>
                  <a:lnTo>
                    <a:pt x="172456" y="372969"/>
                  </a:lnTo>
                  <a:lnTo>
                    <a:pt x="174919" y="372842"/>
                  </a:lnTo>
                  <a:lnTo>
                    <a:pt x="177383" y="372696"/>
                  </a:lnTo>
                  <a:lnTo>
                    <a:pt x="179847" y="372530"/>
                  </a:lnTo>
                  <a:lnTo>
                    <a:pt x="182310" y="372335"/>
                  </a:lnTo>
                  <a:lnTo>
                    <a:pt x="184774" y="372110"/>
                  </a:lnTo>
                  <a:lnTo>
                    <a:pt x="187237" y="371854"/>
                  </a:lnTo>
                  <a:lnTo>
                    <a:pt x="189701" y="371563"/>
                  </a:lnTo>
                  <a:lnTo>
                    <a:pt x="192165" y="371234"/>
                  </a:lnTo>
                  <a:lnTo>
                    <a:pt x="194628" y="370861"/>
                  </a:lnTo>
                  <a:lnTo>
                    <a:pt x="197092" y="370429"/>
                  </a:lnTo>
                  <a:lnTo>
                    <a:pt x="199556" y="369944"/>
                  </a:lnTo>
                  <a:lnTo>
                    <a:pt x="202019" y="369400"/>
                  </a:lnTo>
                  <a:lnTo>
                    <a:pt x="204483" y="368794"/>
                  </a:lnTo>
                  <a:lnTo>
                    <a:pt x="206947" y="368120"/>
                  </a:lnTo>
                  <a:lnTo>
                    <a:pt x="209410" y="367359"/>
                  </a:lnTo>
                  <a:lnTo>
                    <a:pt x="211874" y="366509"/>
                  </a:lnTo>
                  <a:lnTo>
                    <a:pt x="214338" y="365572"/>
                  </a:lnTo>
                  <a:lnTo>
                    <a:pt x="216801" y="364545"/>
                  </a:lnTo>
                  <a:lnTo>
                    <a:pt x="219265" y="363422"/>
                  </a:lnTo>
                  <a:lnTo>
                    <a:pt x="221729" y="362196"/>
                  </a:lnTo>
                  <a:lnTo>
                    <a:pt x="224192" y="360838"/>
                  </a:lnTo>
                  <a:lnTo>
                    <a:pt x="226656" y="359372"/>
                  </a:lnTo>
                  <a:lnTo>
                    <a:pt x="229120" y="357796"/>
                  </a:lnTo>
                  <a:lnTo>
                    <a:pt x="231583" y="356107"/>
                  </a:lnTo>
                  <a:lnTo>
                    <a:pt x="234047" y="354306"/>
                  </a:lnTo>
                  <a:lnTo>
                    <a:pt x="236511" y="352374"/>
                  </a:lnTo>
                  <a:lnTo>
                    <a:pt x="238974" y="350321"/>
                  </a:lnTo>
                  <a:lnTo>
                    <a:pt x="241438" y="348163"/>
                  </a:lnTo>
                  <a:lnTo>
                    <a:pt x="243902" y="345906"/>
                  </a:lnTo>
                  <a:lnTo>
                    <a:pt x="246365" y="343555"/>
                  </a:lnTo>
                  <a:lnTo>
                    <a:pt x="248829" y="341116"/>
                  </a:lnTo>
                  <a:lnTo>
                    <a:pt x="251293" y="338585"/>
                  </a:lnTo>
                  <a:lnTo>
                    <a:pt x="253756" y="335994"/>
                  </a:lnTo>
                  <a:lnTo>
                    <a:pt x="256220" y="333356"/>
                  </a:lnTo>
                  <a:lnTo>
                    <a:pt x="258684" y="330684"/>
                  </a:lnTo>
                  <a:lnTo>
                    <a:pt x="261147" y="327993"/>
                  </a:lnTo>
                  <a:lnTo>
                    <a:pt x="263611" y="325298"/>
                  </a:lnTo>
                  <a:lnTo>
                    <a:pt x="266075" y="322626"/>
                  </a:lnTo>
                  <a:lnTo>
                    <a:pt x="268538" y="319993"/>
                  </a:lnTo>
                  <a:lnTo>
                    <a:pt x="271002" y="317416"/>
                  </a:lnTo>
                  <a:lnTo>
                    <a:pt x="273465" y="314910"/>
                  </a:lnTo>
                  <a:lnTo>
                    <a:pt x="275929" y="312493"/>
                  </a:lnTo>
                  <a:lnTo>
                    <a:pt x="278393" y="310217"/>
                  </a:lnTo>
                  <a:lnTo>
                    <a:pt x="280856" y="308071"/>
                  </a:lnTo>
                  <a:lnTo>
                    <a:pt x="283320" y="306069"/>
                  </a:lnTo>
                  <a:lnTo>
                    <a:pt x="285784" y="304225"/>
                  </a:lnTo>
                  <a:lnTo>
                    <a:pt x="288247" y="302548"/>
                  </a:lnTo>
                  <a:lnTo>
                    <a:pt x="290711" y="301078"/>
                  </a:lnTo>
                  <a:lnTo>
                    <a:pt x="293175" y="299826"/>
                  </a:lnTo>
                  <a:lnTo>
                    <a:pt x="295638" y="298772"/>
                  </a:lnTo>
                  <a:lnTo>
                    <a:pt x="298102" y="297919"/>
                  </a:lnTo>
                  <a:lnTo>
                    <a:pt x="300566" y="297270"/>
                  </a:lnTo>
                  <a:lnTo>
                    <a:pt x="303029" y="296826"/>
                  </a:lnTo>
                  <a:lnTo>
                    <a:pt x="305493" y="296642"/>
                  </a:lnTo>
                  <a:lnTo>
                    <a:pt x="307957" y="296655"/>
                  </a:lnTo>
                  <a:lnTo>
                    <a:pt x="310420" y="296859"/>
                  </a:lnTo>
                  <a:lnTo>
                    <a:pt x="312884" y="297248"/>
                  </a:lnTo>
                  <a:lnTo>
                    <a:pt x="315348" y="297813"/>
                  </a:lnTo>
                  <a:lnTo>
                    <a:pt x="317811" y="298565"/>
                  </a:lnTo>
                  <a:lnTo>
                    <a:pt x="320275" y="299489"/>
                  </a:lnTo>
                  <a:lnTo>
                    <a:pt x="322739" y="300548"/>
                  </a:lnTo>
                  <a:lnTo>
                    <a:pt x="325202" y="301731"/>
                  </a:lnTo>
                  <a:lnTo>
                    <a:pt x="327666" y="303023"/>
                  </a:lnTo>
                  <a:lnTo>
                    <a:pt x="330130" y="304413"/>
                  </a:lnTo>
                  <a:lnTo>
                    <a:pt x="332593" y="305903"/>
                  </a:lnTo>
                  <a:lnTo>
                    <a:pt x="335057" y="307453"/>
                  </a:lnTo>
                  <a:lnTo>
                    <a:pt x="337521" y="309050"/>
                  </a:lnTo>
                  <a:lnTo>
                    <a:pt x="339984" y="310682"/>
                  </a:lnTo>
                  <a:lnTo>
                    <a:pt x="342448" y="312335"/>
                  </a:lnTo>
                  <a:lnTo>
                    <a:pt x="344912" y="313997"/>
                  </a:lnTo>
                  <a:lnTo>
                    <a:pt x="347375" y="315651"/>
                  </a:lnTo>
                  <a:lnTo>
                    <a:pt x="349839" y="317286"/>
                  </a:lnTo>
                  <a:lnTo>
                    <a:pt x="352303" y="318891"/>
                  </a:lnTo>
                  <a:lnTo>
                    <a:pt x="354766" y="320459"/>
                  </a:lnTo>
                  <a:lnTo>
                    <a:pt x="357230" y="321982"/>
                  </a:lnTo>
                  <a:lnTo>
                    <a:pt x="359694" y="323436"/>
                  </a:lnTo>
                  <a:lnTo>
                    <a:pt x="362157" y="324825"/>
                  </a:lnTo>
                  <a:lnTo>
                    <a:pt x="364621" y="326145"/>
                  </a:lnTo>
                  <a:lnTo>
                    <a:pt x="367084" y="327393"/>
                  </a:lnTo>
                  <a:lnTo>
                    <a:pt x="369548" y="328564"/>
                  </a:lnTo>
                  <a:lnTo>
                    <a:pt x="372012" y="329646"/>
                  </a:lnTo>
                  <a:lnTo>
                    <a:pt x="374475" y="330630"/>
                  </a:lnTo>
                  <a:lnTo>
                    <a:pt x="376939" y="331527"/>
                  </a:lnTo>
                  <a:lnTo>
                    <a:pt x="379403" y="332337"/>
                  </a:lnTo>
                  <a:lnTo>
                    <a:pt x="381866" y="333058"/>
                  </a:lnTo>
                  <a:lnTo>
                    <a:pt x="384330" y="333690"/>
                  </a:lnTo>
                  <a:lnTo>
                    <a:pt x="386794" y="334208"/>
                  </a:lnTo>
                  <a:lnTo>
                    <a:pt x="389257" y="334632"/>
                  </a:lnTo>
                  <a:lnTo>
                    <a:pt x="391721" y="334964"/>
                  </a:lnTo>
                  <a:lnTo>
                    <a:pt x="394185" y="335204"/>
                  </a:lnTo>
                  <a:lnTo>
                    <a:pt x="396648" y="335351"/>
                  </a:lnTo>
                  <a:lnTo>
                    <a:pt x="399112" y="335395"/>
                  </a:lnTo>
                  <a:lnTo>
                    <a:pt x="401576" y="335326"/>
                  </a:lnTo>
                  <a:lnTo>
                    <a:pt x="404039" y="335162"/>
                  </a:lnTo>
                  <a:lnTo>
                    <a:pt x="406503" y="334899"/>
                  </a:lnTo>
                  <a:lnTo>
                    <a:pt x="408967" y="334538"/>
                  </a:lnTo>
                  <a:lnTo>
                    <a:pt x="411430" y="334074"/>
                  </a:lnTo>
                  <a:lnTo>
                    <a:pt x="413894" y="333482"/>
                  </a:lnTo>
                  <a:lnTo>
                    <a:pt x="416358" y="332776"/>
                  </a:lnTo>
                  <a:lnTo>
                    <a:pt x="418821" y="331959"/>
                  </a:lnTo>
                  <a:lnTo>
                    <a:pt x="421285" y="331026"/>
                  </a:lnTo>
                  <a:lnTo>
                    <a:pt x="423749" y="329976"/>
                  </a:lnTo>
                  <a:lnTo>
                    <a:pt x="426212" y="328792"/>
                  </a:lnTo>
                  <a:lnTo>
                    <a:pt x="428676" y="327454"/>
                  </a:lnTo>
                  <a:lnTo>
                    <a:pt x="431140" y="325983"/>
                  </a:lnTo>
                  <a:lnTo>
                    <a:pt x="433603" y="324373"/>
                  </a:lnTo>
                  <a:lnTo>
                    <a:pt x="436067" y="322621"/>
                  </a:lnTo>
                  <a:lnTo>
                    <a:pt x="438531" y="320722"/>
                  </a:lnTo>
                  <a:lnTo>
                    <a:pt x="440994" y="318635"/>
                  </a:lnTo>
                  <a:lnTo>
                    <a:pt x="443458" y="316379"/>
                  </a:lnTo>
                  <a:lnTo>
                    <a:pt x="445922" y="313960"/>
                  </a:lnTo>
                  <a:lnTo>
                    <a:pt x="448385" y="311372"/>
                  </a:lnTo>
                  <a:lnTo>
                    <a:pt x="450849" y="308612"/>
                  </a:lnTo>
                  <a:lnTo>
                    <a:pt x="453312" y="305663"/>
                  </a:lnTo>
                  <a:lnTo>
                    <a:pt x="455776" y="302495"/>
                  </a:lnTo>
                  <a:lnTo>
                    <a:pt x="458240" y="299142"/>
                  </a:lnTo>
                  <a:lnTo>
                    <a:pt x="460703" y="295602"/>
                  </a:lnTo>
                  <a:lnTo>
                    <a:pt x="463167" y="291873"/>
                  </a:lnTo>
                  <a:lnTo>
                    <a:pt x="465631" y="287953"/>
                  </a:lnTo>
                  <a:lnTo>
                    <a:pt x="468094" y="283801"/>
                  </a:lnTo>
                  <a:lnTo>
                    <a:pt x="470558" y="279441"/>
                  </a:lnTo>
                  <a:lnTo>
                    <a:pt x="473022" y="274890"/>
                  </a:lnTo>
                  <a:lnTo>
                    <a:pt x="475485" y="270147"/>
                  </a:lnTo>
                  <a:lnTo>
                    <a:pt x="477949" y="265214"/>
                  </a:lnTo>
                  <a:lnTo>
                    <a:pt x="480413" y="260082"/>
                  </a:lnTo>
                  <a:lnTo>
                    <a:pt x="482876" y="254725"/>
                  </a:lnTo>
                  <a:lnTo>
                    <a:pt x="485340" y="249190"/>
                  </a:lnTo>
                  <a:lnTo>
                    <a:pt x="487804" y="243479"/>
                  </a:lnTo>
                  <a:lnTo>
                    <a:pt x="490267" y="237598"/>
                  </a:lnTo>
                  <a:lnTo>
                    <a:pt x="492731" y="231553"/>
                  </a:lnTo>
                  <a:lnTo>
                    <a:pt x="495195" y="225317"/>
                  </a:lnTo>
                  <a:lnTo>
                    <a:pt x="497658" y="218921"/>
                  </a:lnTo>
                  <a:lnTo>
                    <a:pt x="500122" y="212384"/>
                  </a:lnTo>
                  <a:lnTo>
                    <a:pt x="502586" y="205713"/>
                  </a:lnTo>
                  <a:lnTo>
                    <a:pt x="505049" y="198916"/>
                  </a:lnTo>
                  <a:lnTo>
                    <a:pt x="507513" y="191995"/>
                  </a:lnTo>
                  <a:lnTo>
                    <a:pt x="509977" y="184945"/>
                  </a:lnTo>
                  <a:lnTo>
                    <a:pt x="512440" y="177803"/>
                  </a:lnTo>
                  <a:lnTo>
                    <a:pt x="514904" y="170577"/>
                  </a:lnTo>
                  <a:lnTo>
                    <a:pt x="517368" y="163278"/>
                  </a:lnTo>
                  <a:lnTo>
                    <a:pt x="519831" y="155916"/>
                  </a:lnTo>
                  <a:lnTo>
                    <a:pt x="522295" y="148496"/>
                  </a:lnTo>
                  <a:lnTo>
                    <a:pt x="524759" y="141040"/>
                  </a:lnTo>
                  <a:lnTo>
                    <a:pt x="527222" y="133565"/>
                  </a:lnTo>
                  <a:lnTo>
                    <a:pt x="529686" y="126085"/>
                  </a:lnTo>
                  <a:lnTo>
                    <a:pt x="532150" y="118613"/>
                  </a:lnTo>
                  <a:lnTo>
                    <a:pt x="534613" y="111164"/>
                  </a:lnTo>
                  <a:lnTo>
                    <a:pt x="537077" y="103769"/>
                  </a:lnTo>
                  <a:lnTo>
                    <a:pt x="539541" y="96440"/>
                  </a:lnTo>
                  <a:lnTo>
                    <a:pt x="542004" y="89192"/>
                  </a:lnTo>
                  <a:lnTo>
                    <a:pt x="544468" y="82044"/>
                  </a:lnTo>
                  <a:lnTo>
                    <a:pt x="546931" y="75014"/>
                  </a:lnTo>
                  <a:lnTo>
                    <a:pt x="549395" y="68150"/>
                  </a:lnTo>
                  <a:lnTo>
                    <a:pt x="551859" y="61474"/>
                  </a:lnTo>
                  <a:lnTo>
                    <a:pt x="554322" y="54992"/>
                  </a:lnTo>
                  <a:lnTo>
                    <a:pt x="556786" y="48725"/>
                  </a:lnTo>
                  <a:lnTo>
                    <a:pt x="559250" y="42696"/>
                  </a:lnTo>
                  <a:lnTo>
                    <a:pt x="561713" y="36935"/>
                  </a:lnTo>
                  <a:lnTo>
                    <a:pt x="564177" y="31542"/>
                  </a:lnTo>
                  <a:lnTo>
                    <a:pt x="566641" y="26474"/>
                  </a:lnTo>
                  <a:lnTo>
                    <a:pt x="569104" y="21754"/>
                  </a:lnTo>
                  <a:lnTo>
                    <a:pt x="571568" y="17406"/>
                  </a:lnTo>
                  <a:lnTo>
                    <a:pt x="574032" y="13453"/>
                  </a:lnTo>
                  <a:lnTo>
                    <a:pt x="576495" y="9993"/>
                  </a:lnTo>
                  <a:lnTo>
                    <a:pt x="578959" y="7041"/>
                  </a:lnTo>
                  <a:lnTo>
                    <a:pt x="581423" y="4567"/>
                  </a:lnTo>
                  <a:lnTo>
                    <a:pt x="583886" y="2590"/>
                  </a:lnTo>
                  <a:lnTo>
                    <a:pt x="586350" y="1130"/>
                  </a:lnTo>
                  <a:lnTo>
                    <a:pt x="588814" y="214"/>
                  </a:lnTo>
                  <a:lnTo>
                    <a:pt x="591277" y="0"/>
                  </a:lnTo>
                  <a:lnTo>
                    <a:pt x="593741" y="357"/>
                  </a:lnTo>
                  <a:lnTo>
                    <a:pt x="596205" y="1294"/>
                  </a:lnTo>
                  <a:lnTo>
                    <a:pt x="598668" y="2819"/>
                  </a:lnTo>
                  <a:lnTo>
                    <a:pt x="601132" y="4935"/>
                  </a:lnTo>
                  <a:lnTo>
                    <a:pt x="603596" y="7737"/>
                  </a:lnTo>
                  <a:lnTo>
                    <a:pt x="606059" y="11206"/>
                  </a:lnTo>
                  <a:lnTo>
                    <a:pt x="608523" y="15259"/>
                  </a:lnTo>
                  <a:lnTo>
                    <a:pt x="610987" y="19884"/>
                  </a:lnTo>
                  <a:lnTo>
                    <a:pt x="613450" y="25069"/>
                  </a:lnTo>
                  <a:lnTo>
                    <a:pt x="615914" y="30804"/>
                  </a:lnTo>
                  <a:lnTo>
                    <a:pt x="618378" y="37200"/>
                  </a:lnTo>
                  <a:lnTo>
                    <a:pt x="620841" y="44083"/>
                  </a:lnTo>
                  <a:lnTo>
                    <a:pt x="623305" y="51424"/>
                  </a:lnTo>
                  <a:lnTo>
                    <a:pt x="625769" y="59196"/>
                  </a:lnTo>
                  <a:lnTo>
                    <a:pt x="628232" y="67367"/>
                  </a:lnTo>
                  <a:lnTo>
                    <a:pt x="630696" y="75949"/>
                  </a:lnTo>
                  <a:lnTo>
                    <a:pt x="633159" y="84887"/>
                  </a:lnTo>
                  <a:lnTo>
                    <a:pt x="635623" y="94090"/>
                  </a:lnTo>
                  <a:lnTo>
                    <a:pt x="638087" y="103522"/>
                  </a:lnTo>
                  <a:lnTo>
                    <a:pt x="640550" y="113143"/>
                  </a:lnTo>
                  <a:lnTo>
                    <a:pt x="643014" y="122917"/>
                  </a:lnTo>
                  <a:lnTo>
                    <a:pt x="645478" y="132817"/>
                  </a:lnTo>
                  <a:lnTo>
                    <a:pt x="647941" y="142763"/>
                  </a:lnTo>
                  <a:lnTo>
                    <a:pt x="650405" y="152718"/>
                  </a:lnTo>
                  <a:lnTo>
                    <a:pt x="652869" y="162649"/>
                  </a:lnTo>
                  <a:lnTo>
                    <a:pt x="655332" y="172520"/>
                  </a:lnTo>
                  <a:lnTo>
                    <a:pt x="657796" y="182282"/>
                  </a:lnTo>
                  <a:lnTo>
                    <a:pt x="660260" y="191886"/>
                  </a:lnTo>
                  <a:lnTo>
                    <a:pt x="662723" y="201321"/>
                  </a:lnTo>
                  <a:lnTo>
                    <a:pt x="665187" y="210563"/>
                  </a:lnTo>
                  <a:lnTo>
                    <a:pt x="667651" y="219591"/>
                  </a:lnTo>
                  <a:lnTo>
                    <a:pt x="670114" y="228384"/>
                  </a:lnTo>
                  <a:lnTo>
                    <a:pt x="672578" y="236854"/>
                  </a:lnTo>
                  <a:lnTo>
                    <a:pt x="675042" y="245044"/>
                  </a:lnTo>
                  <a:lnTo>
                    <a:pt x="677505" y="252950"/>
                  </a:lnTo>
                  <a:lnTo>
                    <a:pt x="679969" y="260563"/>
                  </a:lnTo>
                  <a:lnTo>
                    <a:pt x="682433" y="267877"/>
                  </a:lnTo>
                  <a:lnTo>
                    <a:pt x="684896" y="274852"/>
                  </a:lnTo>
                  <a:lnTo>
                    <a:pt x="687360" y="281470"/>
                  </a:lnTo>
                  <a:lnTo>
                    <a:pt x="689824" y="287783"/>
                  </a:lnTo>
                  <a:lnTo>
                    <a:pt x="692287" y="293794"/>
                  </a:lnTo>
                  <a:lnTo>
                    <a:pt x="694751" y="299505"/>
                  </a:lnTo>
                  <a:lnTo>
                    <a:pt x="697215" y="304921"/>
                  </a:lnTo>
                  <a:lnTo>
                    <a:pt x="699678" y="309977"/>
                  </a:lnTo>
                  <a:lnTo>
                    <a:pt x="702142" y="314747"/>
                  </a:lnTo>
                  <a:lnTo>
                    <a:pt x="704606" y="319247"/>
                  </a:lnTo>
                  <a:lnTo>
                    <a:pt x="707069" y="323485"/>
                  </a:lnTo>
                  <a:lnTo>
                    <a:pt x="709533" y="327470"/>
                  </a:lnTo>
                  <a:lnTo>
                    <a:pt x="711997" y="331186"/>
                  </a:lnTo>
                  <a:lnTo>
                    <a:pt x="714460" y="334629"/>
                  </a:lnTo>
                  <a:lnTo>
                    <a:pt x="716924" y="337854"/>
                  </a:lnTo>
                  <a:lnTo>
                    <a:pt x="719388" y="340868"/>
                  </a:lnTo>
                  <a:lnTo>
                    <a:pt x="721851" y="343681"/>
                  </a:lnTo>
                  <a:lnTo>
                    <a:pt x="724315" y="346301"/>
                  </a:lnTo>
                  <a:lnTo>
                    <a:pt x="726778" y="348697"/>
                  </a:lnTo>
                  <a:lnTo>
                    <a:pt x="729242" y="350919"/>
                  </a:lnTo>
                  <a:lnTo>
                    <a:pt x="731706" y="352980"/>
                  </a:lnTo>
                  <a:lnTo>
                    <a:pt x="734169" y="354891"/>
                  </a:lnTo>
                  <a:lnTo>
                    <a:pt x="736633" y="356658"/>
                  </a:lnTo>
                  <a:lnTo>
                    <a:pt x="739097" y="358277"/>
                  </a:lnTo>
                  <a:lnTo>
                    <a:pt x="741560" y="359749"/>
                  </a:lnTo>
                  <a:lnTo>
                    <a:pt x="744024" y="361105"/>
                  </a:lnTo>
                  <a:lnTo>
                    <a:pt x="746488" y="362352"/>
                  </a:lnTo>
                  <a:lnTo>
                    <a:pt x="748951" y="363497"/>
                  </a:lnTo>
                  <a:lnTo>
                    <a:pt x="751415" y="364546"/>
                  </a:lnTo>
                  <a:lnTo>
                    <a:pt x="753879" y="365486"/>
                  </a:lnTo>
                  <a:lnTo>
                    <a:pt x="756342" y="366342"/>
                  </a:lnTo>
                  <a:lnTo>
                    <a:pt x="758806" y="367123"/>
                  </a:lnTo>
                  <a:lnTo>
                    <a:pt x="761270" y="367835"/>
                  </a:lnTo>
                  <a:lnTo>
                    <a:pt x="763733" y="368481"/>
                  </a:lnTo>
                  <a:lnTo>
                    <a:pt x="766197" y="369063"/>
                  </a:lnTo>
                  <a:lnTo>
                    <a:pt x="768661" y="369580"/>
                  </a:lnTo>
                  <a:lnTo>
                    <a:pt x="771124" y="370048"/>
                  </a:lnTo>
                  <a:lnTo>
                    <a:pt x="773588" y="370471"/>
                  </a:lnTo>
                  <a:lnTo>
                    <a:pt x="776052" y="370852"/>
                  </a:lnTo>
                  <a:lnTo>
                    <a:pt x="778515" y="371195"/>
                  </a:lnTo>
                  <a:lnTo>
                    <a:pt x="780979" y="371496"/>
                  </a:lnTo>
                  <a:lnTo>
                    <a:pt x="783443" y="371764"/>
                  </a:lnTo>
                  <a:lnTo>
                    <a:pt x="785906" y="372004"/>
                  </a:lnTo>
                  <a:lnTo>
                    <a:pt x="788370" y="372219"/>
                  </a:lnTo>
                  <a:lnTo>
                    <a:pt x="790834" y="372410"/>
                  </a:lnTo>
                  <a:lnTo>
                    <a:pt x="793297" y="372579"/>
                  </a:lnTo>
                  <a:lnTo>
                    <a:pt x="795761" y="372725"/>
                  </a:lnTo>
                  <a:lnTo>
                    <a:pt x="798225" y="372855"/>
                  </a:lnTo>
                  <a:lnTo>
                    <a:pt x="800688" y="372969"/>
                  </a:lnTo>
                  <a:lnTo>
                    <a:pt x="803152" y="373071"/>
                  </a:lnTo>
                  <a:lnTo>
                    <a:pt x="805616" y="373160"/>
                  </a:lnTo>
                  <a:lnTo>
                    <a:pt x="808079" y="373236"/>
                  </a:lnTo>
                  <a:lnTo>
                    <a:pt x="810543" y="373302"/>
                  </a:lnTo>
                  <a:lnTo>
                    <a:pt x="813006" y="373360"/>
                  </a:lnTo>
                  <a:lnTo>
                    <a:pt x="815470" y="373410"/>
                  </a:lnTo>
                  <a:lnTo>
                    <a:pt x="817934" y="373454"/>
                  </a:lnTo>
                  <a:lnTo>
                    <a:pt x="820397" y="373491"/>
                  </a:lnTo>
                  <a:lnTo>
                    <a:pt x="822861" y="373523"/>
                  </a:lnTo>
                  <a:lnTo>
                    <a:pt x="825325" y="373550"/>
                  </a:lnTo>
                  <a:lnTo>
                    <a:pt x="827788" y="373573"/>
                  </a:lnTo>
                  <a:lnTo>
                    <a:pt x="830252" y="373593"/>
                  </a:lnTo>
                  <a:lnTo>
                    <a:pt x="832716" y="373610"/>
                  </a:lnTo>
                  <a:lnTo>
                    <a:pt x="835179" y="373624"/>
                  </a:lnTo>
                  <a:lnTo>
                    <a:pt x="837643" y="373636"/>
                  </a:lnTo>
                  <a:lnTo>
                    <a:pt x="840107" y="373646"/>
                  </a:lnTo>
                  <a:lnTo>
                    <a:pt x="842570" y="373654"/>
                  </a:lnTo>
                  <a:lnTo>
                    <a:pt x="845034" y="373661"/>
                  </a:lnTo>
                  <a:lnTo>
                    <a:pt x="847498" y="373667"/>
                  </a:lnTo>
                  <a:lnTo>
                    <a:pt x="849961" y="373671"/>
                  </a:lnTo>
                  <a:lnTo>
                    <a:pt x="852425" y="373675"/>
                  </a:lnTo>
                  <a:lnTo>
                    <a:pt x="854889" y="373678"/>
                  </a:lnTo>
                  <a:lnTo>
                    <a:pt x="857352" y="373681"/>
                  </a:lnTo>
                  <a:lnTo>
                    <a:pt x="859816" y="373683"/>
                  </a:lnTo>
                  <a:lnTo>
                    <a:pt x="862280" y="373684"/>
                  </a:lnTo>
                  <a:lnTo>
                    <a:pt x="864743" y="373686"/>
                  </a:lnTo>
                  <a:lnTo>
                    <a:pt x="867207" y="373687"/>
                  </a:lnTo>
                  <a:lnTo>
                    <a:pt x="869671" y="373688"/>
                  </a:lnTo>
                  <a:lnTo>
                    <a:pt x="872134" y="373688"/>
                  </a:lnTo>
                  <a:lnTo>
                    <a:pt x="874598" y="373689"/>
                  </a:lnTo>
                  <a:lnTo>
                    <a:pt x="877062" y="373689"/>
                  </a:lnTo>
                  <a:lnTo>
                    <a:pt x="879525" y="373689"/>
                  </a:lnTo>
                  <a:lnTo>
                    <a:pt x="881989" y="373690"/>
                  </a:lnTo>
                  <a:lnTo>
                    <a:pt x="884453" y="373690"/>
                  </a:lnTo>
                  <a:lnTo>
                    <a:pt x="886916" y="373690"/>
                  </a:lnTo>
                  <a:lnTo>
                    <a:pt x="889380" y="373690"/>
                  </a:lnTo>
                  <a:lnTo>
                    <a:pt x="891844" y="373690"/>
                  </a:lnTo>
                  <a:lnTo>
                    <a:pt x="894307" y="373690"/>
                  </a:lnTo>
                  <a:lnTo>
                    <a:pt x="896771" y="373690"/>
                  </a:lnTo>
                  <a:lnTo>
                    <a:pt x="899235" y="373690"/>
                  </a:lnTo>
                  <a:lnTo>
                    <a:pt x="901698" y="373690"/>
                  </a:lnTo>
                  <a:lnTo>
                    <a:pt x="904162" y="373690"/>
                  </a:lnTo>
                  <a:lnTo>
                    <a:pt x="906625" y="373690"/>
                  </a:lnTo>
                  <a:lnTo>
                    <a:pt x="909089" y="373690"/>
                  </a:lnTo>
                  <a:lnTo>
                    <a:pt x="911553" y="373690"/>
                  </a:lnTo>
                  <a:lnTo>
                    <a:pt x="914016" y="373691"/>
                  </a:lnTo>
                  <a:lnTo>
                    <a:pt x="916480" y="373691"/>
                  </a:lnTo>
                  <a:lnTo>
                    <a:pt x="918944" y="373691"/>
                  </a:lnTo>
                  <a:lnTo>
                    <a:pt x="921407" y="373691"/>
                  </a:lnTo>
                  <a:lnTo>
                    <a:pt x="923871" y="373691"/>
                  </a:lnTo>
                  <a:lnTo>
                    <a:pt x="926335" y="373691"/>
                  </a:lnTo>
                  <a:lnTo>
                    <a:pt x="928798" y="373691"/>
                  </a:lnTo>
                  <a:lnTo>
                    <a:pt x="931262" y="373691"/>
                  </a:lnTo>
                  <a:lnTo>
                    <a:pt x="933726" y="373691"/>
                  </a:lnTo>
                  <a:lnTo>
                    <a:pt x="936189" y="373691"/>
                  </a:lnTo>
                  <a:lnTo>
                    <a:pt x="938653" y="373691"/>
                  </a:lnTo>
                  <a:lnTo>
                    <a:pt x="941117" y="373691"/>
                  </a:lnTo>
                  <a:lnTo>
                    <a:pt x="943580" y="373691"/>
                  </a:lnTo>
                  <a:lnTo>
                    <a:pt x="946044" y="373691"/>
                  </a:lnTo>
                  <a:lnTo>
                    <a:pt x="948508" y="373691"/>
                  </a:lnTo>
                  <a:lnTo>
                    <a:pt x="950971" y="373691"/>
                  </a:lnTo>
                  <a:lnTo>
                    <a:pt x="953435" y="373691"/>
                  </a:lnTo>
                  <a:lnTo>
                    <a:pt x="955899" y="373691"/>
                  </a:lnTo>
                  <a:lnTo>
                    <a:pt x="958362" y="373691"/>
                  </a:lnTo>
                  <a:lnTo>
                    <a:pt x="960826" y="373691"/>
                  </a:lnTo>
                  <a:lnTo>
                    <a:pt x="963290" y="373691"/>
                  </a:lnTo>
                  <a:lnTo>
                    <a:pt x="965753" y="373691"/>
                  </a:lnTo>
                  <a:lnTo>
                    <a:pt x="968217" y="373691"/>
                  </a:lnTo>
                  <a:lnTo>
                    <a:pt x="970681" y="373691"/>
                  </a:lnTo>
                  <a:lnTo>
                    <a:pt x="973144" y="373691"/>
                  </a:lnTo>
                  <a:lnTo>
                    <a:pt x="975608" y="373691"/>
                  </a:lnTo>
                  <a:lnTo>
                    <a:pt x="978072" y="373691"/>
                  </a:lnTo>
                  <a:lnTo>
                    <a:pt x="980535" y="373691"/>
                  </a:lnTo>
                  <a:lnTo>
                    <a:pt x="982999" y="373691"/>
                  </a:lnTo>
                  <a:lnTo>
                    <a:pt x="985463" y="373691"/>
                  </a:lnTo>
                  <a:lnTo>
                    <a:pt x="987926" y="373691"/>
                  </a:lnTo>
                  <a:lnTo>
                    <a:pt x="990390" y="373691"/>
                  </a:lnTo>
                  <a:lnTo>
                    <a:pt x="992853" y="373691"/>
                  </a:lnTo>
                  <a:lnTo>
                    <a:pt x="995317" y="373691"/>
                  </a:lnTo>
                  <a:lnTo>
                    <a:pt x="997781" y="373691"/>
                  </a:lnTo>
                  <a:lnTo>
                    <a:pt x="1000244" y="373691"/>
                  </a:lnTo>
                  <a:lnTo>
                    <a:pt x="1002708" y="373691"/>
                  </a:lnTo>
                  <a:lnTo>
                    <a:pt x="1005172" y="373691"/>
                  </a:lnTo>
                  <a:lnTo>
                    <a:pt x="1007635" y="373691"/>
                  </a:lnTo>
                  <a:lnTo>
                    <a:pt x="1010099" y="373691"/>
                  </a:lnTo>
                  <a:lnTo>
                    <a:pt x="1012563" y="373691"/>
                  </a:lnTo>
                  <a:lnTo>
                    <a:pt x="1015026" y="373691"/>
                  </a:lnTo>
                  <a:lnTo>
                    <a:pt x="1017490" y="373691"/>
                  </a:lnTo>
                  <a:lnTo>
                    <a:pt x="1019954" y="373691"/>
                  </a:lnTo>
                  <a:lnTo>
                    <a:pt x="1022417" y="373691"/>
                  </a:lnTo>
                  <a:lnTo>
                    <a:pt x="1024881" y="373691"/>
                  </a:lnTo>
                  <a:lnTo>
                    <a:pt x="1027345" y="373691"/>
                  </a:lnTo>
                  <a:lnTo>
                    <a:pt x="1029808" y="373691"/>
                  </a:lnTo>
                  <a:lnTo>
                    <a:pt x="1032272" y="373691"/>
                  </a:lnTo>
                  <a:lnTo>
                    <a:pt x="1034736" y="373691"/>
                  </a:lnTo>
                  <a:lnTo>
                    <a:pt x="1037199" y="373691"/>
                  </a:lnTo>
                  <a:lnTo>
                    <a:pt x="1039663" y="373691"/>
                  </a:lnTo>
                  <a:lnTo>
                    <a:pt x="1042127" y="373691"/>
                  </a:lnTo>
                  <a:lnTo>
                    <a:pt x="1044590" y="373691"/>
                  </a:lnTo>
                  <a:lnTo>
                    <a:pt x="1047054" y="373691"/>
                  </a:lnTo>
                  <a:lnTo>
                    <a:pt x="1049518" y="373691"/>
                  </a:lnTo>
                  <a:lnTo>
                    <a:pt x="1051981" y="373691"/>
                  </a:lnTo>
                  <a:lnTo>
                    <a:pt x="1054445" y="373691"/>
                  </a:lnTo>
                  <a:lnTo>
                    <a:pt x="1056909" y="373691"/>
                  </a:lnTo>
                  <a:lnTo>
                    <a:pt x="1059372" y="373691"/>
                  </a:lnTo>
                  <a:lnTo>
                    <a:pt x="1061836" y="373691"/>
                  </a:lnTo>
                  <a:lnTo>
                    <a:pt x="1064300" y="373691"/>
                  </a:lnTo>
                  <a:lnTo>
                    <a:pt x="1066763" y="373691"/>
                  </a:lnTo>
                  <a:lnTo>
                    <a:pt x="1069227" y="373691"/>
                  </a:lnTo>
                  <a:lnTo>
                    <a:pt x="1071691" y="373691"/>
                  </a:lnTo>
                  <a:lnTo>
                    <a:pt x="1074154" y="373691"/>
                  </a:lnTo>
                  <a:lnTo>
                    <a:pt x="1076618" y="373691"/>
                  </a:lnTo>
                  <a:lnTo>
                    <a:pt x="1079082" y="373691"/>
                  </a:lnTo>
                  <a:lnTo>
                    <a:pt x="1081545" y="373691"/>
                  </a:lnTo>
                  <a:lnTo>
                    <a:pt x="1084009" y="373691"/>
                  </a:lnTo>
                  <a:lnTo>
                    <a:pt x="1086472" y="373691"/>
                  </a:lnTo>
                  <a:lnTo>
                    <a:pt x="1088936" y="373691"/>
                  </a:lnTo>
                  <a:lnTo>
                    <a:pt x="1091400" y="373691"/>
                  </a:lnTo>
                  <a:lnTo>
                    <a:pt x="1093863" y="373691"/>
                  </a:lnTo>
                  <a:lnTo>
                    <a:pt x="1096327" y="373691"/>
                  </a:lnTo>
                  <a:lnTo>
                    <a:pt x="1098791" y="373691"/>
                  </a:lnTo>
                  <a:lnTo>
                    <a:pt x="1101254" y="373691"/>
                  </a:lnTo>
                  <a:lnTo>
                    <a:pt x="1103718" y="373691"/>
                  </a:lnTo>
                  <a:lnTo>
                    <a:pt x="1106182" y="373691"/>
                  </a:lnTo>
                  <a:lnTo>
                    <a:pt x="1108645" y="373691"/>
                  </a:lnTo>
                  <a:lnTo>
                    <a:pt x="1111109" y="373691"/>
                  </a:lnTo>
                  <a:lnTo>
                    <a:pt x="1113573" y="373691"/>
                  </a:lnTo>
                  <a:lnTo>
                    <a:pt x="1116036" y="373691"/>
                  </a:lnTo>
                  <a:lnTo>
                    <a:pt x="1118500" y="373691"/>
                  </a:lnTo>
                  <a:lnTo>
                    <a:pt x="1120964" y="373691"/>
                  </a:lnTo>
                  <a:lnTo>
                    <a:pt x="1123427" y="373691"/>
                  </a:lnTo>
                  <a:lnTo>
                    <a:pt x="1125891" y="373691"/>
                  </a:lnTo>
                  <a:lnTo>
                    <a:pt x="1128355" y="373691"/>
                  </a:lnTo>
                  <a:lnTo>
                    <a:pt x="1130818" y="373691"/>
                  </a:lnTo>
                  <a:lnTo>
                    <a:pt x="1133282" y="373691"/>
                  </a:lnTo>
                  <a:lnTo>
                    <a:pt x="1135746" y="373691"/>
                  </a:lnTo>
                  <a:lnTo>
                    <a:pt x="1138209" y="373691"/>
                  </a:lnTo>
                  <a:lnTo>
                    <a:pt x="1140673" y="373691"/>
                  </a:lnTo>
                  <a:lnTo>
                    <a:pt x="1143137" y="373691"/>
                  </a:lnTo>
                  <a:lnTo>
                    <a:pt x="1145600" y="373691"/>
                  </a:lnTo>
                  <a:lnTo>
                    <a:pt x="1148064" y="373691"/>
                  </a:lnTo>
                  <a:lnTo>
                    <a:pt x="1150528" y="373691"/>
                  </a:lnTo>
                  <a:lnTo>
                    <a:pt x="1152991" y="373691"/>
                  </a:lnTo>
                  <a:lnTo>
                    <a:pt x="1155455" y="373691"/>
                  </a:lnTo>
                  <a:lnTo>
                    <a:pt x="1157919" y="373691"/>
                  </a:lnTo>
                  <a:lnTo>
                    <a:pt x="1160382" y="373691"/>
                  </a:lnTo>
                  <a:lnTo>
                    <a:pt x="1162846" y="373691"/>
                  </a:lnTo>
                  <a:lnTo>
                    <a:pt x="1165310" y="373691"/>
                  </a:lnTo>
                  <a:lnTo>
                    <a:pt x="1167773" y="373691"/>
                  </a:lnTo>
                  <a:lnTo>
                    <a:pt x="1170237" y="373691"/>
                  </a:lnTo>
                  <a:lnTo>
                    <a:pt x="1172701" y="373691"/>
                  </a:lnTo>
                  <a:lnTo>
                    <a:pt x="1175164" y="373691"/>
                  </a:lnTo>
                  <a:lnTo>
                    <a:pt x="1177628" y="373691"/>
                  </a:lnTo>
                  <a:lnTo>
                    <a:pt x="1180091" y="373691"/>
                  </a:lnTo>
                  <a:lnTo>
                    <a:pt x="1182555" y="373691"/>
                  </a:lnTo>
                  <a:lnTo>
                    <a:pt x="1185019" y="373691"/>
                  </a:lnTo>
                  <a:lnTo>
                    <a:pt x="1187482" y="373691"/>
                  </a:lnTo>
                  <a:lnTo>
                    <a:pt x="1189946" y="373691"/>
                  </a:lnTo>
                  <a:lnTo>
                    <a:pt x="1192410" y="373691"/>
                  </a:lnTo>
                  <a:lnTo>
                    <a:pt x="1194873" y="373691"/>
                  </a:lnTo>
                  <a:lnTo>
                    <a:pt x="1197337" y="373691"/>
                  </a:lnTo>
                  <a:lnTo>
                    <a:pt x="1199801" y="373691"/>
                  </a:lnTo>
                  <a:lnTo>
                    <a:pt x="1202264" y="373691"/>
                  </a:lnTo>
                  <a:lnTo>
                    <a:pt x="1204728" y="373691"/>
                  </a:lnTo>
                  <a:lnTo>
                    <a:pt x="1207192" y="373691"/>
                  </a:lnTo>
                  <a:lnTo>
                    <a:pt x="1209655" y="373691"/>
                  </a:lnTo>
                  <a:lnTo>
                    <a:pt x="1212119" y="373691"/>
                  </a:lnTo>
                  <a:lnTo>
                    <a:pt x="1214583" y="373691"/>
                  </a:lnTo>
                  <a:lnTo>
                    <a:pt x="1217046" y="373691"/>
                  </a:lnTo>
                  <a:lnTo>
                    <a:pt x="1219510" y="373691"/>
                  </a:lnTo>
                  <a:lnTo>
                    <a:pt x="1221974" y="373691"/>
                  </a:lnTo>
                  <a:lnTo>
                    <a:pt x="1224437" y="373691"/>
                  </a:lnTo>
                  <a:lnTo>
                    <a:pt x="1226901" y="373691"/>
                  </a:lnTo>
                  <a:lnTo>
                    <a:pt x="1229365" y="373691"/>
                  </a:lnTo>
                  <a:lnTo>
                    <a:pt x="1231828" y="373691"/>
                  </a:lnTo>
                  <a:lnTo>
                    <a:pt x="1234292" y="373691"/>
                  </a:lnTo>
                  <a:lnTo>
                    <a:pt x="1236756" y="373691"/>
                  </a:lnTo>
                  <a:lnTo>
                    <a:pt x="1239219" y="373691"/>
                  </a:lnTo>
                  <a:lnTo>
                    <a:pt x="1241683" y="373691"/>
                  </a:lnTo>
                  <a:lnTo>
                    <a:pt x="1244147" y="373691"/>
                  </a:lnTo>
                  <a:lnTo>
                    <a:pt x="1246610" y="373691"/>
                  </a:lnTo>
                  <a:lnTo>
                    <a:pt x="1249074" y="373691"/>
                  </a:lnTo>
                  <a:lnTo>
                    <a:pt x="1251538" y="373691"/>
                  </a:lnTo>
                  <a:lnTo>
                    <a:pt x="1254001" y="373691"/>
                  </a:lnTo>
                  <a:lnTo>
                    <a:pt x="1256465" y="373691"/>
                  </a:lnTo>
                  <a:lnTo>
                    <a:pt x="1258929" y="373691"/>
                  </a:lnTo>
                  <a:lnTo>
                    <a:pt x="1256465" y="373691"/>
                  </a:lnTo>
                  <a:lnTo>
                    <a:pt x="1254001" y="373691"/>
                  </a:lnTo>
                  <a:lnTo>
                    <a:pt x="1251538" y="373691"/>
                  </a:lnTo>
                  <a:lnTo>
                    <a:pt x="1249074" y="373691"/>
                  </a:lnTo>
                  <a:lnTo>
                    <a:pt x="1246610" y="373691"/>
                  </a:lnTo>
                  <a:lnTo>
                    <a:pt x="1244147" y="373691"/>
                  </a:lnTo>
                  <a:lnTo>
                    <a:pt x="1241683" y="373691"/>
                  </a:lnTo>
                  <a:lnTo>
                    <a:pt x="1239219" y="373691"/>
                  </a:lnTo>
                  <a:lnTo>
                    <a:pt x="1236756" y="373691"/>
                  </a:lnTo>
                  <a:lnTo>
                    <a:pt x="1234292" y="373691"/>
                  </a:lnTo>
                  <a:lnTo>
                    <a:pt x="1231828" y="373691"/>
                  </a:lnTo>
                  <a:lnTo>
                    <a:pt x="1229365" y="373691"/>
                  </a:lnTo>
                  <a:lnTo>
                    <a:pt x="1226901" y="373691"/>
                  </a:lnTo>
                  <a:lnTo>
                    <a:pt x="1224437" y="373691"/>
                  </a:lnTo>
                  <a:lnTo>
                    <a:pt x="1221974" y="373691"/>
                  </a:lnTo>
                  <a:lnTo>
                    <a:pt x="1219510" y="373691"/>
                  </a:lnTo>
                  <a:lnTo>
                    <a:pt x="1217046" y="373691"/>
                  </a:lnTo>
                  <a:lnTo>
                    <a:pt x="1214583" y="373691"/>
                  </a:lnTo>
                  <a:lnTo>
                    <a:pt x="1212119" y="373691"/>
                  </a:lnTo>
                  <a:lnTo>
                    <a:pt x="1209655" y="373691"/>
                  </a:lnTo>
                  <a:lnTo>
                    <a:pt x="1207192" y="373691"/>
                  </a:lnTo>
                  <a:lnTo>
                    <a:pt x="1204728" y="373691"/>
                  </a:lnTo>
                  <a:lnTo>
                    <a:pt x="1202264" y="373691"/>
                  </a:lnTo>
                  <a:lnTo>
                    <a:pt x="1199801" y="373691"/>
                  </a:lnTo>
                  <a:lnTo>
                    <a:pt x="1197337" y="373691"/>
                  </a:lnTo>
                  <a:lnTo>
                    <a:pt x="1194873" y="373691"/>
                  </a:lnTo>
                  <a:lnTo>
                    <a:pt x="1192410" y="373691"/>
                  </a:lnTo>
                  <a:lnTo>
                    <a:pt x="1189946" y="373691"/>
                  </a:lnTo>
                  <a:lnTo>
                    <a:pt x="1187482" y="373691"/>
                  </a:lnTo>
                  <a:lnTo>
                    <a:pt x="1185019" y="373691"/>
                  </a:lnTo>
                  <a:lnTo>
                    <a:pt x="1182555" y="373691"/>
                  </a:lnTo>
                  <a:lnTo>
                    <a:pt x="1180091" y="373691"/>
                  </a:lnTo>
                  <a:lnTo>
                    <a:pt x="1177628" y="373691"/>
                  </a:lnTo>
                  <a:lnTo>
                    <a:pt x="1175164" y="373691"/>
                  </a:lnTo>
                  <a:lnTo>
                    <a:pt x="1172701" y="373691"/>
                  </a:lnTo>
                  <a:lnTo>
                    <a:pt x="1170237" y="373691"/>
                  </a:lnTo>
                  <a:lnTo>
                    <a:pt x="1167773" y="373691"/>
                  </a:lnTo>
                  <a:lnTo>
                    <a:pt x="1165310" y="373691"/>
                  </a:lnTo>
                  <a:lnTo>
                    <a:pt x="1162846" y="373691"/>
                  </a:lnTo>
                  <a:lnTo>
                    <a:pt x="1160382" y="373691"/>
                  </a:lnTo>
                  <a:lnTo>
                    <a:pt x="1157919" y="373691"/>
                  </a:lnTo>
                  <a:lnTo>
                    <a:pt x="1155455" y="373691"/>
                  </a:lnTo>
                  <a:lnTo>
                    <a:pt x="1152991" y="373691"/>
                  </a:lnTo>
                  <a:lnTo>
                    <a:pt x="1150528" y="373691"/>
                  </a:lnTo>
                  <a:lnTo>
                    <a:pt x="1148064" y="373691"/>
                  </a:lnTo>
                  <a:lnTo>
                    <a:pt x="1145600" y="373691"/>
                  </a:lnTo>
                  <a:lnTo>
                    <a:pt x="1143137" y="373691"/>
                  </a:lnTo>
                  <a:lnTo>
                    <a:pt x="1140673" y="373691"/>
                  </a:lnTo>
                  <a:lnTo>
                    <a:pt x="1138209" y="373691"/>
                  </a:lnTo>
                  <a:lnTo>
                    <a:pt x="1135746" y="373691"/>
                  </a:lnTo>
                  <a:lnTo>
                    <a:pt x="1133282" y="373691"/>
                  </a:lnTo>
                  <a:lnTo>
                    <a:pt x="1130818" y="373691"/>
                  </a:lnTo>
                  <a:lnTo>
                    <a:pt x="1128355" y="373691"/>
                  </a:lnTo>
                  <a:lnTo>
                    <a:pt x="1125891" y="373691"/>
                  </a:lnTo>
                  <a:lnTo>
                    <a:pt x="1123427" y="373691"/>
                  </a:lnTo>
                  <a:lnTo>
                    <a:pt x="1120964" y="373691"/>
                  </a:lnTo>
                  <a:lnTo>
                    <a:pt x="1118500" y="373691"/>
                  </a:lnTo>
                  <a:lnTo>
                    <a:pt x="1116036" y="373691"/>
                  </a:lnTo>
                  <a:lnTo>
                    <a:pt x="1113573" y="373691"/>
                  </a:lnTo>
                  <a:lnTo>
                    <a:pt x="1111109" y="373691"/>
                  </a:lnTo>
                  <a:lnTo>
                    <a:pt x="1108645" y="373691"/>
                  </a:lnTo>
                  <a:lnTo>
                    <a:pt x="1106182" y="373691"/>
                  </a:lnTo>
                  <a:lnTo>
                    <a:pt x="1103718" y="373691"/>
                  </a:lnTo>
                  <a:lnTo>
                    <a:pt x="1101254" y="373691"/>
                  </a:lnTo>
                  <a:lnTo>
                    <a:pt x="1098791" y="373691"/>
                  </a:lnTo>
                  <a:lnTo>
                    <a:pt x="1096327" y="373691"/>
                  </a:lnTo>
                  <a:lnTo>
                    <a:pt x="1093863" y="373691"/>
                  </a:lnTo>
                  <a:lnTo>
                    <a:pt x="1091400" y="373691"/>
                  </a:lnTo>
                  <a:lnTo>
                    <a:pt x="1088936" y="373691"/>
                  </a:lnTo>
                  <a:lnTo>
                    <a:pt x="1086472" y="373691"/>
                  </a:lnTo>
                  <a:lnTo>
                    <a:pt x="1084009" y="373691"/>
                  </a:lnTo>
                  <a:lnTo>
                    <a:pt x="1081545" y="373691"/>
                  </a:lnTo>
                  <a:lnTo>
                    <a:pt x="1079082" y="373691"/>
                  </a:lnTo>
                  <a:lnTo>
                    <a:pt x="1076618" y="373691"/>
                  </a:lnTo>
                  <a:lnTo>
                    <a:pt x="1074154" y="373691"/>
                  </a:lnTo>
                  <a:lnTo>
                    <a:pt x="1071691" y="373691"/>
                  </a:lnTo>
                  <a:lnTo>
                    <a:pt x="1069227" y="373691"/>
                  </a:lnTo>
                  <a:lnTo>
                    <a:pt x="1066763" y="373691"/>
                  </a:lnTo>
                  <a:lnTo>
                    <a:pt x="1064300" y="373691"/>
                  </a:lnTo>
                  <a:lnTo>
                    <a:pt x="1061836" y="373691"/>
                  </a:lnTo>
                  <a:lnTo>
                    <a:pt x="1059372" y="373691"/>
                  </a:lnTo>
                  <a:lnTo>
                    <a:pt x="1056909" y="373691"/>
                  </a:lnTo>
                  <a:lnTo>
                    <a:pt x="1054445" y="373691"/>
                  </a:lnTo>
                  <a:lnTo>
                    <a:pt x="1051981" y="373691"/>
                  </a:lnTo>
                  <a:lnTo>
                    <a:pt x="1049518" y="373691"/>
                  </a:lnTo>
                  <a:lnTo>
                    <a:pt x="1047054" y="373691"/>
                  </a:lnTo>
                  <a:lnTo>
                    <a:pt x="1044590" y="373691"/>
                  </a:lnTo>
                  <a:lnTo>
                    <a:pt x="1042127" y="373691"/>
                  </a:lnTo>
                  <a:lnTo>
                    <a:pt x="1039663" y="373691"/>
                  </a:lnTo>
                  <a:lnTo>
                    <a:pt x="1037199" y="373691"/>
                  </a:lnTo>
                  <a:lnTo>
                    <a:pt x="1034736" y="373691"/>
                  </a:lnTo>
                  <a:lnTo>
                    <a:pt x="1032272" y="373691"/>
                  </a:lnTo>
                  <a:lnTo>
                    <a:pt x="1029808" y="373691"/>
                  </a:lnTo>
                  <a:lnTo>
                    <a:pt x="1027345" y="373691"/>
                  </a:lnTo>
                  <a:lnTo>
                    <a:pt x="1024881" y="373691"/>
                  </a:lnTo>
                  <a:lnTo>
                    <a:pt x="1022417" y="373691"/>
                  </a:lnTo>
                  <a:lnTo>
                    <a:pt x="1019954" y="373691"/>
                  </a:lnTo>
                  <a:lnTo>
                    <a:pt x="1017490" y="373691"/>
                  </a:lnTo>
                  <a:lnTo>
                    <a:pt x="1015026" y="373691"/>
                  </a:lnTo>
                  <a:lnTo>
                    <a:pt x="1012563" y="373691"/>
                  </a:lnTo>
                  <a:lnTo>
                    <a:pt x="1010099" y="373691"/>
                  </a:lnTo>
                  <a:lnTo>
                    <a:pt x="1007635" y="373691"/>
                  </a:lnTo>
                  <a:lnTo>
                    <a:pt x="1005172" y="373691"/>
                  </a:lnTo>
                  <a:lnTo>
                    <a:pt x="1002708" y="373691"/>
                  </a:lnTo>
                  <a:lnTo>
                    <a:pt x="1000244" y="373691"/>
                  </a:lnTo>
                  <a:lnTo>
                    <a:pt x="997781" y="373691"/>
                  </a:lnTo>
                  <a:lnTo>
                    <a:pt x="995317" y="373691"/>
                  </a:lnTo>
                  <a:lnTo>
                    <a:pt x="992853" y="373691"/>
                  </a:lnTo>
                  <a:lnTo>
                    <a:pt x="990390" y="373691"/>
                  </a:lnTo>
                  <a:lnTo>
                    <a:pt x="987926" y="373691"/>
                  </a:lnTo>
                  <a:lnTo>
                    <a:pt x="985463" y="373691"/>
                  </a:lnTo>
                  <a:lnTo>
                    <a:pt x="982999" y="373691"/>
                  </a:lnTo>
                  <a:lnTo>
                    <a:pt x="980535" y="373691"/>
                  </a:lnTo>
                  <a:lnTo>
                    <a:pt x="978072" y="373691"/>
                  </a:lnTo>
                  <a:lnTo>
                    <a:pt x="975608" y="373691"/>
                  </a:lnTo>
                  <a:lnTo>
                    <a:pt x="973144" y="373691"/>
                  </a:lnTo>
                  <a:lnTo>
                    <a:pt x="970681" y="373691"/>
                  </a:lnTo>
                  <a:lnTo>
                    <a:pt x="968217" y="373691"/>
                  </a:lnTo>
                  <a:lnTo>
                    <a:pt x="965753" y="373691"/>
                  </a:lnTo>
                  <a:lnTo>
                    <a:pt x="963290" y="373691"/>
                  </a:lnTo>
                  <a:lnTo>
                    <a:pt x="960826" y="373691"/>
                  </a:lnTo>
                  <a:lnTo>
                    <a:pt x="958362" y="373691"/>
                  </a:lnTo>
                  <a:lnTo>
                    <a:pt x="955899" y="373691"/>
                  </a:lnTo>
                  <a:lnTo>
                    <a:pt x="953435" y="373691"/>
                  </a:lnTo>
                  <a:lnTo>
                    <a:pt x="950971" y="373691"/>
                  </a:lnTo>
                  <a:lnTo>
                    <a:pt x="948508" y="373691"/>
                  </a:lnTo>
                  <a:lnTo>
                    <a:pt x="946044" y="373691"/>
                  </a:lnTo>
                  <a:lnTo>
                    <a:pt x="943580" y="373691"/>
                  </a:lnTo>
                  <a:lnTo>
                    <a:pt x="941117" y="373691"/>
                  </a:lnTo>
                  <a:lnTo>
                    <a:pt x="938653" y="373691"/>
                  </a:lnTo>
                  <a:lnTo>
                    <a:pt x="936189" y="373691"/>
                  </a:lnTo>
                  <a:lnTo>
                    <a:pt x="933726" y="373691"/>
                  </a:lnTo>
                  <a:lnTo>
                    <a:pt x="931262" y="373691"/>
                  </a:lnTo>
                  <a:lnTo>
                    <a:pt x="928798" y="373691"/>
                  </a:lnTo>
                  <a:lnTo>
                    <a:pt x="926335" y="373691"/>
                  </a:lnTo>
                  <a:lnTo>
                    <a:pt x="923871" y="373691"/>
                  </a:lnTo>
                  <a:lnTo>
                    <a:pt x="921407" y="373691"/>
                  </a:lnTo>
                  <a:lnTo>
                    <a:pt x="918944" y="373691"/>
                  </a:lnTo>
                  <a:lnTo>
                    <a:pt x="916480" y="373691"/>
                  </a:lnTo>
                  <a:lnTo>
                    <a:pt x="914016" y="373691"/>
                  </a:lnTo>
                  <a:lnTo>
                    <a:pt x="911553" y="373691"/>
                  </a:lnTo>
                  <a:lnTo>
                    <a:pt x="909089" y="373691"/>
                  </a:lnTo>
                  <a:lnTo>
                    <a:pt x="906625" y="373691"/>
                  </a:lnTo>
                  <a:lnTo>
                    <a:pt x="904162" y="373691"/>
                  </a:lnTo>
                  <a:lnTo>
                    <a:pt x="901698" y="373691"/>
                  </a:lnTo>
                  <a:lnTo>
                    <a:pt x="899235" y="373691"/>
                  </a:lnTo>
                  <a:lnTo>
                    <a:pt x="896771" y="373691"/>
                  </a:lnTo>
                  <a:lnTo>
                    <a:pt x="894307" y="373691"/>
                  </a:lnTo>
                  <a:lnTo>
                    <a:pt x="891844" y="373691"/>
                  </a:lnTo>
                  <a:lnTo>
                    <a:pt x="889380" y="373691"/>
                  </a:lnTo>
                  <a:lnTo>
                    <a:pt x="886916" y="373691"/>
                  </a:lnTo>
                  <a:lnTo>
                    <a:pt x="884453" y="373691"/>
                  </a:lnTo>
                  <a:lnTo>
                    <a:pt x="881989" y="373691"/>
                  </a:lnTo>
                  <a:lnTo>
                    <a:pt x="879525" y="373691"/>
                  </a:lnTo>
                  <a:lnTo>
                    <a:pt x="877062" y="373691"/>
                  </a:lnTo>
                  <a:lnTo>
                    <a:pt x="874598" y="373691"/>
                  </a:lnTo>
                  <a:lnTo>
                    <a:pt x="872134" y="373691"/>
                  </a:lnTo>
                  <a:lnTo>
                    <a:pt x="869671" y="373691"/>
                  </a:lnTo>
                  <a:lnTo>
                    <a:pt x="867207" y="373691"/>
                  </a:lnTo>
                  <a:lnTo>
                    <a:pt x="864743" y="373691"/>
                  </a:lnTo>
                  <a:lnTo>
                    <a:pt x="862280" y="373691"/>
                  </a:lnTo>
                  <a:lnTo>
                    <a:pt x="859816" y="373691"/>
                  </a:lnTo>
                  <a:lnTo>
                    <a:pt x="857352" y="373691"/>
                  </a:lnTo>
                  <a:lnTo>
                    <a:pt x="854889" y="373691"/>
                  </a:lnTo>
                  <a:lnTo>
                    <a:pt x="852425" y="373691"/>
                  </a:lnTo>
                  <a:lnTo>
                    <a:pt x="849961" y="373691"/>
                  </a:lnTo>
                  <a:lnTo>
                    <a:pt x="847498" y="373691"/>
                  </a:lnTo>
                  <a:lnTo>
                    <a:pt x="845034" y="373691"/>
                  </a:lnTo>
                  <a:lnTo>
                    <a:pt x="842570" y="373691"/>
                  </a:lnTo>
                  <a:lnTo>
                    <a:pt x="840107" y="373691"/>
                  </a:lnTo>
                  <a:lnTo>
                    <a:pt x="837643" y="373691"/>
                  </a:lnTo>
                  <a:lnTo>
                    <a:pt x="835179" y="373691"/>
                  </a:lnTo>
                  <a:lnTo>
                    <a:pt x="832716" y="373691"/>
                  </a:lnTo>
                  <a:lnTo>
                    <a:pt x="830252" y="373691"/>
                  </a:lnTo>
                  <a:lnTo>
                    <a:pt x="827788" y="373691"/>
                  </a:lnTo>
                  <a:lnTo>
                    <a:pt x="825325" y="373691"/>
                  </a:lnTo>
                  <a:lnTo>
                    <a:pt x="822861" y="373691"/>
                  </a:lnTo>
                  <a:lnTo>
                    <a:pt x="820397" y="373691"/>
                  </a:lnTo>
                  <a:lnTo>
                    <a:pt x="817934" y="373691"/>
                  </a:lnTo>
                  <a:lnTo>
                    <a:pt x="815470" y="373691"/>
                  </a:lnTo>
                  <a:lnTo>
                    <a:pt x="813006" y="373691"/>
                  </a:lnTo>
                  <a:lnTo>
                    <a:pt x="810543" y="373691"/>
                  </a:lnTo>
                  <a:lnTo>
                    <a:pt x="808079" y="373691"/>
                  </a:lnTo>
                  <a:lnTo>
                    <a:pt x="805616" y="373691"/>
                  </a:lnTo>
                  <a:lnTo>
                    <a:pt x="803152" y="373691"/>
                  </a:lnTo>
                  <a:lnTo>
                    <a:pt x="800688" y="373691"/>
                  </a:lnTo>
                  <a:lnTo>
                    <a:pt x="798225" y="373691"/>
                  </a:lnTo>
                  <a:lnTo>
                    <a:pt x="795761" y="373691"/>
                  </a:lnTo>
                  <a:lnTo>
                    <a:pt x="793297" y="373691"/>
                  </a:lnTo>
                  <a:lnTo>
                    <a:pt x="790834" y="373691"/>
                  </a:lnTo>
                  <a:lnTo>
                    <a:pt x="788370" y="373691"/>
                  </a:lnTo>
                  <a:lnTo>
                    <a:pt x="785906" y="373691"/>
                  </a:lnTo>
                  <a:lnTo>
                    <a:pt x="783443" y="373691"/>
                  </a:lnTo>
                  <a:lnTo>
                    <a:pt x="780979" y="373691"/>
                  </a:lnTo>
                  <a:lnTo>
                    <a:pt x="778515" y="373691"/>
                  </a:lnTo>
                  <a:lnTo>
                    <a:pt x="776052" y="373691"/>
                  </a:lnTo>
                  <a:lnTo>
                    <a:pt x="773588" y="373691"/>
                  </a:lnTo>
                  <a:lnTo>
                    <a:pt x="771124" y="373691"/>
                  </a:lnTo>
                  <a:lnTo>
                    <a:pt x="768661" y="373691"/>
                  </a:lnTo>
                  <a:lnTo>
                    <a:pt x="766197" y="373691"/>
                  </a:lnTo>
                  <a:lnTo>
                    <a:pt x="763733" y="373691"/>
                  </a:lnTo>
                  <a:lnTo>
                    <a:pt x="761270" y="373691"/>
                  </a:lnTo>
                  <a:lnTo>
                    <a:pt x="758806" y="373691"/>
                  </a:lnTo>
                  <a:lnTo>
                    <a:pt x="756342" y="373691"/>
                  </a:lnTo>
                  <a:lnTo>
                    <a:pt x="753879" y="373691"/>
                  </a:lnTo>
                  <a:lnTo>
                    <a:pt x="751415" y="373691"/>
                  </a:lnTo>
                  <a:lnTo>
                    <a:pt x="748951" y="373691"/>
                  </a:lnTo>
                  <a:lnTo>
                    <a:pt x="746488" y="373691"/>
                  </a:lnTo>
                  <a:lnTo>
                    <a:pt x="744024" y="373691"/>
                  </a:lnTo>
                  <a:lnTo>
                    <a:pt x="741560" y="373691"/>
                  </a:lnTo>
                  <a:lnTo>
                    <a:pt x="739097" y="373691"/>
                  </a:lnTo>
                  <a:lnTo>
                    <a:pt x="736633" y="373691"/>
                  </a:lnTo>
                  <a:lnTo>
                    <a:pt x="734169" y="373691"/>
                  </a:lnTo>
                  <a:lnTo>
                    <a:pt x="731706" y="373691"/>
                  </a:lnTo>
                  <a:lnTo>
                    <a:pt x="729242" y="373691"/>
                  </a:lnTo>
                  <a:lnTo>
                    <a:pt x="726778" y="373691"/>
                  </a:lnTo>
                  <a:lnTo>
                    <a:pt x="724315" y="373691"/>
                  </a:lnTo>
                  <a:lnTo>
                    <a:pt x="721851" y="373691"/>
                  </a:lnTo>
                  <a:lnTo>
                    <a:pt x="719388" y="373691"/>
                  </a:lnTo>
                  <a:lnTo>
                    <a:pt x="716924" y="373691"/>
                  </a:lnTo>
                  <a:lnTo>
                    <a:pt x="714460" y="373691"/>
                  </a:lnTo>
                  <a:lnTo>
                    <a:pt x="711997" y="373691"/>
                  </a:lnTo>
                  <a:lnTo>
                    <a:pt x="709533" y="373691"/>
                  </a:lnTo>
                  <a:lnTo>
                    <a:pt x="707069" y="373691"/>
                  </a:lnTo>
                  <a:lnTo>
                    <a:pt x="704606" y="373691"/>
                  </a:lnTo>
                  <a:lnTo>
                    <a:pt x="702142" y="373691"/>
                  </a:lnTo>
                  <a:lnTo>
                    <a:pt x="699678" y="373691"/>
                  </a:lnTo>
                  <a:lnTo>
                    <a:pt x="697215" y="373691"/>
                  </a:lnTo>
                  <a:lnTo>
                    <a:pt x="694751" y="373691"/>
                  </a:lnTo>
                  <a:lnTo>
                    <a:pt x="692287" y="373691"/>
                  </a:lnTo>
                  <a:lnTo>
                    <a:pt x="689824" y="373691"/>
                  </a:lnTo>
                  <a:lnTo>
                    <a:pt x="687360" y="373691"/>
                  </a:lnTo>
                  <a:lnTo>
                    <a:pt x="684896" y="373691"/>
                  </a:lnTo>
                  <a:lnTo>
                    <a:pt x="682433" y="373691"/>
                  </a:lnTo>
                  <a:lnTo>
                    <a:pt x="679969" y="373691"/>
                  </a:lnTo>
                  <a:lnTo>
                    <a:pt x="677505" y="373691"/>
                  </a:lnTo>
                  <a:lnTo>
                    <a:pt x="675042" y="373691"/>
                  </a:lnTo>
                  <a:lnTo>
                    <a:pt x="672578" y="373691"/>
                  </a:lnTo>
                  <a:lnTo>
                    <a:pt x="670114" y="373691"/>
                  </a:lnTo>
                  <a:lnTo>
                    <a:pt x="667651" y="373691"/>
                  </a:lnTo>
                  <a:lnTo>
                    <a:pt x="665187" y="373691"/>
                  </a:lnTo>
                  <a:lnTo>
                    <a:pt x="662723" y="373691"/>
                  </a:lnTo>
                  <a:lnTo>
                    <a:pt x="660260" y="373691"/>
                  </a:lnTo>
                  <a:lnTo>
                    <a:pt x="657796" y="373691"/>
                  </a:lnTo>
                  <a:lnTo>
                    <a:pt x="655332" y="373691"/>
                  </a:lnTo>
                  <a:lnTo>
                    <a:pt x="652869" y="373691"/>
                  </a:lnTo>
                  <a:lnTo>
                    <a:pt x="650405" y="373691"/>
                  </a:lnTo>
                  <a:lnTo>
                    <a:pt x="647941" y="373691"/>
                  </a:lnTo>
                  <a:lnTo>
                    <a:pt x="645478" y="373691"/>
                  </a:lnTo>
                  <a:lnTo>
                    <a:pt x="643014" y="373691"/>
                  </a:lnTo>
                  <a:lnTo>
                    <a:pt x="640550" y="373691"/>
                  </a:lnTo>
                  <a:lnTo>
                    <a:pt x="638087" y="373691"/>
                  </a:lnTo>
                  <a:lnTo>
                    <a:pt x="635623" y="373691"/>
                  </a:lnTo>
                  <a:lnTo>
                    <a:pt x="633159" y="373691"/>
                  </a:lnTo>
                  <a:lnTo>
                    <a:pt x="630696" y="373691"/>
                  </a:lnTo>
                  <a:lnTo>
                    <a:pt x="628232" y="373691"/>
                  </a:lnTo>
                  <a:lnTo>
                    <a:pt x="625769" y="373691"/>
                  </a:lnTo>
                  <a:lnTo>
                    <a:pt x="623305" y="373691"/>
                  </a:lnTo>
                  <a:lnTo>
                    <a:pt x="620841" y="373691"/>
                  </a:lnTo>
                  <a:lnTo>
                    <a:pt x="618378" y="373691"/>
                  </a:lnTo>
                  <a:lnTo>
                    <a:pt x="615914" y="373691"/>
                  </a:lnTo>
                  <a:lnTo>
                    <a:pt x="613450" y="373691"/>
                  </a:lnTo>
                  <a:lnTo>
                    <a:pt x="610987" y="373691"/>
                  </a:lnTo>
                  <a:lnTo>
                    <a:pt x="608523" y="373691"/>
                  </a:lnTo>
                  <a:lnTo>
                    <a:pt x="606059" y="373691"/>
                  </a:lnTo>
                  <a:lnTo>
                    <a:pt x="603596" y="373691"/>
                  </a:lnTo>
                  <a:lnTo>
                    <a:pt x="601132" y="373691"/>
                  </a:lnTo>
                  <a:lnTo>
                    <a:pt x="598668" y="373691"/>
                  </a:lnTo>
                  <a:lnTo>
                    <a:pt x="596205" y="373691"/>
                  </a:lnTo>
                  <a:lnTo>
                    <a:pt x="593741" y="373691"/>
                  </a:lnTo>
                  <a:lnTo>
                    <a:pt x="591277" y="373691"/>
                  </a:lnTo>
                  <a:lnTo>
                    <a:pt x="588814" y="373691"/>
                  </a:lnTo>
                  <a:lnTo>
                    <a:pt x="586350" y="373691"/>
                  </a:lnTo>
                  <a:lnTo>
                    <a:pt x="583886" y="373691"/>
                  </a:lnTo>
                  <a:lnTo>
                    <a:pt x="581423" y="373691"/>
                  </a:lnTo>
                  <a:lnTo>
                    <a:pt x="578959" y="373691"/>
                  </a:lnTo>
                  <a:lnTo>
                    <a:pt x="576495" y="373691"/>
                  </a:lnTo>
                  <a:lnTo>
                    <a:pt x="574032" y="373691"/>
                  </a:lnTo>
                  <a:lnTo>
                    <a:pt x="571568" y="373691"/>
                  </a:lnTo>
                  <a:lnTo>
                    <a:pt x="569104" y="373691"/>
                  </a:lnTo>
                  <a:lnTo>
                    <a:pt x="566641" y="373691"/>
                  </a:lnTo>
                  <a:lnTo>
                    <a:pt x="564177" y="373691"/>
                  </a:lnTo>
                  <a:lnTo>
                    <a:pt x="561713" y="373691"/>
                  </a:lnTo>
                  <a:lnTo>
                    <a:pt x="559250" y="373691"/>
                  </a:lnTo>
                  <a:lnTo>
                    <a:pt x="556786" y="373691"/>
                  </a:lnTo>
                  <a:lnTo>
                    <a:pt x="554322" y="373691"/>
                  </a:lnTo>
                  <a:lnTo>
                    <a:pt x="551859" y="373691"/>
                  </a:lnTo>
                  <a:lnTo>
                    <a:pt x="549395" y="373691"/>
                  </a:lnTo>
                  <a:lnTo>
                    <a:pt x="546931" y="373691"/>
                  </a:lnTo>
                  <a:lnTo>
                    <a:pt x="544468" y="373691"/>
                  </a:lnTo>
                  <a:lnTo>
                    <a:pt x="542004" y="373691"/>
                  </a:lnTo>
                  <a:lnTo>
                    <a:pt x="539541" y="373691"/>
                  </a:lnTo>
                  <a:lnTo>
                    <a:pt x="537077" y="373691"/>
                  </a:lnTo>
                  <a:lnTo>
                    <a:pt x="534613" y="373691"/>
                  </a:lnTo>
                  <a:lnTo>
                    <a:pt x="532150" y="373691"/>
                  </a:lnTo>
                  <a:lnTo>
                    <a:pt x="529686" y="373691"/>
                  </a:lnTo>
                  <a:lnTo>
                    <a:pt x="527222" y="373691"/>
                  </a:lnTo>
                  <a:lnTo>
                    <a:pt x="524759" y="373691"/>
                  </a:lnTo>
                  <a:lnTo>
                    <a:pt x="522295" y="373691"/>
                  </a:lnTo>
                  <a:lnTo>
                    <a:pt x="519831" y="373691"/>
                  </a:lnTo>
                  <a:lnTo>
                    <a:pt x="517368" y="373691"/>
                  </a:lnTo>
                  <a:lnTo>
                    <a:pt x="514904" y="373691"/>
                  </a:lnTo>
                  <a:lnTo>
                    <a:pt x="512440" y="373691"/>
                  </a:lnTo>
                  <a:lnTo>
                    <a:pt x="509977" y="373691"/>
                  </a:lnTo>
                  <a:lnTo>
                    <a:pt x="507513" y="373691"/>
                  </a:lnTo>
                  <a:lnTo>
                    <a:pt x="505049" y="373691"/>
                  </a:lnTo>
                  <a:lnTo>
                    <a:pt x="502586" y="373691"/>
                  </a:lnTo>
                  <a:lnTo>
                    <a:pt x="500122" y="373691"/>
                  </a:lnTo>
                  <a:lnTo>
                    <a:pt x="497658" y="373691"/>
                  </a:lnTo>
                  <a:lnTo>
                    <a:pt x="495195" y="373691"/>
                  </a:lnTo>
                  <a:lnTo>
                    <a:pt x="492731" y="373691"/>
                  </a:lnTo>
                  <a:lnTo>
                    <a:pt x="490267" y="373691"/>
                  </a:lnTo>
                  <a:lnTo>
                    <a:pt x="487804" y="373691"/>
                  </a:lnTo>
                  <a:lnTo>
                    <a:pt x="485340" y="373691"/>
                  </a:lnTo>
                  <a:lnTo>
                    <a:pt x="482876" y="373691"/>
                  </a:lnTo>
                  <a:lnTo>
                    <a:pt x="480413" y="373691"/>
                  </a:lnTo>
                  <a:lnTo>
                    <a:pt x="477949" y="373691"/>
                  </a:lnTo>
                  <a:lnTo>
                    <a:pt x="475485" y="373691"/>
                  </a:lnTo>
                  <a:lnTo>
                    <a:pt x="473022" y="373691"/>
                  </a:lnTo>
                  <a:lnTo>
                    <a:pt x="470558" y="373691"/>
                  </a:lnTo>
                  <a:lnTo>
                    <a:pt x="468094" y="373691"/>
                  </a:lnTo>
                  <a:lnTo>
                    <a:pt x="465631" y="373691"/>
                  </a:lnTo>
                  <a:lnTo>
                    <a:pt x="463167" y="373691"/>
                  </a:lnTo>
                  <a:lnTo>
                    <a:pt x="460703" y="373691"/>
                  </a:lnTo>
                  <a:lnTo>
                    <a:pt x="458240" y="373691"/>
                  </a:lnTo>
                  <a:lnTo>
                    <a:pt x="455776" y="373691"/>
                  </a:lnTo>
                  <a:lnTo>
                    <a:pt x="453312" y="373691"/>
                  </a:lnTo>
                  <a:lnTo>
                    <a:pt x="450849" y="373691"/>
                  </a:lnTo>
                  <a:lnTo>
                    <a:pt x="448385" y="373691"/>
                  </a:lnTo>
                  <a:lnTo>
                    <a:pt x="445922" y="373691"/>
                  </a:lnTo>
                  <a:lnTo>
                    <a:pt x="443458" y="373691"/>
                  </a:lnTo>
                  <a:lnTo>
                    <a:pt x="440994" y="373691"/>
                  </a:lnTo>
                  <a:lnTo>
                    <a:pt x="438531" y="373691"/>
                  </a:lnTo>
                  <a:lnTo>
                    <a:pt x="436067" y="373691"/>
                  </a:lnTo>
                  <a:lnTo>
                    <a:pt x="433603" y="373691"/>
                  </a:lnTo>
                  <a:lnTo>
                    <a:pt x="431140" y="373691"/>
                  </a:lnTo>
                  <a:lnTo>
                    <a:pt x="428676" y="373691"/>
                  </a:lnTo>
                  <a:lnTo>
                    <a:pt x="426212" y="373691"/>
                  </a:lnTo>
                  <a:lnTo>
                    <a:pt x="423749" y="373691"/>
                  </a:lnTo>
                  <a:lnTo>
                    <a:pt x="421285" y="373691"/>
                  </a:lnTo>
                  <a:lnTo>
                    <a:pt x="418821" y="373691"/>
                  </a:lnTo>
                  <a:lnTo>
                    <a:pt x="416358" y="373691"/>
                  </a:lnTo>
                  <a:lnTo>
                    <a:pt x="413894" y="373691"/>
                  </a:lnTo>
                  <a:lnTo>
                    <a:pt x="411430" y="373691"/>
                  </a:lnTo>
                  <a:lnTo>
                    <a:pt x="408967" y="373691"/>
                  </a:lnTo>
                  <a:lnTo>
                    <a:pt x="406503" y="373691"/>
                  </a:lnTo>
                  <a:lnTo>
                    <a:pt x="404039" y="373691"/>
                  </a:lnTo>
                  <a:lnTo>
                    <a:pt x="401576" y="373691"/>
                  </a:lnTo>
                  <a:lnTo>
                    <a:pt x="399112" y="373691"/>
                  </a:lnTo>
                  <a:lnTo>
                    <a:pt x="396648" y="373691"/>
                  </a:lnTo>
                  <a:lnTo>
                    <a:pt x="394185" y="373691"/>
                  </a:lnTo>
                  <a:lnTo>
                    <a:pt x="391721" y="373691"/>
                  </a:lnTo>
                  <a:lnTo>
                    <a:pt x="389257" y="373691"/>
                  </a:lnTo>
                  <a:lnTo>
                    <a:pt x="386794" y="373691"/>
                  </a:lnTo>
                  <a:lnTo>
                    <a:pt x="384330" y="373691"/>
                  </a:lnTo>
                  <a:lnTo>
                    <a:pt x="381866" y="373691"/>
                  </a:lnTo>
                  <a:lnTo>
                    <a:pt x="379403" y="373691"/>
                  </a:lnTo>
                  <a:lnTo>
                    <a:pt x="376939" y="373691"/>
                  </a:lnTo>
                  <a:lnTo>
                    <a:pt x="374475" y="373691"/>
                  </a:lnTo>
                  <a:lnTo>
                    <a:pt x="372012" y="373691"/>
                  </a:lnTo>
                  <a:lnTo>
                    <a:pt x="369548" y="373691"/>
                  </a:lnTo>
                  <a:lnTo>
                    <a:pt x="367084" y="373691"/>
                  </a:lnTo>
                  <a:lnTo>
                    <a:pt x="364621" y="373691"/>
                  </a:lnTo>
                  <a:lnTo>
                    <a:pt x="362157" y="373691"/>
                  </a:lnTo>
                  <a:lnTo>
                    <a:pt x="359694" y="373691"/>
                  </a:lnTo>
                  <a:lnTo>
                    <a:pt x="357230" y="373691"/>
                  </a:lnTo>
                  <a:lnTo>
                    <a:pt x="354766" y="373691"/>
                  </a:lnTo>
                  <a:lnTo>
                    <a:pt x="352303" y="373691"/>
                  </a:lnTo>
                  <a:lnTo>
                    <a:pt x="349839" y="373691"/>
                  </a:lnTo>
                  <a:lnTo>
                    <a:pt x="347375" y="373691"/>
                  </a:lnTo>
                  <a:lnTo>
                    <a:pt x="344912" y="373691"/>
                  </a:lnTo>
                  <a:lnTo>
                    <a:pt x="342448" y="373691"/>
                  </a:lnTo>
                  <a:lnTo>
                    <a:pt x="339984" y="373691"/>
                  </a:lnTo>
                  <a:lnTo>
                    <a:pt x="337521" y="373691"/>
                  </a:lnTo>
                  <a:lnTo>
                    <a:pt x="335057" y="373691"/>
                  </a:lnTo>
                  <a:lnTo>
                    <a:pt x="332593" y="373691"/>
                  </a:lnTo>
                  <a:lnTo>
                    <a:pt x="330130" y="373691"/>
                  </a:lnTo>
                  <a:lnTo>
                    <a:pt x="327666" y="373691"/>
                  </a:lnTo>
                  <a:lnTo>
                    <a:pt x="325202" y="373691"/>
                  </a:lnTo>
                  <a:lnTo>
                    <a:pt x="322739" y="373691"/>
                  </a:lnTo>
                  <a:lnTo>
                    <a:pt x="320275" y="373691"/>
                  </a:lnTo>
                  <a:lnTo>
                    <a:pt x="317811" y="373691"/>
                  </a:lnTo>
                  <a:lnTo>
                    <a:pt x="315348" y="373691"/>
                  </a:lnTo>
                  <a:lnTo>
                    <a:pt x="312884" y="373691"/>
                  </a:lnTo>
                  <a:lnTo>
                    <a:pt x="310420" y="373691"/>
                  </a:lnTo>
                  <a:lnTo>
                    <a:pt x="307957" y="373691"/>
                  </a:lnTo>
                  <a:lnTo>
                    <a:pt x="305493" y="373691"/>
                  </a:lnTo>
                  <a:lnTo>
                    <a:pt x="303029" y="373691"/>
                  </a:lnTo>
                  <a:lnTo>
                    <a:pt x="300566" y="373691"/>
                  </a:lnTo>
                  <a:lnTo>
                    <a:pt x="298102" y="373691"/>
                  </a:lnTo>
                  <a:lnTo>
                    <a:pt x="295638" y="373691"/>
                  </a:lnTo>
                  <a:lnTo>
                    <a:pt x="293175" y="373691"/>
                  </a:lnTo>
                  <a:lnTo>
                    <a:pt x="290711" y="373691"/>
                  </a:lnTo>
                  <a:lnTo>
                    <a:pt x="288247" y="373691"/>
                  </a:lnTo>
                  <a:lnTo>
                    <a:pt x="285784" y="373691"/>
                  </a:lnTo>
                  <a:lnTo>
                    <a:pt x="283320" y="373691"/>
                  </a:lnTo>
                  <a:lnTo>
                    <a:pt x="280856" y="373691"/>
                  </a:lnTo>
                  <a:lnTo>
                    <a:pt x="278393" y="373691"/>
                  </a:lnTo>
                  <a:lnTo>
                    <a:pt x="275929" y="373691"/>
                  </a:lnTo>
                  <a:lnTo>
                    <a:pt x="273465" y="373691"/>
                  </a:lnTo>
                  <a:lnTo>
                    <a:pt x="271002" y="373691"/>
                  </a:lnTo>
                  <a:lnTo>
                    <a:pt x="268538" y="373691"/>
                  </a:lnTo>
                  <a:lnTo>
                    <a:pt x="266075" y="373691"/>
                  </a:lnTo>
                  <a:lnTo>
                    <a:pt x="263611" y="373691"/>
                  </a:lnTo>
                  <a:lnTo>
                    <a:pt x="261147" y="373691"/>
                  </a:lnTo>
                  <a:lnTo>
                    <a:pt x="258684" y="373691"/>
                  </a:lnTo>
                  <a:lnTo>
                    <a:pt x="256220" y="373691"/>
                  </a:lnTo>
                  <a:lnTo>
                    <a:pt x="253756" y="373691"/>
                  </a:lnTo>
                  <a:lnTo>
                    <a:pt x="251293" y="373691"/>
                  </a:lnTo>
                  <a:lnTo>
                    <a:pt x="248829" y="373691"/>
                  </a:lnTo>
                  <a:lnTo>
                    <a:pt x="246365" y="373691"/>
                  </a:lnTo>
                  <a:lnTo>
                    <a:pt x="243902" y="373691"/>
                  </a:lnTo>
                  <a:lnTo>
                    <a:pt x="241438" y="373691"/>
                  </a:lnTo>
                  <a:lnTo>
                    <a:pt x="238974" y="373691"/>
                  </a:lnTo>
                  <a:lnTo>
                    <a:pt x="236511" y="373691"/>
                  </a:lnTo>
                  <a:lnTo>
                    <a:pt x="234047" y="373691"/>
                  </a:lnTo>
                  <a:lnTo>
                    <a:pt x="231583" y="373691"/>
                  </a:lnTo>
                  <a:lnTo>
                    <a:pt x="229120" y="373691"/>
                  </a:lnTo>
                  <a:lnTo>
                    <a:pt x="226656" y="373691"/>
                  </a:lnTo>
                  <a:lnTo>
                    <a:pt x="224192" y="373691"/>
                  </a:lnTo>
                  <a:lnTo>
                    <a:pt x="221729" y="373691"/>
                  </a:lnTo>
                  <a:lnTo>
                    <a:pt x="219265" y="373691"/>
                  </a:lnTo>
                  <a:lnTo>
                    <a:pt x="216801" y="373691"/>
                  </a:lnTo>
                  <a:lnTo>
                    <a:pt x="214338" y="373691"/>
                  </a:lnTo>
                  <a:lnTo>
                    <a:pt x="211874" y="373691"/>
                  </a:lnTo>
                  <a:lnTo>
                    <a:pt x="209410" y="373691"/>
                  </a:lnTo>
                  <a:lnTo>
                    <a:pt x="206947" y="373691"/>
                  </a:lnTo>
                  <a:lnTo>
                    <a:pt x="204483" y="373691"/>
                  </a:lnTo>
                  <a:lnTo>
                    <a:pt x="202019" y="373691"/>
                  </a:lnTo>
                  <a:lnTo>
                    <a:pt x="199556" y="373691"/>
                  </a:lnTo>
                  <a:lnTo>
                    <a:pt x="197092" y="373691"/>
                  </a:lnTo>
                  <a:lnTo>
                    <a:pt x="194628" y="373691"/>
                  </a:lnTo>
                  <a:lnTo>
                    <a:pt x="192165" y="373691"/>
                  </a:lnTo>
                  <a:lnTo>
                    <a:pt x="189701" y="373691"/>
                  </a:lnTo>
                  <a:lnTo>
                    <a:pt x="187237" y="373691"/>
                  </a:lnTo>
                  <a:lnTo>
                    <a:pt x="184774" y="373691"/>
                  </a:lnTo>
                  <a:lnTo>
                    <a:pt x="182310" y="373691"/>
                  </a:lnTo>
                  <a:lnTo>
                    <a:pt x="179847" y="373691"/>
                  </a:lnTo>
                  <a:lnTo>
                    <a:pt x="177383" y="373691"/>
                  </a:lnTo>
                  <a:lnTo>
                    <a:pt x="174919" y="373691"/>
                  </a:lnTo>
                  <a:lnTo>
                    <a:pt x="172456" y="373691"/>
                  </a:lnTo>
                  <a:lnTo>
                    <a:pt x="169992" y="373691"/>
                  </a:lnTo>
                  <a:lnTo>
                    <a:pt x="167528" y="373691"/>
                  </a:lnTo>
                  <a:lnTo>
                    <a:pt x="165065" y="373691"/>
                  </a:lnTo>
                  <a:lnTo>
                    <a:pt x="162601" y="373691"/>
                  </a:lnTo>
                  <a:lnTo>
                    <a:pt x="160137" y="373691"/>
                  </a:lnTo>
                  <a:lnTo>
                    <a:pt x="157674" y="373691"/>
                  </a:lnTo>
                  <a:lnTo>
                    <a:pt x="155210" y="373691"/>
                  </a:lnTo>
                  <a:lnTo>
                    <a:pt x="152746" y="373691"/>
                  </a:lnTo>
                  <a:lnTo>
                    <a:pt x="150283" y="373691"/>
                  </a:lnTo>
                  <a:lnTo>
                    <a:pt x="147819" y="373691"/>
                  </a:lnTo>
                  <a:lnTo>
                    <a:pt x="145355" y="373691"/>
                  </a:lnTo>
                  <a:lnTo>
                    <a:pt x="142892" y="373691"/>
                  </a:lnTo>
                  <a:lnTo>
                    <a:pt x="140428" y="373691"/>
                  </a:lnTo>
                  <a:lnTo>
                    <a:pt x="137964" y="373691"/>
                  </a:lnTo>
                  <a:lnTo>
                    <a:pt x="135501" y="373691"/>
                  </a:lnTo>
                  <a:lnTo>
                    <a:pt x="133037" y="373691"/>
                  </a:lnTo>
                  <a:lnTo>
                    <a:pt x="130573" y="373691"/>
                  </a:lnTo>
                  <a:lnTo>
                    <a:pt x="128110" y="373691"/>
                  </a:lnTo>
                  <a:lnTo>
                    <a:pt x="125646" y="373691"/>
                  </a:lnTo>
                  <a:lnTo>
                    <a:pt x="123182" y="373691"/>
                  </a:lnTo>
                  <a:lnTo>
                    <a:pt x="120719" y="373691"/>
                  </a:lnTo>
                  <a:lnTo>
                    <a:pt x="118255" y="373691"/>
                  </a:lnTo>
                  <a:lnTo>
                    <a:pt x="115791" y="373691"/>
                  </a:lnTo>
                  <a:lnTo>
                    <a:pt x="113328" y="373691"/>
                  </a:lnTo>
                  <a:lnTo>
                    <a:pt x="110864" y="373691"/>
                  </a:lnTo>
                  <a:lnTo>
                    <a:pt x="108400" y="373691"/>
                  </a:lnTo>
                  <a:lnTo>
                    <a:pt x="105937" y="373691"/>
                  </a:lnTo>
                  <a:lnTo>
                    <a:pt x="103473" y="373691"/>
                  </a:lnTo>
                  <a:lnTo>
                    <a:pt x="101009" y="373691"/>
                  </a:lnTo>
                  <a:lnTo>
                    <a:pt x="98546" y="373691"/>
                  </a:lnTo>
                  <a:lnTo>
                    <a:pt x="96082" y="373691"/>
                  </a:lnTo>
                  <a:lnTo>
                    <a:pt x="93618" y="373691"/>
                  </a:lnTo>
                  <a:lnTo>
                    <a:pt x="91155" y="373691"/>
                  </a:lnTo>
                  <a:lnTo>
                    <a:pt x="88691" y="373691"/>
                  </a:lnTo>
                  <a:lnTo>
                    <a:pt x="86228" y="373691"/>
                  </a:lnTo>
                  <a:lnTo>
                    <a:pt x="83764" y="373691"/>
                  </a:lnTo>
                  <a:lnTo>
                    <a:pt x="81300" y="373691"/>
                  </a:lnTo>
                  <a:lnTo>
                    <a:pt x="78837" y="373691"/>
                  </a:lnTo>
                  <a:lnTo>
                    <a:pt x="76373" y="373691"/>
                  </a:lnTo>
                  <a:lnTo>
                    <a:pt x="73909" y="373691"/>
                  </a:lnTo>
                  <a:lnTo>
                    <a:pt x="71446" y="373691"/>
                  </a:lnTo>
                  <a:lnTo>
                    <a:pt x="68982" y="373691"/>
                  </a:lnTo>
                  <a:lnTo>
                    <a:pt x="66518" y="373691"/>
                  </a:lnTo>
                  <a:lnTo>
                    <a:pt x="64055" y="373691"/>
                  </a:lnTo>
                  <a:lnTo>
                    <a:pt x="61591" y="373691"/>
                  </a:lnTo>
                  <a:lnTo>
                    <a:pt x="59127" y="373691"/>
                  </a:lnTo>
                  <a:lnTo>
                    <a:pt x="56664" y="373691"/>
                  </a:lnTo>
                  <a:lnTo>
                    <a:pt x="54200" y="373691"/>
                  </a:lnTo>
                  <a:lnTo>
                    <a:pt x="51736" y="373691"/>
                  </a:lnTo>
                  <a:lnTo>
                    <a:pt x="49273" y="373691"/>
                  </a:lnTo>
                  <a:lnTo>
                    <a:pt x="46809" y="373691"/>
                  </a:lnTo>
                  <a:lnTo>
                    <a:pt x="44345" y="373691"/>
                  </a:lnTo>
                  <a:lnTo>
                    <a:pt x="41882" y="373691"/>
                  </a:lnTo>
                  <a:lnTo>
                    <a:pt x="39418" y="373691"/>
                  </a:lnTo>
                  <a:lnTo>
                    <a:pt x="36954" y="373691"/>
                  </a:lnTo>
                  <a:lnTo>
                    <a:pt x="34491" y="373691"/>
                  </a:lnTo>
                  <a:lnTo>
                    <a:pt x="32027" y="373691"/>
                  </a:lnTo>
                  <a:lnTo>
                    <a:pt x="29563" y="373691"/>
                  </a:lnTo>
                  <a:lnTo>
                    <a:pt x="27100" y="373691"/>
                  </a:lnTo>
                  <a:lnTo>
                    <a:pt x="24636" y="373691"/>
                  </a:lnTo>
                  <a:lnTo>
                    <a:pt x="22172" y="373691"/>
                  </a:lnTo>
                  <a:lnTo>
                    <a:pt x="19709" y="373691"/>
                  </a:lnTo>
                  <a:lnTo>
                    <a:pt x="17245" y="373691"/>
                  </a:lnTo>
                  <a:lnTo>
                    <a:pt x="14781" y="373691"/>
                  </a:lnTo>
                  <a:lnTo>
                    <a:pt x="12318" y="373691"/>
                  </a:lnTo>
                  <a:lnTo>
                    <a:pt x="9854" y="373691"/>
                  </a:lnTo>
                  <a:lnTo>
                    <a:pt x="7390" y="373691"/>
                  </a:lnTo>
                  <a:lnTo>
                    <a:pt x="4927" y="373691"/>
                  </a:lnTo>
                  <a:lnTo>
                    <a:pt x="2463" y="3736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09616" y="1752096"/>
              <a:ext cx="1258929" cy="373691"/>
            </a:xfrm>
            <a:custGeom>
              <a:avLst/>
              <a:pathLst>
                <a:path w="1258929" h="373691">
                  <a:moveTo>
                    <a:pt x="0" y="373691"/>
                  </a:moveTo>
                  <a:lnTo>
                    <a:pt x="2463" y="373691"/>
                  </a:lnTo>
                  <a:lnTo>
                    <a:pt x="4927" y="373691"/>
                  </a:lnTo>
                  <a:lnTo>
                    <a:pt x="7390" y="373691"/>
                  </a:lnTo>
                  <a:lnTo>
                    <a:pt x="9854" y="373691"/>
                  </a:lnTo>
                  <a:lnTo>
                    <a:pt x="12318" y="373691"/>
                  </a:lnTo>
                  <a:lnTo>
                    <a:pt x="14781" y="373691"/>
                  </a:lnTo>
                  <a:lnTo>
                    <a:pt x="17245" y="373691"/>
                  </a:lnTo>
                  <a:lnTo>
                    <a:pt x="19709" y="373691"/>
                  </a:lnTo>
                  <a:lnTo>
                    <a:pt x="22172" y="373691"/>
                  </a:lnTo>
                  <a:lnTo>
                    <a:pt x="24636" y="373691"/>
                  </a:lnTo>
                  <a:lnTo>
                    <a:pt x="27100" y="373691"/>
                  </a:lnTo>
                  <a:lnTo>
                    <a:pt x="29563" y="373691"/>
                  </a:lnTo>
                  <a:lnTo>
                    <a:pt x="32027" y="373691"/>
                  </a:lnTo>
                  <a:lnTo>
                    <a:pt x="34491" y="373691"/>
                  </a:lnTo>
                  <a:lnTo>
                    <a:pt x="36954" y="373691"/>
                  </a:lnTo>
                  <a:lnTo>
                    <a:pt x="39418" y="373691"/>
                  </a:lnTo>
                  <a:lnTo>
                    <a:pt x="41882" y="373691"/>
                  </a:lnTo>
                  <a:lnTo>
                    <a:pt x="44345" y="373691"/>
                  </a:lnTo>
                  <a:lnTo>
                    <a:pt x="46809" y="373691"/>
                  </a:lnTo>
                  <a:lnTo>
                    <a:pt x="49273" y="373691"/>
                  </a:lnTo>
                  <a:lnTo>
                    <a:pt x="51736" y="373691"/>
                  </a:lnTo>
                  <a:lnTo>
                    <a:pt x="54200" y="373691"/>
                  </a:lnTo>
                  <a:lnTo>
                    <a:pt x="56664" y="373691"/>
                  </a:lnTo>
                  <a:lnTo>
                    <a:pt x="59127" y="373691"/>
                  </a:lnTo>
                  <a:lnTo>
                    <a:pt x="61591" y="373691"/>
                  </a:lnTo>
                  <a:lnTo>
                    <a:pt x="64055" y="373690"/>
                  </a:lnTo>
                  <a:lnTo>
                    <a:pt x="66518" y="373690"/>
                  </a:lnTo>
                  <a:lnTo>
                    <a:pt x="68982" y="373690"/>
                  </a:lnTo>
                  <a:lnTo>
                    <a:pt x="71446" y="373690"/>
                  </a:lnTo>
                  <a:lnTo>
                    <a:pt x="73909" y="373690"/>
                  </a:lnTo>
                  <a:lnTo>
                    <a:pt x="76373" y="373690"/>
                  </a:lnTo>
                  <a:lnTo>
                    <a:pt x="78837" y="373690"/>
                  </a:lnTo>
                  <a:lnTo>
                    <a:pt x="81300" y="373690"/>
                  </a:lnTo>
                  <a:lnTo>
                    <a:pt x="83764" y="373690"/>
                  </a:lnTo>
                  <a:lnTo>
                    <a:pt x="86228" y="373690"/>
                  </a:lnTo>
                  <a:lnTo>
                    <a:pt x="88691" y="373690"/>
                  </a:lnTo>
                  <a:lnTo>
                    <a:pt x="91155" y="373690"/>
                  </a:lnTo>
                  <a:lnTo>
                    <a:pt x="93618" y="373690"/>
                  </a:lnTo>
                  <a:lnTo>
                    <a:pt x="96082" y="373690"/>
                  </a:lnTo>
                  <a:lnTo>
                    <a:pt x="98546" y="373689"/>
                  </a:lnTo>
                  <a:lnTo>
                    <a:pt x="101009" y="373689"/>
                  </a:lnTo>
                  <a:lnTo>
                    <a:pt x="103473" y="373688"/>
                  </a:lnTo>
                  <a:lnTo>
                    <a:pt x="105937" y="373688"/>
                  </a:lnTo>
                  <a:lnTo>
                    <a:pt x="108400" y="373687"/>
                  </a:lnTo>
                  <a:lnTo>
                    <a:pt x="110864" y="373686"/>
                  </a:lnTo>
                  <a:lnTo>
                    <a:pt x="113328" y="373685"/>
                  </a:lnTo>
                  <a:lnTo>
                    <a:pt x="115791" y="373683"/>
                  </a:lnTo>
                  <a:lnTo>
                    <a:pt x="118255" y="373681"/>
                  </a:lnTo>
                  <a:lnTo>
                    <a:pt x="120719" y="373678"/>
                  </a:lnTo>
                  <a:lnTo>
                    <a:pt x="123182" y="373675"/>
                  </a:lnTo>
                  <a:lnTo>
                    <a:pt x="125646" y="373671"/>
                  </a:lnTo>
                  <a:lnTo>
                    <a:pt x="128110" y="373667"/>
                  </a:lnTo>
                  <a:lnTo>
                    <a:pt x="130573" y="373661"/>
                  </a:lnTo>
                  <a:lnTo>
                    <a:pt x="133037" y="373654"/>
                  </a:lnTo>
                  <a:lnTo>
                    <a:pt x="135501" y="373645"/>
                  </a:lnTo>
                  <a:lnTo>
                    <a:pt x="137964" y="373635"/>
                  </a:lnTo>
                  <a:lnTo>
                    <a:pt x="140428" y="373622"/>
                  </a:lnTo>
                  <a:lnTo>
                    <a:pt x="142892" y="373607"/>
                  </a:lnTo>
                  <a:lnTo>
                    <a:pt x="145355" y="373589"/>
                  </a:lnTo>
                  <a:lnTo>
                    <a:pt x="147819" y="373567"/>
                  </a:lnTo>
                  <a:lnTo>
                    <a:pt x="150283" y="373541"/>
                  </a:lnTo>
                  <a:lnTo>
                    <a:pt x="152746" y="373511"/>
                  </a:lnTo>
                  <a:lnTo>
                    <a:pt x="155210" y="373475"/>
                  </a:lnTo>
                  <a:lnTo>
                    <a:pt x="157674" y="373432"/>
                  </a:lnTo>
                  <a:lnTo>
                    <a:pt x="160137" y="373381"/>
                  </a:lnTo>
                  <a:lnTo>
                    <a:pt x="162601" y="373322"/>
                  </a:lnTo>
                  <a:lnTo>
                    <a:pt x="165065" y="373254"/>
                  </a:lnTo>
                  <a:lnTo>
                    <a:pt x="167528" y="373174"/>
                  </a:lnTo>
                  <a:lnTo>
                    <a:pt x="169992" y="373079"/>
                  </a:lnTo>
                  <a:lnTo>
                    <a:pt x="172456" y="372969"/>
                  </a:lnTo>
                  <a:lnTo>
                    <a:pt x="174919" y="372842"/>
                  </a:lnTo>
                  <a:lnTo>
                    <a:pt x="177383" y="372696"/>
                  </a:lnTo>
                  <a:lnTo>
                    <a:pt x="179847" y="372530"/>
                  </a:lnTo>
                  <a:lnTo>
                    <a:pt x="182310" y="372335"/>
                  </a:lnTo>
                  <a:lnTo>
                    <a:pt x="184774" y="372110"/>
                  </a:lnTo>
                  <a:lnTo>
                    <a:pt x="187237" y="371854"/>
                  </a:lnTo>
                  <a:lnTo>
                    <a:pt x="189701" y="371563"/>
                  </a:lnTo>
                  <a:lnTo>
                    <a:pt x="192165" y="371234"/>
                  </a:lnTo>
                  <a:lnTo>
                    <a:pt x="194628" y="370861"/>
                  </a:lnTo>
                  <a:lnTo>
                    <a:pt x="197092" y="370429"/>
                  </a:lnTo>
                  <a:lnTo>
                    <a:pt x="199556" y="369944"/>
                  </a:lnTo>
                  <a:lnTo>
                    <a:pt x="202019" y="369400"/>
                  </a:lnTo>
                  <a:lnTo>
                    <a:pt x="204483" y="368794"/>
                  </a:lnTo>
                  <a:lnTo>
                    <a:pt x="206947" y="368120"/>
                  </a:lnTo>
                  <a:lnTo>
                    <a:pt x="209410" y="367359"/>
                  </a:lnTo>
                  <a:lnTo>
                    <a:pt x="211874" y="366509"/>
                  </a:lnTo>
                  <a:lnTo>
                    <a:pt x="214338" y="365572"/>
                  </a:lnTo>
                  <a:lnTo>
                    <a:pt x="216801" y="364545"/>
                  </a:lnTo>
                  <a:lnTo>
                    <a:pt x="219265" y="363422"/>
                  </a:lnTo>
                  <a:lnTo>
                    <a:pt x="221729" y="362196"/>
                  </a:lnTo>
                  <a:lnTo>
                    <a:pt x="224192" y="360838"/>
                  </a:lnTo>
                  <a:lnTo>
                    <a:pt x="226656" y="359372"/>
                  </a:lnTo>
                  <a:lnTo>
                    <a:pt x="229120" y="357796"/>
                  </a:lnTo>
                  <a:lnTo>
                    <a:pt x="231583" y="356107"/>
                  </a:lnTo>
                  <a:lnTo>
                    <a:pt x="234047" y="354306"/>
                  </a:lnTo>
                  <a:lnTo>
                    <a:pt x="236511" y="352374"/>
                  </a:lnTo>
                  <a:lnTo>
                    <a:pt x="238974" y="350321"/>
                  </a:lnTo>
                  <a:lnTo>
                    <a:pt x="241438" y="348163"/>
                  </a:lnTo>
                  <a:lnTo>
                    <a:pt x="243902" y="345906"/>
                  </a:lnTo>
                  <a:lnTo>
                    <a:pt x="246365" y="343555"/>
                  </a:lnTo>
                  <a:lnTo>
                    <a:pt x="248829" y="341116"/>
                  </a:lnTo>
                  <a:lnTo>
                    <a:pt x="251293" y="338585"/>
                  </a:lnTo>
                  <a:lnTo>
                    <a:pt x="253756" y="335994"/>
                  </a:lnTo>
                  <a:lnTo>
                    <a:pt x="256220" y="333356"/>
                  </a:lnTo>
                  <a:lnTo>
                    <a:pt x="258684" y="330684"/>
                  </a:lnTo>
                  <a:lnTo>
                    <a:pt x="261147" y="327993"/>
                  </a:lnTo>
                  <a:lnTo>
                    <a:pt x="263611" y="325298"/>
                  </a:lnTo>
                  <a:lnTo>
                    <a:pt x="266075" y="322626"/>
                  </a:lnTo>
                  <a:lnTo>
                    <a:pt x="268538" y="319993"/>
                  </a:lnTo>
                  <a:lnTo>
                    <a:pt x="271002" y="317416"/>
                  </a:lnTo>
                  <a:lnTo>
                    <a:pt x="273465" y="314910"/>
                  </a:lnTo>
                  <a:lnTo>
                    <a:pt x="275929" y="312493"/>
                  </a:lnTo>
                  <a:lnTo>
                    <a:pt x="278393" y="310217"/>
                  </a:lnTo>
                  <a:lnTo>
                    <a:pt x="280856" y="308071"/>
                  </a:lnTo>
                  <a:lnTo>
                    <a:pt x="283320" y="306069"/>
                  </a:lnTo>
                  <a:lnTo>
                    <a:pt x="285784" y="304225"/>
                  </a:lnTo>
                  <a:lnTo>
                    <a:pt x="288247" y="302548"/>
                  </a:lnTo>
                  <a:lnTo>
                    <a:pt x="290711" y="301078"/>
                  </a:lnTo>
                  <a:lnTo>
                    <a:pt x="293175" y="299826"/>
                  </a:lnTo>
                  <a:lnTo>
                    <a:pt x="295638" y="298772"/>
                  </a:lnTo>
                  <a:lnTo>
                    <a:pt x="298102" y="297919"/>
                  </a:lnTo>
                  <a:lnTo>
                    <a:pt x="300566" y="297270"/>
                  </a:lnTo>
                  <a:lnTo>
                    <a:pt x="303029" y="296826"/>
                  </a:lnTo>
                  <a:lnTo>
                    <a:pt x="305493" y="296642"/>
                  </a:lnTo>
                  <a:lnTo>
                    <a:pt x="307957" y="296655"/>
                  </a:lnTo>
                  <a:lnTo>
                    <a:pt x="310420" y="296859"/>
                  </a:lnTo>
                  <a:lnTo>
                    <a:pt x="312884" y="297248"/>
                  </a:lnTo>
                  <a:lnTo>
                    <a:pt x="315348" y="297813"/>
                  </a:lnTo>
                  <a:lnTo>
                    <a:pt x="317811" y="298565"/>
                  </a:lnTo>
                  <a:lnTo>
                    <a:pt x="320275" y="299489"/>
                  </a:lnTo>
                  <a:lnTo>
                    <a:pt x="322739" y="300548"/>
                  </a:lnTo>
                  <a:lnTo>
                    <a:pt x="325202" y="301731"/>
                  </a:lnTo>
                  <a:lnTo>
                    <a:pt x="327666" y="303023"/>
                  </a:lnTo>
                  <a:lnTo>
                    <a:pt x="330130" y="304413"/>
                  </a:lnTo>
                  <a:lnTo>
                    <a:pt x="332593" y="305903"/>
                  </a:lnTo>
                  <a:lnTo>
                    <a:pt x="335057" y="307453"/>
                  </a:lnTo>
                  <a:lnTo>
                    <a:pt x="337521" y="309050"/>
                  </a:lnTo>
                  <a:lnTo>
                    <a:pt x="339984" y="310682"/>
                  </a:lnTo>
                  <a:lnTo>
                    <a:pt x="342448" y="312335"/>
                  </a:lnTo>
                  <a:lnTo>
                    <a:pt x="344912" y="313997"/>
                  </a:lnTo>
                  <a:lnTo>
                    <a:pt x="347375" y="315651"/>
                  </a:lnTo>
                  <a:lnTo>
                    <a:pt x="349839" y="317286"/>
                  </a:lnTo>
                  <a:lnTo>
                    <a:pt x="352303" y="318891"/>
                  </a:lnTo>
                  <a:lnTo>
                    <a:pt x="354766" y="320459"/>
                  </a:lnTo>
                  <a:lnTo>
                    <a:pt x="357230" y="321982"/>
                  </a:lnTo>
                  <a:lnTo>
                    <a:pt x="359694" y="323436"/>
                  </a:lnTo>
                  <a:lnTo>
                    <a:pt x="362157" y="324825"/>
                  </a:lnTo>
                  <a:lnTo>
                    <a:pt x="364621" y="326145"/>
                  </a:lnTo>
                  <a:lnTo>
                    <a:pt x="367084" y="327393"/>
                  </a:lnTo>
                  <a:lnTo>
                    <a:pt x="369548" y="328564"/>
                  </a:lnTo>
                  <a:lnTo>
                    <a:pt x="372012" y="329646"/>
                  </a:lnTo>
                  <a:lnTo>
                    <a:pt x="374475" y="330630"/>
                  </a:lnTo>
                  <a:lnTo>
                    <a:pt x="376939" y="331527"/>
                  </a:lnTo>
                  <a:lnTo>
                    <a:pt x="379403" y="332337"/>
                  </a:lnTo>
                  <a:lnTo>
                    <a:pt x="381866" y="333058"/>
                  </a:lnTo>
                  <a:lnTo>
                    <a:pt x="384330" y="333690"/>
                  </a:lnTo>
                  <a:lnTo>
                    <a:pt x="386794" y="334208"/>
                  </a:lnTo>
                  <a:lnTo>
                    <a:pt x="389257" y="334632"/>
                  </a:lnTo>
                  <a:lnTo>
                    <a:pt x="391721" y="334964"/>
                  </a:lnTo>
                  <a:lnTo>
                    <a:pt x="394185" y="335204"/>
                  </a:lnTo>
                  <a:lnTo>
                    <a:pt x="396648" y="335351"/>
                  </a:lnTo>
                  <a:lnTo>
                    <a:pt x="399112" y="335395"/>
                  </a:lnTo>
                  <a:lnTo>
                    <a:pt x="401576" y="335326"/>
                  </a:lnTo>
                  <a:lnTo>
                    <a:pt x="404039" y="335162"/>
                  </a:lnTo>
                  <a:lnTo>
                    <a:pt x="406503" y="334899"/>
                  </a:lnTo>
                  <a:lnTo>
                    <a:pt x="408967" y="334538"/>
                  </a:lnTo>
                  <a:lnTo>
                    <a:pt x="411430" y="334074"/>
                  </a:lnTo>
                  <a:lnTo>
                    <a:pt x="413894" y="333482"/>
                  </a:lnTo>
                  <a:lnTo>
                    <a:pt x="416358" y="332776"/>
                  </a:lnTo>
                  <a:lnTo>
                    <a:pt x="418821" y="331959"/>
                  </a:lnTo>
                  <a:lnTo>
                    <a:pt x="421285" y="331026"/>
                  </a:lnTo>
                  <a:lnTo>
                    <a:pt x="423749" y="329976"/>
                  </a:lnTo>
                  <a:lnTo>
                    <a:pt x="426212" y="328792"/>
                  </a:lnTo>
                  <a:lnTo>
                    <a:pt x="428676" y="327454"/>
                  </a:lnTo>
                  <a:lnTo>
                    <a:pt x="431140" y="325983"/>
                  </a:lnTo>
                  <a:lnTo>
                    <a:pt x="433603" y="324373"/>
                  </a:lnTo>
                  <a:lnTo>
                    <a:pt x="436067" y="322621"/>
                  </a:lnTo>
                  <a:lnTo>
                    <a:pt x="438531" y="320722"/>
                  </a:lnTo>
                  <a:lnTo>
                    <a:pt x="440994" y="318635"/>
                  </a:lnTo>
                  <a:lnTo>
                    <a:pt x="443458" y="316379"/>
                  </a:lnTo>
                  <a:lnTo>
                    <a:pt x="445922" y="313960"/>
                  </a:lnTo>
                  <a:lnTo>
                    <a:pt x="448385" y="311372"/>
                  </a:lnTo>
                  <a:lnTo>
                    <a:pt x="450849" y="308612"/>
                  </a:lnTo>
                  <a:lnTo>
                    <a:pt x="453312" y="305663"/>
                  </a:lnTo>
                  <a:lnTo>
                    <a:pt x="455776" y="302495"/>
                  </a:lnTo>
                  <a:lnTo>
                    <a:pt x="458240" y="299142"/>
                  </a:lnTo>
                  <a:lnTo>
                    <a:pt x="460703" y="295602"/>
                  </a:lnTo>
                  <a:lnTo>
                    <a:pt x="463167" y="291873"/>
                  </a:lnTo>
                  <a:lnTo>
                    <a:pt x="465631" y="287953"/>
                  </a:lnTo>
                  <a:lnTo>
                    <a:pt x="468094" y="283801"/>
                  </a:lnTo>
                  <a:lnTo>
                    <a:pt x="470558" y="279441"/>
                  </a:lnTo>
                  <a:lnTo>
                    <a:pt x="473022" y="274890"/>
                  </a:lnTo>
                  <a:lnTo>
                    <a:pt x="475485" y="270147"/>
                  </a:lnTo>
                  <a:lnTo>
                    <a:pt x="477949" y="265214"/>
                  </a:lnTo>
                  <a:lnTo>
                    <a:pt x="480413" y="260082"/>
                  </a:lnTo>
                  <a:lnTo>
                    <a:pt x="482876" y="254725"/>
                  </a:lnTo>
                  <a:lnTo>
                    <a:pt x="485340" y="249190"/>
                  </a:lnTo>
                  <a:lnTo>
                    <a:pt x="487804" y="243479"/>
                  </a:lnTo>
                  <a:lnTo>
                    <a:pt x="490267" y="237598"/>
                  </a:lnTo>
                  <a:lnTo>
                    <a:pt x="492731" y="231553"/>
                  </a:lnTo>
                  <a:lnTo>
                    <a:pt x="495195" y="225317"/>
                  </a:lnTo>
                  <a:lnTo>
                    <a:pt x="497658" y="218921"/>
                  </a:lnTo>
                  <a:lnTo>
                    <a:pt x="500122" y="212384"/>
                  </a:lnTo>
                  <a:lnTo>
                    <a:pt x="502586" y="205713"/>
                  </a:lnTo>
                  <a:lnTo>
                    <a:pt x="505049" y="198916"/>
                  </a:lnTo>
                  <a:lnTo>
                    <a:pt x="507513" y="191995"/>
                  </a:lnTo>
                  <a:lnTo>
                    <a:pt x="509977" y="184945"/>
                  </a:lnTo>
                  <a:lnTo>
                    <a:pt x="512440" y="177803"/>
                  </a:lnTo>
                  <a:lnTo>
                    <a:pt x="514904" y="170577"/>
                  </a:lnTo>
                  <a:lnTo>
                    <a:pt x="517368" y="163278"/>
                  </a:lnTo>
                  <a:lnTo>
                    <a:pt x="519831" y="155916"/>
                  </a:lnTo>
                  <a:lnTo>
                    <a:pt x="522295" y="148496"/>
                  </a:lnTo>
                  <a:lnTo>
                    <a:pt x="524759" y="141040"/>
                  </a:lnTo>
                  <a:lnTo>
                    <a:pt x="527222" y="133565"/>
                  </a:lnTo>
                  <a:lnTo>
                    <a:pt x="529686" y="126085"/>
                  </a:lnTo>
                  <a:lnTo>
                    <a:pt x="532150" y="118613"/>
                  </a:lnTo>
                  <a:lnTo>
                    <a:pt x="534613" y="111164"/>
                  </a:lnTo>
                  <a:lnTo>
                    <a:pt x="537077" y="103769"/>
                  </a:lnTo>
                  <a:lnTo>
                    <a:pt x="539541" y="96440"/>
                  </a:lnTo>
                  <a:lnTo>
                    <a:pt x="542004" y="89192"/>
                  </a:lnTo>
                  <a:lnTo>
                    <a:pt x="544468" y="82044"/>
                  </a:lnTo>
                  <a:lnTo>
                    <a:pt x="546931" y="75014"/>
                  </a:lnTo>
                  <a:lnTo>
                    <a:pt x="549395" y="68150"/>
                  </a:lnTo>
                  <a:lnTo>
                    <a:pt x="551859" y="61474"/>
                  </a:lnTo>
                  <a:lnTo>
                    <a:pt x="554322" y="54992"/>
                  </a:lnTo>
                  <a:lnTo>
                    <a:pt x="556786" y="48725"/>
                  </a:lnTo>
                  <a:lnTo>
                    <a:pt x="559250" y="42696"/>
                  </a:lnTo>
                  <a:lnTo>
                    <a:pt x="561713" y="36935"/>
                  </a:lnTo>
                  <a:lnTo>
                    <a:pt x="564177" y="31542"/>
                  </a:lnTo>
                  <a:lnTo>
                    <a:pt x="566641" y="26474"/>
                  </a:lnTo>
                  <a:lnTo>
                    <a:pt x="569104" y="21754"/>
                  </a:lnTo>
                  <a:lnTo>
                    <a:pt x="571568" y="17406"/>
                  </a:lnTo>
                  <a:lnTo>
                    <a:pt x="574032" y="13453"/>
                  </a:lnTo>
                  <a:lnTo>
                    <a:pt x="576495" y="9993"/>
                  </a:lnTo>
                  <a:lnTo>
                    <a:pt x="578959" y="7041"/>
                  </a:lnTo>
                  <a:lnTo>
                    <a:pt x="581423" y="4567"/>
                  </a:lnTo>
                  <a:lnTo>
                    <a:pt x="583886" y="2590"/>
                  </a:lnTo>
                  <a:lnTo>
                    <a:pt x="586350" y="1130"/>
                  </a:lnTo>
                  <a:lnTo>
                    <a:pt x="588814" y="214"/>
                  </a:lnTo>
                  <a:lnTo>
                    <a:pt x="591277" y="0"/>
                  </a:lnTo>
                  <a:lnTo>
                    <a:pt x="593741" y="357"/>
                  </a:lnTo>
                  <a:lnTo>
                    <a:pt x="596205" y="1294"/>
                  </a:lnTo>
                  <a:lnTo>
                    <a:pt x="598668" y="2819"/>
                  </a:lnTo>
                  <a:lnTo>
                    <a:pt x="601132" y="4935"/>
                  </a:lnTo>
                  <a:lnTo>
                    <a:pt x="603596" y="7737"/>
                  </a:lnTo>
                  <a:lnTo>
                    <a:pt x="606059" y="11206"/>
                  </a:lnTo>
                  <a:lnTo>
                    <a:pt x="608523" y="15259"/>
                  </a:lnTo>
                  <a:lnTo>
                    <a:pt x="610987" y="19884"/>
                  </a:lnTo>
                  <a:lnTo>
                    <a:pt x="613450" y="25069"/>
                  </a:lnTo>
                  <a:lnTo>
                    <a:pt x="615914" y="30804"/>
                  </a:lnTo>
                  <a:lnTo>
                    <a:pt x="618378" y="37200"/>
                  </a:lnTo>
                  <a:lnTo>
                    <a:pt x="620841" y="44083"/>
                  </a:lnTo>
                  <a:lnTo>
                    <a:pt x="623305" y="51424"/>
                  </a:lnTo>
                  <a:lnTo>
                    <a:pt x="625769" y="59196"/>
                  </a:lnTo>
                  <a:lnTo>
                    <a:pt x="628232" y="67367"/>
                  </a:lnTo>
                  <a:lnTo>
                    <a:pt x="630696" y="75949"/>
                  </a:lnTo>
                  <a:lnTo>
                    <a:pt x="633159" y="84887"/>
                  </a:lnTo>
                  <a:lnTo>
                    <a:pt x="635623" y="94090"/>
                  </a:lnTo>
                  <a:lnTo>
                    <a:pt x="638087" y="103522"/>
                  </a:lnTo>
                  <a:lnTo>
                    <a:pt x="640550" y="113143"/>
                  </a:lnTo>
                  <a:lnTo>
                    <a:pt x="643014" y="122917"/>
                  </a:lnTo>
                  <a:lnTo>
                    <a:pt x="645478" y="132817"/>
                  </a:lnTo>
                  <a:lnTo>
                    <a:pt x="647941" y="142763"/>
                  </a:lnTo>
                  <a:lnTo>
                    <a:pt x="650405" y="152718"/>
                  </a:lnTo>
                  <a:lnTo>
                    <a:pt x="652869" y="162649"/>
                  </a:lnTo>
                  <a:lnTo>
                    <a:pt x="655332" y="172520"/>
                  </a:lnTo>
                  <a:lnTo>
                    <a:pt x="657796" y="182282"/>
                  </a:lnTo>
                  <a:lnTo>
                    <a:pt x="660260" y="191886"/>
                  </a:lnTo>
                  <a:lnTo>
                    <a:pt x="662723" y="201321"/>
                  </a:lnTo>
                  <a:lnTo>
                    <a:pt x="665187" y="210563"/>
                  </a:lnTo>
                  <a:lnTo>
                    <a:pt x="667651" y="219591"/>
                  </a:lnTo>
                  <a:lnTo>
                    <a:pt x="670114" y="228384"/>
                  </a:lnTo>
                  <a:lnTo>
                    <a:pt x="672578" y="236854"/>
                  </a:lnTo>
                  <a:lnTo>
                    <a:pt x="675042" y="245044"/>
                  </a:lnTo>
                  <a:lnTo>
                    <a:pt x="677505" y="252950"/>
                  </a:lnTo>
                  <a:lnTo>
                    <a:pt x="679969" y="260563"/>
                  </a:lnTo>
                  <a:lnTo>
                    <a:pt x="682433" y="267877"/>
                  </a:lnTo>
                  <a:lnTo>
                    <a:pt x="684896" y="274852"/>
                  </a:lnTo>
                  <a:lnTo>
                    <a:pt x="687360" y="281470"/>
                  </a:lnTo>
                  <a:lnTo>
                    <a:pt x="689824" y="287783"/>
                  </a:lnTo>
                  <a:lnTo>
                    <a:pt x="692287" y="293794"/>
                  </a:lnTo>
                  <a:lnTo>
                    <a:pt x="694751" y="299505"/>
                  </a:lnTo>
                  <a:lnTo>
                    <a:pt x="697215" y="304921"/>
                  </a:lnTo>
                  <a:lnTo>
                    <a:pt x="699678" y="309977"/>
                  </a:lnTo>
                  <a:lnTo>
                    <a:pt x="702142" y="314747"/>
                  </a:lnTo>
                  <a:lnTo>
                    <a:pt x="704606" y="319247"/>
                  </a:lnTo>
                  <a:lnTo>
                    <a:pt x="707069" y="323485"/>
                  </a:lnTo>
                  <a:lnTo>
                    <a:pt x="709533" y="327470"/>
                  </a:lnTo>
                  <a:lnTo>
                    <a:pt x="711997" y="331186"/>
                  </a:lnTo>
                  <a:lnTo>
                    <a:pt x="714460" y="334629"/>
                  </a:lnTo>
                  <a:lnTo>
                    <a:pt x="716924" y="337854"/>
                  </a:lnTo>
                  <a:lnTo>
                    <a:pt x="719388" y="340868"/>
                  </a:lnTo>
                  <a:lnTo>
                    <a:pt x="721851" y="343681"/>
                  </a:lnTo>
                  <a:lnTo>
                    <a:pt x="724315" y="346301"/>
                  </a:lnTo>
                  <a:lnTo>
                    <a:pt x="726778" y="348697"/>
                  </a:lnTo>
                  <a:lnTo>
                    <a:pt x="729242" y="350919"/>
                  </a:lnTo>
                  <a:lnTo>
                    <a:pt x="731706" y="352980"/>
                  </a:lnTo>
                  <a:lnTo>
                    <a:pt x="734169" y="354891"/>
                  </a:lnTo>
                  <a:lnTo>
                    <a:pt x="736633" y="356658"/>
                  </a:lnTo>
                  <a:lnTo>
                    <a:pt x="739097" y="358277"/>
                  </a:lnTo>
                  <a:lnTo>
                    <a:pt x="741560" y="359749"/>
                  </a:lnTo>
                  <a:lnTo>
                    <a:pt x="744024" y="361105"/>
                  </a:lnTo>
                  <a:lnTo>
                    <a:pt x="746488" y="362352"/>
                  </a:lnTo>
                  <a:lnTo>
                    <a:pt x="748951" y="363497"/>
                  </a:lnTo>
                  <a:lnTo>
                    <a:pt x="751415" y="364546"/>
                  </a:lnTo>
                  <a:lnTo>
                    <a:pt x="753879" y="365486"/>
                  </a:lnTo>
                  <a:lnTo>
                    <a:pt x="756342" y="366342"/>
                  </a:lnTo>
                  <a:lnTo>
                    <a:pt x="758806" y="367123"/>
                  </a:lnTo>
                  <a:lnTo>
                    <a:pt x="761270" y="367835"/>
                  </a:lnTo>
                  <a:lnTo>
                    <a:pt x="763733" y="368481"/>
                  </a:lnTo>
                  <a:lnTo>
                    <a:pt x="766197" y="369063"/>
                  </a:lnTo>
                  <a:lnTo>
                    <a:pt x="768661" y="369580"/>
                  </a:lnTo>
                  <a:lnTo>
                    <a:pt x="771124" y="370048"/>
                  </a:lnTo>
                  <a:lnTo>
                    <a:pt x="773588" y="370471"/>
                  </a:lnTo>
                  <a:lnTo>
                    <a:pt x="776052" y="370852"/>
                  </a:lnTo>
                  <a:lnTo>
                    <a:pt x="778515" y="371195"/>
                  </a:lnTo>
                  <a:lnTo>
                    <a:pt x="780979" y="371496"/>
                  </a:lnTo>
                  <a:lnTo>
                    <a:pt x="783443" y="371764"/>
                  </a:lnTo>
                  <a:lnTo>
                    <a:pt x="785906" y="372004"/>
                  </a:lnTo>
                  <a:lnTo>
                    <a:pt x="788370" y="372219"/>
                  </a:lnTo>
                  <a:lnTo>
                    <a:pt x="790834" y="372410"/>
                  </a:lnTo>
                  <a:lnTo>
                    <a:pt x="793297" y="372579"/>
                  </a:lnTo>
                  <a:lnTo>
                    <a:pt x="795761" y="372725"/>
                  </a:lnTo>
                  <a:lnTo>
                    <a:pt x="798225" y="372855"/>
                  </a:lnTo>
                  <a:lnTo>
                    <a:pt x="800688" y="372969"/>
                  </a:lnTo>
                  <a:lnTo>
                    <a:pt x="803152" y="373071"/>
                  </a:lnTo>
                  <a:lnTo>
                    <a:pt x="805616" y="373160"/>
                  </a:lnTo>
                  <a:lnTo>
                    <a:pt x="808079" y="373236"/>
                  </a:lnTo>
                  <a:lnTo>
                    <a:pt x="810543" y="373302"/>
                  </a:lnTo>
                  <a:lnTo>
                    <a:pt x="813006" y="373360"/>
                  </a:lnTo>
                  <a:lnTo>
                    <a:pt x="815470" y="373410"/>
                  </a:lnTo>
                  <a:lnTo>
                    <a:pt x="817934" y="373454"/>
                  </a:lnTo>
                  <a:lnTo>
                    <a:pt x="820397" y="373491"/>
                  </a:lnTo>
                  <a:lnTo>
                    <a:pt x="822861" y="373523"/>
                  </a:lnTo>
                  <a:lnTo>
                    <a:pt x="825325" y="373550"/>
                  </a:lnTo>
                  <a:lnTo>
                    <a:pt x="827788" y="373573"/>
                  </a:lnTo>
                  <a:lnTo>
                    <a:pt x="830252" y="373593"/>
                  </a:lnTo>
                  <a:lnTo>
                    <a:pt x="832716" y="373610"/>
                  </a:lnTo>
                  <a:lnTo>
                    <a:pt x="835179" y="373624"/>
                  </a:lnTo>
                  <a:lnTo>
                    <a:pt x="837643" y="373636"/>
                  </a:lnTo>
                  <a:lnTo>
                    <a:pt x="840107" y="373646"/>
                  </a:lnTo>
                  <a:lnTo>
                    <a:pt x="842570" y="373654"/>
                  </a:lnTo>
                  <a:lnTo>
                    <a:pt x="845034" y="373661"/>
                  </a:lnTo>
                  <a:lnTo>
                    <a:pt x="847498" y="373667"/>
                  </a:lnTo>
                  <a:lnTo>
                    <a:pt x="849961" y="373671"/>
                  </a:lnTo>
                  <a:lnTo>
                    <a:pt x="852425" y="373675"/>
                  </a:lnTo>
                  <a:lnTo>
                    <a:pt x="854889" y="373678"/>
                  </a:lnTo>
                  <a:lnTo>
                    <a:pt x="857352" y="373681"/>
                  </a:lnTo>
                  <a:lnTo>
                    <a:pt x="859816" y="373683"/>
                  </a:lnTo>
                  <a:lnTo>
                    <a:pt x="862280" y="373684"/>
                  </a:lnTo>
                  <a:lnTo>
                    <a:pt x="864743" y="373686"/>
                  </a:lnTo>
                  <a:lnTo>
                    <a:pt x="867207" y="373687"/>
                  </a:lnTo>
                  <a:lnTo>
                    <a:pt x="869671" y="373688"/>
                  </a:lnTo>
                  <a:lnTo>
                    <a:pt x="872134" y="373688"/>
                  </a:lnTo>
                  <a:lnTo>
                    <a:pt x="874598" y="373689"/>
                  </a:lnTo>
                  <a:lnTo>
                    <a:pt x="877062" y="373689"/>
                  </a:lnTo>
                  <a:lnTo>
                    <a:pt x="879525" y="373689"/>
                  </a:lnTo>
                  <a:lnTo>
                    <a:pt x="881989" y="373690"/>
                  </a:lnTo>
                  <a:lnTo>
                    <a:pt x="884453" y="373690"/>
                  </a:lnTo>
                  <a:lnTo>
                    <a:pt x="886916" y="373690"/>
                  </a:lnTo>
                  <a:lnTo>
                    <a:pt x="889380" y="373690"/>
                  </a:lnTo>
                  <a:lnTo>
                    <a:pt x="891844" y="373690"/>
                  </a:lnTo>
                  <a:lnTo>
                    <a:pt x="894307" y="373690"/>
                  </a:lnTo>
                  <a:lnTo>
                    <a:pt x="896771" y="373690"/>
                  </a:lnTo>
                  <a:lnTo>
                    <a:pt x="899235" y="373690"/>
                  </a:lnTo>
                  <a:lnTo>
                    <a:pt x="901698" y="373690"/>
                  </a:lnTo>
                  <a:lnTo>
                    <a:pt x="904162" y="373690"/>
                  </a:lnTo>
                  <a:lnTo>
                    <a:pt x="906625" y="373690"/>
                  </a:lnTo>
                  <a:lnTo>
                    <a:pt x="909089" y="373690"/>
                  </a:lnTo>
                  <a:lnTo>
                    <a:pt x="911553" y="373690"/>
                  </a:lnTo>
                  <a:lnTo>
                    <a:pt x="914016" y="373691"/>
                  </a:lnTo>
                  <a:lnTo>
                    <a:pt x="916480" y="373691"/>
                  </a:lnTo>
                  <a:lnTo>
                    <a:pt x="918944" y="373691"/>
                  </a:lnTo>
                  <a:lnTo>
                    <a:pt x="921407" y="373691"/>
                  </a:lnTo>
                  <a:lnTo>
                    <a:pt x="923871" y="373691"/>
                  </a:lnTo>
                  <a:lnTo>
                    <a:pt x="926335" y="373691"/>
                  </a:lnTo>
                  <a:lnTo>
                    <a:pt x="928798" y="373691"/>
                  </a:lnTo>
                  <a:lnTo>
                    <a:pt x="931262" y="373691"/>
                  </a:lnTo>
                  <a:lnTo>
                    <a:pt x="933726" y="373691"/>
                  </a:lnTo>
                  <a:lnTo>
                    <a:pt x="936189" y="373691"/>
                  </a:lnTo>
                  <a:lnTo>
                    <a:pt x="938653" y="373691"/>
                  </a:lnTo>
                  <a:lnTo>
                    <a:pt x="941117" y="373691"/>
                  </a:lnTo>
                  <a:lnTo>
                    <a:pt x="943580" y="373691"/>
                  </a:lnTo>
                  <a:lnTo>
                    <a:pt x="946044" y="373691"/>
                  </a:lnTo>
                  <a:lnTo>
                    <a:pt x="948508" y="373691"/>
                  </a:lnTo>
                  <a:lnTo>
                    <a:pt x="950971" y="373691"/>
                  </a:lnTo>
                  <a:lnTo>
                    <a:pt x="953435" y="373691"/>
                  </a:lnTo>
                  <a:lnTo>
                    <a:pt x="955899" y="373691"/>
                  </a:lnTo>
                  <a:lnTo>
                    <a:pt x="958362" y="373691"/>
                  </a:lnTo>
                  <a:lnTo>
                    <a:pt x="960826" y="373691"/>
                  </a:lnTo>
                  <a:lnTo>
                    <a:pt x="963290" y="373691"/>
                  </a:lnTo>
                  <a:lnTo>
                    <a:pt x="965753" y="373691"/>
                  </a:lnTo>
                  <a:lnTo>
                    <a:pt x="968217" y="373691"/>
                  </a:lnTo>
                  <a:lnTo>
                    <a:pt x="970681" y="373691"/>
                  </a:lnTo>
                  <a:lnTo>
                    <a:pt x="973144" y="373691"/>
                  </a:lnTo>
                  <a:lnTo>
                    <a:pt x="975608" y="373691"/>
                  </a:lnTo>
                  <a:lnTo>
                    <a:pt x="978072" y="373691"/>
                  </a:lnTo>
                  <a:lnTo>
                    <a:pt x="980535" y="373691"/>
                  </a:lnTo>
                  <a:lnTo>
                    <a:pt x="982999" y="373691"/>
                  </a:lnTo>
                  <a:lnTo>
                    <a:pt x="985463" y="373691"/>
                  </a:lnTo>
                  <a:lnTo>
                    <a:pt x="987926" y="373691"/>
                  </a:lnTo>
                  <a:lnTo>
                    <a:pt x="990390" y="373691"/>
                  </a:lnTo>
                  <a:lnTo>
                    <a:pt x="992853" y="373691"/>
                  </a:lnTo>
                  <a:lnTo>
                    <a:pt x="995317" y="373691"/>
                  </a:lnTo>
                  <a:lnTo>
                    <a:pt x="997781" y="373691"/>
                  </a:lnTo>
                  <a:lnTo>
                    <a:pt x="1000244" y="373691"/>
                  </a:lnTo>
                  <a:lnTo>
                    <a:pt x="1002708" y="373691"/>
                  </a:lnTo>
                  <a:lnTo>
                    <a:pt x="1005172" y="373691"/>
                  </a:lnTo>
                  <a:lnTo>
                    <a:pt x="1007635" y="373691"/>
                  </a:lnTo>
                  <a:lnTo>
                    <a:pt x="1010099" y="373691"/>
                  </a:lnTo>
                  <a:lnTo>
                    <a:pt x="1012563" y="373691"/>
                  </a:lnTo>
                  <a:lnTo>
                    <a:pt x="1015026" y="373691"/>
                  </a:lnTo>
                  <a:lnTo>
                    <a:pt x="1017490" y="373691"/>
                  </a:lnTo>
                  <a:lnTo>
                    <a:pt x="1019954" y="373691"/>
                  </a:lnTo>
                  <a:lnTo>
                    <a:pt x="1022417" y="373691"/>
                  </a:lnTo>
                  <a:lnTo>
                    <a:pt x="1024881" y="373691"/>
                  </a:lnTo>
                  <a:lnTo>
                    <a:pt x="1027345" y="373691"/>
                  </a:lnTo>
                  <a:lnTo>
                    <a:pt x="1029808" y="373691"/>
                  </a:lnTo>
                  <a:lnTo>
                    <a:pt x="1032272" y="373691"/>
                  </a:lnTo>
                  <a:lnTo>
                    <a:pt x="1034736" y="373691"/>
                  </a:lnTo>
                  <a:lnTo>
                    <a:pt x="1037199" y="373691"/>
                  </a:lnTo>
                  <a:lnTo>
                    <a:pt x="1039663" y="373691"/>
                  </a:lnTo>
                  <a:lnTo>
                    <a:pt x="1042127" y="373691"/>
                  </a:lnTo>
                  <a:lnTo>
                    <a:pt x="1044590" y="373691"/>
                  </a:lnTo>
                  <a:lnTo>
                    <a:pt x="1047054" y="373691"/>
                  </a:lnTo>
                  <a:lnTo>
                    <a:pt x="1049518" y="373691"/>
                  </a:lnTo>
                  <a:lnTo>
                    <a:pt x="1051981" y="373691"/>
                  </a:lnTo>
                  <a:lnTo>
                    <a:pt x="1054445" y="373691"/>
                  </a:lnTo>
                  <a:lnTo>
                    <a:pt x="1056909" y="373691"/>
                  </a:lnTo>
                  <a:lnTo>
                    <a:pt x="1059372" y="373691"/>
                  </a:lnTo>
                  <a:lnTo>
                    <a:pt x="1061836" y="373691"/>
                  </a:lnTo>
                  <a:lnTo>
                    <a:pt x="1064300" y="373691"/>
                  </a:lnTo>
                  <a:lnTo>
                    <a:pt x="1066763" y="373691"/>
                  </a:lnTo>
                  <a:lnTo>
                    <a:pt x="1069227" y="373691"/>
                  </a:lnTo>
                  <a:lnTo>
                    <a:pt x="1071691" y="373691"/>
                  </a:lnTo>
                  <a:lnTo>
                    <a:pt x="1074154" y="373691"/>
                  </a:lnTo>
                  <a:lnTo>
                    <a:pt x="1076618" y="373691"/>
                  </a:lnTo>
                  <a:lnTo>
                    <a:pt x="1079082" y="373691"/>
                  </a:lnTo>
                  <a:lnTo>
                    <a:pt x="1081545" y="373691"/>
                  </a:lnTo>
                  <a:lnTo>
                    <a:pt x="1084009" y="373691"/>
                  </a:lnTo>
                  <a:lnTo>
                    <a:pt x="1086472" y="373691"/>
                  </a:lnTo>
                  <a:lnTo>
                    <a:pt x="1088936" y="373691"/>
                  </a:lnTo>
                  <a:lnTo>
                    <a:pt x="1091400" y="373691"/>
                  </a:lnTo>
                  <a:lnTo>
                    <a:pt x="1093863" y="373691"/>
                  </a:lnTo>
                  <a:lnTo>
                    <a:pt x="1096327" y="373691"/>
                  </a:lnTo>
                  <a:lnTo>
                    <a:pt x="1098791" y="373691"/>
                  </a:lnTo>
                  <a:lnTo>
                    <a:pt x="1101254" y="373691"/>
                  </a:lnTo>
                  <a:lnTo>
                    <a:pt x="1103718" y="373691"/>
                  </a:lnTo>
                  <a:lnTo>
                    <a:pt x="1106182" y="373691"/>
                  </a:lnTo>
                  <a:lnTo>
                    <a:pt x="1108645" y="373691"/>
                  </a:lnTo>
                  <a:lnTo>
                    <a:pt x="1111109" y="373691"/>
                  </a:lnTo>
                  <a:lnTo>
                    <a:pt x="1113573" y="373691"/>
                  </a:lnTo>
                  <a:lnTo>
                    <a:pt x="1116036" y="373691"/>
                  </a:lnTo>
                  <a:lnTo>
                    <a:pt x="1118500" y="373691"/>
                  </a:lnTo>
                  <a:lnTo>
                    <a:pt x="1120964" y="373691"/>
                  </a:lnTo>
                  <a:lnTo>
                    <a:pt x="1123427" y="373691"/>
                  </a:lnTo>
                  <a:lnTo>
                    <a:pt x="1125891" y="373691"/>
                  </a:lnTo>
                  <a:lnTo>
                    <a:pt x="1128355" y="373691"/>
                  </a:lnTo>
                  <a:lnTo>
                    <a:pt x="1130818" y="373691"/>
                  </a:lnTo>
                  <a:lnTo>
                    <a:pt x="1133282" y="373691"/>
                  </a:lnTo>
                  <a:lnTo>
                    <a:pt x="1135746" y="373691"/>
                  </a:lnTo>
                  <a:lnTo>
                    <a:pt x="1138209" y="373691"/>
                  </a:lnTo>
                  <a:lnTo>
                    <a:pt x="1140673" y="373691"/>
                  </a:lnTo>
                  <a:lnTo>
                    <a:pt x="1143137" y="373691"/>
                  </a:lnTo>
                  <a:lnTo>
                    <a:pt x="1145600" y="373691"/>
                  </a:lnTo>
                  <a:lnTo>
                    <a:pt x="1148064" y="373691"/>
                  </a:lnTo>
                  <a:lnTo>
                    <a:pt x="1150528" y="373691"/>
                  </a:lnTo>
                  <a:lnTo>
                    <a:pt x="1152991" y="373691"/>
                  </a:lnTo>
                  <a:lnTo>
                    <a:pt x="1155455" y="373691"/>
                  </a:lnTo>
                  <a:lnTo>
                    <a:pt x="1157919" y="373691"/>
                  </a:lnTo>
                  <a:lnTo>
                    <a:pt x="1160382" y="373691"/>
                  </a:lnTo>
                  <a:lnTo>
                    <a:pt x="1162846" y="373691"/>
                  </a:lnTo>
                  <a:lnTo>
                    <a:pt x="1165310" y="373691"/>
                  </a:lnTo>
                  <a:lnTo>
                    <a:pt x="1167773" y="373691"/>
                  </a:lnTo>
                  <a:lnTo>
                    <a:pt x="1170237" y="373691"/>
                  </a:lnTo>
                  <a:lnTo>
                    <a:pt x="1172701" y="373691"/>
                  </a:lnTo>
                  <a:lnTo>
                    <a:pt x="1175164" y="373691"/>
                  </a:lnTo>
                  <a:lnTo>
                    <a:pt x="1177628" y="373691"/>
                  </a:lnTo>
                  <a:lnTo>
                    <a:pt x="1180091" y="373691"/>
                  </a:lnTo>
                  <a:lnTo>
                    <a:pt x="1182555" y="373691"/>
                  </a:lnTo>
                  <a:lnTo>
                    <a:pt x="1185019" y="373691"/>
                  </a:lnTo>
                  <a:lnTo>
                    <a:pt x="1187482" y="373691"/>
                  </a:lnTo>
                  <a:lnTo>
                    <a:pt x="1189946" y="373691"/>
                  </a:lnTo>
                  <a:lnTo>
                    <a:pt x="1192410" y="373691"/>
                  </a:lnTo>
                  <a:lnTo>
                    <a:pt x="1194873" y="373691"/>
                  </a:lnTo>
                  <a:lnTo>
                    <a:pt x="1197337" y="373691"/>
                  </a:lnTo>
                  <a:lnTo>
                    <a:pt x="1199801" y="373691"/>
                  </a:lnTo>
                  <a:lnTo>
                    <a:pt x="1202264" y="373691"/>
                  </a:lnTo>
                  <a:lnTo>
                    <a:pt x="1204728" y="373691"/>
                  </a:lnTo>
                  <a:lnTo>
                    <a:pt x="1207192" y="373691"/>
                  </a:lnTo>
                  <a:lnTo>
                    <a:pt x="1209655" y="373691"/>
                  </a:lnTo>
                  <a:lnTo>
                    <a:pt x="1212119" y="373691"/>
                  </a:lnTo>
                  <a:lnTo>
                    <a:pt x="1214583" y="373691"/>
                  </a:lnTo>
                  <a:lnTo>
                    <a:pt x="1217046" y="373691"/>
                  </a:lnTo>
                  <a:lnTo>
                    <a:pt x="1219510" y="373691"/>
                  </a:lnTo>
                  <a:lnTo>
                    <a:pt x="1221974" y="373691"/>
                  </a:lnTo>
                  <a:lnTo>
                    <a:pt x="1224437" y="373691"/>
                  </a:lnTo>
                  <a:lnTo>
                    <a:pt x="1226901" y="373691"/>
                  </a:lnTo>
                  <a:lnTo>
                    <a:pt x="1229365" y="373691"/>
                  </a:lnTo>
                  <a:lnTo>
                    <a:pt x="1231828" y="373691"/>
                  </a:lnTo>
                  <a:lnTo>
                    <a:pt x="1234292" y="373691"/>
                  </a:lnTo>
                  <a:lnTo>
                    <a:pt x="1236756" y="373691"/>
                  </a:lnTo>
                  <a:lnTo>
                    <a:pt x="1239219" y="373691"/>
                  </a:lnTo>
                  <a:lnTo>
                    <a:pt x="1241683" y="373691"/>
                  </a:lnTo>
                  <a:lnTo>
                    <a:pt x="1244147" y="373691"/>
                  </a:lnTo>
                  <a:lnTo>
                    <a:pt x="1246610" y="373691"/>
                  </a:lnTo>
                  <a:lnTo>
                    <a:pt x="1249074" y="373691"/>
                  </a:lnTo>
                  <a:lnTo>
                    <a:pt x="1251538" y="373691"/>
                  </a:lnTo>
                  <a:lnTo>
                    <a:pt x="1254001" y="373691"/>
                  </a:lnTo>
                  <a:lnTo>
                    <a:pt x="1256465" y="373691"/>
                  </a:lnTo>
                  <a:lnTo>
                    <a:pt x="1258929" y="373691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670" y="2185191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0961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24349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39081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53813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6854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831936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146668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461400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776132" y="224749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059787" y="2246129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496414" y="239691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8" name="rc28"/>
            <p:cNvSpPr/>
            <p:nvPr/>
          </p:nvSpPr>
          <p:spPr>
            <a:xfrm>
              <a:off x="2301081" y="581025"/>
              <a:ext cx="1524000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370670" y="87830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433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79"/>
                  </a:lnTo>
                  <a:lnTo>
                    <a:pt x="66518" y="1188079"/>
                  </a:lnTo>
                  <a:lnTo>
                    <a:pt x="68982" y="1188077"/>
                  </a:lnTo>
                  <a:lnTo>
                    <a:pt x="71446" y="1188074"/>
                  </a:lnTo>
                  <a:lnTo>
                    <a:pt x="73909" y="1188068"/>
                  </a:lnTo>
                  <a:lnTo>
                    <a:pt x="76373" y="1188056"/>
                  </a:lnTo>
                  <a:lnTo>
                    <a:pt x="78837" y="1188034"/>
                  </a:lnTo>
                  <a:lnTo>
                    <a:pt x="81300" y="1187994"/>
                  </a:lnTo>
                  <a:lnTo>
                    <a:pt x="83764" y="1187925"/>
                  </a:lnTo>
                  <a:lnTo>
                    <a:pt x="86228" y="1187811"/>
                  </a:lnTo>
                  <a:lnTo>
                    <a:pt x="88691" y="1187628"/>
                  </a:lnTo>
                  <a:lnTo>
                    <a:pt x="91155" y="1187345"/>
                  </a:lnTo>
                  <a:lnTo>
                    <a:pt x="93618" y="1186924"/>
                  </a:lnTo>
                  <a:lnTo>
                    <a:pt x="96082" y="1186316"/>
                  </a:lnTo>
                  <a:lnTo>
                    <a:pt x="98546" y="1185466"/>
                  </a:lnTo>
                  <a:lnTo>
                    <a:pt x="101009" y="1184317"/>
                  </a:lnTo>
                  <a:lnTo>
                    <a:pt x="103473" y="1182808"/>
                  </a:lnTo>
                  <a:lnTo>
                    <a:pt x="105937" y="1180874"/>
                  </a:lnTo>
                  <a:lnTo>
                    <a:pt x="108400" y="1178454"/>
                  </a:lnTo>
                  <a:lnTo>
                    <a:pt x="110864" y="1175553"/>
                  </a:lnTo>
                  <a:lnTo>
                    <a:pt x="113328" y="1172171"/>
                  </a:lnTo>
                  <a:lnTo>
                    <a:pt x="115791" y="1168323"/>
                  </a:lnTo>
                  <a:lnTo>
                    <a:pt x="118255" y="1164034"/>
                  </a:lnTo>
                  <a:lnTo>
                    <a:pt x="120719" y="1159323"/>
                  </a:lnTo>
                  <a:lnTo>
                    <a:pt x="123182" y="1154192"/>
                  </a:lnTo>
                  <a:lnTo>
                    <a:pt x="125646" y="1148613"/>
                  </a:lnTo>
                  <a:lnTo>
                    <a:pt x="128110" y="1142517"/>
                  </a:lnTo>
                  <a:lnTo>
                    <a:pt x="130573" y="1135807"/>
                  </a:lnTo>
                  <a:lnTo>
                    <a:pt x="133037" y="1128367"/>
                  </a:lnTo>
                  <a:lnTo>
                    <a:pt x="135501" y="1120098"/>
                  </a:lnTo>
                  <a:lnTo>
                    <a:pt x="137964" y="1110959"/>
                  </a:lnTo>
                  <a:lnTo>
                    <a:pt x="140428" y="1100973"/>
                  </a:lnTo>
                  <a:lnTo>
                    <a:pt x="142892" y="1090466"/>
                  </a:lnTo>
                  <a:lnTo>
                    <a:pt x="145355" y="1079829"/>
                  </a:lnTo>
                  <a:lnTo>
                    <a:pt x="147819" y="1069548"/>
                  </a:lnTo>
                  <a:lnTo>
                    <a:pt x="150283" y="1060133"/>
                  </a:lnTo>
                  <a:lnTo>
                    <a:pt x="152746" y="1052023"/>
                  </a:lnTo>
                  <a:lnTo>
                    <a:pt x="155210" y="1045500"/>
                  </a:lnTo>
                  <a:lnTo>
                    <a:pt x="157674" y="1040624"/>
                  </a:lnTo>
                  <a:lnTo>
                    <a:pt x="160137" y="1037202"/>
                  </a:lnTo>
                  <a:lnTo>
                    <a:pt x="162601" y="1034806"/>
                  </a:lnTo>
                  <a:lnTo>
                    <a:pt x="165065" y="1032841"/>
                  </a:lnTo>
                  <a:lnTo>
                    <a:pt x="167528" y="1030637"/>
                  </a:lnTo>
                  <a:lnTo>
                    <a:pt x="169992" y="1027561"/>
                  </a:lnTo>
                  <a:lnTo>
                    <a:pt x="172456" y="1023006"/>
                  </a:lnTo>
                  <a:lnTo>
                    <a:pt x="174919" y="1016727"/>
                  </a:lnTo>
                  <a:lnTo>
                    <a:pt x="177383" y="1008724"/>
                  </a:lnTo>
                  <a:lnTo>
                    <a:pt x="179847" y="999107"/>
                  </a:lnTo>
                  <a:lnTo>
                    <a:pt x="182310" y="988068"/>
                  </a:lnTo>
                  <a:lnTo>
                    <a:pt x="184774" y="975798"/>
                  </a:lnTo>
                  <a:lnTo>
                    <a:pt x="187237" y="962433"/>
                  </a:lnTo>
                  <a:lnTo>
                    <a:pt x="189701" y="948017"/>
                  </a:lnTo>
                  <a:lnTo>
                    <a:pt x="192165" y="932501"/>
                  </a:lnTo>
                  <a:lnTo>
                    <a:pt x="194628" y="915761"/>
                  </a:lnTo>
                  <a:lnTo>
                    <a:pt x="197092" y="897624"/>
                  </a:lnTo>
                  <a:lnTo>
                    <a:pt x="199556" y="877906"/>
                  </a:lnTo>
                  <a:lnTo>
                    <a:pt x="202019" y="856425"/>
                  </a:lnTo>
                  <a:lnTo>
                    <a:pt x="204483" y="832923"/>
                  </a:lnTo>
                  <a:lnTo>
                    <a:pt x="206947" y="807131"/>
                  </a:lnTo>
                  <a:lnTo>
                    <a:pt x="209410" y="778866"/>
                  </a:lnTo>
                  <a:lnTo>
                    <a:pt x="211874" y="747740"/>
                  </a:lnTo>
                  <a:lnTo>
                    <a:pt x="214338" y="713261"/>
                  </a:lnTo>
                  <a:lnTo>
                    <a:pt x="216801" y="674864"/>
                  </a:lnTo>
                  <a:lnTo>
                    <a:pt x="219265" y="631985"/>
                  </a:lnTo>
                  <a:lnTo>
                    <a:pt x="221729" y="584171"/>
                  </a:lnTo>
                  <a:lnTo>
                    <a:pt x="224192" y="531205"/>
                  </a:lnTo>
                  <a:lnTo>
                    <a:pt x="226656" y="473243"/>
                  </a:lnTo>
                  <a:lnTo>
                    <a:pt x="229120" y="410930"/>
                  </a:lnTo>
                  <a:lnTo>
                    <a:pt x="231583" y="345476"/>
                  </a:lnTo>
                  <a:lnTo>
                    <a:pt x="234047" y="278671"/>
                  </a:lnTo>
                  <a:lnTo>
                    <a:pt x="236511" y="212873"/>
                  </a:lnTo>
                  <a:lnTo>
                    <a:pt x="238974" y="151384"/>
                  </a:lnTo>
                  <a:lnTo>
                    <a:pt x="241438" y="97042"/>
                  </a:lnTo>
                  <a:lnTo>
                    <a:pt x="243902" y="52625"/>
                  </a:lnTo>
                  <a:lnTo>
                    <a:pt x="246365" y="20539"/>
                  </a:lnTo>
                  <a:lnTo>
                    <a:pt x="248829" y="2621"/>
                  </a:lnTo>
                  <a:lnTo>
                    <a:pt x="251293" y="0"/>
                  </a:lnTo>
                  <a:lnTo>
                    <a:pt x="253756" y="13031"/>
                  </a:lnTo>
                  <a:lnTo>
                    <a:pt x="256220" y="41304"/>
                  </a:lnTo>
                  <a:lnTo>
                    <a:pt x="258684" y="83724"/>
                  </a:lnTo>
                  <a:lnTo>
                    <a:pt x="261147" y="138637"/>
                  </a:lnTo>
                  <a:lnTo>
                    <a:pt x="263611" y="203995"/>
                  </a:lnTo>
                  <a:lnTo>
                    <a:pt x="266075" y="277523"/>
                  </a:lnTo>
                  <a:lnTo>
                    <a:pt x="268538" y="356869"/>
                  </a:lnTo>
                  <a:lnTo>
                    <a:pt x="271002" y="439799"/>
                  </a:lnTo>
                  <a:lnTo>
                    <a:pt x="273465" y="523736"/>
                  </a:lnTo>
                  <a:lnTo>
                    <a:pt x="275929" y="606688"/>
                  </a:lnTo>
                  <a:lnTo>
                    <a:pt x="278393" y="686927"/>
                  </a:lnTo>
                  <a:lnTo>
                    <a:pt x="280856" y="762952"/>
                  </a:lnTo>
                  <a:lnTo>
                    <a:pt x="283320" y="833508"/>
                  </a:lnTo>
                  <a:lnTo>
                    <a:pt x="285784" y="897622"/>
                  </a:lnTo>
                  <a:lnTo>
                    <a:pt x="288247" y="954620"/>
                  </a:lnTo>
                  <a:lnTo>
                    <a:pt x="290711" y="1004149"/>
                  </a:lnTo>
                  <a:lnTo>
                    <a:pt x="293175" y="1046175"/>
                  </a:lnTo>
                  <a:lnTo>
                    <a:pt x="295638" y="1080963"/>
                  </a:lnTo>
                  <a:lnTo>
                    <a:pt x="298102" y="1109029"/>
                  </a:lnTo>
                  <a:lnTo>
                    <a:pt x="300566" y="1131083"/>
                  </a:lnTo>
                  <a:lnTo>
                    <a:pt x="303029" y="1147760"/>
                  </a:lnTo>
                  <a:lnTo>
                    <a:pt x="305493" y="1160064"/>
                  </a:lnTo>
                  <a:lnTo>
                    <a:pt x="307957" y="1169040"/>
                  </a:lnTo>
                  <a:lnTo>
                    <a:pt x="310420" y="1175430"/>
                  </a:lnTo>
                  <a:lnTo>
                    <a:pt x="312884" y="1179867"/>
                  </a:lnTo>
                  <a:lnTo>
                    <a:pt x="315348" y="1182872"/>
                  </a:lnTo>
                  <a:lnTo>
                    <a:pt x="317811" y="1184856"/>
                  </a:lnTo>
                  <a:lnTo>
                    <a:pt x="320275" y="1186134"/>
                  </a:lnTo>
                  <a:lnTo>
                    <a:pt x="322739" y="1186935"/>
                  </a:lnTo>
                  <a:lnTo>
                    <a:pt x="325202" y="1187424"/>
                  </a:lnTo>
                  <a:lnTo>
                    <a:pt x="327666" y="1187714"/>
                  </a:lnTo>
                  <a:lnTo>
                    <a:pt x="330130" y="1187882"/>
                  </a:lnTo>
                  <a:lnTo>
                    <a:pt x="332593" y="1187976"/>
                  </a:lnTo>
                  <a:lnTo>
                    <a:pt x="335057" y="1188026"/>
                  </a:lnTo>
                  <a:lnTo>
                    <a:pt x="337521" y="1188052"/>
                  </a:lnTo>
                  <a:lnTo>
                    <a:pt x="339984" y="1188066"/>
                  </a:lnTo>
                  <a:lnTo>
                    <a:pt x="342448" y="1188073"/>
                  </a:lnTo>
                  <a:lnTo>
                    <a:pt x="344912" y="1188077"/>
                  </a:lnTo>
                  <a:lnTo>
                    <a:pt x="347375" y="1188078"/>
                  </a:lnTo>
                  <a:lnTo>
                    <a:pt x="349839" y="1188079"/>
                  </a:lnTo>
                  <a:lnTo>
                    <a:pt x="352303" y="1188080"/>
                  </a:lnTo>
                  <a:lnTo>
                    <a:pt x="354766" y="1188080"/>
                  </a:lnTo>
                  <a:lnTo>
                    <a:pt x="357230" y="1188080"/>
                  </a:lnTo>
                  <a:lnTo>
                    <a:pt x="359694" y="1188080"/>
                  </a:lnTo>
                  <a:lnTo>
                    <a:pt x="362157" y="1188080"/>
                  </a:lnTo>
                  <a:lnTo>
                    <a:pt x="364621" y="1188080"/>
                  </a:lnTo>
                  <a:lnTo>
                    <a:pt x="367084" y="1188080"/>
                  </a:lnTo>
                  <a:lnTo>
                    <a:pt x="369548" y="1188080"/>
                  </a:lnTo>
                  <a:lnTo>
                    <a:pt x="372012" y="1188080"/>
                  </a:lnTo>
                  <a:lnTo>
                    <a:pt x="374475" y="1188080"/>
                  </a:lnTo>
                  <a:lnTo>
                    <a:pt x="376939" y="1188080"/>
                  </a:lnTo>
                  <a:lnTo>
                    <a:pt x="379403" y="1188080"/>
                  </a:lnTo>
                  <a:lnTo>
                    <a:pt x="381866" y="1188080"/>
                  </a:lnTo>
                  <a:lnTo>
                    <a:pt x="384330" y="1188080"/>
                  </a:lnTo>
                  <a:lnTo>
                    <a:pt x="386794" y="1188080"/>
                  </a:lnTo>
                  <a:lnTo>
                    <a:pt x="389257" y="1188080"/>
                  </a:lnTo>
                  <a:lnTo>
                    <a:pt x="391721" y="1188080"/>
                  </a:lnTo>
                  <a:lnTo>
                    <a:pt x="394185" y="1188080"/>
                  </a:lnTo>
                  <a:lnTo>
                    <a:pt x="396648" y="1188080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33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79"/>
                  </a:lnTo>
                  <a:lnTo>
                    <a:pt x="66518" y="1188079"/>
                  </a:lnTo>
                  <a:lnTo>
                    <a:pt x="68982" y="1188077"/>
                  </a:lnTo>
                  <a:lnTo>
                    <a:pt x="71446" y="1188074"/>
                  </a:lnTo>
                  <a:lnTo>
                    <a:pt x="73909" y="1188068"/>
                  </a:lnTo>
                  <a:lnTo>
                    <a:pt x="76373" y="1188056"/>
                  </a:lnTo>
                  <a:lnTo>
                    <a:pt x="78837" y="1188034"/>
                  </a:lnTo>
                  <a:lnTo>
                    <a:pt x="81300" y="1187994"/>
                  </a:lnTo>
                  <a:lnTo>
                    <a:pt x="83764" y="1187925"/>
                  </a:lnTo>
                  <a:lnTo>
                    <a:pt x="86228" y="1187811"/>
                  </a:lnTo>
                  <a:lnTo>
                    <a:pt x="88691" y="1187628"/>
                  </a:lnTo>
                  <a:lnTo>
                    <a:pt x="91155" y="1187345"/>
                  </a:lnTo>
                  <a:lnTo>
                    <a:pt x="93618" y="1186924"/>
                  </a:lnTo>
                  <a:lnTo>
                    <a:pt x="96082" y="1186316"/>
                  </a:lnTo>
                  <a:lnTo>
                    <a:pt x="98546" y="1185466"/>
                  </a:lnTo>
                  <a:lnTo>
                    <a:pt x="101009" y="1184317"/>
                  </a:lnTo>
                  <a:lnTo>
                    <a:pt x="103473" y="1182808"/>
                  </a:lnTo>
                  <a:lnTo>
                    <a:pt x="105937" y="1180874"/>
                  </a:lnTo>
                  <a:lnTo>
                    <a:pt x="108400" y="1178454"/>
                  </a:lnTo>
                  <a:lnTo>
                    <a:pt x="110864" y="1175553"/>
                  </a:lnTo>
                  <a:lnTo>
                    <a:pt x="113328" y="1172171"/>
                  </a:lnTo>
                  <a:lnTo>
                    <a:pt x="115791" y="1168323"/>
                  </a:lnTo>
                  <a:lnTo>
                    <a:pt x="118255" y="1164034"/>
                  </a:lnTo>
                  <a:lnTo>
                    <a:pt x="120719" y="1159323"/>
                  </a:lnTo>
                  <a:lnTo>
                    <a:pt x="123182" y="1154192"/>
                  </a:lnTo>
                  <a:lnTo>
                    <a:pt x="125646" y="1148613"/>
                  </a:lnTo>
                  <a:lnTo>
                    <a:pt x="128110" y="1142517"/>
                  </a:lnTo>
                  <a:lnTo>
                    <a:pt x="130573" y="1135807"/>
                  </a:lnTo>
                  <a:lnTo>
                    <a:pt x="133037" y="1128367"/>
                  </a:lnTo>
                  <a:lnTo>
                    <a:pt x="135501" y="1120098"/>
                  </a:lnTo>
                  <a:lnTo>
                    <a:pt x="137964" y="1110959"/>
                  </a:lnTo>
                  <a:lnTo>
                    <a:pt x="140428" y="1100973"/>
                  </a:lnTo>
                  <a:lnTo>
                    <a:pt x="142892" y="1090466"/>
                  </a:lnTo>
                  <a:lnTo>
                    <a:pt x="145355" y="1079829"/>
                  </a:lnTo>
                  <a:lnTo>
                    <a:pt x="147819" y="1069548"/>
                  </a:lnTo>
                  <a:lnTo>
                    <a:pt x="150283" y="1060133"/>
                  </a:lnTo>
                  <a:lnTo>
                    <a:pt x="152746" y="1052023"/>
                  </a:lnTo>
                  <a:lnTo>
                    <a:pt x="155210" y="1045500"/>
                  </a:lnTo>
                  <a:lnTo>
                    <a:pt x="157674" y="1040624"/>
                  </a:lnTo>
                  <a:lnTo>
                    <a:pt x="160137" y="1037202"/>
                  </a:lnTo>
                  <a:lnTo>
                    <a:pt x="162601" y="1034806"/>
                  </a:lnTo>
                  <a:lnTo>
                    <a:pt x="165065" y="1032841"/>
                  </a:lnTo>
                  <a:lnTo>
                    <a:pt x="167528" y="1030637"/>
                  </a:lnTo>
                  <a:lnTo>
                    <a:pt x="169992" y="1027561"/>
                  </a:lnTo>
                  <a:lnTo>
                    <a:pt x="172456" y="1023006"/>
                  </a:lnTo>
                  <a:lnTo>
                    <a:pt x="174919" y="1016727"/>
                  </a:lnTo>
                  <a:lnTo>
                    <a:pt x="177383" y="1008724"/>
                  </a:lnTo>
                  <a:lnTo>
                    <a:pt x="179847" y="999107"/>
                  </a:lnTo>
                  <a:lnTo>
                    <a:pt x="182310" y="988068"/>
                  </a:lnTo>
                  <a:lnTo>
                    <a:pt x="184774" y="975798"/>
                  </a:lnTo>
                  <a:lnTo>
                    <a:pt x="187237" y="962433"/>
                  </a:lnTo>
                  <a:lnTo>
                    <a:pt x="189701" y="948017"/>
                  </a:lnTo>
                  <a:lnTo>
                    <a:pt x="192165" y="932501"/>
                  </a:lnTo>
                  <a:lnTo>
                    <a:pt x="194628" y="915761"/>
                  </a:lnTo>
                  <a:lnTo>
                    <a:pt x="197092" y="897624"/>
                  </a:lnTo>
                  <a:lnTo>
                    <a:pt x="199556" y="877906"/>
                  </a:lnTo>
                  <a:lnTo>
                    <a:pt x="202019" y="856425"/>
                  </a:lnTo>
                  <a:lnTo>
                    <a:pt x="204483" y="832923"/>
                  </a:lnTo>
                  <a:lnTo>
                    <a:pt x="206947" y="807131"/>
                  </a:lnTo>
                  <a:lnTo>
                    <a:pt x="209410" y="778866"/>
                  </a:lnTo>
                  <a:lnTo>
                    <a:pt x="211874" y="747740"/>
                  </a:lnTo>
                  <a:lnTo>
                    <a:pt x="214338" y="713261"/>
                  </a:lnTo>
                  <a:lnTo>
                    <a:pt x="216801" y="674864"/>
                  </a:lnTo>
                  <a:lnTo>
                    <a:pt x="219265" y="631985"/>
                  </a:lnTo>
                  <a:lnTo>
                    <a:pt x="221729" y="584171"/>
                  </a:lnTo>
                  <a:lnTo>
                    <a:pt x="224192" y="531205"/>
                  </a:lnTo>
                  <a:lnTo>
                    <a:pt x="226656" y="473243"/>
                  </a:lnTo>
                  <a:lnTo>
                    <a:pt x="229120" y="410930"/>
                  </a:lnTo>
                  <a:lnTo>
                    <a:pt x="231583" y="345476"/>
                  </a:lnTo>
                  <a:lnTo>
                    <a:pt x="234047" y="278671"/>
                  </a:lnTo>
                  <a:lnTo>
                    <a:pt x="236511" y="212873"/>
                  </a:lnTo>
                  <a:lnTo>
                    <a:pt x="238974" y="151384"/>
                  </a:lnTo>
                  <a:lnTo>
                    <a:pt x="241438" y="97042"/>
                  </a:lnTo>
                  <a:lnTo>
                    <a:pt x="243902" y="52625"/>
                  </a:lnTo>
                  <a:lnTo>
                    <a:pt x="246365" y="20539"/>
                  </a:lnTo>
                  <a:lnTo>
                    <a:pt x="248829" y="2621"/>
                  </a:lnTo>
                  <a:lnTo>
                    <a:pt x="251293" y="0"/>
                  </a:lnTo>
                  <a:lnTo>
                    <a:pt x="253756" y="13031"/>
                  </a:lnTo>
                  <a:lnTo>
                    <a:pt x="256220" y="41304"/>
                  </a:lnTo>
                  <a:lnTo>
                    <a:pt x="258684" y="83724"/>
                  </a:lnTo>
                  <a:lnTo>
                    <a:pt x="261147" y="138637"/>
                  </a:lnTo>
                  <a:lnTo>
                    <a:pt x="263611" y="203995"/>
                  </a:lnTo>
                  <a:lnTo>
                    <a:pt x="266075" y="277523"/>
                  </a:lnTo>
                  <a:lnTo>
                    <a:pt x="268538" y="356869"/>
                  </a:lnTo>
                  <a:lnTo>
                    <a:pt x="271002" y="439799"/>
                  </a:lnTo>
                  <a:lnTo>
                    <a:pt x="273465" y="523736"/>
                  </a:lnTo>
                  <a:lnTo>
                    <a:pt x="275929" y="606688"/>
                  </a:lnTo>
                  <a:lnTo>
                    <a:pt x="278393" y="686927"/>
                  </a:lnTo>
                  <a:lnTo>
                    <a:pt x="280856" y="762952"/>
                  </a:lnTo>
                  <a:lnTo>
                    <a:pt x="283320" y="833508"/>
                  </a:lnTo>
                  <a:lnTo>
                    <a:pt x="285784" y="897622"/>
                  </a:lnTo>
                  <a:lnTo>
                    <a:pt x="288247" y="954620"/>
                  </a:lnTo>
                  <a:lnTo>
                    <a:pt x="290711" y="1004149"/>
                  </a:lnTo>
                  <a:lnTo>
                    <a:pt x="293175" y="1046175"/>
                  </a:lnTo>
                  <a:lnTo>
                    <a:pt x="295638" y="1080963"/>
                  </a:lnTo>
                  <a:lnTo>
                    <a:pt x="298102" y="1109029"/>
                  </a:lnTo>
                  <a:lnTo>
                    <a:pt x="300566" y="1131083"/>
                  </a:lnTo>
                  <a:lnTo>
                    <a:pt x="303029" y="1147760"/>
                  </a:lnTo>
                  <a:lnTo>
                    <a:pt x="305493" y="1160064"/>
                  </a:lnTo>
                  <a:lnTo>
                    <a:pt x="307957" y="1169040"/>
                  </a:lnTo>
                  <a:lnTo>
                    <a:pt x="310420" y="1175430"/>
                  </a:lnTo>
                  <a:lnTo>
                    <a:pt x="312884" y="1179867"/>
                  </a:lnTo>
                  <a:lnTo>
                    <a:pt x="315348" y="1182872"/>
                  </a:lnTo>
                  <a:lnTo>
                    <a:pt x="317811" y="1184856"/>
                  </a:lnTo>
                  <a:lnTo>
                    <a:pt x="320275" y="1186134"/>
                  </a:lnTo>
                  <a:lnTo>
                    <a:pt x="322739" y="1186935"/>
                  </a:lnTo>
                  <a:lnTo>
                    <a:pt x="325202" y="1187424"/>
                  </a:lnTo>
                  <a:lnTo>
                    <a:pt x="327666" y="1187714"/>
                  </a:lnTo>
                  <a:lnTo>
                    <a:pt x="330130" y="1187882"/>
                  </a:lnTo>
                  <a:lnTo>
                    <a:pt x="332593" y="1187976"/>
                  </a:lnTo>
                  <a:lnTo>
                    <a:pt x="335057" y="1188026"/>
                  </a:lnTo>
                  <a:lnTo>
                    <a:pt x="337521" y="1188052"/>
                  </a:lnTo>
                  <a:lnTo>
                    <a:pt x="339984" y="1188066"/>
                  </a:lnTo>
                  <a:lnTo>
                    <a:pt x="342448" y="1188073"/>
                  </a:lnTo>
                  <a:lnTo>
                    <a:pt x="344912" y="1188077"/>
                  </a:lnTo>
                  <a:lnTo>
                    <a:pt x="347375" y="1188078"/>
                  </a:lnTo>
                  <a:lnTo>
                    <a:pt x="349839" y="1188079"/>
                  </a:lnTo>
                  <a:lnTo>
                    <a:pt x="352303" y="1188080"/>
                  </a:lnTo>
                  <a:lnTo>
                    <a:pt x="354766" y="1188080"/>
                  </a:lnTo>
                  <a:lnTo>
                    <a:pt x="357230" y="1188080"/>
                  </a:lnTo>
                  <a:lnTo>
                    <a:pt x="359694" y="1188080"/>
                  </a:lnTo>
                  <a:lnTo>
                    <a:pt x="362157" y="1188080"/>
                  </a:lnTo>
                  <a:lnTo>
                    <a:pt x="364621" y="1188080"/>
                  </a:lnTo>
                  <a:lnTo>
                    <a:pt x="367084" y="1188080"/>
                  </a:lnTo>
                  <a:lnTo>
                    <a:pt x="369548" y="1188080"/>
                  </a:lnTo>
                  <a:lnTo>
                    <a:pt x="372012" y="1188080"/>
                  </a:lnTo>
                  <a:lnTo>
                    <a:pt x="374475" y="1188080"/>
                  </a:lnTo>
                  <a:lnTo>
                    <a:pt x="376939" y="1188080"/>
                  </a:lnTo>
                  <a:lnTo>
                    <a:pt x="379403" y="1188080"/>
                  </a:lnTo>
                  <a:lnTo>
                    <a:pt x="381866" y="1188080"/>
                  </a:lnTo>
                  <a:lnTo>
                    <a:pt x="384330" y="1188080"/>
                  </a:lnTo>
                  <a:lnTo>
                    <a:pt x="386794" y="1188080"/>
                  </a:lnTo>
                  <a:lnTo>
                    <a:pt x="389257" y="1188080"/>
                  </a:lnTo>
                  <a:lnTo>
                    <a:pt x="391721" y="1188080"/>
                  </a:lnTo>
                  <a:lnTo>
                    <a:pt x="394185" y="1188080"/>
                  </a:lnTo>
                  <a:lnTo>
                    <a:pt x="396648" y="1188080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433616" y="942319"/>
              <a:ext cx="1258929" cy="1183467"/>
            </a:xfrm>
            <a:custGeom>
              <a:avLst/>
              <a:pathLst>
                <a:path w="1258929" h="1183467">
                  <a:moveTo>
                    <a:pt x="0" y="1183467"/>
                  </a:moveTo>
                  <a:lnTo>
                    <a:pt x="2463" y="1183467"/>
                  </a:lnTo>
                  <a:lnTo>
                    <a:pt x="4927" y="1183467"/>
                  </a:lnTo>
                  <a:lnTo>
                    <a:pt x="7390" y="1183467"/>
                  </a:lnTo>
                  <a:lnTo>
                    <a:pt x="9854" y="1183467"/>
                  </a:lnTo>
                  <a:lnTo>
                    <a:pt x="12318" y="1183467"/>
                  </a:lnTo>
                  <a:lnTo>
                    <a:pt x="14781" y="1183467"/>
                  </a:lnTo>
                  <a:lnTo>
                    <a:pt x="17245" y="1183467"/>
                  </a:lnTo>
                  <a:lnTo>
                    <a:pt x="19709" y="1183467"/>
                  </a:lnTo>
                  <a:lnTo>
                    <a:pt x="22172" y="1183467"/>
                  </a:lnTo>
                  <a:lnTo>
                    <a:pt x="24636" y="1183467"/>
                  </a:lnTo>
                  <a:lnTo>
                    <a:pt x="27100" y="1183467"/>
                  </a:lnTo>
                  <a:lnTo>
                    <a:pt x="29563" y="1183467"/>
                  </a:lnTo>
                  <a:lnTo>
                    <a:pt x="32027" y="1183467"/>
                  </a:lnTo>
                  <a:lnTo>
                    <a:pt x="34491" y="1183467"/>
                  </a:lnTo>
                  <a:lnTo>
                    <a:pt x="36954" y="1183467"/>
                  </a:lnTo>
                  <a:lnTo>
                    <a:pt x="39418" y="1183467"/>
                  </a:lnTo>
                  <a:lnTo>
                    <a:pt x="41882" y="1183467"/>
                  </a:lnTo>
                  <a:lnTo>
                    <a:pt x="44345" y="1183467"/>
                  </a:lnTo>
                  <a:lnTo>
                    <a:pt x="46809" y="1183467"/>
                  </a:lnTo>
                  <a:lnTo>
                    <a:pt x="49273" y="1183467"/>
                  </a:lnTo>
                  <a:lnTo>
                    <a:pt x="51736" y="1183467"/>
                  </a:lnTo>
                  <a:lnTo>
                    <a:pt x="54200" y="1183467"/>
                  </a:lnTo>
                  <a:lnTo>
                    <a:pt x="56664" y="1183467"/>
                  </a:lnTo>
                  <a:lnTo>
                    <a:pt x="59127" y="1183467"/>
                  </a:lnTo>
                  <a:lnTo>
                    <a:pt x="61591" y="1183467"/>
                  </a:lnTo>
                  <a:lnTo>
                    <a:pt x="64055" y="1183467"/>
                  </a:lnTo>
                  <a:lnTo>
                    <a:pt x="66518" y="1183467"/>
                  </a:lnTo>
                  <a:lnTo>
                    <a:pt x="68982" y="1183466"/>
                  </a:lnTo>
                  <a:lnTo>
                    <a:pt x="71446" y="1183466"/>
                  </a:lnTo>
                  <a:lnTo>
                    <a:pt x="73909" y="1183464"/>
                  </a:lnTo>
                  <a:lnTo>
                    <a:pt x="76373" y="1183461"/>
                  </a:lnTo>
                  <a:lnTo>
                    <a:pt x="78837" y="1183457"/>
                  </a:lnTo>
                  <a:lnTo>
                    <a:pt x="81300" y="1183449"/>
                  </a:lnTo>
                  <a:lnTo>
                    <a:pt x="83764" y="1183437"/>
                  </a:lnTo>
                  <a:lnTo>
                    <a:pt x="86228" y="1183418"/>
                  </a:lnTo>
                  <a:lnTo>
                    <a:pt x="88691" y="1183388"/>
                  </a:lnTo>
                  <a:lnTo>
                    <a:pt x="91155" y="1183344"/>
                  </a:lnTo>
                  <a:lnTo>
                    <a:pt x="93618" y="1183279"/>
                  </a:lnTo>
                  <a:lnTo>
                    <a:pt x="96082" y="1183181"/>
                  </a:lnTo>
                  <a:lnTo>
                    <a:pt x="98546" y="1183038"/>
                  </a:lnTo>
                  <a:lnTo>
                    <a:pt x="101009" y="1182836"/>
                  </a:lnTo>
                  <a:lnTo>
                    <a:pt x="103473" y="1182555"/>
                  </a:lnTo>
                  <a:lnTo>
                    <a:pt x="105937" y="1182171"/>
                  </a:lnTo>
                  <a:lnTo>
                    <a:pt x="108400" y="1181657"/>
                  </a:lnTo>
                  <a:lnTo>
                    <a:pt x="110864" y="1180978"/>
                  </a:lnTo>
                  <a:lnTo>
                    <a:pt x="113328" y="1180096"/>
                  </a:lnTo>
                  <a:lnTo>
                    <a:pt x="115791" y="1178969"/>
                  </a:lnTo>
                  <a:lnTo>
                    <a:pt x="118255" y="1177552"/>
                  </a:lnTo>
                  <a:lnTo>
                    <a:pt x="120719" y="1175800"/>
                  </a:lnTo>
                  <a:lnTo>
                    <a:pt x="123182" y="1173624"/>
                  </a:lnTo>
                  <a:lnTo>
                    <a:pt x="125646" y="1171015"/>
                  </a:lnTo>
                  <a:lnTo>
                    <a:pt x="128110" y="1167956"/>
                  </a:lnTo>
                  <a:lnTo>
                    <a:pt x="130573" y="1164437"/>
                  </a:lnTo>
                  <a:lnTo>
                    <a:pt x="133037" y="1160471"/>
                  </a:lnTo>
                  <a:lnTo>
                    <a:pt x="135501" y="1156093"/>
                  </a:lnTo>
                  <a:lnTo>
                    <a:pt x="137964" y="1151361"/>
                  </a:lnTo>
                  <a:lnTo>
                    <a:pt x="140428" y="1146356"/>
                  </a:lnTo>
                  <a:lnTo>
                    <a:pt x="142892" y="1141177"/>
                  </a:lnTo>
                  <a:lnTo>
                    <a:pt x="145355" y="1135937"/>
                  </a:lnTo>
                  <a:lnTo>
                    <a:pt x="147819" y="1130753"/>
                  </a:lnTo>
                  <a:lnTo>
                    <a:pt x="150283" y="1125766"/>
                  </a:lnTo>
                  <a:lnTo>
                    <a:pt x="152746" y="1121056"/>
                  </a:lnTo>
                  <a:lnTo>
                    <a:pt x="155210" y="1116679"/>
                  </a:lnTo>
                  <a:lnTo>
                    <a:pt x="157674" y="1112656"/>
                  </a:lnTo>
                  <a:lnTo>
                    <a:pt x="160137" y="1108975"/>
                  </a:lnTo>
                  <a:lnTo>
                    <a:pt x="162601" y="1105595"/>
                  </a:lnTo>
                  <a:lnTo>
                    <a:pt x="165065" y="1102446"/>
                  </a:lnTo>
                  <a:lnTo>
                    <a:pt x="167528" y="1099448"/>
                  </a:lnTo>
                  <a:lnTo>
                    <a:pt x="169992" y="1096510"/>
                  </a:lnTo>
                  <a:lnTo>
                    <a:pt x="172456" y="1093550"/>
                  </a:lnTo>
                  <a:lnTo>
                    <a:pt x="174919" y="1090493"/>
                  </a:lnTo>
                  <a:lnTo>
                    <a:pt x="177383" y="1087272"/>
                  </a:lnTo>
                  <a:lnTo>
                    <a:pt x="179847" y="1083879"/>
                  </a:lnTo>
                  <a:lnTo>
                    <a:pt x="182310" y="1080314"/>
                  </a:lnTo>
                  <a:lnTo>
                    <a:pt x="184774" y="1076599"/>
                  </a:lnTo>
                  <a:lnTo>
                    <a:pt x="187237" y="1072768"/>
                  </a:lnTo>
                  <a:lnTo>
                    <a:pt x="189701" y="1068865"/>
                  </a:lnTo>
                  <a:lnTo>
                    <a:pt x="192165" y="1064940"/>
                  </a:lnTo>
                  <a:lnTo>
                    <a:pt x="194628" y="1061047"/>
                  </a:lnTo>
                  <a:lnTo>
                    <a:pt x="197092" y="1057243"/>
                  </a:lnTo>
                  <a:lnTo>
                    <a:pt x="199556" y="1053585"/>
                  </a:lnTo>
                  <a:lnTo>
                    <a:pt x="202019" y="1050140"/>
                  </a:lnTo>
                  <a:lnTo>
                    <a:pt x="204483" y="1046989"/>
                  </a:lnTo>
                  <a:lnTo>
                    <a:pt x="206947" y="1044173"/>
                  </a:lnTo>
                  <a:lnTo>
                    <a:pt x="209410" y="1041741"/>
                  </a:lnTo>
                  <a:lnTo>
                    <a:pt x="211874" y="1039736"/>
                  </a:lnTo>
                  <a:lnTo>
                    <a:pt x="214338" y="1038184"/>
                  </a:lnTo>
                  <a:lnTo>
                    <a:pt x="216801" y="1037094"/>
                  </a:lnTo>
                  <a:lnTo>
                    <a:pt x="219265" y="1036444"/>
                  </a:lnTo>
                  <a:lnTo>
                    <a:pt x="221729" y="1036181"/>
                  </a:lnTo>
                  <a:lnTo>
                    <a:pt x="224192" y="1036211"/>
                  </a:lnTo>
                  <a:lnTo>
                    <a:pt x="226656" y="1036399"/>
                  </a:lnTo>
                  <a:lnTo>
                    <a:pt x="229120" y="1036548"/>
                  </a:lnTo>
                  <a:lnTo>
                    <a:pt x="231583" y="1036377"/>
                  </a:lnTo>
                  <a:lnTo>
                    <a:pt x="234047" y="1035613"/>
                  </a:lnTo>
                  <a:lnTo>
                    <a:pt x="236511" y="1033966"/>
                  </a:lnTo>
                  <a:lnTo>
                    <a:pt x="238974" y="1031146"/>
                  </a:lnTo>
                  <a:lnTo>
                    <a:pt x="241438" y="1026888"/>
                  </a:lnTo>
                  <a:lnTo>
                    <a:pt x="243902" y="1020971"/>
                  </a:lnTo>
                  <a:lnTo>
                    <a:pt x="246365" y="1013237"/>
                  </a:lnTo>
                  <a:lnTo>
                    <a:pt x="248829" y="1003611"/>
                  </a:lnTo>
                  <a:lnTo>
                    <a:pt x="251293" y="992105"/>
                  </a:lnTo>
                  <a:lnTo>
                    <a:pt x="253756" y="978822"/>
                  </a:lnTo>
                  <a:lnTo>
                    <a:pt x="256220" y="963862"/>
                  </a:lnTo>
                  <a:lnTo>
                    <a:pt x="258684" y="947544"/>
                  </a:lnTo>
                  <a:lnTo>
                    <a:pt x="261147" y="930214"/>
                  </a:lnTo>
                  <a:lnTo>
                    <a:pt x="263611" y="912111"/>
                  </a:lnTo>
                  <a:lnTo>
                    <a:pt x="266075" y="893400"/>
                  </a:lnTo>
                  <a:lnTo>
                    <a:pt x="268538" y="874141"/>
                  </a:lnTo>
                  <a:lnTo>
                    <a:pt x="271002" y="854254"/>
                  </a:lnTo>
                  <a:lnTo>
                    <a:pt x="273465" y="833501"/>
                  </a:lnTo>
                  <a:lnTo>
                    <a:pt x="275929" y="811479"/>
                  </a:lnTo>
                  <a:lnTo>
                    <a:pt x="278393" y="787627"/>
                  </a:lnTo>
                  <a:lnTo>
                    <a:pt x="280856" y="761247"/>
                  </a:lnTo>
                  <a:lnTo>
                    <a:pt x="283320" y="731205"/>
                  </a:lnTo>
                  <a:lnTo>
                    <a:pt x="285784" y="696708"/>
                  </a:lnTo>
                  <a:lnTo>
                    <a:pt x="288247" y="657139"/>
                  </a:lnTo>
                  <a:lnTo>
                    <a:pt x="290711" y="611949"/>
                  </a:lnTo>
                  <a:lnTo>
                    <a:pt x="293175" y="560864"/>
                  </a:lnTo>
                  <a:lnTo>
                    <a:pt x="295638" y="503981"/>
                  </a:lnTo>
                  <a:lnTo>
                    <a:pt x="298102" y="441853"/>
                  </a:lnTo>
                  <a:lnTo>
                    <a:pt x="300566" y="375561"/>
                  </a:lnTo>
                  <a:lnTo>
                    <a:pt x="303029" y="306754"/>
                  </a:lnTo>
                  <a:lnTo>
                    <a:pt x="305493" y="237648"/>
                  </a:lnTo>
                  <a:lnTo>
                    <a:pt x="307957" y="170988"/>
                  </a:lnTo>
                  <a:lnTo>
                    <a:pt x="310420" y="110872"/>
                  </a:lnTo>
                  <a:lnTo>
                    <a:pt x="312884" y="60737"/>
                  </a:lnTo>
                  <a:lnTo>
                    <a:pt x="315348" y="23758"/>
                  </a:lnTo>
                  <a:lnTo>
                    <a:pt x="317811" y="2792"/>
                  </a:lnTo>
                  <a:lnTo>
                    <a:pt x="320275" y="0"/>
                  </a:lnTo>
                  <a:lnTo>
                    <a:pt x="322739" y="16623"/>
                  </a:lnTo>
                  <a:lnTo>
                    <a:pt x="325202" y="52837"/>
                  </a:lnTo>
                  <a:lnTo>
                    <a:pt x="327666" y="107682"/>
                  </a:lnTo>
                  <a:lnTo>
                    <a:pt x="330130" y="179105"/>
                  </a:lnTo>
                  <a:lnTo>
                    <a:pt x="332593" y="264104"/>
                  </a:lnTo>
                  <a:lnTo>
                    <a:pt x="335057" y="358957"/>
                  </a:lnTo>
                  <a:lnTo>
                    <a:pt x="337521" y="459590"/>
                  </a:lnTo>
                  <a:lnTo>
                    <a:pt x="339984" y="560794"/>
                  </a:lnTo>
                  <a:lnTo>
                    <a:pt x="342448" y="658874"/>
                  </a:lnTo>
                  <a:lnTo>
                    <a:pt x="344912" y="750783"/>
                  </a:lnTo>
                  <a:lnTo>
                    <a:pt x="347375" y="834239"/>
                  </a:lnTo>
                  <a:lnTo>
                    <a:pt x="349839" y="907777"/>
                  </a:lnTo>
                  <a:lnTo>
                    <a:pt x="352303" y="970710"/>
                  </a:lnTo>
                  <a:lnTo>
                    <a:pt x="354766" y="1023045"/>
                  </a:lnTo>
                  <a:lnTo>
                    <a:pt x="357230" y="1065346"/>
                  </a:lnTo>
                  <a:lnTo>
                    <a:pt x="359694" y="1098581"/>
                  </a:lnTo>
                  <a:lnTo>
                    <a:pt x="362157" y="1123875"/>
                  </a:lnTo>
                  <a:lnTo>
                    <a:pt x="364621" y="1142169"/>
                  </a:lnTo>
                  <a:lnTo>
                    <a:pt x="367084" y="1155491"/>
                  </a:lnTo>
                  <a:lnTo>
                    <a:pt x="369548" y="1164953"/>
                  </a:lnTo>
                  <a:lnTo>
                    <a:pt x="372012" y="1171505"/>
                  </a:lnTo>
                  <a:lnTo>
                    <a:pt x="374475" y="1175926"/>
                  </a:lnTo>
                  <a:lnTo>
                    <a:pt x="376939" y="1178832"/>
                  </a:lnTo>
                  <a:lnTo>
                    <a:pt x="379403" y="1180690"/>
                  </a:lnTo>
                  <a:lnTo>
                    <a:pt x="381866" y="1181847"/>
                  </a:lnTo>
                  <a:lnTo>
                    <a:pt x="384330" y="1182547"/>
                  </a:lnTo>
                  <a:lnTo>
                    <a:pt x="386794" y="1182958"/>
                  </a:lnTo>
                  <a:lnTo>
                    <a:pt x="389257" y="1183191"/>
                  </a:lnTo>
                  <a:lnTo>
                    <a:pt x="391721" y="1183317"/>
                  </a:lnTo>
                  <a:lnTo>
                    <a:pt x="394185" y="1183387"/>
                  </a:lnTo>
                  <a:lnTo>
                    <a:pt x="396648" y="1183426"/>
                  </a:lnTo>
                  <a:lnTo>
                    <a:pt x="399112" y="1183447"/>
                  </a:lnTo>
                  <a:lnTo>
                    <a:pt x="401576" y="1183457"/>
                  </a:lnTo>
                  <a:lnTo>
                    <a:pt x="404039" y="1183463"/>
                  </a:lnTo>
                  <a:lnTo>
                    <a:pt x="406503" y="1183465"/>
                  </a:lnTo>
                  <a:lnTo>
                    <a:pt x="408967" y="1183466"/>
                  </a:lnTo>
                  <a:lnTo>
                    <a:pt x="411430" y="1183467"/>
                  </a:lnTo>
                  <a:lnTo>
                    <a:pt x="413894" y="1183467"/>
                  </a:lnTo>
                  <a:lnTo>
                    <a:pt x="416358" y="1183467"/>
                  </a:lnTo>
                  <a:lnTo>
                    <a:pt x="418821" y="1183467"/>
                  </a:lnTo>
                  <a:lnTo>
                    <a:pt x="421285" y="1183467"/>
                  </a:lnTo>
                  <a:lnTo>
                    <a:pt x="423749" y="1183467"/>
                  </a:lnTo>
                  <a:lnTo>
                    <a:pt x="426212" y="1183467"/>
                  </a:lnTo>
                  <a:lnTo>
                    <a:pt x="428676" y="1183467"/>
                  </a:lnTo>
                  <a:lnTo>
                    <a:pt x="431140" y="1183467"/>
                  </a:lnTo>
                  <a:lnTo>
                    <a:pt x="433603" y="1183467"/>
                  </a:lnTo>
                  <a:lnTo>
                    <a:pt x="436067" y="1183467"/>
                  </a:lnTo>
                  <a:lnTo>
                    <a:pt x="438531" y="1183467"/>
                  </a:lnTo>
                  <a:lnTo>
                    <a:pt x="440994" y="1183467"/>
                  </a:lnTo>
                  <a:lnTo>
                    <a:pt x="443458" y="1183467"/>
                  </a:lnTo>
                  <a:lnTo>
                    <a:pt x="445922" y="1183467"/>
                  </a:lnTo>
                  <a:lnTo>
                    <a:pt x="448385" y="1183467"/>
                  </a:lnTo>
                  <a:lnTo>
                    <a:pt x="450849" y="1183467"/>
                  </a:lnTo>
                  <a:lnTo>
                    <a:pt x="453312" y="1183467"/>
                  </a:lnTo>
                  <a:lnTo>
                    <a:pt x="455776" y="1183467"/>
                  </a:lnTo>
                  <a:lnTo>
                    <a:pt x="458240" y="1183467"/>
                  </a:lnTo>
                  <a:lnTo>
                    <a:pt x="460703" y="1183467"/>
                  </a:lnTo>
                  <a:lnTo>
                    <a:pt x="463167" y="1183467"/>
                  </a:lnTo>
                  <a:lnTo>
                    <a:pt x="465631" y="1183467"/>
                  </a:lnTo>
                  <a:lnTo>
                    <a:pt x="468094" y="1183467"/>
                  </a:lnTo>
                  <a:lnTo>
                    <a:pt x="470558" y="1183467"/>
                  </a:lnTo>
                  <a:lnTo>
                    <a:pt x="473022" y="1183467"/>
                  </a:lnTo>
                  <a:lnTo>
                    <a:pt x="475485" y="1183467"/>
                  </a:lnTo>
                  <a:lnTo>
                    <a:pt x="477949" y="1183467"/>
                  </a:lnTo>
                  <a:lnTo>
                    <a:pt x="480413" y="1183467"/>
                  </a:lnTo>
                  <a:lnTo>
                    <a:pt x="482876" y="1183467"/>
                  </a:lnTo>
                  <a:lnTo>
                    <a:pt x="485340" y="1183467"/>
                  </a:lnTo>
                  <a:lnTo>
                    <a:pt x="487804" y="1183467"/>
                  </a:lnTo>
                  <a:lnTo>
                    <a:pt x="490267" y="1183467"/>
                  </a:lnTo>
                  <a:lnTo>
                    <a:pt x="492731" y="1183467"/>
                  </a:lnTo>
                  <a:lnTo>
                    <a:pt x="495195" y="1183467"/>
                  </a:lnTo>
                  <a:lnTo>
                    <a:pt x="497658" y="1183467"/>
                  </a:lnTo>
                  <a:lnTo>
                    <a:pt x="500122" y="1183467"/>
                  </a:lnTo>
                  <a:lnTo>
                    <a:pt x="502586" y="1183467"/>
                  </a:lnTo>
                  <a:lnTo>
                    <a:pt x="505049" y="1183467"/>
                  </a:lnTo>
                  <a:lnTo>
                    <a:pt x="507513" y="1183467"/>
                  </a:lnTo>
                  <a:lnTo>
                    <a:pt x="509977" y="1183467"/>
                  </a:lnTo>
                  <a:lnTo>
                    <a:pt x="512440" y="1183467"/>
                  </a:lnTo>
                  <a:lnTo>
                    <a:pt x="514904" y="1183467"/>
                  </a:lnTo>
                  <a:lnTo>
                    <a:pt x="517368" y="1183467"/>
                  </a:lnTo>
                  <a:lnTo>
                    <a:pt x="519831" y="1183467"/>
                  </a:lnTo>
                  <a:lnTo>
                    <a:pt x="522295" y="1183467"/>
                  </a:lnTo>
                  <a:lnTo>
                    <a:pt x="524759" y="1183467"/>
                  </a:lnTo>
                  <a:lnTo>
                    <a:pt x="527222" y="1183467"/>
                  </a:lnTo>
                  <a:lnTo>
                    <a:pt x="529686" y="1183467"/>
                  </a:lnTo>
                  <a:lnTo>
                    <a:pt x="532150" y="1183467"/>
                  </a:lnTo>
                  <a:lnTo>
                    <a:pt x="534613" y="1183467"/>
                  </a:lnTo>
                  <a:lnTo>
                    <a:pt x="537077" y="1183467"/>
                  </a:lnTo>
                  <a:lnTo>
                    <a:pt x="539541" y="1183467"/>
                  </a:lnTo>
                  <a:lnTo>
                    <a:pt x="542004" y="1183467"/>
                  </a:lnTo>
                  <a:lnTo>
                    <a:pt x="544468" y="1183467"/>
                  </a:lnTo>
                  <a:lnTo>
                    <a:pt x="546931" y="1183467"/>
                  </a:lnTo>
                  <a:lnTo>
                    <a:pt x="549395" y="1183467"/>
                  </a:lnTo>
                  <a:lnTo>
                    <a:pt x="551859" y="1183467"/>
                  </a:lnTo>
                  <a:lnTo>
                    <a:pt x="554322" y="1183467"/>
                  </a:lnTo>
                  <a:lnTo>
                    <a:pt x="556786" y="1183467"/>
                  </a:lnTo>
                  <a:lnTo>
                    <a:pt x="559250" y="1183467"/>
                  </a:lnTo>
                  <a:lnTo>
                    <a:pt x="561713" y="1183467"/>
                  </a:lnTo>
                  <a:lnTo>
                    <a:pt x="564177" y="1183467"/>
                  </a:lnTo>
                  <a:lnTo>
                    <a:pt x="566641" y="1183467"/>
                  </a:lnTo>
                  <a:lnTo>
                    <a:pt x="569104" y="1183467"/>
                  </a:lnTo>
                  <a:lnTo>
                    <a:pt x="571568" y="1183467"/>
                  </a:lnTo>
                  <a:lnTo>
                    <a:pt x="574032" y="1183467"/>
                  </a:lnTo>
                  <a:lnTo>
                    <a:pt x="576495" y="1183467"/>
                  </a:lnTo>
                  <a:lnTo>
                    <a:pt x="578959" y="1183467"/>
                  </a:lnTo>
                  <a:lnTo>
                    <a:pt x="581423" y="1183467"/>
                  </a:lnTo>
                  <a:lnTo>
                    <a:pt x="583886" y="1183467"/>
                  </a:lnTo>
                  <a:lnTo>
                    <a:pt x="586350" y="1183467"/>
                  </a:lnTo>
                  <a:lnTo>
                    <a:pt x="588814" y="1183467"/>
                  </a:lnTo>
                  <a:lnTo>
                    <a:pt x="591277" y="1183467"/>
                  </a:lnTo>
                  <a:lnTo>
                    <a:pt x="593741" y="1183467"/>
                  </a:lnTo>
                  <a:lnTo>
                    <a:pt x="596205" y="1183467"/>
                  </a:lnTo>
                  <a:lnTo>
                    <a:pt x="598668" y="1183467"/>
                  </a:lnTo>
                  <a:lnTo>
                    <a:pt x="601132" y="1183467"/>
                  </a:lnTo>
                  <a:lnTo>
                    <a:pt x="603596" y="1183467"/>
                  </a:lnTo>
                  <a:lnTo>
                    <a:pt x="606059" y="1183467"/>
                  </a:lnTo>
                  <a:lnTo>
                    <a:pt x="608523" y="1183467"/>
                  </a:lnTo>
                  <a:lnTo>
                    <a:pt x="610987" y="1183467"/>
                  </a:lnTo>
                  <a:lnTo>
                    <a:pt x="613450" y="1183467"/>
                  </a:lnTo>
                  <a:lnTo>
                    <a:pt x="615914" y="1183467"/>
                  </a:lnTo>
                  <a:lnTo>
                    <a:pt x="618378" y="1183467"/>
                  </a:lnTo>
                  <a:lnTo>
                    <a:pt x="620841" y="1183467"/>
                  </a:lnTo>
                  <a:lnTo>
                    <a:pt x="623305" y="1183467"/>
                  </a:lnTo>
                  <a:lnTo>
                    <a:pt x="625769" y="1183467"/>
                  </a:lnTo>
                  <a:lnTo>
                    <a:pt x="628232" y="1183467"/>
                  </a:lnTo>
                  <a:lnTo>
                    <a:pt x="630696" y="1183467"/>
                  </a:lnTo>
                  <a:lnTo>
                    <a:pt x="633159" y="1183467"/>
                  </a:lnTo>
                  <a:lnTo>
                    <a:pt x="635623" y="1183467"/>
                  </a:lnTo>
                  <a:lnTo>
                    <a:pt x="638087" y="1183467"/>
                  </a:lnTo>
                  <a:lnTo>
                    <a:pt x="640550" y="1183467"/>
                  </a:lnTo>
                  <a:lnTo>
                    <a:pt x="643014" y="1183467"/>
                  </a:lnTo>
                  <a:lnTo>
                    <a:pt x="645478" y="1183467"/>
                  </a:lnTo>
                  <a:lnTo>
                    <a:pt x="647941" y="1183467"/>
                  </a:lnTo>
                  <a:lnTo>
                    <a:pt x="650405" y="1183467"/>
                  </a:lnTo>
                  <a:lnTo>
                    <a:pt x="652869" y="1183467"/>
                  </a:lnTo>
                  <a:lnTo>
                    <a:pt x="655332" y="1183467"/>
                  </a:lnTo>
                  <a:lnTo>
                    <a:pt x="657796" y="1183467"/>
                  </a:lnTo>
                  <a:lnTo>
                    <a:pt x="660260" y="1183467"/>
                  </a:lnTo>
                  <a:lnTo>
                    <a:pt x="662723" y="1183467"/>
                  </a:lnTo>
                  <a:lnTo>
                    <a:pt x="665187" y="1183467"/>
                  </a:lnTo>
                  <a:lnTo>
                    <a:pt x="667651" y="1183467"/>
                  </a:lnTo>
                  <a:lnTo>
                    <a:pt x="670114" y="1183467"/>
                  </a:lnTo>
                  <a:lnTo>
                    <a:pt x="672578" y="1183467"/>
                  </a:lnTo>
                  <a:lnTo>
                    <a:pt x="675042" y="1183467"/>
                  </a:lnTo>
                  <a:lnTo>
                    <a:pt x="677505" y="1183467"/>
                  </a:lnTo>
                  <a:lnTo>
                    <a:pt x="679969" y="1183467"/>
                  </a:lnTo>
                  <a:lnTo>
                    <a:pt x="682433" y="1183467"/>
                  </a:lnTo>
                  <a:lnTo>
                    <a:pt x="684896" y="1183467"/>
                  </a:lnTo>
                  <a:lnTo>
                    <a:pt x="687360" y="1183467"/>
                  </a:lnTo>
                  <a:lnTo>
                    <a:pt x="689824" y="1183467"/>
                  </a:lnTo>
                  <a:lnTo>
                    <a:pt x="692287" y="1183467"/>
                  </a:lnTo>
                  <a:lnTo>
                    <a:pt x="694751" y="1183467"/>
                  </a:lnTo>
                  <a:lnTo>
                    <a:pt x="697215" y="1183467"/>
                  </a:lnTo>
                  <a:lnTo>
                    <a:pt x="699678" y="1183467"/>
                  </a:lnTo>
                  <a:lnTo>
                    <a:pt x="702142" y="1183467"/>
                  </a:lnTo>
                  <a:lnTo>
                    <a:pt x="704606" y="1183467"/>
                  </a:lnTo>
                  <a:lnTo>
                    <a:pt x="707069" y="1183467"/>
                  </a:lnTo>
                  <a:lnTo>
                    <a:pt x="709533" y="1183467"/>
                  </a:lnTo>
                  <a:lnTo>
                    <a:pt x="711997" y="1183467"/>
                  </a:lnTo>
                  <a:lnTo>
                    <a:pt x="714460" y="1183467"/>
                  </a:lnTo>
                  <a:lnTo>
                    <a:pt x="716924" y="1183467"/>
                  </a:lnTo>
                  <a:lnTo>
                    <a:pt x="719388" y="1183467"/>
                  </a:lnTo>
                  <a:lnTo>
                    <a:pt x="721851" y="1183467"/>
                  </a:lnTo>
                  <a:lnTo>
                    <a:pt x="724315" y="1183467"/>
                  </a:lnTo>
                  <a:lnTo>
                    <a:pt x="726778" y="1183467"/>
                  </a:lnTo>
                  <a:lnTo>
                    <a:pt x="729242" y="1183467"/>
                  </a:lnTo>
                  <a:lnTo>
                    <a:pt x="731706" y="1183467"/>
                  </a:lnTo>
                  <a:lnTo>
                    <a:pt x="734169" y="1183467"/>
                  </a:lnTo>
                  <a:lnTo>
                    <a:pt x="736633" y="1183467"/>
                  </a:lnTo>
                  <a:lnTo>
                    <a:pt x="739097" y="1183467"/>
                  </a:lnTo>
                  <a:lnTo>
                    <a:pt x="741560" y="1183467"/>
                  </a:lnTo>
                  <a:lnTo>
                    <a:pt x="744024" y="1183467"/>
                  </a:lnTo>
                  <a:lnTo>
                    <a:pt x="746488" y="1183467"/>
                  </a:lnTo>
                  <a:lnTo>
                    <a:pt x="748951" y="1183467"/>
                  </a:lnTo>
                  <a:lnTo>
                    <a:pt x="751415" y="1183467"/>
                  </a:lnTo>
                  <a:lnTo>
                    <a:pt x="753879" y="1183467"/>
                  </a:lnTo>
                  <a:lnTo>
                    <a:pt x="756342" y="1183467"/>
                  </a:lnTo>
                  <a:lnTo>
                    <a:pt x="758806" y="1183467"/>
                  </a:lnTo>
                  <a:lnTo>
                    <a:pt x="761270" y="1183467"/>
                  </a:lnTo>
                  <a:lnTo>
                    <a:pt x="763733" y="1183467"/>
                  </a:lnTo>
                  <a:lnTo>
                    <a:pt x="766197" y="1183467"/>
                  </a:lnTo>
                  <a:lnTo>
                    <a:pt x="768661" y="1183467"/>
                  </a:lnTo>
                  <a:lnTo>
                    <a:pt x="771124" y="1183467"/>
                  </a:lnTo>
                  <a:lnTo>
                    <a:pt x="773588" y="1183467"/>
                  </a:lnTo>
                  <a:lnTo>
                    <a:pt x="776052" y="1183467"/>
                  </a:lnTo>
                  <a:lnTo>
                    <a:pt x="778515" y="1183467"/>
                  </a:lnTo>
                  <a:lnTo>
                    <a:pt x="780979" y="1183467"/>
                  </a:lnTo>
                  <a:lnTo>
                    <a:pt x="783443" y="1183467"/>
                  </a:lnTo>
                  <a:lnTo>
                    <a:pt x="785906" y="1183467"/>
                  </a:lnTo>
                  <a:lnTo>
                    <a:pt x="788370" y="1183467"/>
                  </a:lnTo>
                  <a:lnTo>
                    <a:pt x="790834" y="1183467"/>
                  </a:lnTo>
                  <a:lnTo>
                    <a:pt x="793297" y="1183467"/>
                  </a:lnTo>
                  <a:lnTo>
                    <a:pt x="795761" y="1183467"/>
                  </a:lnTo>
                  <a:lnTo>
                    <a:pt x="798225" y="1183467"/>
                  </a:lnTo>
                  <a:lnTo>
                    <a:pt x="800688" y="1183467"/>
                  </a:lnTo>
                  <a:lnTo>
                    <a:pt x="803152" y="1183467"/>
                  </a:lnTo>
                  <a:lnTo>
                    <a:pt x="805616" y="1183467"/>
                  </a:lnTo>
                  <a:lnTo>
                    <a:pt x="808079" y="1183467"/>
                  </a:lnTo>
                  <a:lnTo>
                    <a:pt x="810543" y="1183467"/>
                  </a:lnTo>
                  <a:lnTo>
                    <a:pt x="813006" y="1183467"/>
                  </a:lnTo>
                  <a:lnTo>
                    <a:pt x="815470" y="1183467"/>
                  </a:lnTo>
                  <a:lnTo>
                    <a:pt x="817934" y="1183467"/>
                  </a:lnTo>
                  <a:lnTo>
                    <a:pt x="820397" y="1183467"/>
                  </a:lnTo>
                  <a:lnTo>
                    <a:pt x="822861" y="1183467"/>
                  </a:lnTo>
                  <a:lnTo>
                    <a:pt x="825325" y="1183467"/>
                  </a:lnTo>
                  <a:lnTo>
                    <a:pt x="827788" y="1183467"/>
                  </a:lnTo>
                  <a:lnTo>
                    <a:pt x="830252" y="1183467"/>
                  </a:lnTo>
                  <a:lnTo>
                    <a:pt x="832716" y="1183467"/>
                  </a:lnTo>
                  <a:lnTo>
                    <a:pt x="835179" y="1183467"/>
                  </a:lnTo>
                  <a:lnTo>
                    <a:pt x="837643" y="1183467"/>
                  </a:lnTo>
                  <a:lnTo>
                    <a:pt x="840107" y="1183467"/>
                  </a:lnTo>
                  <a:lnTo>
                    <a:pt x="842570" y="1183467"/>
                  </a:lnTo>
                  <a:lnTo>
                    <a:pt x="845034" y="1183467"/>
                  </a:lnTo>
                  <a:lnTo>
                    <a:pt x="847498" y="1183467"/>
                  </a:lnTo>
                  <a:lnTo>
                    <a:pt x="849961" y="1183467"/>
                  </a:lnTo>
                  <a:lnTo>
                    <a:pt x="852425" y="1183467"/>
                  </a:lnTo>
                  <a:lnTo>
                    <a:pt x="854889" y="1183467"/>
                  </a:lnTo>
                  <a:lnTo>
                    <a:pt x="857352" y="1183467"/>
                  </a:lnTo>
                  <a:lnTo>
                    <a:pt x="859816" y="1183467"/>
                  </a:lnTo>
                  <a:lnTo>
                    <a:pt x="862280" y="1183467"/>
                  </a:lnTo>
                  <a:lnTo>
                    <a:pt x="864743" y="1183467"/>
                  </a:lnTo>
                  <a:lnTo>
                    <a:pt x="867207" y="1183467"/>
                  </a:lnTo>
                  <a:lnTo>
                    <a:pt x="869671" y="1183467"/>
                  </a:lnTo>
                  <a:lnTo>
                    <a:pt x="872134" y="1183467"/>
                  </a:lnTo>
                  <a:lnTo>
                    <a:pt x="874598" y="1183467"/>
                  </a:lnTo>
                  <a:lnTo>
                    <a:pt x="877062" y="1183467"/>
                  </a:lnTo>
                  <a:lnTo>
                    <a:pt x="879525" y="1183467"/>
                  </a:lnTo>
                  <a:lnTo>
                    <a:pt x="881989" y="1183467"/>
                  </a:lnTo>
                  <a:lnTo>
                    <a:pt x="884453" y="1183467"/>
                  </a:lnTo>
                  <a:lnTo>
                    <a:pt x="886916" y="1183467"/>
                  </a:lnTo>
                  <a:lnTo>
                    <a:pt x="889380" y="1183467"/>
                  </a:lnTo>
                  <a:lnTo>
                    <a:pt x="891844" y="1183467"/>
                  </a:lnTo>
                  <a:lnTo>
                    <a:pt x="894307" y="1183467"/>
                  </a:lnTo>
                  <a:lnTo>
                    <a:pt x="896771" y="1183467"/>
                  </a:lnTo>
                  <a:lnTo>
                    <a:pt x="899235" y="1183467"/>
                  </a:lnTo>
                  <a:lnTo>
                    <a:pt x="901698" y="1183467"/>
                  </a:lnTo>
                  <a:lnTo>
                    <a:pt x="904162" y="1183467"/>
                  </a:lnTo>
                  <a:lnTo>
                    <a:pt x="906625" y="1183467"/>
                  </a:lnTo>
                  <a:lnTo>
                    <a:pt x="909089" y="1183467"/>
                  </a:lnTo>
                  <a:lnTo>
                    <a:pt x="911553" y="1183467"/>
                  </a:lnTo>
                  <a:lnTo>
                    <a:pt x="914016" y="1183467"/>
                  </a:lnTo>
                  <a:lnTo>
                    <a:pt x="916480" y="1183467"/>
                  </a:lnTo>
                  <a:lnTo>
                    <a:pt x="918944" y="1183467"/>
                  </a:lnTo>
                  <a:lnTo>
                    <a:pt x="921407" y="1183467"/>
                  </a:lnTo>
                  <a:lnTo>
                    <a:pt x="923871" y="1183467"/>
                  </a:lnTo>
                  <a:lnTo>
                    <a:pt x="926335" y="1183467"/>
                  </a:lnTo>
                  <a:lnTo>
                    <a:pt x="928798" y="1183467"/>
                  </a:lnTo>
                  <a:lnTo>
                    <a:pt x="931262" y="1183467"/>
                  </a:lnTo>
                  <a:lnTo>
                    <a:pt x="933726" y="1183467"/>
                  </a:lnTo>
                  <a:lnTo>
                    <a:pt x="936189" y="1183467"/>
                  </a:lnTo>
                  <a:lnTo>
                    <a:pt x="938653" y="1183467"/>
                  </a:lnTo>
                  <a:lnTo>
                    <a:pt x="941117" y="1183467"/>
                  </a:lnTo>
                  <a:lnTo>
                    <a:pt x="943580" y="1183467"/>
                  </a:lnTo>
                  <a:lnTo>
                    <a:pt x="946044" y="1183467"/>
                  </a:lnTo>
                  <a:lnTo>
                    <a:pt x="948508" y="1183467"/>
                  </a:lnTo>
                  <a:lnTo>
                    <a:pt x="950971" y="1183467"/>
                  </a:lnTo>
                  <a:lnTo>
                    <a:pt x="953435" y="1183467"/>
                  </a:lnTo>
                  <a:lnTo>
                    <a:pt x="955899" y="1183467"/>
                  </a:lnTo>
                  <a:lnTo>
                    <a:pt x="958362" y="1183467"/>
                  </a:lnTo>
                  <a:lnTo>
                    <a:pt x="960826" y="1183467"/>
                  </a:lnTo>
                  <a:lnTo>
                    <a:pt x="963290" y="1183467"/>
                  </a:lnTo>
                  <a:lnTo>
                    <a:pt x="965753" y="1183467"/>
                  </a:lnTo>
                  <a:lnTo>
                    <a:pt x="968217" y="1183467"/>
                  </a:lnTo>
                  <a:lnTo>
                    <a:pt x="970681" y="1183467"/>
                  </a:lnTo>
                  <a:lnTo>
                    <a:pt x="973144" y="1183467"/>
                  </a:lnTo>
                  <a:lnTo>
                    <a:pt x="975608" y="1183467"/>
                  </a:lnTo>
                  <a:lnTo>
                    <a:pt x="978072" y="1183467"/>
                  </a:lnTo>
                  <a:lnTo>
                    <a:pt x="980535" y="1183467"/>
                  </a:lnTo>
                  <a:lnTo>
                    <a:pt x="982999" y="1183467"/>
                  </a:lnTo>
                  <a:lnTo>
                    <a:pt x="985463" y="1183467"/>
                  </a:lnTo>
                  <a:lnTo>
                    <a:pt x="987926" y="1183467"/>
                  </a:lnTo>
                  <a:lnTo>
                    <a:pt x="990390" y="1183467"/>
                  </a:lnTo>
                  <a:lnTo>
                    <a:pt x="992853" y="1183467"/>
                  </a:lnTo>
                  <a:lnTo>
                    <a:pt x="995317" y="1183467"/>
                  </a:lnTo>
                  <a:lnTo>
                    <a:pt x="997781" y="1183467"/>
                  </a:lnTo>
                  <a:lnTo>
                    <a:pt x="1000244" y="1183467"/>
                  </a:lnTo>
                  <a:lnTo>
                    <a:pt x="1002708" y="1183467"/>
                  </a:lnTo>
                  <a:lnTo>
                    <a:pt x="1005172" y="1183467"/>
                  </a:lnTo>
                  <a:lnTo>
                    <a:pt x="1007635" y="1183467"/>
                  </a:lnTo>
                  <a:lnTo>
                    <a:pt x="1010099" y="1183467"/>
                  </a:lnTo>
                  <a:lnTo>
                    <a:pt x="1012563" y="1183467"/>
                  </a:lnTo>
                  <a:lnTo>
                    <a:pt x="1015026" y="1183467"/>
                  </a:lnTo>
                  <a:lnTo>
                    <a:pt x="1017490" y="1183467"/>
                  </a:lnTo>
                  <a:lnTo>
                    <a:pt x="1019954" y="1183467"/>
                  </a:lnTo>
                  <a:lnTo>
                    <a:pt x="1022417" y="1183467"/>
                  </a:lnTo>
                  <a:lnTo>
                    <a:pt x="1024881" y="1183467"/>
                  </a:lnTo>
                  <a:lnTo>
                    <a:pt x="1027345" y="1183467"/>
                  </a:lnTo>
                  <a:lnTo>
                    <a:pt x="1029808" y="1183467"/>
                  </a:lnTo>
                  <a:lnTo>
                    <a:pt x="1032272" y="1183467"/>
                  </a:lnTo>
                  <a:lnTo>
                    <a:pt x="1034736" y="1183467"/>
                  </a:lnTo>
                  <a:lnTo>
                    <a:pt x="1037199" y="1183467"/>
                  </a:lnTo>
                  <a:lnTo>
                    <a:pt x="1039663" y="1183467"/>
                  </a:lnTo>
                  <a:lnTo>
                    <a:pt x="1042127" y="1183467"/>
                  </a:lnTo>
                  <a:lnTo>
                    <a:pt x="1044590" y="1183467"/>
                  </a:lnTo>
                  <a:lnTo>
                    <a:pt x="1047054" y="1183467"/>
                  </a:lnTo>
                  <a:lnTo>
                    <a:pt x="1049518" y="1183467"/>
                  </a:lnTo>
                  <a:lnTo>
                    <a:pt x="1051981" y="1183467"/>
                  </a:lnTo>
                  <a:lnTo>
                    <a:pt x="1054445" y="1183467"/>
                  </a:lnTo>
                  <a:lnTo>
                    <a:pt x="1056909" y="1183467"/>
                  </a:lnTo>
                  <a:lnTo>
                    <a:pt x="1059372" y="1183467"/>
                  </a:lnTo>
                  <a:lnTo>
                    <a:pt x="1061836" y="1183467"/>
                  </a:lnTo>
                  <a:lnTo>
                    <a:pt x="1064300" y="1183467"/>
                  </a:lnTo>
                  <a:lnTo>
                    <a:pt x="1066763" y="1183467"/>
                  </a:lnTo>
                  <a:lnTo>
                    <a:pt x="1069227" y="1183467"/>
                  </a:lnTo>
                  <a:lnTo>
                    <a:pt x="1071691" y="1183467"/>
                  </a:lnTo>
                  <a:lnTo>
                    <a:pt x="1074154" y="1183467"/>
                  </a:lnTo>
                  <a:lnTo>
                    <a:pt x="1076618" y="1183467"/>
                  </a:lnTo>
                  <a:lnTo>
                    <a:pt x="1079082" y="1183467"/>
                  </a:lnTo>
                  <a:lnTo>
                    <a:pt x="1081545" y="1183467"/>
                  </a:lnTo>
                  <a:lnTo>
                    <a:pt x="1084009" y="1183467"/>
                  </a:lnTo>
                  <a:lnTo>
                    <a:pt x="1086472" y="1183467"/>
                  </a:lnTo>
                  <a:lnTo>
                    <a:pt x="1088936" y="1183467"/>
                  </a:lnTo>
                  <a:lnTo>
                    <a:pt x="1091400" y="1183467"/>
                  </a:lnTo>
                  <a:lnTo>
                    <a:pt x="1093863" y="1183467"/>
                  </a:lnTo>
                  <a:lnTo>
                    <a:pt x="1096327" y="1183467"/>
                  </a:lnTo>
                  <a:lnTo>
                    <a:pt x="1098791" y="1183467"/>
                  </a:lnTo>
                  <a:lnTo>
                    <a:pt x="1101254" y="1183467"/>
                  </a:lnTo>
                  <a:lnTo>
                    <a:pt x="1103718" y="1183467"/>
                  </a:lnTo>
                  <a:lnTo>
                    <a:pt x="1106182" y="1183467"/>
                  </a:lnTo>
                  <a:lnTo>
                    <a:pt x="1108645" y="1183467"/>
                  </a:lnTo>
                  <a:lnTo>
                    <a:pt x="1111109" y="1183467"/>
                  </a:lnTo>
                  <a:lnTo>
                    <a:pt x="1113573" y="1183467"/>
                  </a:lnTo>
                  <a:lnTo>
                    <a:pt x="1116036" y="1183467"/>
                  </a:lnTo>
                  <a:lnTo>
                    <a:pt x="1118500" y="1183467"/>
                  </a:lnTo>
                  <a:lnTo>
                    <a:pt x="1120964" y="1183467"/>
                  </a:lnTo>
                  <a:lnTo>
                    <a:pt x="1123427" y="1183467"/>
                  </a:lnTo>
                  <a:lnTo>
                    <a:pt x="1125891" y="1183467"/>
                  </a:lnTo>
                  <a:lnTo>
                    <a:pt x="1128355" y="1183467"/>
                  </a:lnTo>
                  <a:lnTo>
                    <a:pt x="1130818" y="1183467"/>
                  </a:lnTo>
                  <a:lnTo>
                    <a:pt x="1133282" y="1183467"/>
                  </a:lnTo>
                  <a:lnTo>
                    <a:pt x="1135746" y="1183467"/>
                  </a:lnTo>
                  <a:lnTo>
                    <a:pt x="1138209" y="1183467"/>
                  </a:lnTo>
                  <a:lnTo>
                    <a:pt x="1140673" y="1183467"/>
                  </a:lnTo>
                  <a:lnTo>
                    <a:pt x="1143137" y="1183467"/>
                  </a:lnTo>
                  <a:lnTo>
                    <a:pt x="1145600" y="1183467"/>
                  </a:lnTo>
                  <a:lnTo>
                    <a:pt x="1148064" y="1183467"/>
                  </a:lnTo>
                  <a:lnTo>
                    <a:pt x="1150528" y="1183467"/>
                  </a:lnTo>
                  <a:lnTo>
                    <a:pt x="1152991" y="1183467"/>
                  </a:lnTo>
                  <a:lnTo>
                    <a:pt x="1155455" y="1183467"/>
                  </a:lnTo>
                  <a:lnTo>
                    <a:pt x="1157919" y="1183467"/>
                  </a:lnTo>
                  <a:lnTo>
                    <a:pt x="1160382" y="1183467"/>
                  </a:lnTo>
                  <a:lnTo>
                    <a:pt x="1162846" y="1183467"/>
                  </a:lnTo>
                  <a:lnTo>
                    <a:pt x="1165310" y="1183467"/>
                  </a:lnTo>
                  <a:lnTo>
                    <a:pt x="1167773" y="1183467"/>
                  </a:lnTo>
                  <a:lnTo>
                    <a:pt x="1170237" y="1183467"/>
                  </a:lnTo>
                  <a:lnTo>
                    <a:pt x="1172701" y="1183467"/>
                  </a:lnTo>
                  <a:lnTo>
                    <a:pt x="1175164" y="1183467"/>
                  </a:lnTo>
                  <a:lnTo>
                    <a:pt x="1177628" y="1183467"/>
                  </a:lnTo>
                  <a:lnTo>
                    <a:pt x="1180091" y="1183467"/>
                  </a:lnTo>
                  <a:lnTo>
                    <a:pt x="1182555" y="1183467"/>
                  </a:lnTo>
                  <a:lnTo>
                    <a:pt x="1185019" y="1183467"/>
                  </a:lnTo>
                  <a:lnTo>
                    <a:pt x="1187482" y="1183467"/>
                  </a:lnTo>
                  <a:lnTo>
                    <a:pt x="1189946" y="1183467"/>
                  </a:lnTo>
                  <a:lnTo>
                    <a:pt x="1192410" y="1183467"/>
                  </a:lnTo>
                  <a:lnTo>
                    <a:pt x="1194873" y="1183467"/>
                  </a:lnTo>
                  <a:lnTo>
                    <a:pt x="1197337" y="1183467"/>
                  </a:lnTo>
                  <a:lnTo>
                    <a:pt x="1199801" y="1183467"/>
                  </a:lnTo>
                  <a:lnTo>
                    <a:pt x="1202264" y="1183467"/>
                  </a:lnTo>
                  <a:lnTo>
                    <a:pt x="1204728" y="1183467"/>
                  </a:lnTo>
                  <a:lnTo>
                    <a:pt x="1207192" y="1183467"/>
                  </a:lnTo>
                  <a:lnTo>
                    <a:pt x="1209655" y="1183467"/>
                  </a:lnTo>
                  <a:lnTo>
                    <a:pt x="1212119" y="1183467"/>
                  </a:lnTo>
                  <a:lnTo>
                    <a:pt x="1214583" y="1183467"/>
                  </a:lnTo>
                  <a:lnTo>
                    <a:pt x="1217046" y="1183467"/>
                  </a:lnTo>
                  <a:lnTo>
                    <a:pt x="1219510" y="1183467"/>
                  </a:lnTo>
                  <a:lnTo>
                    <a:pt x="1221974" y="1183467"/>
                  </a:lnTo>
                  <a:lnTo>
                    <a:pt x="1224437" y="1183467"/>
                  </a:lnTo>
                  <a:lnTo>
                    <a:pt x="1226901" y="1183467"/>
                  </a:lnTo>
                  <a:lnTo>
                    <a:pt x="1229365" y="1183467"/>
                  </a:lnTo>
                  <a:lnTo>
                    <a:pt x="1231828" y="1183467"/>
                  </a:lnTo>
                  <a:lnTo>
                    <a:pt x="1234292" y="1183467"/>
                  </a:lnTo>
                  <a:lnTo>
                    <a:pt x="1236756" y="1183467"/>
                  </a:lnTo>
                  <a:lnTo>
                    <a:pt x="1239219" y="1183467"/>
                  </a:lnTo>
                  <a:lnTo>
                    <a:pt x="1241683" y="1183467"/>
                  </a:lnTo>
                  <a:lnTo>
                    <a:pt x="1244147" y="1183467"/>
                  </a:lnTo>
                  <a:lnTo>
                    <a:pt x="1246610" y="1183467"/>
                  </a:lnTo>
                  <a:lnTo>
                    <a:pt x="1249074" y="1183467"/>
                  </a:lnTo>
                  <a:lnTo>
                    <a:pt x="1251538" y="1183467"/>
                  </a:lnTo>
                  <a:lnTo>
                    <a:pt x="1254001" y="1183467"/>
                  </a:lnTo>
                  <a:lnTo>
                    <a:pt x="1256465" y="1183467"/>
                  </a:lnTo>
                  <a:lnTo>
                    <a:pt x="1258929" y="1183467"/>
                  </a:lnTo>
                  <a:lnTo>
                    <a:pt x="1256465" y="1183467"/>
                  </a:lnTo>
                  <a:lnTo>
                    <a:pt x="1254001" y="1183467"/>
                  </a:lnTo>
                  <a:lnTo>
                    <a:pt x="1251538" y="1183467"/>
                  </a:lnTo>
                  <a:lnTo>
                    <a:pt x="1249074" y="1183467"/>
                  </a:lnTo>
                  <a:lnTo>
                    <a:pt x="1246610" y="1183467"/>
                  </a:lnTo>
                  <a:lnTo>
                    <a:pt x="1244147" y="1183467"/>
                  </a:lnTo>
                  <a:lnTo>
                    <a:pt x="1241683" y="1183467"/>
                  </a:lnTo>
                  <a:lnTo>
                    <a:pt x="1239219" y="1183467"/>
                  </a:lnTo>
                  <a:lnTo>
                    <a:pt x="1236756" y="1183467"/>
                  </a:lnTo>
                  <a:lnTo>
                    <a:pt x="1234292" y="1183467"/>
                  </a:lnTo>
                  <a:lnTo>
                    <a:pt x="1231828" y="1183467"/>
                  </a:lnTo>
                  <a:lnTo>
                    <a:pt x="1229365" y="1183467"/>
                  </a:lnTo>
                  <a:lnTo>
                    <a:pt x="1226901" y="1183467"/>
                  </a:lnTo>
                  <a:lnTo>
                    <a:pt x="1224437" y="1183467"/>
                  </a:lnTo>
                  <a:lnTo>
                    <a:pt x="1221974" y="1183467"/>
                  </a:lnTo>
                  <a:lnTo>
                    <a:pt x="1219510" y="1183467"/>
                  </a:lnTo>
                  <a:lnTo>
                    <a:pt x="1217046" y="1183467"/>
                  </a:lnTo>
                  <a:lnTo>
                    <a:pt x="1214583" y="1183467"/>
                  </a:lnTo>
                  <a:lnTo>
                    <a:pt x="1212119" y="1183467"/>
                  </a:lnTo>
                  <a:lnTo>
                    <a:pt x="1209655" y="1183467"/>
                  </a:lnTo>
                  <a:lnTo>
                    <a:pt x="1207192" y="1183467"/>
                  </a:lnTo>
                  <a:lnTo>
                    <a:pt x="1204728" y="1183467"/>
                  </a:lnTo>
                  <a:lnTo>
                    <a:pt x="1202264" y="1183467"/>
                  </a:lnTo>
                  <a:lnTo>
                    <a:pt x="1199801" y="1183467"/>
                  </a:lnTo>
                  <a:lnTo>
                    <a:pt x="1197337" y="1183467"/>
                  </a:lnTo>
                  <a:lnTo>
                    <a:pt x="1194873" y="1183467"/>
                  </a:lnTo>
                  <a:lnTo>
                    <a:pt x="1192410" y="1183467"/>
                  </a:lnTo>
                  <a:lnTo>
                    <a:pt x="1189946" y="1183467"/>
                  </a:lnTo>
                  <a:lnTo>
                    <a:pt x="1187482" y="1183467"/>
                  </a:lnTo>
                  <a:lnTo>
                    <a:pt x="1185019" y="1183467"/>
                  </a:lnTo>
                  <a:lnTo>
                    <a:pt x="1182555" y="1183467"/>
                  </a:lnTo>
                  <a:lnTo>
                    <a:pt x="1180091" y="1183467"/>
                  </a:lnTo>
                  <a:lnTo>
                    <a:pt x="1177628" y="1183467"/>
                  </a:lnTo>
                  <a:lnTo>
                    <a:pt x="1175164" y="1183467"/>
                  </a:lnTo>
                  <a:lnTo>
                    <a:pt x="1172701" y="1183467"/>
                  </a:lnTo>
                  <a:lnTo>
                    <a:pt x="1170237" y="1183467"/>
                  </a:lnTo>
                  <a:lnTo>
                    <a:pt x="1167773" y="1183467"/>
                  </a:lnTo>
                  <a:lnTo>
                    <a:pt x="1165310" y="1183467"/>
                  </a:lnTo>
                  <a:lnTo>
                    <a:pt x="1162846" y="1183467"/>
                  </a:lnTo>
                  <a:lnTo>
                    <a:pt x="1160382" y="1183467"/>
                  </a:lnTo>
                  <a:lnTo>
                    <a:pt x="1157919" y="1183467"/>
                  </a:lnTo>
                  <a:lnTo>
                    <a:pt x="1155455" y="1183467"/>
                  </a:lnTo>
                  <a:lnTo>
                    <a:pt x="1152991" y="1183467"/>
                  </a:lnTo>
                  <a:lnTo>
                    <a:pt x="1150528" y="1183467"/>
                  </a:lnTo>
                  <a:lnTo>
                    <a:pt x="1148064" y="1183467"/>
                  </a:lnTo>
                  <a:lnTo>
                    <a:pt x="1145600" y="1183467"/>
                  </a:lnTo>
                  <a:lnTo>
                    <a:pt x="1143137" y="1183467"/>
                  </a:lnTo>
                  <a:lnTo>
                    <a:pt x="1140673" y="1183467"/>
                  </a:lnTo>
                  <a:lnTo>
                    <a:pt x="1138209" y="1183467"/>
                  </a:lnTo>
                  <a:lnTo>
                    <a:pt x="1135746" y="1183467"/>
                  </a:lnTo>
                  <a:lnTo>
                    <a:pt x="1133282" y="1183467"/>
                  </a:lnTo>
                  <a:lnTo>
                    <a:pt x="1130818" y="1183467"/>
                  </a:lnTo>
                  <a:lnTo>
                    <a:pt x="1128355" y="1183467"/>
                  </a:lnTo>
                  <a:lnTo>
                    <a:pt x="1125891" y="1183467"/>
                  </a:lnTo>
                  <a:lnTo>
                    <a:pt x="1123427" y="1183467"/>
                  </a:lnTo>
                  <a:lnTo>
                    <a:pt x="1120964" y="1183467"/>
                  </a:lnTo>
                  <a:lnTo>
                    <a:pt x="1118500" y="1183467"/>
                  </a:lnTo>
                  <a:lnTo>
                    <a:pt x="1116036" y="1183467"/>
                  </a:lnTo>
                  <a:lnTo>
                    <a:pt x="1113573" y="1183467"/>
                  </a:lnTo>
                  <a:lnTo>
                    <a:pt x="1111109" y="1183467"/>
                  </a:lnTo>
                  <a:lnTo>
                    <a:pt x="1108645" y="1183467"/>
                  </a:lnTo>
                  <a:lnTo>
                    <a:pt x="1106182" y="1183467"/>
                  </a:lnTo>
                  <a:lnTo>
                    <a:pt x="1103718" y="1183467"/>
                  </a:lnTo>
                  <a:lnTo>
                    <a:pt x="1101254" y="1183467"/>
                  </a:lnTo>
                  <a:lnTo>
                    <a:pt x="1098791" y="1183467"/>
                  </a:lnTo>
                  <a:lnTo>
                    <a:pt x="1096327" y="1183467"/>
                  </a:lnTo>
                  <a:lnTo>
                    <a:pt x="1093863" y="1183467"/>
                  </a:lnTo>
                  <a:lnTo>
                    <a:pt x="1091400" y="1183467"/>
                  </a:lnTo>
                  <a:lnTo>
                    <a:pt x="1088936" y="1183467"/>
                  </a:lnTo>
                  <a:lnTo>
                    <a:pt x="1086472" y="1183467"/>
                  </a:lnTo>
                  <a:lnTo>
                    <a:pt x="1084009" y="1183467"/>
                  </a:lnTo>
                  <a:lnTo>
                    <a:pt x="1081545" y="1183467"/>
                  </a:lnTo>
                  <a:lnTo>
                    <a:pt x="1079082" y="1183467"/>
                  </a:lnTo>
                  <a:lnTo>
                    <a:pt x="1076618" y="1183467"/>
                  </a:lnTo>
                  <a:lnTo>
                    <a:pt x="1074154" y="1183467"/>
                  </a:lnTo>
                  <a:lnTo>
                    <a:pt x="1071691" y="1183467"/>
                  </a:lnTo>
                  <a:lnTo>
                    <a:pt x="1069227" y="1183467"/>
                  </a:lnTo>
                  <a:lnTo>
                    <a:pt x="1066763" y="1183467"/>
                  </a:lnTo>
                  <a:lnTo>
                    <a:pt x="1064300" y="1183467"/>
                  </a:lnTo>
                  <a:lnTo>
                    <a:pt x="1061836" y="1183467"/>
                  </a:lnTo>
                  <a:lnTo>
                    <a:pt x="1059372" y="1183467"/>
                  </a:lnTo>
                  <a:lnTo>
                    <a:pt x="1056909" y="1183467"/>
                  </a:lnTo>
                  <a:lnTo>
                    <a:pt x="1054445" y="1183467"/>
                  </a:lnTo>
                  <a:lnTo>
                    <a:pt x="1051981" y="1183467"/>
                  </a:lnTo>
                  <a:lnTo>
                    <a:pt x="1049518" y="1183467"/>
                  </a:lnTo>
                  <a:lnTo>
                    <a:pt x="1047054" y="1183467"/>
                  </a:lnTo>
                  <a:lnTo>
                    <a:pt x="1044590" y="1183467"/>
                  </a:lnTo>
                  <a:lnTo>
                    <a:pt x="1042127" y="1183467"/>
                  </a:lnTo>
                  <a:lnTo>
                    <a:pt x="1039663" y="1183467"/>
                  </a:lnTo>
                  <a:lnTo>
                    <a:pt x="1037199" y="1183467"/>
                  </a:lnTo>
                  <a:lnTo>
                    <a:pt x="1034736" y="1183467"/>
                  </a:lnTo>
                  <a:lnTo>
                    <a:pt x="1032272" y="1183467"/>
                  </a:lnTo>
                  <a:lnTo>
                    <a:pt x="1029808" y="1183467"/>
                  </a:lnTo>
                  <a:lnTo>
                    <a:pt x="1027345" y="1183467"/>
                  </a:lnTo>
                  <a:lnTo>
                    <a:pt x="1024881" y="1183467"/>
                  </a:lnTo>
                  <a:lnTo>
                    <a:pt x="1022417" y="1183467"/>
                  </a:lnTo>
                  <a:lnTo>
                    <a:pt x="1019954" y="1183467"/>
                  </a:lnTo>
                  <a:lnTo>
                    <a:pt x="1017490" y="1183467"/>
                  </a:lnTo>
                  <a:lnTo>
                    <a:pt x="1015026" y="1183467"/>
                  </a:lnTo>
                  <a:lnTo>
                    <a:pt x="1012563" y="1183467"/>
                  </a:lnTo>
                  <a:lnTo>
                    <a:pt x="1010099" y="1183467"/>
                  </a:lnTo>
                  <a:lnTo>
                    <a:pt x="1007635" y="1183467"/>
                  </a:lnTo>
                  <a:lnTo>
                    <a:pt x="1005172" y="1183467"/>
                  </a:lnTo>
                  <a:lnTo>
                    <a:pt x="1002708" y="1183467"/>
                  </a:lnTo>
                  <a:lnTo>
                    <a:pt x="1000244" y="1183467"/>
                  </a:lnTo>
                  <a:lnTo>
                    <a:pt x="997781" y="1183467"/>
                  </a:lnTo>
                  <a:lnTo>
                    <a:pt x="995317" y="1183467"/>
                  </a:lnTo>
                  <a:lnTo>
                    <a:pt x="992853" y="1183467"/>
                  </a:lnTo>
                  <a:lnTo>
                    <a:pt x="990390" y="1183467"/>
                  </a:lnTo>
                  <a:lnTo>
                    <a:pt x="987926" y="1183467"/>
                  </a:lnTo>
                  <a:lnTo>
                    <a:pt x="985463" y="1183467"/>
                  </a:lnTo>
                  <a:lnTo>
                    <a:pt x="982999" y="1183467"/>
                  </a:lnTo>
                  <a:lnTo>
                    <a:pt x="980535" y="1183467"/>
                  </a:lnTo>
                  <a:lnTo>
                    <a:pt x="978072" y="1183467"/>
                  </a:lnTo>
                  <a:lnTo>
                    <a:pt x="975608" y="1183467"/>
                  </a:lnTo>
                  <a:lnTo>
                    <a:pt x="973144" y="1183467"/>
                  </a:lnTo>
                  <a:lnTo>
                    <a:pt x="970681" y="1183467"/>
                  </a:lnTo>
                  <a:lnTo>
                    <a:pt x="968217" y="1183467"/>
                  </a:lnTo>
                  <a:lnTo>
                    <a:pt x="965753" y="1183467"/>
                  </a:lnTo>
                  <a:lnTo>
                    <a:pt x="963290" y="1183467"/>
                  </a:lnTo>
                  <a:lnTo>
                    <a:pt x="960826" y="1183467"/>
                  </a:lnTo>
                  <a:lnTo>
                    <a:pt x="958362" y="1183467"/>
                  </a:lnTo>
                  <a:lnTo>
                    <a:pt x="955899" y="1183467"/>
                  </a:lnTo>
                  <a:lnTo>
                    <a:pt x="953435" y="1183467"/>
                  </a:lnTo>
                  <a:lnTo>
                    <a:pt x="950971" y="1183467"/>
                  </a:lnTo>
                  <a:lnTo>
                    <a:pt x="948508" y="1183467"/>
                  </a:lnTo>
                  <a:lnTo>
                    <a:pt x="946044" y="1183467"/>
                  </a:lnTo>
                  <a:lnTo>
                    <a:pt x="943580" y="1183467"/>
                  </a:lnTo>
                  <a:lnTo>
                    <a:pt x="941117" y="1183467"/>
                  </a:lnTo>
                  <a:lnTo>
                    <a:pt x="938653" y="1183467"/>
                  </a:lnTo>
                  <a:lnTo>
                    <a:pt x="936189" y="1183467"/>
                  </a:lnTo>
                  <a:lnTo>
                    <a:pt x="933726" y="1183467"/>
                  </a:lnTo>
                  <a:lnTo>
                    <a:pt x="931262" y="1183467"/>
                  </a:lnTo>
                  <a:lnTo>
                    <a:pt x="928798" y="1183467"/>
                  </a:lnTo>
                  <a:lnTo>
                    <a:pt x="926335" y="1183467"/>
                  </a:lnTo>
                  <a:lnTo>
                    <a:pt x="923871" y="1183467"/>
                  </a:lnTo>
                  <a:lnTo>
                    <a:pt x="921407" y="1183467"/>
                  </a:lnTo>
                  <a:lnTo>
                    <a:pt x="918944" y="1183467"/>
                  </a:lnTo>
                  <a:lnTo>
                    <a:pt x="916480" y="1183467"/>
                  </a:lnTo>
                  <a:lnTo>
                    <a:pt x="914016" y="1183467"/>
                  </a:lnTo>
                  <a:lnTo>
                    <a:pt x="911553" y="1183467"/>
                  </a:lnTo>
                  <a:lnTo>
                    <a:pt x="909089" y="1183467"/>
                  </a:lnTo>
                  <a:lnTo>
                    <a:pt x="906625" y="1183467"/>
                  </a:lnTo>
                  <a:lnTo>
                    <a:pt x="904162" y="1183467"/>
                  </a:lnTo>
                  <a:lnTo>
                    <a:pt x="901698" y="1183467"/>
                  </a:lnTo>
                  <a:lnTo>
                    <a:pt x="899235" y="1183467"/>
                  </a:lnTo>
                  <a:lnTo>
                    <a:pt x="896771" y="1183467"/>
                  </a:lnTo>
                  <a:lnTo>
                    <a:pt x="894307" y="1183467"/>
                  </a:lnTo>
                  <a:lnTo>
                    <a:pt x="891844" y="1183467"/>
                  </a:lnTo>
                  <a:lnTo>
                    <a:pt x="889380" y="1183467"/>
                  </a:lnTo>
                  <a:lnTo>
                    <a:pt x="886916" y="1183467"/>
                  </a:lnTo>
                  <a:lnTo>
                    <a:pt x="884453" y="1183467"/>
                  </a:lnTo>
                  <a:lnTo>
                    <a:pt x="881989" y="1183467"/>
                  </a:lnTo>
                  <a:lnTo>
                    <a:pt x="879525" y="1183467"/>
                  </a:lnTo>
                  <a:lnTo>
                    <a:pt x="877062" y="1183467"/>
                  </a:lnTo>
                  <a:lnTo>
                    <a:pt x="874598" y="1183467"/>
                  </a:lnTo>
                  <a:lnTo>
                    <a:pt x="872134" y="1183467"/>
                  </a:lnTo>
                  <a:lnTo>
                    <a:pt x="869671" y="1183467"/>
                  </a:lnTo>
                  <a:lnTo>
                    <a:pt x="867207" y="1183467"/>
                  </a:lnTo>
                  <a:lnTo>
                    <a:pt x="864743" y="1183467"/>
                  </a:lnTo>
                  <a:lnTo>
                    <a:pt x="862280" y="1183467"/>
                  </a:lnTo>
                  <a:lnTo>
                    <a:pt x="859816" y="1183467"/>
                  </a:lnTo>
                  <a:lnTo>
                    <a:pt x="857352" y="1183467"/>
                  </a:lnTo>
                  <a:lnTo>
                    <a:pt x="854889" y="1183467"/>
                  </a:lnTo>
                  <a:lnTo>
                    <a:pt x="852425" y="1183467"/>
                  </a:lnTo>
                  <a:lnTo>
                    <a:pt x="849961" y="1183467"/>
                  </a:lnTo>
                  <a:lnTo>
                    <a:pt x="847498" y="1183467"/>
                  </a:lnTo>
                  <a:lnTo>
                    <a:pt x="845034" y="1183467"/>
                  </a:lnTo>
                  <a:lnTo>
                    <a:pt x="842570" y="1183467"/>
                  </a:lnTo>
                  <a:lnTo>
                    <a:pt x="840107" y="1183467"/>
                  </a:lnTo>
                  <a:lnTo>
                    <a:pt x="837643" y="1183467"/>
                  </a:lnTo>
                  <a:lnTo>
                    <a:pt x="835179" y="1183467"/>
                  </a:lnTo>
                  <a:lnTo>
                    <a:pt x="832716" y="1183467"/>
                  </a:lnTo>
                  <a:lnTo>
                    <a:pt x="830252" y="1183467"/>
                  </a:lnTo>
                  <a:lnTo>
                    <a:pt x="827788" y="1183467"/>
                  </a:lnTo>
                  <a:lnTo>
                    <a:pt x="825325" y="1183467"/>
                  </a:lnTo>
                  <a:lnTo>
                    <a:pt x="822861" y="1183467"/>
                  </a:lnTo>
                  <a:lnTo>
                    <a:pt x="820397" y="1183467"/>
                  </a:lnTo>
                  <a:lnTo>
                    <a:pt x="817934" y="1183467"/>
                  </a:lnTo>
                  <a:lnTo>
                    <a:pt x="815470" y="1183467"/>
                  </a:lnTo>
                  <a:lnTo>
                    <a:pt x="813006" y="1183467"/>
                  </a:lnTo>
                  <a:lnTo>
                    <a:pt x="810543" y="1183467"/>
                  </a:lnTo>
                  <a:lnTo>
                    <a:pt x="808079" y="1183467"/>
                  </a:lnTo>
                  <a:lnTo>
                    <a:pt x="805616" y="1183467"/>
                  </a:lnTo>
                  <a:lnTo>
                    <a:pt x="803152" y="1183467"/>
                  </a:lnTo>
                  <a:lnTo>
                    <a:pt x="800688" y="1183467"/>
                  </a:lnTo>
                  <a:lnTo>
                    <a:pt x="798225" y="1183467"/>
                  </a:lnTo>
                  <a:lnTo>
                    <a:pt x="795761" y="1183467"/>
                  </a:lnTo>
                  <a:lnTo>
                    <a:pt x="793297" y="1183467"/>
                  </a:lnTo>
                  <a:lnTo>
                    <a:pt x="790834" y="1183467"/>
                  </a:lnTo>
                  <a:lnTo>
                    <a:pt x="788370" y="1183467"/>
                  </a:lnTo>
                  <a:lnTo>
                    <a:pt x="785906" y="1183467"/>
                  </a:lnTo>
                  <a:lnTo>
                    <a:pt x="783443" y="1183467"/>
                  </a:lnTo>
                  <a:lnTo>
                    <a:pt x="780979" y="1183467"/>
                  </a:lnTo>
                  <a:lnTo>
                    <a:pt x="778515" y="1183467"/>
                  </a:lnTo>
                  <a:lnTo>
                    <a:pt x="776052" y="1183467"/>
                  </a:lnTo>
                  <a:lnTo>
                    <a:pt x="773588" y="1183467"/>
                  </a:lnTo>
                  <a:lnTo>
                    <a:pt x="771124" y="1183467"/>
                  </a:lnTo>
                  <a:lnTo>
                    <a:pt x="768661" y="1183467"/>
                  </a:lnTo>
                  <a:lnTo>
                    <a:pt x="766197" y="1183467"/>
                  </a:lnTo>
                  <a:lnTo>
                    <a:pt x="763733" y="1183467"/>
                  </a:lnTo>
                  <a:lnTo>
                    <a:pt x="761270" y="1183467"/>
                  </a:lnTo>
                  <a:lnTo>
                    <a:pt x="758806" y="1183467"/>
                  </a:lnTo>
                  <a:lnTo>
                    <a:pt x="756342" y="1183467"/>
                  </a:lnTo>
                  <a:lnTo>
                    <a:pt x="753879" y="1183467"/>
                  </a:lnTo>
                  <a:lnTo>
                    <a:pt x="751415" y="1183467"/>
                  </a:lnTo>
                  <a:lnTo>
                    <a:pt x="748951" y="1183467"/>
                  </a:lnTo>
                  <a:lnTo>
                    <a:pt x="746488" y="1183467"/>
                  </a:lnTo>
                  <a:lnTo>
                    <a:pt x="744024" y="1183467"/>
                  </a:lnTo>
                  <a:lnTo>
                    <a:pt x="741560" y="1183467"/>
                  </a:lnTo>
                  <a:lnTo>
                    <a:pt x="739097" y="1183467"/>
                  </a:lnTo>
                  <a:lnTo>
                    <a:pt x="736633" y="1183467"/>
                  </a:lnTo>
                  <a:lnTo>
                    <a:pt x="734169" y="1183467"/>
                  </a:lnTo>
                  <a:lnTo>
                    <a:pt x="731706" y="1183467"/>
                  </a:lnTo>
                  <a:lnTo>
                    <a:pt x="729242" y="1183467"/>
                  </a:lnTo>
                  <a:lnTo>
                    <a:pt x="726778" y="1183467"/>
                  </a:lnTo>
                  <a:lnTo>
                    <a:pt x="724315" y="1183467"/>
                  </a:lnTo>
                  <a:lnTo>
                    <a:pt x="721851" y="1183467"/>
                  </a:lnTo>
                  <a:lnTo>
                    <a:pt x="719388" y="1183467"/>
                  </a:lnTo>
                  <a:lnTo>
                    <a:pt x="716924" y="1183467"/>
                  </a:lnTo>
                  <a:lnTo>
                    <a:pt x="714460" y="1183467"/>
                  </a:lnTo>
                  <a:lnTo>
                    <a:pt x="711997" y="1183467"/>
                  </a:lnTo>
                  <a:lnTo>
                    <a:pt x="709533" y="1183467"/>
                  </a:lnTo>
                  <a:lnTo>
                    <a:pt x="707069" y="1183467"/>
                  </a:lnTo>
                  <a:lnTo>
                    <a:pt x="704606" y="1183467"/>
                  </a:lnTo>
                  <a:lnTo>
                    <a:pt x="702142" y="1183467"/>
                  </a:lnTo>
                  <a:lnTo>
                    <a:pt x="699678" y="1183467"/>
                  </a:lnTo>
                  <a:lnTo>
                    <a:pt x="697215" y="1183467"/>
                  </a:lnTo>
                  <a:lnTo>
                    <a:pt x="694751" y="1183467"/>
                  </a:lnTo>
                  <a:lnTo>
                    <a:pt x="692287" y="1183467"/>
                  </a:lnTo>
                  <a:lnTo>
                    <a:pt x="689824" y="1183467"/>
                  </a:lnTo>
                  <a:lnTo>
                    <a:pt x="687360" y="1183467"/>
                  </a:lnTo>
                  <a:lnTo>
                    <a:pt x="684896" y="1183467"/>
                  </a:lnTo>
                  <a:lnTo>
                    <a:pt x="682433" y="1183467"/>
                  </a:lnTo>
                  <a:lnTo>
                    <a:pt x="679969" y="1183467"/>
                  </a:lnTo>
                  <a:lnTo>
                    <a:pt x="677505" y="1183467"/>
                  </a:lnTo>
                  <a:lnTo>
                    <a:pt x="675042" y="1183467"/>
                  </a:lnTo>
                  <a:lnTo>
                    <a:pt x="672578" y="1183467"/>
                  </a:lnTo>
                  <a:lnTo>
                    <a:pt x="670114" y="1183467"/>
                  </a:lnTo>
                  <a:lnTo>
                    <a:pt x="667651" y="1183467"/>
                  </a:lnTo>
                  <a:lnTo>
                    <a:pt x="665187" y="1183467"/>
                  </a:lnTo>
                  <a:lnTo>
                    <a:pt x="662723" y="1183467"/>
                  </a:lnTo>
                  <a:lnTo>
                    <a:pt x="660260" y="1183467"/>
                  </a:lnTo>
                  <a:lnTo>
                    <a:pt x="657796" y="1183467"/>
                  </a:lnTo>
                  <a:lnTo>
                    <a:pt x="655332" y="1183467"/>
                  </a:lnTo>
                  <a:lnTo>
                    <a:pt x="652869" y="1183467"/>
                  </a:lnTo>
                  <a:lnTo>
                    <a:pt x="650405" y="1183467"/>
                  </a:lnTo>
                  <a:lnTo>
                    <a:pt x="647941" y="1183467"/>
                  </a:lnTo>
                  <a:lnTo>
                    <a:pt x="645478" y="1183467"/>
                  </a:lnTo>
                  <a:lnTo>
                    <a:pt x="643014" y="1183467"/>
                  </a:lnTo>
                  <a:lnTo>
                    <a:pt x="640550" y="1183467"/>
                  </a:lnTo>
                  <a:lnTo>
                    <a:pt x="638087" y="1183467"/>
                  </a:lnTo>
                  <a:lnTo>
                    <a:pt x="635623" y="1183467"/>
                  </a:lnTo>
                  <a:lnTo>
                    <a:pt x="633159" y="1183467"/>
                  </a:lnTo>
                  <a:lnTo>
                    <a:pt x="630696" y="1183467"/>
                  </a:lnTo>
                  <a:lnTo>
                    <a:pt x="628232" y="1183467"/>
                  </a:lnTo>
                  <a:lnTo>
                    <a:pt x="625769" y="1183467"/>
                  </a:lnTo>
                  <a:lnTo>
                    <a:pt x="623305" y="1183467"/>
                  </a:lnTo>
                  <a:lnTo>
                    <a:pt x="620841" y="1183467"/>
                  </a:lnTo>
                  <a:lnTo>
                    <a:pt x="618378" y="1183467"/>
                  </a:lnTo>
                  <a:lnTo>
                    <a:pt x="615914" y="1183467"/>
                  </a:lnTo>
                  <a:lnTo>
                    <a:pt x="613450" y="1183467"/>
                  </a:lnTo>
                  <a:lnTo>
                    <a:pt x="610987" y="1183467"/>
                  </a:lnTo>
                  <a:lnTo>
                    <a:pt x="608523" y="1183467"/>
                  </a:lnTo>
                  <a:lnTo>
                    <a:pt x="606059" y="1183467"/>
                  </a:lnTo>
                  <a:lnTo>
                    <a:pt x="603596" y="1183467"/>
                  </a:lnTo>
                  <a:lnTo>
                    <a:pt x="601132" y="1183467"/>
                  </a:lnTo>
                  <a:lnTo>
                    <a:pt x="598668" y="1183467"/>
                  </a:lnTo>
                  <a:lnTo>
                    <a:pt x="596205" y="1183467"/>
                  </a:lnTo>
                  <a:lnTo>
                    <a:pt x="593741" y="1183467"/>
                  </a:lnTo>
                  <a:lnTo>
                    <a:pt x="591277" y="1183467"/>
                  </a:lnTo>
                  <a:lnTo>
                    <a:pt x="588814" y="1183467"/>
                  </a:lnTo>
                  <a:lnTo>
                    <a:pt x="586350" y="1183467"/>
                  </a:lnTo>
                  <a:lnTo>
                    <a:pt x="583886" y="1183467"/>
                  </a:lnTo>
                  <a:lnTo>
                    <a:pt x="581423" y="1183467"/>
                  </a:lnTo>
                  <a:lnTo>
                    <a:pt x="578959" y="1183467"/>
                  </a:lnTo>
                  <a:lnTo>
                    <a:pt x="576495" y="1183467"/>
                  </a:lnTo>
                  <a:lnTo>
                    <a:pt x="574032" y="1183467"/>
                  </a:lnTo>
                  <a:lnTo>
                    <a:pt x="571568" y="1183467"/>
                  </a:lnTo>
                  <a:lnTo>
                    <a:pt x="569104" y="1183467"/>
                  </a:lnTo>
                  <a:lnTo>
                    <a:pt x="566641" y="1183467"/>
                  </a:lnTo>
                  <a:lnTo>
                    <a:pt x="564177" y="1183467"/>
                  </a:lnTo>
                  <a:lnTo>
                    <a:pt x="561713" y="1183467"/>
                  </a:lnTo>
                  <a:lnTo>
                    <a:pt x="559250" y="1183467"/>
                  </a:lnTo>
                  <a:lnTo>
                    <a:pt x="556786" y="1183467"/>
                  </a:lnTo>
                  <a:lnTo>
                    <a:pt x="554322" y="1183467"/>
                  </a:lnTo>
                  <a:lnTo>
                    <a:pt x="551859" y="1183467"/>
                  </a:lnTo>
                  <a:lnTo>
                    <a:pt x="549395" y="1183467"/>
                  </a:lnTo>
                  <a:lnTo>
                    <a:pt x="546931" y="1183467"/>
                  </a:lnTo>
                  <a:lnTo>
                    <a:pt x="544468" y="1183467"/>
                  </a:lnTo>
                  <a:lnTo>
                    <a:pt x="542004" y="1183467"/>
                  </a:lnTo>
                  <a:lnTo>
                    <a:pt x="539541" y="1183467"/>
                  </a:lnTo>
                  <a:lnTo>
                    <a:pt x="537077" y="1183467"/>
                  </a:lnTo>
                  <a:lnTo>
                    <a:pt x="534613" y="1183467"/>
                  </a:lnTo>
                  <a:lnTo>
                    <a:pt x="532150" y="1183467"/>
                  </a:lnTo>
                  <a:lnTo>
                    <a:pt x="529686" y="1183467"/>
                  </a:lnTo>
                  <a:lnTo>
                    <a:pt x="527222" y="1183467"/>
                  </a:lnTo>
                  <a:lnTo>
                    <a:pt x="524759" y="1183467"/>
                  </a:lnTo>
                  <a:lnTo>
                    <a:pt x="522295" y="1183467"/>
                  </a:lnTo>
                  <a:lnTo>
                    <a:pt x="519831" y="1183467"/>
                  </a:lnTo>
                  <a:lnTo>
                    <a:pt x="517368" y="1183467"/>
                  </a:lnTo>
                  <a:lnTo>
                    <a:pt x="514904" y="1183467"/>
                  </a:lnTo>
                  <a:lnTo>
                    <a:pt x="512440" y="1183467"/>
                  </a:lnTo>
                  <a:lnTo>
                    <a:pt x="509977" y="1183467"/>
                  </a:lnTo>
                  <a:lnTo>
                    <a:pt x="507513" y="1183467"/>
                  </a:lnTo>
                  <a:lnTo>
                    <a:pt x="505049" y="1183467"/>
                  </a:lnTo>
                  <a:lnTo>
                    <a:pt x="502586" y="1183467"/>
                  </a:lnTo>
                  <a:lnTo>
                    <a:pt x="500122" y="1183467"/>
                  </a:lnTo>
                  <a:lnTo>
                    <a:pt x="497658" y="1183467"/>
                  </a:lnTo>
                  <a:lnTo>
                    <a:pt x="495195" y="1183467"/>
                  </a:lnTo>
                  <a:lnTo>
                    <a:pt x="492731" y="1183467"/>
                  </a:lnTo>
                  <a:lnTo>
                    <a:pt x="490267" y="1183467"/>
                  </a:lnTo>
                  <a:lnTo>
                    <a:pt x="487804" y="1183467"/>
                  </a:lnTo>
                  <a:lnTo>
                    <a:pt x="485340" y="1183467"/>
                  </a:lnTo>
                  <a:lnTo>
                    <a:pt x="482876" y="1183467"/>
                  </a:lnTo>
                  <a:lnTo>
                    <a:pt x="480413" y="1183467"/>
                  </a:lnTo>
                  <a:lnTo>
                    <a:pt x="477949" y="1183467"/>
                  </a:lnTo>
                  <a:lnTo>
                    <a:pt x="475485" y="1183467"/>
                  </a:lnTo>
                  <a:lnTo>
                    <a:pt x="473022" y="1183467"/>
                  </a:lnTo>
                  <a:lnTo>
                    <a:pt x="470558" y="1183467"/>
                  </a:lnTo>
                  <a:lnTo>
                    <a:pt x="468094" y="1183467"/>
                  </a:lnTo>
                  <a:lnTo>
                    <a:pt x="465631" y="1183467"/>
                  </a:lnTo>
                  <a:lnTo>
                    <a:pt x="463167" y="1183467"/>
                  </a:lnTo>
                  <a:lnTo>
                    <a:pt x="460703" y="1183467"/>
                  </a:lnTo>
                  <a:lnTo>
                    <a:pt x="458240" y="1183467"/>
                  </a:lnTo>
                  <a:lnTo>
                    <a:pt x="455776" y="1183467"/>
                  </a:lnTo>
                  <a:lnTo>
                    <a:pt x="453312" y="1183467"/>
                  </a:lnTo>
                  <a:lnTo>
                    <a:pt x="450849" y="1183467"/>
                  </a:lnTo>
                  <a:lnTo>
                    <a:pt x="448385" y="1183467"/>
                  </a:lnTo>
                  <a:lnTo>
                    <a:pt x="445922" y="1183467"/>
                  </a:lnTo>
                  <a:lnTo>
                    <a:pt x="443458" y="1183467"/>
                  </a:lnTo>
                  <a:lnTo>
                    <a:pt x="440994" y="1183467"/>
                  </a:lnTo>
                  <a:lnTo>
                    <a:pt x="438531" y="1183467"/>
                  </a:lnTo>
                  <a:lnTo>
                    <a:pt x="436067" y="1183467"/>
                  </a:lnTo>
                  <a:lnTo>
                    <a:pt x="433603" y="1183467"/>
                  </a:lnTo>
                  <a:lnTo>
                    <a:pt x="431140" y="1183467"/>
                  </a:lnTo>
                  <a:lnTo>
                    <a:pt x="428676" y="1183467"/>
                  </a:lnTo>
                  <a:lnTo>
                    <a:pt x="426212" y="1183467"/>
                  </a:lnTo>
                  <a:lnTo>
                    <a:pt x="423749" y="1183467"/>
                  </a:lnTo>
                  <a:lnTo>
                    <a:pt x="421285" y="1183467"/>
                  </a:lnTo>
                  <a:lnTo>
                    <a:pt x="418821" y="1183467"/>
                  </a:lnTo>
                  <a:lnTo>
                    <a:pt x="416358" y="1183467"/>
                  </a:lnTo>
                  <a:lnTo>
                    <a:pt x="413894" y="1183467"/>
                  </a:lnTo>
                  <a:lnTo>
                    <a:pt x="411430" y="1183467"/>
                  </a:lnTo>
                  <a:lnTo>
                    <a:pt x="408967" y="1183467"/>
                  </a:lnTo>
                  <a:lnTo>
                    <a:pt x="406503" y="1183467"/>
                  </a:lnTo>
                  <a:lnTo>
                    <a:pt x="404039" y="1183467"/>
                  </a:lnTo>
                  <a:lnTo>
                    <a:pt x="401576" y="1183467"/>
                  </a:lnTo>
                  <a:lnTo>
                    <a:pt x="399112" y="1183467"/>
                  </a:lnTo>
                  <a:lnTo>
                    <a:pt x="396648" y="1183467"/>
                  </a:lnTo>
                  <a:lnTo>
                    <a:pt x="394185" y="1183467"/>
                  </a:lnTo>
                  <a:lnTo>
                    <a:pt x="391721" y="1183467"/>
                  </a:lnTo>
                  <a:lnTo>
                    <a:pt x="389257" y="1183467"/>
                  </a:lnTo>
                  <a:lnTo>
                    <a:pt x="386794" y="1183467"/>
                  </a:lnTo>
                  <a:lnTo>
                    <a:pt x="384330" y="1183467"/>
                  </a:lnTo>
                  <a:lnTo>
                    <a:pt x="381866" y="1183467"/>
                  </a:lnTo>
                  <a:lnTo>
                    <a:pt x="379403" y="1183467"/>
                  </a:lnTo>
                  <a:lnTo>
                    <a:pt x="376939" y="1183467"/>
                  </a:lnTo>
                  <a:lnTo>
                    <a:pt x="374475" y="1183467"/>
                  </a:lnTo>
                  <a:lnTo>
                    <a:pt x="372012" y="1183467"/>
                  </a:lnTo>
                  <a:lnTo>
                    <a:pt x="369548" y="1183467"/>
                  </a:lnTo>
                  <a:lnTo>
                    <a:pt x="367084" y="1183467"/>
                  </a:lnTo>
                  <a:lnTo>
                    <a:pt x="364621" y="1183467"/>
                  </a:lnTo>
                  <a:lnTo>
                    <a:pt x="362157" y="1183467"/>
                  </a:lnTo>
                  <a:lnTo>
                    <a:pt x="359694" y="1183467"/>
                  </a:lnTo>
                  <a:lnTo>
                    <a:pt x="357230" y="1183467"/>
                  </a:lnTo>
                  <a:lnTo>
                    <a:pt x="354766" y="1183467"/>
                  </a:lnTo>
                  <a:lnTo>
                    <a:pt x="352303" y="1183467"/>
                  </a:lnTo>
                  <a:lnTo>
                    <a:pt x="349839" y="1183467"/>
                  </a:lnTo>
                  <a:lnTo>
                    <a:pt x="347375" y="1183467"/>
                  </a:lnTo>
                  <a:lnTo>
                    <a:pt x="344912" y="1183467"/>
                  </a:lnTo>
                  <a:lnTo>
                    <a:pt x="342448" y="1183467"/>
                  </a:lnTo>
                  <a:lnTo>
                    <a:pt x="339984" y="1183467"/>
                  </a:lnTo>
                  <a:lnTo>
                    <a:pt x="337521" y="1183467"/>
                  </a:lnTo>
                  <a:lnTo>
                    <a:pt x="335057" y="1183467"/>
                  </a:lnTo>
                  <a:lnTo>
                    <a:pt x="332593" y="1183467"/>
                  </a:lnTo>
                  <a:lnTo>
                    <a:pt x="330130" y="1183467"/>
                  </a:lnTo>
                  <a:lnTo>
                    <a:pt x="327666" y="1183467"/>
                  </a:lnTo>
                  <a:lnTo>
                    <a:pt x="325202" y="1183467"/>
                  </a:lnTo>
                  <a:lnTo>
                    <a:pt x="322739" y="1183467"/>
                  </a:lnTo>
                  <a:lnTo>
                    <a:pt x="320275" y="1183467"/>
                  </a:lnTo>
                  <a:lnTo>
                    <a:pt x="317811" y="1183467"/>
                  </a:lnTo>
                  <a:lnTo>
                    <a:pt x="315348" y="1183467"/>
                  </a:lnTo>
                  <a:lnTo>
                    <a:pt x="312884" y="1183467"/>
                  </a:lnTo>
                  <a:lnTo>
                    <a:pt x="310420" y="1183467"/>
                  </a:lnTo>
                  <a:lnTo>
                    <a:pt x="307957" y="1183467"/>
                  </a:lnTo>
                  <a:lnTo>
                    <a:pt x="305493" y="1183467"/>
                  </a:lnTo>
                  <a:lnTo>
                    <a:pt x="303029" y="1183467"/>
                  </a:lnTo>
                  <a:lnTo>
                    <a:pt x="300566" y="1183467"/>
                  </a:lnTo>
                  <a:lnTo>
                    <a:pt x="298102" y="1183467"/>
                  </a:lnTo>
                  <a:lnTo>
                    <a:pt x="295638" y="1183467"/>
                  </a:lnTo>
                  <a:lnTo>
                    <a:pt x="293175" y="1183467"/>
                  </a:lnTo>
                  <a:lnTo>
                    <a:pt x="290711" y="1183467"/>
                  </a:lnTo>
                  <a:lnTo>
                    <a:pt x="288247" y="1183467"/>
                  </a:lnTo>
                  <a:lnTo>
                    <a:pt x="285784" y="1183467"/>
                  </a:lnTo>
                  <a:lnTo>
                    <a:pt x="283320" y="1183467"/>
                  </a:lnTo>
                  <a:lnTo>
                    <a:pt x="280856" y="1183467"/>
                  </a:lnTo>
                  <a:lnTo>
                    <a:pt x="278393" y="1183467"/>
                  </a:lnTo>
                  <a:lnTo>
                    <a:pt x="275929" y="1183467"/>
                  </a:lnTo>
                  <a:lnTo>
                    <a:pt x="273465" y="1183467"/>
                  </a:lnTo>
                  <a:lnTo>
                    <a:pt x="271002" y="1183467"/>
                  </a:lnTo>
                  <a:lnTo>
                    <a:pt x="268538" y="1183467"/>
                  </a:lnTo>
                  <a:lnTo>
                    <a:pt x="266075" y="1183467"/>
                  </a:lnTo>
                  <a:lnTo>
                    <a:pt x="263611" y="1183467"/>
                  </a:lnTo>
                  <a:lnTo>
                    <a:pt x="261147" y="1183467"/>
                  </a:lnTo>
                  <a:lnTo>
                    <a:pt x="258684" y="1183467"/>
                  </a:lnTo>
                  <a:lnTo>
                    <a:pt x="256220" y="1183467"/>
                  </a:lnTo>
                  <a:lnTo>
                    <a:pt x="253756" y="1183467"/>
                  </a:lnTo>
                  <a:lnTo>
                    <a:pt x="251293" y="1183467"/>
                  </a:lnTo>
                  <a:lnTo>
                    <a:pt x="248829" y="1183467"/>
                  </a:lnTo>
                  <a:lnTo>
                    <a:pt x="246365" y="1183467"/>
                  </a:lnTo>
                  <a:lnTo>
                    <a:pt x="243902" y="1183467"/>
                  </a:lnTo>
                  <a:lnTo>
                    <a:pt x="241438" y="1183467"/>
                  </a:lnTo>
                  <a:lnTo>
                    <a:pt x="238974" y="1183467"/>
                  </a:lnTo>
                  <a:lnTo>
                    <a:pt x="236511" y="1183467"/>
                  </a:lnTo>
                  <a:lnTo>
                    <a:pt x="234047" y="1183467"/>
                  </a:lnTo>
                  <a:lnTo>
                    <a:pt x="231583" y="1183467"/>
                  </a:lnTo>
                  <a:lnTo>
                    <a:pt x="229120" y="1183467"/>
                  </a:lnTo>
                  <a:lnTo>
                    <a:pt x="226656" y="1183467"/>
                  </a:lnTo>
                  <a:lnTo>
                    <a:pt x="224192" y="1183467"/>
                  </a:lnTo>
                  <a:lnTo>
                    <a:pt x="221729" y="1183467"/>
                  </a:lnTo>
                  <a:lnTo>
                    <a:pt x="219265" y="1183467"/>
                  </a:lnTo>
                  <a:lnTo>
                    <a:pt x="216801" y="1183467"/>
                  </a:lnTo>
                  <a:lnTo>
                    <a:pt x="214338" y="1183467"/>
                  </a:lnTo>
                  <a:lnTo>
                    <a:pt x="211874" y="1183467"/>
                  </a:lnTo>
                  <a:lnTo>
                    <a:pt x="209410" y="1183467"/>
                  </a:lnTo>
                  <a:lnTo>
                    <a:pt x="206947" y="1183467"/>
                  </a:lnTo>
                  <a:lnTo>
                    <a:pt x="204483" y="1183467"/>
                  </a:lnTo>
                  <a:lnTo>
                    <a:pt x="202019" y="1183467"/>
                  </a:lnTo>
                  <a:lnTo>
                    <a:pt x="199556" y="1183467"/>
                  </a:lnTo>
                  <a:lnTo>
                    <a:pt x="197092" y="1183467"/>
                  </a:lnTo>
                  <a:lnTo>
                    <a:pt x="194628" y="1183467"/>
                  </a:lnTo>
                  <a:lnTo>
                    <a:pt x="192165" y="1183467"/>
                  </a:lnTo>
                  <a:lnTo>
                    <a:pt x="189701" y="1183467"/>
                  </a:lnTo>
                  <a:lnTo>
                    <a:pt x="187237" y="1183467"/>
                  </a:lnTo>
                  <a:lnTo>
                    <a:pt x="184774" y="1183467"/>
                  </a:lnTo>
                  <a:lnTo>
                    <a:pt x="182310" y="1183467"/>
                  </a:lnTo>
                  <a:lnTo>
                    <a:pt x="179847" y="1183467"/>
                  </a:lnTo>
                  <a:lnTo>
                    <a:pt x="177383" y="1183467"/>
                  </a:lnTo>
                  <a:lnTo>
                    <a:pt x="174919" y="1183467"/>
                  </a:lnTo>
                  <a:lnTo>
                    <a:pt x="172456" y="1183467"/>
                  </a:lnTo>
                  <a:lnTo>
                    <a:pt x="169992" y="1183467"/>
                  </a:lnTo>
                  <a:lnTo>
                    <a:pt x="167528" y="1183467"/>
                  </a:lnTo>
                  <a:lnTo>
                    <a:pt x="165065" y="1183467"/>
                  </a:lnTo>
                  <a:lnTo>
                    <a:pt x="162601" y="1183467"/>
                  </a:lnTo>
                  <a:lnTo>
                    <a:pt x="160137" y="1183467"/>
                  </a:lnTo>
                  <a:lnTo>
                    <a:pt x="157674" y="1183467"/>
                  </a:lnTo>
                  <a:lnTo>
                    <a:pt x="155210" y="1183467"/>
                  </a:lnTo>
                  <a:lnTo>
                    <a:pt x="152746" y="1183467"/>
                  </a:lnTo>
                  <a:lnTo>
                    <a:pt x="150283" y="1183467"/>
                  </a:lnTo>
                  <a:lnTo>
                    <a:pt x="147819" y="1183467"/>
                  </a:lnTo>
                  <a:lnTo>
                    <a:pt x="145355" y="1183467"/>
                  </a:lnTo>
                  <a:lnTo>
                    <a:pt x="142892" y="1183467"/>
                  </a:lnTo>
                  <a:lnTo>
                    <a:pt x="140428" y="1183467"/>
                  </a:lnTo>
                  <a:lnTo>
                    <a:pt x="137964" y="1183467"/>
                  </a:lnTo>
                  <a:lnTo>
                    <a:pt x="135501" y="1183467"/>
                  </a:lnTo>
                  <a:lnTo>
                    <a:pt x="133037" y="1183467"/>
                  </a:lnTo>
                  <a:lnTo>
                    <a:pt x="130573" y="1183467"/>
                  </a:lnTo>
                  <a:lnTo>
                    <a:pt x="128110" y="1183467"/>
                  </a:lnTo>
                  <a:lnTo>
                    <a:pt x="125646" y="1183467"/>
                  </a:lnTo>
                  <a:lnTo>
                    <a:pt x="123182" y="1183467"/>
                  </a:lnTo>
                  <a:lnTo>
                    <a:pt x="120719" y="1183467"/>
                  </a:lnTo>
                  <a:lnTo>
                    <a:pt x="118255" y="1183467"/>
                  </a:lnTo>
                  <a:lnTo>
                    <a:pt x="115791" y="1183467"/>
                  </a:lnTo>
                  <a:lnTo>
                    <a:pt x="113328" y="1183467"/>
                  </a:lnTo>
                  <a:lnTo>
                    <a:pt x="110864" y="1183467"/>
                  </a:lnTo>
                  <a:lnTo>
                    <a:pt x="108400" y="1183467"/>
                  </a:lnTo>
                  <a:lnTo>
                    <a:pt x="105937" y="1183467"/>
                  </a:lnTo>
                  <a:lnTo>
                    <a:pt x="103473" y="1183467"/>
                  </a:lnTo>
                  <a:lnTo>
                    <a:pt x="101009" y="1183467"/>
                  </a:lnTo>
                  <a:lnTo>
                    <a:pt x="98546" y="1183467"/>
                  </a:lnTo>
                  <a:lnTo>
                    <a:pt x="96082" y="1183467"/>
                  </a:lnTo>
                  <a:lnTo>
                    <a:pt x="93618" y="1183467"/>
                  </a:lnTo>
                  <a:lnTo>
                    <a:pt x="91155" y="1183467"/>
                  </a:lnTo>
                  <a:lnTo>
                    <a:pt x="88691" y="1183467"/>
                  </a:lnTo>
                  <a:lnTo>
                    <a:pt x="86228" y="1183467"/>
                  </a:lnTo>
                  <a:lnTo>
                    <a:pt x="83764" y="1183467"/>
                  </a:lnTo>
                  <a:lnTo>
                    <a:pt x="81300" y="1183467"/>
                  </a:lnTo>
                  <a:lnTo>
                    <a:pt x="78837" y="1183467"/>
                  </a:lnTo>
                  <a:lnTo>
                    <a:pt x="76373" y="1183467"/>
                  </a:lnTo>
                  <a:lnTo>
                    <a:pt x="73909" y="1183467"/>
                  </a:lnTo>
                  <a:lnTo>
                    <a:pt x="71446" y="1183467"/>
                  </a:lnTo>
                  <a:lnTo>
                    <a:pt x="68982" y="1183467"/>
                  </a:lnTo>
                  <a:lnTo>
                    <a:pt x="66518" y="1183467"/>
                  </a:lnTo>
                  <a:lnTo>
                    <a:pt x="64055" y="1183467"/>
                  </a:lnTo>
                  <a:lnTo>
                    <a:pt x="61591" y="1183467"/>
                  </a:lnTo>
                  <a:lnTo>
                    <a:pt x="59127" y="1183467"/>
                  </a:lnTo>
                  <a:lnTo>
                    <a:pt x="56664" y="1183467"/>
                  </a:lnTo>
                  <a:lnTo>
                    <a:pt x="54200" y="1183467"/>
                  </a:lnTo>
                  <a:lnTo>
                    <a:pt x="51736" y="1183467"/>
                  </a:lnTo>
                  <a:lnTo>
                    <a:pt x="49273" y="1183467"/>
                  </a:lnTo>
                  <a:lnTo>
                    <a:pt x="46809" y="1183467"/>
                  </a:lnTo>
                  <a:lnTo>
                    <a:pt x="44345" y="1183467"/>
                  </a:lnTo>
                  <a:lnTo>
                    <a:pt x="41882" y="1183467"/>
                  </a:lnTo>
                  <a:lnTo>
                    <a:pt x="39418" y="1183467"/>
                  </a:lnTo>
                  <a:lnTo>
                    <a:pt x="36954" y="1183467"/>
                  </a:lnTo>
                  <a:lnTo>
                    <a:pt x="34491" y="1183467"/>
                  </a:lnTo>
                  <a:lnTo>
                    <a:pt x="32027" y="1183467"/>
                  </a:lnTo>
                  <a:lnTo>
                    <a:pt x="29563" y="1183467"/>
                  </a:lnTo>
                  <a:lnTo>
                    <a:pt x="27100" y="1183467"/>
                  </a:lnTo>
                  <a:lnTo>
                    <a:pt x="24636" y="1183467"/>
                  </a:lnTo>
                  <a:lnTo>
                    <a:pt x="22172" y="1183467"/>
                  </a:lnTo>
                  <a:lnTo>
                    <a:pt x="19709" y="1183467"/>
                  </a:lnTo>
                  <a:lnTo>
                    <a:pt x="17245" y="1183467"/>
                  </a:lnTo>
                  <a:lnTo>
                    <a:pt x="14781" y="1183467"/>
                  </a:lnTo>
                  <a:lnTo>
                    <a:pt x="12318" y="1183467"/>
                  </a:lnTo>
                  <a:lnTo>
                    <a:pt x="9854" y="1183467"/>
                  </a:lnTo>
                  <a:lnTo>
                    <a:pt x="7390" y="1183467"/>
                  </a:lnTo>
                  <a:lnTo>
                    <a:pt x="4927" y="1183467"/>
                  </a:lnTo>
                  <a:lnTo>
                    <a:pt x="2463" y="118346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433616" y="942319"/>
              <a:ext cx="1258929" cy="1183467"/>
            </a:xfrm>
            <a:custGeom>
              <a:avLst/>
              <a:pathLst>
                <a:path w="1258929" h="1183467">
                  <a:moveTo>
                    <a:pt x="0" y="1183467"/>
                  </a:moveTo>
                  <a:lnTo>
                    <a:pt x="2463" y="1183467"/>
                  </a:lnTo>
                  <a:lnTo>
                    <a:pt x="4927" y="1183467"/>
                  </a:lnTo>
                  <a:lnTo>
                    <a:pt x="7390" y="1183467"/>
                  </a:lnTo>
                  <a:lnTo>
                    <a:pt x="9854" y="1183467"/>
                  </a:lnTo>
                  <a:lnTo>
                    <a:pt x="12318" y="1183467"/>
                  </a:lnTo>
                  <a:lnTo>
                    <a:pt x="14781" y="1183467"/>
                  </a:lnTo>
                  <a:lnTo>
                    <a:pt x="17245" y="1183467"/>
                  </a:lnTo>
                  <a:lnTo>
                    <a:pt x="19709" y="1183467"/>
                  </a:lnTo>
                  <a:lnTo>
                    <a:pt x="22172" y="1183467"/>
                  </a:lnTo>
                  <a:lnTo>
                    <a:pt x="24636" y="1183467"/>
                  </a:lnTo>
                  <a:lnTo>
                    <a:pt x="27100" y="1183467"/>
                  </a:lnTo>
                  <a:lnTo>
                    <a:pt x="29563" y="1183467"/>
                  </a:lnTo>
                  <a:lnTo>
                    <a:pt x="32027" y="1183467"/>
                  </a:lnTo>
                  <a:lnTo>
                    <a:pt x="34491" y="1183467"/>
                  </a:lnTo>
                  <a:lnTo>
                    <a:pt x="36954" y="1183467"/>
                  </a:lnTo>
                  <a:lnTo>
                    <a:pt x="39418" y="1183467"/>
                  </a:lnTo>
                  <a:lnTo>
                    <a:pt x="41882" y="1183467"/>
                  </a:lnTo>
                  <a:lnTo>
                    <a:pt x="44345" y="1183467"/>
                  </a:lnTo>
                  <a:lnTo>
                    <a:pt x="46809" y="1183467"/>
                  </a:lnTo>
                  <a:lnTo>
                    <a:pt x="49273" y="1183467"/>
                  </a:lnTo>
                  <a:lnTo>
                    <a:pt x="51736" y="1183467"/>
                  </a:lnTo>
                  <a:lnTo>
                    <a:pt x="54200" y="1183467"/>
                  </a:lnTo>
                  <a:lnTo>
                    <a:pt x="56664" y="1183467"/>
                  </a:lnTo>
                  <a:lnTo>
                    <a:pt x="59127" y="1183467"/>
                  </a:lnTo>
                  <a:lnTo>
                    <a:pt x="61591" y="1183467"/>
                  </a:lnTo>
                  <a:lnTo>
                    <a:pt x="64055" y="1183467"/>
                  </a:lnTo>
                  <a:lnTo>
                    <a:pt x="66518" y="1183467"/>
                  </a:lnTo>
                  <a:lnTo>
                    <a:pt x="68982" y="1183466"/>
                  </a:lnTo>
                  <a:lnTo>
                    <a:pt x="71446" y="1183466"/>
                  </a:lnTo>
                  <a:lnTo>
                    <a:pt x="73909" y="1183464"/>
                  </a:lnTo>
                  <a:lnTo>
                    <a:pt x="76373" y="1183461"/>
                  </a:lnTo>
                  <a:lnTo>
                    <a:pt x="78837" y="1183457"/>
                  </a:lnTo>
                  <a:lnTo>
                    <a:pt x="81300" y="1183449"/>
                  </a:lnTo>
                  <a:lnTo>
                    <a:pt x="83764" y="1183437"/>
                  </a:lnTo>
                  <a:lnTo>
                    <a:pt x="86228" y="1183418"/>
                  </a:lnTo>
                  <a:lnTo>
                    <a:pt x="88691" y="1183388"/>
                  </a:lnTo>
                  <a:lnTo>
                    <a:pt x="91155" y="1183344"/>
                  </a:lnTo>
                  <a:lnTo>
                    <a:pt x="93618" y="1183279"/>
                  </a:lnTo>
                  <a:lnTo>
                    <a:pt x="96082" y="1183181"/>
                  </a:lnTo>
                  <a:lnTo>
                    <a:pt x="98546" y="1183038"/>
                  </a:lnTo>
                  <a:lnTo>
                    <a:pt x="101009" y="1182836"/>
                  </a:lnTo>
                  <a:lnTo>
                    <a:pt x="103473" y="1182555"/>
                  </a:lnTo>
                  <a:lnTo>
                    <a:pt x="105937" y="1182171"/>
                  </a:lnTo>
                  <a:lnTo>
                    <a:pt x="108400" y="1181657"/>
                  </a:lnTo>
                  <a:lnTo>
                    <a:pt x="110864" y="1180978"/>
                  </a:lnTo>
                  <a:lnTo>
                    <a:pt x="113328" y="1180096"/>
                  </a:lnTo>
                  <a:lnTo>
                    <a:pt x="115791" y="1178969"/>
                  </a:lnTo>
                  <a:lnTo>
                    <a:pt x="118255" y="1177552"/>
                  </a:lnTo>
                  <a:lnTo>
                    <a:pt x="120719" y="1175800"/>
                  </a:lnTo>
                  <a:lnTo>
                    <a:pt x="123182" y="1173624"/>
                  </a:lnTo>
                  <a:lnTo>
                    <a:pt x="125646" y="1171015"/>
                  </a:lnTo>
                  <a:lnTo>
                    <a:pt x="128110" y="1167956"/>
                  </a:lnTo>
                  <a:lnTo>
                    <a:pt x="130573" y="1164437"/>
                  </a:lnTo>
                  <a:lnTo>
                    <a:pt x="133037" y="1160471"/>
                  </a:lnTo>
                  <a:lnTo>
                    <a:pt x="135501" y="1156093"/>
                  </a:lnTo>
                  <a:lnTo>
                    <a:pt x="137964" y="1151361"/>
                  </a:lnTo>
                  <a:lnTo>
                    <a:pt x="140428" y="1146356"/>
                  </a:lnTo>
                  <a:lnTo>
                    <a:pt x="142892" y="1141177"/>
                  </a:lnTo>
                  <a:lnTo>
                    <a:pt x="145355" y="1135937"/>
                  </a:lnTo>
                  <a:lnTo>
                    <a:pt x="147819" y="1130753"/>
                  </a:lnTo>
                  <a:lnTo>
                    <a:pt x="150283" y="1125766"/>
                  </a:lnTo>
                  <a:lnTo>
                    <a:pt x="152746" y="1121056"/>
                  </a:lnTo>
                  <a:lnTo>
                    <a:pt x="155210" y="1116679"/>
                  </a:lnTo>
                  <a:lnTo>
                    <a:pt x="157674" y="1112656"/>
                  </a:lnTo>
                  <a:lnTo>
                    <a:pt x="160137" y="1108975"/>
                  </a:lnTo>
                  <a:lnTo>
                    <a:pt x="162601" y="1105595"/>
                  </a:lnTo>
                  <a:lnTo>
                    <a:pt x="165065" y="1102446"/>
                  </a:lnTo>
                  <a:lnTo>
                    <a:pt x="167528" y="1099448"/>
                  </a:lnTo>
                  <a:lnTo>
                    <a:pt x="169992" y="1096510"/>
                  </a:lnTo>
                  <a:lnTo>
                    <a:pt x="172456" y="1093550"/>
                  </a:lnTo>
                  <a:lnTo>
                    <a:pt x="174919" y="1090493"/>
                  </a:lnTo>
                  <a:lnTo>
                    <a:pt x="177383" y="1087272"/>
                  </a:lnTo>
                  <a:lnTo>
                    <a:pt x="179847" y="1083879"/>
                  </a:lnTo>
                  <a:lnTo>
                    <a:pt x="182310" y="1080314"/>
                  </a:lnTo>
                  <a:lnTo>
                    <a:pt x="184774" y="1076599"/>
                  </a:lnTo>
                  <a:lnTo>
                    <a:pt x="187237" y="1072768"/>
                  </a:lnTo>
                  <a:lnTo>
                    <a:pt x="189701" y="1068865"/>
                  </a:lnTo>
                  <a:lnTo>
                    <a:pt x="192165" y="1064940"/>
                  </a:lnTo>
                  <a:lnTo>
                    <a:pt x="194628" y="1061047"/>
                  </a:lnTo>
                  <a:lnTo>
                    <a:pt x="197092" y="1057243"/>
                  </a:lnTo>
                  <a:lnTo>
                    <a:pt x="199556" y="1053585"/>
                  </a:lnTo>
                  <a:lnTo>
                    <a:pt x="202019" y="1050140"/>
                  </a:lnTo>
                  <a:lnTo>
                    <a:pt x="204483" y="1046989"/>
                  </a:lnTo>
                  <a:lnTo>
                    <a:pt x="206947" y="1044173"/>
                  </a:lnTo>
                  <a:lnTo>
                    <a:pt x="209410" y="1041741"/>
                  </a:lnTo>
                  <a:lnTo>
                    <a:pt x="211874" y="1039736"/>
                  </a:lnTo>
                  <a:lnTo>
                    <a:pt x="214338" y="1038184"/>
                  </a:lnTo>
                  <a:lnTo>
                    <a:pt x="216801" y="1037094"/>
                  </a:lnTo>
                  <a:lnTo>
                    <a:pt x="219265" y="1036444"/>
                  </a:lnTo>
                  <a:lnTo>
                    <a:pt x="221729" y="1036181"/>
                  </a:lnTo>
                  <a:lnTo>
                    <a:pt x="224192" y="1036211"/>
                  </a:lnTo>
                  <a:lnTo>
                    <a:pt x="226656" y="1036399"/>
                  </a:lnTo>
                  <a:lnTo>
                    <a:pt x="229120" y="1036548"/>
                  </a:lnTo>
                  <a:lnTo>
                    <a:pt x="231583" y="1036377"/>
                  </a:lnTo>
                  <a:lnTo>
                    <a:pt x="234047" y="1035613"/>
                  </a:lnTo>
                  <a:lnTo>
                    <a:pt x="236511" y="1033966"/>
                  </a:lnTo>
                  <a:lnTo>
                    <a:pt x="238974" y="1031146"/>
                  </a:lnTo>
                  <a:lnTo>
                    <a:pt x="241438" y="1026888"/>
                  </a:lnTo>
                  <a:lnTo>
                    <a:pt x="243902" y="1020971"/>
                  </a:lnTo>
                  <a:lnTo>
                    <a:pt x="246365" y="1013237"/>
                  </a:lnTo>
                  <a:lnTo>
                    <a:pt x="248829" y="1003611"/>
                  </a:lnTo>
                  <a:lnTo>
                    <a:pt x="251293" y="992105"/>
                  </a:lnTo>
                  <a:lnTo>
                    <a:pt x="253756" y="978822"/>
                  </a:lnTo>
                  <a:lnTo>
                    <a:pt x="256220" y="963862"/>
                  </a:lnTo>
                  <a:lnTo>
                    <a:pt x="258684" y="947544"/>
                  </a:lnTo>
                  <a:lnTo>
                    <a:pt x="261147" y="930214"/>
                  </a:lnTo>
                  <a:lnTo>
                    <a:pt x="263611" y="912111"/>
                  </a:lnTo>
                  <a:lnTo>
                    <a:pt x="266075" y="893400"/>
                  </a:lnTo>
                  <a:lnTo>
                    <a:pt x="268538" y="874141"/>
                  </a:lnTo>
                  <a:lnTo>
                    <a:pt x="271002" y="854254"/>
                  </a:lnTo>
                  <a:lnTo>
                    <a:pt x="273465" y="833501"/>
                  </a:lnTo>
                  <a:lnTo>
                    <a:pt x="275929" y="811479"/>
                  </a:lnTo>
                  <a:lnTo>
                    <a:pt x="278393" y="787627"/>
                  </a:lnTo>
                  <a:lnTo>
                    <a:pt x="280856" y="761247"/>
                  </a:lnTo>
                  <a:lnTo>
                    <a:pt x="283320" y="731205"/>
                  </a:lnTo>
                  <a:lnTo>
                    <a:pt x="285784" y="696708"/>
                  </a:lnTo>
                  <a:lnTo>
                    <a:pt x="288247" y="657139"/>
                  </a:lnTo>
                  <a:lnTo>
                    <a:pt x="290711" y="611949"/>
                  </a:lnTo>
                  <a:lnTo>
                    <a:pt x="293175" y="560864"/>
                  </a:lnTo>
                  <a:lnTo>
                    <a:pt x="295638" y="503981"/>
                  </a:lnTo>
                  <a:lnTo>
                    <a:pt x="298102" y="441853"/>
                  </a:lnTo>
                  <a:lnTo>
                    <a:pt x="300566" y="375561"/>
                  </a:lnTo>
                  <a:lnTo>
                    <a:pt x="303029" y="306754"/>
                  </a:lnTo>
                  <a:lnTo>
                    <a:pt x="305493" y="237648"/>
                  </a:lnTo>
                  <a:lnTo>
                    <a:pt x="307957" y="170988"/>
                  </a:lnTo>
                  <a:lnTo>
                    <a:pt x="310420" y="110872"/>
                  </a:lnTo>
                  <a:lnTo>
                    <a:pt x="312884" y="60737"/>
                  </a:lnTo>
                  <a:lnTo>
                    <a:pt x="315348" y="23758"/>
                  </a:lnTo>
                  <a:lnTo>
                    <a:pt x="317811" y="2792"/>
                  </a:lnTo>
                  <a:lnTo>
                    <a:pt x="320275" y="0"/>
                  </a:lnTo>
                  <a:lnTo>
                    <a:pt x="322739" y="16623"/>
                  </a:lnTo>
                  <a:lnTo>
                    <a:pt x="325202" y="52837"/>
                  </a:lnTo>
                  <a:lnTo>
                    <a:pt x="327666" y="107682"/>
                  </a:lnTo>
                  <a:lnTo>
                    <a:pt x="330130" y="179105"/>
                  </a:lnTo>
                  <a:lnTo>
                    <a:pt x="332593" y="264104"/>
                  </a:lnTo>
                  <a:lnTo>
                    <a:pt x="335057" y="358957"/>
                  </a:lnTo>
                  <a:lnTo>
                    <a:pt x="337521" y="459590"/>
                  </a:lnTo>
                  <a:lnTo>
                    <a:pt x="339984" y="560794"/>
                  </a:lnTo>
                  <a:lnTo>
                    <a:pt x="342448" y="658874"/>
                  </a:lnTo>
                  <a:lnTo>
                    <a:pt x="344912" y="750783"/>
                  </a:lnTo>
                  <a:lnTo>
                    <a:pt x="347375" y="834239"/>
                  </a:lnTo>
                  <a:lnTo>
                    <a:pt x="349839" y="907777"/>
                  </a:lnTo>
                  <a:lnTo>
                    <a:pt x="352303" y="970710"/>
                  </a:lnTo>
                  <a:lnTo>
                    <a:pt x="354766" y="1023045"/>
                  </a:lnTo>
                  <a:lnTo>
                    <a:pt x="357230" y="1065346"/>
                  </a:lnTo>
                  <a:lnTo>
                    <a:pt x="359694" y="1098581"/>
                  </a:lnTo>
                  <a:lnTo>
                    <a:pt x="362157" y="1123875"/>
                  </a:lnTo>
                  <a:lnTo>
                    <a:pt x="364621" y="1142169"/>
                  </a:lnTo>
                  <a:lnTo>
                    <a:pt x="367084" y="1155491"/>
                  </a:lnTo>
                  <a:lnTo>
                    <a:pt x="369548" y="1164953"/>
                  </a:lnTo>
                  <a:lnTo>
                    <a:pt x="372012" y="1171505"/>
                  </a:lnTo>
                  <a:lnTo>
                    <a:pt x="374475" y="1175926"/>
                  </a:lnTo>
                  <a:lnTo>
                    <a:pt x="376939" y="1178832"/>
                  </a:lnTo>
                  <a:lnTo>
                    <a:pt x="379403" y="1180690"/>
                  </a:lnTo>
                  <a:lnTo>
                    <a:pt x="381866" y="1181847"/>
                  </a:lnTo>
                  <a:lnTo>
                    <a:pt x="384330" y="1182547"/>
                  </a:lnTo>
                  <a:lnTo>
                    <a:pt x="386794" y="1182958"/>
                  </a:lnTo>
                  <a:lnTo>
                    <a:pt x="389257" y="1183191"/>
                  </a:lnTo>
                  <a:lnTo>
                    <a:pt x="391721" y="1183317"/>
                  </a:lnTo>
                  <a:lnTo>
                    <a:pt x="394185" y="1183387"/>
                  </a:lnTo>
                  <a:lnTo>
                    <a:pt x="396648" y="1183426"/>
                  </a:lnTo>
                  <a:lnTo>
                    <a:pt x="399112" y="1183447"/>
                  </a:lnTo>
                  <a:lnTo>
                    <a:pt x="401576" y="1183457"/>
                  </a:lnTo>
                  <a:lnTo>
                    <a:pt x="404039" y="1183463"/>
                  </a:lnTo>
                  <a:lnTo>
                    <a:pt x="406503" y="1183465"/>
                  </a:lnTo>
                  <a:lnTo>
                    <a:pt x="408967" y="1183466"/>
                  </a:lnTo>
                  <a:lnTo>
                    <a:pt x="411430" y="1183467"/>
                  </a:lnTo>
                  <a:lnTo>
                    <a:pt x="413894" y="1183467"/>
                  </a:lnTo>
                  <a:lnTo>
                    <a:pt x="416358" y="1183467"/>
                  </a:lnTo>
                  <a:lnTo>
                    <a:pt x="418821" y="1183467"/>
                  </a:lnTo>
                  <a:lnTo>
                    <a:pt x="421285" y="1183467"/>
                  </a:lnTo>
                  <a:lnTo>
                    <a:pt x="423749" y="1183467"/>
                  </a:lnTo>
                  <a:lnTo>
                    <a:pt x="426212" y="1183467"/>
                  </a:lnTo>
                  <a:lnTo>
                    <a:pt x="428676" y="1183467"/>
                  </a:lnTo>
                  <a:lnTo>
                    <a:pt x="431140" y="1183467"/>
                  </a:lnTo>
                  <a:lnTo>
                    <a:pt x="433603" y="1183467"/>
                  </a:lnTo>
                  <a:lnTo>
                    <a:pt x="436067" y="1183467"/>
                  </a:lnTo>
                  <a:lnTo>
                    <a:pt x="438531" y="1183467"/>
                  </a:lnTo>
                  <a:lnTo>
                    <a:pt x="440994" y="1183467"/>
                  </a:lnTo>
                  <a:lnTo>
                    <a:pt x="443458" y="1183467"/>
                  </a:lnTo>
                  <a:lnTo>
                    <a:pt x="445922" y="1183467"/>
                  </a:lnTo>
                  <a:lnTo>
                    <a:pt x="448385" y="1183467"/>
                  </a:lnTo>
                  <a:lnTo>
                    <a:pt x="450849" y="1183467"/>
                  </a:lnTo>
                  <a:lnTo>
                    <a:pt x="453312" y="1183467"/>
                  </a:lnTo>
                  <a:lnTo>
                    <a:pt x="455776" y="1183467"/>
                  </a:lnTo>
                  <a:lnTo>
                    <a:pt x="458240" y="1183467"/>
                  </a:lnTo>
                  <a:lnTo>
                    <a:pt x="460703" y="1183467"/>
                  </a:lnTo>
                  <a:lnTo>
                    <a:pt x="463167" y="1183467"/>
                  </a:lnTo>
                  <a:lnTo>
                    <a:pt x="465631" y="1183467"/>
                  </a:lnTo>
                  <a:lnTo>
                    <a:pt x="468094" y="1183467"/>
                  </a:lnTo>
                  <a:lnTo>
                    <a:pt x="470558" y="1183467"/>
                  </a:lnTo>
                  <a:lnTo>
                    <a:pt x="473022" y="1183467"/>
                  </a:lnTo>
                  <a:lnTo>
                    <a:pt x="475485" y="1183467"/>
                  </a:lnTo>
                  <a:lnTo>
                    <a:pt x="477949" y="1183467"/>
                  </a:lnTo>
                  <a:lnTo>
                    <a:pt x="480413" y="1183467"/>
                  </a:lnTo>
                  <a:lnTo>
                    <a:pt x="482876" y="1183467"/>
                  </a:lnTo>
                  <a:lnTo>
                    <a:pt x="485340" y="1183467"/>
                  </a:lnTo>
                  <a:lnTo>
                    <a:pt x="487804" y="1183467"/>
                  </a:lnTo>
                  <a:lnTo>
                    <a:pt x="490267" y="1183467"/>
                  </a:lnTo>
                  <a:lnTo>
                    <a:pt x="492731" y="1183467"/>
                  </a:lnTo>
                  <a:lnTo>
                    <a:pt x="495195" y="1183467"/>
                  </a:lnTo>
                  <a:lnTo>
                    <a:pt x="497658" y="1183467"/>
                  </a:lnTo>
                  <a:lnTo>
                    <a:pt x="500122" y="1183467"/>
                  </a:lnTo>
                  <a:lnTo>
                    <a:pt x="502586" y="1183467"/>
                  </a:lnTo>
                  <a:lnTo>
                    <a:pt x="505049" y="1183467"/>
                  </a:lnTo>
                  <a:lnTo>
                    <a:pt x="507513" y="1183467"/>
                  </a:lnTo>
                  <a:lnTo>
                    <a:pt x="509977" y="1183467"/>
                  </a:lnTo>
                  <a:lnTo>
                    <a:pt x="512440" y="1183467"/>
                  </a:lnTo>
                  <a:lnTo>
                    <a:pt x="514904" y="1183467"/>
                  </a:lnTo>
                  <a:lnTo>
                    <a:pt x="517368" y="1183467"/>
                  </a:lnTo>
                  <a:lnTo>
                    <a:pt x="519831" y="1183467"/>
                  </a:lnTo>
                  <a:lnTo>
                    <a:pt x="522295" y="1183467"/>
                  </a:lnTo>
                  <a:lnTo>
                    <a:pt x="524759" y="1183467"/>
                  </a:lnTo>
                  <a:lnTo>
                    <a:pt x="527222" y="1183467"/>
                  </a:lnTo>
                  <a:lnTo>
                    <a:pt x="529686" y="1183467"/>
                  </a:lnTo>
                  <a:lnTo>
                    <a:pt x="532150" y="1183467"/>
                  </a:lnTo>
                  <a:lnTo>
                    <a:pt x="534613" y="1183467"/>
                  </a:lnTo>
                  <a:lnTo>
                    <a:pt x="537077" y="1183467"/>
                  </a:lnTo>
                  <a:lnTo>
                    <a:pt x="539541" y="1183467"/>
                  </a:lnTo>
                  <a:lnTo>
                    <a:pt x="542004" y="1183467"/>
                  </a:lnTo>
                  <a:lnTo>
                    <a:pt x="544468" y="1183467"/>
                  </a:lnTo>
                  <a:lnTo>
                    <a:pt x="546931" y="1183467"/>
                  </a:lnTo>
                  <a:lnTo>
                    <a:pt x="549395" y="1183467"/>
                  </a:lnTo>
                  <a:lnTo>
                    <a:pt x="551859" y="1183467"/>
                  </a:lnTo>
                  <a:lnTo>
                    <a:pt x="554322" y="1183467"/>
                  </a:lnTo>
                  <a:lnTo>
                    <a:pt x="556786" y="1183467"/>
                  </a:lnTo>
                  <a:lnTo>
                    <a:pt x="559250" y="1183467"/>
                  </a:lnTo>
                  <a:lnTo>
                    <a:pt x="561713" y="1183467"/>
                  </a:lnTo>
                  <a:lnTo>
                    <a:pt x="564177" y="1183467"/>
                  </a:lnTo>
                  <a:lnTo>
                    <a:pt x="566641" y="1183467"/>
                  </a:lnTo>
                  <a:lnTo>
                    <a:pt x="569104" y="1183467"/>
                  </a:lnTo>
                  <a:lnTo>
                    <a:pt x="571568" y="1183467"/>
                  </a:lnTo>
                  <a:lnTo>
                    <a:pt x="574032" y="1183467"/>
                  </a:lnTo>
                  <a:lnTo>
                    <a:pt x="576495" y="1183467"/>
                  </a:lnTo>
                  <a:lnTo>
                    <a:pt x="578959" y="1183467"/>
                  </a:lnTo>
                  <a:lnTo>
                    <a:pt x="581423" y="1183467"/>
                  </a:lnTo>
                  <a:lnTo>
                    <a:pt x="583886" y="1183467"/>
                  </a:lnTo>
                  <a:lnTo>
                    <a:pt x="586350" y="1183467"/>
                  </a:lnTo>
                  <a:lnTo>
                    <a:pt x="588814" y="1183467"/>
                  </a:lnTo>
                  <a:lnTo>
                    <a:pt x="591277" y="1183467"/>
                  </a:lnTo>
                  <a:lnTo>
                    <a:pt x="593741" y="1183467"/>
                  </a:lnTo>
                  <a:lnTo>
                    <a:pt x="596205" y="1183467"/>
                  </a:lnTo>
                  <a:lnTo>
                    <a:pt x="598668" y="1183467"/>
                  </a:lnTo>
                  <a:lnTo>
                    <a:pt x="601132" y="1183467"/>
                  </a:lnTo>
                  <a:lnTo>
                    <a:pt x="603596" y="1183467"/>
                  </a:lnTo>
                  <a:lnTo>
                    <a:pt x="606059" y="1183467"/>
                  </a:lnTo>
                  <a:lnTo>
                    <a:pt x="608523" y="1183467"/>
                  </a:lnTo>
                  <a:lnTo>
                    <a:pt x="610987" y="1183467"/>
                  </a:lnTo>
                  <a:lnTo>
                    <a:pt x="613450" y="1183467"/>
                  </a:lnTo>
                  <a:lnTo>
                    <a:pt x="615914" y="1183467"/>
                  </a:lnTo>
                  <a:lnTo>
                    <a:pt x="618378" y="1183467"/>
                  </a:lnTo>
                  <a:lnTo>
                    <a:pt x="620841" y="1183467"/>
                  </a:lnTo>
                  <a:lnTo>
                    <a:pt x="623305" y="1183467"/>
                  </a:lnTo>
                  <a:lnTo>
                    <a:pt x="625769" y="1183467"/>
                  </a:lnTo>
                  <a:lnTo>
                    <a:pt x="628232" y="1183467"/>
                  </a:lnTo>
                  <a:lnTo>
                    <a:pt x="630696" y="1183467"/>
                  </a:lnTo>
                  <a:lnTo>
                    <a:pt x="633159" y="1183467"/>
                  </a:lnTo>
                  <a:lnTo>
                    <a:pt x="635623" y="1183467"/>
                  </a:lnTo>
                  <a:lnTo>
                    <a:pt x="638087" y="1183467"/>
                  </a:lnTo>
                  <a:lnTo>
                    <a:pt x="640550" y="1183467"/>
                  </a:lnTo>
                  <a:lnTo>
                    <a:pt x="643014" y="1183467"/>
                  </a:lnTo>
                  <a:lnTo>
                    <a:pt x="645478" y="1183467"/>
                  </a:lnTo>
                  <a:lnTo>
                    <a:pt x="647941" y="1183467"/>
                  </a:lnTo>
                  <a:lnTo>
                    <a:pt x="650405" y="1183467"/>
                  </a:lnTo>
                  <a:lnTo>
                    <a:pt x="652869" y="1183467"/>
                  </a:lnTo>
                  <a:lnTo>
                    <a:pt x="655332" y="1183467"/>
                  </a:lnTo>
                  <a:lnTo>
                    <a:pt x="657796" y="1183467"/>
                  </a:lnTo>
                  <a:lnTo>
                    <a:pt x="660260" y="1183467"/>
                  </a:lnTo>
                  <a:lnTo>
                    <a:pt x="662723" y="1183467"/>
                  </a:lnTo>
                  <a:lnTo>
                    <a:pt x="665187" y="1183467"/>
                  </a:lnTo>
                  <a:lnTo>
                    <a:pt x="667651" y="1183467"/>
                  </a:lnTo>
                  <a:lnTo>
                    <a:pt x="670114" y="1183467"/>
                  </a:lnTo>
                  <a:lnTo>
                    <a:pt x="672578" y="1183467"/>
                  </a:lnTo>
                  <a:lnTo>
                    <a:pt x="675042" y="1183467"/>
                  </a:lnTo>
                  <a:lnTo>
                    <a:pt x="677505" y="1183467"/>
                  </a:lnTo>
                  <a:lnTo>
                    <a:pt x="679969" y="1183467"/>
                  </a:lnTo>
                  <a:lnTo>
                    <a:pt x="682433" y="1183467"/>
                  </a:lnTo>
                  <a:lnTo>
                    <a:pt x="684896" y="1183467"/>
                  </a:lnTo>
                  <a:lnTo>
                    <a:pt x="687360" y="1183467"/>
                  </a:lnTo>
                  <a:lnTo>
                    <a:pt x="689824" y="1183467"/>
                  </a:lnTo>
                  <a:lnTo>
                    <a:pt x="692287" y="1183467"/>
                  </a:lnTo>
                  <a:lnTo>
                    <a:pt x="694751" y="1183467"/>
                  </a:lnTo>
                  <a:lnTo>
                    <a:pt x="697215" y="1183467"/>
                  </a:lnTo>
                  <a:lnTo>
                    <a:pt x="699678" y="1183467"/>
                  </a:lnTo>
                  <a:lnTo>
                    <a:pt x="702142" y="1183467"/>
                  </a:lnTo>
                  <a:lnTo>
                    <a:pt x="704606" y="1183467"/>
                  </a:lnTo>
                  <a:lnTo>
                    <a:pt x="707069" y="1183467"/>
                  </a:lnTo>
                  <a:lnTo>
                    <a:pt x="709533" y="1183467"/>
                  </a:lnTo>
                  <a:lnTo>
                    <a:pt x="711997" y="1183467"/>
                  </a:lnTo>
                  <a:lnTo>
                    <a:pt x="714460" y="1183467"/>
                  </a:lnTo>
                  <a:lnTo>
                    <a:pt x="716924" y="1183467"/>
                  </a:lnTo>
                  <a:lnTo>
                    <a:pt x="719388" y="1183467"/>
                  </a:lnTo>
                  <a:lnTo>
                    <a:pt x="721851" y="1183467"/>
                  </a:lnTo>
                  <a:lnTo>
                    <a:pt x="724315" y="1183467"/>
                  </a:lnTo>
                  <a:lnTo>
                    <a:pt x="726778" y="1183467"/>
                  </a:lnTo>
                  <a:lnTo>
                    <a:pt x="729242" y="1183467"/>
                  </a:lnTo>
                  <a:lnTo>
                    <a:pt x="731706" y="1183467"/>
                  </a:lnTo>
                  <a:lnTo>
                    <a:pt x="734169" y="1183467"/>
                  </a:lnTo>
                  <a:lnTo>
                    <a:pt x="736633" y="1183467"/>
                  </a:lnTo>
                  <a:lnTo>
                    <a:pt x="739097" y="1183467"/>
                  </a:lnTo>
                  <a:lnTo>
                    <a:pt x="741560" y="1183467"/>
                  </a:lnTo>
                  <a:lnTo>
                    <a:pt x="744024" y="1183467"/>
                  </a:lnTo>
                  <a:lnTo>
                    <a:pt x="746488" y="1183467"/>
                  </a:lnTo>
                  <a:lnTo>
                    <a:pt x="748951" y="1183467"/>
                  </a:lnTo>
                  <a:lnTo>
                    <a:pt x="751415" y="1183467"/>
                  </a:lnTo>
                  <a:lnTo>
                    <a:pt x="753879" y="1183467"/>
                  </a:lnTo>
                  <a:lnTo>
                    <a:pt x="756342" y="1183467"/>
                  </a:lnTo>
                  <a:lnTo>
                    <a:pt x="758806" y="1183467"/>
                  </a:lnTo>
                  <a:lnTo>
                    <a:pt x="761270" y="1183467"/>
                  </a:lnTo>
                  <a:lnTo>
                    <a:pt x="763733" y="1183467"/>
                  </a:lnTo>
                  <a:lnTo>
                    <a:pt x="766197" y="1183467"/>
                  </a:lnTo>
                  <a:lnTo>
                    <a:pt x="768661" y="1183467"/>
                  </a:lnTo>
                  <a:lnTo>
                    <a:pt x="771124" y="1183467"/>
                  </a:lnTo>
                  <a:lnTo>
                    <a:pt x="773588" y="1183467"/>
                  </a:lnTo>
                  <a:lnTo>
                    <a:pt x="776052" y="1183467"/>
                  </a:lnTo>
                  <a:lnTo>
                    <a:pt x="778515" y="1183467"/>
                  </a:lnTo>
                  <a:lnTo>
                    <a:pt x="780979" y="1183467"/>
                  </a:lnTo>
                  <a:lnTo>
                    <a:pt x="783443" y="1183467"/>
                  </a:lnTo>
                  <a:lnTo>
                    <a:pt x="785906" y="1183467"/>
                  </a:lnTo>
                  <a:lnTo>
                    <a:pt x="788370" y="1183467"/>
                  </a:lnTo>
                  <a:lnTo>
                    <a:pt x="790834" y="1183467"/>
                  </a:lnTo>
                  <a:lnTo>
                    <a:pt x="793297" y="1183467"/>
                  </a:lnTo>
                  <a:lnTo>
                    <a:pt x="795761" y="1183467"/>
                  </a:lnTo>
                  <a:lnTo>
                    <a:pt x="798225" y="1183467"/>
                  </a:lnTo>
                  <a:lnTo>
                    <a:pt x="800688" y="1183467"/>
                  </a:lnTo>
                  <a:lnTo>
                    <a:pt x="803152" y="1183467"/>
                  </a:lnTo>
                  <a:lnTo>
                    <a:pt x="805616" y="1183467"/>
                  </a:lnTo>
                  <a:lnTo>
                    <a:pt x="808079" y="1183467"/>
                  </a:lnTo>
                  <a:lnTo>
                    <a:pt x="810543" y="1183467"/>
                  </a:lnTo>
                  <a:lnTo>
                    <a:pt x="813006" y="1183467"/>
                  </a:lnTo>
                  <a:lnTo>
                    <a:pt x="815470" y="1183467"/>
                  </a:lnTo>
                  <a:lnTo>
                    <a:pt x="817934" y="1183467"/>
                  </a:lnTo>
                  <a:lnTo>
                    <a:pt x="820397" y="1183467"/>
                  </a:lnTo>
                  <a:lnTo>
                    <a:pt x="822861" y="1183467"/>
                  </a:lnTo>
                  <a:lnTo>
                    <a:pt x="825325" y="1183467"/>
                  </a:lnTo>
                  <a:lnTo>
                    <a:pt x="827788" y="1183467"/>
                  </a:lnTo>
                  <a:lnTo>
                    <a:pt x="830252" y="1183467"/>
                  </a:lnTo>
                  <a:lnTo>
                    <a:pt x="832716" y="1183467"/>
                  </a:lnTo>
                  <a:lnTo>
                    <a:pt x="835179" y="1183467"/>
                  </a:lnTo>
                  <a:lnTo>
                    <a:pt x="837643" y="1183467"/>
                  </a:lnTo>
                  <a:lnTo>
                    <a:pt x="840107" y="1183467"/>
                  </a:lnTo>
                  <a:lnTo>
                    <a:pt x="842570" y="1183467"/>
                  </a:lnTo>
                  <a:lnTo>
                    <a:pt x="845034" y="1183467"/>
                  </a:lnTo>
                  <a:lnTo>
                    <a:pt x="847498" y="1183467"/>
                  </a:lnTo>
                  <a:lnTo>
                    <a:pt x="849961" y="1183467"/>
                  </a:lnTo>
                  <a:lnTo>
                    <a:pt x="852425" y="1183467"/>
                  </a:lnTo>
                  <a:lnTo>
                    <a:pt x="854889" y="1183467"/>
                  </a:lnTo>
                  <a:lnTo>
                    <a:pt x="857352" y="1183467"/>
                  </a:lnTo>
                  <a:lnTo>
                    <a:pt x="859816" y="1183467"/>
                  </a:lnTo>
                  <a:lnTo>
                    <a:pt x="862280" y="1183467"/>
                  </a:lnTo>
                  <a:lnTo>
                    <a:pt x="864743" y="1183467"/>
                  </a:lnTo>
                  <a:lnTo>
                    <a:pt x="867207" y="1183467"/>
                  </a:lnTo>
                  <a:lnTo>
                    <a:pt x="869671" y="1183467"/>
                  </a:lnTo>
                  <a:lnTo>
                    <a:pt x="872134" y="1183467"/>
                  </a:lnTo>
                  <a:lnTo>
                    <a:pt x="874598" y="1183467"/>
                  </a:lnTo>
                  <a:lnTo>
                    <a:pt x="877062" y="1183467"/>
                  </a:lnTo>
                  <a:lnTo>
                    <a:pt x="879525" y="1183467"/>
                  </a:lnTo>
                  <a:lnTo>
                    <a:pt x="881989" y="1183467"/>
                  </a:lnTo>
                  <a:lnTo>
                    <a:pt x="884453" y="1183467"/>
                  </a:lnTo>
                  <a:lnTo>
                    <a:pt x="886916" y="1183467"/>
                  </a:lnTo>
                  <a:lnTo>
                    <a:pt x="889380" y="1183467"/>
                  </a:lnTo>
                  <a:lnTo>
                    <a:pt x="891844" y="1183467"/>
                  </a:lnTo>
                  <a:lnTo>
                    <a:pt x="894307" y="1183467"/>
                  </a:lnTo>
                  <a:lnTo>
                    <a:pt x="896771" y="1183467"/>
                  </a:lnTo>
                  <a:lnTo>
                    <a:pt x="899235" y="1183467"/>
                  </a:lnTo>
                  <a:lnTo>
                    <a:pt x="901698" y="1183467"/>
                  </a:lnTo>
                  <a:lnTo>
                    <a:pt x="904162" y="1183467"/>
                  </a:lnTo>
                  <a:lnTo>
                    <a:pt x="906625" y="1183467"/>
                  </a:lnTo>
                  <a:lnTo>
                    <a:pt x="909089" y="1183467"/>
                  </a:lnTo>
                  <a:lnTo>
                    <a:pt x="911553" y="1183467"/>
                  </a:lnTo>
                  <a:lnTo>
                    <a:pt x="914016" y="1183467"/>
                  </a:lnTo>
                  <a:lnTo>
                    <a:pt x="916480" y="1183467"/>
                  </a:lnTo>
                  <a:lnTo>
                    <a:pt x="918944" y="1183467"/>
                  </a:lnTo>
                  <a:lnTo>
                    <a:pt x="921407" y="1183467"/>
                  </a:lnTo>
                  <a:lnTo>
                    <a:pt x="923871" y="1183467"/>
                  </a:lnTo>
                  <a:lnTo>
                    <a:pt x="926335" y="1183467"/>
                  </a:lnTo>
                  <a:lnTo>
                    <a:pt x="928798" y="1183467"/>
                  </a:lnTo>
                  <a:lnTo>
                    <a:pt x="931262" y="1183467"/>
                  </a:lnTo>
                  <a:lnTo>
                    <a:pt x="933726" y="1183467"/>
                  </a:lnTo>
                  <a:lnTo>
                    <a:pt x="936189" y="1183467"/>
                  </a:lnTo>
                  <a:lnTo>
                    <a:pt x="938653" y="1183467"/>
                  </a:lnTo>
                  <a:lnTo>
                    <a:pt x="941117" y="1183467"/>
                  </a:lnTo>
                  <a:lnTo>
                    <a:pt x="943580" y="1183467"/>
                  </a:lnTo>
                  <a:lnTo>
                    <a:pt x="946044" y="1183467"/>
                  </a:lnTo>
                  <a:lnTo>
                    <a:pt x="948508" y="1183467"/>
                  </a:lnTo>
                  <a:lnTo>
                    <a:pt x="950971" y="1183467"/>
                  </a:lnTo>
                  <a:lnTo>
                    <a:pt x="953435" y="1183467"/>
                  </a:lnTo>
                  <a:lnTo>
                    <a:pt x="955899" y="1183467"/>
                  </a:lnTo>
                  <a:lnTo>
                    <a:pt x="958362" y="1183467"/>
                  </a:lnTo>
                  <a:lnTo>
                    <a:pt x="960826" y="1183467"/>
                  </a:lnTo>
                  <a:lnTo>
                    <a:pt x="963290" y="1183467"/>
                  </a:lnTo>
                  <a:lnTo>
                    <a:pt x="965753" y="1183467"/>
                  </a:lnTo>
                  <a:lnTo>
                    <a:pt x="968217" y="1183467"/>
                  </a:lnTo>
                  <a:lnTo>
                    <a:pt x="970681" y="1183467"/>
                  </a:lnTo>
                  <a:lnTo>
                    <a:pt x="973144" y="1183467"/>
                  </a:lnTo>
                  <a:lnTo>
                    <a:pt x="975608" y="1183467"/>
                  </a:lnTo>
                  <a:lnTo>
                    <a:pt x="978072" y="1183467"/>
                  </a:lnTo>
                  <a:lnTo>
                    <a:pt x="980535" y="1183467"/>
                  </a:lnTo>
                  <a:lnTo>
                    <a:pt x="982999" y="1183467"/>
                  </a:lnTo>
                  <a:lnTo>
                    <a:pt x="985463" y="1183467"/>
                  </a:lnTo>
                  <a:lnTo>
                    <a:pt x="987926" y="1183467"/>
                  </a:lnTo>
                  <a:lnTo>
                    <a:pt x="990390" y="1183467"/>
                  </a:lnTo>
                  <a:lnTo>
                    <a:pt x="992853" y="1183467"/>
                  </a:lnTo>
                  <a:lnTo>
                    <a:pt x="995317" y="1183467"/>
                  </a:lnTo>
                  <a:lnTo>
                    <a:pt x="997781" y="1183467"/>
                  </a:lnTo>
                  <a:lnTo>
                    <a:pt x="1000244" y="1183467"/>
                  </a:lnTo>
                  <a:lnTo>
                    <a:pt x="1002708" y="1183467"/>
                  </a:lnTo>
                  <a:lnTo>
                    <a:pt x="1005172" y="1183467"/>
                  </a:lnTo>
                  <a:lnTo>
                    <a:pt x="1007635" y="1183467"/>
                  </a:lnTo>
                  <a:lnTo>
                    <a:pt x="1010099" y="1183467"/>
                  </a:lnTo>
                  <a:lnTo>
                    <a:pt x="1012563" y="1183467"/>
                  </a:lnTo>
                  <a:lnTo>
                    <a:pt x="1015026" y="1183467"/>
                  </a:lnTo>
                  <a:lnTo>
                    <a:pt x="1017490" y="1183467"/>
                  </a:lnTo>
                  <a:lnTo>
                    <a:pt x="1019954" y="1183467"/>
                  </a:lnTo>
                  <a:lnTo>
                    <a:pt x="1022417" y="1183467"/>
                  </a:lnTo>
                  <a:lnTo>
                    <a:pt x="1024881" y="1183467"/>
                  </a:lnTo>
                  <a:lnTo>
                    <a:pt x="1027345" y="1183467"/>
                  </a:lnTo>
                  <a:lnTo>
                    <a:pt x="1029808" y="1183467"/>
                  </a:lnTo>
                  <a:lnTo>
                    <a:pt x="1032272" y="1183467"/>
                  </a:lnTo>
                  <a:lnTo>
                    <a:pt x="1034736" y="1183467"/>
                  </a:lnTo>
                  <a:lnTo>
                    <a:pt x="1037199" y="1183467"/>
                  </a:lnTo>
                  <a:lnTo>
                    <a:pt x="1039663" y="1183467"/>
                  </a:lnTo>
                  <a:lnTo>
                    <a:pt x="1042127" y="1183467"/>
                  </a:lnTo>
                  <a:lnTo>
                    <a:pt x="1044590" y="1183467"/>
                  </a:lnTo>
                  <a:lnTo>
                    <a:pt x="1047054" y="1183467"/>
                  </a:lnTo>
                  <a:lnTo>
                    <a:pt x="1049518" y="1183467"/>
                  </a:lnTo>
                  <a:lnTo>
                    <a:pt x="1051981" y="1183467"/>
                  </a:lnTo>
                  <a:lnTo>
                    <a:pt x="1054445" y="1183467"/>
                  </a:lnTo>
                  <a:lnTo>
                    <a:pt x="1056909" y="1183467"/>
                  </a:lnTo>
                  <a:lnTo>
                    <a:pt x="1059372" y="1183467"/>
                  </a:lnTo>
                  <a:lnTo>
                    <a:pt x="1061836" y="1183467"/>
                  </a:lnTo>
                  <a:lnTo>
                    <a:pt x="1064300" y="1183467"/>
                  </a:lnTo>
                  <a:lnTo>
                    <a:pt x="1066763" y="1183467"/>
                  </a:lnTo>
                  <a:lnTo>
                    <a:pt x="1069227" y="1183467"/>
                  </a:lnTo>
                  <a:lnTo>
                    <a:pt x="1071691" y="1183467"/>
                  </a:lnTo>
                  <a:lnTo>
                    <a:pt x="1074154" y="1183467"/>
                  </a:lnTo>
                  <a:lnTo>
                    <a:pt x="1076618" y="1183467"/>
                  </a:lnTo>
                  <a:lnTo>
                    <a:pt x="1079082" y="1183467"/>
                  </a:lnTo>
                  <a:lnTo>
                    <a:pt x="1081545" y="1183467"/>
                  </a:lnTo>
                  <a:lnTo>
                    <a:pt x="1084009" y="1183467"/>
                  </a:lnTo>
                  <a:lnTo>
                    <a:pt x="1086472" y="1183467"/>
                  </a:lnTo>
                  <a:lnTo>
                    <a:pt x="1088936" y="1183467"/>
                  </a:lnTo>
                  <a:lnTo>
                    <a:pt x="1091400" y="1183467"/>
                  </a:lnTo>
                  <a:lnTo>
                    <a:pt x="1093863" y="1183467"/>
                  </a:lnTo>
                  <a:lnTo>
                    <a:pt x="1096327" y="1183467"/>
                  </a:lnTo>
                  <a:lnTo>
                    <a:pt x="1098791" y="1183467"/>
                  </a:lnTo>
                  <a:lnTo>
                    <a:pt x="1101254" y="1183467"/>
                  </a:lnTo>
                  <a:lnTo>
                    <a:pt x="1103718" y="1183467"/>
                  </a:lnTo>
                  <a:lnTo>
                    <a:pt x="1106182" y="1183467"/>
                  </a:lnTo>
                  <a:lnTo>
                    <a:pt x="1108645" y="1183467"/>
                  </a:lnTo>
                  <a:lnTo>
                    <a:pt x="1111109" y="1183467"/>
                  </a:lnTo>
                  <a:lnTo>
                    <a:pt x="1113573" y="1183467"/>
                  </a:lnTo>
                  <a:lnTo>
                    <a:pt x="1116036" y="1183467"/>
                  </a:lnTo>
                  <a:lnTo>
                    <a:pt x="1118500" y="1183467"/>
                  </a:lnTo>
                  <a:lnTo>
                    <a:pt x="1120964" y="1183467"/>
                  </a:lnTo>
                  <a:lnTo>
                    <a:pt x="1123427" y="1183467"/>
                  </a:lnTo>
                  <a:lnTo>
                    <a:pt x="1125891" y="1183467"/>
                  </a:lnTo>
                  <a:lnTo>
                    <a:pt x="1128355" y="1183467"/>
                  </a:lnTo>
                  <a:lnTo>
                    <a:pt x="1130818" y="1183467"/>
                  </a:lnTo>
                  <a:lnTo>
                    <a:pt x="1133282" y="1183467"/>
                  </a:lnTo>
                  <a:lnTo>
                    <a:pt x="1135746" y="1183467"/>
                  </a:lnTo>
                  <a:lnTo>
                    <a:pt x="1138209" y="1183467"/>
                  </a:lnTo>
                  <a:lnTo>
                    <a:pt x="1140673" y="1183467"/>
                  </a:lnTo>
                  <a:lnTo>
                    <a:pt x="1143137" y="1183467"/>
                  </a:lnTo>
                  <a:lnTo>
                    <a:pt x="1145600" y="1183467"/>
                  </a:lnTo>
                  <a:lnTo>
                    <a:pt x="1148064" y="1183467"/>
                  </a:lnTo>
                  <a:lnTo>
                    <a:pt x="1150528" y="1183467"/>
                  </a:lnTo>
                  <a:lnTo>
                    <a:pt x="1152991" y="1183467"/>
                  </a:lnTo>
                  <a:lnTo>
                    <a:pt x="1155455" y="1183467"/>
                  </a:lnTo>
                  <a:lnTo>
                    <a:pt x="1157919" y="1183467"/>
                  </a:lnTo>
                  <a:lnTo>
                    <a:pt x="1160382" y="1183467"/>
                  </a:lnTo>
                  <a:lnTo>
                    <a:pt x="1162846" y="1183467"/>
                  </a:lnTo>
                  <a:lnTo>
                    <a:pt x="1165310" y="1183467"/>
                  </a:lnTo>
                  <a:lnTo>
                    <a:pt x="1167773" y="1183467"/>
                  </a:lnTo>
                  <a:lnTo>
                    <a:pt x="1170237" y="1183467"/>
                  </a:lnTo>
                  <a:lnTo>
                    <a:pt x="1172701" y="1183467"/>
                  </a:lnTo>
                  <a:lnTo>
                    <a:pt x="1175164" y="1183467"/>
                  </a:lnTo>
                  <a:lnTo>
                    <a:pt x="1177628" y="1183467"/>
                  </a:lnTo>
                  <a:lnTo>
                    <a:pt x="1180091" y="1183467"/>
                  </a:lnTo>
                  <a:lnTo>
                    <a:pt x="1182555" y="1183467"/>
                  </a:lnTo>
                  <a:lnTo>
                    <a:pt x="1185019" y="1183467"/>
                  </a:lnTo>
                  <a:lnTo>
                    <a:pt x="1187482" y="1183467"/>
                  </a:lnTo>
                  <a:lnTo>
                    <a:pt x="1189946" y="1183467"/>
                  </a:lnTo>
                  <a:lnTo>
                    <a:pt x="1192410" y="1183467"/>
                  </a:lnTo>
                  <a:lnTo>
                    <a:pt x="1194873" y="1183467"/>
                  </a:lnTo>
                  <a:lnTo>
                    <a:pt x="1197337" y="1183467"/>
                  </a:lnTo>
                  <a:lnTo>
                    <a:pt x="1199801" y="1183467"/>
                  </a:lnTo>
                  <a:lnTo>
                    <a:pt x="1202264" y="1183467"/>
                  </a:lnTo>
                  <a:lnTo>
                    <a:pt x="1204728" y="1183467"/>
                  </a:lnTo>
                  <a:lnTo>
                    <a:pt x="1207192" y="1183467"/>
                  </a:lnTo>
                  <a:lnTo>
                    <a:pt x="1209655" y="1183467"/>
                  </a:lnTo>
                  <a:lnTo>
                    <a:pt x="1212119" y="1183467"/>
                  </a:lnTo>
                  <a:lnTo>
                    <a:pt x="1214583" y="1183467"/>
                  </a:lnTo>
                  <a:lnTo>
                    <a:pt x="1217046" y="1183467"/>
                  </a:lnTo>
                  <a:lnTo>
                    <a:pt x="1219510" y="1183467"/>
                  </a:lnTo>
                  <a:lnTo>
                    <a:pt x="1221974" y="1183467"/>
                  </a:lnTo>
                  <a:lnTo>
                    <a:pt x="1224437" y="1183467"/>
                  </a:lnTo>
                  <a:lnTo>
                    <a:pt x="1226901" y="1183467"/>
                  </a:lnTo>
                  <a:lnTo>
                    <a:pt x="1229365" y="1183467"/>
                  </a:lnTo>
                  <a:lnTo>
                    <a:pt x="1231828" y="1183467"/>
                  </a:lnTo>
                  <a:lnTo>
                    <a:pt x="1234292" y="1183467"/>
                  </a:lnTo>
                  <a:lnTo>
                    <a:pt x="1236756" y="1183467"/>
                  </a:lnTo>
                  <a:lnTo>
                    <a:pt x="1239219" y="1183467"/>
                  </a:lnTo>
                  <a:lnTo>
                    <a:pt x="1241683" y="1183467"/>
                  </a:lnTo>
                  <a:lnTo>
                    <a:pt x="1244147" y="1183467"/>
                  </a:lnTo>
                  <a:lnTo>
                    <a:pt x="1246610" y="1183467"/>
                  </a:lnTo>
                  <a:lnTo>
                    <a:pt x="1249074" y="1183467"/>
                  </a:lnTo>
                  <a:lnTo>
                    <a:pt x="1251538" y="1183467"/>
                  </a:lnTo>
                  <a:lnTo>
                    <a:pt x="1254001" y="1183467"/>
                  </a:lnTo>
                  <a:lnTo>
                    <a:pt x="1256465" y="1183467"/>
                  </a:lnTo>
                  <a:lnTo>
                    <a:pt x="1258929" y="1183467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433616" y="1298147"/>
              <a:ext cx="1258929" cy="827640"/>
            </a:xfrm>
            <a:custGeom>
              <a:avLst/>
              <a:pathLst>
                <a:path w="1258929" h="827640">
                  <a:moveTo>
                    <a:pt x="0" y="827640"/>
                  </a:moveTo>
                  <a:lnTo>
                    <a:pt x="2463" y="827640"/>
                  </a:lnTo>
                  <a:lnTo>
                    <a:pt x="4927" y="827640"/>
                  </a:lnTo>
                  <a:lnTo>
                    <a:pt x="7390" y="827640"/>
                  </a:lnTo>
                  <a:lnTo>
                    <a:pt x="9854" y="827640"/>
                  </a:lnTo>
                  <a:lnTo>
                    <a:pt x="12318" y="827640"/>
                  </a:lnTo>
                  <a:lnTo>
                    <a:pt x="14781" y="827640"/>
                  </a:lnTo>
                  <a:lnTo>
                    <a:pt x="17245" y="827640"/>
                  </a:lnTo>
                  <a:lnTo>
                    <a:pt x="19709" y="827640"/>
                  </a:lnTo>
                  <a:lnTo>
                    <a:pt x="22172" y="827640"/>
                  </a:lnTo>
                  <a:lnTo>
                    <a:pt x="24636" y="827640"/>
                  </a:lnTo>
                  <a:lnTo>
                    <a:pt x="27100" y="827640"/>
                  </a:lnTo>
                  <a:lnTo>
                    <a:pt x="29563" y="827640"/>
                  </a:lnTo>
                  <a:lnTo>
                    <a:pt x="32027" y="827640"/>
                  </a:lnTo>
                  <a:lnTo>
                    <a:pt x="34491" y="827640"/>
                  </a:lnTo>
                  <a:lnTo>
                    <a:pt x="36954" y="827640"/>
                  </a:lnTo>
                  <a:lnTo>
                    <a:pt x="39418" y="827640"/>
                  </a:lnTo>
                  <a:lnTo>
                    <a:pt x="41882" y="827640"/>
                  </a:lnTo>
                  <a:lnTo>
                    <a:pt x="44345" y="827640"/>
                  </a:lnTo>
                  <a:lnTo>
                    <a:pt x="46809" y="827640"/>
                  </a:lnTo>
                  <a:lnTo>
                    <a:pt x="49273" y="827640"/>
                  </a:lnTo>
                  <a:lnTo>
                    <a:pt x="51736" y="827640"/>
                  </a:lnTo>
                  <a:lnTo>
                    <a:pt x="54200" y="827640"/>
                  </a:lnTo>
                  <a:lnTo>
                    <a:pt x="56664" y="827640"/>
                  </a:lnTo>
                  <a:lnTo>
                    <a:pt x="59127" y="827639"/>
                  </a:lnTo>
                  <a:lnTo>
                    <a:pt x="61591" y="827639"/>
                  </a:lnTo>
                  <a:lnTo>
                    <a:pt x="64055" y="827639"/>
                  </a:lnTo>
                  <a:lnTo>
                    <a:pt x="66518" y="827638"/>
                  </a:lnTo>
                  <a:lnTo>
                    <a:pt x="68982" y="827637"/>
                  </a:lnTo>
                  <a:lnTo>
                    <a:pt x="71446" y="827635"/>
                  </a:lnTo>
                  <a:lnTo>
                    <a:pt x="73909" y="827632"/>
                  </a:lnTo>
                  <a:lnTo>
                    <a:pt x="76373" y="827627"/>
                  </a:lnTo>
                  <a:lnTo>
                    <a:pt x="78837" y="827621"/>
                  </a:lnTo>
                  <a:lnTo>
                    <a:pt x="81300" y="827611"/>
                  </a:lnTo>
                  <a:lnTo>
                    <a:pt x="83764" y="827598"/>
                  </a:lnTo>
                  <a:lnTo>
                    <a:pt x="86228" y="827578"/>
                  </a:lnTo>
                  <a:lnTo>
                    <a:pt x="88691" y="827551"/>
                  </a:lnTo>
                  <a:lnTo>
                    <a:pt x="91155" y="827513"/>
                  </a:lnTo>
                  <a:lnTo>
                    <a:pt x="93618" y="827463"/>
                  </a:lnTo>
                  <a:lnTo>
                    <a:pt x="96082" y="827395"/>
                  </a:lnTo>
                  <a:lnTo>
                    <a:pt x="98546" y="827307"/>
                  </a:lnTo>
                  <a:lnTo>
                    <a:pt x="101009" y="827193"/>
                  </a:lnTo>
                  <a:lnTo>
                    <a:pt x="103473" y="827042"/>
                  </a:lnTo>
                  <a:lnTo>
                    <a:pt x="105937" y="826850"/>
                  </a:lnTo>
                  <a:lnTo>
                    <a:pt x="108400" y="826612"/>
                  </a:lnTo>
                  <a:lnTo>
                    <a:pt x="110864" y="826320"/>
                  </a:lnTo>
                  <a:lnTo>
                    <a:pt x="113328" y="825968"/>
                  </a:lnTo>
                  <a:lnTo>
                    <a:pt x="115791" y="825547"/>
                  </a:lnTo>
                  <a:lnTo>
                    <a:pt x="118255" y="825054"/>
                  </a:lnTo>
                  <a:lnTo>
                    <a:pt x="120719" y="824483"/>
                  </a:lnTo>
                  <a:lnTo>
                    <a:pt x="123182" y="823825"/>
                  </a:lnTo>
                  <a:lnTo>
                    <a:pt x="125646" y="823078"/>
                  </a:lnTo>
                  <a:lnTo>
                    <a:pt x="128110" y="822251"/>
                  </a:lnTo>
                  <a:lnTo>
                    <a:pt x="130573" y="821348"/>
                  </a:lnTo>
                  <a:lnTo>
                    <a:pt x="133037" y="820378"/>
                  </a:lnTo>
                  <a:lnTo>
                    <a:pt x="135501" y="819347"/>
                  </a:lnTo>
                  <a:lnTo>
                    <a:pt x="137964" y="818268"/>
                  </a:lnTo>
                  <a:lnTo>
                    <a:pt x="140428" y="817151"/>
                  </a:lnTo>
                  <a:lnTo>
                    <a:pt x="142892" y="816009"/>
                  </a:lnTo>
                  <a:lnTo>
                    <a:pt x="145355" y="814851"/>
                  </a:lnTo>
                  <a:lnTo>
                    <a:pt x="147819" y="813690"/>
                  </a:lnTo>
                  <a:lnTo>
                    <a:pt x="150283" y="812528"/>
                  </a:lnTo>
                  <a:lnTo>
                    <a:pt x="152746" y="811365"/>
                  </a:lnTo>
                  <a:lnTo>
                    <a:pt x="155210" y="810194"/>
                  </a:lnTo>
                  <a:lnTo>
                    <a:pt x="157674" y="809003"/>
                  </a:lnTo>
                  <a:lnTo>
                    <a:pt x="160137" y="807773"/>
                  </a:lnTo>
                  <a:lnTo>
                    <a:pt x="162601" y="806480"/>
                  </a:lnTo>
                  <a:lnTo>
                    <a:pt x="165065" y="805089"/>
                  </a:lnTo>
                  <a:lnTo>
                    <a:pt x="167528" y="803552"/>
                  </a:lnTo>
                  <a:lnTo>
                    <a:pt x="169992" y="801841"/>
                  </a:lnTo>
                  <a:lnTo>
                    <a:pt x="172456" y="799922"/>
                  </a:lnTo>
                  <a:lnTo>
                    <a:pt x="174919" y="797763"/>
                  </a:lnTo>
                  <a:lnTo>
                    <a:pt x="177383" y="795337"/>
                  </a:lnTo>
                  <a:lnTo>
                    <a:pt x="179847" y="792624"/>
                  </a:lnTo>
                  <a:lnTo>
                    <a:pt x="182310" y="789610"/>
                  </a:lnTo>
                  <a:lnTo>
                    <a:pt x="184774" y="786294"/>
                  </a:lnTo>
                  <a:lnTo>
                    <a:pt x="187237" y="782654"/>
                  </a:lnTo>
                  <a:lnTo>
                    <a:pt x="189701" y="778737"/>
                  </a:lnTo>
                  <a:lnTo>
                    <a:pt x="192165" y="774593"/>
                  </a:lnTo>
                  <a:lnTo>
                    <a:pt x="194628" y="770267"/>
                  </a:lnTo>
                  <a:lnTo>
                    <a:pt x="197092" y="765815"/>
                  </a:lnTo>
                  <a:lnTo>
                    <a:pt x="199556" y="761298"/>
                  </a:lnTo>
                  <a:lnTo>
                    <a:pt x="202019" y="756784"/>
                  </a:lnTo>
                  <a:lnTo>
                    <a:pt x="204483" y="752344"/>
                  </a:lnTo>
                  <a:lnTo>
                    <a:pt x="206947" y="748053"/>
                  </a:lnTo>
                  <a:lnTo>
                    <a:pt x="209410" y="744024"/>
                  </a:lnTo>
                  <a:lnTo>
                    <a:pt x="211874" y="740301"/>
                  </a:lnTo>
                  <a:lnTo>
                    <a:pt x="214338" y="736943"/>
                  </a:lnTo>
                  <a:lnTo>
                    <a:pt x="216801" y="734001"/>
                  </a:lnTo>
                  <a:lnTo>
                    <a:pt x="219265" y="731514"/>
                  </a:lnTo>
                  <a:lnTo>
                    <a:pt x="221729" y="729514"/>
                  </a:lnTo>
                  <a:lnTo>
                    <a:pt x="224192" y="728017"/>
                  </a:lnTo>
                  <a:lnTo>
                    <a:pt x="226656" y="727029"/>
                  </a:lnTo>
                  <a:lnTo>
                    <a:pt x="229120" y="726580"/>
                  </a:lnTo>
                  <a:lnTo>
                    <a:pt x="231583" y="726634"/>
                  </a:lnTo>
                  <a:lnTo>
                    <a:pt x="234047" y="727112"/>
                  </a:lnTo>
                  <a:lnTo>
                    <a:pt x="236511" y="727964"/>
                  </a:lnTo>
                  <a:lnTo>
                    <a:pt x="238974" y="729126"/>
                  </a:lnTo>
                  <a:lnTo>
                    <a:pt x="241438" y="730530"/>
                  </a:lnTo>
                  <a:lnTo>
                    <a:pt x="243902" y="732098"/>
                  </a:lnTo>
                  <a:lnTo>
                    <a:pt x="246365" y="733752"/>
                  </a:lnTo>
                  <a:lnTo>
                    <a:pt x="248829" y="735409"/>
                  </a:lnTo>
                  <a:lnTo>
                    <a:pt x="251293" y="736962"/>
                  </a:lnTo>
                  <a:lnTo>
                    <a:pt x="253756" y="738334"/>
                  </a:lnTo>
                  <a:lnTo>
                    <a:pt x="256220" y="739457"/>
                  </a:lnTo>
                  <a:lnTo>
                    <a:pt x="258684" y="740272"/>
                  </a:lnTo>
                  <a:lnTo>
                    <a:pt x="261147" y="740730"/>
                  </a:lnTo>
                  <a:lnTo>
                    <a:pt x="263611" y="740791"/>
                  </a:lnTo>
                  <a:lnTo>
                    <a:pt x="266075" y="740427"/>
                  </a:lnTo>
                  <a:lnTo>
                    <a:pt x="268538" y="739621"/>
                  </a:lnTo>
                  <a:lnTo>
                    <a:pt x="271002" y="738343"/>
                  </a:lnTo>
                  <a:lnTo>
                    <a:pt x="273465" y="736586"/>
                  </a:lnTo>
                  <a:lnTo>
                    <a:pt x="275929" y="734409"/>
                  </a:lnTo>
                  <a:lnTo>
                    <a:pt x="278393" y="731838"/>
                  </a:lnTo>
                  <a:lnTo>
                    <a:pt x="280856" y="728903"/>
                  </a:lnTo>
                  <a:lnTo>
                    <a:pt x="283320" y="725633"/>
                  </a:lnTo>
                  <a:lnTo>
                    <a:pt x="285784" y="722062"/>
                  </a:lnTo>
                  <a:lnTo>
                    <a:pt x="288247" y="718218"/>
                  </a:lnTo>
                  <a:lnTo>
                    <a:pt x="290711" y="714128"/>
                  </a:lnTo>
                  <a:lnTo>
                    <a:pt x="293175" y="709786"/>
                  </a:lnTo>
                  <a:lnTo>
                    <a:pt x="295638" y="705227"/>
                  </a:lnTo>
                  <a:lnTo>
                    <a:pt x="298102" y="700459"/>
                  </a:lnTo>
                  <a:lnTo>
                    <a:pt x="300566" y="695475"/>
                  </a:lnTo>
                  <a:lnTo>
                    <a:pt x="303029" y="690263"/>
                  </a:lnTo>
                  <a:lnTo>
                    <a:pt x="305493" y="684803"/>
                  </a:lnTo>
                  <a:lnTo>
                    <a:pt x="307957" y="679073"/>
                  </a:lnTo>
                  <a:lnTo>
                    <a:pt x="310420" y="673048"/>
                  </a:lnTo>
                  <a:lnTo>
                    <a:pt x="312884" y="666692"/>
                  </a:lnTo>
                  <a:lnTo>
                    <a:pt x="315348" y="659947"/>
                  </a:lnTo>
                  <a:lnTo>
                    <a:pt x="317811" y="652834"/>
                  </a:lnTo>
                  <a:lnTo>
                    <a:pt x="320275" y="645338"/>
                  </a:lnTo>
                  <a:lnTo>
                    <a:pt x="322739" y="637449"/>
                  </a:lnTo>
                  <a:lnTo>
                    <a:pt x="325202" y="629155"/>
                  </a:lnTo>
                  <a:lnTo>
                    <a:pt x="327666" y="620444"/>
                  </a:lnTo>
                  <a:lnTo>
                    <a:pt x="330130" y="611300"/>
                  </a:lnTo>
                  <a:lnTo>
                    <a:pt x="332593" y="601696"/>
                  </a:lnTo>
                  <a:lnTo>
                    <a:pt x="335057" y="591535"/>
                  </a:lnTo>
                  <a:lnTo>
                    <a:pt x="337521" y="580759"/>
                  </a:lnTo>
                  <a:lnTo>
                    <a:pt x="339984" y="569301"/>
                  </a:lnTo>
                  <a:lnTo>
                    <a:pt x="342448" y="557044"/>
                  </a:lnTo>
                  <a:lnTo>
                    <a:pt x="344912" y="543849"/>
                  </a:lnTo>
                  <a:lnTo>
                    <a:pt x="347375" y="529556"/>
                  </a:lnTo>
                  <a:lnTo>
                    <a:pt x="349839" y="513992"/>
                  </a:lnTo>
                  <a:lnTo>
                    <a:pt x="352303" y="496975"/>
                  </a:lnTo>
                  <a:lnTo>
                    <a:pt x="354766" y="478314"/>
                  </a:lnTo>
                  <a:lnTo>
                    <a:pt x="357230" y="457570"/>
                  </a:lnTo>
                  <a:lnTo>
                    <a:pt x="359694" y="434864"/>
                  </a:lnTo>
                  <a:lnTo>
                    <a:pt x="362157" y="410132"/>
                  </a:lnTo>
                  <a:lnTo>
                    <a:pt x="364621" y="383375"/>
                  </a:lnTo>
                  <a:lnTo>
                    <a:pt x="367084" y="354667"/>
                  </a:lnTo>
                  <a:lnTo>
                    <a:pt x="369548" y="324168"/>
                  </a:lnTo>
                  <a:lnTo>
                    <a:pt x="372012" y="292124"/>
                  </a:lnTo>
                  <a:lnTo>
                    <a:pt x="374475" y="258878"/>
                  </a:lnTo>
                  <a:lnTo>
                    <a:pt x="376939" y="224859"/>
                  </a:lnTo>
                  <a:lnTo>
                    <a:pt x="379403" y="190764"/>
                  </a:lnTo>
                  <a:lnTo>
                    <a:pt x="381866" y="157302"/>
                  </a:lnTo>
                  <a:lnTo>
                    <a:pt x="384330" y="125176"/>
                  </a:lnTo>
                  <a:lnTo>
                    <a:pt x="386794" y="95126"/>
                  </a:lnTo>
                  <a:lnTo>
                    <a:pt x="389257" y="67902"/>
                  </a:lnTo>
                  <a:lnTo>
                    <a:pt x="391721" y="44241"/>
                  </a:lnTo>
                  <a:lnTo>
                    <a:pt x="394185" y="24847"/>
                  </a:lnTo>
                  <a:lnTo>
                    <a:pt x="396648" y="10359"/>
                  </a:lnTo>
                  <a:lnTo>
                    <a:pt x="399112" y="2139"/>
                  </a:lnTo>
                  <a:lnTo>
                    <a:pt x="401576" y="0"/>
                  </a:lnTo>
                  <a:lnTo>
                    <a:pt x="404039" y="4063"/>
                  </a:lnTo>
                  <a:lnTo>
                    <a:pt x="406503" y="14394"/>
                  </a:lnTo>
                  <a:lnTo>
                    <a:pt x="408967" y="30901"/>
                  </a:lnTo>
                  <a:lnTo>
                    <a:pt x="411430" y="53344"/>
                  </a:lnTo>
                  <a:lnTo>
                    <a:pt x="413894" y="81332"/>
                  </a:lnTo>
                  <a:lnTo>
                    <a:pt x="416358" y="114347"/>
                  </a:lnTo>
                  <a:lnTo>
                    <a:pt x="418821" y="151912"/>
                  </a:lnTo>
                  <a:lnTo>
                    <a:pt x="421285" y="193305"/>
                  </a:lnTo>
                  <a:lnTo>
                    <a:pt x="423749" y="237248"/>
                  </a:lnTo>
                  <a:lnTo>
                    <a:pt x="426212" y="282902"/>
                  </a:lnTo>
                  <a:lnTo>
                    <a:pt x="428676" y="329439"/>
                  </a:lnTo>
                  <a:lnTo>
                    <a:pt x="431140" y="376064"/>
                  </a:lnTo>
                  <a:lnTo>
                    <a:pt x="433603" y="422037"/>
                  </a:lnTo>
                  <a:lnTo>
                    <a:pt x="436067" y="466691"/>
                  </a:lnTo>
                  <a:lnTo>
                    <a:pt x="438531" y="509445"/>
                  </a:lnTo>
                  <a:lnTo>
                    <a:pt x="440994" y="549504"/>
                  </a:lnTo>
                  <a:lnTo>
                    <a:pt x="443458" y="586615"/>
                  </a:lnTo>
                  <a:lnTo>
                    <a:pt x="445922" y="620669"/>
                  </a:lnTo>
                  <a:lnTo>
                    <a:pt x="448385" y="651549"/>
                  </a:lnTo>
                  <a:lnTo>
                    <a:pt x="450849" y="679225"/>
                  </a:lnTo>
                  <a:lnTo>
                    <a:pt x="453312" y="703744"/>
                  </a:lnTo>
                  <a:lnTo>
                    <a:pt x="455776" y="725214"/>
                  </a:lnTo>
                  <a:lnTo>
                    <a:pt x="458240" y="743797"/>
                  </a:lnTo>
                  <a:lnTo>
                    <a:pt x="460703" y="759641"/>
                  </a:lnTo>
                  <a:lnTo>
                    <a:pt x="463167" y="772768"/>
                  </a:lnTo>
                  <a:lnTo>
                    <a:pt x="465631" y="783774"/>
                  </a:lnTo>
                  <a:lnTo>
                    <a:pt x="468094" y="792906"/>
                  </a:lnTo>
                  <a:lnTo>
                    <a:pt x="470558" y="800404"/>
                  </a:lnTo>
                  <a:lnTo>
                    <a:pt x="473022" y="806494"/>
                  </a:lnTo>
                  <a:lnTo>
                    <a:pt x="475485" y="811388"/>
                  </a:lnTo>
                  <a:lnTo>
                    <a:pt x="477949" y="815276"/>
                  </a:lnTo>
                  <a:lnTo>
                    <a:pt x="480413" y="818333"/>
                  </a:lnTo>
                  <a:lnTo>
                    <a:pt x="482876" y="820662"/>
                  </a:lnTo>
                  <a:lnTo>
                    <a:pt x="485340" y="822436"/>
                  </a:lnTo>
                  <a:lnTo>
                    <a:pt x="487804" y="823798"/>
                  </a:lnTo>
                  <a:lnTo>
                    <a:pt x="490267" y="824833"/>
                  </a:lnTo>
                  <a:lnTo>
                    <a:pt x="492731" y="825612"/>
                  </a:lnTo>
                  <a:lnTo>
                    <a:pt x="495195" y="826190"/>
                  </a:lnTo>
                  <a:lnTo>
                    <a:pt x="497658" y="826615"/>
                  </a:lnTo>
                  <a:lnTo>
                    <a:pt x="500122" y="826924"/>
                  </a:lnTo>
                  <a:lnTo>
                    <a:pt x="502586" y="827145"/>
                  </a:lnTo>
                  <a:lnTo>
                    <a:pt x="505049" y="827296"/>
                  </a:lnTo>
                  <a:lnTo>
                    <a:pt x="507513" y="827403"/>
                  </a:lnTo>
                  <a:lnTo>
                    <a:pt x="509977" y="827479"/>
                  </a:lnTo>
                  <a:lnTo>
                    <a:pt x="512440" y="827532"/>
                  </a:lnTo>
                  <a:lnTo>
                    <a:pt x="514904" y="827569"/>
                  </a:lnTo>
                  <a:lnTo>
                    <a:pt x="517368" y="827593"/>
                  </a:lnTo>
                  <a:lnTo>
                    <a:pt x="519831" y="827610"/>
                  </a:lnTo>
                  <a:lnTo>
                    <a:pt x="522295" y="827621"/>
                  </a:lnTo>
                  <a:lnTo>
                    <a:pt x="524759" y="827628"/>
                  </a:lnTo>
                  <a:lnTo>
                    <a:pt x="527222" y="827632"/>
                  </a:lnTo>
                  <a:lnTo>
                    <a:pt x="529686" y="827635"/>
                  </a:lnTo>
                  <a:lnTo>
                    <a:pt x="532150" y="827637"/>
                  </a:lnTo>
                  <a:lnTo>
                    <a:pt x="534613" y="827638"/>
                  </a:lnTo>
                  <a:lnTo>
                    <a:pt x="537077" y="827639"/>
                  </a:lnTo>
                  <a:lnTo>
                    <a:pt x="539541" y="827639"/>
                  </a:lnTo>
                  <a:lnTo>
                    <a:pt x="542004" y="827640"/>
                  </a:lnTo>
                  <a:lnTo>
                    <a:pt x="544468" y="827640"/>
                  </a:lnTo>
                  <a:lnTo>
                    <a:pt x="546931" y="827640"/>
                  </a:lnTo>
                  <a:lnTo>
                    <a:pt x="549395" y="827640"/>
                  </a:lnTo>
                  <a:lnTo>
                    <a:pt x="551859" y="827640"/>
                  </a:lnTo>
                  <a:lnTo>
                    <a:pt x="554322" y="827640"/>
                  </a:lnTo>
                  <a:lnTo>
                    <a:pt x="556786" y="827640"/>
                  </a:lnTo>
                  <a:lnTo>
                    <a:pt x="559250" y="827640"/>
                  </a:lnTo>
                  <a:lnTo>
                    <a:pt x="561713" y="827640"/>
                  </a:lnTo>
                  <a:lnTo>
                    <a:pt x="564177" y="827640"/>
                  </a:lnTo>
                  <a:lnTo>
                    <a:pt x="566641" y="827640"/>
                  </a:lnTo>
                  <a:lnTo>
                    <a:pt x="569104" y="827640"/>
                  </a:lnTo>
                  <a:lnTo>
                    <a:pt x="571568" y="827640"/>
                  </a:lnTo>
                  <a:lnTo>
                    <a:pt x="574032" y="827640"/>
                  </a:lnTo>
                  <a:lnTo>
                    <a:pt x="576495" y="827640"/>
                  </a:lnTo>
                  <a:lnTo>
                    <a:pt x="578959" y="827640"/>
                  </a:lnTo>
                  <a:lnTo>
                    <a:pt x="581423" y="827640"/>
                  </a:lnTo>
                  <a:lnTo>
                    <a:pt x="583886" y="827640"/>
                  </a:lnTo>
                  <a:lnTo>
                    <a:pt x="586350" y="827640"/>
                  </a:lnTo>
                  <a:lnTo>
                    <a:pt x="588814" y="827640"/>
                  </a:lnTo>
                  <a:lnTo>
                    <a:pt x="591277" y="827640"/>
                  </a:lnTo>
                  <a:lnTo>
                    <a:pt x="593741" y="827640"/>
                  </a:lnTo>
                  <a:lnTo>
                    <a:pt x="596205" y="827640"/>
                  </a:lnTo>
                  <a:lnTo>
                    <a:pt x="598668" y="827640"/>
                  </a:lnTo>
                  <a:lnTo>
                    <a:pt x="601132" y="827640"/>
                  </a:lnTo>
                  <a:lnTo>
                    <a:pt x="603596" y="827640"/>
                  </a:lnTo>
                  <a:lnTo>
                    <a:pt x="606059" y="827640"/>
                  </a:lnTo>
                  <a:lnTo>
                    <a:pt x="608523" y="827640"/>
                  </a:lnTo>
                  <a:lnTo>
                    <a:pt x="610987" y="827640"/>
                  </a:lnTo>
                  <a:lnTo>
                    <a:pt x="613450" y="827640"/>
                  </a:lnTo>
                  <a:lnTo>
                    <a:pt x="615914" y="827640"/>
                  </a:lnTo>
                  <a:lnTo>
                    <a:pt x="618378" y="827640"/>
                  </a:lnTo>
                  <a:lnTo>
                    <a:pt x="620841" y="827640"/>
                  </a:lnTo>
                  <a:lnTo>
                    <a:pt x="623305" y="827640"/>
                  </a:lnTo>
                  <a:lnTo>
                    <a:pt x="625769" y="827640"/>
                  </a:lnTo>
                  <a:lnTo>
                    <a:pt x="628232" y="827640"/>
                  </a:lnTo>
                  <a:lnTo>
                    <a:pt x="630696" y="827640"/>
                  </a:lnTo>
                  <a:lnTo>
                    <a:pt x="633159" y="827640"/>
                  </a:lnTo>
                  <a:lnTo>
                    <a:pt x="635623" y="827640"/>
                  </a:lnTo>
                  <a:lnTo>
                    <a:pt x="638087" y="827640"/>
                  </a:lnTo>
                  <a:lnTo>
                    <a:pt x="640550" y="827640"/>
                  </a:lnTo>
                  <a:lnTo>
                    <a:pt x="643014" y="827640"/>
                  </a:lnTo>
                  <a:lnTo>
                    <a:pt x="645478" y="827640"/>
                  </a:lnTo>
                  <a:lnTo>
                    <a:pt x="647941" y="827640"/>
                  </a:lnTo>
                  <a:lnTo>
                    <a:pt x="650405" y="827640"/>
                  </a:lnTo>
                  <a:lnTo>
                    <a:pt x="652869" y="827640"/>
                  </a:lnTo>
                  <a:lnTo>
                    <a:pt x="655332" y="827640"/>
                  </a:lnTo>
                  <a:lnTo>
                    <a:pt x="657796" y="827640"/>
                  </a:lnTo>
                  <a:lnTo>
                    <a:pt x="660260" y="827640"/>
                  </a:lnTo>
                  <a:lnTo>
                    <a:pt x="662723" y="827640"/>
                  </a:lnTo>
                  <a:lnTo>
                    <a:pt x="665187" y="827640"/>
                  </a:lnTo>
                  <a:lnTo>
                    <a:pt x="667651" y="827640"/>
                  </a:lnTo>
                  <a:lnTo>
                    <a:pt x="670114" y="827640"/>
                  </a:lnTo>
                  <a:lnTo>
                    <a:pt x="672578" y="827640"/>
                  </a:lnTo>
                  <a:lnTo>
                    <a:pt x="675042" y="827640"/>
                  </a:lnTo>
                  <a:lnTo>
                    <a:pt x="677505" y="827640"/>
                  </a:lnTo>
                  <a:lnTo>
                    <a:pt x="679969" y="827640"/>
                  </a:lnTo>
                  <a:lnTo>
                    <a:pt x="682433" y="827640"/>
                  </a:lnTo>
                  <a:lnTo>
                    <a:pt x="684896" y="827640"/>
                  </a:lnTo>
                  <a:lnTo>
                    <a:pt x="687360" y="827640"/>
                  </a:lnTo>
                  <a:lnTo>
                    <a:pt x="689824" y="827640"/>
                  </a:lnTo>
                  <a:lnTo>
                    <a:pt x="692287" y="827640"/>
                  </a:lnTo>
                  <a:lnTo>
                    <a:pt x="694751" y="827640"/>
                  </a:lnTo>
                  <a:lnTo>
                    <a:pt x="697215" y="827640"/>
                  </a:lnTo>
                  <a:lnTo>
                    <a:pt x="699678" y="827640"/>
                  </a:lnTo>
                  <a:lnTo>
                    <a:pt x="702142" y="827640"/>
                  </a:lnTo>
                  <a:lnTo>
                    <a:pt x="704606" y="827640"/>
                  </a:lnTo>
                  <a:lnTo>
                    <a:pt x="707069" y="827640"/>
                  </a:lnTo>
                  <a:lnTo>
                    <a:pt x="709533" y="827640"/>
                  </a:lnTo>
                  <a:lnTo>
                    <a:pt x="711997" y="827640"/>
                  </a:lnTo>
                  <a:lnTo>
                    <a:pt x="714460" y="827640"/>
                  </a:lnTo>
                  <a:lnTo>
                    <a:pt x="716924" y="827640"/>
                  </a:lnTo>
                  <a:lnTo>
                    <a:pt x="719388" y="827640"/>
                  </a:lnTo>
                  <a:lnTo>
                    <a:pt x="721851" y="827640"/>
                  </a:lnTo>
                  <a:lnTo>
                    <a:pt x="724315" y="827640"/>
                  </a:lnTo>
                  <a:lnTo>
                    <a:pt x="726778" y="827640"/>
                  </a:lnTo>
                  <a:lnTo>
                    <a:pt x="729242" y="827640"/>
                  </a:lnTo>
                  <a:lnTo>
                    <a:pt x="731706" y="827640"/>
                  </a:lnTo>
                  <a:lnTo>
                    <a:pt x="734169" y="827640"/>
                  </a:lnTo>
                  <a:lnTo>
                    <a:pt x="736633" y="827640"/>
                  </a:lnTo>
                  <a:lnTo>
                    <a:pt x="739097" y="827640"/>
                  </a:lnTo>
                  <a:lnTo>
                    <a:pt x="741560" y="827639"/>
                  </a:lnTo>
                  <a:lnTo>
                    <a:pt x="744024" y="827639"/>
                  </a:lnTo>
                  <a:lnTo>
                    <a:pt x="746488" y="827639"/>
                  </a:lnTo>
                  <a:lnTo>
                    <a:pt x="748951" y="827638"/>
                  </a:lnTo>
                  <a:lnTo>
                    <a:pt x="751415" y="827637"/>
                  </a:lnTo>
                  <a:lnTo>
                    <a:pt x="753879" y="827636"/>
                  </a:lnTo>
                  <a:lnTo>
                    <a:pt x="756342" y="827634"/>
                  </a:lnTo>
                  <a:lnTo>
                    <a:pt x="758806" y="827631"/>
                  </a:lnTo>
                  <a:lnTo>
                    <a:pt x="761270" y="827627"/>
                  </a:lnTo>
                  <a:lnTo>
                    <a:pt x="763733" y="827621"/>
                  </a:lnTo>
                  <a:lnTo>
                    <a:pt x="766197" y="827613"/>
                  </a:lnTo>
                  <a:lnTo>
                    <a:pt x="768661" y="827603"/>
                  </a:lnTo>
                  <a:lnTo>
                    <a:pt x="771124" y="827589"/>
                  </a:lnTo>
                  <a:lnTo>
                    <a:pt x="773588" y="827571"/>
                  </a:lnTo>
                  <a:lnTo>
                    <a:pt x="776052" y="827548"/>
                  </a:lnTo>
                  <a:lnTo>
                    <a:pt x="778515" y="827519"/>
                  </a:lnTo>
                  <a:lnTo>
                    <a:pt x="780979" y="827482"/>
                  </a:lnTo>
                  <a:lnTo>
                    <a:pt x="783443" y="827437"/>
                  </a:lnTo>
                  <a:lnTo>
                    <a:pt x="785906" y="827383"/>
                  </a:lnTo>
                  <a:lnTo>
                    <a:pt x="788370" y="827320"/>
                  </a:lnTo>
                  <a:lnTo>
                    <a:pt x="790834" y="827247"/>
                  </a:lnTo>
                  <a:lnTo>
                    <a:pt x="793297" y="827163"/>
                  </a:lnTo>
                  <a:lnTo>
                    <a:pt x="795761" y="827071"/>
                  </a:lnTo>
                  <a:lnTo>
                    <a:pt x="798225" y="826969"/>
                  </a:lnTo>
                  <a:lnTo>
                    <a:pt x="800688" y="826859"/>
                  </a:lnTo>
                  <a:lnTo>
                    <a:pt x="803152" y="826744"/>
                  </a:lnTo>
                  <a:lnTo>
                    <a:pt x="805616" y="826627"/>
                  </a:lnTo>
                  <a:lnTo>
                    <a:pt x="808079" y="826511"/>
                  </a:lnTo>
                  <a:lnTo>
                    <a:pt x="810543" y="826399"/>
                  </a:lnTo>
                  <a:lnTo>
                    <a:pt x="813006" y="826295"/>
                  </a:lnTo>
                  <a:lnTo>
                    <a:pt x="815470" y="826202"/>
                  </a:lnTo>
                  <a:lnTo>
                    <a:pt x="817934" y="826123"/>
                  </a:lnTo>
                  <a:lnTo>
                    <a:pt x="820397" y="826063"/>
                  </a:lnTo>
                  <a:lnTo>
                    <a:pt x="822861" y="826025"/>
                  </a:lnTo>
                  <a:lnTo>
                    <a:pt x="825325" y="826009"/>
                  </a:lnTo>
                  <a:lnTo>
                    <a:pt x="827788" y="826015"/>
                  </a:lnTo>
                  <a:lnTo>
                    <a:pt x="830252" y="826043"/>
                  </a:lnTo>
                  <a:lnTo>
                    <a:pt x="832716" y="826093"/>
                  </a:lnTo>
                  <a:lnTo>
                    <a:pt x="835179" y="826161"/>
                  </a:lnTo>
                  <a:lnTo>
                    <a:pt x="837643" y="826246"/>
                  </a:lnTo>
                  <a:lnTo>
                    <a:pt x="840107" y="826345"/>
                  </a:lnTo>
                  <a:lnTo>
                    <a:pt x="842570" y="826454"/>
                  </a:lnTo>
                  <a:lnTo>
                    <a:pt x="845034" y="826569"/>
                  </a:lnTo>
                  <a:lnTo>
                    <a:pt x="847498" y="826686"/>
                  </a:lnTo>
                  <a:lnTo>
                    <a:pt x="849961" y="826802"/>
                  </a:lnTo>
                  <a:lnTo>
                    <a:pt x="852425" y="826914"/>
                  </a:lnTo>
                  <a:lnTo>
                    <a:pt x="854889" y="827020"/>
                  </a:lnTo>
                  <a:lnTo>
                    <a:pt x="857352" y="827118"/>
                  </a:lnTo>
                  <a:lnTo>
                    <a:pt x="859816" y="827207"/>
                  </a:lnTo>
                  <a:lnTo>
                    <a:pt x="862280" y="827286"/>
                  </a:lnTo>
                  <a:lnTo>
                    <a:pt x="864743" y="827354"/>
                  </a:lnTo>
                  <a:lnTo>
                    <a:pt x="867207" y="827412"/>
                  </a:lnTo>
                  <a:lnTo>
                    <a:pt x="869671" y="827461"/>
                  </a:lnTo>
                  <a:lnTo>
                    <a:pt x="872134" y="827501"/>
                  </a:lnTo>
                  <a:lnTo>
                    <a:pt x="874598" y="827534"/>
                  </a:lnTo>
                  <a:lnTo>
                    <a:pt x="877062" y="827560"/>
                  </a:lnTo>
                  <a:lnTo>
                    <a:pt x="879525" y="827581"/>
                  </a:lnTo>
                  <a:lnTo>
                    <a:pt x="881989" y="827597"/>
                  </a:lnTo>
                  <a:lnTo>
                    <a:pt x="884453" y="827609"/>
                  </a:lnTo>
                  <a:lnTo>
                    <a:pt x="886916" y="827618"/>
                  </a:lnTo>
                  <a:lnTo>
                    <a:pt x="889380" y="827624"/>
                  </a:lnTo>
                  <a:lnTo>
                    <a:pt x="891844" y="827629"/>
                  </a:lnTo>
                  <a:lnTo>
                    <a:pt x="894307" y="827633"/>
                  </a:lnTo>
                  <a:lnTo>
                    <a:pt x="896771" y="827635"/>
                  </a:lnTo>
                  <a:lnTo>
                    <a:pt x="899235" y="827637"/>
                  </a:lnTo>
                  <a:lnTo>
                    <a:pt x="901698" y="827638"/>
                  </a:lnTo>
                  <a:lnTo>
                    <a:pt x="904162" y="827639"/>
                  </a:lnTo>
                  <a:lnTo>
                    <a:pt x="906625" y="827639"/>
                  </a:lnTo>
                  <a:lnTo>
                    <a:pt x="909089" y="827639"/>
                  </a:lnTo>
                  <a:lnTo>
                    <a:pt x="911553" y="827640"/>
                  </a:lnTo>
                  <a:lnTo>
                    <a:pt x="914016" y="827640"/>
                  </a:lnTo>
                  <a:lnTo>
                    <a:pt x="916480" y="827640"/>
                  </a:lnTo>
                  <a:lnTo>
                    <a:pt x="918944" y="827640"/>
                  </a:lnTo>
                  <a:lnTo>
                    <a:pt x="921407" y="827640"/>
                  </a:lnTo>
                  <a:lnTo>
                    <a:pt x="923871" y="827640"/>
                  </a:lnTo>
                  <a:lnTo>
                    <a:pt x="926335" y="827640"/>
                  </a:lnTo>
                  <a:lnTo>
                    <a:pt x="928798" y="827640"/>
                  </a:lnTo>
                  <a:lnTo>
                    <a:pt x="931262" y="827640"/>
                  </a:lnTo>
                  <a:lnTo>
                    <a:pt x="933726" y="827640"/>
                  </a:lnTo>
                  <a:lnTo>
                    <a:pt x="936189" y="827640"/>
                  </a:lnTo>
                  <a:lnTo>
                    <a:pt x="938653" y="827640"/>
                  </a:lnTo>
                  <a:lnTo>
                    <a:pt x="941117" y="827640"/>
                  </a:lnTo>
                  <a:lnTo>
                    <a:pt x="943580" y="827640"/>
                  </a:lnTo>
                  <a:lnTo>
                    <a:pt x="946044" y="827640"/>
                  </a:lnTo>
                  <a:lnTo>
                    <a:pt x="948508" y="827640"/>
                  </a:lnTo>
                  <a:lnTo>
                    <a:pt x="950971" y="827640"/>
                  </a:lnTo>
                  <a:lnTo>
                    <a:pt x="953435" y="827640"/>
                  </a:lnTo>
                  <a:lnTo>
                    <a:pt x="955899" y="827640"/>
                  </a:lnTo>
                  <a:lnTo>
                    <a:pt x="958362" y="827640"/>
                  </a:lnTo>
                  <a:lnTo>
                    <a:pt x="960826" y="827640"/>
                  </a:lnTo>
                  <a:lnTo>
                    <a:pt x="963290" y="827640"/>
                  </a:lnTo>
                  <a:lnTo>
                    <a:pt x="965753" y="827640"/>
                  </a:lnTo>
                  <a:lnTo>
                    <a:pt x="968217" y="827640"/>
                  </a:lnTo>
                  <a:lnTo>
                    <a:pt x="970681" y="827640"/>
                  </a:lnTo>
                  <a:lnTo>
                    <a:pt x="973144" y="827640"/>
                  </a:lnTo>
                  <a:lnTo>
                    <a:pt x="975608" y="827640"/>
                  </a:lnTo>
                  <a:lnTo>
                    <a:pt x="978072" y="827640"/>
                  </a:lnTo>
                  <a:lnTo>
                    <a:pt x="980535" y="827640"/>
                  </a:lnTo>
                  <a:lnTo>
                    <a:pt x="982999" y="827640"/>
                  </a:lnTo>
                  <a:lnTo>
                    <a:pt x="985463" y="827640"/>
                  </a:lnTo>
                  <a:lnTo>
                    <a:pt x="987926" y="827640"/>
                  </a:lnTo>
                  <a:lnTo>
                    <a:pt x="990390" y="827640"/>
                  </a:lnTo>
                  <a:lnTo>
                    <a:pt x="992853" y="827640"/>
                  </a:lnTo>
                  <a:lnTo>
                    <a:pt x="995317" y="827640"/>
                  </a:lnTo>
                  <a:lnTo>
                    <a:pt x="997781" y="827640"/>
                  </a:lnTo>
                  <a:lnTo>
                    <a:pt x="1000244" y="827640"/>
                  </a:lnTo>
                  <a:lnTo>
                    <a:pt x="1002708" y="827640"/>
                  </a:lnTo>
                  <a:lnTo>
                    <a:pt x="1005172" y="827640"/>
                  </a:lnTo>
                  <a:lnTo>
                    <a:pt x="1007635" y="827640"/>
                  </a:lnTo>
                  <a:lnTo>
                    <a:pt x="1010099" y="827640"/>
                  </a:lnTo>
                  <a:lnTo>
                    <a:pt x="1012563" y="827640"/>
                  </a:lnTo>
                  <a:lnTo>
                    <a:pt x="1015026" y="827640"/>
                  </a:lnTo>
                  <a:lnTo>
                    <a:pt x="1017490" y="827640"/>
                  </a:lnTo>
                  <a:lnTo>
                    <a:pt x="1019954" y="827640"/>
                  </a:lnTo>
                  <a:lnTo>
                    <a:pt x="1022417" y="827640"/>
                  </a:lnTo>
                  <a:lnTo>
                    <a:pt x="1024881" y="827640"/>
                  </a:lnTo>
                  <a:lnTo>
                    <a:pt x="1027345" y="827640"/>
                  </a:lnTo>
                  <a:lnTo>
                    <a:pt x="1029808" y="827640"/>
                  </a:lnTo>
                  <a:lnTo>
                    <a:pt x="1032272" y="827640"/>
                  </a:lnTo>
                  <a:lnTo>
                    <a:pt x="1034736" y="827640"/>
                  </a:lnTo>
                  <a:lnTo>
                    <a:pt x="1037199" y="827640"/>
                  </a:lnTo>
                  <a:lnTo>
                    <a:pt x="1039663" y="827640"/>
                  </a:lnTo>
                  <a:lnTo>
                    <a:pt x="1042127" y="827640"/>
                  </a:lnTo>
                  <a:lnTo>
                    <a:pt x="1044590" y="827640"/>
                  </a:lnTo>
                  <a:lnTo>
                    <a:pt x="1047054" y="827640"/>
                  </a:lnTo>
                  <a:lnTo>
                    <a:pt x="1049518" y="827640"/>
                  </a:lnTo>
                  <a:lnTo>
                    <a:pt x="1051981" y="827640"/>
                  </a:lnTo>
                  <a:lnTo>
                    <a:pt x="1054445" y="827640"/>
                  </a:lnTo>
                  <a:lnTo>
                    <a:pt x="1056909" y="827640"/>
                  </a:lnTo>
                  <a:lnTo>
                    <a:pt x="1059372" y="827640"/>
                  </a:lnTo>
                  <a:lnTo>
                    <a:pt x="1061836" y="827640"/>
                  </a:lnTo>
                  <a:lnTo>
                    <a:pt x="1064300" y="827640"/>
                  </a:lnTo>
                  <a:lnTo>
                    <a:pt x="1066763" y="827640"/>
                  </a:lnTo>
                  <a:lnTo>
                    <a:pt x="1069227" y="827640"/>
                  </a:lnTo>
                  <a:lnTo>
                    <a:pt x="1071691" y="827640"/>
                  </a:lnTo>
                  <a:lnTo>
                    <a:pt x="1074154" y="827640"/>
                  </a:lnTo>
                  <a:lnTo>
                    <a:pt x="1076618" y="827640"/>
                  </a:lnTo>
                  <a:lnTo>
                    <a:pt x="1079082" y="827640"/>
                  </a:lnTo>
                  <a:lnTo>
                    <a:pt x="1081545" y="827640"/>
                  </a:lnTo>
                  <a:lnTo>
                    <a:pt x="1084009" y="827640"/>
                  </a:lnTo>
                  <a:lnTo>
                    <a:pt x="1086472" y="827640"/>
                  </a:lnTo>
                  <a:lnTo>
                    <a:pt x="1088936" y="827640"/>
                  </a:lnTo>
                  <a:lnTo>
                    <a:pt x="1091400" y="827640"/>
                  </a:lnTo>
                  <a:lnTo>
                    <a:pt x="1093863" y="827640"/>
                  </a:lnTo>
                  <a:lnTo>
                    <a:pt x="1096327" y="827640"/>
                  </a:lnTo>
                  <a:lnTo>
                    <a:pt x="1098791" y="827640"/>
                  </a:lnTo>
                  <a:lnTo>
                    <a:pt x="1101254" y="827640"/>
                  </a:lnTo>
                  <a:lnTo>
                    <a:pt x="1103718" y="827640"/>
                  </a:lnTo>
                  <a:lnTo>
                    <a:pt x="1106182" y="827640"/>
                  </a:lnTo>
                  <a:lnTo>
                    <a:pt x="1108645" y="827640"/>
                  </a:lnTo>
                  <a:lnTo>
                    <a:pt x="1111109" y="827640"/>
                  </a:lnTo>
                  <a:lnTo>
                    <a:pt x="1113573" y="827640"/>
                  </a:lnTo>
                  <a:lnTo>
                    <a:pt x="1116036" y="827640"/>
                  </a:lnTo>
                  <a:lnTo>
                    <a:pt x="1118500" y="827640"/>
                  </a:lnTo>
                  <a:lnTo>
                    <a:pt x="1120964" y="827640"/>
                  </a:lnTo>
                  <a:lnTo>
                    <a:pt x="1123427" y="827640"/>
                  </a:lnTo>
                  <a:lnTo>
                    <a:pt x="1125891" y="827640"/>
                  </a:lnTo>
                  <a:lnTo>
                    <a:pt x="1128355" y="827640"/>
                  </a:lnTo>
                  <a:lnTo>
                    <a:pt x="1130818" y="827640"/>
                  </a:lnTo>
                  <a:lnTo>
                    <a:pt x="1133282" y="827640"/>
                  </a:lnTo>
                  <a:lnTo>
                    <a:pt x="1135746" y="827640"/>
                  </a:lnTo>
                  <a:lnTo>
                    <a:pt x="1138209" y="827640"/>
                  </a:lnTo>
                  <a:lnTo>
                    <a:pt x="1140673" y="827640"/>
                  </a:lnTo>
                  <a:lnTo>
                    <a:pt x="1143137" y="827640"/>
                  </a:lnTo>
                  <a:lnTo>
                    <a:pt x="1145600" y="827640"/>
                  </a:lnTo>
                  <a:lnTo>
                    <a:pt x="1148064" y="827640"/>
                  </a:lnTo>
                  <a:lnTo>
                    <a:pt x="1150528" y="827640"/>
                  </a:lnTo>
                  <a:lnTo>
                    <a:pt x="1152991" y="827640"/>
                  </a:lnTo>
                  <a:lnTo>
                    <a:pt x="1155455" y="827640"/>
                  </a:lnTo>
                  <a:lnTo>
                    <a:pt x="1157919" y="827640"/>
                  </a:lnTo>
                  <a:lnTo>
                    <a:pt x="1160382" y="827640"/>
                  </a:lnTo>
                  <a:lnTo>
                    <a:pt x="1162846" y="827640"/>
                  </a:lnTo>
                  <a:lnTo>
                    <a:pt x="1165310" y="827640"/>
                  </a:lnTo>
                  <a:lnTo>
                    <a:pt x="1167773" y="827640"/>
                  </a:lnTo>
                  <a:lnTo>
                    <a:pt x="1170237" y="827640"/>
                  </a:lnTo>
                  <a:lnTo>
                    <a:pt x="1172701" y="827640"/>
                  </a:lnTo>
                  <a:lnTo>
                    <a:pt x="1175164" y="827640"/>
                  </a:lnTo>
                  <a:lnTo>
                    <a:pt x="1177628" y="827640"/>
                  </a:lnTo>
                  <a:lnTo>
                    <a:pt x="1180091" y="827640"/>
                  </a:lnTo>
                  <a:lnTo>
                    <a:pt x="1182555" y="827640"/>
                  </a:lnTo>
                  <a:lnTo>
                    <a:pt x="1185019" y="827640"/>
                  </a:lnTo>
                  <a:lnTo>
                    <a:pt x="1187482" y="827640"/>
                  </a:lnTo>
                  <a:lnTo>
                    <a:pt x="1189946" y="827640"/>
                  </a:lnTo>
                  <a:lnTo>
                    <a:pt x="1192410" y="827640"/>
                  </a:lnTo>
                  <a:lnTo>
                    <a:pt x="1194873" y="827640"/>
                  </a:lnTo>
                  <a:lnTo>
                    <a:pt x="1197337" y="827640"/>
                  </a:lnTo>
                  <a:lnTo>
                    <a:pt x="1199801" y="827640"/>
                  </a:lnTo>
                  <a:lnTo>
                    <a:pt x="1202264" y="827640"/>
                  </a:lnTo>
                  <a:lnTo>
                    <a:pt x="1204728" y="827640"/>
                  </a:lnTo>
                  <a:lnTo>
                    <a:pt x="1207192" y="827640"/>
                  </a:lnTo>
                  <a:lnTo>
                    <a:pt x="1209655" y="827640"/>
                  </a:lnTo>
                  <a:lnTo>
                    <a:pt x="1212119" y="827640"/>
                  </a:lnTo>
                  <a:lnTo>
                    <a:pt x="1214583" y="827640"/>
                  </a:lnTo>
                  <a:lnTo>
                    <a:pt x="1217046" y="827640"/>
                  </a:lnTo>
                  <a:lnTo>
                    <a:pt x="1219510" y="827640"/>
                  </a:lnTo>
                  <a:lnTo>
                    <a:pt x="1221974" y="827640"/>
                  </a:lnTo>
                  <a:lnTo>
                    <a:pt x="1224437" y="827640"/>
                  </a:lnTo>
                  <a:lnTo>
                    <a:pt x="1226901" y="827640"/>
                  </a:lnTo>
                  <a:lnTo>
                    <a:pt x="1229365" y="827640"/>
                  </a:lnTo>
                  <a:lnTo>
                    <a:pt x="1231828" y="827640"/>
                  </a:lnTo>
                  <a:lnTo>
                    <a:pt x="1234292" y="827640"/>
                  </a:lnTo>
                  <a:lnTo>
                    <a:pt x="1236756" y="827640"/>
                  </a:lnTo>
                  <a:lnTo>
                    <a:pt x="1239219" y="827640"/>
                  </a:lnTo>
                  <a:lnTo>
                    <a:pt x="1241683" y="827640"/>
                  </a:lnTo>
                  <a:lnTo>
                    <a:pt x="1244147" y="827640"/>
                  </a:lnTo>
                  <a:lnTo>
                    <a:pt x="1246610" y="827640"/>
                  </a:lnTo>
                  <a:lnTo>
                    <a:pt x="1249074" y="827640"/>
                  </a:lnTo>
                  <a:lnTo>
                    <a:pt x="1251538" y="827640"/>
                  </a:lnTo>
                  <a:lnTo>
                    <a:pt x="1254001" y="827640"/>
                  </a:lnTo>
                  <a:lnTo>
                    <a:pt x="1256465" y="827640"/>
                  </a:lnTo>
                  <a:lnTo>
                    <a:pt x="1258929" y="827640"/>
                  </a:lnTo>
                  <a:lnTo>
                    <a:pt x="1256465" y="827640"/>
                  </a:lnTo>
                  <a:lnTo>
                    <a:pt x="1254001" y="827640"/>
                  </a:lnTo>
                  <a:lnTo>
                    <a:pt x="1251538" y="827640"/>
                  </a:lnTo>
                  <a:lnTo>
                    <a:pt x="1249074" y="827640"/>
                  </a:lnTo>
                  <a:lnTo>
                    <a:pt x="1246610" y="827640"/>
                  </a:lnTo>
                  <a:lnTo>
                    <a:pt x="1244147" y="827640"/>
                  </a:lnTo>
                  <a:lnTo>
                    <a:pt x="1241683" y="827640"/>
                  </a:lnTo>
                  <a:lnTo>
                    <a:pt x="1239219" y="827640"/>
                  </a:lnTo>
                  <a:lnTo>
                    <a:pt x="1236756" y="827640"/>
                  </a:lnTo>
                  <a:lnTo>
                    <a:pt x="1234292" y="827640"/>
                  </a:lnTo>
                  <a:lnTo>
                    <a:pt x="1231828" y="827640"/>
                  </a:lnTo>
                  <a:lnTo>
                    <a:pt x="1229365" y="827640"/>
                  </a:lnTo>
                  <a:lnTo>
                    <a:pt x="1226901" y="827640"/>
                  </a:lnTo>
                  <a:lnTo>
                    <a:pt x="1224437" y="827640"/>
                  </a:lnTo>
                  <a:lnTo>
                    <a:pt x="1221974" y="827640"/>
                  </a:lnTo>
                  <a:lnTo>
                    <a:pt x="1219510" y="827640"/>
                  </a:lnTo>
                  <a:lnTo>
                    <a:pt x="1217046" y="827640"/>
                  </a:lnTo>
                  <a:lnTo>
                    <a:pt x="1214583" y="827640"/>
                  </a:lnTo>
                  <a:lnTo>
                    <a:pt x="1212119" y="827640"/>
                  </a:lnTo>
                  <a:lnTo>
                    <a:pt x="1209655" y="827640"/>
                  </a:lnTo>
                  <a:lnTo>
                    <a:pt x="1207192" y="827640"/>
                  </a:lnTo>
                  <a:lnTo>
                    <a:pt x="1204728" y="827640"/>
                  </a:lnTo>
                  <a:lnTo>
                    <a:pt x="1202264" y="827640"/>
                  </a:lnTo>
                  <a:lnTo>
                    <a:pt x="1199801" y="827640"/>
                  </a:lnTo>
                  <a:lnTo>
                    <a:pt x="1197337" y="827640"/>
                  </a:lnTo>
                  <a:lnTo>
                    <a:pt x="1194873" y="827640"/>
                  </a:lnTo>
                  <a:lnTo>
                    <a:pt x="1192410" y="827640"/>
                  </a:lnTo>
                  <a:lnTo>
                    <a:pt x="1189946" y="827640"/>
                  </a:lnTo>
                  <a:lnTo>
                    <a:pt x="1187482" y="827640"/>
                  </a:lnTo>
                  <a:lnTo>
                    <a:pt x="1185019" y="827640"/>
                  </a:lnTo>
                  <a:lnTo>
                    <a:pt x="1182555" y="827640"/>
                  </a:lnTo>
                  <a:lnTo>
                    <a:pt x="1180091" y="827640"/>
                  </a:lnTo>
                  <a:lnTo>
                    <a:pt x="1177628" y="827640"/>
                  </a:lnTo>
                  <a:lnTo>
                    <a:pt x="1175164" y="827640"/>
                  </a:lnTo>
                  <a:lnTo>
                    <a:pt x="1172701" y="827640"/>
                  </a:lnTo>
                  <a:lnTo>
                    <a:pt x="1170237" y="827640"/>
                  </a:lnTo>
                  <a:lnTo>
                    <a:pt x="1167773" y="827640"/>
                  </a:lnTo>
                  <a:lnTo>
                    <a:pt x="1165310" y="827640"/>
                  </a:lnTo>
                  <a:lnTo>
                    <a:pt x="1162846" y="827640"/>
                  </a:lnTo>
                  <a:lnTo>
                    <a:pt x="1160382" y="827640"/>
                  </a:lnTo>
                  <a:lnTo>
                    <a:pt x="1157919" y="827640"/>
                  </a:lnTo>
                  <a:lnTo>
                    <a:pt x="1155455" y="827640"/>
                  </a:lnTo>
                  <a:lnTo>
                    <a:pt x="1152991" y="827640"/>
                  </a:lnTo>
                  <a:lnTo>
                    <a:pt x="1150528" y="827640"/>
                  </a:lnTo>
                  <a:lnTo>
                    <a:pt x="1148064" y="827640"/>
                  </a:lnTo>
                  <a:lnTo>
                    <a:pt x="1145600" y="827640"/>
                  </a:lnTo>
                  <a:lnTo>
                    <a:pt x="1143137" y="827640"/>
                  </a:lnTo>
                  <a:lnTo>
                    <a:pt x="1140673" y="827640"/>
                  </a:lnTo>
                  <a:lnTo>
                    <a:pt x="1138209" y="827640"/>
                  </a:lnTo>
                  <a:lnTo>
                    <a:pt x="1135746" y="827640"/>
                  </a:lnTo>
                  <a:lnTo>
                    <a:pt x="1133282" y="827640"/>
                  </a:lnTo>
                  <a:lnTo>
                    <a:pt x="1130818" y="827640"/>
                  </a:lnTo>
                  <a:lnTo>
                    <a:pt x="1128355" y="827640"/>
                  </a:lnTo>
                  <a:lnTo>
                    <a:pt x="1125891" y="827640"/>
                  </a:lnTo>
                  <a:lnTo>
                    <a:pt x="1123427" y="827640"/>
                  </a:lnTo>
                  <a:lnTo>
                    <a:pt x="1120964" y="827640"/>
                  </a:lnTo>
                  <a:lnTo>
                    <a:pt x="1118500" y="827640"/>
                  </a:lnTo>
                  <a:lnTo>
                    <a:pt x="1116036" y="827640"/>
                  </a:lnTo>
                  <a:lnTo>
                    <a:pt x="1113573" y="827640"/>
                  </a:lnTo>
                  <a:lnTo>
                    <a:pt x="1111109" y="827640"/>
                  </a:lnTo>
                  <a:lnTo>
                    <a:pt x="1108645" y="827640"/>
                  </a:lnTo>
                  <a:lnTo>
                    <a:pt x="1106182" y="827640"/>
                  </a:lnTo>
                  <a:lnTo>
                    <a:pt x="1103718" y="827640"/>
                  </a:lnTo>
                  <a:lnTo>
                    <a:pt x="1101254" y="827640"/>
                  </a:lnTo>
                  <a:lnTo>
                    <a:pt x="1098791" y="827640"/>
                  </a:lnTo>
                  <a:lnTo>
                    <a:pt x="1096327" y="827640"/>
                  </a:lnTo>
                  <a:lnTo>
                    <a:pt x="1093863" y="827640"/>
                  </a:lnTo>
                  <a:lnTo>
                    <a:pt x="1091400" y="827640"/>
                  </a:lnTo>
                  <a:lnTo>
                    <a:pt x="1088936" y="827640"/>
                  </a:lnTo>
                  <a:lnTo>
                    <a:pt x="1086472" y="827640"/>
                  </a:lnTo>
                  <a:lnTo>
                    <a:pt x="1084009" y="827640"/>
                  </a:lnTo>
                  <a:lnTo>
                    <a:pt x="1081545" y="827640"/>
                  </a:lnTo>
                  <a:lnTo>
                    <a:pt x="1079082" y="827640"/>
                  </a:lnTo>
                  <a:lnTo>
                    <a:pt x="1076618" y="827640"/>
                  </a:lnTo>
                  <a:lnTo>
                    <a:pt x="1074154" y="827640"/>
                  </a:lnTo>
                  <a:lnTo>
                    <a:pt x="1071691" y="827640"/>
                  </a:lnTo>
                  <a:lnTo>
                    <a:pt x="1069227" y="827640"/>
                  </a:lnTo>
                  <a:lnTo>
                    <a:pt x="1066763" y="827640"/>
                  </a:lnTo>
                  <a:lnTo>
                    <a:pt x="1064300" y="827640"/>
                  </a:lnTo>
                  <a:lnTo>
                    <a:pt x="1061836" y="827640"/>
                  </a:lnTo>
                  <a:lnTo>
                    <a:pt x="1059372" y="827640"/>
                  </a:lnTo>
                  <a:lnTo>
                    <a:pt x="1056909" y="827640"/>
                  </a:lnTo>
                  <a:lnTo>
                    <a:pt x="1054445" y="827640"/>
                  </a:lnTo>
                  <a:lnTo>
                    <a:pt x="1051981" y="827640"/>
                  </a:lnTo>
                  <a:lnTo>
                    <a:pt x="1049518" y="827640"/>
                  </a:lnTo>
                  <a:lnTo>
                    <a:pt x="1047054" y="827640"/>
                  </a:lnTo>
                  <a:lnTo>
                    <a:pt x="1044590" y="827640"/>
                  </a:lnTo>
                  <a:lnTo>
                    <a:pt x="1042127" y="827640"/>
                  </a:lnTo>
                  <a:lnTo>
                    <a:pt x="1039663" y="827640"/>
                  </a:lnTo>
                  <a:lnTo>
                    <a:pt x="1037199" y="827640"/>
                  </a:lnTo>
                  <a:lnTo>
                    <a:pt x="1034736" y="827640"/>
                  </a:lnTo>
                  <a:lnTo>
                    <a:pt x="1032272" y="827640"/>
                  </a:lnTo>
                  <a:lnTo>
                    <a:pt x="1029808" y="827640"/>
                  </a:lnTo>
                  <a:lnTo>
                    <a:pt x="1027345" y="827640"/>
                  </a:lnTo>
                  <a:lnTo>
                    <a:pt x="1024881" y="827640"/>
                  </a:lnTo>
                  <a:lnTo>
                    <a:pt x="1022417" y="827640"/>
                  </a:lnTo>
                  <a:lnTo>
                    <a:pt x="1019954" y="827640"/>
                  </a:lnTo>
                  <a:lnTo>
                    <a:pt x="1017490" y="827640"/>
                  </a:lnTo>
                  <a:lnTo>
                    <a:pt x="1015026" y="827640"/>
                  </a:lnTo>
                  <a:lnTo>
                    <a:pt x="1012563" y="827640"/>
                  </a:lnTo>
                  <a:lnTo>
                    <a:pt x="1010099" y="827640"/>
                  </a:lnTo>
                  <a:lnTo>
                    <a:pt x="1007635" y="827640"/>
                  </a:lnTo>
                  <a:lnTo>
                    <a:pt x="1005172" y="827640"/>
                  </a:lnTo>
                  <a:lnTo>
                    <a:pt x="1002708" y="827640"/>
                  </a:lnTo>
                  <a:lnTo>
                    <a:pt x="1000244" y="827640"/>
                  </a:lnTo>
                  <a:lnTo>
                    <a:pt x="997781" y="827640"/>
                  </a:lnTo>
                  <a:lnTo>
                    <a:pt x="995317" y="827640"/>
                  </a:lnTo>
                  <a:lnTo>
                    <a:pt x="992853" y="827640"/>
                  </a:lnTo>
                  <a:lnTo>
                    <a:pt x="990390" y="827640"/>
                  </a:lnTo>
                  <a:lnTo>
                    <a:pt x="987926" y="827640"/>
                  </a:lnTo>
                  <a:lnTo>
                    <a:pt x="985463" y="827640"/>
                  </a:lnTo>
                  <a:lnTo>
                    <a:pt x="982999" y="827640"/>
                  </a:lnTo>
                  <a:lnTo>
                    <a:pt x="980535" y="827640"/>
                  </a:lnTo>
                  <a:lnTo>
                    <a:pt x="978072" y="827640"/>
                  </a:lnTo>
                  <a:lnTo>
                    <a:pt x="975608" y="827640"/>
                  </a:lnTo>
                  <a:lnTo>
                    <a:pt x="973144" y="827640"/>
                  </a:lnTo>
                  <a:lnTo>
                    <a:pt x="970681" y="827640"/>
                  </a:lnTo>
                  <a:lnTo>
                    <a:pt x="968217" y="827640"/>
                  </a:lnTo>
                  <a:lnTo>
                    <a:pt x="965753" y="827640"/>
                  </a:lnTo>
                  <a:lnTo>
                    <a:pt x="963290" y="827640"/>
                  </a:lnTo>
                  <a:lnTo>
                    <a:pt x="960826" y="827640"/>
                  </a:lnTo>
                  <a:lnTo>
                    <a:pt x="958362" y="827640"/>
                  </a:lnTo>
                  <a:lnTo>
                    <a:pt x="955899" y="827640"/>
                  </a:lnTo>
                  <a:lnTo>
                    <a:pt x="953435" y="827640"/>
                  </a:lnTo>
                  <a:lnTo>
                    <a:pt x="950971" y="827640"/>
                  </a:lnTo>
                  <a:lnTo>
                    <a:pt x="948508" y="827640"/>
                  </a:lnTo>
                  <a:lnTo>
                    <a:pt x="946044" y="827640"/>
                  </a:lnTo>
                  <a:lnTo>
                    <a:pt x="943580" y="827640"/>
                  </a:lnTo>
                  <a:lnTo>
                    <a:pt x="941117" y="827640"/>
                  </a:lnTo>
                  <a:lnTo>
                    <a:pt x="938653" y="827640"/>
                  </a:lnTo>
                  <a:lnTo>
                    <a:pt x="936189" y="827640"/>
                  </a:lnTo>
                  <a:lnTo>
                    <a:pt x="933726" y="827640"/>
                  </a:lnTo>
                  <a:lnTo>
                    <a:pt x="931262" y="827640"/>
                  </a:lnTo>
                  <a:lnTo>
                    <a:pt x="928798" y="827640"/>
                  </a:lnTo>
                  <a:lnTo>
                    <a:pt x="926335" y="827640"/>
                  </a:lnTo>
                  <a:lnTo>
                    <a:pt x="923871" y="827640"/>
                  </a:lnTo>
                  <a:lnTo>
                    <a:pt x="921407" y="827640"/>
                  </a:lnTo>
                  <a:lnTo>
                    <a:pt x="918944" y="827640"/>
                  </a:lnTo>
                  <a:lnTo>
                    <a:pt x="916480" y="827640"/>
                  </a:lnTo>
                  <a:lnTo>
                    <a:pt x="914016" y="827640"/>
                  </a:lnTo>
                  <a:lnTo>
                    <a:pt x="911553" y="827640"/>
                  </a:lnTo>
                  <a:lnTo>
                    <a:pt x="909089" y="827640"/>
                  </a:lnTo>
                  <a:lnTo>
                    <a:pt x="906625" y="827640"/>
                  </a:lnTo>
                  <a:lnTo>
                    <a:pt x="904162" y="827640"/>
                  </a:lnTo>
                  <a:lnTo>
                    <a:pt x="901698" y="827640"/>
                  </a:lnTo>
                  <a:lnTo>
                    <a:pt x="899235" y="827640"/>
                  </a:lnTo>
                  <a:lnTo>
                    <a:pt x="896771" y="827640"/>
                  </a:lnTo>
                  <a:lnTo>
                    <a:pt x="894307" y="827640"/>
                  </a:lnTo>
                  <a:lnTo>
                    <a:pt x="891844" y="827640"/>
                  </a:lnTo>
                  <a:lnTo>
                    <a:pt x="889380" y="827640"/>
                  </a:lnTo>
                  <a:lnTo>
                    <a:pt x="886916" y="827640"/>
                  </a:lnTo>
                  <a:lnTo>
                    <a:pt x="884453" y="827640"/>
                  </a:lnTo>
                  <a:lnTo>
                    <a:pt x="881989" y="827640"/>
                  </a:lnTo>
                  <a:lnTo>
                    <a:pt x="879525" y="827640"/>
                  </a:lnTo>
                  <a:lnTo>
                    <a:pt x="877062" y="827640"/>
                  </a:lnTo>
                  <a:lnTo>
                    <a:pt x="874598" y="827640"/>
                  </a:lnTo>
                  <a:lnTo>
                    <a:pt x="872134" y="827640"/>
                  </a:lnTo>
                  <a:lnTo>
                    <a:pt x="869671" y="827640"/>
                  </a:lnTo>
                  <a:lnTo>
                    <a:pt x="867207" y="827640"/>
                  </a:lnTo>
                  <a:lnTo>
                    <a:pt x="864743" y="827640"/>
                  </a:lnTo>
                  <a:lnTo>
                    <a:pt x="862280" y="827640"/>
                  </a:lnTo>
                  <a:lnTo>
                    <a:pt x="859816" y="827640"/>
                  </a:lnTo>
                  <a:lnTo>
                    <a:pt x="857352" y="827640"/>
                  </a:lnTo>
                  <a:lnTo>
                    <a:pt x="854889" y="827640"/>
                  </a:lnTo>
                  <a:lnTo>
                    <a:pt x="852425" y="827640"/>
                  </a:lnTo>
                  <a:lnTo>
                    <a:pt x="849961" y="827640"/>
                  </a:lnTo>
                  <a:lnTo>
                    <a:pt x="847498" y="827640"/>
                  </a:lnTo>
                  <a:lnTo>
                    <a:pt x="845034" y="827640"/>
                  </a:lnTo>
                  <a:lnTo>
                    <a:pt x="842570" y="827640"/>
                  </a:lnTo>
                  <a:lnTo>
                    <a:pt x="840107" y="827640"/>
                  </a:lnTo>
                  <a:lnTo>
                    <a:pt x="837643" y="827640"/>
                  </a:lnTo>
                  <a:lnTo>
                    <a:pt x="835179" y="827640"/>
                  </a:lnTo>
                  <a:lnTo>
                    <a:pt x="832716" y="827640"/>
                  </a:lnTo>
                  <a:lnTo>
                    <a:pt x="830252" y="827640"/>
                  </a:lnTo>
                  <a:lnTo>
                    <a:pt x="827788" y="827640"/>
                  </a:lnTo>
                  <a:lnTo>
                    <a:pt x="825325" y="827640"/>
                  </a:lnTo>
                  <a:lnTo>
                    <a:pt x="822861" y="827640"/>
                  </a:lnTo>
                  <a:lnTo>
                    <a:pt x="820397" y="827640"/>
                  </a:lnTo>
                  <a:lnTo>
                    <a:pt x="817934" y="827640"/>
                  </a:lnTo>
                  <a:lnTo>
                    <a:pt x="815470" y="827640"/>
                  </a:lnTo>
                  <a:lnTo>
                    <a:pt x="813006" y="827640"/>
                  </a:lnTo>
                  <a:lnTo>
                    <a:pt x="810543" y="827640"/>
                  </a:lnTo>
                  <a:lnTo>
                    <a:pt x="808079" y="827640"/>
                  </a:lnTo>
                  <a:lnTo>
                    <a:pt x="805616" y="827640"/>
                  </a:lnTo>
                  <a:lnTo>
                    <a:pt x="803152" y="827640"/>
                  </a:lnTo>
                  <a:lnTo>
                    <a:pt x="800688" y="827640"/>
                  </a:lnTo>
                  <a:lnTo>
                    <a:pt x="798225" y="827640"/>
                  </a:lnTo>
                  <a:lnTo>
                    <a:pt x="795761" y="827640"/>
                  </a:lnTo>
                  <a:lnTo>
                    <a:pt x="793297" y="827640"/>
                  </a:lnTo>
                  <a:lnTo>
                    <a:pt x="790834" y="827640"/>
                  </a:lnTo>
                  <a:lnTo>
                    <a:pt x="788370" y="827640"/>
                  </a:lnTo>
                  <a:lnTo>
                    <a:pt x="785906" y="827640"/>
                  </a:lnTo>
                  <a:lnTo>
                    <a:pt x="783443" y="827640"/>
                  </a:lnTo>
                  <a:lnTo>
                    <a:pt x="780979" y="827640"/>
                  </a:lnTo>
                  <a:lnTo>
                    <a:pt x="778515" y="827640"/>
                  </a:lnTo>
                  <a:lnTo>
                    <a:pt x="776052" y="827640"/>
                  </a:lnTo>
                  <a:lnTo>
                    <a:pt x="773588" y="827640"/>
                  </a:lnTo>
                  <a:lnTo>
                    <a:pt x="771124" y="827640"/>
                  </a:lnTo>
                  <a:lnTo>
                    <a:pt x="768661" y="827640"/>
                  </a:lnTo>
                  <a:lnTo>
                    <a:pt x="766197" y="827640"/>
                  </a:lnTo>
                  <a:lnTo>
                    <a:pt x="763733" y="827640"/>
                  </a:lnTo>
                  <a:lnTo>
                    <a:pt x="761270" y="827640"/>
                  </a:lnTo>
                  <a:lnTo>
                    <a:pt x="758806" y="827640"/>
                  </a:lnTo>
                  <a:lnTo>
                    <a:pt x="756342" y="827640"/>
                  </a:lnTo>
                  <a:lnTo>
                    <a:pt x="753879" y="827640"/>
                  </a:lnTo>
                  <a:lnTo>
                    <a:pt x="751415" y="827640"/>
                  </a:lnTo>
                  <a:lnTo>
                    <a:pt x="748951" y="827640"/>
                  </a:lnTo>
                  <a:lnTo>
                    <a:pt x="746488" y="827640"/>
                  </a:lnTo>
                  <a:lnTo>
                    <a:pt x="744024" y="827640"/>
                  </a:lnTo>
                  <a:lnTo>
                    <a:pt x="741560" y="827640"/>
                  </a:lnTo>
                  <a:lnTo>
                    <a:pt x="739097" y="827640"/>
                  </a:lnTo>
                  <a:lnTo>
                    <a:pt x="736633" y="827640"/>
                  </a:lnTo>
                  <a:lnTo>
                    <a:pt x="734169" y="827640"/>
                  </a:lnTo>
                  <a:lnTo>
                    <a:pt x="731706" y="827640"/>
                  </a:lnTo>
                  <a:lnTo>
                    <a:pt x="729242" y="827640"/>
                  </a:lnTo>
                  <a:lnTo>
                    <a:pt x="726778" y="827640"/>
                  </a:lnTo>
                  <a:lnTo>
                    <a:pt x="724315" y="827640"/>
                  </a:lnTo>
                  <a:lnTo>
                    <a:pt x="721851" y="827640"/>
                  </a:lnTo>
                  <a:lnTo>
                    <a:pt x="719388" y="827640"/>
                  </a:lnTo>
                  <a:lnTo>
                    <a:pt x="716924" y="827640"/>
                  </a:lnTo>
                  <a:lnTo>
                    <a:pt x="714460" y="827640"/>
                  </a:lnTo>
                  <a:lnTo>
                    <a:pt x="711997" y="827640"/>
                  </a:lnTo>
                  <a:lnTo>
                    <a:pt x="709533" y="827640"/>
                  </a:lnTo>
                  <a:lnTo>
                    <a:pt x="707069" y="827640"/>
                  </a:lnTo>
                  <a:lnTo>
                    <a:pt x="704606" y="827640"/>
                  </a:lnTo>
                  <a:lnTo>
                    <a:pt x="702142" y="827640"/>
                  </a:lnTo>
                  <a:lnTo>
                    <a:pt x="699678" y="827640"/>
                  </a:lnTo>
                  <a:lnTo>
                    <a:pt x="697215" y="827640"/>
                  </a:lnTo>
                  <a:lnTo>
                    <a:pt x="694751" y="827640"/>
                  </a:lnTo>
                  <a:lnTo>
                    <a:pt x="692287" y="827640"/>
                  </a:lnTo>
                  <a:lnTo>
                    <a:pt x="689824" y="827640"/>
                  </a:lnTo>
                  <a:lnTo>
                    <a:pt x="687360" y="827640"/>
                  </a:lnTo>
                  <a:lnTo>
                    <a:pt x="684896" y="827640"/>
                  </a:lnTo>
                  <a:lnTo>
                    <a:pt x="682433" y="827640"/>
                  </a:lnTo>
                  <a:lnTo>
                    <a:pt x="679969" y="827640"/>
                  </a:lnTo>
                  <a:lnTo>
                    <a:pt x="677505" y="827640"/>
                  </a:lnTo>
                  <a:lnTo>
                    <a:pt x="675042" y="827640"/>
                  </a:lnTo>
                  <a:lnTo>
                    <a:pt x="672578" y="827640"/>
                  </a:lnTo>
                  <a:lnTo>
                    <a:pt x="670114" y="827640"/>
                  </a:lnTo>
                  <a:lnTo>
                    <a:pt x="667651" y="827640"/>
                  </a:lnTo>
                  <a:lnTo>
                    <a:pt x="665187" y="827640"/>
                  </a:lnTo>
                  <a:lnTo>
                    <a:pt x="662723" y="827640"/>
                  </a:lnTo>
                  <a:lnTo>
                    <a:pt x="660260" y="827640"/>
                  </a:lnTo>
                  <a:lnTo>
                    <a:pt x="657796" y="827640"/>
                  </a:lnTo>
                  <a:lnTo>
                    <a:pt x="655332" y="827640"/>
                  </a:lnTo>
                  <a:lnTo>
                    <a:pt x="652869" y="827640"/>
                  </a:lnTo>
                  <a:lnTo>
                    <a:pt x="650405" y="827640"/>
                  </a:lnTo>
                  <a:lnTo>
                    <a:pt x="647941" y="827640"/>
                  </a:lnTo>
                  <a:lnTo>
                    <a:pt x="645478" y="827640"/>
                  </a:lnTo>
                  <a:lnTo>
                    <a:pt x="643014" y="827640"/>
                  </a:lnTo>
                  <a:lnTo>
                    <a:pt x="640550" y="827640"/>
                  </a:lnTo>
                  <a:lnTo>
                    <a:pt x="638087" y="827640"/>
                  </a:lnTo>
                  <a:lnTo>
                    <a:pt x="635623" y="827640"/>
                  </a:lnTo>
                  <a:lnTo>
                    <a:pt x="633159" y="827640"/>
                  </a:lnTo>
                  <a:lnTo>
                    <a:pt x="630696" y="827640"/>
                  </a:lnTo>
                  <a:lnTo>
                    <a:pt x="628232" y="827640"/>
                  </a:lnTo>
                  <a:lnTo>
                    <a:pt x="625769" y="827640"/>
                  </a:lnTo>
                  <a:lnTo>
                    <a:pt x="623305" y="827640"/>
                  </a:lnTo>
                  <a:lnTo>
                    <a:pt x="620841" y="827640"/>
                  </a:lnTo>
                  <a:lnTo>
                    <a:pt x="618378" y="827640"/>
                  </a:lnTo>
                  <a:lnTo>
                    <a:pt x="615914" y="827640"/>
                  </a:lnTo>
                  <a:lnTo>
                    <a:pt x="613450" y="827640"/>
                  </a:lnTo>
                  <a:lnTo>
                    <a:pt x="610987" y="827640"/>
                  </a:lnTo>
                  <a:lnTo>
                    <a:pt x="608523" y="827640"/>
                  </a:lnTo>
                  <a:lnTo>
                    <a:pt x="606059" y="827640"/>
                  </a:lnTo>
                  <a:lnTo>
                    <a:pt x="603596" y="827640"/>
                  </a:lnTo>
                  <a:lnTo>
                    <a:pt x="601132" y="827640"/>
                  </a:lnTo>
                  <a:lnTo>
                    <a:pt x="598668" y="827640"/>
                  </a:lnTo>
                  <a:lnTo>
                    <a:pt x="596205" y="827640"/>
                  </a:lnTo>
                  <a:lnTo>
                    <a:pt x="593741" y="827640"/>
                  </a:lnTo>
                  <a:lnTo>
                    <a:pt x="591277" y="827640"/>
                  </a:lnTo>
                  <a:lnTo>
                    <a:pt x="588814" y="827640"/>
                  </a:lnTo>
                  <a:lnTo>
                    <a:pt x="586350" y="827640"/>
                  </a:lnTo>
                  <a:lnTo>
                    <a:pt x="583886" y="827640"/>
                  </a:lnTo>
                  <a:lnTo>
                    <a:pt x="581423" y="827640"/>
                  </a:lnTo>
                  <a:lnTo>
                    <a:pt x="578959" y="827640"/>
                  </a:lnTo>
                  <a:lnTo>
                    <a:pt x="576495" y="827640"/>
                  </a:lnTo>
                  <a:lnTo>
                    <a:pt x="574032" y="827640"/>
                  </a:lnTo>
                  <a:lnTo>
                    <a:pt x="571568" y="827640"/>
                  </a:lnTo>
                  <a:lnTo>
                    <a:pt x="569104" y="827640"/>
                  </a:lnTo>
                  <a:lnTo>
                    <a:pt x="566641" y="827640"/>
                  </a:lnTo>
                  <a:lnTo>
                    <a:pt x="564177" y="827640"/>
                  </a:lnTo>
                  <a:lnTo>
                    <a:pt x="561713" y="827640"/>
                  </a:lnTo>
                  <a:lnTo>
                    <a:pt x="559250" y="827640"/>
                  </a:lnTo>
                  <a:lnTo>
                    <a:pt x="556786" y="827640"/>
                  </a:lnTo>
                  <a:lnTo>
                    <a:pt x="554322" y="827640"/>
                  </a:lnTo>
                  <a:lnTo>
                    <a:pt x="551859" y="827640"/>
                  </a:lnTo>
                  <a:lnTo>
                    <a:pt x="549395" y="827640"/>
                  </a:lnTo>
                  <a:lnTo>
                    <a:pt x="546931" y="827640"/>
                  </a:lnTo>
                  <a:lnTo>
                    <a:pt x="544468" y="827640"/>
                  </a:lnTo>
                  <a:lnTo>
                    <a:pt x="542004" y="827640"/>
                  </a:lnTo>
                  <a:lnTo>
                    <a:pt x="539541" y="827640"/>
                  </a:lnTo>
                  <a:lnTo>
                    <a:pt x="537077" y="827640"/>
                  </a:lnTo>
                  <a:lnTo>
                    <a:pt x="534613" y="827640"/>
                  </a:lnTo>
                  <a:lnTo>
                    <a:pt x="532150" y="827640"/>
                  </a:lnTo>
                  <a:lnTo>
                    <a:pt x="529686" y="827640"/>
                  </a:lnTo>
                  <a:lnTo>
                    <a:pt x="527222" y="827640"/>
                  </a:lnTo>
                  <a:lnTo>
                    <a:pt x="524759" y="827640"/>
                  </a:lnTo>
                  <a:lnTo>
                    <a:pt x="522295" y="827640"/>
                  </a:lnTo>
                  <a:lnTo>
                    <a:pt x="519831" y="827640"/>
                  </a:lnTo>
                  <a:lnTo>
                    <a:pt x="517368" y="827640"/>
                  </a:lnTo>
                  <a:lnTo>
                    <a:pt x="514904" y="827640"/>
                  </a:lnTo>
                  <a:lnTo>
                    <a:pt x="512440" y="827640"/>
                  </a:lnTo>
                  <a:lnTo>
                    <a:pt x="509977" y="827640"/>
                  </a:lnTo>
                  <a:lnTo>
                    <a:pt x="507513" y="827640"/>
                  </a:lnTo>
                  <a:lnTo>
                    <a:pt x="505049" y="827640"/>
                  </a:lnTo>
                  <a:lnTo>
                    <a:pt x="502586" y="827640"/>
                  </a:lnTo>
                  <a:lnTo>
                    <a:pt x="500122" y="827640"/>
                  </a:lnTo>
                  <a:lnTo>
                    <a:pt x="497658" y="827640"/>
                  </a:lnTo>
                  <a:lnTo>
                    <a:pt x="495195" y="827640"/>
                  </a:lnTo>
                  <a:lnTo>
                    <a:pt x="492731" y="827640"/>
                  </a:lnTo>
                  <a:lnTo>
                    <a:pt x="490267" y="827640"/>
                  </a:lnTo>
                  <a:lnTo>
                    <a:pt x="487804" y="827640"/>
                  </a:lnTo>
                  <a:lnTo>
                    <a:pt x="485340" y="827640"/>
                  </a:lnTo>
                  <a:lnTo>
                    <a:pt x="482876" y="827640"/>
                  </a:lnTo>
                  <a:lnTo>
                    <a:pt x="480413" y="827640"/>
                  </a:lnTo>
                  <a:lnTo>
                    <a:pt x="477949" y="827640"/>
                  </a:lnTo>
                  <a:lnTo>
                    <a:pt x="475485" y="827640"/>
                  </a:lnTo>
                  <a:lnTo>
                    <a:pt x="473022" y="827640"/>
                  </a:lnTo>
                  <a:lnTo>
                    <a:pt x="470558" y="827640"/>
                  </a:lnTo>
                  <a:lnTo>
                    <a:pt x="468094" y="827640"/>
                  </a:lnTo>
                  <a:lnTo>
                    <a:pt x="465631" y="827640"/>
                  </a:lnTo>
                  <a:lnTo>
                    <a:pt x="463167" y="827640"/>
                  </a:lnTo>
                  <a:lnTo>
                    <a:pt x="460703" y="827640"/>
                  </a:lnTo>
                  <a:lnTo>
                    <a:pt x="458240" y="827640"/>
                  </a:lnTo>
                  <a:lnTo>
                    <a:pt x="455776" y="827640"/>
                  </a:lnTo>
                  <a:lnTo>
                    <a:pt x="453312" y="827640"/>
                  </a:lnTo>
                  <a:lnTo>
                    <a:pt x="450849" y="827640"/>
                  </a:lnTo>
                  <a:lnTo>
                    <a:pt x="448385" y="827640"/>
                  </a:lnTo>
                  <a:lnTo>
                    <a:pt x="445922" y="827640"/>
                  </a:lnTo>
                  <a:lnTo>
                    <a:pt x="443458" y="827640"/>
                  </a:lnTo>
                  <a:lnTo>
                    <a:pt x="440994" y="827640"/>
                  </a:lnTo>
                  <a:lnTo>
                    <a:pt x="438531" y="827640"/>
                  </a:lnTo>
                  <a:lnTo>
                    <a:pt x="436067" y="827640"/>
                  </a:lnTo>
                  <a:lnTo>
                    <a:pt x="433603" y="827640"/>
                  </a:lnTo>
                  <a:lnTo>
                    <a:pt x="431140" y="827640"/>
                  </a:lnTo>
                  <a:lnTo>
                    <a:pt x="428676" y="827640"/>
                  </a:lnTo>
                  <a:lnTo>
                    <a:pt x="426212" y="827640"/>
                  </a:lnTo>
                  <a:lnTo>
                    <a:pt x="423749" y="827640"/>
                  </a:lnTo>
                  <a:lnTo>
                    <a:pt x="421285" y="827640"/>
                  </a:lnTo>
                  <a:lnTo>
                    <a:pt x="418821" y="827640"/>
                  </a:lnTo>
                  <a:lnTo>
                    <a:pt x="416358" y="827640"/>
                  </a:lnTo>
                  <a:lnTo>
                    <a:pt x="413894" y="827640"/>
                  </a:lnTo>
                  <a:lnTo>
                    <a:pt x="411430" y="827640"/>
                  </a:lnTo>
                  <a:lnTo>
                    <a:pt x="408967" y="827640"/>
                  </a:lnTo>
                  <a:lnTo>
                    <a:pt x="406503" y="827640"/>
                  </a:lnTo>
                  <a:lnTo>
                    <a:pt x="404039" y="827640"/>
                  </a:lnTo>
                  <a:lnTo>
                    <a:pt x="401576" y="827640"/>
                  </a:lnTo>
                  <a:lnTo>
                    <a:pt x="399112" y="827640"/>
                  </a:lnTo>
                  <a:lnTo>
                    <a:pt x="396648" y="827640"/>
                  </a:lnTo>
                  <a:lnTo>
                    <a:pt x="394185" y="827640"/>
                  </a:lnTo>
                  <a:lnTo>
                    <a:pt x="391721" y="827640"/>
                  </a:lnTo>
                  <a:lnTo>
                    <a:pt x="389257" y="827640"/>
                  </a:lnTo>
                  <a:lnTo>
                    <a:pt x="386794" y="827640"/>
                  </a:lnTo>
                  <a:lnTo>
                    <a:pt x="384330" y="827640"/>
                  </a:lnTo>
                  <a:lnTo>
                    <a:pt x="381866" y="827640"/>
                  </a:lnTo>
                  <a:lnTo>
                    <a:pt x="379403" y="827640"/>
                  </a:lnTo>
                  <a:lnTo>
                    <a:pt x="376939" y="827640"/>
                  </a:lnTo>
                  <a:lnTo>
                    <a:pt x="374475" y="827640"/>
                  </a:lnTo>
                  <a:lnTo>
                    <a:pt x="372012" y="827640"/>
                  </a:lnTo>
                  <a:lnTo>
                    <a:pt x="369548" y="827640"/>
                  </a:lnTo>
                  <a:lnTo>
                    <a:pt x="367084" y="827640"/>
                  </a:lnTo>
                  <a:lnTo>
                    <a:pt x="364621" y="827640"/>
                  </a:lnTo>
                  <a:lnTo>
                    <a:pt x="362157" y="827640"/>
                  </a:lnTo>
                  <a:lnTo>
                    <a:pt x="359694" y="827640"/>
                  </a:lnTo>
                  <a:lnTo>
                    <a:pt x="357230" y="827640"/>
                  </a:lnTo>
                  <a:lnTo>
                    <a:pt x="354766" y="827640"/>
                  </a:lnTo>
                  <a:lnTo>
                    <a:pt x="352303" y="827640"/>
                  </a:lnTo>
                  <a:lnTo>
                    <a:pt x="349839" y="827640"/>
                  </a:lnTo>
                  <a:lnTo>
                    <a:pt x="347375" y="827640"/>
                  </a:lnTo>
                  <a:lnTo>
                    <a:pt x="344912" y="827640"/>
                  </a:lnTo>
                  <a:lnTo>
                    <a:pt x="342448" y="827640"/>
                  </a:lnTo>
                  <a:lnTo>
                    <a:pt x="339984" y="827640"/>
                  </a:lnTo>
                  <a:lnTo>
                    <a:pt x="337521" y="827640"/>
                  </a:lnTo>
                  <a:lnTo>
                    <a:pt x="335057" y="827640"/>
                  </a:lnTo>
                  <a:lnTo>
                    <a:pt x="332593" y="827640"/>
                  </a:lnTo>
                  <a:lnTo>
                    <a:pt x="330130" y="827640"/>
                  </a:lnTo>
                  <a:lnTo>
                    <a:pt x="327666" y="827640"/>
                  </a:lnTo>
                  <a:lnTo>
                    <a:pt x="325202" y="827640"/>
                  </a:lnTo>
                  <a:lnTo>
                    <a:pt x="322739" y="827640"/>
                  </a:lnTo>
                  <a:lnTo>
                    <a:pt x="320275" y="827640"/>
                  </a:lnTo>
                  <a:lnTo>
                    <a:pt x="317811" y="827640"/>
                  </a:lnTo>
                  <a:lnTo>
                    <a:pt x="315348" y="827640"/>
                  </a:lnTo>
                  <a:lnTo>
                    <a:pt x="312884" y="827640"/>
                  </a:lnTo>
                  <a:lnTo>
                    <a:pt x="310420" y="827640"/>
                  </a:lnTo>
                  <a:lnTo>
                    <a:pt x="307957" y="827640"/>
                  </a:lnTo>
                  <a:lnTo>
                    <a:pt x="305493" y="827640"/>
                  </a:lnTo>
                  <a:lnTo>
                    <a:pt x="303029" y="827640"/>
                  </a:lnTo>
                  <a:lnTo>
                    <a:pt x="300566" y="827640"/>
                  </a:lnTo>
                  <a:lnTo>
                    <a:pt x="298102" y="827640"/>
                  </a:lnTo>
                  <a:lnTo>
                    <a:pt x="295638" y="827640"/>
                  </a:lnTo>
                  <a:lnTo>
                    <a:pt x="293175" y="827640"/>
                  </a:lnTo>
                  <a:lnTo>
                    <a:pt x="290711" y="827640"/>
                  </a:lnTo>
                  <a:lnTo>
                    <a:pt x="288247" y="827640"/>
                  </a:lnTo>
                  <a:lnTo>
                    <a:pt x="285784" y="827640"/>
                  </a:lnTo>
                  <a:lnTo>
                    <a:pt x="283320" y="827640"/>
                  </a:lnTo>
                  <a:lnTo>
                    <a:pt x="280856" y="827640"/>
                  </a:lnTo>
                  <a:lnTo>
                    <a:pt x="278393" y="827640"/>
                  </a:lnTo>
                  <a:lnTo>
                    <a:pt x="275929" y="827640"/>
                  </a:lnTo>
                  <a:lnTo>
                    <a:pt x="273465" y="827640"/>
                  </a:lnTo>
                  <a:lnTo>
                    <a:pt x="271002" y="827640"/>
                  </a:lnTo>
                  <a:lnTo>
                    <a:pt x="268538" y="827640"/>
                  </a:lnTo>
                  <a:lnTo>
                    <a:pt x="266075" y="827640"/>
                  </a:lnTo>
                  <a:lnTo>
                    <a:pt x="263611" y="827640"/>
                  </a:lnTo>
                  <a:lnTo>
                    <a:pt x="261147" y="827640"/>
                  </a:lnTo>
                  <a:lnTo>
                    <a:pt x="258684" y="827640"/>
                  </a:lnTo>
                  <a:lnTo>
                    <a:pt x="256220" y="827640"/>
                  </a:lnTo>
                  <a:lnTo>
                    <a:pt x="253756" y="827640"/>
                  </a:lnTo>
                  <a:lnTo>
                    <a:pt x="251293" y="827640"/>
                  </a:lnTo>
                  <a:lnTo>
                    <a:pt x="248829" y="827640"/>
                  </a:lnTo>
                  <a:lnTo>
                    <a:pt x="246365" y="827640"/>
                  </a:lnTo>
                  <a:lnTo>
                    <a:pt x="243902" y="827640"/>
                  </a:lnTo>
                  <a:lnTo>
                    <a:pt x="241438" y="827640"/>
                  </a:lnTo>
                  <a:lnTo>
                    <a:pt x="238974" y="827640"/>
                  </a:lnTo>
                  <a:lnTo>
                    <a:pt x="236511" y="827640"/>
                  </a:lnTo>
                  <a:lnTo>
                    <a:pt x="234047" y="827640"/>
                  </a:lnTo>
                  <a:lnTo>
                    <a:pt x="231583" y="827640"/>
                  </a:lnTo>
                  <a:lnTo>
                    <a:pt x="229120" y="827640"/>
                  </a:lnTo>
                  <a:lnTo>
                    <a:pt x="226656" y="827640"/>
                  </a:lnTo>
                  <a:lnTo>
                    <a:pt x="224192" y="827640"/>
                  </a:lnTo>
                  <a:lnTo>
                    <a:pt x="221729" y="827640"/>
                  </a:lnTo>
                  <a:lnTo>
                    <a:pt x="219265" y="827640"/>
                  </a:lnTo>
                  <a:lnTo>
                    <a:pt x="216801" y="827640"/>
                  </a:lnTo>
                  <a:lnTo>
                    <a:pt x="214338" y="827640"/>
                  </a:lnTo>
                  <a:lnTo>
                    <a:pt x="211874" y="827640"/>
                  </a:lnTo>
                  <a:lnTo>
                    <a:pt x="209410" y="827640"/>
                  </a:lnTo>
                  <a:lnTo>
                    <a:pt x="206947" y="827640"/>
                  </a:lnTo>
                  <a:lnTo>
                    <a:pt x="204483" y="827640"/>
                  </a:lnTo>
                  <a:lnTo>
                    <a:pt x="202019" y="827640"/>
                  </a:lnTo>
                  <a:lnTo>
                    <a:pt x="199556" y="827640"/>
                  </a:lnTo>
                  <a:lnTo>
                    <a:pt x="197092" y="827640"/>
                  </a:lnTo>
                  <a:lnTo>
                    <a:pt x="194628" y="827640"/>
                  </a:lnTo>
                  <a:lnTo>
                    <a:pt x="192165" y="827640"/>
                  </a:lnTo>
                  <a:lnTo>
                    <a:pt x="189701" y="827640"/>
                  </a:lnTo>
                  <a:lnTo>
                    <a:pt x="187237" y="827640"/>
                  </a:lnTo>
                  <a:lnTo>
                    <a:pt x="184774" y="827640"/>
                  </a:lnTo>
                  <a:lnTo>
                    <a:pt x="182310" y="827640"/>
                  </a:lnTo>
                  <a:lnTo>
                    <a:pt x="179847" y="827640"/>
                  </a:lnTo>
                  <a:lnTo>
                    <a:pt x="177383" y="827640"/>
                  </a:lnTo>
                  <a:lnTo>
                    <a:pt x="174919" y="827640"/>
                  </a:lnTo>
                  <a:lnTo>
                    <a:pt x="172456" y="827640"/>
                  </a:lnTo>
                  <a:lnTo>
                    <a:pt x="169992" y="827640"/>
                  </a:lnTo>
                  <a:lnTo>
                    <a:pt x="167528" y="827640"/>
                  </a:lnTo>
                  <a:lnTo>
                    <a:pt x="165065" y="827640"/>
                  </a:lnTo>
                  <a:lnTo>
                    <a:pt x="162601" y="827640"/>
                  </a:lnTo>
                  <a:lnTo>
                    <a:pt x="160137" y="827640"/>
                  </a:lnTo>
                  <a:lnTo>
                    <a:pt x="157674" y="827640"/>
                  </a:lnTo>
                  <a:lnTo>
                    <a:pt x="155210" y="827640"/>
                  </a:lnTo>
                  <a:lnTo>
                    <a:pt x="152746" y="827640"/>
                  </a:lnTo>
                  <a:lnTo>
                    <a:pt x="150283" y="827640"/>
                  </a:lnTo>
                  <a:lnTo>
                    <a:pt x="147819" y="827640"/>
                  </a:lnTo>
                  <a:lnTo>
                    <a:pt x="145355" y="827640"/>
                  </a:lnTo>
                  <a:lnTo>
                    <a:pt x="142892" y="827640"/>
                  </a:lnTo>
                  <a:lnTo>
                    <a:pt x="140428" y="827640"/>
                  </a:lnTo>
                  <a:lnTo>
                    <a:pt x="137964" y="827640"/>
                  </a:lnTo>
                  <a:lnTo>
                    <a:pt x="135501" y="827640"/>
                  </a:lnTo>
                  <a:lnTo>
                    <a:pt x="133037" y="827640"/>
                  </a:lnTo>
                  <a:lnTo>
                    <a:pt x="130573" y="827640"/>
                  </a:lnTo>
                  <a:lnTo>
                    <a:pt x="128110" y="827640"/>
                  </a:lnTo>
                  <a:lnTo>
                    <a:pt x="125646" y="827640"/>
                  </a:lnTo>
                  <a:lnTo>
                    <a:pt x="123182" y="827640"/>
                  </a:lnTo>
                  <a:lnTo>
                    <a:pt x="120719" y="827640"/>
                  </a:lnTo>
                  <a:lnTo>
                    <a:pt x="118255" y="827640"/>
                  </a:lnTo>
                  <a:lnTo>
                    <a:pt x="115791" y="827640"/>
                  </a:lnTo>
                  <a:lnTo>
                    <a:pt x="113328" y="827640"/>
                  </a:lnTo>
                  <a:lnTo>
                    <a:pt x="110864" y="827640"/>
                  </a:lnTo>
                  <a:lnTo>
                    <a:pt x="108400" y="827640"/>
                  </a:lnTo>
                  <a:lnTo>
                    <a:pt x="105937" y="827640"/>
                  </a:lnTo>
                  <a:lnTo>
                    <a:pt x="103473" y="827640"/>
                  </a:lnTo>
                  <a:lnTo>
                    <a:pt x="101009" y="827640"/>
                  </a:lnTo>
                  <a:lnTo>
                    <a:pt x="98546" y="827640"/>
                  </a:lnTo>
                  <a:lnTo>
                    <a:pt x="96082" y="827640"/>
                  </a:lnTo>
                  <a:lnTo>
                    <a:pt x="93618" y="827640"/>
                  </a:lnTo>
                  <a:lnTo>
                    <a:pt x="91155" y="827640"/>
                  </a:lnTo>
                  <a:lnTo>
                    <a:pt x="88691" y="827640"/>
                  </a:lnTo>
                  <a:lnTo>
                    <a:pt x="86228" y="827640"/>
                  </a:lnTo>
                  <a:lnTo>
                    <a:pt x="83764" y="827640"/>
                  </a:lnTo>
                  <a:lnTo>
                    <a:pt x="81300" y="827640"/>
                  </a:lnTo>
                  <a:lnTo>
                    <a:pt x="78837" y="827640"/>
                  </a:lnTo>
                  <a:lnTo>
                    <a:pt x="76373" y="827640"/>
                  </a:lnTo>
                  <a:lnTo>
                    <a:pt x="73909" y="827640"/>
                  </a:lnTo>
                  <a:lnTo>
                    <a:pt x="71446" y="827640"/>
                  </a:lnTo>
                  <a:lnTo>
                    <a:pt x="68982" y="827640"/>
                  </a:lnTo>
                  <a:lnTo>
                    <a:pt x="66518" y="827640"/>
                  </a:lnTo>
                  <a:lnTo>
                    <a:pt x="64055" y="827640"/>
                  </a:lnTo>
                  <a:lnTo>
                    <a:pt x="61591" y="827640"/>
                  </a:lnTo>
                  <a:lnTo>
                    <a:pt x="59127" y="827640"/>
                  </a:lnTo>
                  <a:lnTo>
                    <a:pt x="56664" y="827640"/>
                  </a:lnTo>
                  <a:lnTo>
                    <a:pt x="54200" y="827640"/>
                  </a:lnTo>
                  <a:lnTo>
                    <a:pt x="51736" y="827640"/>
                  </a:lnTo>
                  <a:lnTo>
                    <a:pt x="49273" y="827640"/>
                  </a:lnTo>
                  <a:lnTo>
                    <a:pt x="46809" y="827640"/>
                  </a:lnTo>
                  <a:lnTo>
                    <a:pt x="44345" y="827640"/>
                  </a:lnTo>
                  <a:lnTo>
                    <a:pt x="41882" y="827640"/>
                  </a:lnTo>
                  <a:lnTo>
                    <a:pt x="39418" y="827640"/>
                  </a:lnTo>
                  <a:lnTo>
                    <a:pt x="36954" y="827640"/>
                  </a:lnTo>
                  <a:lnTo>
                    <a:pt x="34491" y="827640"/>
                  </a:lnTo>
                  <a:lnTo>
                    <a:pt x="32027" y="827640"/>
                  </a:lnTo>
                  <a:lnTo>
                    <a:pt x="29563" y="827640"/>
                  </a:lnTo>
                  <a:lnTo>
                    <a:pt x="27100" y="827640"/>
                  </a:lnTo>
                  <a:lnTo>
                    <a:pt x="24636" y="827640"/>
                  </a:lnTo>
                  <a:lnTo>
                    <a:pt x="22172" y="827640"/>
                  </a:lnTo>
                  <a:lnTo>
                    <a:pt x="19709" y="827640"/>
                  </a:lnTo>
                  <a:lnTo>
                    <a:pt x="17245" y="827640"/>
                  </a:lnTo>
                  <a:lnTo>
                    <a:pt x="14781" y="827640"/>
                  </a:lnTo>
                  <a:lnTo>
                    <a:pt x="12318" y="827640"/>
                  </a:lnTo>
                  <a:lnTo>
                    <a:pt x="9854" y="827640"/>
                  </a:lnTo>
                  <a:lnTo>
                    <a:pt x="7390" y="827640"/>
                  </a:lnTo>
                  <a:lnTo>
                    <a:pt x="4927" y="827640"/>
                  </a:lnTo>
                  <a:lnTo>
                    <a:pt x="2463" y="82764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433616" y="1298147"/>
              <a:ext cx="1258929" cy="827640"/>
            </a:xfrm>
            <a:custGeom>
              <a:avLst/>
              <a:pathLst>
                <a:path w="1258929" h="827640">
                  <a:moveTo>
                    <a:pt x="0" y="827640"/>
                  </a:moveTo>
                  <a:lnTo>
                    <a:pt x="2463" y="827640"/>
                  </a:lnTo>
                  <a:lnTo>
                    <a:pt x="4927" y="827640"/>
                  </a:lnTo>
                  <a:lnTo>
                    <a:pt x="7390" y="827640"/>
                  </a:lnTo>
                  <a:lnTo>
                    <a:pt x="9854" y="827640"/>
                  </a:lnTo>
                  <a:lnTo>
                    <a:pt x="12318" y="827640"/>
                  </a:lnTo>
                  <a:lnTo>
                    <a:pt x="14781" y="827640"/>
                  </a:lnTo>
                  <a:lnTo>
                    <a:pt x="17245" y="827640"/>
                  </a:lnTo>
                  <a:lnTo>
                    <a:pt x="19709" y="827640"/>
                  </a:lnTo>
                  <a:lnTo>
                    <a:pt x="22172" y="827640"/>
                  </a:lnTo>
                  <a:lnTo>
                    <a:pt x="24636" y="827640"/>
                  </a:lnTo>
                  <a:lnTo>
                    <a:pt x="27100" y="827640"/>
                  </a:lnTo>
                  <a:lnTo>
                    <a:pt x="29563" y="827640"/>
                  </a:lnTo>
                  <a:lnTo>
                    <a:pt x="32027" y="827640"/>
                  </a:lnTo>
                  <a:lnTo>
                    <a:pt x="34491" y="827640"/>
                  </a:lnTo>
                  <a:lnTo>
                    <a:pt x="36954" y="827640"/>
                  </a:lnTo>
                  <a:lnTo>
                    <a:pt x="39418" y="827640"/>
                  </a:lnTo>
                  <a:lnTo>
                    <a:pt x="41882" y="827640"/>
                  </a:lnTo>
                  <a:lnTo>
                    <a:pt x="44345" y="827640"/>
                  </a:lnTo>
                  <a:lnTo>
                    <a:pt x="46809" y="827640"/>
                  </a:lnTo>
                  <a:lnTo>
                    <a:pt x="49273" y="827640"/>
                  </a:lnTo>
                  <a:lnTo>
                    <a:pt x="51736" y="827640"/>
                  </a:lnTo>
                  <a:lnTo>
                    <a:pt x="54200" y="827640"/>
                  </a:lnTo>
                  <a:lnTo>
                    <a:pt x="56664" y="827640"/>
                  </a:lnTo>
                  <a:lnTo>
                    <a:pt x="59127" y="827639"/>
                  </a:lnTo>
                  <a:lnTo>
                    <a:pt x="61591" y="827639"/>
                  </a:lnTo>
                  <a:lnTo>
                    <a:pt x="64055" y="827639"/>
                  </a:lnTo>
                  <a:lnTo>
                    <a:pt x="66518" y="827638"/>
                  </a:lnTo>
                  <a:lnTo>
                    <a:pt x="68982" y="827637"/>
                  </a:lnTo>
                  <a:lnTo>
                    <a:pt x="71446" y="827635"/>
                  </a:lnTo>
                  <a:lnTo>
                    <a:pt x="73909" y="827632"/>
                  </a:lnTo>
                  <a:lnTo>
                    <a:pt x="76373" y="827627"/>
                  </a:lnTo>
                  <a:lnTo>
                    <a:pt x="78837" y="827621"/>
                  </a:lnTo>
                  <a:lnTo>
                    <a:pt x="81300" y="827611"/>
                  </a:lnTo>
                  <a:lnTo>
                    <a:pt x="83764" y="827598"/>
                  </a:lnTo>
                  <a:lnTo>
                    <a:pt x="86228" y="827578"/>
                  </a:lnTo>
                  <a:lnTo>
                    <a:pt x="88691" y="827551"/>
                  </a:lnTo>
                  <a:lnTo>
                    <a:pt x="91155" y="827513"/>
                  </a:lnTo>
                  <a:lnTo>
                    <a:pt x="93618" y="827463"/>
                  </a:lnTo>
                  <a:lnTo>
                    <a:pt x="96082" y="827395"/>
                  </a:lnTo>
                  <a:lnTo>
                    <a:pt x="98546" y="827307"/>
                  </a:lnTo>
                  <a:lnTo>
                    <a:pt x="101009" y="827193"/>
                  </a:lnTo>
                  <a:lnTo>
                    <a:pt x="103473" y="827042"/>
                  </a:lnTo>
                  <a:lnTo>
                    <a:pt x="105937" y="826850"/>
                  </a:lnTo>
                  <a:lnTo>
                    <a:pt x="108400" y="826612"/>
                  </a:lnTo>
                  <a:lnTo>
                    <a:pt x="110864" y="826320"/>
                  </a:lnTo>
                  <a:lnTo>
                    <a:pt x="113328" y="825968"/>
                  </a:lnTo>
                  <a:lnTo>
                    <a:pt x="115791" y="825547"/>
                  </a:lnTo>
                  <a:lnTo>
                    <a:pt x="118255" y="825054"/>
                  </a:lnTo>
                  <a:lnTo>
                    <a:pt x="120719" y="824483"/>
                  </a:lnTo>
                  <a:lnTo>
                    <a:pt x="123182" y="823825"/>
                  </a:lnTo>
                  <a:lnTo>
                    <a:pt x="125646" y="823078"/>
                  </a:lnTo>
                  <a:lnTo>
                    <a:pt x="128110" y="822251"/>
                  </a:lnTo>
                  <a:lnTo>
                    <a:pt x="130573" y="821348"/>
                  </a:lnTo>
                  <a:lnTo>
                    <a:pt x="133037" y="820378"/>
                  </a:lnTo>
                  <a:lnTo>
                    <a:pt x="135501" y="819347"/>
                  </a:lnTo>
                  <a:lnTo>
                    <a:pt x="137964" y="818268"/>
                  </a:lnTo>
                  <a:lnTo>
                    <a:pt x="140428" y="817151"/>
                  </a:lnTo>
                  <a:lnTo>
                    <a:pt x="142892" y="816009"/>
                  </a:lnTo>
                  <a:lnTo>
                    <a:pt x="145355" y="814851"/>
                  </a:lnTo>
                  <a:lnTo>
                    <a:pt x="147819" y="813690"/>
                  </a:lnTo>
                  <a:lnTo>
                    <a:pt x="150283" y="812528"/>
                  </a:lnTo>
                  <a:lnTo>
                    <a:pt x="152746" y="811365"/>
                  </a:lnTo>
                  <a:lnTo>
                    <a:pt x="155210" y="810194"/>
                  </a:lnTo>
                  <a:lnTo>
                    <a:pt x="157674" y="809003"/>
                  </a:lnTo>
                  <a:lnTo>
                    <a:pt x="160137" y="807773"/>
                  </a:lnTo>
                  <a:lnTo>
                    <a:pt x="162601" y="806480"/>
                  </a:lnTo>
                  <a:lnTo>
                    <a:pt x="165065" y="805089"/>
                  </a:lnTo>
                  <a:lnTo>
                    <a:pt x="167528" y="803552"/>
                  </a:lnTo>
                  <a:lnTo>
                    <a:pt x="169992" y="801841"/>
                  </a:lnTo>
                  <a:lnTo>
                    <a:pt x="172456" y="799922"/>
                  </a:lnTo>
                  <a:lnTo>
                    <a:pt x="174919" y="797763"/>
                  </a:lnTo>
                  <a:lnTo>
                    <a:pt x="177383" y="795337"/>
                  </a:lnTo>
                  <a:lnTo>
                    <a:pt x="179847" y="792624"/>
                  </a:lnTo>
                  <a:lnTo>
                    <a:pt x="182310" y="789610"/>
                  </a:lnTo>
                  <a:lnTo>
                    <a:pt x="184774" y="786294"/>
                  </a:lnTo>
                  <a:lnTo>
                    <a:pt x="187237" y="782654"/>
                  </a:lnTo>
                  <a:lnTo>
                    <a:pt x="189701" y="778737"/>
                  </a:lnTo>
                  <a:lnTo>
                    <a:pt x="192165" y="774593"/>
                  </a:lnTo>
                  <a:lnTo>
                    <a:pt x="194628" y="770267"/>
                  </a:lnTo>
                  <a:lnTo>
                    <a:pt x="197092" y="765815"/>
                  </a:lnTo>
                  <a:lnTo>
                    <a:pt x="199556" y="761298"/>
                  </a:lnTo>
                  <a:lnTo>
                    <a:pt x="202019" y="756784"/>
                  </a:lnTo>
                  <a:lnTo>
                    <a:pt x="204483" y="752344"/>
                  </a:lnTo>
                  <a:lnTo>
                    <a:pt x="206947" y="748053"/>
                  </a:lnTo>
                  <a:lnTo>
                    <a:pt x="209410" y="744024"/>
                  </a:lnTo>
                  <a:lnTo>
                    <a:pt x="211874" y="740301"/>
                  </a:lnTo>
                  <a:lnTo>
                    <a:pt x="214338" y="736943"/>
                  </a:lnTo>
                  <a:lnTo>
                    <a:pt x="216801" y="734001"/>
                  </a:lnTo>
                  <a:lnTo>
                    <a:pt x="219265" y="731514"/>
                  </a:lnTo>
                  <a:lnTo>
                    <a:pt x="221729" y="729514"/>
                  </a:lnTo>
                  <a:lnTo>
                    <a:pt x="224192" y="728017"/>
                  </a:lnTo>
                  <a:lnTo>
                    <a:pt x="226656" y="727029"/>
                  </a:lnTo>
                  <a:lnTo>
                    <a:pt x="229120" y="726580"/>
                  </a:lnTo>
                  <a:lnTo>
                    <a:pt x="231583" y="726634"/>
                  </a:lnTo>
                  <a:lnTo>
                    <a:pt x="234047" y="727112"/>
                  </a:lnTo>
                  <a:lnTo>
                    <a:pt x="236511" y="727964"/>
                  </a:lnTo>
                  <a:lnTo>
                    <a:pt x="238974" y="729126"/>
                  </a:lnTo>
                  <a:lnTo>
                    <a:pt x="241438" y="730530"/>
                  </a:lnTo>
                  <a:lnTo>
                    <a:pt x="243902" y="732098"/>
                  </a:lnTo>
                  <a:lnTo>
                    <a:pt x="246365" y="733752"/>
                  </a:lnTo>
                  <a:lnTo>
                    <a:pt x="248829" y="735409"/>
                  </a:lnTo>
                  <a:lnTo>
                    <a:pt x="251293" y="736962"/>
                  </a:lnTo>
                  <a:lnTo>
                    <a:pt x="253756" y="738334"/>
                  </a:lnTo>
                  <a:lnTo>
                    <a:pt x="256220" y="739457"/>
                  </a:lnTo>
                  <a:lnTo>
                    <a:pt x="258684" y="740272"/>
                  </a:lnTo>
                  <a:lnTo>
                    <a:pt x="261147" y="740730"/>
                  </a:lnTo>
                  <a:lnTo>
                    <a:pt x="263611" y="740791"/>
                  </a:lnTo>
                  <a:lnTo>
                    <a:pt x="266075" y="740427"/>
                  </a:lnTo>
                  <a:lnTo>
                    <a:pt x="268538" y="739621"/>
                  </a:lnTo>
                  <a:lnTo>
                    <a:pt x="271002" y="738343"/>
                  </a:lnTo>
                  <a:lnTo>
                    <a:pt x="273465" y="736586"/>
                  </a:lnTo>
                  <a:lnTo>
                    <a:pt x="275929" y="734409"/>
                  </a:lnTo>
                  <a:lnTo>
                    <a:pt x="278393" y="731838"/>
                  </a:lnTo>
                  <a:lnTo>
                    <a:pt x="280856" y="728903"/>
                  </a:lnTo>
                  <a:lnTo>
                    <a:pt x="283320" y="725633"/>
                  </a:lnTo>
                  <a:lnTo>
                    <a:pt x="285784" y="722062"/>
                  </a:lnTo>
                  <a:lnTo>
                    <a:pt x="288247" y="718218"/>
                  </a:lnTo>
                  <a:lnTo>
                    <a:pt x="290711" y="714128"/>
                  </a:lnTo>
                  <a:lnTo>
                    <a:pt x="293175" y="709786"/>
                  </a:lnTo>
                  <a:lnTo>
                    <a:pt x="295638" y="705227"/>
                  </a:lnTo>
                  <a:lnTo>
                    <a:pt x="298102" y="700459"/>
                  </a:lnTo>
                  <a:lnTo>
                    <a:pt x="300566" y="695475"/>
                  </a:lnTo>
                  <a:lnTo>
                    <a:pt x="303029" y="690263"/>
                  </a:lnTo>
                  <a:lnTo>
                    <a:pt x="305493" y="684803"/>
                  </a:lnTo>
                  <a:lnTo>
                    <a:pt x="307957" y="679073"/>
                  </a:lnTo>
                  <a:lnTo>
                    <a:pt x="310420" y="673048"/>
                  </a:lnTo>
                  <a:lnTo>
                    <a:pt x="312884" y="666692"/>
                  </a:lnTo>
                  <a:lnTo>
                    <a:pt x="315348" y="659947"/>
                  </a:lnTo>
                  <a:lnTo>
                    <a:pt x="317811" y="652834"/>
                  </a:lnTo>
                  <a:lnTo>
                    <a:pt x="320275" y="645338"/>
                  </a:lnTo>
                  <a:lnTo>
                    <a:pt x="322739" y="637449"/>
                  </a:lnTo>
                  <a:lnTo>
                    <a:pt x="325202" y="629155"/>
                  </a:lnTo>
                  <a:lnTo>
                    <a:pt x="327666" y="620444"/>
                  </a:lnTo>
                  <a:lnTo>
                    <a:pt x="330130" y="611300"/>
                  </a:lnTo>
                  <a:lnTo>
                    <a:pt x="332593" y="601696"/>
                  </a:lnTo>
                  <a:lnTo>
                    <a:pt x="335057" y="591535"/>
                  </a:lnTo>
                  <a:lnTo>
                    <a:pt x="337521" y="580759"/>
                  </a:lnTo>
                  <a:lnTo>
                    <a:pt x="339984" y="569301"/>
                  </a:lnTo>
                  <a:lnTo>
                    <a:pt x="342448" y="557044"/>
                  </a:lnTo>
                  <a:lnTo>
                    <a:pt x="344912" y="543849"/>
                  </a:lnTo>
                  <a:lnTo>
                    <a:pt x="347375" y="529556"/>
                  </a:lnTo>
                  <a:lnTo>
                    <a:pt x="349839" y="513992"/>
                  </a:lnTo>
                  <a:lnTo>
                    <a:pt x="352303" y="496975"/>
                  </a:lnTo>
                  <a:lnTo>
                    <a:pt x="354766" y="478314"/>
                  </a:lnTo>
                  <a:lnTo>
                    <a:pt x="357230" y="457570"/>
                  </a:lnTo>
                  <a:lnTo>
                    <a:pt x="359694" y="434864"/>
                  </a:lnTo>
                  <a:lnTo>
                    <a:pt x="362157" y="410132"/>
                  </a:lnTo>
                  <a:lnTo>
                    <a:pt x="364621" y="383375"/>
                  </a:lnTo>
                  <a:lnTo>
                    <a:pt x="367084" y="354667"/>
                  </a:lnTo>
                  <a:lnTo>
                    <a:pt x="369548" y="324168"/>
                  </a:lnTo>
                  <a:lnTo>
                    <a:pt x="372012" y="292124"/>
                  </a:lnTo>
                  <a:lnTo>
                    <a:pt x="374475" y="258878"/>
                  </a:lnTo>
                  <a:lnTo>
                    <a:pt x="376939" y="224859"/>
                  </a:lnTo>
                  <a:lnTo>
                    <a:pt x="379403" y="190764"/>
                  </a:lnTo>
                  <a:lnTo>
                    <a:pt x="381866" y="157302"/>
                  </a:lnTo>
                  <a:lnTo>
                    <a:pt x="384330" y="125176"/>
                  </a:lnTo>
                  <a:lnTo>
                    <a:pt x="386794" y="95126"/>
                  </a:lnTo>
                  <a:lnTo>
                    <a:pt x="389257" y="67902"/>
                  </a:lnTo>
                  <a:lnTo>
                    <a:pt x="391721" y="44241"/>
                  </a:lnTo>
                  <a:lnTo>
                    <a:pt x="394185" y="24847"/>
                  </a:lnTo>
                  <a:lnTo>
                    <a:pt x="396648" y="10359"/>
                  </a:lnTo>
                  <a:lnTo>
                    <a:pt x="399112" y="2139"/>
                  </a:lnTo>
                  <a:lnTo>
                    <a:pt x="401576" y="0"/>
                  </a:lnTo>
                  <a:lnTo>
                    <a:pt x="404039" y="4063"/>
                  </a:lnTo>
                  <a:lnTo>
                    <a:pt x="406503" y="14394"/>
                  </a:lnTo>
                  <a:lnTo>
                    <a:pt x="408967" y="30901"/>
                  </a:lnTo>
                  <a:lnTo>
                    <a:pt x="411430" y="53344"/>
                  </a:lnTo>
                  <a:lnTo>
                    <a:pt x="413894" y="81332"/>
                  </a:lnTo>
                  <a:lnTo>
                    <a:pt x="416358" y="114347"/>
                  </a:lnTo>
                  <a:lnTo>
                    <a:pt x="418821" y="151912"/>
                  </a:lnTo>
                  <a:lnTo>
                    <a:pt x="421285" y="193305"/>
                  </a:lnTo>
                  <a:lnTo>
                    <a:pt x="423749" y="237248"/>
                  </a:lnTo>
                  <a:lnTo>
                    <a:pt x="426212" y="282902"/>
                  </a:lnTo>
                  <a:lnTo>
                    <a:pt x="428676" y="329439"/>
                  </a:lnTo>
                  <a:lnTo>
                    <a:pt x="431140" y="376064"/>
                  </a:lnTo>
                  <a:lnTo>
                    <a:pt x="433603" y="422037"/>
                  </a:lnTo>
                  <a:lnTo>
                    <a:pt x="436067" y="466691"/>
                  </a:lnTo>
                  <a:lnTo>
                    <a:pt x="438531" y="509445"/>
                  </a:lnTo>
                  <a:lnTo>
                    <a:pt x="440994" y="549504"/>
                  </a:lnTo>
                  <a:lnTo>
                    <a:pt x="443458" y="586615"/>
                  </a:lnTo>
                  <a:lnTo>
                    <a:pt x="445922" y="620669"/>
                  </a:lnTo>
                  <a:lnTo>
                    <a:pt x="448385" y="651549"/>
                  </a:lnTo>
                  <a:lnTo>
                    <a:pt x="450849" y="679225"/>
                  </a:lnTo>
                  <a:lnTo>
                    <a:pt x="453312" y="703744"/>
                  </a:lnTo>
                  <a:lnTo>
                    <a:pt x="455776" y="725214"/>
                  </a:lnTo>
                  <a:lnTo>
                    <a:pt x="458240" y="743797"/>
                  </a:lnTo>
                  <a:lnTo>
                    <a:pt x="460703" y="759641"/>
                  </a:lnTo>
                  <a:lnTo>
                    <a:pt x="463167" y="772768"/>
                  </a:lnTo>
                  <a:lnTo>
                    <a:pt x="465631" y="783774"/>
                  </a:lnTo>
                  <a:lnTo>
                    <a:pt x="468094" y="792906"/>
                  </a:lnTo>
                  <a:lnTo>
                    <a:pt x="470558" y="800404"/>
                  </a:lnTo>
                  <a:lnTo>
                    <a:pt x="473022" y="806494"/>
                  </a:lnTo>
                  <a:lnTo>
                    <a:pt x="475485" y="811388"/>
                  </a:lnTo>
                  <a:lnTo>
                    <a:pt x="477949" y="815276"/>
                  </a:lnTo>
                  <a:lnTo>
                    <a:pt x="480413" y="818333"/>
                  </a:lnTo>
                  <a:lnTo>
                    <a:pt x="482876" y="820662"/>
                  </a:lnTo>
                  <a:lnTo>
                    <a:pt x="485340" y="822436"/>
                  </a:lnTo>
                  <a:lnTo>
                    <a:pt x="487804" y="823798"/>
                  </a:lnTo>
                  <a:lnTo>
                    <a:pt x="490267" y="824833"/>
                  </a:lnTo>
                  <a:lnTo>
                    <a:pt x="492731" y="825612"/>
                  </a:lnTo>
                  <a:lnTo>
                    <a:pt x="495195" y="826190"/>
                  </a:lnTo>
                  <a:lnTo>
                    <a:pt x="497658" y="826615"/>
                  </a:lnTo>
                  <a:lnTo>
                    <a:pt x="500122" y="826924"/>
                  </a:lnTo>
                  <a:lnTo>
                    <a:pt x="502586" y="827145"/>
                  </a:lnTo>
                  <a:lnTo>
                    <a:pt x="505049" y="827296"/>
                  </a:lnTo>
                  <a:lnTo>
                    <a:pt x="507513" y="827403"/>
                  </a:lnTo>
                  <a:lnTo>
                    <a:pt x="509977" y="827479"/>
                  </a:lnTo>
                  <a:lnTo>
                    <a:pt x="512440" y="827532"/>
                  </a:lnTo>
                  <a:lnTo>
                    <a:pt x="514904" y="827569"/>
                  </a:lnTo>
                  <a:lnTo>
                    <a:pt x="517368" y="827593"/>
                  </a:lnTo>
                  <a:lnTo>
                    <a:pt x="519831" y="827610"/>
                  </a:lnTo>
                  <a:lnTo>
                    <a:pt x="522295" y="827621"/>
                  </a:lnTo>
                  <a:lnTo>
                    <a:pt x="524759" y="827628"/>
                  </a:lnTo>
                  <a:lnTo>
                    <a:pt x="527222" y="827632"/>
                  </a:lnTo>
                  <a:lnTo>
                    <a:pt x="529686" y="827635"/>
                  </a:lnTo>
                  <a:lnTo>
                    <a:pt x="532150" y="827637"/>
                  </a:lnTo>
                  <a:lnTo>
                    <a:pt x="534613" y="827638"/>
                  </a:lnTo>
                  <a:lnTo>
                    <a:pt x="537077" y="827639"/>
                  </a:lnTo>
                  <a:lnTo>
                    <a:pt x="539541" y="827639"/>
                  </a:lnTo>
                  <a:lnTo>
                    <a:pt x="542004" y="827640"/>
                  </a:lnTo>
                  <a:lnTo>
                    <a:pt x="544468" y="827640"/>
                  </a:lnTo>
                  <a:lnTo>
                    <a:pt x="546931" y="827640"/>
                  </a:lnTo>
                  <a:lnTo>
                    <a:pt x="549395" y="827640"/>
                  </a:lnTo>
                  <a:lnTo>
                    <a:pt x="551859" y="827640"/>
                  </a:lnTo>
                  <a:lnTo>
                    <a:pt x="554322" y="827640"/>
                  </a:lnTo>
                  <a:lnTo>
                    <a:pt x="556786" y="827640"/>
                  </a:lnTo>
                  <a:lnTo>
                    <a:pt x="559250" y="827640"/>
                  </a:lnTo>
                  <a:lnTo>
                    <a:pt x="561713" y="827640"/>
                  </a:lnTo>
                  <a:lnTo>
                    <a:pt x="564177" y="827640"/>
                  </a:lnTo>
                  <a:lnTo>
                    <a:pt x="566641" y="827640"/>
                  </a:lnTo>
                  <a:lnTo>
                    <a:pt x="569104" y="827640"/>
                  </a:lnTo>
                  <a:lnTo>
                    <a:pt x="571568" y="827640"/>
                  </a:lnTo>
                  <a:lnTo>
                    <a:pt x="574032" y="827640"/>
                  </a:lnTo>
                  <a:lnTo>
                    <a:pt x="576495" y="827640"/>
                  </a:lnTo>
                  <a:lnTo>
                    <a:pt x="578959" y="827640"/>
                  </a:lnTo>
                  <a:lnTo>
                    <a:pt x="581423" y="827640"/>
                  </a:lnTo>
                  <a:lnTo>
                    <a:pt x="583886" y="827640"/>
                  </a:lnTo>
                  <a:lnTo>
                    <a:pt x="586350" y="827640"/>
                  </a:lnTo>
                  <a:lnTo>
                    <a:pt x="588814" y="827640"/>
                  </a:lnTo>
                  <a:lnTo>
                    <a:pt x="591277" y="827640"/>
                  </a:lnTo>
                  <a:lnTo>
                    <a:pt x="593741" y="827640"/>
                  </a:lnTo>
                  <a:lnTo>
                    <a:pt x="596205" y="827640"/>
                  </a:lnTo>
                  <a:lnTo>
                    <a:pt x="598668" y="827640"/>
                  </a:lnTo>
                  <a:lnTo>
                    <a:pt x="601132" y="827640"/>
                  </a:lnTo>
                  <a:lnTo>
                    <a:pt x="603596" y="827640"/>
                  </a:lnTo>
                  <a:lnTo>
                    <a:pt x="606059" y="827640"/>
                  </a:lnTo>
                  <a:lnTo>
                    <a:pt x="608523" y="827640"/>
                  </a:lnTo>
                  <a:lnTo>
                    <a:pt x="610987" y="827640"/>
                  </a:lnTo>
                  <a:lnTo>
                    <a:pt x="613450" y="827640"/>
                  </a:lnTo>
                  <a:lnTo>
                    <a:pt x="615914" y="827640"/>
                  </a:lnTo>
                  <a:lnTo>
                    <a:pt x="618378" y="827640"/>
                  </a:lnTo>
                  <a:lnTo>
                    <a:pt x="620841" y="827640"/>
                  </a:lnTo>
                  <a:lnTo>
                    <a:pt x="623305" y="827640"/>
                  </a:lnTo>
                  <a:lnTo>
                    <a:pt x="625769" y="827640"/>
                  </a:lnTo>
                  <a:lnTo>
                    <a:pt x="628232" y="827640"/>
                  </a:lnTo>
                  <a:lnTo>
                    <a:pt x="630696" y="827640"/>
                  </a:lnTo>
                  <a:lnTo>
                    <a:pt x="633159" y="827640"/>
                  </a:lnTo>
                  <a:lnTo>
                    <a:pt x="635623" y="827640"/>
                  </a:lnTo>
                  <a:lnTo>
                    <a:pt x="638087" y="827640"/>
                  </a:lnTo>
                  <a:lnTo>
                    <a:pt x="640550" y="827640"/>
                  </a:lnTo>
                  <a:lnTo>
                    <a:pt x="643014" y="827640"/>
                  </a:lnTo>
                  <a:lnTo>
                    <a:pt x="645478" y="827640"/>
                  </a:lnTo>
                  <a:lnTo>
                    <a:pt x="647941" y="827640"/>
                  </a:lnTo>
                  <a:lnTo>
                    <a:pt x="650405" y="827640"/>
                  </a:lnTo>
                  <a:lnTo>
                    <a:pt x="652869" y="827640"/>
                  </a:lnTo>
                  <a:lnTo>
                    <a:pt x="655332" y="827640"/>
                  </a:lnTo>
                  <a:lnTo>
                    <a:pt x="657796" y="827640"/>
                  </a:lnTo>
                  <a:lnTo>
                    <a:pt x="660260" y="827640"/>
                  </a:lnTo>
                  <a:lnTo>
                    <a:pt x="662723" y="827640"/>
                  </a:lnTo>
                  <a:lnTo>
                    <a:pt x="665187" y="827640"/>
                  </a:lnTo>
                  <a:lnTo>
                    <a:pt x="667651" y="827640"/>
                  </a:lnTo>
                  <a:lnTo>
                    <a:pt x="670114" y="827640"/>
                  </a:lnTo>
                  <a:lnTo>
                    <a:pt x="672578" y="827640"/>
                  </a:lnTo>
                  <a:lnTo>
                    <a:pt x="675042" y="827640"/>
                  </a:lnTo>
                  <a:lnTo>
                    <a:pt x="677505" y="827640"/>
                  </a:lnTo>
                  <a:lnTo>
                    <a:pt x="679969" y="827640"/>
                  </a:lnTo>
                  <a:lnTo>
                    <a:pt x="682433" y="827640"/>
                  </a:lnTo>
                  <a:lnTo>
                    <a:pt x="684896" y="827640"/>
                  </a:lnTo>
                  <a:lnTo>
                    <a:pt x="687360" y="827640"/>
                  </a:lnTo>
                  <a:lnTo>
                    <a:pt x="689824" y="827640"/>
                  </a:lnTo>
                  <a:lnTo>
                    <a:pt x="692287" y="827640"/>
                  </a:lnTo>
                  <a:lnTo>
                    <a:pt x="694751" y="827640"/>
                  </a:lnTo>
                  <a:lnTo>
                    <a:pt x="697215" y="827640"/>
                  </a:lnTo>
                  <a:lnTo>
                    <a:pt x="699678" y="827640"/>
                  </a:lnTo>
                  <a:lnTo>
                    <a:pt x="702142" y="827640"/>
                  </a:lnTo>
                  <a:lnTo>
                    <a:pt x="704606" y="827640"/>
                  </a:lnTo>
                  <a:lnTo>
                    <a:pt x="707069" y="827640"/>
                  </a:lnTo>
                  <a:lnTo>
                    <a:pt x="709533" y="827640"/>
                  </a:lnTo>
                  <a:lnTo>
                    <a:pt x="711997" y="827640"/>
                  </a:lnTo>
                  <a:lnTo>
                    <a:pt x="714460" y="827640"/>
                  </a:lnTo>
                  <a:lnTo>
                    <a:pt x="716924" y="827640"/>
                  </a:lnTo>
                  <a:lnTo>
                    <a:pt x="719388" y="827640"/>
                  </a:lnTo>
                  <a:lnTo>
                    <a:pt x="721851" y="827640"/>
                  </a:lnTo>
                  <a:lnTo>
                    <a:pt x="724315" y="827640"/>
                  </a:lnTo>
                  <a:lnTo>
                    <a:pt x="726778" y="827640"/>
                  </a:lnTo>
                  <a:lnTo>
                    <a:pt x="729242" y="827640"/>
                  </a:lnTo>
                  <a:lnTo>
                    <a:pt x="731706" y="827640"/>
                  </a:lnTo>
                  <a:lnTo>
                    <a:pt x="734169" y="827640"/>
                  </a:lnTo>
                  <a:lnTo>
                    <a:pt x="736633" y="827640"/>
                  </a:lnTo>
                  <a:lnTo>
                    <a:pt x="739097" y="827640"/>
                  </a:lnTo>
                  <a:lnTo>
                    <a:pt x="741560" y="827639"/>
                  </a:lnTo>
                  <a:lnTo>
                    <a:pt x="744024" y="827639"/>
                  </a:lnTo>
                  <a:lnTo>
                    <a:pt x="746488" y="827639"/>
                  </a:lnTo>
                  <a:lnTo>
                    <a:pt x="748951" y="827638"/>
                  </a:lnTo>
                  <a:lnTo>
                    <a:pt x="751415" y="827637"/>
                  </a:lnTo>
                  <a:lnTo>
                    <a:pt x="753879" y="827636"/>
                  </a:lnTo>
                  <a:lnTo>
                    <a:pt x="756342" y="827634"/>
                  </a:lnTo>
                  <a:lnTo>
                    <a:pt x="758806" y="827631"/>
                  </a:lnTo>
                  <a:lnTo>
                    <a:pt x="761270" y="827627"/>
                  </a:lnTo>
                  <a:lnTo>
                    <a:pt x="763733" y="827621"/>
                  </a:lnTo>
                  <a:lnTo>
                    <a:pt x="766197" y="827613"/>
                  </a:lnTo>
                  <a:lnTo>
                    <a:pt x="768661" y="827603"/>
                  </a:lnTo>
                  <a:lnTo>
                    <a:pt x="771124" y="827589"/>
                  </a:lnTo>
                  <a:lnTo>
                    <a:pt x="773588" y="827571"/>
                  </a:lnTo>
                  <a:lnTo>
                    <a:pt x="776052" y="827548"/>
                  </a:lnTo>
                  <a:lnTo>
                    <a:pt x="778515" y="827519"/>
                  </a:lnTo>
                  <a:lnTo>
                    <a:pt x="780979" y="827482"/>
                  </a:lnTo>
                  <a:lnTo>
                    <a:pt x="783443" y="827437"/>
                  </a:lnTo>
                  <a:lnTo>
                    <a:pt x="785906" y="827383"/>
                  </a:lnTo>
                  <a:lnTo>
                    <a:pt x="788370" y="827320"/>
                  </a:lnTo>
                  <a:lnTo>
                    <a:pt x="790834" y="827247"/>
                  </a:lnTo>
                  <a:lnTo>
                    <a:pt x="793297" y="827163"/>
                  </a:lnTo>
                  <a:lnTo>
                    <a:pt x="795761" y="827071"/>
                  </a:lnTo>
                  <a:lnTo>
                    <a:pt x="798225" y="826969"/>
                  </a:lnTo>
                  <a:lnTo>
                    <a:pt x="800688" y="826859"/>
                  </a:lnTo>
                  <a:lnTo>
                    <a:pt x="803152" y="826744"/>
                  </a:lnTo>
                  <a:lnTo>
                    <a:pt x="805616" y="826627"/>
                  </a:lnTo>
                  <a:lnTo>
                    <a:pt x="808079" y="826511"/>
                  </a:lnTo>
                  <a:lnTo>
                    <a:pt x="810543" y="826399"/>
                  </a:lnTo>
                  <a:lnTo>
                    <a:pt x="813006" y="826295"/>
                  </a:lnTo>
                  <a:lnTo>
                    <a:pt x="815470" y="826202"/>
                  </a:lnTo>
                  <a:lnTo>
                    <a:pt x="817934" y="826123"/>
                  </a:lnTo>
                  <a:lnTo>
                    <a:pt x="820397" y="826063"/>
                  </a:lnTo>
                  <a:lnTo>
                    <a:pt x="822861" y="826025"/>
                  </a:lnTo>
                  <a:lnTo>
                    <a:pt x="825325" y="826009"/>
                  </a:lnTo>
                  <a:lnTo>
                    <a:pt x="827788" y="826015"/>
                  </a:lnTo>
                  <a:lnTo>
                    <a:pt x="830252" y="826043"/>
                  </a:lnTo>
                  <a:lnTo>
                    <a:pt x="832716" y="826093"/>
                  </a:lnTo>
                  <a:lnTo>
                    <a:pt x="835179" y="826161"/>
                  </a:lnTo>
                  <a:lnTo>
                    <a:pt x="837643" y="826246"/>
                  </a:lnTo>
                  <a:lnTo>
                    <a:pt x="840107" y="826345"/>
                  </a:lnTo>
                  <a:lnTo>
                    <a:pt x="842570" y="826454"/>
                  </a:lnTo>
                  <a:lnTo>
                    <a:pt x="845034" y="826569"/>
                  </a:lnTo>
                  <a:lnTo>
                    <a:pt x="847498" y="826686"/>
                  </a:lnTo>
                  <a:lnTo>
                    <a:pt x="849961" y="826802"/>
                  </a:lnTo>
                  <a:lnTo>
                    <a:pt x="852425" y="826914"/>
                  </a:lnTo>
                  <a:lnTo>
                    <a:pt x="854889" y="827020"/>
                  </a:lnTo>
                  <a:lnTo>
                    <a:pt x="857352" y="827118"/>
                  </a:lnTo>
                  <a:lnTo>
                    <a:pt x="859816" y="827207"/>
                  </a:lnTo>
                  <a:lnTo>
                    <a:pt x="862280" y="827286"/>
                  </a:lnTo>
                  <a:lnTo>
                    <a:pt x="864743" y="827354"/>
                  </a:lnTo>
                  <a:lnTo>
                    <a:pt x="867207" y="827412"/>
                  </a:lnTo>
                  <a:lnTo>
                    <a:pt x="869671" y="827461"/>
                  </a:lnTo>
                  <a:lnTo>
                    <a:pt x="872134" y="827501"/>
                  </a:lnTo>
                  <a:lnTo>
                    <a:pt x="874598" y="827534"/>
                  </a:lnTo>
                  <a:lnTo>
                    <a:pt x="877062" y="827560"/>
                  </a:lnTo>
                  <a:lnTo>
                    <a:pt x="879525" y="827581"/>
                  </a:lnTo>
                  <a:lnTo>
                    <a:pt x="881989" y="827597"/>
                  </a:lnTo>
                  <a:lnTo>
                    <a:pt x="884453" y="827609"/>
                  </a:lnTo>
                  <a:lnTo>
                    <a:pt x="886916" y="827618"/>
                  </a:lnTo>
                  <a:lnTo>
                    <a:pt x="889380" y="827624"/>
                  </a:lnTo>
                  <a:lnTo>
                    <a:pt x="891844" y="827629"/>
                  </a:lnTo>
                  <a:lnTo>
                    <a:pt x="894307" y="827633"/>
                  </a:lnTo>
                  <a:lnTo>
                    <a:pt x="896771" y="827635"/>
                  </a:lnTo>
                  <a:lnTo>
                    <a:pt x="899235" y="827637"/>
                  </a:lnTo>
                  <a:lnTo>
                    <a:pt x="901698" y="827638"/>
                  </a:lnTo>
                  <a:lnTo>
                    <a:pt x="904162" y="827639"/>
                  </a:lnTo>
                  <a:lnTo>
                    <a:pt x="906625" y="827639"/>
                  </a:lnTo>
                  <a:lnTo>
                    <a:pt x="909089" y="827639"/>
                  </a:lnTo>
                  <a:lnTo>
                    <a:pt x="911553" y="827640"/>
                  </a:lnTo>
                  <a:lnTo>
                    <a:pt x="914016" y="827640"/>
                  </a:lnTo>
                  <a:lnTo>
                    <a:pt x="916480" y="827640"/>
                  </a:lnTo>
                  <a:lnTo>
                    <a:pt x="918944" y="827640"/>
                  </a:lnTo>
                  <a:lnTo>
                    <a:pt x="921407" y="827640"/>
                  </a:lnTo>
                  <a:lnTo>
                    <a:pt x="923871" y="827640"/>
                  </a:lnTo>
                  <a:lnTo>
                    <a:pt x="926335" y="827640"/>
                  </a:lnTo>
                  <a:lnTo>
                    <a:pt x="928798" y="827640"/>
                  </a:lnTo>
                  <a:lnTo>
                    <a:pt x="931262" y="827640"/>
                  </a:lnTo>
                  <a:lnTo>
                    <a:pt x="933726" y="827640"/>
                  </a:lnTo>
                  <a:lnTo>
                    <a:pt x="936189" y="827640"/>
                  </a:lnTo>
                  <a:lnTo>
                    <a:pt x="938653" y="827640"/>
                  </a:lnTo>
                  <a:lnTo>
                    <a:pt x="941117" y="827640"/>
                  </a:lnTo>
                  <a:lnTo>
                    <a:pt x="943580" y="827640"/>
                  </a:lnTo>
                  <a:lnTo>
                    <a:pt x="946044" y="827640"/>
                  </a:lnTo>
                  <a:lnTo>
                    <a:pt x="948508" y="827640"/>
                  </a:lnTo>
                  <a:lnTo>
                    <a:pt x="950971" y="827640"/>
                  </a:lnTo>
                  <a:lnTo>
                    <a:pt x="953435" y="827640"/>
                  </a:lnTo>
                  <a:lnTo>
                    <a:pt x="955899" y="827640"/>
                  </a:lnTo>
                  <a:lnTo>
                    <a:pt x="958362" y="827640"/>
                  </a:lnTo>
                  <a:lnTo>
                    <a:pt x="960826" y="827640"/>
                  </a:lnTo>
                  <a:lnTo>
                    <a:pt x="963290" y="827640"/>
                  </a:lnTo>
                  <a:lnTo>
                    <a:pt x="965753" y="827640"/>
                  </a:lnTo>
                  <a:lnTo>
                    <a:pt x="968217" y="827640"/>
                  </a:lnTo>
                  <a:lnTo>
                    <a:pt x="970681" y="827640"/>
                  </a:lnTo>
                  <a:lnTo>
                    <a:pt x="973144" y="827640"/>
                  </a:lnTo>
                  <a:lnTo>
                    <a:pt x="975608" y="827640"/>
                  </a:lnTo>
                  <a:lnTo>
                    <a:pt x="978072" y="827640"/>
                  </a:lnTo>
                  <a:lnTo>
                    <a:pt x="980535" y="827640"/>
                  </a:lnTo>
                  <a:lnTo>
                    <a:pt x="982999" y="827640"/>
                  </a:lnTo>
                  <a:lnTo>
                    <a:pt x="985463" y="827640"/>
                  </a:lnTo>
                  <a:lnTo>
                    <a:pt x="987926" y="827640"/>
                  </a:lnTo>
                  <a:lnTo>
                    <a:pt x="990390" y="827640"/>
                  </a:lnTo>
                  <a:lnTo>
                    <a:pt x="992853" y="827640"/>
                  </a:lnTo>
                  <a:lnTo>
                    <a:pt x="995317" y="827640"/>
                  </a:lnTo>
                  <a:lnTo>
                    <a:pt x="997781" y="827640"/>
                  </a:lnTo>
                  <a:lnTo>
                    <a:pt x="1000244" y="827640"/>
                  </a:lnTo>
                  <a:lnTo>
                    <a:pt x="1002708" y="827640"/>
                  </a:lnTo>
                  <a:lnTo>
                    <a:pt x="1005172" y="827640"/>
                  </a:lnTo>
                  <a:lnTo>
                    <a:pt x="1007635" y="827640"/>
                  </a:lnTo>
                  <a:lnTo>
                    <a:pt x="1010099" y="827640"/>
                  </a:lnTo>
                  <a:lnTo>
                    <a:pt x="1012563" y="827640"/>
                  </a:lnTo>
                  <a:lnTo>
                    <a:pt x="1015026" y="827640"/>
                  </a:lnTo>
                  <a:lnTo>
                    <a:pt x="1017490" y="827640"/>
                  </a:lnTo>
                  <a:lnTo>
                    <a:pt x="1019954" y="827640"/>
                  </a:lnTo>
                  <a:lnTo>
                    <a:pt x="1022417" y="827640"/>
                  </a:lnTo>
                  <a:lnTo>
                    <a:pt x="1024881" y="827640"/>
                  </a:lnTo>
                  <a:lnTo>
                    <a:pt x="1027345" y="827640"/>
                  </a:lnTo>
                  <a:lnTo>
                    <a:pt x="1029808" y="827640"/>
                  </a:lnTo>
                  <a:lnTo>
                    <a:pt x="1032272" y="827640"/>
                  </a:lnTo>
                  <a:lnTo>
                    <a:pt x="1034736" y="827640"/>
                  </a:lnTo>
                  <a:lnTo>
                    <a:pt x="1037199" y="827640"/>
                  </a:lnTo>
                  <a:lnTo>
                    <a:pt x="1039663" y="827640"/>
                  </a:lnTo>
                  <a:lnTo>
                    <a:pt x="1042127" y="827640"/>
                  </a:lnTo>
                  <a:lnTo>
                    <a:pt x="1044590" y="827640"/>
                  </a:lnTo>
                  <a:lnTo>
                    <a:pt x="1047054" y="827640"/>
                  </a:lnTo>
                  <a:lnTo>
                    <a:pt x="1049518" y="827640"/>
                  </a:lnTo>
                  <a:lnTo>
                    <a:pt x="1051981" y="827640"/>
                  </a:lnTo>
                  <a:lnTo>
                    <a:pt x="1054445" y="827640"/>
                  </a:lnTo>
                  <a:lnTo>
                    <a:pt x="1056909" y="827640"/>
                  </a:lnTo>
                  <a:lnTo>
                    <a:pt x="1059372" y="827640"/>
                  </a:lnTo>
                  <a:lnTo>
                    <a:pt x="1061836" y="827640"/>
                  </a:lnTo>
                  <a:lnTo>
                    <a:pt x="1064300" y="827640"/>
                  </a:lnTo>
                  <a:lnTo>
                    <a:pt x="1066763" y="827640"/>
                  </a:lnTo>
                  <a:lnTo>
                    <a:pt x="1069227" y="827640"/>
                  </a:lnTo>
                  <a:lnTo>
                    <a:pt x="1071691" y="827640"/>
                  </a:lnTo>
                  <a:lnTo>
                    <a:pt x="1074154" y="827640"/>
                  </a:lnTo>
                  <a:lnTo>
                    <a:pt x="1076618" y="827640"/>
                  </a:lnTo>
                  <a:lnTo>
                    <a:pt x="1079082" y="827640"/>
                  </a:lnTo>
                  <a:lnTo>
                    <a:pt x="1081545" y="827640"/>
                  </a:lnTo>
                  <a:lnTo>
                    <a:pt x="1084009" y="827640"/>
                  </a:lnTo>
                  <a:lnTo>
                    <a:pt x="1086472" y="827640"/>
                  </a:lnTo>
                  <a:lnTo>
                    <a:pt x="1088936" y="827640"/>
                  </a:lnTo>
                  <a:lnTo>
                    <a:pt x="1091400" y="827640"/>
                  </a:lnTo>
                  <a:lnTo>
                    <a:pt x="1093863" y="827640"/>
                  </a:lnTo>
                  <a:lnTo>
                    <a:pt x="1096327" y="827640"/>
                  </a:lnTo>
                  <a:lnTo>
                    <a:pt x="1098791" y="827640"/>
                  </a:lnTo>
                  <a:lnTo>
                    <a:pt x="1101254" y="827640"/>
                  </a:lnTo>
                  <a:lnTo>
                    <a:pt x="1103718" y="827640"/>
                  </a:lnTo>
                  <a:lnTo>
                    <a:pt x="1106182" y="827640"/>
                  </a:lnTo>
                  <a:lnTo>
                    <a:pt x="1108645" y="827640"/>
                  </a:lnTo>
                  <a:lnTo>
                    <a:pt x="1111109" y="827640"/>
                  </a:lnTo>
                  <a:lnTo>
                    <a:pt x="1113573" y="827640"/>
                  </a:lnTo>
                  <a:lnTo>
                    <a:pt x="1116036" y="827640"/>
                  </a:lnTo>
                  <a:lnTo>
                    <a:pt x="1118500" y="827640"/>
                  </a:lnTo>
                  <a:lnTo>
                    <a:pt x="1120964" y="827640"/>
                  </a:lnTo>
                  <a:lnTo>
                    <a:pt x="1123427" y="827640"/>
                  </a:lnTo>
                  <a:lnTo>
                    <a:pt x="1125891" y="827640"/>
                  </a:lnTo>
                  <a:lnTo>
                    <a:pt x="1128355" y="827640"/>
                  </a:lnTo>
                  <a:lnTo>
                    <a:pt x="1130818" y="827640"/>
                  </a:lnTo>
                  <a:lnTo>
                    <a:pt x="1133282" y="827640"/>
                  </a:lnTo>
                  <a:lnTo>
                    <a:pt x="1135746" y="827640"/>
                  </a:lnTo>
                  <a:lnTo>
                    <a:pt x="1138209" y="827640"/>
                  </a:lnTo>
                  <a:lnTo>
                    <a:pt x="1140673" y="827640"/>
                  </a:lnTo>
                  <a:lnTo>
                    <a:pt x="1143137" y="827640"/>
                  </a:lnTo>
                  <a:lnTo>
                    <a:pt x="1145600" y="827640"/>
                  </a:lnTo>
                  <a:lnTo>
                    <a:pt x="1148064" y="827640"/>
                  </a:lnTo>
                  <a:lnTo>
                    <a:pt x="1150528" y="827640"/>
                  </a:lnTo>
                  <a:lnTo>
                    <a:pt x="1152991" y="827640"/>
                  </a:lnTo>
                  <a:lnTo>
                    <a:pt x="1155455" y="827640"/>
                  </a:lnTo>
                  <a:lnTo>
                    <a:pt x="1157919" y="827640"/>
                  </a:lnTo>
                  <a:lnTo>
                    <a:pt x="1160382" y="827640"/>
                  </a:lnTo>
                  <a:lnTo>
                    <a:pt x="1162846" y="827640"/>
                  </a:lnTo>
                  <a:lnTo>
                    <a:pt x="1165310" y="827640"/>
                  </a:lnTo>
                  <a:lnTo>
                    <a:pt x="1167773" y="827640"/>
                  </a:lnTo>
                  <a:lnTo>
                    <a:pt x="1170237" y="827640"/>
                  </a:lnTo>
                  <a:lnTo>
                    <a:pt x="1172701" y="827640"/>
                  </a:lnTo>
                  <a:lnTo>
                    <a:pt x="1175164" y="827640"/>
                  </a:lnTo>
                  <a:lnTo>
                    <a:pt x="1177628" y="827640"/>
                  </a:lnTo>
                  <a:lnTo>
                    <a:pt x="1180091" y="827640"/>
                  </a:lnTo>
                  <a:lnTo>
                    <a:pt x="1182555" y="827640"/>
                  </a:lnTo>
                  <a:lnTo>
                    <a:pt x="1185019" y="827640"/>
                  </a:lnTo>
                  <a:lnTo>
                    <a:pt x="1187482" y="827640"/>
                  </a:lnTo>
                  <a:lnTo>
                    <a:pt x="1189946" y="827640"/>
                  </a:lnTo>
                  <a:lnTo>
                    <a:pt x="1192410" y="827640"/>
                  </a:lnTo>
                  <a:lnTo>
                    <a:pt x="1194873" y="827640"/>
                  </a:lnTo>
                  <a:lnTo>
                    <a:pt x="1197337" y="827640"/>
                  </a:lnTo>
                  <a:lnTo>
                    <a:pt x="1199801" y="827640"/>
                  </a:lnTo>
                  <a:lnTo>
                    <a:pt x="1202264" y="827640"/>
                  </a:lnTo>
                  <a:lnTo>
                    <a:pt x="1204728" y="827640"/>
                  </a:lnTo>
                  <a:lnTo>
                    <a:pt x="1207192" y="827640"/>
                  </a:lnTo>
                  <a:lnTo>
                    <a:pt x="1209655" y="827640"/>
                  </a:lnTo>
                  <a:lnTo>
                    <a:pt x="1212119" y="827640"/>
                  </a:lnTo>
                  <a:lnTo>
                    <a:pt x="1214583" y="827640"/>
                  </a:lnTo>
                  <a:lnTo>
                    <a:pt x="1217046" y="827640"/>
                  </a:lnTo>
                  <a:lnTo>
                    <a:pt x="1219510" y="827640"/>
                  </a:lnTo>
                  <a:lnTo>
                    <a:pt x="1221974" y="827640"/>
                  </a:lnTo>
                  <a:lnTo>
                    <a:pt x="1224437" y="827640"/>
                  </a:lnTo>
                  <a:lnTo>
                    <a:pt x="1226901" y="827640"/>
                  </a:lnTo>
                  <a:lnTo>
                    <a:pt x="1229365" y="827640"/>
                  </a:lnTo>
                  <a:lnTo>
                    <a:pt x="1231828" y="827640"/>
                  </a:lnTo>
                  <a:lnTo>
                    <a:pt x="1234292" y="827640"/>
                  </a:lnTo>
                  <a:lnTo>
                    <a:pt x="1236756" y="827640"/>
                  </a:lnTo>
                  <a:lnTo>
                    <a:pt x="1239219" y="827640"/>
                  </a:lnTo>
                  <a:lnTo>
                    <a:pt x="1241683" y="827640"/>
                  </a:lnTo>
                  <a:lnTo>
                    <a:pt x="1244147" y="827640"/>
                  </a:lnTo>
                  <a:lnTo>
                    <a:pt x="1246610" y="827640"/>
                  </a:lnTo>
                  <a:lnTo>
                    <a:pt x="1249074" y="827640"/>
                  </a:lnTo>
                  <a:lnTo>
                    <a:pt x="1251538" y="827640"/>
                  </a:lnTo>
                  <a:lnTo>
                    <a:pt x="1254001" y="827640"/>
                  </a:lnTo>
                  <a:lnTo>
                    <a:pt x="1256465" y="827640"/>
                  </a:lnTo>
                  <a:lnTo>
                    <a:pt x="1258929" y="827640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433616" y="1566366"/>
              <a:ext cx="1258929" cy="559421"/>
            </a:xfrm>
            <a:custGeom>
              <a:avLst/>
              <a:pathLst>
                <a:path w="1258929" h="559421">
                  <a:moveTo>
                    <a:pt x="0" y="559421"/>
                  </a:moveTo>
                  <a:lnTo>
                    <a:pt x="2463" y="559421"/>
                  </a:lnTo>
                  <a:lnTo>
                    <a:pt x="4927" y="559421"/>
                  </a:lnTo>
                  <a:lnTo>
                    <a:pt x="7390" y="559421"/>
                  </a:lnTo>
                  <a:lnTo>
                    <a:pt x="9854" y="559421"/>
                  </a:lnTo>
                  <a:lnTo>
                    <a:pt x="12318" y="559421"/>
                  </a:lnTo>
                  <a:lnTo>
                    <a:pt x="14781" y="559421"/>
                  </a:lnTo>
                  <a:lnTo>
                    <a:pt x="17245" y="559421"/>
                  </a:lnTo>
                  <a:lnTo>
                    <a:pt x="19709" y="559421"/>
                  </a:lnTo>
                  <a:lnTo>
                    <a:pt x="22172" y="559421"/>
                  </a:lnTo>
                  <a:lnTo>
                    <a:pt x="24636" y="559421"/>
                  </a:lnTo>
                  <a:lnTo>
                    <a:pt x="27100" y="559421"/>
                  </a:lnTo>
                  <a:lnTo>
                    <a:pt x="29563" y="559421"/>
                  </a:lnTo>
                  <a:lnTo>
                    <a:pt x="32027" y="559421"/>
                  </a:lnTo>
                  <a:lnTo>
                    <a:pt x="34491" y="559421"/>
                  </a:lnTo>
                  <a:lnTo>
                    <a:pt x="36954" y="559421"/>
                  </a:lnTo>
                  <a:lnTo>
                    <a:pt x="39418" y="559421"/>
                  </a:lnTo>
                  <a:lnTo>
                    <a:pt x="41882" y="559421"/>
                  </a:lnTo>
                  <a:lnTo>
                    <a:pt x="44345" y="559421"/>
                  </a:lnTo>
                  <a:lnTo>
                    <a:pt x="46809" y="559421"/>
                  </a:lnTo>
                  <a:lnTo>
                    <a:pt x="49273" y="559421"/>
                  </a:lnTo>
                  <a:lnTo>
                    <a:pt x="51736" y="559421"/>
                  </a:lnTo>
                  <a:lnTo>
                    <a:pt x="54200" y="559421"/>
                  </a:lnTo>
                  <a:lnTo>
                    <a:pt x="56664" y="559421"/>
                  </a:lnTo>
                  <a:lnTo>
                    <a:pt x="59127" y="559421"/>
                  </a:lnTo>
                  <a:lnTo>
                    <a:pt x="61591" y="559421"/>
                  </a:lnTo>
                  <a:lnTo>
                    <a:pt x="64055" y="559421"/>
                  </a:lnTo>
                  <a:lnTo>
                    <a:pt x="66518" y="559421"/>
                  </a:lnTo>
                  <a:lnTo>
                    <a:pt x="68982" y="559421"/>
                  </a:lnTo>
                  <a:lnTo>
                    <a:pt x="71446" y="559421"/>
                  </a:lnTo>
                  <a:lnTo>
                    <a:pt x="73909" y="559420"/>
                  </a:lnTo>
                  <a:lnTo>
                    <a:pt x="76373" y="559420"/>
                  </a:lnTo>
                  <a:lnTo>
                    <a:pt x="78837" y="559420"/>
                  </a:lnTo>
                  <a:lnTo>
                    <a:pt x="81300" y="559419"/>
                  </a:lnTo>
                  <a:lnTo>
                    <a:pt x="83764" y="559419"/>
                  </a:lnTo>
                  <a:lnTo>
                    <a:pt x="86228" y="559418"/>
                  </a:lnTo>
                  <a:lnTo>
                    <a:pt x="88691" y="559416"/>
                  </a:lnTo>
                  <a:lnTo>
                    <a:pt x="91155" y="559414"/>
                  </a:lnTo>
                  <a:lnTo>
                    <a:pt x="93618" y="559412"/>
                  </a:lnTo>
                  <a:lnTo>
                    <a:pt x="96082" y="559408"/>
                  </a:lnTo>
                  <a:lnTo>
                    <a:pt x="98546" y="559404"/>
                  </a:lnTo>
                  <a:lnTo>
                    <a:pt x="101009" y="559397"/>
                  </a:lnTo>
                  <a:lnTo>
                    <a:pt x="103473" y="559389"/>
                  </a:lnTo>
                  <a:lnTo>
                    <a:pt x="105937" y="559377"/>
                  </a:lnTo>
                  <a:lnTo>
                    <a:pt x="108400" y="559363"/>
                  </a:lnTo>
                  <a:lnTo>
                    <a:pt x="110864" y="559345"/>
                  </a:lnTo>
                  <a:lnTo>
                    <a:pt x="113328" y="559321"/>
                  </a:lnTo>
                  <a:lnTo>
                    <a:pt x="115791" y="559290"/>
                  </a:lnTo>
                  <a:lnTo>
                    <a:pt x="118255" y="559251"/>
                  </a:lnTo>
                  <a:lnTo>
                    <a:pt x="120719" y="559203"/>
                  </a:lnTo>
                  <a:lnTo>
                    <a:pt x="123182" y="559142"/>
                  </a:lnTo>
                  <a:lnTo>
                    <a:pt x="125646" y="559069"/>
                  </a:lnTo>
                  <a:lnTo>
                    <a:pt x="128110" y="558979"/>
                  </a:lnTo>
                  <a:lnTo>
                    <a:pt x="130573" y="558870"/>
                  </a:lnTo>
                  <a:lnTo>
                    <a:pt x="133037" y="558735"/>
                  </a:lnTo>
                  <a:lnTo>
                    <a:pt x="135501" y="558575"/>
                  </a:lnTo>
                  <a:lnTo>
                    <a:pt x="137964" y="558385"/>
                  </a:lnTo>
                  <a:lnTo>
                    <a:pt x="140428" y="558163"/>
                  </a:lnTo>
                  <a:lnTo>
                    <a:pt x="142892" y="557905"/>
                  </a:lnTo>
                  <a:lnTo>
                    <a:pt x="145355" y="557608"/>
                  </a:lnTo>
                  <a:lnTo>
                    <a:pt x="147819" y="557264"/>
                  </a:lnTo>
                  <a:lnTo>
                    <a:pt x="150283" y="556867"/>
                  </a:lnTo>
                  <a:lnTo>
                    <a:pt x="152746" y="556420"/>
                  </a:lnTo>
                  <a:lnTo>
                    <a:pt x="155210" y="555920"/>
                  </a:lnTo>
                  <a:lnTo>
                    <a:pt x="157674" y="555365"/>
                  </a:lnTo>
                  <a:lnTo>
                    <a:pt x="160137" y="554753"/>
                  </a:lnTo>
                  <a:lnTo>
                    <a:pt x="162601" y="554085"/>
                  </a:lnTo>
                  <a:lnTo>
                    <a:pt x="165065" y="553351"/>
                  </a:lnTo>
                  <a:lnTo>
                    <a:pt x="167528" y="552557"/>
                  </a:lnTo>
                  <a:lnTo>
                    <a:pt x="169992" y="551709"/>
                  </a:lnTo>
                  <a:lnTo>
                    <a:pt x="172456" y="550810"/>
                  </a:lnTo>
                  <a:lnTo>
                    <a:pt x="174919" y="549862"/>
                  </a:lnTo>
                  <a:lnTo>
                    <a:pt x="177383" y="548869"/>
                  </a:lnTo>
                  <a:lnTo>
                    <a:pt x="179847" y="547836"/>
                  </a:lnTo>
                  <a:lnTo>
                    <a:pt x="182310" y="546761"/>
                  </a:lnTo>
                  <a:lnTo>
                    <a:pt x="184774" y="545658"/>
                  </a:lnTo>
                  <a:lnTo>
                    <a:pt x="187237" y="544530"/>
                  </a:lnTo>
                  <a:lnTo>
                    <a:pt x="189701" y="543384"/>
                  </a:lnTo>
                  <a:lnTo>
                    <a:pt x="192165" y="542223"/>
                  </a:lnTo>
                  <a:lnTo>
                    <a:pt x="194628" y="541050"/>
                  </a:lnTo>
                  <a:lnTo>
                    <a:pt x="197092" y="539867"/>
                  </a:lnTo>
                  <a:lnTo>
                    <a:pt x="199556" y="538677"/>
                  </a:lnTo>
                  <a:lnTo>
                    <a:pt x="202019" y="537481"/>
                  </a:lnTo>
                  <a:lnTo>
                    <a:pt x="204483" y="536276"/>
                  </a:lnTo>
                  <a:lnTo>
                    <a:pt x="206947" y="535062"/>
                  </a:lnTo>
                  <a:lnTo>
                    <a:pt x="209410" y="533835"/>
                  </a:lnTo>
                  <a:lnTo>
                    <a:pt x="211874" y="532591"/>
                  </a:lnTo>
                  <a:lnTo>
                    <a:pt x="214338" y="531323"/>
                  </a:lnTo>
                  <a:lnTo>
                    <a:pt x="216801" y="530021"/>
                  </a:lnTo>
                  <a:lnTo>
                    <a:pt x="219265" y="528683"/>
                  </a:lnTo>
                  <a:lnTo>
                    <a:pt x="221729" y="527302"/>
                  </a:lnTo>
                  <a:lnTo>
                    <a:pt x="224192" y="525872"/>
                  </a:lnTo>
                  <a:lnTo>
                    <a:pt x="226656" y="524389"/>
                  </a:lnTo>
                  <a:lnTo>
                    <a:pt x="229120" y="522847"/>
                  </a:lnTo>
                  <a:lnTo>
                    <a:pt x="231583" y="521234"/>
                  </a:lnTo>
                  <a:lnTo>
                    <a:pt x="234047" y="519552"/>
                  </a:lnTo>
                  <a:lnTo>
                    <a:pt x="236511" y="517805"/>
                  </a:lnTo>
                  <a:lnTo>
                    <a:pt x="238974" y="515996"/>
                  </a:lnTo>
                  <a:lnTo>
                    <a:pt x="241438" y="514128"/>
                  </a:lnTo>
                  <a:lnTo>
                    <a:pt x="243902" y="512208"/>
                  </a:lnTo>
                  <a:lnTo>
                    <a:pt x="246365" y="510242"/>
                  </a:lnTo>
                  <a:lnTo>
                    <a:pt x="248829" y="508235"/>
                  </a:lnTo>
                  <a:lnTo>
                    <a:pt x="251293" y="506210"/>
                  </a:lnTo>
                  <a:lnTo>
                    <a:pt x="253756" y="504178"/>
                  </a:lnTo>
                  <a:lnTo>
                    <a:pt x="256220" y="502156"/>
                  </a:lnTo>
                  <a:lnTo>
                    <a:pt x="258684" y="500159"/>
                  </a:lnTo>
                  <a:lnTo>
                    <a:pt x="261147" y="498201"/>
                  </a:lnTo>
                  <a:lnTo>
                    <a:pt x="263611" y="496303"/>
                  </a:lnTo>
                  <a:lnTo>
                    <a:pt x="266075" y="494496"/>
                  </a:lnTo>
                  <a:lnTo>
                    <a:pt x="268538" y="492785"/>
                  </a:lnTo>
                  <a:lnTo>
                    <a:pt x="271002" y="491186"/>
                  </a:lnTo>
                  <a:lnTo>
                    <a:pt x="273465" y="489711"/>
                  </a:lnTo>
                  <a:lnTo>
                    <a:pt x="275929" y="488371"/>
                  </a:lnTo>
                  <a:lnTo>
                    <a:pt x="278393" y="487178"/>
                  </a:lnTo>
                  <a:lnTo>
                    <a:pt x="280856" y="486151"/>
                  </a:lnTo>
                  <a:lnTo>
                    <a:pt x="283320" y="485306"/>
                  </a:lnTo>
                  <a:lnTo>
                    <a:pt x="285784" y="484624"/>
                  </a:lnTo>
                  <a:lnTo>
                    <a:pt x="288247" y="484105"/>
                  </a:lnTo>
                  <a:lnTo>
                    <a:pt x="290711" y="483744"/>
                  </a:lnTo>
                  <a:lnTo>
                    <a:pt x="293175" y="483538"/>
                  </a:lnTo>
                  <a:lnTo>
                    <a:pt x="295638" y="483476"/>
                  </a:lnTo>
                  <a:lnTo>
                    <a:pt x="298102" y="483566"/>
                  </a:lnTo>
                  <a:lnTo>
                    <a:pt x="300566" y="483782"/>
                  </a:lnTo>
                  <a:lnTo>
                    <a:pt x="303029" y="484098"/>
                  </a:lnTo>
                  <a:lnTo>
                    <a:pt x="305493" y="484496"/>
                  </a:lnTo>
                  <a:lnTo>
                    <a:pt x="307957" y="484959"/>
                  </a:lnTo>
                  <a:lnTo>
                    <a:pt x="310420" y="485466"/>
                  </a:lnTo>
                  <a:lnTo>
                    <a:pt x="312884" y="485998"/>
                  </a:lnTo>
                  <a:lnTo>
                    <a:pt x="315348" y="486529"/>
                  </a:lnTo>
                  <a:lnTo>
                    <a:pt x="317811" y="487030"/>
                  </a:lnTo>
                  <a:lnTo>
                    <a:pt x="320275" y="487482"/>
                  </a:lnTo>
                  <a:lnTo>
                    <a:pt x="322739" y="487863"/>
                  </a:lnTo>
                  <a:lnTo>
                    <a:pt x="325202" y="488155"/>
                  </a:lnTo>
                  <a:lnTo>
                    <a:pt x="327666" y="488337"/>
                  </a:lnTo>
                  <a:lnTo>
                    <a:pt x="330130" y="488390"/>
                  </a:lnTo>
                  <a:lnTo>
                    <a:pt x="332593" y="488267"/>
                  </a:lnTo>
                  <a:lnTo>
                    <a:pt x="335057" y="487981"/>
                  </a:lnTo>
                  <a:lnTo>
                    <a:pt x="337521" y="487519"/>
                  </a:lnTo>
                  <a:lnTo>
                    <a:pt x="339984" y="486873"/>
                  </a:lnTo>
                  <a:lnTo>
                    <a:pt x="342448" y="486036"/>
                  </a:lnTo>
                  <a:lnTo>
                    <a:pt x="344912" y="485002"/>
                  </a:lnTo>
                  <a:lnTo>
                    <a:pt x="347375" y="483754"/>
                  </a:lnTo>
                  <a:lnTo>
                    <a:pt x="349839" y="482279"/>
                  </a:lnTo>
                  <a:lnTo>
                    <a:pt x="352303" y="480609"/>
                  </a:lnTo>
                  <a:lnTo>
                    <a:pt x="354766" y="478748"/>
                  </a:lnTo>
                  <a:lnTo>
                    <a:pt x="357230" y="476702"/>
                  </a:lnTo>
                  <a:lnTo>
                    <a:pt x="359694" y="474480"/>
                  </a:lnTo>
                  <a:lnTo>
                    <a:pt x="362157" y="472090"/>
                  </a:lnTo>
                  <a:lnTo>
                    <a:pt x="364621" y="469521"/>
                  </a:lnTo>
                  <a:lnTo>
                    <a:pt x="367084" y="466795"/>
                  </a:lnTo>
                  <a:lnTo>
                    <a:pt x="369548" y="463932"/>
                  </a:lnTo>
                  <a:lnTo>
                    <a:pt x="372012" y="460941"/>
                  </a:lnTo>
                  <a:lnTo>
                    <a:pt x="374475" y="457826"/>
                  </a:lnTo>
                  <a:lnTo>
                    <a:pt x="376939" y="454593"/>
                  </a:lnTo>
                  <a:lnTo>
                    <a:pt x="379403" y="451244"/>
                  </a:lnTo>
                  <a:lnTo>
                    <a:pt x="381866" y="447758"/>
                  </a:lnTo>
                  <a:lnTo>
                    <a:pt x="384330" y="444148"/>
                  </a:lnTo>
                  <a:lnTo>
                    <a:pt x="386794" y="440411"/>
                  </a:lnTo>
                  <a:lnTo>
                    <a:pt x="389257" y="436538"/>
                  </a:lnTo>
                  <a:lnTo>
                    <a:pt x="391721" y="432518"/>
                  </a:lnTo>
                  <a:lnTo>
                    <a:pt x="394185" y="428338"/>
                  </a:lnTo>
                  <a:lnTo>
                    <a:pt x="396648" y="423980"/>
                  </a:lnTo>
                  <a:lnTo>
                    <a:pt x="399112" y="419388"/>
                  </a:lnTo>
                  <a:lnTo>
                    <a:pt x="401576" y="414577"/>
                  </a:lnTo>
                  <a:lnTo>
                    <a:pt x="404039" y="409528"/>
                  </a:lnTo>
                  <a:lnTo>
                    <a:pt x="406503" y="404221"/>
                  </a:lnTo>
                  <a:lnTo>
                    <a:pt x="408967" y="398638"/>
                  </a:lnTo>
                  <a:lnTo>
                    <a:pt x="411430" y="392759"/>
                  </a:lnTo>
                  <a:lnTo>
                    <a:pt x="413894" y="386541"/>
                  </a:lnTo>
                  <a:lnTo>
                    <a:pt x="416358" y="379934"/>
                  </a:lnTo>
                  <a:lnTo>
                    <a:pt x="418821" y="372966"/>
                  </a:lnTo>
                  <a:lnTo>
                    <a:pt x="421285" y="365618"/>
                  </a:lnTo>
                  <a:lnTo>
                    <a:pt x="423749" y="357876"/>
                  </a:lnTo>
                  <a:lnTo>
                    <a:pt x="426212" y="349722"/>
                  </a:lnTo>
                  <a:lnTo>
                    <a:pt x="428676" y="341143"/>
                  </a:lnTo>
                  <a:lnTo>
                    <a:pt x="431140" y="332067"/>
                  </a:lnTo>
                  <a:lnTo>
                    <a:pt x="433603" y="322492"/>
                  </a:lnTo>
                  <a:lnTo>
                    <a:pt x="436067" y="312447"/>
                  </a:lnTo>
                  <a:lnTo>
                    <a:pt x="438531" y="301925"/>
                  </a:lnTo>
                  <a:lnTo>
                    <a:pt x="440994" y="290919"/>
                  </a:lnTo>
                  <a:lnTo>
                    <a:pt x="443458" y="279427"/>
                  </a:lnTo>
                  <a:lnTo>
                    <a:pt x="445922" y="267451"/>
                  </a:lnTo>
                  <a:lnTo>
                    <a:pt x="448385" y="254919"/>
                  </a:lnTo>
                  <a:lnTo>
                    <a:pt x="450849" y="241915"/>
                  </a:lnTo>
                  <a:lnTo>
                    <a:pt x="453312" y="228481"/>
                  </a:lnTo>
                  <a:lnTo>
                    <a:pt x="455776" y="214652"/>
                  </a:lnTo>
                  <a:lnTo>
                    <a:pt x="458240" y="200468"/>
                  </a:lnTo>
                  <a:lnTo>
                    <a:pt x="460703" y="185982"/>
                  </a:lnTo>
                  <a:lnTo>
                    <a:pt x="463167" y="171253"/>
                  </a:lnTo>
                  <a:lnTo>
                    <a:pt x="465631" y="156347"/>
                  </a:lnTo>
                  <a:lnTo>
                    <a:pt x="468094" y="141406"/>
                  </a:lnTo>
                  <a:lnTo>
                    <a:pt x="470558" y="126529"/>
                  </a:lnTo>
                  <a:lnTo>
                    <a:pt x="473022" y="111826"/>
                  </a:lnTo>
                  <a:lnTo>
                    <a:pt x="475485" y="97415"/>
                  </a:lnTo>
                  <a:lnTo>
                    <a:pt x="477949" y="83419"/>
                  </a:lnTo>
                  <a:lnTo>
                    <a:pt x="480413" y="70015"/>
                  </a:lnTo>
                  <a:lnTo>
                    <a:pt x="482876" y="57445"/>
                  </a:lnTo>
                  <a:lnTo>
                    <a:pt x="485340" y="45761"/>
                  </a:lnTo>
                  <a:lnTo>
                    <a:pt x="487804" y="35097"/>
                  </a:lnTo>
                  <a:lnTo>
                    <a:pt x="490267" y="25581"/>
                  </a:lnTo>
                  <a:lnTo>
                    <a:pt x="492731" y="17333"/>
                  </a:lnTo>
                  <a:lnTo>
                    <a:pt x="495195" y="10467"/>
                  </a:lnTo>
                  <a:lnTo>
                    <a:pt x="497658" y="5271"/>
                  </a:lnTo>
                  <a:lnTo>
                    <a:pt x="500122" y="1828"/>
                  </a:lnTo>
                  <a:lnTo>
                    <a:pt x="502586" y="56"/>
                  </a:lnTo>
                  <a:lnTo>
                    <a:pt x="505049" y="0"/>
                  </a:lnTo>
                  <a:lnTo>
                    <a:pt x="507513" y="1684"/>
                  </a:lnTo>
                  <a:lnTo>
                    <a:pt x="509977" y="5119"/>
                  </a:lnTo>
                  <a:lnTo>
                    <a:pt x="512440" y="10296"/>
                  </a:lnTo>
                  <a:lnTo>
                    <a:pt x="514904" y="17462"/>
                  </a:lnTo>
                  <a:lnTo>
                    <a:pt x="517368" y="26338"/>
                  </a:lnTo>
                  <a:lnTo>
                    <a:pt x="519831" y="36775"/>
                  </a:lnTo>
                  <a:lnTo>
                    <a:pt x="522295" y="48687"/>
                  </a:lnTo>
                  <a:lnTo>
                    <a:pt x="524759" y="61973"/>
                  </a:lnTo>
                  <a:lnTo>
                    <a:pt x="527222" y="76525"/>
                  </a:lnTo>
                  <a:lnTo>
                    <a:pt x="529686" y="92232"/>
                  </a:lnTo>
                  <a:lnTo>
                    <a:pt x="532150" y="109122"/>
                  </a:lnTo>
                  <a:lnTo>
                    <a:pt x="534613" y="126828"/>
                  </a:lnTo>
                  <a:lnTo>
                    <a:pt x="537077" y="145215"/>
                  </a:lnTo>
                  <a:lnTo>
                    <a:pt x="539541" y="164146"/>
                  </a:lnTo>
                  <a:lnTo>
                    <a:pt x="542004" y="183486"/>
                  </a:lnTo>
                  <a:lnTo>
                    <a:pt x="544468" y="203103"/>
                  </a:lnTo>
                  <a:lnTo>
                    <a:pt x="546931" y="222867"/>
                  </a:lnTo>
                  <a:lnTo>
                    <a:pt x="549395" y="242613"/>
                  </a:lnTo>
                  <a:lnTo>
                    <a:pt x="551859" y="262209"/>
                  </a:lnTo>
                  <a:lnTo>
                    <a:pt x="554322" y="281549"/>
                  </a:lnTo>
                  <a:lnTo>
                    <a:pt x="556786" y="300538"/>
                  </a:lnTo>
                  <a:lnTo>
                    <a:pt x="559250" y="319087"/>
                  </a:lnTo>
                  <a:lnTo>
                    <a:pt x="561713" y="337114"/>
                  </a:lnTo>
                  <a:lnTo>
                    <a:pt x="564177" y="354474"/>
                  </a:lnTo>
                  <a:lnTo>
                    <a:pt x="566641" y="371091"/>
                  </a:lnTo>
                  <a:lnTo>
                    <a:pt x="569104" y="386979"/>
                  </a:lnTo>
                  <a:lnTo>
                    <a:pt x="571568" y="402101"/>
                  </a:lnTo>
                  <a:lnTo>
                    <a:pt x="574032" y="416429"/>
                  </a:lnTo>
                  <a:lnTo>
                    <a:pt x="576495" y="429942"/>
                  </a:lnTo>
                  <a:lnTo>
                    <a:pt x="578959" y="442626"/>
                  </a:lnTo>
                  <a:lnTo>
                    <a:pt x="581423" y="454344"/>
                  </a:lnTo>
                  <a:lnTo>
                    <a:pt x="583886" y="465195"/>
                  </a:lnTo>
                  <a:lnTo>
                    <a:pt x="586350" y="475235"/>
                  </a:lnTo>
                  <a:lnTo>
                    <a:pt x="588814" y="484483"/>
                  </a:lnTo>
                  <a:lnTo>
                    <a:pt x="591277" y="492963"/>
                  </a:lnTo>
                  <a:lnTo>
                    <a:pt x="593741" y="500703"/>
                  </a:lnTo>
                  <a:lnTo>
                    <a:pt x="596205" y="507733"/>
                  </a:lnTo>
                  <a:lnTo>
                    <a:pt x="598668" y="513963"/>
                  </a:lnTo>
                  <a:lnTo>
                    <a:pt x="601132" y="519578"/>
                  </a:lnTo>
                  <a:lnTo>
                    <a:pt x="603596" y="524618"/>
                  </a:lnTo>
                  <a:lnTo>
                    <a:pt x="606059" y="529124"/>
                  </a:lnTo>
                  <a:lnTo>
                    <a:pt x="608523" y="533134"/>
                  </a:lnTo>
                  <a:lnTo>
                    <a:pt x="610987" y="536689"/>
                  </a:lnTo>
                  <a:lnTo>
                    <a:pt x="613450" y="539808"/>
                  </a:lnTo>
                  <a:lnTo>
                    <a:pt x="615914" y="542502"/>
                  </a:lnTo>
                  <a:lnTo>
                    <a:pt x="618378" y="544871"/>
                  </a:lnTo>
                  <a:lnTo>
                    <a:pt x="620841" y="546946"/>
                  </a:lnTo>
                  <a:lnTo>
                    <a:pt x="623305" y="548758"/>
                  </a:lnTo>
                  <a:lnTo>
                    <a:pt x="625769" y="550335"/>
                  </a:lnTo>
                  <a:lnTo>
                    <a:pt x="628232" y="551704"/>
                  </a:lnTo>
                  <a:lnTo>
                    <a:pt x="630696" y="552871"/>
                  </a:lnTo>
                  <a:lnTo>
                    <a:pt x="633159" y="553865"/>
                  </a:lnTo>
                  <a:lnTo>
                    <a:pt x="635623" y="554725"/>
                  </a:lnTo>
                  <a:lnTo>
                    <a:pt x="638087" y="555465"/>
                  </a:lnTo>
                  <a:lnTo>
                    <a:pt x="640550" y="556101"/>
                  </a:lnTo>
                  <a:lnTo>
                    <a:pt x="643014" y="556646"/>
                  </a:lnTo>
                  <a:lnTo>
                    <a:pt x="645478" y="557111"/>
                  </a:lnTo>
                  <a:lnTo>
                    <a:pt x="647941" y="557497"/>
                  </a:lnTo>
                  <a:lnTo>
                    <a:pt x="650405" y="557824"/>
                  </a:lnTo>
                  <a:lnTo>
                    <a:pt x="652869" y="558101"/>
                  </a:lnTo>
                  <a:lnTo>
                    <a:pt x="655332" y="558336"/>
                  </a:lnTo>
                  <a:lnTo>
                    <a:pt x="657796" y="558534"/>
                  </a:lnTo>
                  <a:lnTo>
                    <a:pt x="660260" y="558700"/>
                  </a:lnTo>
                  <a:lnTo>
                    <a:pt x="662723" y="558838"/>
                  </a:lnTo>
                  <a:lnTo>
                    <a:pt x="665187" y="558949"/>
                  </a:lnTo>
                  <a:lnTo>
                    <a:pt x="667651" y="559041"/>
                  </a:lnTo>
                  <a:lnTo>
                    <a:pt x="670114" y="559117"/>
                  </a:lnTo>
                  <a:lnTo>
                    <a:pt x="672578" y="559180"/>
                  </a:lnTo>
                  <a:lnTo>
                    <a:pt x="675042" y="559231"/>
                  </a:lnTo>
                  <a:lnTo>
                    <a:pt x="677505" y="559272"/>
                  </a:lnTo>
                  <a:lnTo>
                    <a:pt x="679969" y="559305"/>
                  </a:lnTo>
                  <a:lnTo>
                    <a:pt x="682433" y="559331"/>
                  </a:lnTo>
                  <a:lnTo>
                    <a:pt x="684896" y="559351"/>
                  </a:lnTo>
                  <a:lnTo>
                    <a:pt x="687360" y="559367"/>
                  </a:lnTo>
                  <a:lnTo>
                    <a:pt x="689824" y="559380"/>
                  </a:lnTo>
                  <a:lnTo>
                    <a:pt x="692287" y="559390"/>
                  </a:lnTo>
                  <a:lnTo>
                    <a:pt x="694751" y="559398"/>
                  </a:lnTo>
                  <a:lnTo>
                    <a:pt x="697215" y="559404"/>
                  </a:lnTo>
                  <a:lnTo>
                    <a:pt x="699678" y="559408"/>
                  </a:lnTo>
                  <a:lnTo>
                    <a:pt x="702142" y="559412"/>
                  </a:lnTo>
                  <a:lnTo>
                    <a:pt x="704606" y="559414"/>
                  </a:lnTo>
                  <a:lnTo>
                    <a:pt x="707069" y="559416"/>
                  </a:lnTo>
                  <a:lnTo>
                    <a:pt x="709533" y="559417"/>
                  </a:lnTo>
                  <a:lnTo>
                    <a:pt x="711997" y="559418"/>
                  </a:lnTo>
                  <a:lnTo>
                    <a:pt x="714460" y="559419"/>
                  </a:lnTo>
                  <a:lnTo>
                    <a:pt x="716924" y="559420"/>
                  </a:lnTo>
                  <a:lnTo>
                    <a:pt x="719388" y="559420"/>
                  </a:lnTo>
                  <a:lnTo>
                    <a:pt x="721851" y="559420"/>
                  </a:lnTo>
                  <a:lnTo>
                    <a:pt x="724315" y="559421"/>
                  </a:lnTo>
                  <a:lnTo>
                    <a:pt x="726778" y="559421"/>
                  </a:lnTo>
                  <a:lnTo>
                    <a:pt x="729242" y="559421"/>
                  </a:lnTo>
                  <a:lnTo>
                    <a:pt x="731706" y="559421"/>
                  </a:lnTo>
                  <a:lnTo>
                    <a:pt x="734169" y="559421"/>
                  </a:lnTo>
                  <a:lnTo>
                    <a:pt x="736633" y="559421"/>
                  </a:lnTo>
                  <a:lnTo>
                    <a:pt x="739097" y="559421"/>
                  </a:lnTo>
                  <a:lnTo>
                    <a:pt x="741560" y="559421"/>
                  </a:lnTo>
                  <a:lnTo>
                    <a:pt x="744024" y="559421"/>
                  </a:lnTo>
                  <a:lnTo>
                    <a:pt x="746488" y="559421"/>
                  </a:lnTo>
                  <a:lnTo>
                    <a:pt x="748951" y="559421"/>
                  </a:lnTo>
                  <a:lnTo>
                    <a:pt x="751415" y="559421"/>
                  </a:lnTo>
                  <a:lnTo>
                    <a:pt x="753879" y="559421"/>
                  </a:lnTo>
                  <a:lnTo>
                    <a:pt x="756342" y="559421"/>
                  </a:lnTo>
                  <a:lnTo>
                    <a:pt x="758806" y="559421"/>
                  </a:lnTo>
                  <a:lnTo>
                    <a:pt x="761270" y="559421"/>
                  </a:lnTo>
                  <a:lnTo>
                    <a:pt x="763733" y="559421"/>
                  </a:lnTo>
                  <a:lnTo>
                    <a:pt x="766197" y="559421"/>
                  </a:lnTo>
                  <a:lnTo>
                    <a:pt x="768661" y="559421"/>
                  </a:lnTo>
                  <a:lnTo>
                    <a:pt x="771124" y="559421"/>
                  </a:lnTo>
                  <a:lnTo>
                    <a:pt x="773588" y="559421"/>
                  </a:lnTo>
                  <a:lnTo>
                    <a:pt x="776052" y="559421"/>
                  </a:lnTo>
                  <a:lnTo>
                    <a:pt x="778515" y="559421"/>
                  </a:lnTo>
                  <a:lnTo>
                    <a:pt x="780979" y="559421"/>
                  </a:lnTo>
                  <a:lnTo>
                    <a:pt x="783443" y="559421"/>
                  </a:lnTo>
                  <a:lnTo>
                    <a:pt x="785906" y="559421"/>
                  </a:lnTo>
                  <a:lnTo>
                    <a:pt x="788370" y="559421"/>
                  </a:lnTo>
                  <a:lnTo>
                    <a:pt x="790834" y="559421"/>
                  </a:lnTo>
                  <a:lnTo>
                    <a:pt x="793297" y="559421"/>
                  </a:lnTo>
                  <a:lnTo>
                    <a:pt x="795761" y="559421"/>
                  </a:lnTo>
                  <a:lnTo>
                    <a:pt x="798225" y="559421"/>
                  </a:lnTo>
                  <a:lnTo>
                    <a:pt x="800688" y="559421"/>
                  </a:lnTo>
                  <a:lnTo>
                    <a:pt x="803152" y="559421"/>
                  </a:lnTo>
                  <a:lnTo>
                    <a:pt x="805616" y="559421"/>
                  </a:lnTo>
                  <a:lnTo>
                    <a:pt x="808079" y="559421"/>
                  </a:lnTo>
                  <a:lnTo>
                    <a:pt x="810543" y="559421"/>
                  </a:lnTo>
                  <a:lnTo>
                    <a:pt x="813006" y="559421"/>
                  </a:lnTo>
                  <a:lnTo>
                    <a:pt x="815470" y="559421"/>
                  </a:lnTo>
                  <a:lnTo>
                    <a:pt x="817934" y="559421"/>
                  </a:lnTo>
                  <a:lnTo>
                    <a:pt x="820397" y="559421"/>
                  </a:lnTo>
                  <a:lnTo>
                    <a:pt x="822861" y="559421"/>
                  </a:lnTo>
                  <a:lnTo>
                    <a:pt x="825325" y="559421"/>
                  </a:lnTo>
                  <a:lnTo>
                    <a:pt x="827788" y="559421"/>
                  </a:lnTo>
                  <a:lnTo>
                    <a:pt x="830252" y="559421"/>
                  </a:lnTo>
                  <a:lnTo>
                    <a:pt x="832716" y="559421"/>
                  </a:lnTo>
                  <a:lnTo>
                    <a:pt x="835179" y="559421"/>
                  </a:lnTo>
                  <a:lnTo>
                    <a:pt x="837643" y="559421"/>
                  </a:lnTo>
                  <a:lnTo>
                    <a:pt x="840107" y="559421"/>
                  </a:lnTo>
                  <a:lnTo>
                    <a:pt x="842570" y="559421"/>
                  </a:lnTo>
                  <a:lnTo>
                    <a:pt x="845034" y="559421"/>
                  </a:lnTo>
                  <a:lnTo>
                    <a:pt x="847498" y="559421"/>
                  </a:lnTo>
                  <a:lnTo>
                    <a:pt x="849961" y="559421"/>
                  </a:lnTo>
                  <a:lnTo>
                    <a:pt x="852425" y="559421"/>
                  </a:lnTo>
                  <a:lnTo>
                    <a:pt x="854889" y="559421"/>
                  </a:lnTo>
                  <a:lnTo>
                    <a:pt x="857352" y="559421"/>
                  </a:lnTo>
                  <a:lnTo>
                    <a:pt x="859816" y="559421"/>
                  </a:lnTo>
                  <a:lnTo>
                    <a:pt x="862280" y="559421"/>
                  </a:lnTo>
                  <a:lnTo>
                    <a:pt x="864743" y="559421"/>
                  </a:lnTo>
                  <a:lnTo>
                    <a:pt x="867207" y="559421"/>
                  </a:lnTo>
                  <a:lnTo>
                    <a:pt x="869671" y="559421"/>
                  </a:lnTo>
                  <a:lnTo>
                    <a:pt x="872134" y="559421"/>
                  </a:lnTo>
                  <a:lnTo>
                    <a:pt x="874598" y="559421"/>
                  </a:lnTo>
                  <a:lnTo>
                    <a:pt x="877062" y="559421"/>
                  </a:lnTo>
                  <a:lnTo>
                    <a:pt x="879525" y="559421"/>
                  </a:lnTo>
                  <a:lnTo>
                    <a:pt x="881989" y="559421"/>
                  </a:lnTo>
                  <a:lnTo>
                    <a:pt x="884453" y="559421"/>
                  </a:lnTo>
                  <a:lnTo>
                    <a:pt x="886916" y="559421"/>
                  </a:lnTo>
                  <a:lnTo>
                    <a:pt x="889380" y="559421"/>
                  </a:lnTo>
                  <a:lnTo>
                    <a:pt x="891844" y="559421"/>
                  </a:lnTo>
                  <a:lnTo>
                    <a:pt x="894307" y="559421"/>
                  </a:lnTo>
                  <a:lnTo>
                    <a:pt x="896771" y="559421"/>
                  </a:lnTo>
                  <a:lnTo>
                    <a:pt x="899235" y="559421"/>
                  </a:lnTo>
                  <a:lnTo>
                    <a:pt x="901698" y="559421"/>
                  </a:lnTo>
                  <a:lnTo>
                    <a:pt x="904162" y="559421"/>
                  </a:lnTo>
                  <a:lnTo>
                    <a:pt x="906625" y="559421"/>
                  </a:lnTo>
                  <a:lnTo>
                    <a:pt x="909089" y="559421"/>
                  </a:lnTo>
                  <a:lnTo>
                    <a:pt x="911553" y="559421"/>
                  </a:lnTo>
                  <a:lnTo>
                    <a:pt x="914016" y="559421"/>
                  </a:lnTo>
                  <a:lnTo>
                    <a:pt x="916480" y="559421"/>
                  </a:lnTo>
                  <a:lnTo>
                    <a:pt x="918944" y="559421"/>
                  </a:lnTo>
                  <a:lnTo>
                    <a:pt x="921407" y="559421"/>
                  </a:lnTo>
                  <a:lnTo>
                    <a:pt x="923871" y="559421"/>
                  </a:lnTo>
                  <a:lnTo>
                    <a:pt x="926335" y="559421"/>
                  </a:lnTo>
                  <a:lnTo>
                    <a:pt x="928798" y="559421"/>
                  </a:lnTo>
                  <a:lnTo>
                    <a:pt x="931262" y="559421"/>
                  </a:lnTo>
                  <a:lnTo>
                    <a:pt x="933726" y="559421"/>
                  </a:lnTo>
                  <a:lnTo>
                    <a:pt x="936189" y="559421"/>
                  </a:lnTo>
                  <a:lnTo>
                    <a:pt x="938653" y="559421"/>
                  </a:lnTo>
                  <a:lnTo>
                    <a:pt x="941117" y="559421"/>
                  </a:lnTo>
                  <a:lnTo>
                    <a:pt x="943580" y="559421"/>
                  </a:lnTo>
                  <a:lnTo>
                    <a:pt x="946044" y="559421"/>
                  </a:lnTo>
                  <a:lnTo>
                    <a:pt x="948508" y="559421"/>
                  </a:lnTo>
                  <a:lnTo>
                    <a:pt x="950971" y="559421"/>
                  </a:lnTo>
                  <a:lnTo>
                    <a:pt x="953435" y="559421"/>
                  </a:lnTo>
                  <a:lnTo>
                    <a:pt x="955899" y="559421"/>
                  </a:lnTo>
                  <a:lnTo>
                    <a:pt x="958362" y="559421"/>
                  </a:lnTo>
                  <a:lnTo>
                    <a:pt x="960826" y="559421"/>
                  </a:lnTo>
                  <a:lnTo>
                    <a:pt x="963290" y="559421"/>
                  </a:lnTo>
                  <a:lnTo>
                    <a:pt x="965753" y="559421"/>
                  </a:lnTo>
                  <a:lnTo>
                    <a:pt x="968217" y="559421"/>
                  </a:lnTo>
                  <a:lnTo>
                    <a:pt x="970681" y="559421"/>
                  </a:lnTo>
                  <a:lnTo>
                    <a:pt x="973144" y="559421"/>
                  </a:lnTo>
                  <a:lnTo>
                    <a:pt x="975608" y="559421"/>
                  </a:lnTo>
                  <a:lnTo>
                    <a:pt x="978072" y="559421"/>
                  </a:lnTo>
                  <a:lnTo>
                    <a:pt x="980535" y="559421"/>
                  </a:lnTo>
                  <a:lnTo>
                    <a:pt x="982999" y="559421"/>
                  </a:lnTo>
                  <a:lnTo>
                    <a:pt x="985463" y="559421"/>
                  </a:lnTo>
                  <a:lnTo>
                    <a:pt x="987926" y="559421"/>
                  </a:lnTo>
                  <a:lnTo>
                    <a:pt x="990390" y="559421"/>
                  </a:lnTo>
                  <a:lnTo>
                    <a:pt x="992853" y="559421"/>
                  </a:lnTo>
                  <a:lnTo>
                    <a:pt x="995317" y="559421"/>
                  </a:lnTo>
                  <a:lnTo>
                    <a:pt x="997781" y="559421"/>
                  </a:lnTo>
                  <a:lnTo>
                    <a:pt x="1000244" y="559421"/>
                  </a:lnTo>
                  <a:lnTo>
                    <a:pt x="1002708" y="559421"/>
                  </a:lnTo>
                  <a:lnTo>
                    <a:pt x="1005172" y="559421"/>
                  </a:lnTo>
                  <a:lnTo>
                    <a:pt x="1007635" y="559421"/>
                  </a:lnTo>
                  <a:lnTo>
                    <a:pt x="1010099" y="559421"/>
                  </a:lnTo>
                  <a:lnTo>
                    <a:pt x="1012563" y="559421"/>
                  </a:lnTo>
                  <a:lnTo>
                    <a:pt x="1015026" y="559421"/>
                  </a:lnTo>
                  <a:lnTo>
                    <a:pt x="1017490" y="559421"/>
                  </a:lnTo>
                  <a:lnTo>
                    <a:pt x="1019954" y="559421"/>
                  </a:lnTo>
                  <a:lnTo>
                    <a:pt x="1022417" y="559421"/>
                  </a:lnTo>
                  <a:lnTo>
                    <a:pt x="1024881" y="559421"/>
                  </a:lnTo>
                  <a:lnTo>
                    <a:pt x="1027345" y="559421"/>
                  </a:lnTo>
                  <a:lnTo>
                    <a:pt x="1029808" y="559421"/>
                  </a:lnTo>
                  <a:lnTo>
                    <a:pt x="1032272" y="559421"/>
                  </a:lnTo>
                  <a:lnTo>
                    <a:pt x="1034736" y="559421"/>
                  </a:lnTo>
                  <a:lnTo>
                    <a:pt x="1037199" y="559421"/>
                  </a:lnTo>
                  <a:lnTo>
                    <a:pt x="1039663" y="559421"/>
                  </a:lnTo>
                  <a:lnTo>
                    <a:pt x="1042127" y="559421"/>
                  </a:lnTo>
                  <a:lnTo>
                    <a:pt x="1044590" y="559421"/>
                  </a:lnTo>
                  <a:lnTo>
                    <a:pt x="1047054" y="559421"/>
                  </a:lnTo>
                  <a:lnTo>
                    <a:pt x="1049518" y="559421"/>
                  </a:lnTo>
                  <a:lnTo>
                    <a:pt x="1051981" y="559421"/>
                  </a:lnTo>
                  <a:lnTo>
                    <a:pt x="1054445" y="559421"/>
                  </a:lnTo>
                  <a:lnTo>
                    <a:pt x="1056909" y="559421"/>
                  </a:lnTo>
                  <a:lnTo>
                    <a:pt x="1059372" y="559421"/>
                  </a:lnTo>
                  <a:lnTo>
                    <a:pt x="1061836" y="559421"/>
                  </a:lnTo>
                  <a:lnTo>
                    <a:pt x="1064300" y="559421"/>
                  </a:lnTo>
                  <a:lnTo>
                    <a:pt x="1066763" y="559421"/>
                  </a:lnTo>
                  <a:lnTo>
                    <a:pt x="1069227" y="559421"/>
                  </a:lnTo>
                  <a:lnTo>
                    <a:pt x="1071691" y="559421"/>
                  </a:lnTo>
                  <a:lnTo>
                    <a:pt x="1074154" y="559421"/>
                  </a:lnTo>
                  <a:lnTo>
                    <a:pt x="1076618" y="559421"/>
                  </a:lnTo>
                  <a:lnTo>
                    <a:pt x="1079082" y="559421"/>
                  </a:lnTo>
                  <a:lnTo>
                    <a:pt x="1081545" y="559421"/>
                  </a:lnTo>
                  <a:lnTo>
                    <a:pt x="1084009" y="559421"/>
                  </a:lnTo>
                  <a:lnTo>
                    <a:pt x="1086472" y="559421"/>
                  </a:lnTo>
                  <a:lnTo>
                    <a:pt x="1088936" y="559421"/>
                  </a:lnTo>
                  <a:lnTo>
                    <a:pt x="1091400" y="559421"/>
                  </a:lnTo>
                  <a:lnTo>
                    <a:pt x="1093863" y="559421"/>
                  </a:lnTo>
                  <a:lnTo>
                    <a:pt x="1096327" y="559421"/>
                  </a:lnTo>
                  <a:lnTo>
                    <a:pt x="1098791" y="559421"/>
                  </a:lnTo>
                  <a:lnTo>
                    <a:pt x="1101254" y="559421"/>
                  </a:lnTo>
                  <a:lnTo>
                    <a:pt x="1103718" y="559421"/>
                  </a:lnTo>
                  <a:lnTo>
                    <a:pt x="1106182" y="559421"/>
                  </a:lnTo>
                  <a:lnTo>
                    <a:pt x="1108645" y="559421"/>
                  </a:lnTo>
                  <a:lnTo>
                    <a:pt x="1111109" y="559421"/>
                  </a:lnTo>
                  <a:lnTo>
                    <a:pt x="1113573" y="559421"/>
                  </a:lnTo>
                  <a:lnTo>
                    <a:pt x="1116036" y="559421"/>
                  </a:lnTo>
                  <a:lnTo>
                    <a:pt x="1118500" y="559421"/>
                  </a:lnTo>
                  <a:lnTo>
                    <a:pt x="1120964" y="559421"/>
                  </a:lnTo>
                  <a:lnTo>
                    <a:pt x="1123427" y="559421"/>
                  </a:lnTo>
                  <a:lnTo>
                    <a:pt x="1125891" y="559421"/>
                  </a:lnTo>
                  <a:lnTo>
                    <a:pt x="1128355" y="559421"/>
                  </a:lnTo>
                  <a:lnTo>
                    <a:pt x="1130818" y="559421"/>
                  </a:lnTo>
                  <a:lnTo>
                    <a:pt x="1133282" y="559421"/>
                  </a:lnTo>
                  <a:lnTo>
                    <a:pt x="1135746" y="559421"/>
                  </a:lnTo>
                  <a:lnTo>
                    <a:pt x="1138209" y="559421"/>
                  </a:lnTo>
                  <a:lnTo>
                    <a:pt x="1140673" y="559421"/>
                  </a:lnTo>
                  <a:lnTo>
                    <a:pt x="1143137" y="559421"/>
                  </a:lnTo>
                  <a:lnTo>
                    <a:pt x="1145600" y="559421"/>
                  </a:lnTo>
                  <a:lnTo>
                    <a:pt x="1148064" y="559421"/>
                  </a:lnTo>
                  <a:lnTo>
                    <a:pt x="1150528" y="559421"/>
                  </a:lnTo>
                  <a:lnTo>
                    <a:pt x="1152991" y="559421"/>
                  </a:lnTo>
                  <a:lnTo>
                    <a:pt x="1155455" y="559421"/>
                  </a:lnTo>
                  <a:lnTo>
                    <a:pt x="1157919" y="559421"/>
                  </a:lnTo>
                  <a:lnTo>
                    <a:pt x="1160382" y="559421"/>
                  </a:lnTo>
                  <a:lnTo>
                    <a:pt x="1162846" y="559421"/>
                  </a:lnTo>
                  <a:lnTo>
                    <a:pt x="1165310" y="559421"/>
                  </a:lnTo>
                  <a:lnTo>
                    <a:pt x="1167773" y="559421"/>
                  </a:lnTo>
                  <a:lnTo>
                    <a:pt x="1170237" y="559421"/>
                  </a:lnTo>
                  <a:lnTo>
                    <a:pt x="1172701" y="559421"/>
                  </a:lnTo>
                  <a:lnTo>
                    <a:pt x="1175164" y="559421"/>
                  </a:lnTo>
                  <a:lnTo>
                    <a:pt x="1177628" y="559421"/>
                  </a:lnTo>
                  <a:lnTo>
                    <a:pt x="1180091" y="559421"/>
                  </a:lnTo>
                  <a:lnTo>
                    <a:pt x="1182555" y="559421"/>
                  </a:lnTo>
                  <a:lnTo>
                    <a:pt x="1185019" y="559421"/>
                  </a:lnTo>
                  <a:lnTo>
                    <a:pt x="1187482" y="559421"/>
                  </a:lnTo>
                  <a:lnTo>
                    <a:pt x="1189946" y="559421"/>
                  </a:lnTo>
                  <a:lnTo>
                    <a:pt x="1192410" y="559421"/>
                  </a:lnTo>
                  <a:lnTo>
                    <a:pt x="1194873" y="559421"/>
                  </a:lnTo>
                  <a:lnTo>
                    <a:pt x="1197337" y="559421"/>
                  </a:lnTo>
                  <a:lnTo>
                    <a:pt x="1199801" y="559421"/>
                  </a:lnTo>
                  <a:lnTo>
                    <a:pt x="1202264" y="559421"/>
                  </a:lnTo>
                  <a:lnTo>
                    <a:pt x="1204728" y="559421"/>
                  </a:lnTo>
                  <a:lnTo>
                    <a:pt x="1207192" y="559421"/>
                  </a:lnTo>
                  <a:lnTo>
                    <a:pt x="1209655" y="559421"/>
                  </a:lnTo>
                  <a:lnTo>
                    <a:pt x="1212119" y="559421"/>
                  </a:lnTo>
                  <a:lnTo>
                    <a:pt x="1214583" y="559421"/>
                  </a:lnTo>
                  <a:lnTo>
                    <a:pt x="1217046" y="559421"/>
                  </a:lnTo>
                  <a:lnTo>
                    <a:pt x="1219510" y="559421"/>
                  </a:lnTo>
                  <a:lnTo>
                    <a:pt x="1221974" y="559421"/>
                  </a:lnTo>
                  <a:lnTo>
                    <a:pt x="1224437" y="559421"/>
                  </a:lnTo>
                  <a:lnTo>
                    <a:pt x="1226901" y="559421"/>
                  </a:lnTo>
                  <a:lnTo>
                    <a:pt x="1229365" y="559421"/>
                  </a:lnTo>
                  <a:lnTo>
                    <a:pt x="1231828" y="559421"/>
                  </a:lnTo>
                  <a:lnTo>
                    <a:pt x="1234292" y="559421"/>
                  </a:lnTo>
                  <a:lnTo>
                    <a:pt x="1236756" y="559421"/>
                  </a:lnTo>
                  <a:lnTo>
                    <a:pt x="1239219" y="559421"/>
                  </a:lnTo>
                  <a:lnTo>
                    <a:pt x="1241683" y="559421"/>
                  </a:lnTo>
                  <a:lnTo>
                    <a:pt x="1244147" y="559421"/>
                  </a:lnTo>
                  <a:lnTo>
                    <a:pt x="1246610" y="559421"/>
                  </a:lnTo>
                  <a:lnTo>
                    <a:pt x="1249074" y="559421"/>
                  </a:lnTo>
                  <a:lnTo>
                    <a:pt x="1251538" y="559421"/>
                  </a:lnTo>
                  <a:lnTo>
                    <a:pt x="1254001" y="559421"/>
                  </a:lnTo>
                  <a:lnTo>
                    <a:pt x="1256465" y="559421"/>
                  </a:lnTo>
                  <a:lnTo>
                    <a:pt x="1258929" y="559421"/>
                  </a:lnTo>
                  <a:lnTo>
                    <a:pt x="1256465" y="559421"/>
                  </a:lnTo>
                  <a:lnTo>
                    <a:pt x="1254001" y="559421"/>
                  </a:lnTo>
                  <a:lnTo>
                    <a:pt x="1251538" y="559421"/>
                  </a:lnTo>
                  <a:lnTo>
                    <a:pt x="1249074" y="559421"/>
                  </a:lnTo>
                  <a:lnTo>
                    <a:pt x="1246610" y="559421"/>
                  </a:lnTo>
                  <a:lnTo>
                    <a:pt x="1244147" y="559421"/>
                  </a:lnTo>
                  <a:lnTo>
                    <a:pt x="1241683" y="559421"/>
                  </a:lnTo>
                  <a:lnTo>
                    <a:pt x="1239219" y="559421"/>
                  </a:lnTo>
                  <a:lnTo>
                    <a:pt x="1236756" y="559421"/>
                  </a:lnTo>
                  <a:lnTo>
                    <a:pt x="1234292" y="559421"/>
                  </a:lnTo>
                  <a:lnTo>
                    <a:pt x="1231828" y="559421"/>
                  </a:lnTo>
                  <a:lnTo>
                    <a:pt x="1229365" y="559421"/>
                  </a:lnTo>
                  <a:lnTo>
                    <a:pt x="1226901" y="559421"/>
                  </a:lnTo>
                  <a:lnTo>
                    <a:pt x="1224437" y="559421"/>
                  </a:lnTo>
                  <a:lnTo>
                    <a:pt x="1221974" y="559421"/>
                  </a:lnTo>
                  <a:lnTo>
                    <a:pt x="1219510" y="559421"/>
                  </a:lnTo>
                  <a:lnTo>
                    <a:pt x="1217046" y="559421"/>
                  </a:lnTo>
                  <a:lnTo>
                    <a:pt x="1214583" y="559421"/>
                  </a:lnTo>
                  <a:lnTo>
                    <a:pt x="1212119" y="559421"/>
                  </a:lnTo>
                  <a:lnTo>
                    <a:pt x="1209655" y="559421"/>
                  </a:lnTo>
                  <a:lnTo>
                    <a:pt x="1207192" y="559421"/>
                  </a:lnTo>
                  <a:lnTo>
                    <a:pt x="1204728" y="559421"/>
                  </a:lnTo>
                  <a:lnTo>
                    <a:pt x="1202264" y="559421"/>
                  </a:lnTo>
                  <a:lnTo>
                    <a:pt x="1199801" y="559421"/>
                  </a:lnTo>
                  <a:lnTo>
                    <a:pt x="1197337" y="559421"/>
                  </a:lnTo>
                  <a:lnTo>
                    <a:pt x="1194873" y="559421"/>
                  </a:lnTo>
                  <a:lnTo>
                    <a:pt x="1192410" y="559421"/>
                  </a:lnTo>
                  <a:lnTo>
                    <a:pt x="1189946" y="559421"/>
                  </a:lnTo>
                  <a:lnTo>
                    <a:pt x="1187482" y="559421"/>
                  </a:lnTo>
                  <a:lnTo>
                    <a:pt x="1185019" y="559421"/>
                  </a:lnTo>
                  <a:lnTo>
                    <a:pt x="1182555" y="559421"/>
                  </a:lnTo>
                  <a:lnTo>
                    <a:pt x="1180091" y="559421"/>
                  </a:lnTo>
                  <a:lnTo>
                    <a:pt x="1177628" y="559421"/>
                  </a:lnTo>
                  <a:lnTo>
                    <a:pt x="1175164" y="559421"/>
                  </a:lnTo>
                  <a:lnTo>
                    <a:pt x="1172701" y="559421"/>
                  </a:lnTo>
                  <a:lnTo>
                    <a:pt x="1170237" y="559421"/>
                  </a:lnTo>
                  <a:lnTo>
                    <a:pt x="1167773" y="559421"/>
                  </a:lnTo>
                  <a:lnTo>
                    <a:pt x="1165310" y="559421"/>
                  </a:lnTo>
                  <a:lnTo>
                    <a:pt x="1162846" y="559421"/>
                  </a:lnTo>
                  <a:lnTo>
                    <a:pt x="1160382" y="559421"/>
                  </a:lnTo>
                  <a:lnTo>
                    <a:pt x="1157919" y="559421"/>
                  </a:lnTo>
                  <a:lnTo>
                    <a:pt x="1155455" y="559421"/>
                  </a:lnTo>
                  <a:lnTo>
                    <a:pt x="1152991" y="559421"/>
                  </a:lnTo>
                  <a:lnTo>
                    <a:pt x="1150528" y="559421"/>
                  </a:lnTo>
                  <a:lnTo>
                    <a:pt x="1148064" y="559421"/>
                  </a:lnTo>
                  <a:lnTo>
                    <a:pt x="1145600" y="559421"/>
                  </a:lnTo>
                  <a:lnTo>
                    <a:pt x="1143137" y="559421"/>
                  </a:lnTo>
                  <a:lnTo>
                    <a:pt x="1140673" y="559421"/>
                  </a:lnTo>
                  <a:lnTo>
                    <a:pt x="1138209" y="559421"/>
                  </a:lnTo>
                  <a:lnTo>
                    <a:pt x="1135746" y="559421"/>
                  </a:lnTo>
                  <a:lnTo>
                    <a:pt x="1133282" y="559421"/>
                  </a:lnTo>
                  <a:lnTo>
                    <a:pt x="1130818" y="559421"/>
                  </a:lnTo>
                  <a:lnTo>
                    <a:pt x="1128355" y="559421"/>
                  </a:lnTo>
                  <a:lnTo>
                    <a:pt x="1125891" y="559421"/>
                  </a:lnTo>
                  <a:lnTo>
                    <a:pt x="1123427" y="559421"/>
                  </a:lnTo>
                  <a:lnTo>
                    <a:pt x="1120964" y="559421"/>
                  </a:lnTo>
                  <a:lnTo>
                    <a:pt x="1118500" y="559421"/>
                  </a:lnTo>
                  <a:lnTo>
                    <a:pt x="1116036" y="559421"/>
                  </a:lnTo>
                  <a:lnTo>
                    <a:pt x="1113573" y="559421"/>
                  </a:lnTo>
                  <a:lnTo>
                    <a:pt x="1111109" y="559421"/>
                  </a:lnTo>
                  <a:lnTo>
                    <a:pt x="1108645" y="559421"/>
                  </a:lnTo>
                  <a:lnTo>
                    <a:pt x="1106182" y="559421"/>
                  </a:lnTo>
                  <a:lnTo>
                    <a:pt x="1103718" y="559421"/>
                  </a:lnTo>
                  <a:lnTo>
                    <a:pt x="1101254" y="559421"/>
                  </a:lnTo>
                  <a:lnTo>
                    <a:pt x="1098791" y="559421"/>
                  </a:lnTo>
                  <a:lnTo>
                    <a:pt x="1096327" y="559421"/>
                  </a:lnTo>
                  <a:lnTo>
                    <a:pt x="1093863" y="559421"/>
                  </a:lnTo>
                  <a:lnTo>
                    <a:pt x="1091400" y="559421"/>
                  </a:lnTo>
                  <a:lnTo>
                    <a:pt x="1088936" y="559421"/>
                  </a:lnTo>
                  <a:lnTo>
                    <a:pt x="1086472" y="559421"/>
                  </a:lnTo>
                  <a:lnTo>
                    <a:pt x="1084009" y="559421"/>
                  </a:lnTo>
                  <a:lnTo>
                    <a:pt x="1081545" y="559421"/>
                  </a:lnTo>
                  <a:lnTo>
                    <a:pt x="1079082" y="559421"/>
                  </a:lnTo>
                  <a:lnTo>
                    <a:pt x="1076618" y="559421"/>
                  </a:lnTo>
                  <a:lnTo>
                    <a:pt x="1074154" y="559421"/>
                  </a:lnTo>
                  <a:lnTo>
                    <a:pt x="1071691" y="559421"/>
                  </a:lnTo>
                  <a:lnTo>
                    <a:pt x="1069227" y="559421"/>
                  </a:lnTo>
                  <a:lnTo>
                    <a:pt x="1066763" y="559421"/>
                  </a:lnTo>
                  <a:lnTo>
                    <a:pt x="1064300" y="559421"/>
                  </a:lnTo>
                  <a:lnTo>
                    <a:pt x="1061836" y="559421"/>
                  </a:lnTo>
                  <a:lnTo>
                    <a:pt x="1059372" y="559421"/>
                  </a:lnTo>
                  <a:lnTo>
                    <a:pt x="1056909" y="559421"/>
                  </a:lnTo>
                  <a:lnTo>
                    <a:pt x="1054445" y="559421"/>
                  </a:lnTo>
                  <a:lnTo>
                    <a:pt x="1051981" y="559421"/>
                  </a:lnTo>
                  <a:lnTo>
                    <a:pt x="1049518" y="559421"/>
                  </a:lnTo>
                  <a:lnTo>
                    <a:pt x="1047054" y="559421"/>
                  </a:lnTo>
                  <a:lnTo>
                    <a:pt x="1044590" y="559421"/>
                  </a:lnTo>
                  <a:lnTo>
                    <a:pt x="1042127" y="559421"/>
                  </a:lnTo>
                  <a:lnTo>
                    <a:pt x="1039663" y="559421"/>
                  </a:lnTo>
                  <a:lnTo>
                    <a:pt x="1037199" y="559421"/>
                  </a:lnTo>
                  <a:lnTo>
                    <a:pt x="1034736" y="559421"/>
                  </a:lnTo>
                  <a:lnTo>
                    <a:pt x="1032272" y="559421"/>
                  </a:lnTo>
                  <a:lnTo>
                    <a:pt x="1029808" y="559421"/>
                  </a:lnTo>
                  <a:lnTo>
                    <a:pt x="1027345" y="559421"/>
                  </a:lnTo>
                  <a:lnTo>
                    <a:pt x="1024881" y="559421"/>
                  </a:lnTo>
                  <a:lnTo>
                    <a:pt x="1022417" y="559421"/>
                  </a:lnTo>
                  <a:lnTo>
                    <a:pt x="1019954" y="559421"/>
                  </a:lnTo>
                  <a:lnTo>
                    <a:pt x="1017490" y="559421"/>
                  </a:lnTo>
                  <a:lnTo>
                    <a:pt x="1015026" y="559421"/>
                  </a:lnTo>
                  <a:lnTo>
                    <a:pt x="1012563" y="559421"/>
                  </a:lnTo>
                  <a:lnTo>
                    <a:pt x="1010099" y="559421"/>
                  </a:lnTo>
                  <a:lnTo>
                    <a:pt x="1007635" y="559421"/>
                  </a:lnTo>
                  <a:lnTo>
                    <a:pt x="1005172" y="559421"/>
                  </a:lnTo>
                  <a:lnTo>
                    <a:pt x="1002708" y="559421"/>
                  </a:lnTo>
                  <a:lnTo>
                    <a:pt x="1000244" y="559421"/>
                  </a:lnTo>
                  <a:lnTo>
                    <a:pt x="997781" y="559421"/>
                  </a:lnTo>
                  <a:lnTo>
                    <a:pt x="995317" y="559421"/>
                  </a:lnTo>
                  <a:lnTo>
                    <a:pt x="992853" y="559421"/>
                  </a:lnTo>
                  <a:lnTo>
                    <a:pt x="990390" y="559421"/>
                  </a:lnTo>
                  <a:lnTo>
                    <a:pt x="987926" y="559421"/>
                  </a:lnTo>
                  <a:lnTo>
                    <a:pt x="985463" y="559421"/>
                  </a:lnTo>
                  <a:lnTo>
                    <a:pt x="982999" y="559421"/>
                  </a:lnTo>
                  <a:lnTo>
                    <a:pt x="980535" y="559421"/>
                  </a:lnTo>
                  <a:lnTo>
                    <a:pt x="978072" y="559421"/>
                  </a:lnTo>
                  <a:lnTo>
                    <a:pt x="975608" y="559421"/>
                  </a:lnTo>
                  <a:lnTo>
                    <a:pt x="973144" y="559421"/>
                  </a:lnTo>
                  <a:lnTo>
                    <a:pt x="970681" y="559421"/>
                  </a:lnTo>
                  <a:lnTo>
                    <a:pt x="968217" y="559421"/>
                  </a:lnTo>
                  <a:lnTo>
                    <a:pt x="965753" y="559421"/>
                  </a:lnTo>
                  <a:lnTo>
                    <a:pt x="963290" y="559421"/>
                  </a:lnTo>
                  <a:lnTo>
                    <a:pt x="960826" y="559421"/>
                  </a:lnTo>
                  <a:lnTo>
                    <a:pt x="958362" y="559421"/>
                  </a:lnTo>
                  <a:lnTo>
                    <a:pt x="955899" y="559421"/>
                  </a:lnTo>
                  <a:lnTo>
                    <a:pt x="953435" y="559421"/>
                  </a:lnTo>
                  <a:lnTo>
                    <a:pt x="950971" y="559421"/>
                  </a:lnTo>
                  <a:lnTo>
                    <a:pt x="948508" y="559421"/>
                  </a:lnTo>
                  <a:lnTo>
                    <a:pt x="946044" y="559421"/>
                  </a:lnTo>
                  <a:lnTo>
                    <a:pt x="943580" y="559421"/>
                  </a:lnTo>
                  <a:lnTo>
                    <a:pt x="941117" y="559421"/>
                  </a:lnTo>
                  <a:lnTo>
                    <a:pt x="938653" y="559421"/>
                  </a:lnTo>
                  <a:lnTo>
                    <a:pt x="936189" y="559421"/>
                  </a:lnTo>
                  <a:lnTo>
                    <a:pt x="933726" y="559421"/>
                  </a:lnTo>
                  <a:lnTo>
                    <a:pt x="931262" y="559421"/>
                  </a:lnTo>
                  <a:lnTo>
                    <a:pt x="928798" y="559421"/>
                  </a:lnTo>
                  <a:lnTo>
                    <a:pt x="926335" y="559421"/>
                  </a:lnTo>
                  <a:lnTo>
                    <a:pt x="923871" y="559421"/>
                  </a:lnTo>
                  <a:lnTo>
                    <a:pt x="921407" y="559421"/>
                  </a:lnTo>
                  <a:lnTo>
                    <a:pt x="918944" y="559421"/>
                  </a:lnTo>
                  <a:lnTo>
                    <a:pt x="916480" y="559421"/>
                  </a:lnTo>
                  <a:lnTo>
                    <a:pt x="914016" y="559421"/>
                  </a:lnTo>
                  <a:lnTo>
                    <a:pt x="911553" y="559421"/>
                  </a:lnTo>
                  <a:lnTo>
                    <a:pt x="909089" y="559421"/>
                  </a:lnTo>
                  <a:lnTo>
                    <a:pt x="906625" y="559421"/>
                  </a:lnTo>
                  <a:lnTo>
                    <a:pt x="904162" y="559421"/>
                  </a:lnTo>
                  <a:lnTo>
                    <a:pt x="901698" y="559421"/>
                  </a:lnTo>
                  <a:lnTo>
                    <a:pt x="899235" y="559421"/>
                  </a:lnTo>
                  <a:lnTo>
                    <a:pt x="896771" y="559421"/>
                  </a:lnTo>
                  <a:lnTo>
                    <a:pt x="894307" y="559421"/>
                  </a:lnTo>
                  <a:lnTo>
                    <a:pt x="891844" y="559421"/>
                  </a:lnTo>
                  <a:lnTo>
                    <a:pt x="889380" y="559421"/>
                  </a:lnTo>
                  <a:lnTo>
                    <a:pt x="886916" y="559421"/>
                  </a:lnTo>
                  <a:lnTo>
                    <a:pt x="884453" y="559421"/>
                  </a:lnTo>
                  <a:lnTo>
                    <a:pt x="881989" y="559421"/>
                  </a:lnTo>
                  <a:lnTo>
                    <a:pt x="879525" y="559421"/>
                  </a:lnTo>
                  <a:lnTo>
                    <a:pt x="877062" y="559421"/>
                  </a:lnTo>
                  <a:lnTo>
                    <a:pt x="874598" y="559421"/>
                  </a:lnTo>
                  <a:lnTo>
                    <a:pt x="872134" y="559421"/>
                  </a:lnTo>
                  <a:lnTo>
                    <a:pt x="869671" y="559421"/>
                  </a:lnTo>
                  <a:lnTo>
                    <a:pt x="867207" y="559421"/>
                  </a:lnTo>
                  <a:lnTo>
                    <a:pt x="864743" y="559421"/>
                  </a:lnTo>
                  <a:lnTo>
                    <a:pt x="862280" y="559421"/>
                  </a:lnTo>
                  <a:lnTo>
                    <a:pt x="859816" y="559421"/>
                  </a:lnTo>
                  <a:lnTo>
                    <a:pt x="857352" y="559421"/>
                  </a:lnTo>
                  <a:lnTo>
                    <a:pt x="854889" y="559421"/>
                  </a:lnTo>
                  <a:lnTo>
                    <a:pt x="852425" y="559421"/>
                  </a:lnTo>
                  <a:lnTo>
                    <a:pt x="849961" y="559421"/>
                  </a:lnTo>
                  <a:lnTo>
                    <a:pt x="847498" y="559421"/>
                  </a:lnTo>
                  <a:lnTo>
                    <a:pt x="845034" y="559421"/>
                  </a:lnTo>
                  <a:lnTo>
                    <a:pt x="842570" y="559421"/>
                  </a:lnTo>
                  <a:lnTo>
                    <a:pt x="840107" y="559421"/>
                  </a:lnTo>
                  <a:lnTo>
                    <a:pt x="837643" y="559421"/>
                  </a:lnTo>
                  <a:lnTo>
                    <a:pt x="835179" y="559421"/>
                  </a:lnTo>
                  <a:lnTo>
                    <a:pt x="832716" y="559421"/>
                  </a:lnTo>
                  <a:lnTo>
                    <a:pt x="830252" y="559421"/>
                  </a:lnTo>
                  <a:lnTo>
                    <a:pt x="827788" y="559421"/>
                  </a:lnTo>
                  <a:lnTo>
                    <a:pt x="825325" y="559421"/>
                  </a:lnTo>
                  <a:lnTo>
                    <a:pt x="822861" y="559421"/>
                  </a:lnTo>
                  <a:lnTo>
                    <a:pt x="820397" y="559421"/>
                  </a:lnTo>
                  <a:lnTo>
                    <a:pt x="817934" y="559421"/>
                  </a:lnTo>
                  <a:lnTo>
                    <a:pt x="815470" y="559421"/>
                  </a:lnTo>
                  <a:lnTo>
                    <a:pt x="813006" y="559421"/>
                  </a:lnTo>
                  <a:lnTo>
                    <a:pt x="810543" y="559421"/>
                  </a:lnTo>
                  <a:lnTo>
                    <a:pt x="808079" y="559421"/>
                  </a:lnTo>
                  <a:lnTo>
                    <a:pt x="805616" y="559421"/>
                  </a:lnTo>
                  <a:lnTo>
                    <a:pt x="803152" y="559421"/>
                  </a:lnTo>
                  <a:lnTo>
                    <a:pt x="800688" y="559421"/>
                  </a:lnTo>
                  <a:lnTo>
                    <a:pt x="798225" y="559421"/>
                  </a:lnTo>
                  <a:lnTo>
                    <a:pt x="795761" y="559421"/>
                  </a:lnTo>
                  <a:lnTo>
                    <a:pt x="793297" y="559421"/>
                  </a:lnTo>
                  <a:lnTo>
                    <a:pt x="790834" y="559421"/>
                  </a:lnTo>
                  <a:lnTo>
                    <a:pt x="788370" y="559421"/>
                  </a:lnTo>
                  <a:lnTo>
                    <a:pt x="785906" y="559421"/>
                  </a:lnTo>
                  <a:lnTo>
                    <a:pt x="783443" y="559421"/>
                  </a:lnTo>
                  <a:lnTo>
                    <a:pt x="780979" y="559421"/>
                  </a:lnTo>
                  <a:lnTo>
                    <a:pt x="778515" y="559421"/>
                  </a:lnTo>
                  <a:lnTo>
                    <a:pt x="776052" y="559421"/>
                  </a:lnTo>
                  <a:lnTo>
                    <a:pt x="773588" y="559421"/>
                  </a:lnTo>
                  <a:lnTo>
                    <a:pt x="771124" y="559421"/>
                  </a:lnTo>
                  <a:lnTo>
                    <a:pt x="768661" y="559421"/>
                  </a:lnTo>
                  <a:lnTo>
                    <a:pt x="766197" y="559421"/>
                  </a:lnTo>
                  <a:lnTo>
                    <a:pt x="763733" y="559421"/>
                  </a:lnTo>
                  <a:lnTo>
                    <a:pt x="761270" y="559421"/>
                  </a:lnTo>
                  <a:lnTo>
                    <a:pt x="758806" y="559421"/>
                  </a:lnTo>
                  <a:lnTo>
                    <a:pt x="756342" y="559421"/>
                  </a:lnTo>
                  <a:lnTo>
                    <a:pt x="753879" y="559421"/>
                  </a:lnTo>
                  <a:lnTo>
                    <a:pt x="751415" y="559421"/>
                  </a:lnTo>
                  <a:lnTo>
                    <a:pt x="748951" y="559421"/>
                  </a:lnTo>
                  <a:lnTo>
                    <a:pt x="746488" y="559421"/>
                  </a:lnTo>
                  <a:lnTo>
                    <a:pt x="744024" y="559421"/>
                  </a:lnTo>
                  <a:lnTo>
                    <a:pt x="741560" y="559421"/>
                  </a:lnTo>
                  <a:lnTo>
                    <a:pt x="739097" y="559421"/>
                  </a:lnTo>
                  <a:lnTo>
                    <a:pt x="736633" y="559421"/>
                  </a:lnTo>
                  <a:lnTo>
                    <a:pt x="734169" y="559421"/>
                  </a:lnTo>
                  <a:lnTo>
                    <a:pt x="731706" y="559421"/>
                  </a:lnTo>
                  <a:lnTo>
                    <a:pt x="729242" y="559421"/>
                  </a:lnTo>
                  <a:lnTo>
                    <a:pt x="726778" y="559421"/>
                  </a:lnTo>
                  <a:lnTo>
                    <a:pt x="724315" y="559421"/>
                  </a:lnTo>
                  <a:lnTo>
                    <a:pt x="721851" y="559421"/>
                  </a:lnTo>
                  <a:lnTo>
                    <a:pt x="719388" y="559421"/>
                  </a:lnTo>
                  <a:lnTo>
                    <a:pt x="716924" y="559421"/>
                  </a:lnTo>
                  <a:lnTo>
                    <a:pt x="714460" y="559421"/>
                  </a:lnTo>
                  <a:lnTo>
                    <a:pt x="711997" y="559421"/>
                  </a:lnTo>
                  <a:lnTo>
                    <a:pt x="709533" y="559421"/>
                  </a:lnTo>
                  <a:lnTo>
                    <a:pt x="707069" y="559421"/>
                  </a:lnTo>
                  <a:lnTo>
                    <a:pt x="704606" y="559421"/>
                  </a:lnTo>
                  <a:lnTo>
                    <a:pt x="702142" y="559421"/>
                  </a:lnTo>
                  <a:lnTo>
                    <a:pt x="699678" y="559421"/>
                  </a:lnTo>
                  <a:lnTo>
                    <a:pt x="697215" y="559421"/>
                  </a:lnTo>
                  <a:lnTo>
                    <a:pt x="694751" y="559421"/>
                  </a:lnTo>
                  <a:lnTo>
                    <a:pt x="692287" y="559421"/>
                  </a:lnTo>
                  <a:lnTo>
                    <a:pt x="689824" y="559421"/>
                  </a:lnTo>
                  <a:lnTo>
                    <a:pt x="687360" y="559421"/>
                  </a:lnTo>
                  <a:lnTo>
                    <a:pt x="684896" y="559421"/>
                  </a:lnTo>
                  <a:lnTo>
                    <a:pt x="682433" y="559421"/>
                  </a:lnTo>
                  <a:lnTo>
                    <a:pt x="679969" y="559421"/>
                  </a:lnTo>
                  <a:lnTo>
                    <a:pt x="677505" y="559421"/>
                  </a:lnTo>
                  <a:lnTo>
                    <a:pt x="675042" y="559421"/>
                  </a:lnTo>
                  <a:lnTo>
                    <a:pt x="672578" y="559421"/>
                  </a:lnTo>
                  <a:lnTo>
                    <a:pt x="670114" y="559421"/>
                  </a:lnTo>
                  <a:lnTo>
                    <a:pt x="667651" y="559421"/>
                  </a:lnTo>
                  <a:lnTo>
                    <a:pt x="665187" y="559421"/>
                  </a:lnTo>
                  <a:lnTo>
                    <a:pt x="662723" y="559421"/>
                  </a:lnTo>
                  <a:lnTo>
                    <a:pt x="660260" y="559421"/>
                  </a:lnTo>
                  <a:lnTo>
                    <a:pt x="657796" y="559421"/>
                  </a:lnTo>
                  <a:lnTo>
                    <a:pt x="655332" y="559421"/>
                  </a:lnTo>
                  <a:lnTo>
                    <a:pt x="652869" y="559421"/>
                  </a:lnTo>
                  <a:lnTo>
                    <a:pt x="650405" y="559421"/>
                  </a:lnTo>
                  <a:lnTo>
                    <a:pt x="647941" y="559421"/>
                  </a:lnTo>
                  <a:lnTo>
                    <a:pt x="645478" y="559421"/>
                  </a:lnTo>
                  <a:lnTo>
                    <a:pt x="643014" y="559421"/>
                  </a:lnTo>
                  <a:lnTo>
                    <a:pt x="640550" y="559421"/>
                  </a:lnTo>
                  <a:lnTo>
                    <a:pt x="638087" y="559421"/>
                  </a:lnTo>
                  <a:lnTo>
                    <a:pt x="635623" y="559421"/>
                  </a:lnTo>
                  <a:lnTo>
                    <a:pt x="633159" y="559421"/>
                  </a:lnTo>
                  <a:lnTo>
                    <a:pt x="630696" y="559421"/>
                  </a:lnTo>
                  <a:lnTo>
                    <a:pt x="628232" y="559421"/>
                  </a:lnTo>
                  <a:lnTo>
                    <a:pt x="625769" y="559421"/>
                  </a:lnTo>
                  <a:lnTo>
                    <a:pt x="623305" y="559421"/>
                  </a:lnTo>
                  <a:lnTo>
                    <a:pt x="620841" y="559421"/>
                  </a:lnTo>
                  <a:lnTo>
                    <a:pt x="618378" y="559421"/>
                  </a:lnTo>
                  <a:lnTo>
                    <a:pt x="615914" y="559421"/>
                  </a:lnTo>
                  <a:lnTo>
                    <a:pt x="613450" y="559421"/>
                  </a:lnTo>
                  <a:lnTo>
                    <a:pt x="610987" y="559421"/>
                  </a:lnTo>
                  <a:lnTo>
                    <a:pt x="608523" y="559421"/>
                  </a:lnTo>
                  <a:lnTo>
                    <a:pt x="606059" y="559421"/>
                  </a:lnTo>
                  <a:lnTo>
                    <a:pt x="603596" y="559421"/>
                  </a:lnTo>
                  <a:lnTo>
                    <a:pt x="601132" y="559421"/>
                  </a:lnTo>
                  <a:lnTo>
                    <a:pt x="598668" y="559421"/>
                  </a:lnTo>
                  <a:lnTo>
                    <a:pt x="596205" y="559421"/>
                  </a:lnTo>
                  <a:lnTo>
                    <a:pt x="593741" y="559421"/>
                  </a:lnTo>
                  <a:lnTo>
                    <a:pt x="591277" y="559421"/>
                  </a:lnTo>
                  <a:lnTo>
                    <a:pt x="588814" y="559421"/>
                  </a:lnTo>
                  <a:lnTo>
                    <a:pt x="586350" y="559421"/>
                  </a:lnTo>
                  <a:lnTo>
                    <a:pt x="583886" y="559421"/>
                  </a:lnTo>
                  <a:lnTo>
                    <a:pt x="581423" y="559421"/>
                  </a:lnTo>
                  <a:lnTo>
                    <a:pt x="578959" y="559421"/>
                  </a:lnTo>
                  <a:lnTo>
                    <a:pt x="576495" y="559421"/>
                  </a:lnTo>
                  <a:lnTo>
                    <a:pt x="574032" y="559421"/>
                  </a:lnTo>
                  <a:lnTo>
                    <a:pt x="571568" y="559421"/>
                  </a:lnTo>
                  <a:lnTo>
                    <a:pt x="569104" y="559421"/>
                  </a:lnTo>
                  <a:lnTo>
                    <a:pt x="566641" y="559421"/>
                  </a:lnTo>
                  <a:lnTo>
                    <a:pt x="564177" y="559421"/>
                  </a:lnTo>
                  <a:lnTo>
                    <a:pt x="561713" y="559421"/>
                  </a:lnTo>
                  <a:lnTo>
                    <a:pt x="559250" y="559421"/>
                  </a:lnTo>
                  <a:lnTo>
                    <a:pt x="556786" y="559421"/>
                  </a:lnTo>
                  <a:lnTo>
                    <a:pt x="554322" y="559421"/>
                  </a:lnTo>
                  <a:lnTo>
                    <a:pt x="551859" y="559421"/>
                  </a:lnTo>
                  <a:lnTo>
                    <a:pt x="549395" y="559421"/>
                  </a:lnTo>
                  <a:lnTo>
                    <a:pt x="546931" y="559421"/>
                  </a:lnTo>
                  <a:lnTo>
                    <a:pt x="544468" y="559421"/>
                  </a:lnTo>
                  <a:lnTo>
                    <a:pt x="542004" y="559421"/>
                  </a:lnTo>
                  <a:lnTo>
                    <a:pt x="539541" y="559421"/>
                  </a:lnTo>
                  <a:lnTo>
                    <a:pt x="537077" y="559421"/>
                  </a:lnTo>
                  <a:lnTo>
                    <a:pt x="534613" y="559421"/>
                  </a:lnTo>
                  <a:lnTo>
                    <a:pt x="532150" y="559421"/>
                  </a:lnTo>
                  <a:lnTo>
                    <a:pt x="529686" y="559421"/>
                  </a:lnTo>
                  <a:lnTo>
                    <a:pt x="527222" y="559421"/>
                  </a:lnTo>
                  <a:lnTo>
                    <a:pt x="524759" y="559421"/>
                  </a:lnTo>
                  <a:lnTo>
                    <a:pt x="522295" y="559421"/>
                  </a:lnTo>
                  <a:lnTo>
                    <a:pt x="519831" y="559421"/>
                  </a:lnTo>
                  <a:lnTo>
                    <a:pt x="517368" y="559421"/>
                  </a:lnTo>
                  <a:lnTo>
                    <a:pt x="514904" y="559421"/>
                  </a:lnTo>
                  <a:lnTo>
                    <a:pt x="512440" y="559421"/>
                  </a:lnTo>
                  <a:lnTo>
                    <a:pt x="509977" y="559421"/>
                  </a:lnTo>
                  <a:lnTo>
                    <a:pt x="507513" y="559421"/>
                  </a:lnTo>
                  <a:lnTo>
                    <a:pt x="505049" y="559421"/>
                  </a:lnTo>
                  <a:lnTo>
                    <a:pt x="502586" y="559421"/>
                  </a:lnTo>
                  <a:lnTo>
                    <a:pt x="500122" y="559421"/>
                  </a:lnTo>
                  <a:lnTo>
                    <a:pt x="497658" y="559421"/>
                  </a:lnTo>
                  <a:lnTo>
                    <a:pt x="495195" y="559421"/>
                  </a:lnTo>
                  <a:lnTo>
                    <a:pt x="492731" y="559421"/>
                  </a:lnTo>
                  <a:lnTo>
                    <a:pt x="490267" y="559421"/>
                  </a:lnTo>
                  <a:lnTo>
                    <a:pt x="487804" y="559421"/>
                  </a:lnTo>
                  <a:lnTo>
                    <a:pt x="485340" y="559421"/>
                  </a:lnTo>
                  <a:lnTo>
                    <a:pt x="482876" y="559421"/>
                  </a:lnTo>
                  <a:lnTo>
                    <a:pt x="480413" y="559421"/>
                  </a:lnTo>
                  <a:lnTo>
                    <a:pt x="477949" y="559421"/>
                  </a:lnTo>
                  <a:lnTo>
                    <a:pt x="475485" y="559421"/>
                  </a:lnTo>
                  <a:lnTo>
                    <a:pt x="473022" y="559421"/>
                  </a:lnTo>
                  <a:lnTo>
                    <a:pt x="470558" y="559421"/>
                  </a:lnTo>
                  <a:lnTo>
                    <a:pt x="468094" y="559421"/>
                  </a:lnTo>
                  <a:lnTo>
                    <a:pt x="465631" y="559421"/>
                  </a:lnTo>
                  <a:lnTo>
                    <a:pt x="463167" y="559421"/>
                  </a:lnTo>
                  <a:lnTo>
                    <a:pt x="460703" y="559421"/>
                  </a:lnTo>
                  <a:lnTo>
                    <a:pt x="458240" y="559421"/>
                  </a:lnTo>
                  <a:lnTo>
                    <a:pt x="455776" y="559421"/>
                  </a:lnTo>
                  <a:lnTo>
                    <a:pt x="453312" y="559421"/>
                  </a:lnTo>
                  <a:lnTo>
                    <a:pt x="450849" y="559421"/>
                  </a:lnTo>
                  <a:lnTo>
                    <a:pt x="448385" y="559421"/>
                  </a:lnTo>
                  <a:lnTo>
                    <a:pt x="445922" y="559421"/>
                  </a:lnTo>
                  <a:lnTo>
                    <a:pt x="443458" y="559421"/>
                  </a:lnTo>
                  <a:lnTo>
                    <a:pt x="440994" y="559421"/>
                  </a:lnTo>
                  <a:lnTo>
                    <a:pt x="438531" y="559421"/>
                  </a:lnTo>
                  <a:lnTo>
                    <a:pt x="436067" y="559421"/>
                  </a:lnTo>
                  <a:lnTo>
                    <a:pt x="433603" y="559421"/>
                  </a:lnTo>
                  <a:lnTo>
                    <a:pt x="431140" y="559421"/>
                  </a:lnTo>
                  <a:lnTo>
                    <a:pt x="428676" y="559421"/>
                  </a:lnTo>
                  <a:lnTo>
                    <a:pt x="426212" y="559421"/>
                  </a:lnTo>
                  <a:lnTo>
                    <a:pt x="423749" y="559421"/>
                  </a:lnTo>
                  <a:lnTo>
                    <a:pt x="421285" y="559421"/>
                  </a:lnTo>
                  <a:lnTo>
                    <a:pt x="418821" y="559421"/>
                  </a:lnTo>
                  <a:lnTo>
                    <a:pt x="416358" y="559421"/>
                  </a:lnTo>
                  <a:lnTo>
                    <a:pt x="413894" y="559421"/>
                  </a:lnTo>
                  <a:lnTo>
                    <a:pt x="411430" y="559421"/>
                  </a:lnTo>
                  <a:lnTo>
                    <a:pt x="408967" y="559421"/>
                  </a:lnTo>
                  <a:lnTo>
                    <a:pt x="406503" y="559421"/>
                  </a:lnTo>
                  <a:lnTo>
                    <a:pt x="404039" y="559421"/>
                  </a:lnTo>
                  <a:lnTo>
                    <a:pt x="401576" y="559421"/>
                  </a:lnTo>
                  <a:lnTo>
                    <a:pt x="399112" y="559421"/>
                  </a:lnTo>
                  <a:lnTo>
                    <a:pt x="396648" y="559421"/>
                  </a:lnTo>
                  <a:lnTo>
                    <a:pt x="394185" y="559421"/>
                  </a:lnTo>
                  <a:lnTo>
                    <a:pt x="391721" y="559421"/>
                  </a:lnTo>
                  <a:lnTo>
                    <a:pt x="389257" y="559421"/>
                  </a:lnTo>
                  <a:lnTo>
                    <a:pt x="386794" y="559421"/>
                  </a:lnTo>
                  <a:lnTo>
                    <a:pt x="384330" y="559421"/>
                  </a:lnTo>
                  <a:lnTo>
                    <a:pt x="381866" y="559421"/>
                  </a:lnTo>
                  <a:lnTo>
                    <a:pt x="379403" y="559421"/>
                  </a:lnTo>
                  <a:lnTo>
                    <a:pt x="376939" y="559421"/>
                  </a:lnTo>
                  <a:lnTo>
                    <a:pt x="374475" y="559421"/>
                  </a:lnTo>
                  <a:lnTo>
                    <a:pt x="372012" y="559421"/>
                  </a:lnTo>
                  <a:lnTo>
                    <a:pt x="369548" y="559421"/>
                  </a:lnTo>
                  <a:lnTo>
                    <a:pt x="367084" y="559421"/>
                  </a:lnTo>
                  <a:lnTo>
                    <a:pt x="364621" y="559421"/>
                  </a:lnTo>
                  <a:lnTo>
                    <a:pt x="362157" y="559421"/>
                  </a:lnTo>
                  <a:lnTo>
                    <a:pt x="359694" y="559421"/>
                  </a:lnTo>
                  <a:lnTo>
                    <a:pt x="357230" y="559421"/>
                  </a:lnTo>
                  <a:lnTo>
                    <a:pt x="354766" y="559421"/>
                  </a:lnTo>
                  <a:lnTo>
                    <a:pt x="352303" y="559421"/>
                  </a:lnTo>
                  <a:lnTo>
                    <a:pt x="349839" y="559421"/>
                  </a:lnTo>
                  <a:lnTo>
                    <a:pt x="347375" y="559421"/>
                  </a:lnTo>
                  <a:lnTo>
                    <a:pt x="344912" y="559421"/>
                  </a:lnTo>
                  <a:lnTo>
                    <a:pt x="342448" y="559421"/>
                  </a:lnTo>
                  <a:lnTo>
                    <a:pt x="339984" y="559421"/>
                  </a:lnTo>
                  <a:lnTo>
                    <a:pt x="337521" y="559421"/>
                  </a:lnTo>
                  <a:lnTo>
                    <a:pt x="335057" y="559421"/>
                  </a:lnTo>
                  <a:lnTo>
                    <a:pt x="332593" y="559421"/>
                  </a:lnTo>
                  <a:lnTo>
                    <a:pt x="330130" y="559421"/>
                  </a:lnTo>
                  <a:lnTo>
                    <a:pt x="327666" y="559421"/>
                  </a:lnTo>
                  <a:lnTo>
                    <a:pt x="325202" y="559421"/>
                  </a:lnTo>
                  <a:lnTo>
                    <a:pt x="322739" y="559421"/>
                  </a:lnTo>
                  <a:lnTo>
                    <a:pt x="320275" y="559421"/>
                  </a:lnTo>
                  <a:lnTo>
                    <a:pt x="317811" y="559421"/>
                  </a:lnTo>
                  <a:lnTo>
                    <a:pt x="315348" y="559421"/>
                  </a:lnTo>
                  <a:lnTo>
                    <a:pt x="312884" y="559421"/>
                  </a:lnTo>
                  <a:lnTo>
                    <a:pt x="310420" y="559421"/>
                  </a:lnTo>
                  <a:lnTo>
                    <a:pt x="307957" y="559421"/>
                  </a:lnTo>
                  <a:lnTo>
                    <a:pt x="305493" y="559421"/>
                  </a:lnTo>
                  <a:lnTo>
                    <a:pt x="303029" y="559421"/>
                  </a:lnTo>
                  <a:lnTo>
                    <a:pt x="300566" y="559421"/>
                  </a:lnTo>
                  <a:lnTo>
                    <a:pt x="298102" y="559421"/>
                  </a:lnTo>
                  <a:lnTo>
                    <a:pt x="295638" y="559421"/>
                  </a:lnTo>
                  <a:lnTo>
                    <a:pt x="293175" y="559421"/>
                  </a:lnTo>
                  <a:lnTo>
                    <a:pt x="290711" y="559421"/>
                  </a:lnTo>
                  <a:lnTo>
                    <a:pt x="288247" y="559421"/>
                  </a:lnTo>
                  <a:lnTo>
                    <a:pt x="285784" y="559421"/>
                  </a:lnTo>
                  <a:lnTo>
                    <a:pt x="283320" y="559421"/>
                  </a:lnTo>
                  <a:lnTo>
                    <a:pt x="280856" y="559421"/>
                  </a:lnTo>
                  <a:lnTo>
                    <a:pt x="278393" y="559421"/>
                  </a:lnTo>
                  <a:lnTo>
                    <a:pt x="275929" y="559421"/>
                  </a:lnTo>
                  <a:lnTo>
                    <a:pt x="273465" y="559421"/>
                  </a:lnTo>
                  <a:lnTo>
                    <a:pt x="271002" y="559421"/>
                  </a:lnTo>
                  <a:lnTo>
                    <a:pt x="268538" y="559421"/>
                  </a:lnTo>
                  <a:lnTo>
                    <a:pt x="266075" y="559421"/>
                  </a:lnTo>
                  <a:lnTo>
                    <a:pt x="263611" y="559421"/>
                  </a:lnTo>
                  <a:lnTo>
                    <a:pt x="261147" y="559421"/>
                  </a:lnTo>
                  <a:lnTo>
                    <a:pt x="258684" y="559421"/>
                  </a:lnTo>
                  <a:lnTo>
                    <a:pt x="256220" y="559421"/>
                  </a:lnTo>
                  <a:lnTo>
                    <a:pt x="253756" y="559421"/>
                  </a:lnTo>
                  <a:lnTo>
                    <a:pt x="251293" y="559421"/>
                  </a:lnTo>
                  <a:lnTo>
                    <a:pt x="248829" y="559421"/>
                  </a:lnTo>
                  <a:lnTo>
                    <a:pt x="246365" y="559421"/>
                  </a:lnTo>
                  <a:lnTo>
                    <a:pt x="243902" y="559421"/>
                  </a:lnTo>
                  <a:lnTo>
                    <a:pt x="241438" y="559421"/>
                  </a:lnTo>
                  <a:lnTo>
                    <a:pt x="238974" y="559421"/>
                  </a:lnTo>
                  <a:lnTo>
                    <a:pt x="236511" y="559421"/>
                  </a:lnTo>
                  <a:lnTo>
                    <a:pt x="234047" y="559421"/>
                  </a:lnTo>
                  <a:lnTo>
                    <a:pt x="231583" y="559421"/>
                  </a:lnTo>
                  <a:lnTo>
                    <a:pt x="229120" y="559421"/>
                  </a:lnTo>
                  <a:lnTo>
                    <a:pt x="226656" y="559421"/>
                  </a:lnTo>
                  <a:lnTo>
                    <a:pt x="224192" y="559421"/>
                  </a:lnTo>
                  <a:lnTo>
                    <a:pt x="221729" y="559421"/>
                  </a:lnTo>
                  <a:lnTo>
                    <a:pt x="219265" y="559421"/>
                  </a:lnTo>
                  <a:lnTo>
                    <a:pt x="216801" y="559421"/>
                  </a:lnTo>
                  <a:lnTo>
                    <a:pt x="214338" y="559421"/>
                  </a:lnTo>
                  <a:lnTo>
                    <a:pt x="211874" y="559421"/>
                  </a:lnTo>
                  <a:lnTo>
                    <a:pt x="209410" y="559421"/>
                  </a:lnTo>
                  <a:lnTo>
                    <a:pt x="206947" y="559421"/>
                  </a:lnTo>
                  <a:lnTo>
                    <a:pt x="204483" y="559421"/>
                  </a:lnTo>
                  <a:lnTo>
                    <a:pt x="202019" y="559421"/>
                  </a:lnTo>
                  <a:lnTo>
                    <a:pt x="199556" y="559421"/>
                  </a:lnTo>
                  <a:lnTo>
                    <a:pt x="197092" y="559421"/>
                  </a:lnTo>
                  <a:lnTo>
                    <a:pt x="194628" y="559421"/>
                  </a:lnTo>
                  <a:lnTo>
                    <a:pt x="192165" y="559421"/>
                  </a:lnTo>
                  <a:lnTo>
                    <a:pt x="189701" y="559421"/>
                  </a:lnTo>
                  <a:lnTo>
                    <a:pt x="187237" y="559421"/>
                  </a:lnTo>
                  <a:lnTo>
                    <a:pt x="184774" y="559421"/>
                  </a:lnTo>
                  <a:lnTo>
                    <a:pt x="182310" y="559421"/>
                  </a:lnTo>
                  <a:lnTo>
                    <a:pt x="179847" y="559421"/>
                  </a:lnTo>
                  <a:lnTo>
                    <a:pt x="177383" y="559421"/>
                  </a:lnTo>
                  <a:lnTo>
                    <a:pt x="174919" y="559421"/>
                  </a:lnTo>
                  <a:lnTo>
                    <a:pt x="172456" y="559421"/>
                  </a:lnTo>
                  <a:lnTo>
                    <a:pt x="169992" y="559421"/>
                  </a:lnTo>
                  <a:lnTo>
                    <a:pt x="167528" y="559421"/>
                  </a:lnTo>
                  <a:lnTo>
                    <a:pt x="165065" y="559421"/>
                  </a:lnTo>
                  <a:lnTo>
                    <a:pt x="162601" y="559421"/>
                  </a:lnTo>
                  <a:lnTo>
                    <a:pt x="160137" y="559421"/>
                  </a:lnTo>
                  <a:lnTo>
                    <a:pt x="157674" y="559421"/>
                  </a:lnTo>
                  <a:lnTo>
                    <a:pt x="155210" y="559421"/>
                  </a:lnTo>
                  <a:lnTo>
                    <a:pt x="152746" y="559421"/>
                  </a:lnTo>
                  <a:lnTo>
                    <a:pt x="150283" y="559421"/>
                  </a:lnTo>
                  <a:lnTo>
                    <a:pt x="147819" y="559421"/>
                  </a:lnTo>
                  <a:lnTo>
                    <a:pt x="145355" y="559421"/>
                  </a:lnTo>
                  <a:lnTo>
                    <a:pt x="142892" y="559421"/>
                  </a:lnTo>
                  <a:lnTo>
                    <a:pt x="140428" y="559421"/>
                  </a:lnTo>
                  <a:lnTo>
                    <a:pt x="137964" y="559421"/>
                  </a:lnTo>
                  <a:lnTo>
                    <a:pt x="135501" y="559421"/>
                  </a:lnTo>
                  <a:lnTo>
                    <a:pt x="133037" y="559421"/>
                  </a:lnTo>
                  <a:lnTo>
                    <a:pt x="130573" y="559421"/>
                  </a:lnTo>
                  <a:lnTo>
                    <a:pt x="128110" y="559421"/>
                  </a:lnTo>
                  <a:lnTo>
                    <a:pt x="125646" y="559421"/>
                  </a:lnTo>
                  <a:lnTo>
                    <a:pt x="123182" y="559421"/>
                  </a:lnTo>
                  <a:lnTo>
                    <a:pt x="120719" y="559421"/>
                  </a:lnTo>
                  <a:lnTo>
                    <a:pt x="118255" y="559421"/>
                  </a:lnTo>
                  <a:lnTo>
                    <a:pt x="115791" y="559421"/>
                  </a:lnTo>
                  <a:lnTo>
                    <a:pt x="113328" y="559421"/>
                  </a:lnTo>
                  <a:lnTo>
                    <a:pt x="110864" y="559421"/>
                  </a:lnTo>
                  <a:lnTo>
                    <a:pt x="108400" y="559421"/>
                  </a:lnTo>
                  <a:lnTo>
                    <a:pt x="105937" y="559421"/>
                  </a:lnTo>
                  <a:lnTo>
                    <a:pt x="103473" y="559421"/>
                  </a:lnTo>
                  <a:lnTo>
                    <a:pt x="101009" y="559421"/>
                  </a:lnTo>
                  <a:lnTo>
                    <a:pt x="98546" y="559421"/>
                  </a:lnTo>
                  <a:lnTo>
                    <a:pt x="96082" y="559421"/>
                  </a:lnTo>
                  <a:lnTo>
                    <a:pt x="93618" y="559421"/>
                  </a:lnTo>
                  <a:lnTo>
                    <a:pt x="91155" y="559421"/>
                  </a:lnTo>
                  <a:lnTo>
                    <a:pt x="88691" y="559421"/>
                  </a:lnTo>
                  <a:lnTo>
                    <a:pt x="86228" y="559421"/>
                  </a:lnTo>
                  <a:lnTo>
                    <a:pt x="83764" y="559421"/>
                  </a:lnTo>
                  <a:lnTo>
                    <a:pt x="81300" y="559421"/>
                  </a:lnTo>
                  <a:lnTo>
                    <a:pt x="78837" y="559421"/>
                  </a:lnTo>
                  <a:lnTo>
                    <a:pt x="76373" y="559421"/>
                  </a:lnTo>
                  <a:lnTo>
                    <a:pt x="73909" y="559421"/>
                  </a:lnTo>
                  <a:lnTo>
                    <a:pt x="71446" y="559421"/>
                  </a:lnTo>
                  <a:lnTo>
                    <a:pt x="68982" y="559421"/>
                  </a:lnTo>
                  <a:lnTo>
                    <a:pt x="66518" y="559421"/>
                  </a:lnTo>
                  <a:lnTo>
                    <a:pt x="64055" y="559421"/>
                  </a:lnTo>
                  <a:lnTo>
                    <a:pt x="61591" y="559421"/>
                  </a:lnTo>
                  <a:lnTo>
                    <a:pt x="59127" y="559421"/>
                  </a:lnTo>
                  <a:lnTo>
                    <a:pt x="56664" y="559421"/>
                  </a:lnTo>
                  <a:lnTo>
                    <a:pt x="54200" y="559421"/>
                  </a:lnTo>
                  <a:lnTo>
                    <a:pt x="51736" y="559421"/>
                  </a:lnTo>
                  <a:lnTo>
                    <a:pt x="49273" y="559421"/>
                  </a:lnTo>
                  <a:lnTo>
                    <a:pt x="46809" y="559421"/>
                  </a:lnTo>
                  <a:lnTo>
                    <a:pt x="44345" y="559421"/>
                  </a:lnTo>
                  <a:lnTo>
                    <a:pt x="41882" y="559421"/>
                  </a:lnTo>
                  <a:lnTo>
                    <a:pt x="39418" y="559421"/>
                  </a:lnTo>
                  <a:lnTo>
                    <a:pt x="36954" y="559421"/>
                  </a:lnTo>
                  <a:lnTo>
                    <a:pt x="34491" y="559421"/>
                  </a:lnTo>
                  <a:lnTo>
                    <a:pt x="32027" y="559421"/>
                  </a:lnTo>
                  <a:lnTo>
                    <a:pt x="29563" y="559421"/>
                  </a:lnTo>
                  <a:lnTo>
                    <a:pt x="27100" y="559421"/>
                  </a:lnTo>
                  <a:lnTo>
                    <a:pt x="24636" y="559421"/>
                  </a:lnTo>
                  <a:lnTo>
                    <a:pt x="22172" y="559421"/>
                  </a:lnTo>
                  <a:lnTo>
                    <a:pt x="19709" y="559421"/>
                  </a:lnTo>
                  <a:lnTo>
                    <a:pt x="17245" y="559421"/>
                  </a:lnTo>
                  <a:lnTo>
                    <a:pt x="14781" y="559421"/>
                  </a:lnTo>
                  <a:lnTo>
                    <a:pt x="12318" y="559421"/>
                  </a:lnTo>
                  <a:lnTo>
                    <a:pt x="9854" y="559421"/>
                  </a:lnTo>
                  <a:lnTo>
                    <a:pt x="7390" y="559421"/>
                  </a:lnTo>
                  <a:lnTo>
                    <a:pt x="4927" y="559421"/>
                  </a:lnTo>
                  <a:lnTo>
                    <a:pt x="2463" y="55942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3616" y="1566366"/>
              <a:ext cx="1258929" cy="559421"/>
            </a:xfrm>
            <a:custGeom>
              <a:avLst/>
              <a:pathLst>
                <a:path w="1258929" h="559421">
                  <a:moveTo>
                    <a:pt x="0" y="559421"/>
                  </a:moveTo>
                  <a:lnTo>
                    <a:pt x="2463" y="559421"/>
                  </a:lnTo>
                  <a:lnTo>
                    <a:pt x="4927" y="559421"/>
                  </a:lnTo>
                  <a:lnTo>
                    <a:pt x="7390" y="559421"/>
                  </a:lnTo>
                  <a:lnTo>
                    <a:pt x="9854" y="559421"/>
                  </a:lnTo>
                  <a:lnTo>
                    <a:pt x="12318" y="559421"/>
                  </a:lnTo>
                  <a:lnTo>
                    <a:pt x="14781" y="559421"/>
                  </a:lnTo>
                  <a:lnTo>
                    <a:pt x="17245" y="559421"/>
                  </a:lnTo>
                  <a:lnTo>
                    <a:pt x="19709" y="559421"/>
                  </a:lnTo>
                  <a:lnTo>
                    <a:pt x="22172" y="559421"/>
                  </a:lnTo>
                  <a:lnTo>
                    <a:pt x="24636" y="559421"/>
                  </a:lnTo>
                  <a:lnTo>
                    <a:pt x="27100" y="559421"/>
                  </a:lnTo>
                  <a:lnTo>
                    <a:pt x="29563" y="559421"/>
                  </a:lnTo>
                  <a:lnTo>
                    <a:pt x="32027" y="559421"/>
                  </a:lnTo>
                  <a:lnTo>
                    <a:pt x="34491" y="559421"/>
                  </a:lnTo>
                  <a:lnTo>
                    <a:pt x="36954" y="559421"/>
                  </a:lnTo>
                  <a:lnTo>
                    <a:pt x="39418" y="559421"/>
                  </a:lnTo>
                  <a:lnTo>
                    <a:pt x="41882" y="559421"/>
                  </a:lnTo>
                  <a:lnTo>
                    <a:pt x="44345" y="559421"/>
                  </a:lnTo>
                  <a:lnTo>
                    <a:pt x="46809" y="559421"/>
                  </a:lnTo>
                  <a:lnTo>
                    <a:pt x="49273" y="559421"/>
                  </a:lnTo>
                  <a:lnTo>
                    <a:pt x="51736" y="559421"/>
                  </a:lnTo>
                  <a:lnTo>
                    <a:pt x="54200" y="559421"/>
                  </a:lnTo>
                  <a:lnTo>
                    <a:pt x="56664" y="559421"/>
                  </a:lnTo>
                  <a:lnTo>
                    <a:pt x="59127" y="559421"/>
                  </a:lnTo>
                  <a:lnTo>
                    <a:pt x="61591" y="559421"/>
                  </a:lnTo>
                  <a:lnTo>
                    <a:pt x="64055" y="559421"/>
                  </a:lnTo>
                  <a:lnTo>
                    <a:pt x="66518" y="559421"/>
                  </a:lnTo>
                  <a:lnTo>
                    <a:pt x="68982" y="559421"/>
                  </a:lnTo>
                  <a:lnTo>
                    <a:pt x="71446" y="559421"/>
                  </a:lnTo>
                  <a:lnTo>
                    <a:pt x="73909" y="559420"/>
                  </a:lnTo>
                  <a:lnTo>
                    <a:pt x="76373" y="559420"/>
                  </a:lnTo>
                  <a:lnTo>
                    <a:pt x="78837" y="559420"/>
                  </a:lnTo>
                  <a:lnTo>
                    <a:pt x="81300" y="559419"/>
                  </a:lnTo>
                  <a:lnTo>
                    <a:pt x="83764" y="559419"/>
                  </a:lnTo>
                  <a:lnTo>
                    <a:pt x="86228" y="559418"/>
                  </a:lnTo>
                  <a:lnTo>
                    <a:pt x="88691" y="559416"/>
                  </a:lnTo>
                  <a:lnTo>
                    <a:pt x="91155" y="559414"/>
                  </a:lnTo>
                  <a:lnTo>
                    <a:pt x="93618" y="559412"/>
                  </a:lnTo>
                  <a:lnTo>
                    <a:pt x="96082" y="559408"/>
                  </a:lnTo>
                  <a:lnTo>
                    <a:pt x="98546" y="559404"/>
                  </a:lnTo>
                  <a:lnTo>
                    <a:pt x="101009" y="559397"/>
                  </a:lnTo>
                  <a:lnTo>
                    <a:pt x="103473" y="559389"/>
                  </a:lnTo>
                  <a:lnTo>
                    <a:pt x="105937" y="559377"/>
                  </a:lnTo>
                  <a:lnTo>
                    <a:pt x="108400" y="559363"/>
                  </a:lnTo>
                  <a:lnTo>
                    <a:pt x="110864" y="559345"/>
                  </a:lnTo>
                  <a:lnTo>
                    <a:pt x="113328" y="559321"/>
                  </a:lnTo>
                  <a:lnTo>
                    <a:pt x="115791" y="559290"/>
                  </a:lnTo>
                  <a:lnTo>
                    <a:pt x="118255" y="559251"/>
                  </a:lnTo>
                  <a:lnTo>
                    <a:pt x="120719" y="559203"/>
                  </a:lnTo>
                  <a:lnTo>
                    <a:pt x="123182" y="559142"/>
                  </a:lnTo>
                  <a:lnTo>
                    <a:pt x="125646" y="559069"/>
                  </a:lnTo>
                  <a:lnTo>
                    <a:pt x="128110" y="558979"/>
                  </a:lnTo>
                  <a:lnTo>
                    <a:pt x="130573" y="558870"/>
                  </a:lnTo>
                  <a:lnTo>
                    <a:pt x="133037" y="558735"/>
                  </a:lnTo>
                  <a:lnTo>
                    <a:pt x="135501" y="558575"/>
                  </a:lnTo>
                  <a:lnTo>
                    <a:pt x="137964" y="558385"/>
                  </a:lnTo>
                  <a:lnTo>
                    <a:pt x="140428" y="558163"/>
                  </a:lnTo>
                  <a:lnTo>
                    <a:pt x="142892" y="557905"/>
                  </a:lnTo>
                  <a:lnTo>
                    <a:pt x="145355" y="557608"/>
                  </a:lnTo>
                  <a:lnTo>
                    <a:pt x="147819" y="557264"/>
                  </a:lnTo>
                  <a:lnTo>
                    <a:pt x="150283" y="556867"/>
                  </a:lnTo>
                  <a:lnTo>
                    <a:pt x="152746" y="556420"/>
                  </a:lnTo>
                  <a:lnTo>
                    <a:pt x="155210" y="555920"/>
                  </a:lnTo>
                  <a:lnTo>
                    <a:pt x="157674" y="555365"/>
                  </a:lnTo>
                  <a:lnTo>
                    <a:pt x="160137" y="554753"/>
                  </a:lnTo>
                  <a:lnTo>
                    <a:pt x="162601" y="554085"/>
                  </a:lnTo>
                  <a:lnTo>
                    <a:pt x="165065" y="553351"/>
                  </a:lnTo>
                  <a:lnTo>
                    <a:pt x="167528" y="552557"/>
                  </a:lnTo>
                  <a:lnTo>
                    <a:pt x="169992" y="551709"/>
                  </a:lnTo>
                  <a:lnTo>
                    <a:pt x="172456" y="550810"/>
                  </a:lnTo>
                  <a:lnTo>
                    <a:pt x="174919" y="549862"/>
                  </a:lnTo>
                  <a:lnTo>
                    <a:pt x="177383" y="548869"/>
                  </a:lnTo>
                  <a:lnTo>
                    <a:pt x="179847" y="547836"/>
                  </a:lnTo>
                  <a:lnTo>
                    <a:pt x="182310" y="546761"/>
                  </a:lnTo>
                  <a:lnTo>
                    <a:pt x="184774" y="545658"/>
                  </a:lnTo>
                  <a:lnTo>
                    <a:pt x="187237" y="544530"/>
                  </a:lnTo>
                  <a:lnTo>
                    <a:pt x="189701" y="543384"/>
                  </a:lnTo>
                  <a:lnTo>
                    <a:pt x="192165" y="542223"/>
                  </a:lnTo>
                  <a:lnTo>
                    <a:pt x="194628" y="541050"/>
                  </a:lnTo>
                  <a:lnTo>
                    <a:pt x="197092" y="539867"/>
                  </a:lnTo>
                  <a:lnTo>
                    <a:pt x="199556" y="538677"/>
                  </a:lnTo>
                  <a:lnTo>
                    <a:pt x="202019" y="537481"/>
                  </a:lnTo>
                  <a:lnTo>
                    <a:pt x="204483" y="536276"/>
                  </a:lnTo>
                  <a:lnTo>
                    <a:pt x="206947" y="535062"/>
                  </a:lnTo>
                  <a:lnTo>
                    <a:pt x="209410" y="533835"/>
                  </a:lnTo>
                  <a:lnTo>
                    <a:pt x="211874" y="532591"/>
                  </a:lnTo>
                  <a:lnTo>
                    <a:pt x="214338" y="531323"/>
                  </a:lnTo>
                  <a:lnTo>
                    <a:pt x="216801" y="530021"/>
                  </a:lnTo>
                  <a:lnTo>
                    <a:pt x="219265" y="528683"/>
                  </a:lnTo>
                  <a:lnTo>
                    <a:pt x="221729" y="527302"/>
                  </a:lnTo>
                  <a:lnTo>
                    <a:pt x="224192" y="525872"/>
                  </a:lnTo>
                  <a:lnTo>
                    <a:pt x="226656" y="524389"/>
                  </a:lnTo>
                  <a:lnTo>
                    <a:pt x="229120" y="522847"/>
                  </a:lnTo>
                  <a:lnTo>
                    <a:pt x="231583" y="521234"/>
                  </a:lnTo>
                  <a:lnTo>
                    <a:pt x="234047" y="519552"/>
                  </a:lnTo>
                  <a:lnTo>
                    <a:pt x="236511" y="517805"/>
                  </a:lnTo>
                  <a:lnTo>
                    <a:pt x="238974" y="515996"/>
                  </a:lnTo>
                  <a:lnTo>
                    <a:pt x="241438" y="514128"/>
                  </a:lnTo>
                  <a:lnTo>
                    <a:pt x="243902" y="512208"/>
                  </a:lnTo>
                  <a:lnTo>
                    <a:pt x="246365" y="510242"/>
                  </a:lnTo>
                  <a:lnTo>
                    <a:pt x="248829" y="508235"/>
                  </a:lnTo>
                  <a:lnTo>
                    <a:pt x="251293" y="506210"/>
                  </a:lnTo>
                  <a:lnTo>
                    <a:pt x="253756" y="504178"/>
                  </a:lnTo>
                  <a:lnTo>
                    <a:pt x="256220" y="502156"/>
                  </a:lnTo>
                  <a:lnTo>
                    <a:pt x="258684" y="500159"/>
                  </a:lnTo>
                  <a:lnTo>
                    <a:pt x="261147" y="498201"/>
                  </a:lnTo>
                  <a:lnTo>
                    <a:pt x="263611" y="496303"/>
                  </a:lnTo>
                  <a:lnTo>
                    <a:pt x="266075" y="494496"/>
                  </a:lnTo>
                  <a:lnTo>
                    <a:pt x="268538" y="492785"/>
                  </a:lnTo>
                  <a:lnTo>
                    <a:pt x="271002" y="491186"/>
                  </a:lnTo>
                  <a:lnTo>
                    <a:pt x="273465" y="489711"/>
                  </a:lnTo>
                  <a:lnTo>
                    <a:pt x="275929" y="488371"/>
                  </a:lnTo>
                  <a:lnTo>
                    <a:pt x="278393" y="487178"/>
                  </a:lnTo>
                  <a:lnTo>
                    <a:pt x="280856" y="486151"/>
                  </a:lnTo>
                  <a:lnTo>
                    <a:pt x="283320" y="485306"/>
                  </a:lnTo>
                  <a:lnTo>
                    <a:pt x="285784" y="484624"/>
                  </a:lnTo>
                  <a:lnTo>
                    <a:pt x="288247" y="484105"/>
                  </a:lnTo>
                  <a:lnTo>
                    <a:pt x="290711" y="483744"/>
                  </a:lnTo>
                  <a:lnTo>
                    <a:pt x="293175" y="483538"/>
                  </a:lnTo>
                  <a:lnTo>
                    <a:pt x="295638" y="483476"/>
                  </a:lnTo>
                  <a:lnTo>
                    <a:pt x="298102" y="483566"/>
                  </a:lnTo>
                  <a:lnTo>
                    <a:pt x="300566" y="483782"/>
                  </a:lnTo>
                  <a:lnTo>
                    <a:pt x="303029" y="484098"/>
                  </a:lnTo>
                  <a:lnTo>
                    <a:pt x="305493" y="484496"/>
                  </a:lnTo>
                  <a:lnTo>
                    <a:pt x="307957" y="484959"/>
                  </a:lnTo>
                  <a:lnTo>
                    <a:pt x="310420" y="485466"/>
                  </a:lnTo>
                  <a:lnTo>
                    <a:pt x="312884" y="485998"/>
                  </a:lnTo>
                  <a:lnTo>
                    <a:pt x="315348" y="486529"/>
                  </a:lnTo>
                  <a:lnTo>
                    <a:pt x="317811" y="487030"/>
                  </a:lnTo>
                  <a:lnTo>
                    <a:pt x="320275" y="487482"/>
                  </a:lnTo>
                  <a:lnTo>
                    <a:pt x="322739" y="487863"/>
                  </a:lnTo>
                  <a:lnTo>
                    <a:pt x="325202" y="488155"/>
                  </a:lnTo>
                  <a:lnTo>
                    <a:pt x="327666" y="488337"/>
                  </a:lnTo>
                  <a:lnTo>
                    <a:pt x="330130" y="488390"/>
                  </a:lnTo>
                  <a:lnTo>
                    <a:pt x="332593" y="488267"/>
                  </a:lnTo>
                  <a:lnTo>
                    <a:pt x="335057" y="487981"/>
                  </a:lnTo>
                  <a:lnTo>
                    <a:pt x="337521" y="487519"/>
                  </a:lnTo>
                  <a:lnTo>
                    <a:pt x="339984" y="486873"/>
                  </a:lnTo>
                  <a:lnTo>
                    <a:pt x="342448" y="486036"/>
                  </a:lnTo>
                  <a:lnTo>
                    <a:pt x="344912" y="485002"/>
                  </a:lnTo>
                  <a:lnTo>
                    <a:pt x="347375" y="483754"/>
                  </a:lnTo>
                  <a:lnTo>
                    <a:pt x="349839" y="482279"/>
                  </a:lnTo>
                  <a:lnTo>
                    <a:pt x="352303" y="480609"/>
                  </a:lnTo>
                  <a:lnTo>
                    <a:pt x="354766" y="478748"/>
                  </a:lnTo>
                  <a:lnTo>
                    <a:pt x="357230" y="476702"/>
                  </a:lnTo>
                  <a:lnTo>
                    <a:pt x="359694" y="474480"/>
                  </a:lnTo>
                  <a:lnTo>
                    <a:pt x="362157" y="472090"/>
                  </a:lnTo>
                  <a:lnTo>
                    <a:pt x="364621" y="469521"/>
                  </a:lnTo>
                  <a:lnTo>
                    <a:pt x="367084" y="466795"/>
                  </a:lnTo>
                  <a:lnTo>
                    <a:pt x="369548" y="463932"/>
                  </a:lnTo>
                  <a:lnTo>
                    <a:pt x="372012" y="460941"/>
                  </a:lnTo>
                  <a:lnTo>
                    <a:pt x="374475" y="457826"/>
                  </a:lnTo>
                  <a:lnTo>
                    <a:pt x="376939" y="454593"/>
                  </a:lnTo>
                  <a:lnTo>
                    <a:pt x="379403" y="451244"/>
                  </a:lnTo>
                  <a:lnTo>
                    <a:pt x="381866" y="447758"/>
                  </a:lnTo>
                  <a:lnTo>
                    <a:pt x="384330" y="444148"/>
                  </a:lnTo>
                  <a:lnTo>
                    <a:pt x="386794" y="440411"/>
                  </a:lnTo>
                  <a:lnTo>
                    <a:pt x="389257" y="436538"/>
                  </a:lnTo>
                  <a:lnTo>
                    <a:pt x="391721" y="432518"/>
                  </a:lnTo>
                  <a:lnTo>
                    <a:pt x="394185" y="428338"/>
                  </a:lnTo>
                  <a:lnTo>
                    <a:pt x="396648" y="423980"/>
                  </a:lnTo>
                  <a:lnTo>
                    <a:pt x="399112" y="419388"/>
                  </a:lnTo>
                  <a:lnTo>
                    <a:pt x="401576" y="414577"/>
                  </a:lnTo>
                  <a:lnTo>
                    <a:pt x="404039" y="409528"/>
                  </a:lnTo>
                  <a:lnTo>
                    <a:pt x="406503" y="404221"/>
                  </a:lnTo>
                  <a:lnTo>
                    <a:pt x="408967" y="398638"/>
                  </a:lnTo>
                  <a:lnTo>
                    <a:pt x="411430" y="392759"/>
                  </a:lnTo>
                  <a:lnTo>
                    <a:pt x="413894" y="386541"/>
                  </a:lnTo>
                  <a:lnTo>
                    <a:pt x="416358" y="379934"/>
                  </a:lnTo>
                  <a:lnTo>
                    <a:pt x="418821" y="372966"/>
                  </a:lnTo>
                  <a:lnTo>
                    <a:pt x="421285" y="365618"/>
                  </a:lnTo>
                  <a:lnTo>
                    <a:pt x="423749" y="357876"/>
                  </a:lnTo>
                  <a:lnTo>
                    <a:pt x="426212" y="349722"/>
                  </a:lnTo>
                  <a:lnTo>
                    <a:pt x="428676" y="341143"/>
                  </a:lnTo>
                  <a:lnTo>
                    <a:pt x="431140" y="332067"/>
                  </a:lnTo>
                  <a:lnTo>
                    <a:pt x="433603" y="322492"/>
                  </a:lnTo>
                  <a:lnTo>
                    <a:pt x="436067" y="312447"/>
                  </a:lnTo>
                  <a:lnTo>
                    <a:pt x="438531" y="301925"/>
                  </a:lnTo>
                  <a:lnTo>
                    <a:pt x="440994" y="290919"/>
                  </a:lnTo>
                  <a:lnTo>
                    <a:pt x="443458" y="279427"/>
                  </a:lnTo>
                  <a:lnTo>
                    <a:pt x="445922" y="267451"/>
                  </a:lnTo>
                  <a:lnTo>
                    <a:pt x="448385" y="254919"/>
                  </a:lnTo>
                  <a:lnTo>
                    <a:pt x="450849" y="241915"/>
                  </a:lnTo>
                  <a:lnTo>
                    <a:pt x="453312" y="228481"/>
                  </a:lnTo>
                  <a:lnTo>
                    <a:pt x="455776" y="214652"/>
                  </a:lnTo>
                  <a:lnTo>
                    <a:pt x="458240" y="200468"/>
                  </a:lnTo>
                  <a:lnTo>
                    <a:pt x="460703" y="185982"/>
                  </a:lnTo>
                  <a:lnTo>
                    <a:pt x="463167" y="171253"/>
                  </a:lnTo>
                  <a:lnTo>
                    <a:pt x="465631" y="156347"/>
                  </a:lnTo>
                  <a:lnTo>
                    <a:pt x="468094" y="141406"/>
                  </a:lnTo>
                  <a:lnTo>
                    <a:pt x="470558" y="126529"/>
                  </a:lnTo>
                  <a:lnTo>
                    <a:pt x="473022" y="111826"/>
                  </a:lnTo>
                  <a:lnTo>
                    <a:pt x="475485" y="97415"/>
                  </a:lnTo>
                  <a:lnTo>
                    <a:pt x="477949" y="83419"/>
                  </a:lnTo>
                  <a:lnTo>
                    <a:pt x="480413" y="70015"/>
                  </a:lnTo>
                  <a:lnTo>
                    <a:pt x="482876" y="57445"/>
                  </a:lnTo>
                  <a:lnTo>
                    <a:pt x="485340" y="45761"/>
                  </a:lnTo>
                  <a:lnTo>
                    <a:pt x="487804" y="35097"/>
                  </a:lnTo>
                  <a:lnTo>
                    <a:pt x="490267" y="25581"/>
                  </a:lnTo>
                  <a:lnTo>
                    <a:pt x="492731" y="17333"/>
                  </a:lnTo>
                  <a:lnTo>
                    <a:pt x="495195" y="10467"/>
                  </a:lnTo>
                  <a:lnTo>
                    <a:pt x="497658" y="5271"/>
                  </a:lnTo>
                  <a:lnTo>
                    <a:pt x="500122" y="1828"/>
                  </a:lnTo>
                  <a:lnTo>
                    <a:pt x="502586" y="56"/>
                  </a:lnTo>
                  <a:lnTo>
                    <a:pt x="505049" y="0"/>
                  </a:lnTo>
                  <a:lnTo>
                    <a:pt x="507513" y="1684"/>
                  </a:lnTo>
                  <a:lnTo>
                    <a:pt x="509977" y="5119"/>
                  </a:lnTo>
                  <a:lnTo>
                    <a:pt x="512440" y="10296"/>
                  </a:lnTo>
                  <a:lnTo>
                    <a:pt x="514904" y="17462"/>
                  </a:lnTo>
                  <a:lnTo>
                    <a:pt x="517368" y="26338"/>
                  </a:lnTo>
                  <a:lnTo>
                    <a:pt x="519831" y="36775"/>
                  </a:lnTo>
                  <a:lnTo>
                    <a:pt x="522295" y="48687"/>
                  </a:lnTo>
                  <a:lnTo>
                    <a:pt x="524759" y="61973"/>
                  </a:lnTo>
                  <a:lnTo>
                    <a:pt x="527222" y="76525"/>
                  </a:lnTo>
                  <a:lnTo>
                    <a:pt x="529686" y="92232"/>
                  </a:lnTo>
                  <a:lnTo>
                    <a:pt x="532150" y="109122"/>
                  </a:lnTo>
                  <a:lnTo>
                    <a:pt x="534613" y="126828"/>
                  </a:lnTo>
                  <a:lnTo>
                    <a:pt x="537077" y="145215"/>
                  </a:lnTo>
                  <a:lnTo>
                    <a:pt x="539541" y="164146"/>
                  </a:lnTo>
                  <a:lnTo>
                    <a:pt x="542004" y="183486"/>
                  </a:lnTo>
                  <a:lnTo>
                    <a:pt x="544468" y="203103"/>
                  </a:lnTo>
                  <a:lnTo>
                    <a:pt x="546931" y="222867"/>
                  </a:lnTo>
                  <a:lnTo>
                    <a:pt x="549395" y="242613"/>
                  </a:lnTo>
                  <a:lnTo>
                    <a:pt x="551859" y="262209"/>
                  </a:lnTo>
                  <a:lnTo>
                    <a:pt x="554322" y="281549"/>
                  </a:lnTo>
                  <a:lnTo>
                    <a:pt x="556786" y="300538"/>
                  </a:lnTo>
                  <a:lnTo>
                    <a:pt x="559250" y="319087"/>
                  </a:lnTo>
                  <a:lnTo>
                    <a:pt x="561713" y="337114"/>
                  </a:lnTo>
                  <a:lnTo>
                    <a:pt x="564177" y="354474"/>
                  </a:lnTo>
                  <a:lnTo>
                    <a:pt x="566641" y="371091"/>
                  </a:lnTo>
                  <a:lnTo>
                    <a:pt x="569104" y="386979"/>
                  </a:lnTo>
                  <a:lnTo>
                    <a:pt x="571568" y="402101"/>
                  </a:lnTo>
                  <a:lnTo>
                    <a:pt x="574032" y="416429"/>
                  </a:lnTo>
                  <a:lnTo>
                    <a:pt x="576495" y="429942"/>
                  </a:lnTo>
                  <a:lnTo>
                    <a:pt x="578959" y="442626"/>
                  </a:lnTo>
                  <a:lnTo>
                    <a:pt x="581423" y="454344"/>
                  </a:lnTo>
                  <a:lnTo>
                    <a:pt x="583886" y="465195"/>
                  </a:lnTo>
                  <a:lnTo>
                    <a:pt x="586350" y="475235"/>
                  </a:lnTo>
                  <a:lnTo>
                    <a:pt x="588814" y="484483"/>
                  </a:lnTo>
                  <a:lnTo>
                    <a:pt x="591277" y="492963"/>
                  </a:lnTo>
                  <a:lnTo>
                    <a:pt x="593741" y="500703"/>
                  </a:lnTo>
                  <a:lnTo>
                    <a:pt x="596205" y="507733"/>
                  </a:lnTo>
                  <a:lnTo>
                    <a:pt x="598668" y="513963"/>
                  </a:lnTo>
                  <a:lnTo>
                    <a:pt x="601132" y="519578"/>
                  </a:lnTo>
                  <a:lnTo>
                    <a:pt x="603596" y="524618"/>
                  </a:lnTo>
                  <a:lnTo>
                    <a:pt x="606059" y="529124"/>
                  </a:lnTo>
                  <a:lnTo>
                    <a:pt x="608523" y="533134"/>
                  </a:lnTo>
                  <a:lnTo>
                    <a:pt x="610987" y="536689"/>
                  </a:lnTo>
                  <a:lnTo>
                    <a:pt x="613450" y="539808"/>
                  </a:lnTo>
                  <a:lnTo>
                    <a:pt x="615914" y="542502"/>
                  </a:lnTo>
                  <a:lnTo>
                    <a:pt x="618378" y="544871"/>
                  </a:lnTo>
                  <a:lnTo>
                    <a:pt x="620841" y="546946"/>
                  </a:lnTo>
                  <a:lnTo>
                    <a:pt x="623305" y="548758"/>
                  </a:lnTo>
                  <a:lnTo>
                    <a:pt x="625769" y="550335"/>
                  </a:lnTo>
                  <a:lnTo>
                    <a:pt x="628232" y="551704"/>
                  </a:lnTo>
                  <a:lnTo>
                    <a:pt x="630696" y="552871"/>
                  </a:lnTo>
                  <a:lnTo>
                    <a:pt x="633159" y="553865"/>
                  </a:lnTo>
                  <a:lnTo>
                    <a:pt x="635623" y="554725"/>
                  </a:lnTo>
                  <a:lnTo>
                    <a:pt x="638087" y="555465"/>
                  </a:lnTo>
                  <a:lnTo>
                    <a:pt x="640550" y="556101"/>
                  </a:lnTo>
                  <a:lnTo>
                    <a:pt x="643014" y="556646"/>
                  </a:lnTo>
                  <a:lnTo>
                    <a:pt x="645478" y="557111"/>
                  </a:lnTo>
                  <a:lnTo>
                    <a:pt x="647941" y="557497"/>
                  </a:lnTo>
                  <a:lnTo>
                    <a:pt x="650405" y="557824"/>
                  </a:lnTo>
                  <a:lnTo>
                    <a:pt x="652869" y="558101"/>
                  </a:lnTo>
                  <a:lnTo>
                    <a:pt x="655332" y="558336"/>
                  </a:lnTo>
                  <a:lnTo>
                    <a:pt x="657796" y="558534"/>
                  </a:lnTo>
                  <a:lnTo>
                    <a:pt x="660260" y="558700"/>
                  </a:lnTo>
                  <a:lnTo>
                    <a:pt x="662723" y="558838"/>
                  </a:lnTo>
                  <a:lnTo>
                    <a:pt x="665187" y="558949"/>
                  </a:lnTo>
                  <a:lnTo>
                    <a:pt x="667651" y="559041"/>
                  </a:lnTo>
                  <a:lnTo>
                    <a:pt x="670114" y="559117"/>
                  </a:lnTo>
                  <a:lnTo>
                    <a:pt x="672578" y="559180"/>
                  </a:lnTo>
                  <a:lnTo>
                    <a:pt x="675042" y="559231"/>
                  </a:lnTo>
                  <a:lnTo>
                    <a:pt x="677505" y="559272"/>
                  </a:lnTo>
                  <a:lnTo>
                    <a:pt x="679969" y="559305"/>
                  </a:lnTo>
                  <a:lnTo>
                    <a:pt x="682433" y="559331"/>
                  </a:lnTo>
                  <a:lnTo>
                    <a:pt x="684896" y="559351"/>
                  </a:lnTo>
                  <a:lnTo>
                    <a:pt x="687360" y="559367"/>
                  </a:lnTo>
                  <a:lnTo>
                    <a:pt x="689824" y="559380"/>
                  </a:lnTo>
                  <a:lnTo>
                    <a:pt x="692287" y="559390"/>
                  </a:lnTo>
                  <a:lnTo>
                    <a:pt x="694751" y="559398"/>
                  </a:lnTo>
                  <a:lnTo>
                    <a:pt x="697215" y="559404"/>
                  </a:lnTo>
                  <a:lnTo>
                    <a:pt x="699678" y="559408"/>
                  </a:lnTo>
                  <a:lnTo>
                    <a:pt x="702142" y="559412"/>
                  </a:lnTo>
                  <a:lnTo>
                    <a:pt x="704606" y="559414"/>
                  </a:lnTo>
                  <a:lnTo>
                    <a:pt x="707069" y="559416"/>
                  </a:lnTo>
                  <a:lnTo>
                    <a:pt x="709533" y="559417"/>
                  </a:lnTo>
                  <a:lnTo>
                    <a:pt x="711997" y="559418"/>
                  </a:lnTo>
                  <a:lnTo>
                    <a:pt x="714460" y="559419"/>
                  </a:lnTo>
                  <a:lnTo>
                    <a:pt x="716924" y="559420"/>
                  </a:lnTo>
                  <a:lnTo>
                    <a:pt x="719388" y="559420"/>
                  </a:lnTo>
                  <a:lnTo>
                    <a:pt x="721851" y="559420"/>
                  </a:lnTo>
                  <a:lnTo>
                    <a:pt x="724315" y="559421"/>
                  </a:lnTo>
                  <a:lnTo>
                    <a:pt x="726778" y="559421"/>
                  </a:lnTo>
                  <a:lnTo>
                    <a:pt x="729242" y="559421"/>
                  </a:lnTo>
                  <a:lnTo>
                    <a:pt x="731706" y="559421"/>
                  </a:lnTo>
                  <a:lnTo>
                    <a:pt x="734169" y="559421"/>
                  </a:lnTo>
                  <a:lnTo>
                    <a:pt x="736633" y="559421"/>
                  </a:lnTo>
                  <a:lnTo>
                    <a:pt x="739097" y="559421"/>
                  </a:lnTo>
                  <a:lnTo>
                    <a:pt x="741560" y="559421"/>
                  </a:lnTo>
                  <a:lnTo>
                    <a:pt x="744024" y="559421"/>
                  </a:lnTo>
                  <a:lnTo>
                    <a:pt x="746488" y="559421"/>
                  </a:lnTo>
                  <a:lnTo>
                    <a:pt x="748951" y="559421"/>
                  </a:lnTo>
                  <a:lnTo>
                    <a:pt x="751415" y="559421"/>
                  </a:lnTo>
                  <a:lnTo>
                    <a:pt x="753879" y="559421"/>
                  </a:lnTo>
                  <a:lnTo>
                    <a:pt x="756342" y="559421"/>
                  </a:lnTo>
                  <a:lnTo>
                    <a:pt x="758806" y="559421"/>
                  </a:lnTo>
                  <a:lnTo>
                    <a:pt x="761270" y="559421"/>
                  </a:lnTo>
                  <a:lnTo>
                    <a:pt x="763733" y="559421"/>
                  </a:lnTo>
                  <a:lnTo>
                    <a:pt x="766197" y="559421"/>
                  </a:lnTo>
                  <a:lnTo>
                    <a:pt x="768661" y="559421"/>
                  </a:lnTo>
                  <a:lnTo>
                    <a:pt x="771124" y="559421"/>
                  </a:lnTo>
                  <a:lnTo>
                    <a:pt x="773588" y="559421"/>
                  </a:lnTo>
                  <a:lnTo>
                    <a:pt x="776052" y="559421"/>
                  </a:lnTo>
                  <a:lnTo>
                    <a:pt x="778515" y="559421"/>
                  </a:lnTo>
                  <a:lnTo>
                    <a:pt x="780979" y="559421"/>
                  </a:lnTo>
                  <a:lnTo>
                    <a:pt x="783443" y="559421"/>
                  </a:lnTo>
                  <a:lnTo>
                    <a:pt x="785906" y="559421"/>
                  </a:lnTo>
                  <a:lnTo>
                    <a:pt x="788370" y="559421"/>
                  </a:lnTo>
                  <a:lnTo>
                    <a:pt x="790834" y="559421"/>
                  </a:lnTo>
                  <a:lnTo>
                    <a:pt x="793297" y="559421"/>
                  </a:lnTo>
                  <a:lnTo>
                    <a:pt x="795761" y="559421"/>
                  </a:lnTo>
                  <a:lnTo>
                    <a:pt x="798225" y="559421"/>
                  </a:lnTo>
                  <a:lnTo>
                    <a:pt x="800688" y="559421"/>
                  </a:lnTo>
                  <a:lnTo>
                    <a:pt x="803152" y="559421"/>
                  </a:lnTo>
                  <a:lnTo>
                    <a:pt x="805616" y="559421"/>
                  </a:lnTo>
                  <a:lnTo>
                    <a:pt x="808079" y="559421"/>
                  </a:lnTo>
                  <a:lnTo>
                    <a:pt x="810543" y="559421"/>
                  </a:lnTo>
                  <a:lnTo>
                    <a:pt x="813006" y="559421"/>
                  </a:lnTo>
                  <a:lnTo>
                    <a:pt x="815470" y="559421"/>
                  </a:lnTo>
                  <a:lnTo>
                    <a:pt x="817934" y="559421"/>
                  </a:lnTo>
                  <a:lnTo>
                    <a:pt x="820397" y="559421"/>
                  </a:lnTo>
                  <a:lnTo>
                    <a:pt x="822861" y="559421"/>
                  </a:lnTo>
                  <a:lnTo>
                    <a:pt x="825325" y="559421"/>
                  </a:lnTo>
                  <a:lnTo>
                    <a:pt x="827788" y="559421"/>
                  </a:lnTo>
                  <a:lnTo>
                    <a:pt x="830252" y="559421"/>
                  </a:lnTo>
                  <a:lnTo>
                    <a:pt x="832716" y="559421"/>
                  </a:lnTo>
                  <a:lnTo>
                    <a:pt x="835179" y="559421"/>
                  </a:lnTo>
                  <a:lnTo>
                    <a:pt x="837643" y="559421"/>
                  </a:lnTo>
                  <a:lnTo>
                    <a:pt x="840107" y="559421"/>
                  </a:lnTo>
                  <a:lnTo>
                    <a:pt x="842570" y="559421"/>
                  </a:lnTo>
                  <a:lnTo>
                    <a:pt x="845034" y="559421"/>
                  </a:lnTo>
                  <a:lnTo>
                    <a:pt x="847498" y="559421"/>
                  </a:lnTo>
                  <a:lnTo>
                    <a:pt x="849961" y="559421"/>
                  </a:lnTo>
                  <a:lnTo>
                    <a:pt x="852425" y="559421"/>
                  </a:lnTo>
                  <a:lnTo>
                    <a:pt x="854889" y="559421"/>
                  </a:lnTo>
                  <a:lnTo>
                    <a:pt x="857352" y="559421"/>
                  </a:lnTo>
                  <a:lnTo>
                    <a:pt x="859816" y="559421"/>
                  </a:lnTo>
                  <a:lnTo>
                    <a:pt x="862280" y="559421"/>
                  </a:lnTo>
                  <a:lnTo>
                    <a:pt x="864743" y="559421"/>
                  </a:lnTo>
                  <a:lnTo>
                    <a:pt x="867207" y="559421"/>
                  </a:lnTo>
                  <a:lnTo>
                    <a:pt x="869671" y="559421"/>
                  </a:lnTo>
                  <a:lnTo>
                    <a:pt x="872134" y="559421"/>
                  </a:lnTo>
                  <a:lnTo>
                    <a:pt x="874598" y="559421"/>
                  </a:lnTo>
                  <a:lnTo>
                    <a:pt x="877062" y="559421"/>
                  </a:lnTo>
                  <a:lnTo>
                    <a:pt x="879525" y="559421"/>
                  </a:lnTo>
                  <a:lnTo>
                    <a:pt x="881989" y="559421"/>
                  </a:lnTo>
                  <a:lnTo>
                    <a:pt x="884453" y="559421"/>
                  </a:lnTo>
                  <a:lnTo>
                    <a:pt x="886916" y="559421"/>
                  </a:lnTo>
                  <a:lnTo>
                    <a:pt x="889380" y="559421"/>
                  </a:lnTo>
                  <a:lnTo>
                    <a:pt x="891844" y="559421"/>
                  </a:lnTo>
                  <a:lnTo>
                    <a:pt x="894307" y="559421"/>
                  </a:lnTo>
                  <a:lnTo>
                    <a:pt x="896771" y="559421"/>
                  </a:lnTo>
                  <a:lnTo>
                    <a:pt x="899235" y="559421"/>
                  </a:lnTo>
                  <a:lnTo>
                    <a:pt x="901698" y="559421"/>
                  </a:lnTo>
                  <a:lnTo>
                    <a:pt x="904162" y="559421"/>
                  </a:lnTo>
                  <a:lnTo>
                    <a:pt x="906625" y="559421"/>
                  </a:lnTo>
                  <a:lnTo>
                    <a:pt x="909089" y="559421"/>
                  </a:lnTo>
                  <a:lnTo>
                    <a:pt x="911553" y="559421"/>
                  </a:lnTo>
                  <a:lnTo>
                    <a:pt x="914016" y="559421"/>
                  </a:lnTo>
                  <a:lnTo>
                    <a:pt x="916480" y="559421"/>
                  </a:lnTo>
                  <a:lnTo>
                    <a:pt x="918944" y="559421"/>
                  </a:lnTo>
                  <a:lnTo>
                    <a:pt x="921407" y="559421"/>
                  </a:lnTo>
                  <a:lnTo>
                    <a:pt x="923871" y="559421"/>
                  </a:lnTo>
                  <a:lnTo>
                    <a:pt x="926335" y="559421"/>
                  </a:lnTo>
                  <a:lnTo>
                    <a:pt x="928798" y="559421"/>
                  </a:lnTo>
                  <a:lnTo>
                    <a:pt x="931262" y="559421"/>
                  </a:lnTo>
                  <a:lnTo>
                    <a:pt x="933726" y="559421"/>
                  </a:lnTo>
                  <a:lnTo>
                    <a:pt x="936189" y="559421"/>
                  </a:lnTo>
                  <a:lnTo>
                    <a:pt x="938653" y="559421"/>
                  </a:lnTo>
                  <a:lnTo>
                    <a:pt x="941117" y="559421"/>
                  </a:lnTo>
                  <a:lnTo>
                    <a:pt x="943580" y="559421"/>
                  </a:lnTo>
                  <a:lnTo>
                    <a:pt x="946044" y="559421"/>
                  </a:lnTo>
                  <a:lnTo>
                    <a:pt x="948508" y="559421"/>
                  </a:lnTo>
                  <a:lnTo>
                    <a:pt x="950971" y="559421"/>
                  </a:lnTo>
                  <a:lnTo>
                    <a:pt x="953435" y="559421"/>
                  </a:lnTo>
                  <a:lnTo>
                    <a:pt x="955899" y="559421"/>
                  </a:lnTo>
                  <a:lnTo>
                    <a:pt x="958362" y="559421"/>
                  </a:lnTo>
                  <a:lnTo>
                    <a:pt x="960826" y="559421"/>
                  </a:lnTo>
                  <a:lnTo>
                    <a:pt x="963290" y="559421"/>
                  </a:lnTo>
                  <a:lnTo>
                    <a:pt x="965753" y="559421"/>
                  </a:lnTo>
                  <a:lnTo>
                    <a:pt x="968217" y="559421"/>
                  </a:lnTo>
                  <a:lnTo>
                    <a:pt x="970681" y="559421"/>
                  </a:lnTo>
                  <a:lnTo>
                    <a:pt x="973144" y="559421"/>
                  </a:lnTo>
                  <a:lnTo>
                    <a:pt x="975608" y="559421"/>
                  </a:lnTo>
                  <a:lnTo>
                    <a:pt x="978072" y="559421"/>
                  </a:lnTo>
                  <a:lnTo>
                    <a:pt x="980535" y="559421"/>
                  </a:lnTo>
                  <a:lnTo>
                    <a:pt x="982999" y="559421"/>
                  </a:lnTo>
                  <a:lnTo>
                    <a:pt x="985463" y="559421"/>
                  </a:lnTo>
                  <a:lnTo>
                    <a:pt x="987926" y="559421"/>
                  </a:lnTo>
                  <a:lnTo>
                    <a:pt x="990390" y="559421"/>
                  </a:lnTo>
                  <a:lnTo>
                    <a:pt x="992853" y="559421"/>
                  </a:lnTo>
                  <a:lnTo>
                    <a:pt x="995317" y="559421"/>
                  </a:lnTo>
                  <a:lnTo>
                    <a:pt x="997781" y="559421"/>
                  </a:lnTo>
                  <a:lnTo>
                    <a:pt x="1000244" y="559421"/>
                  </a:lnTo>
                  <a:lnTo>
                    <a:pt x="1002708" y="559421"/>
                  </a:lnTo>
                  <a:lnTo>
                    <a:pt x="1005172" y="559421"/>
                  </a:lnTo>
                  <a:lnTo>
                    <a:pt x="1007635" y="559421"/>
                  </a:lnTo>
                  <a:lnTo>
                    <a:pt x="1010099" y="559421"/>
                  </a:lnTo>
                  <a:lnTo>
                    <a:pt x="1012563" y="559421"/>
                  </a:lnTo>
                  <a:lnTo>
                    <a:pt x="1015026" y="559421"/>
                  </a:lnTo>
                  <a:lnTo>
                    <a:pt x="1017490" y="559421"/>
                  </a:lnTo>
                  <a:lnTo>
                    <a:pt x="1019954" y="559421"/>
                  </a:lnTo>
                  <a:lnTo>
                    <a:pt x="1022417" y="559421"/>
                  </a:lnTo>
                  <a:lnTo>
                    <a:pt x="1024881" y="559421"/>
                  </a:lnTo>
                  <a:lnTo>
                    <a:pt x="1027345" y="559421"/>
                  </a:lnTo>
                  <a:lnTo>
                    <a:pt x="1029808" y="559421"/>
                  </a:lnTo>
                  <a:lnTo>
                    <a:pt x="1032272" y="559421"/>
                  </a:lnTo>
                  <a:lnTo>
                    <a:pt x="1034736" y="559421"/>
                  </a:lnTo>
                  <a:lnTo>
                    <a:pt x="1037199" y="559421"/>
                  </a:lnTo>
                  <a:lnTo>
                    <a:pt x="1039663" y="559421"/>
                  </a:lnTo>
                  <a:lnTo>
                    <a:pt x="1042127" y="559421"/>
                  </a:lnTo>
                  <a:lnTo>
                    <a:pt x="1044590" y="559421"/>
                  </a:lnTo>
                  <a:lnTo>
                    <a:pt x="1047054" y="559421"/>
                  </a:lnTo>
                  <a:lnTo>
                    <a:pt x="1049518" y="559421"/>
                  </a:lnTo>
                  <a:lnTo>
                    <a:pt x="1051981" y="559421"/>
                  </a:lnTo>
                  <a:lnTo>
                    <a:pt x="1054445" y="559421"/>
                  </a:lnTo>
                  <a:lnTo>
                    <a:pt x="1056909" y="559421"/>
                  </a:lnTo>
                  <a:lnTo>
                    <a:pt x="1059372" y="559421"/>
                  </a:lnTo>
                  <a:lnTo>
                    <a:pt x="1061836" y="559421"/>
                  </a:lnTo>
                  <a:lnTo>
                    <a:pt x="1064300" y="559421"/>
                  </a:lnTo>
                  <a:lnTo>
                    <a:pt x="1066763" y="559421"/>
                  </a:lnTo>
                  <a:lnTo>
                    <a:pt x="1069227" y="559421"/>
                  </a:lnTo>
                  <a:lnTo>
                    <a:pt x="1071691" y="559421"/>
                  </a:lnTo>
                  <a:lnTo>
                    <a:pt x="1074154" y="559421"/>
                  </a:lnTo>
                  <a:lnTo>
                    <a:pt x="1076618" y="559421"/>
                  </a:lnTo>
                  <a:lnTo>
                    <a:pt x="1079082" y="559421"/>
                  </a:lnTo>
                  <a:lnTo>
                    <a:pt x="1081545" y="559421"/>
                  </a:lnTo>
                  <a:lnTo>
                    <a:pt x="1084009" y="559421"/>
                  </a:lnTo>
                  <a:lnTo>
                    <a:pt x="1086472" y="559421"/>
                  </a:lnTo>
                  <a:lnTo>
                    <a:pt x="1088936" y="559421"/>
                  </a:lnTo>
                  <a:lnTo>
                    <a:pt x="1091400" y="559421"/>
                  </a:lnTo>
                  <a:lnTo>
                    <a:pt x="1093863" y="559421"/>
                  </a:lnTo>
                  <a:lnTo>
                    <a:pt x="1096327" y="559421"/>
                  </a:lnTo>
                  <a:lnTo>
                    <a:pt x="1098791" y="559421"/>
                  </a:lnTo>
                  <a:lnTo>
                    <a:pt x="1101254" y="559421"/>
                  </a:lnTo>
                  <a:lnTo>
                    <a:pt x="1103718" y="559421"/>
                  </a:lnTo>
                  <a:lnTo>
                    <a:pt x="1106182" y="559421"/>
                  </a:lnTo>
                  <a:lnTo>
                    <a:pt x="1108645" y="559421"/>
                  </a:lnTo>
                  <a:lnTo>
                    <a:pt x="1111109" y="559421"/>
                  </a:lnTo>
                  <a:lnTo>
                    <a:pt x="1113573" y="559421"/>
                  </a:lnTo>
                  <a:lnTo>
                    <a:pt x="1116036" y="559421"/>
                  </a:lnTo>
                  <a:lnTo>
                    <a:pt x="1118500" y="559421"/>
                  </a:lnTo>
                  <a:lnTo>
                    <a:pt x="1120964" y="559421"/>
                  </a:lnTo>
                  <a:lnTo>
                    <a:pt x="1123427" y="559421"/>
                  </a:lnTo>
                  <a:lnTo>
                    <a:pt x="1125891" y="559421"/>
                  </a:lnTo>
                  <a:lnTo>
                    <a:pt x="1128355" y="559421"/>
                  </a:lnTo>
                  <a:lnTo>
                    <a:pt x="1130818" y="559421"/>
                  </a:lnTo>
                  <a:lnTo>
                    <a:pt x="1133282" y="559421"/>
                  </a:lnTo>
                  <a:lnTo>
                    <a:pt x="1135746" y="559421"/>
                  </a:lnTo>
                  <a:lnTo>
                    <a:pt x="1138209" y="559421"/>
                  </a:lnTo>
                  <a:lnTo>
                    <a:pt x="1140673" y="559421"/>
                  </a:lnTo>
                  <a:lnTo>
                    <a:pt x="1143137" y="559421"/>
                  </a:lnTo>
                  <a:lnTo>
                    <a:pt x="1145600" y="559421"/>
                  </a:lnTo>
                  <a:lnTo>
                    <a:pt x="1148064" y="559421"/>
                  </a:lnTo>
                  <a:lnTo>
                    <a:pt x="1150528" y="559421"/>
                  </a:lnTo>
                  <a:lnTo>
                    <a:pt x="1152991" y="559421"/>
                  </a:lnTo>
                  <a:lnTo>
                    <a:pt x="1155455" y="559421"/>
                  </a:lnTo>
                  <a:lnTo>
                    <a:pt x="1157919" y="559421"/>
                  </a:lnTo>
                  <a:lnTo>
                    <a:pt x="1160382" y="559421"/>
                  </a:lnTo>
                  <a:lnTo>
                    <a:pt x="1162846" y="559421"/>
                  </a:lnTo>
                  <a:lnTo>
                    <a:pt x="1165310" y="559421"/>
                  </a:lnTo>
                  <a:lnTo>
                    <a:pt x="1167773" y="559421"/>
                  </a:lnTo>
                  <a:lnTo>
                    <a:pt x="1170237" y="559421"/>
                  </a:lnTo>
                  <a:lnTo>
                    <a:pt x="1172701" y="559421"/>
                  </a:lnTo>
                  <a:lnTo>
                    <a:pt x="1175164" y="559421"/>
                  </a:lnTo>
                  <a:lnTo>
                    <a:pt x="1177628" y="559421"/>
                  </a:lnTo>
                  <a:lnTo>
                    <a:pt x="1180091" y="559421"/>
                  </a:lnTo>
                  <a:lnTo>
                    <a:pt x="1182555" y="559421"/>
                  </a:lnTo>
                  <a:lnTo>
                    <a:pt x="1185019" y="559421"/>
                  </a:lnTo>
                  <a:lnTo>
                    <a:pt x="1187482" y="559421"/>
                  </a:lnTo>
                  <a:lnTo>
                    <a:pt x="1189946" y="559421"/>
                  </a:lnTo>
                  <a:lnTo>
                    <a:pt x="1192410" y="559421"/>
                  </a:lnTo>
                  <a:lnTo>
                    <a:pt x="1194873" y="559421"/>
                  </a:lnTo>
                  <a:lnTo>
                    <a:pt x="1197337" y="559421"/>
                  </a:lnTo>
                  <a:lnTo>
                    <a:pt x="1199801" y="559421"/>
                  </a:lnTo>
                  <a:lnTo>
                    <a:pt x="1202264" y="559421"/>
                  </a:lnTo>
                  <a:lnTo>
                    <a:pt x="1204728" y="559421"/>
                  </a:lnTo>
                  <a:lnTo>
                    <a:pt x="1207192" y="559421"/>
                  </a:lnTo>
                  <a:lnTo>
                    <a:pt x="1209655" y="559421"/>
                  </a:lnTo>
                  <a:lnTo>
                    <a:pt x="1212119" y="559421"/>
                  </a:lnTo>
                  <a:lnTo>
                    <a:pt x="1214583" y="559421"/>
                  </a:lnTo>
                  <a:lnTo>
                    <a:pt x="1217046" y="559421"/>
                  </a:lnTo>
                  <a:lnTo>
                    <a:pt x="1219510" y="559421"/>
                  </a:lnTo>
                  <a:lnTo>
                    <a:pt x="1221974" y="559421"/>
                  </a:lnTo>
                  <a:lnTo>
                    <a:pt x="1224437" y="559421"/>
                  </a:lnTo>
                  <a:lnTo>
                    <a:pt x="1226901" y="559421"/>
                  </a:lnTo>
                  <a:lnTo>
                    <a:pt x="1229365" y="559421"/>
                  </a:lnTo>
                  <a:lnTo>
                    <a:pt x="1231828" y="559421"/>
                  </a:lnTo>
                  <a:lnTo>
                    <a:pt x="1234292" y="559421"/>
                  </a:lnTo>
                  <a:lnTo>
                    <a:pt x="1236756" y="559421"/>
                  </a:lnTo>
                  <a:lnTo>
                    <a:pt x="1239219" y="559421"/>
                  </a:lnTo>
                  <a:lnTo>
                    <a:pt x="1241683" y="559421"/>
                  </a:lnTo>
                  <a:lnTo>
                    <a:pt x="1244147" y="559421"/>
                  </a:lnTo>
                  <a:lnTo>
                    <a:pt x="1246610" y="559421"/>
                  </a:lnTo>
                  <a:lnTo>
                    <a:pt x="1249074" y="559421"/>
                  </a:lnTo>
                  <a:lnTo>
                    <a:pt x="1251538" y="559421"/>
                  </a:lnTo>
                  <a:lnTo>
                    <a:pt x="1254001" y="559421"/>
                  </a:lnTo>
                  <a:lnTo>
                    <a:pt x="1256465" y="559421"/>
                  </a:lnTo>
                  <a:lnTo>
                    <a:pt x="1258929" y="559421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433616" y="1736196"/>
              <a:ext cx="1258929" cy="389591"/>
            </a:xfrm>
            <a:custGeom>
              <a:avLst/>
              <a:pathLst>
                <a:path w="1258929" h="389591">
                  <a:moveTo>
                    <a:pt x="0" y="389591"/>
                  </a:moveTo>
                  <a:lnTo>
                    <a:pt x="2463" y="389591"/>
                  </a:lnTo>
                  <a:lnTo>
                    <a:pt x="4927" y="389591"/>
                  </a:lnTo>
                  <a:lnTo>
                    <a:pt x="7390" y="389591"/>
                  </a:lnTo>
                  <a:lnTo>
                    <a:pt x="9854" y="389591"/>
                  </a:lnTo>
                  <a:lnTo>
                    <a:pt x="12318" y="389591"/>
                  </a:lnTo>
                  <a:lnTo>
                    <a:pt x="14781" y="389591"/>
                  </a:lnTo>
                  <a:lnTo>
                    <a:pt x="17245" y="389591"/>
                  </a:lnTo>
                  <a:lnTo>
                    <a:pt x="19709" y="389591"/>
                  </a:lnTo>
                  <a:lnTo>
                    <a:pt x="22172" y="389591"/>
                  </a:lnTo>
                  <a:lnTo>
                    <a:pt x="24636" y="389591"/>
                  </a:lnTo>
                  <a:lnTo>
                    <a:pt x="27100" y="389591"/>
                  </a:lnTo>
                  <a:lnTo>
                    <a:pt x="29563" y="389591"/>
                  </a:lnTo>
                  <a:lnTo>
                    <a:pt x="32027" y="389591"/>
                  </a:lnTo>
                  <a:lnTo>
                    <a:pt x="34491" y="389591"/>
                  </a:lnTo>
                  <a:lnTo>
                    <a:pt x="36954" y="389591"/>
                  </a:lnTo>
                  <a:lnTo>
                    <a:pt x="39418" y="389591"/>
                  </a:lnTo>
                  <a:lnTo>
                    <a:pt x="41882" y="389591"/>
                  </a:lnTo>
                  <a:lnTo>
                    <a:pt x="44345" y="389591"/>
                  </a:lnTo>
                  <a:lnTo>
                    <a:pt x="46809" y="389591"/>
                  </a:lnTo>
                  <a:lnTo>
                    <a:pt x="49273" y="389591"/>
                  </a:lnTo>
                  <a:lnTo>
                    <a:pt x="51736" y="389591"/>
                  </a:lnTo>
                  <a:lnTo>
                    <a:pt x="54200" y="389591"/>
                  </a:lnTo>
                  <a:lnTo>
                    <a:pt x="56664" y="389591"/>
                  </a:lnTo>
                  <a:lnTo>
                    <a:pt x="59127" y="389591"/>
                  </a:lnTo>
                  <a:lnTo>
                    <a:pt x="61591" y="389591"/>
                  </a:lnTo>
                  <a:lnTo>
                    <a:pt x="64055" y="389591"/>
                  </a:lnTo>
                  <a:lnTo>
                    <a:pt x="66518" y="389591"/>
                  </a:lnTo>
                  <a:lnTo>
                    <a:pt x="68982" y="389590"/>
                  </a:lnTo>
                  <a:lnTo>
                    <a:pt x="71446" y="389590"/>
                  </a:lnTo>
                  <a:lnTo>
                    <a:pt x="73909" y="389590"/>
                  </a:lnTo>
                  <a:lnTo>
                    <a:pt x="76373" y="389590"/>
                  </a:lnTo>
                  <a:lnTo>
                    <a:pt x="78837" y="389589"/>
                  </a:lnTo>
                  <a:lnTo>
                    <a:pt x="81300" y="389589"/>
                  </a:lnTo>
                  <a:lnTo>
                    <a:pt x="83764" y="389588"/>
                  </a:lnTo>
                  <a:lnTo>
                    <a:pt x="86228" y="389588"/>
                  </a:lnTo>
                  <a:lnTo>
                    <a:pt x="88691" y="389587"/>
                  </a:lnTo>
                  <a:lnTo>
                    <a:pt x="91155" y="389585"/>
                  </a:lnTo>
                  <a:lnTo>
                    <a:pt x="93618" y="389584"/>
                  </a:lnTo>
                  <a:lnTo>
                    <a:pt x="96082" y="389582"/>
                  </a:lnTo>
                  <a:lnTo>
                    <a:pt x="98546" y="389580"/>
                  </a:lnTo>
                  <a:lnTo>
                    <a:pt x="101009" y="389577"/>
                  </a:lnTo>
                  <a:lnTo>
                    <a:pt x="103473" y="389574"/>
                  </a:lnTo>
                  <a:lnTo>
                    <a:pt x="105937" y="389570"/>
                  </a:lnTo>
                  <a:lnTo>
                    <a:pt x="108400" y="389565"/>
                  </a:lnTo>
                  <a:lnTo>
                    <a:pt x="110864" y="389559"/>
                  </a:lnTo>
                  <a:lnTo>
                    <a:pt x="113328" y="389552"/>
                  </a:lnTo>
                  <a:lnTo>
                    <a:pt x="115791" y="389544"/>
                  </a:lnTo>
                  <a:lnTo>
                    <a:pt x="118255" y="389534"/>
                  </a:lnTo>
                  <a:lnTo>
                    <a:pt x="120719" y="389522"/>
                  </a:lnTo>
                  <a:lnTo>
                    <a:pt x="123182" y="389508"/>
                  </a:lnTo>
                  <a:lnTo>
                    <a:pt x="125646" y="389491"/>
                  </a:lnTo>
                  <a:lnTo>
                    <a:pt x="128110" y="389472"/>
                  </a:lnTo>
                  <a:lnTo>
                    <a:pt x="130573" y="389450"/>
                  </a:lnTo>
                  <a:lnTo>
                    <a:pt x="133037" y="389423"/>
                  </a:lnTo>
                  <a:lnTo>
                    <a:pt x="135501" y="389393"/>
                  </a:lnTo>
                  <a:lnTo>
                    <a:pt x="137964" y="389357"/>
                  </a:lnTo>
                  <a:lnTo>
                    <a:pt x="140428" y="389317"/>
                  </a:lnTo>
                  <a:lnTo>
                    <a:pt x="142892" y="389272"/>
                  </a:lnTo>
                  <a:lnTo>
                    <a:pt x="145355" y="389219"/>
                  </a:lnTo>
                  <a:lnTo>
                    <a:pt x="147819" y="389158"/>
                  </a:lnTo>
                  <a:lnTo>
                    <a:pt x="150283" y="389090"/>
                  </a:lnTo>
                  <a:lnTo>
                    <a:pt x="152746" y="389014"/>
                  </a:lnTo>
                  <a:lnTo>
                    <a:pt x="155210" y="388930"/>
                  </a:lnTo>
                  <a:lnTo>
                    <a:pt x="157674" y="388833"/>
                  </a:lnTo>
                  <a:lnTo>
                    <a:pt x="160137" y="388725"/>
                  </a:lnTo>
                  <a:lnTo>
                    <a:pt x="162601" y="388606"/>
                  </a:lnTo>
                  <a:lnTo>
                    <a:pt x="165065" y="388475"/>
                  </a:lnTo>
                  <a:lnTo>
                    <a:pt x="167528" y="388331"/>
                  </a:lnTo>
                  <a:lnTo>
                    <a:pt x="169992" y="388171"/>
                  </a:lnTo>
                  <a:lnTo>
                    <a:pt x="172456" y="387995"/>
                  </a:lnTo>
                  <a:lnTo>
                    <a:pt x="174919" y="387803"/>
                  </a:lnTo>
                  <a:lnTo>
                    <a:pt x="177383" y="387596"/>
                  </a:lnTo>
                  <a:lnTo>
                    <a:pt x="179847" y="387372"/>
                  </a:lnTo>
                  <a:lnTo>
                    <a:pt x="182310" y="387129"/>
                  </a:lnTo>
                  <a:lnTo>
                    <a:pt x="184774" y="386864"/>
                  </a:lnTo>
                  <a:lnTo>
                    <a:pt x="187237" y="386581"/>
                  </a:lnTo>
                  <a:lnTo>
                    <a:pt x="189701" y="386278"/>
                  </a:lnTo>
                  <a:lnTo>
                    <a:pt x="192165" y="385957"/>
                  </a:lnTo>
                  <a:lnTo>
                    <a:pt x="194628" y="385615"/>
                  </a:lnTo>
                  <a:lnTo>
                    <a:pt x="197092" y="385247"/>
                  </a:lnTo>
                  <a:lnTo>
                    <a:pt x="199556" y="384858"/>
                  </a:lnTo>
                  <a:lnTo>
                    <a:pt x="202019" y="384449"/>
                  </a:lnTo>
                  <a:lnTo>
                    <a:pt x="204483" y="384020"/>
                  </a:lnTo>
                  <a:lnTo>
                    <a:pt x="206947" y="383570"/>
                  </a:lnTo>
                  <a:lnTo>
                    <a:pt x="209410" y="383093"/>
                  </a:lnTo>
                  <a:lnTo>
                    <a:pt x="211874" y="382595"/>
                  </a:lnTo>
                  <a:lnTo>
                    <a:pt x="214338" y="382077"/>
                  </a:lnTo>
                  <a:lnTo>
                    <a:pt x="216801" y="381539"/>
                  </a:lnTo>
                  <a:lnTo>
                    <a:pt x="219265" y="380981"/>
                  </a:lnTo>
                  <a:lnTo>
                    <a:pt x="221729" y="380399"/>
                  </a:lnTo>
                  <a:lnTo>
                    <a:pt x="224192" y="379797"/>
                  </a:lnTo>
                  <a:lnTo>
                    <a:pt x="226656" y="379176"/>
                  </a:lnTo>
                  <a:lnTo>
                    <a:pt x="229120" y="378538"/>
                  </a:lnTo>
                  <a:lnTo>
                    <a:pt x="231583" y="377883"/>
                  </a:lnTo>
                  <a:lnTo>
                    <a:pt x="234047" y="377208"/>
                  </a:lnTo>
                  <a:lnTo>
                    <a:pt x="236511" y="376515"/>
                  </a:lnTo>
                  <a:lnTo>
                    <a:pt x="238974" y="375806"/>
                  </a:lnTo>
                  <a:lnTo>
                    <a:pt x="241438" y="375084"/>
                  </a:lnTo>
                  <a:lnTo>
                    <a:pt x="243902" y="374348"/>
                  </a:lnTo>
                  <a:lnTo>
                    <a:pt x="246365" y="373597"/>
                  </a:lnTo>
                  <a:lnTo>
                    <a:pt x="248829" y="372832"/>
                  </a:lnTo>
                  <a:lnTo>
                    <a:pt x="251293" y="372056"/>
                  </a:lnTo>
                  <a:lnTo>
                    <a:pt x="253756" y="371269"/>
                  </a:lnTo>
                  <a:lnTo>
                    <a:pt x="256220" y="370473"/>
                  </a:lnTo>
                  <a:lnTo>
                    <a:pt x="258684" y="369667"/>
                  </a:lnTo>
                  <a:lnTo>
                    <a:pt x="261147" y="368851"/>
                  </a:lnTo>
                  <a:lnTo>
                    <a:pt x="263611" y="368028"/>
                  </a:lnTo>
                  <a:lnTo>
                    <a:pt x="266075" y="367197"/>
                  </a:lnTo>
                  <a:lnTo>
                    <a:pt x="268538" y="366360"/>
                  </a:lnTo>
                  <a:lnTo>
                    <a:pt x="271002" y="365518"/>
                  </a:lnTo>
                  <a:lnTo>
                    <a:pt x="273465" y="364669"/>
                  </a:lnTo>
                  <a:lnTo>
                    <a:pt x="275929" y="363815"/>
                  </a:lnTo>
                  <a:lnTo>
                    <a:pt x="278393" y="362956"/>
                  </a:lnTo>
                  <a:lnTo>
                    <a:pt x="280856" y="362094"/>
                  </a:lnTo>
                  <a:lnTo>
                    <a:pt x="283320" y="361227"/>
                  </a:lnTo>
                  <a:lnTo>
                    <a:pt x="285784" y="360355"/>
                  </a:lnTo>
                  <a:lnTo>
                    <a:pt x="288247" y="359480"/>
                  </a:lnTo>
                  <a:lnTo>
                    <a:pt x="290711" y="358600"/>
                  </a:lnTo>
                  <a:lnTo>
                    <a:pt x="293175" y="357717"/>
                  </a:lnTo>
                  <a:lnTo>
                    <a:pt x="295638" y="356829"/>
                  </a:lnTo>
                  <a:lnTo>
                    <a:pt x="298102" y="355937"/>
                  </a:lnTo>
                  <a:lnTo>
                    <a:pt x="300566" y="355040"/>
                  </a:lnTo>
                  <a:lnTo>
                    <a:pt x="303029" y="354139"/>
                  </a:lnTo>
                  <a:lnTo>
                    <a:pt x="305493" y="353234"/>
                  </a:lnTo>
                  <a:lnTo>
                    <a:pt x="307957" y="352324"/>
                  </a:lnTo>
                  <a:lnTo>
                    <a:pt x="310420" y="351410"/>
                  </a:lnTo>
                  <a:lnTo>
                    <a:pt x="312884" y="350492"/>
                  </a:lnTo>
                  <a:lnTo>
                    <a:pt x="315348" y="349570"/>
                  </a:lnTo>
                  <a:lnTo>
                    <a:pt x="317811" y="348646"/>
                  </a:lnTo>
                  <a:lnTo>
                    <a:pt x="320275" y="347720"/>
                  </a:lnTo>
                  <a:lnTo>
                    <a:pt x="322739" y="346792"/>
                  </a:lnTo>
                  <a:lnTo>
                    <a:pt x="325202" y="345866"/>
                  </a:lnTo>
                  <a:lnTo>
                    <a:pt x="327666" y="344942"/>
                  </a:lnTo>
                  <a:lnTo>
                    <a:pt x="330130" y="344021"/>
                  </a:lnTo>
                  <a:lnTo>
                    <a:pt x="332593" y="343107"/>
                  </a:lnTo>
                  <a:lnTo>
                    <a:pt x="335057" y="342200"/>
                  </a:lnTo>
                  <a:lnTo>
                    <a:pt x="337521" y="341307"/>
                  </a:lnTo>
                  <a:lnTo>
                    <a:pt x="339984" y="340428"/>
                  </a:lnTo>
                  <a:lnTo>
                    <a:pt x="342448" y="339566"/>
                  </a:lnTo>
                  <a:lnTo>
                    <a:pt x="344912" y="338723"/>
                  </a:lnTo>
                  <a:lnTo>
                    <a:pt x="347375" y="337901"/>
                  </a:lnTo>
                  <a:lnTo>
                    <a:pt x="349839" y="337110"/>
                  </a:lnTo>
                  <a:lnTo>
                    <a:pt x="352303" y="336350"/>
                  </a:lnTo>
                  <a:lnTo>
                    <a:pt x="354766" y="335622"/>
                  </a:lnTo>
                  <a:lnTo>
                    <a:pt x="357230" y="334928"/>
                  </a:lnTo>
                  <a:lnTo>
                    <a:pt x="359694" y="334269"/>
                  </a:lnTo>
                  <a:lnTo>
                    <a:pt x="362157" y="333655"/>
                  </a:lnTo>
                  <a:lnTo>
                    <a:pt x="364621" y="333088"/>
                  </a:lnTo>
                  <a:lnTo>
                    <a:pt x="367084" y="332563"/>
                  </a:lnTo>
                  <a:lnTo>
                    <a:pt x="369548" y="332081"/>
                  </a:lnTo>
                  <a:lnTo>
                    <a:pt x="372012" y="331642"/>
                  </a:lnTo>
                  <a:lnTo>
                    <a:pt x="374475" y="331252"/>
                  </a:lnTo>
                  <a:lnTo>
                    <a:pt x="376939" y="330912"/>
                  </a:lnTo>
                  <a:lnTo>
                    <a:pt x="379403" y="330614"/>
                  </a:lnTo>
                  <a:lnTo>
                    <a:pt x="381866" y="330356"/>
                  </a:lnTo>
                  <a:lnTo>
                    <a:pt x="384330" y="330135"/>
                  </a:lnTo>
                  <a:lnTo>
                    <a:pt x="386794" y="329950"/>
                  </a:lnTo>
                  <a:lnTo>
                    <a:pt x="389257" y="329804"/>
                  </a:lnTo>
                  <a:lnTo>
                    <a:pt x="391721" y="329684"/>
                  </a:lnTo>
                  <a:lnTo>
                    <a:pt x="394185" y="329586"/>
                  </a:lnTo>
                  <a:lnTo>
                    <a:pt x="396648" y="329504"/>
                  </a:lnTo>
                  <a:lnTo>
                    <a:pt x="399112" y="329436"/>
                  </a:lnTo>
                  <a:lnTo>
                    <a:pt x="401576" y="329375"/>
                  </a:lnTo>
                  <a:lnTo>
                    <a:pt x="404039" y="329313"/>
                  </a:lnTo>
                  <a:lnTo>
                    <a:pt x="406503" y="329244"/>
                  </a:lnTo>
                  <a:lnTo>
                    <a:pt x="408967" y="329162"/>
                  </a:lnTo>
                  <a:lnTo>
                    <a:pt x="411430" y="329064"/>
                  </a:lnTo>
                  <a:lnTo>
                    <a:pt x="413894" y="328934"/>
                  </a:lnTo>
                  <a:lnTo>
                    <a:pt x="416358" y="328771"/>
                  </a:lnTo>
                  <a:lnTo>
                    <a:pt x="418821" y="328570"/>
                  </a:lnTo>
                  <a:lnTo>
                    <a:pt x="421285" y="328327"/>
                  </a:lnTo>
                  <a:lnTo>
                    <a:pt x="423749" y="328038"/>
                  </a:lnTo>
                  <a:lnTo>
                    <a:pt x="426212" y="327686"/>
                  </a:lnTo>
                  <a:lnTo>
                    <a:pt x="428676" y="327270"/>
                  </a:lnTo>
                  <a:lnTo>
                    <a:pt x="431140" y="326793"/>
                  </a:lnTo>
                  <a:lnTo>
                    <a:pt x="433603" y="326250"/>
                  </a:lnTo>
                  <a:lnTo>
                    <a:pt x="436067" y="325640"/>
                  </a:lnTo>
                  <a:lnTo>
                    <a:pt x="438531" y="324950"/>
                  </a:lnTo>
                  <a:lnTo>
                    <a:pt x="440994" y="324174"/>
                  </a:lnTo>
                  <a:lnTo>
                    <a:pt x="443458" y="323321"/>
                  </a:lnTo>
                  <a:lnTo>
                    <a:pt x="445922" y="322391"/>
                  </a:lnTo>
                  <a:lnTo>
                    <a:pt x="448385" y="321382"/>
                  </a:lnTo>
                  <a:lnTo>
                    <a:pt x="450849" y="320288"/>
                  </a:lnTo>
                  <a:lnTo>
                    <a:pt x="453312" y="319092"/>
                  </a:lnTo>
                  <a:lnTo>
                    <a:pt x="455776" y="317813"/>
                  </a:lnTo>
                  <a:lnTo>
                    <a:pt x="458240" y="316450"/>
                  </a:lnTo>
                  <a:lnTo>
                    <a:pt x="460703" y="315001"/>
                  </a:lnTo>
                  <a:lnTo>
                    <a:pt x="463167" y="313466"/>
                  </a:lnTo>
                  <a:lnTo>
                    <a:pt x="465631" y="311815"/>
                  </a:lnTo>
                  <a:lnTo>
                    <a:pt x="468094" y="310073"/>
                  </a:lnTo>
                  <a:lnTo>
                    <a:pt x="470558" y="308239"/>
                  </a:lnTo>
                  <a:lnTo>
                    <a:pt x="473022" y="306310"/>
                  </a:lnTo>
                  <a:lnTo>
                    <a:pt x="475485" y="304284"/>
                  </a:lnTo>
                  <a:lnTo>
                    <a:pt x="477949" y="302131"/>
                  </a:lnTo>
                  <a:lnTo>
                    <a:pt x="480413" y="299867"/>
                  </a:lnTo>
                  <a:lnTo>
                    <a:pt x="482876" y="297494"/>
                  </a:lnTo>
                  <a:lnTo>
                    <a:pt x="485340" y="295010"/>
                  </a:lnTo>
                  <a:lnTo>
                    <a:pt x="487804" y="292410"/>
                  </a:lnTo>
                  <a:lnTo>
                    <a:pt x="490267" y="289665"/>
                  </a:lnTo>
                  <a:lnTo>
                    <a:pt x="492731" y="286780"/>
                  </a:lnTo>
                  <a:lnTo>
                    <a:pt x="495195" y="283765"/>
                  </a:lnTo>
                  <a:lnTo>
                    <a:pt x="497658" y="280615"/>
                  </a:lnTo>
                  <a:lnTo>
                    <a:pt x="500122" y="277328"/>
                  </a:lnTo>
                  <a:lnTo>
                    <a:pt x="502586" y="273878"/>
                  </a:lnTo>
                  <a:lnTo>
                    <a:pt x="505049" y="270256"/>
                  </a:lnTo>
                  <a:lnTo>
                    <a:pt x="507513" y="266482"/>
                  </a:lnTo>
                  <a:lnTo>
                    <a:pt x="509977" y="262556"/>
                  </a:lnTo>
                  <a:lnTo>
                    <a:pt x="512440" y="258473"/>
                  </a:lnTo>
                  <a:lnTo>
                    <a:pt x="514904" y="254221"/>
                  </a:lnTo>
                  <a:lnTo>
                    <a:pt x="517368" y="249771"/>
                  </a:lnTo>
                  <a:lnTo>
                    <a:pt x="519831" y="245160"/>
                  </a:lnTo>
                  <a:lnTo>
                    <a:pt x="522295" y="240388"/>
                  </a:lnTo>
                  <a:lnTo>
                    <a:pt x="524759" y="235455"/>
                  </a:lnTo>
                  <a:lnTo>
                    <a:pt x="527222" y="230359"/>
                  </a:lnTo>
                  <a:lnTo>
                    <a:pt x="529686" y="225057"/>
                  </a:lnTo>
                  <a:lnTo>
                    <a:pt x="532150" y="219598"/>
                  </a:lnTo>
                  <a:lnTo>
                    <a:pt x="534613" y="213986"/>
                  </a:lnTo>
                  <a:lnTo>
                    <a:pt x="537077" y="208222"/>
                  </a:lnTo>
                  <a:lnTo>
                    <a:pt x="539541" y="202312"/>
                  </a:lnTo>
                  <a:lnTo>
                    <a:pt x="542004" y="196220"/>
                  </a:lnTo>
                  <a:lnTo>
                    <a:pt x="544468" y="189987"/>
                  </a:lnTo>
                  <a:lnTo>
                    <a:pt x="546931" y="183625"/>
                  </a:lnTo>
                  <a:lnTo>
                    <a:pt x="549395" y="177138"/>
                  </a:lnTo>
                  <a:lnTo>
                    <a:pt x="551859" y="170534"/>
                  </a:lnTo>
                  <a:lnTo>
                    <a:pt x="554322" y="163799"/>
                  </a:lnTo>
                  <a:lnTo>
                    <a:pt x="556786" y="156957"/>
                  </a:lnTo>
                  <a:lnTo>
                    <a:pt x="559250" y="150030"/>
                  </a:lnTo>
                  <a:lnTo>
                    <a:pt x="561713" y="143028"/>
                  </a:lnTo>
                  <a:lnTo>
                    <a:pt x="564177" y="135960"/>
                  </a:lnTo>
                  <a:lnTo>
                    <a:pt x="566641" y="128834"/>
                  </a:lnTo>
                  <a:lnTo>
                    <a:pt x="569104" y="121671"/>
                  </a:lnTo>
                  <a:lnTo>
                    <a:pt x="571568" y="114494"/>
                  </a:lnTo>
                  <a:lnTo>
                    <a:pt x="574032" y="107318"/>
                  </a:lnTo>
                  <a:lnTo>
                    <a:pt x="576495" y="100161"/>
                  </a:lnTo>
                  <a:lnTo>
                    <a:pt x="578959" y="93044"/>
                  </a:lnTo>
                  <a:lnTo>
                    <a:pt x="581423" y="86005"/>
                  </a:lnTo>
                  <a:lnTo>
                    <a:pt x="583886" y="79057"/>
                  </a:lnTo>
                  <a:lnTo>
                    <a:pt x="586350" y="72220"/>
                  </a:lnTo>
                  <a:lnTo>
                    <a:pt x="588814" y="65516"/>
                  </a:lnTo>
                  <a:lnTo>
                    <a:pt x="591277" y="58972"/>
                  </a:lnTo>
                  <a:lnTo>
                    <a:pt x="593741" y="52669"/>
                  </a:lnTo>
                  <a:lnTo>
                    <a:pt x="596205" y="46588"/>
                  </a:lnTo>
                  <a:lnTo>
                    <a:pt x="598668" y="40751"/>
                  </a:lnTo>
                  <a:lnTo>
                    <a:pt x="601132" y="35180"/>
                  </a:lnTo>
                  <a:lnTo>
                    <a:pt x="603596" y="29901"/>
                  </a:lnTo>
                  <a:lnTo>
                    <a:pt x="606059" y="25032"/>
                  </a:lnTo>
                  <a:lnTo>
                    <a:pt x="608523" y="20529"/>
                  </a:lnTo>
                  <a:lnTo>
                    <a:pt x="610987" y="16401"/>
                  </a:lnTo>
                  <a:lnTo>
                    <a:pt x="613450" y="12667"/>
                  </a:lnTo>
                  <a:lnTo>
                    <a:pt x="615914" y="9346"/>
                  </a:lnTo>
                  <a:lnTo>
                    <a:pt x="618378" y="6555"/>
                  </a:lnTo>
                  <a:lnTo>
                    <a:pt x="620841" y="4265"/>
                  </a:lnTo>
                  <a:lnTo>
                    <a:pt x="623305" y="2447"/>
                  </a:lnTo>
                  <a:lnTo>
                    <a:pt x="625769" y="1110"/>
                  </a:lnTo>
                  <a:lnTo>
                    <a:pt x="628232" y="266"/>
                  </a:lnTo>
                  <a:lnTo>
                    <a:pt x="630696" y="0"/>
                  </a:lnTo>
                  <a:lnTo>
                    <a:pt x="633159" y="320"/>
                  </a:lnTo>
                  <a:lnTo>
                    <a:pt x="635623" y="1149"/>
                  </a:lnTo>
                  <a:lnTo>
                    <a:pt x="638087" y="2486"/>
                  </a:lnTo>
                  <a:lnTo>
                    <a:pt x="640550" y="4329"/>
                  </a:lnTo>
                  <a:lnTo>
                    <a:pt x="643014" y="6721"/>
                  </a:lnTo>
                  <a:lnTo>
                    <a:pt x="645478" y="9712"/>
                  </a:lnTo>
                  <a:lnTo>
                    <a:pt x="647941" y="13182"/>
                  </a:lnTo>
                  <a:lnTo>
                    <a:pt x="650405" y="17120"/>
                  </a:lnTo>
                  <a:lnTo>
                    <a:pt x="652869" y="21514"/>
                  </a:lnTo>
                  <a:lnTo>
                    <a:pt x="655332" y="26363"/>
                  </a:lnTo>
                  <a:lnTo>
                    <a:pt x="657796" y="31746"/>
                  </a:lnTo>
                  <a:lnTo>
                    <a:pt x="660260" y="37523"/>
                  </a:lnTo>
                  <a:lnTo>
                    <a:pt x="662723" y="43673"/>
                  </a:lnTo>
                  <a:lnTo>
                    <a:pt x="665187" y="50179"/>
                  </a:lnTo>
                  <a:lnTo>
                    <a:pt x="667651" y="57019"/>
                  </a:lnTo>
                  <a:lnTo>
                    <a:pt x="670114" y="64252"/>
                  </a:lnTo>
                  <a:lnTo>
                    <a:pt x="672578" y="71765"/>
                  </a:lnTo>
                  <a:lnTo>
                    <a:pt x="675042" y="79528"/>
                  </a:lnTo>
                  <a:lnTo>
                    <a:pt x="677505" y="87520"/>
                  </a:lnTo>
                  <a:lnTo>
                    <a:pt x="679969" y="95718"/>
                  </a:lnTo>
                  <a:lnTo>
                    <a:pt x="682433" y="104132"/>
                  </a:lnTo>
                  <a:lnTo>
                    <a:pt x="684896" y="112702"/>
                  </a:lnTo>
                  <a:lnTo>
                    <a:pt x="687360" y="121391"/>
                  </a:lnTo>
                  <a:lnTo>
                    <a:pt x="689824" y="130178"/>
                  </a:lnTo>
                  <a:lnTo>
                    <a:pt x="692287" y="139041"/>
                  </a:lnTo>
                  <a:lnTo>
                    <a:pt x="694751" y="147963"/>
                  </a:lnTo>
                  <a:lnTo>
                    <a:pt x="697215" y="156910"/>
                  </a:lnTo>
                  <a:lnTo>
                    <a:pt x="699678" y="165854"/>
                  </a:lnTo>
                  <a:lnTo>
                    <a:pt x="702142" y="174778"/>
                  </a:lnTo>
                  <a:lnTo>
                    <a:pt x="704606" y="183662"/>
                  </a:lnTo>
                  <a:lnTo>
                    <a:pt x="707069" y="192480"/>
                  </a:lnTo>
                  <a:lnTo>
                    <a:pt x="709533" y="201197"/>
                  </a:lnTo>
                  <a:lnTo>
                    <a:pt x="711997" y="209810"/>
                  </a:lnTo>
                  <a:lnTo>
                    <a:pt x="714460" y="218303"/>
                  </a:lnTo>
                  <a:lnTo>
                    <a:pt x="716924" y="226663"/>
                  </a:lnTo>
                  <a:lnTo>
                    <a:pt x="719388" y="234869"/>
                  </a:lnTo>
                  <a:lnTo>
                    <a:pt x="721851" y="242865"/>
                  </a:lnTo>
                  <a:lnTo>
                    <a:pt x="724315" y="250679"/>
                  </a:lnTo>
                  <a:lnTo>
                    <a:pt x="726778" y="258302"/>
                  </a:lnTo>
                  <a:lnTo>
                    <a:pt x="729242" y="265724"/>
                  </a:lnTo>
                  <a:lnTo>
                    <a:pt x="731706" y="272936"/>
                  </a:lnTo>
                  <a:lnTo>
                    <a:pt x="734169" y="279863"/>
                  </a:lnTo>
                  <a:lnTo>
                    <a:pt x="736633" y="286556"/>
                  </a:lnTo>
                  <a:lnTo>
                    <a:pt x="739097" y="293015"/>
                  </a:lnTo>
                  <a:lnTo>
                    <a:pt x="741560" y="299235"/>
                  </a:lnTo>
                  <a:lnTo>
                    <a:pt x="744024" y="305213"/>
                  </a:lnTo>
                  <a:lnTo>
                    <a:pt x="746488" y="310888"/>
                  </a:lnTo>
                  <a:lnTo>
                    <a:pt x="748951" y="316297"/>
                  </a:lnTo>
                  <a:lnTo>
                    <a:pt x="751415" y="321460"/>
                  </a:lnTo>
                  <a:lnTo>
                    <a:pt x="753879" y="326377"/>
                  </a:lnTo>
                  <a:lnTo>
                    <a:pt x="756342" y="331050"/>
                  </a:lnTo>
                  <a:lnTo>
                    <a:pt x="758806" y="335439"/>
                  </a:lnTo>
                  <a:lnTo>
                    <a:pt x="761270" y="339560"/>
                  </a:lnTo>
                  <a:lnTo>
                    <a:pt x="763733" y="343451"/>
                  </a:lnTo>
                  <a:lnTo>
                    <a:pt x="766197" y="347117"/>
                  </a:lnTo>
                  <a:lnTo>
                    <a:pt x="768661" y="350562"/>
                  </a:lnTo>
                  <a:lnTo>
                    <a:pt x="771124" y="353770"/>
                  </a:lnTo>
                  <a:lnTo>
                    <a:pt x="773588" y="356734"/>
                  </a:lnTo>
                  <a:lnTo>
                    <a:pt x="776052" y="359504"/>
                  </a:lnTo>
                  <a:lnTo>
                    <a:pt x="778515" y="362087"/>
                  </a:lnTo>
                  <a:lnTo>
                    <a:pt x="780979" y="364491"/>
                  </a:lnTo>
                  <a:lnTo>
                    <a:pt x="783443" y="366714"/>
                  </a:lnTo>
                  <a:lnTo>
                    <a:pt x="785906" y="368737"/>
                  </a:lnTo>
                  <a:lnTo>
                    <a:pt x="788370" y="370610"/>
                  </a:lnTo>
                  <a:lnTo>
                    <a:pt x="790834" y="372342"/>
                  </a:lnTo>
                  <a:lnTo>
                    <a:pt x="793297" y="373940"/>
                  </a:lnTo>
                  <a:lnTo>
                    <a:pt x="795761" y="375411"/>
                  </a:lnTo>
                  <a:lnTo>
                    <a:pt x="798225" y="376732"/>
                  </a:lnTo>
                  <a:lnTo>
                    <a:pt x="800688" y="377946"/>
                  </a:lnTo>
                  <a:lnTo>
                    <a:pt x="803152" y="379061"/>
                  </a:lnTo>
                  <a:lnTo>
                    <a:pt x="805616" y="380084"/>
                  </a:lnTo>
                  <a:lnTo>
                    <a:pt x="808079" y="381021"/>
                  </a:lnTo>
                  <a:lnTo>
                    <a:pt x="810543" y="381859"/>
                  </a:lnTo>
                  <a:lnTo>
                    <a:pt x="813006" y="382623"/>
                  </a:lnTo>
                  <a:lnTo>
                    <a:pt x="815470" y="383321"/>
                  </a:lnTo>
                  <a:lnTo>
                    <a:pt x="817934" y="383958"/>
                  </a:lnTo>
                  <a:lnTo>
                    <a:pt x="820397" y="384539"/>
                  </a:lnTo>
                  <a:lnTo>
                    <a:pt x="822861" y="385060"/>
                  </a:lnTo>
                  <a:lnTo>
                    <a:pt x="825325" y="385529"/>
                  </a:lnTo>
                  <a:lnTo>
                    <a:pt x="827788" y="385957"/>
                  </a:lnTo>
                  <a:lnTo>
                    <a:pt x="830252" y="386346"/>
                  </a:lnTo>
                  <a:lnTo>
                    <a:pt x="832716" y="386700"/>
                  </a:lnTo>
                  <a:lnTo>
                    <a:pt x="835179" y="387017"/>
                  </a:lnTo>
                  <a:lnTo>
                    <a:pt x="837643" y="387300"/>
                  </a:lnTo>
                  <a:lnTo>
                    <a:pt x="840107" y="387557"/>
                  </a:lnTo>
                  <a:lnTo>
                    <a:pt x="842570" y="387789"/>
                  </a:lnTo>
                  <a:lnTo>
                    <a:pt x="845034" y="388000"/>
                  </a:lnTo>
                  <a:lnTo>
                    <a:pt x="847498" y="388188"/>
                  </a:lnTo>
                  <a:lnTo>
                    <a:pt x="849961" y="388354"/>
                  </a:lnTo>
                  <a:lnTo>
                    <a:pt x="852425" y="388503"/>
                  </a:lnTo>
                  <a:lnTo>
                    <a:pt x="854889" y="388638"/>
                  </a:lnTo>
                  <a:lnTo>
                    <a:pt x="857352" y="388758"/>
                  </a:lnTo>
                  <a:lnTo>
                    <a:pt x="859816" y="388866"/>
                  </a:lnTo>
                  <a:lnTo>
                    <a:pt x="862280" y="388959"/>
                  </a:lnTo>
                  <a:lnTo>
                    <a:pt x="864743" y="389042"/>
                  </a:lnTo>
                  <a:lnTo>
                    <a:pt x="867207" y="389116"/>
                  </a:lnTo>
                  <a:lnTo>
                    <a:pt x="869671" y="389181"/>
                  </a:lnTo>
                  <a:lnTo>
                    <a:pt x="872134" y="389239"/>
                  </a:lnTo>
                  <a:lnTo>
                    <a:pt x="874598" y="389289"/>
                  </a:lnTo>
                  <a:lnTo>
                    <a:pt x="877062" y="389332"/>
                  </a:lnTo>
                  <a:lnTo>
                    <a:pt x="879525" y="389370"/>
                  </a:lnTo>
                  <a:lnTo>
                    <a:pt x="881989" y="389404"/>
                  </a:lnTo>
                  <a:lnTo>
                    <a:pt x="884453" y="389433"/>
                  </a:lnTo>
                  <a:lnTo>
                    <a:pt x="886916" y="389457"/>
                  </a:lnTo>
                  <a:lnTo>
                    <a:pt x="889380" y="389478"/>
                  </a:lnTo>
                  <a:lnTo>
                    <a:pt x="891844" y="389496"/>
                  </a:lnTo>
                  <a:lnTo>
                    <a:pt x="894307" y="389512"/>
                  </a:lnTo>
                  <a:lnTo>
                    <a:pt x="896771" y="389525"/>
                  </a:lnTo>
                  <a:lnTo>
                    <a:pt x="899235" y="389536"/>
                  </a:lnTo>
                  <a:lnTo>
                    <a:pt x="901698" y="389546"/>
                  </a:lnTo>
                  <a:lnTo>
                    <a:pt x="904162" y="389554"/>
                  </a:lnTo>
                  <a:lnTo>
                    <a:pt x="906625" y="389560"/>
                  </a:lnTo>
                  <a:lnTo>
                    <a:pt x="909089" y="389566"/>
                  </a:lnTo>
                  <a:lnTo>
                    <a:pt x="911553" y="389571"/>
                  </a:lnTo>
                  <a:lnTo>
                    <a:pt x="914016" y="389574"/>
                  </a:lnTo>
                  <a:lnTo>
                    <a:pt x="916480" y="389578"/>
                  </a:lnTo>
                  <a:lnTo>
                    <a:pt x="918944" y="389580"/>
                  </a:lnTo>
                  <a:lnTo>
                    <a:pt x="921407" y="389582"/>
                  </a:lnTo>
                  <a:lnTo>
                    <a:pt x="923871" y="389584"/>
                  </a:lnTo>
                  <a:lnTo>
                    <a:pt x="926335" y="389585"/>
                  </a:lnTo>
                  <a:lnTo>
                    <a:pt x="928798" y="389587"/>
                  </a:lnTo>
                  <a:lnTo>
                    <a:pt x="931262" y="389588"/>
                  </a:lnTo>
                  <a:lnTo>
                    <a:pt x="933726" y="389588"/>
                  </a:lnTo>
                  <a:lnTo>
                    <a:pt x="936189" y="389589"/>
                  </a:lnTo>
                  <a:lnTo>
                    <a:pt x="938653" y="389589"/>
                  </a:lnTo>
                  <a:lnTo>
                    <a:pt x="941117" y="389590"/>
                  </a:lnTo>
                  <a:lnTo>
                    <a:pt x="943580" y="389590"/>
                  </a:lnTo>
                  <a:lnTo>
                    <a:pt x="946044" y="389590"/>
                  </a:lnTo>
                  <a:lnTo>
                    <a:pt x="948508" y="389590"/>
                  </a:lnTo>
                  <a:lnTo>
                    <a:pt x="950971" y="389591"/>
                  </a:lnTo>
                  <a:lnTo>
                    <a:pt x="953435" y="389591"/>
                  </a:lnTo>
                  <a:lnTo>
                    <a:pt x="955899" y="389591"/>
                  </a:lnTo>
                  <a:lnTo>
                    <a:pt x="958362" y="389591"/>
                  </a:lnTo>
                  <a:lnTo>
                    <a:pt x="960826" y="389591"/>
                  </a:lnTo>
                  <a:lnTo>
                    <a:pt x="963290" y="389591"/>
                  </a:lnTo>
                  <a:lnTo>
                    <a:pt x="965753" y="389591"/>
                  </a:lnTo>
                  <a:lnTo>
                    <a:pt x="968217" y="389591"/>
                  </a:lnTo>
                  <a:lnTo>
                    <a:pt x="970681" y="389591"/>
                  </a:lnTo>
                  <a:lnTo>
                    <a:pt x="973144" y="389591"/>
                  </a:lnTo>
                  <a:lnTo>
                    <a:pt x="975608" y="389591"/>
                  </a:lnTo>
                  <a:lnTo>
                    <a:pt x="978072" y="389591"/>
                  </a:lnTo>
                  <a:lnTo>
                    <a:pt x="980535" y="389591"/>
                  </a:lnTo>
                  <a:lnTo>
                    <a:pt x="982999" y="389591"/>
                  </a:lnTo>
                  <a:lnTo>
                    <a:pt x="985463" y="389591"/>
                  </a:lnTo>
                  <a:lnTo>
                    <a:pt x="987926" y="389591"/>
                  </a:lnTo>
                  <a:lnTo>
                    <a:pt x="990390" y="389591"/>
                  </a:lnTo>
                  <a:lnTo>
                    <a:pt x="992853" y="389591"/>
                  </a:lnTo>
                  <a:lnTo>
                    <a:pt x="995317" y="389591"/>
                  </a:lnTo>
                  <a:lnTo>
                    <a:pt x="997781" y="389591"/>
                  </a:lnTo>
                  <a:lnTo>
                    <a:pt x="1000244" y="389591"/>
                  </a:lnTo>
                  <a:lnTo>
                    <a:pt x="1002708" y="389591"/>
                  </a:lnTo>
                  <a:lnTo>
                    <a:pt x="1005172" y="389591"/>
                  </a:lnTo>
                  <a:lnTo>
                    <a:pt x="1007635" y="389591"/>
                  </a:lnTo>
                  <a:lnTo>
                    <a:pt x="1010099" y="389591"/>
                  </a:lnTo>
                  <a:lnTo>
                    <a:pt x="1012563" y="389591"/>
                  </a:lnTo>
                  <a:lnTo>
                    <a:pt x="1015026" y="389591"/>
                  </a:lnTo>
                  <a:lnTo>
                    <a:pt x="1017490" y="389591"/>
                  </a:lnTo>
                  <a:lnTo>
                    <a:pt x="1019954" y="389591"/>
                  </a:lnTo>
                  <a:lnTo>
                    <a:pt x="1022417" y="389591"/>
                  </a:lnTo>
                  <a:lnTo>
                    <a:pt x="1024881" y="389591"/>
                  </a:lnTo>
                  <a:lnTo>
                    <a:pt x="1027345" y="389591"/>
                  </a:lnTo>
                  <a:lnTo>
                    <a:pt x="1029808" y="389591"/>
                  </a:lnTo>
                  <a:lnTo>
                    <a:pt x="1032272" y="389591"/>
                  </a:lnTo>
                  <a:lnTo>
                    <a:pt x="1034736" y="389591"/>
                  </a:lnTo>
                  <a:lnTo>
                    <a:pt x="1037199" y="389591"/>
                  </a:lnTo>
                  <a:lnTo>
                    <a:pt x="1039663" y="389591"/>
                  </a:lnTo>
                  <a:lnTo>
                    <a:pt x="1042127" y="389591"/>
                  </a:lnTo>
                  <a:lnTo>
                    <a:pt x="1044590" y="389591"/>
                  </a:lnTo>
                  <a:lnTo>
                    <a:pt x="1047054" y="389591"/>
                  </a:lnTo>
                  <a:lnTo>
                    <a:pt x="1049518" y="389591"/>
                  </a:lnTo>
                  <a:lnTo>
                    <a:pt x="1051981" y="389591"/>
                  </a:lnTo>
                  <a:lnTo>
                    <a:pt x="1054445" y="389591"/>
                  </a:lnTo>
                  <a:lnTo>
                    <a:pt x="1056909" y="389591"/>
                  </a:lnTo>
                  <a:lnTo>
                    <a:pt x="1059372" y="389591"/>
                  </a:lnTo>
                  <a:lnTo>
                    <a:pt x="1061836" y="389591"/>
                  </a:lnTo>
                  <a:lnTo>
                    <a:pt x="1064300" y="389591"/>
                  </a:lnTo>
                  <a:lnTo>
                    <a:pt x="1066763" y="389591"/>
                  </a:lnTo>
                  <a:lnTo>
                    <a:pt x="1069227" y="389591"/>
                  </a:lnTo>
                  <a:lnTo>
                    <a:pt x="1071691" y="389591"/>
                  </a:lnTo>
                  <a:lnTo>
                    <a:pt x="1074154" y="389591"/>
                  </a:lnTo>
                  <a:lnTo>
                    <a:pt x="1076618" y="389591"/>
                  </a:lnTo>
                  <a:lnTo>
                    <a:pt x="1079082" y="389591"/>
                  </a:lnTo>
                  <a:lnTo>
                    <a:pt x="1081545" y="389591"/>
                  </a:lnTo>
                  <a:lnTo>
                    <a:pt x="1084009" y="389591"/>
                  </a:lnTo>
                  <a:lnTo>
                    <a:pt x="1086472" y="389591"/>
                  </a:lnTo>
                  <a:lnTo>
                    <a:pt x="1088936" y="389591"/>
                  </a:lnTo>
                  <a:lnTo>
                    <a:pt x="1091400" y="389591"/>
                  </a:lnTo>
                  <a:lnTo>
                    <a:pt x="1093863" y="389591"/>
                  </a:lnTo>
                  <a:lnTo>
                    <a:pt x="1096327" y="389591"/>
                  </a:lnTo>
                  <a:lnTo>
                    <a:pt x="1098791" y="389591"/>
                  </a:lnTo>
                  <a:lnTo>
                    <a:pt x="1101254" y="389591"/>
                  </a:lnTo>
                  <a:lnTo>
                    <a:pt x="1103718" y="389591"/>
                  </a:lnTo>
                  <a:lnTo>
                    <a:pt x="1106182" y="389591"/>
                  </a:lnTo>
                  <a:lnTo>
                    <a:pt x="1108645" y="389591"/>
                  </a:lnTo>
                  <a:lnTo>
                    <a:pt x="1111109" y="389591"/>
                  </a:lnTo>
                  <a:lnTo>
                    <a:pt x="1113573" y="389591"/>
                  </a:lnTo>
                  <a:lnTo>
                    <a:pt x="1116036" y="389591"/>
                  </a:lnTo>
                  <a:lnTo>
                    <a:pt x="1118500" y="389591"/>
                  </a:lnTo>
                  <a:lnTo>
                    <a:pt x="1120964" y="389591"/>
                  </a:lnTo>
                  <a:lnTo>
                    <a:pt x="1123427" y="389591"/>
                  </a:lnTo>
                  <a:lnTo>
                    <a:pt x="1125891" y="389591"/>
                  </a:lnTo>
                  <a:lnTo>
                    <a:pt x="1128355" y="389591"/>
                  </a:lnTo>
                  <a:lnTo>
                    <a:pt x="1130818" y="389591"/>
                  </a:lnTo>
                  <a:lnTo>
                    <a:pt x="1133282" y="389591"/>
                  </a:lnTo>
                  <a:lnTo>
                    <a:pt x="1135746" y="389591"/>
                  </a:lnTo>
                  <a:lnTo>
                    <a:pt x="1138209" y="389591"/>
                  </a:lnTo>
                  <a:lnTo>
                    <a:pt x="1140673" y="389591"/>
                  </a:lnTo>
                  <a:lnTo>
                    <a:pt x="1143137" y="389591"/>
                  </a:lnTo>
                  <a:lnTo>
                    <a:pt x="1145600" y="389591"/>
                  </a:lnTo>
                  <a:lnTo>
                    <a:pt x="1148064" y="389591"/>
                  </a:lnTo>
                  <a:lnTo>
                    <a:pt x="1150528" y="389591"/>
                  </a:lnTo>
                  <a:lnTo>
                    <a:pt x="1152991" y="389591"/>
                  </a:lnTo>
                  <a:lnTo>
                    <a:pt x="1155455" y="389591"/>
                  </a:lnTo>
                  <a:lnTo>
                    <a:pt x="1157919" y="389591"/>
                  </a:lnTo>
                  <a:lnTo>
                    <a:pt x="1160382" y="389591"/>
                  </a:lnTo>
                  <a:lnTo>
                    <a:pt x="1162846" y="389591"/>
                  </a:lnTo>
                  <a:lnTo>
                    <a:pt x="1165310" y="389591"/>
                  </a:lnTo>
                  <a:lnTo>
                    <a:pt x="1167773" y="389591"/>
                  </a:lnTo>
                  <a:lnTo>
                    <a:pt x="1170237" y="389591"/>
                  </a:lnTo>
                  <a:lnTo>
                    <a:pt x="1172701" y="389591"/>
                  </a:lnTo>
                  <a:lnTo>
                    <a:pt x="1175164" y="389591"/>
                  </a:lnTo>
                  <a:lnTo>
                    <a:pt x="1177628" y="389591"/>
                  </a:lnTo>
                  <a:lnTo>
                    <a:pt x="1180091" y="389591"/>
                  </a:lnTo>
                  <a:lnTo>
                    <a:pt x="1182555" y="389591"/>
                  </a:lnTo>
                  <a:lnTo>
                    <a:pt x="1185019" y="389591"/>
                  </a:lnTo>
                  <a:lnTo>
                    <a:pt x="1187482" y="389591"/>
                  </a:lnTo>
                  <a:lnTo>
                    <a:pt x="1189946" y="389591"/>
                  </a:lnTo>
                  <a:lnTo>
                    <a:pt x="1192410" y="389591"/>
                  </a:lnTo>
                  <a:lnTo>
                    <a:pt x="1194873" y="389591"/>
                  </a:lnTo>
                  <a:lnTo>
                    <a:pt x="1197337" y="389591"/>
                  </a:lnTo>
                  <a:lnTo>
                    <a:pt x="1199801" y="389591"/>
                  </a:lnTo>
                  <a:lnTo>
                    <a:pt x="1202264" y="389591"/>
                  </a:lnTo>
                  <a:lnTo>
                    <a:pt x="1204728" y="389591"/>
                  </a:lnTo>
                  <a:lnTo>
                    <a:pt x="1207192" y="389591"/>
                  </a:lnTo>
                  <a:lnTo>
                    <a:pt x="1209655" y="389591"/>
                  </a:lnTo>
                  <a:lnTo>
                    <a:pt x="1212119" y="389591"/>
                  </a:lnTo>
                  <a:lnTo>
                    <a:pt x="1214583" y="389591"/>
                  </a:lnTo>
                  <a:lnTo>
                    <a:pt x="1217046" y="389591"/>
                  </a:lnTo>
                  <a:lnTo>
                    <a:pt x="1219510" y="389591"/>
                  </a:lnTo>
                  <a:lnTo>
                    <a:pt x="1221974" y="389591"/>
                  </a:lnTo>
                  <a:lnTo>
                    <a:pt x="1224437" y="389591"/>
                  </a:lnTo>
                  <a:lnTo>
                    <a:pt x="1226901" y="389591"/>
                  </a:lnTo>
                  <a:lnTo>
                    <a:pt x="1229365" y="389591"/>
                  </a:lnTo>
                  <a:lnTo>
                    <a:pt x="1231828" y="389591"/>
                  </a:lnTo>
                  <a:lnTo>
                    <a:pt x="1234292" y="389591"/>
                  </a:lnTo>
                  <a:lnTo>
                    <a:pt x="1236756" y="389591"/>
                  </a:lnTo>
                  <a:lnTo>
                    <a:pt x="1239219" y="389591"/>
                  </a:lnTo>
                  <a:lnTo>
                    <a:pt x="1241683" y="389591"/>
                  </a:lnTo>
                  <a:lnTo>
                    <a:pt x="1244147" y="389591"/>
                  </a:lnTo>
                  <a:lnTo>
                    <a:pt x="1246610" y="389591"/>
                  </a:lnTo>
                  <a:lnTo>
                    <a:pt x="1249074" y="389591"/>
                  </a:lnTo>
                  <a:lnTo>
                    <a:pt x="1251538" y="389591"/>
                  </a:lnTo>
                  <a:lnTo>
                    <a:pt x="1254001" y="389591"/>
                  </a:lnTo>
                  <a:lnTo>
                    <a:pt x="1256465" y="389591"/>
                  </a:lnTo>
                  <a:lnTo>
                    <a:pt x="1258929" y="389591"/>
                  </a:lnTo>
                  <a:lnTo>
                    <a:pt x="1256465" y="389591"/>
                  </a:lnTo>
                  <a:lnTo>
                    <a:pt x="1254001" y="389591"/>
                  </a:lnTo>
                  <a:lnTo>
                    <a:pt x="1251538" y="389591"/>
                  </a:lnTo>
                  <a:lnTo>
                    <a:pt x="1249074" y="389591"/>
                  </a:lnTo>
                  <a:lnTo>
                    <a:pt x="1246610" y="389591"/>
                  </a:lnTo>
                  <a:lnTo>
                    <a:pt x="1244147" y="389591"/>
                  </a:lnTo>
                  <a:lnTo>
                    <a:pt x="1241683" y="389591"/>
                  </a:lnTo>
                  <a:lnTo>
                    <a:pt x="1239219" y="389591"/>
                  </a:lnTo>
                  <a:lnTo>
                    <a:pt x="1236756" y="389591"/>
                  </a:lnTo>
                  <a:lnTo>
                    <a:pt x="1234292" y="389591"/>
                  </a:lnTo>
                  <a:lnTo>
                    <a:pt x="1231828" y="389591"/>
                  </a:lnTo>
                  <a:lnTo>
                    <a:pt x="1229365" y="389591"/>
                  </a:lnTo>
                  <a:lnTo>
                    <a:pt x="1226901" y="389591"/>
                  </a:lnTo>
                  <a:lnTo>
                    <a:pt x="1224437" y="389591"/>
                  </a:lnTo>
                  <a:lnTo>
                    <a:pt x="1221974" y="389591"/>
                  </a:lnTo>
                  <a:lnTo>
                    <a:pt x="1219510" y="389591"/>
                  </a:lnTo>
                  <a:lnTo>
                    <a:pt x="1217046" y="389591"/>
                  </a:lnTo>
                  <a:lnTo>
                    <a:pt x="1214583" y="389591"/>
                  </a:lnTo>
                  <a:lnTo>
                    <a:pt x="1212119" y="389591"/>
                  </a:lnTo>
                  <a:lnTo>
                    <a:pt x="1209655" y="389591"/>
                  </a:lnTo>
                  <a:lnTo>
                    <a:pt x="1207192" y="389591"/>
                  </a:lnTo>
                  <a:lnTo>
                    <a:pt x="1204728" y="389591"/>
                  </a:lnTo>
                  <a:lnTo>
                    <a:pt x="1202264" y="389591"/>
                  </a:lnTo>
                  <a:lnTo>
                    <a:pt x="1199801" y="389591"/>
                  </a:lnTo>
                  <a:lnTo>
                    <a:pt x="1197337" y="389591"/>
                  </a:lnTo>
                  <a:lnTo>
                    <a:pt x="1194873" y="389591"/>
                  </a:lnTo>
                  <a:lnTo>
                    <a:pt x="1192410" y="389591"/>
                  </a:lnTo>
                  <a:lnTo>
                    <a:pt x="1189946" y="389591"/>
                  </a:lnTo>
                  <a:lnTo>
                    <a:pt x="1187482" y="389591"/>
                  </a:lnTo>
                  <a:lnTo>
                    <a:pt x="1185019" y="389591"/>
                  </a:lnTo>
                  <a:lnTo>
                    <a:pt x="1182555" y="389591"/>
                  </a:lnTo>
                  <a:lnTo>
                    <a:pt x="1180091" y="389591"/>
                  </a:lnTo>
                  <a:lnTo>
                    <a:pt x="1177628" y="389591"/>
                  </a:lnTo>
                  <a:lnTo>
                    <a:pt x="1175164" y="389591"/>
                  </a:lnTo>
                  <a:lnTo>
                    <a:pt x="1172701" y="389591"/>
                  </a:lnTo>
                  <a:lnTo>
                    <a:pt x="1170237" y="389591"/>
                  </a:lnTo>
                  <a:lnTo>
                    <a:pt x="1167773" y="389591"/>
                  </a:lnTo>
                  <a:lnTo>
                    <a:pt x="1165310" y="389591"/>
                  </a:lnTo>
                  <a:lnTo>
                    <a:pt x="1162846" y="389591"/>
                  </a:lnTo>
                  <a:lnTo>
                    <a:pt x="1160382" y="389591"/>
                  </a:lnTo>
                  <a:lnTo>
                    <a:pt x="1157919" y="389591"/>
                  </a:lnTo>
                  <a:lnTo>
                    <a:pt x="1155455" y="389591"/>
                  </a:lnTo>
                  <a:lnTo>
                    <a:pt x="1152991" y="389591"/>
                  </a:lnTo>
                  <a:lnTo>
                    <a:pt x="1150528" y="389591"/>
                  </a:lnTo>
                  <a:lnTo>
                    <a:pt x="1148064" y="389591"/>
                  </a:lnTo>
                  <a:lnTo>
                    <a:pt x="1145600" y="389591"/>
                  </a:lnTo>
                  <a:lnTo>
                    <a:pt x="1143137" y="389591"/>
                  </a:lnTo>
                  <a:lnTo>
                    <a:pt x="1140673" y="389591"/>
                  </a:lnTo>
                  <a:lnTo>
                    <a:pt x="1138209" y="389591"/>
                  </a:lnTo>
                  <a:lnTo>
                    <a:pt x="1135746" y="389591"/>
                  </a:lnTo>
                  <a:lnTo>
                    <a:pt x="1133282" y="389591"/>
                  </a:lnTo>
                  <a:lnTo>
                    <a:pt x="1130818" y="389591"/>
                  </a:lnTo>
                  <a:lnTo>
                    <a:pt x="1128355" y="389591"/>
                  </a:lnTo>
                  <a:lnTo>
                    <a:pt x="1125891" y="389591"/>
                  </a:lnTo>
                  <a:lnTo>
                    <a:pt x="1123427" y="389591"/>
                  </a:lnTo>
                  <a:lnTo>
                    <a:pt x="1120964" y="389591"/>
                  </a:lnTo>
                  <a:lnTo>
                    <a:pt x="1118500" y="389591"/>
                  </a:lnTo>
                  <a:lnTo>
                    <a:pt x="1116036" y="389591"/>
                  </a:lnTo>
                  <a:lnTo>
                    <a:pt x="1113573" y="389591"/>
                  </a:lnTo>
                  <a:lnTo>
                    <a:pt x="1111109" y="389591"/>
                  </a:lnTo>
                  <a:lnTo>
                    <a:pt x="1108645" y="389591"/>
                  </a:lnTo>
                  <a:lnTo>
                    <a:pt x="1106182" y="389591"/>
                  </a:lnTo>
                  <a:lnTo>
                    <a:pt x="1103718" y="389591"/>
                  </a:lnTo>
                  <a:lnTo>
                    <a:pt x="1101254" y="389591"/>
                  </a:lnTo>
                  <a:lnTo>
                    <a:pt x="1098791" y="389591"/>
                  </a:lnTo>
                  <a:lnTo>
                    <a:pt x="1096327" y="389591"/>
                  </a:lnTo>
                  <a:lnTo>
                    <a:pt x="1093863" y="389591"/>
                  </a:lnTo>
                  <a:lnTo>
                    <a:pt x="1091400" y="389591"/>
                  </a:lnTo>
                  <a:lnTo>
                    <a:pt x="1088936" y="389591"/>
                  </a:lnTo>
                  <a:lnTo>
                    <a:pt x="1086472" y="389591"/>
                  </a:lnTo>
                  <a:lnTo>
                    <a:pt x="1084009" y="389591"/>
                  </a:lnTo>
                  <a:lnTo>
                    <a:pt x="1081545" y="389591"/>
                  </a:lnTo>
                  <a:lnTo>
                    <a:pt x="1079082" y="389591"/>
                  </a:lnTo>
                  <a:lnTo>
                    <a:pt x="1076618" y="389591"/>
                  </a:lnTo>
                  <a:lnTo>
                    <a:pt x="1074154" y="389591"/>
                  </a:lnTo>
                  <a:lnTo>
                    <a:pt x="1071691" y="389591"/>
                  </a:lnTo>
                  <a:lnTo>
                    <a:pt x="1069227" y="389591"/>
                  </a:lnTo>
                  <a:lnTo>
                    <a:pt x="1066763" y="389591"/>
                  </a:lnTo>
                  <a:lnTo>
                    <a:pt x="1064300" y="389591"/>
                  </a:lnTo>
                  <a:lnTo>
                    <a:pt x="1061836" y="389591"/>
                  </a:lnTo>
                  <a:lnTo>
                    <a:pt x="1059372" y="389591"/>
                  </a:lnTo>
                  <a:lnTo>
                    <a:pt x="1056909" y="389591"/>
                  </a:lnTo>
                  <a:lnTo>
                    <a:pt x="1054445" y="389591"/>
                  </a:lnTo>
                  <a:lnTo>
                    <a:pt x="1051981" y="389591"/>
                  </a:lnTo>
                  <a:lnTo>
                    <a:pt x="1049518" y="389591"/>
                  </a:lnTo>
                  <a:lnTo>
                    <a:pt x="1047054" y="389591"/>
                  </a:lnTo>
                  <a:lnTo>
                    <a:pt x="1044590" y="389591"/>
                  </a:lnTo>
                  <a:lnTo>
                    <a:pt x="1042127" y="389591"/>
                  </a:lnTo>
                  <a:lnTo>
                    <a:pt x="1039663" y="389591"/>
                  </a:lnTo>
                  <a:lnTo>
                    <a:pt x="1037199" y="389591"/>
                  </a:lnTo>
                  <a:lnTo>
                    <a:pt x="1034736" y="389591"/>
                  </a:lnTo>
                  <a:lnTo>
                    <a:pt x="1032272" y="389591"/>
                  </a:lnTo>
                  <a:lnTo>
                    <a:pt x="1029808" y="389591"/>
                  </a:lnTo>
                  <a:lnTo>
                    <a:pt x="1027345" y="389591"/>
                  </a:lnTo>
                  <a:lnTo>
                    <a:pt x="1024881" y="389591"/>
                  </a:lnTo>
                  <a:lnTo>
                    <a:pt x="1022417" y="389591"/>
                  </a:lnTo>
                  <a:lnTo>
                    <a:pt x="1019954" y="389591"/>
                  </a:lnTo>
                  <a:lnTo>
                    <a:pt x="1017490" y="389591"/>
                  </a:lnTo>
                  <a:lnTo>
                    <a:pt x="1015026" y="389591"/>
                  </a:lnTo>
                  <a:lnTo>
                    <a:pt x="1012563" y="389591"/>
                  </a:lnTo>
                  <a:lnTo>
                    <a:pt x="1010099" y="389591"/>
                  </a:lnTo>
                  <a:lnTo>
                    <a:pt x="1007635" y="389591"/>
                  </a:lnTo>
                  <a:lnTo>
                    <a:pt x="1005172" y="389591"/>
                  </a:lnTo>
                  <a:lnTo>
                    <a:pt x="1002708" y="389591"/>
                  </a:lnTo>
                  <a:lnTo>
                    <a:pt x="1000244" y="389591"/>
                  </a:lnTo>
                  <a:lnTo>
                    <a:pt x="997781" y="389591"/>
                  </a:lnTo>
                  <a:lnTo>
                    <a:pt x="995317" y="389591"/>
                  </a:lnTo>
                  <a:lnTo>
                    <a:pt x="992853" y="389591"/>
                  </a:lnTo>
                  <a:lnTo>
                    <a:pt x="990390" y="389591"/>
                  </a:lnTo>
                  <a:lnTo>
                    <a:pt x="987926" y="389591"/>
                  </a:lnTo>
                  <a:lnTo>
                    <a:pt x="985463" y="389591"/>
                  </a:lnTo>
                  <a:lnTo>
                    <a:pt x="982999" y="389591"/>
                  </a:lnTo>
                  <a:lnTo>
                    <a:pt x="980535" y="389591"/>
                  </a:lnTo>
                  <a:lnTo>
                    <a:pt x="978072" y="389591"/>
                  </a:lnTo>
                  <a:lnTo>
                    <a:pt x="975608" y="389591"/>
                  </a:lnTo>
                  <a:lnTo>
                    <a:pt x="973144" y="389591"/>
                  </a:lnTo>
                  <a:lnTo>
                    <a:pt x="970681" y="389591"/>
                  </a:lnTo>
                  <a:lnTo>
                    <a:pt x="968217" y="389591"/>
                  </a:lnTo>
                  <a:lnTo>
                    <a:pt x="965753" y="389591"/>
                  </a:lnTo>
                  <a:lnTo>
                    <a:pt x="963290" y="389591"/>
                  </a:lnTo>
                  <a:lnTo>
                    <a:pt x="960826" y="389591"/>
                  </a:lnTo>
                  <a:lnTo>
                    <a:pt x="958362" y="389591"/>
                  </a:lnTo>
                  <a:lnTo>
                    <a:pt x="955899" y="389591"/>
                  </a:lnTo>
                  <a:lnTo>
                    <a:pt x="953435" y="389591"/>
                  </a:lnTo>
                  <a:lnTo>
                    <a:pt x="950971" y="389591"/>
                  </a:lnTo>
                  <a:lnTo>
                    <a:pt x="948508" y="389591"/>
                  </a:lnTo>
                  <a:lnTo>
                    <a:pt x="946044" y="389591"/>
                  </a:lnTo>
                  <a:lnTo>
                    <a:pt x="943580" y="389591"/>
                  </a:lnTo>
                  <a:lnTo>
                    <a:pt x="941117" y="389591"/>
                  </a:lnTo>
                  <a:lnTo>
                    <a:pt x="938653" y="389591"/>
                  </a:lnTo>
                  <a:lnTo>
                    <a:pt x="936189" y="389591"/>
                  </a:lnTo>
                  <a:lnTo>
                    <a:pt x="933726" y="389591"/>
                  </a:lnTo>
                  <a:lnTo>
                    <a:pt x="931262" y="389591"/>
                  </a:lnTo>
                  <a:lnTo>
                    <a:pt x="928798" y="389591"/>
                  </a:lnTo>
                  <a:lnTo>
                    <a:pt x="926335" y="389591"/>
                  </a:lnTo>
                  <a:lnTo>
                    <a:pt x="923871" y="389591"/>
                  </a:lnTo>
                  <a:lnTo>
                    <a:pt x="921407" y="389591"/>
                  </a:lnTo>
                  <a:lnTo>
                    <a:pt x="918944" y="389591"/>
                  </a:lnTo>
                  <a:lnTo>
                    <a:pt x="916480" y="389591"/>
                  </a:lnTo>
                  <a:lnTo>
                    <a:pt x="914016" y="389591"/>
                  </a:lnTo>
                  <a:lnTo>
                    <a:pt x="911553" y="389591"/>
                  </a:lnTo>
                  <a:lnTo>
                    <a:pt x="909089" y="389591"/>
                  </a:lnTo>
                  <a:lnTo>
                    <a:pt x="906625" y="389591"/>
                  </a:lnTo>
                  <a:lnTo>
                    <a:pt x="904162" y="389591"/>
                  </a:lnTo>
                  <a:lnTo>
                    <a:pt x="901698" y="389591"/>
                  </a:lnTo>
                  <a:lnTo>
                    <a:pt x="899235" y="389591"/>
                  </a:lnTo>
                  <a:lnTo>
                    <a:pt x="896771" y="389591"/>
                  </a:lnTo>
                  <a:lnTo>
                    <a:pt x="894307" y="389591"/>
                  </a:lnTo>
                  <a:lnTo>
                    <a:pt x="891844" y="389591"/>
                  </a:lnTo>
                  <a:lnTo>
                    <a:pt x="889380" y="389591"/>
                  </a:lnTo>
                  <a:lnTo>
                    <a:pt x="886916" y="389591"/>
                  </a:lnTo>
                  <a:lnTo>
                    <a:pt x="884453" y="389591"/>
                  </a:lnTo>
                  <a:lnTo>
                    <a:pt x="881989" y="389591"/>
                  </a:lnTo>
                  <a:lnTo>
                    <a:pt x="879525" y="389591"/>
                  </a:lnTo>
                  <a:lnTo>
                    <a:pt x="877062" y="389591"/>
                  </a:lnTo>
                  <a:lnTo>
                    <a:pt x="874598" y="389591"/>
                  </a:lnTo>
                  <a:lnTo>
                    <a:pt x="872134" y="389591"/>
                  </a:lnTo>
                  <a:lnTo>
                    <a:pt x="869671" y="389591"/>
                  </a:lnTo>
                  <a:lnTo>
                    <a:pt x="867207" y="389591"/>
                  </a:lnTo>
                  <a:lnTo>
                    <a:pt x="864743" y="389591"/>
                  </a:lnTo>
                  <a:lnTo>
                    <a:pt x="862280" y="389591"/>
                  </a:lnTo>
                  <a:lnTo>
                    <a:pt x="859816" y="389591"/>
                  </a:lnTo>
                  <a:lnTo>
                    <a:pt x="857352" y="389591"/>
                  </a:lnTo>
                  <a:lnTo>
                    <a:pt x="854889" y="389591"/>
                  </a:lnTo>
                  <a:lnTo>
                    <a:pt x="852425" y="389591"/>
                  </a:lnTo>
                  <a:lnTo>
                    <a:pt x="849961" y="389591"/>
                  </a:lnTo>
                  <a:lnTo>
                    <a:pt x="847498" y="389591"/>
                  </a:lnTo>
                  <a:lnTo>
                    <a:pt x="845034" y="389591"/>
                  </a:lnTo>
                  <a:lnTo>
                    <a:pt x="842570" y="389591"/>
                  </a:lnTo>
                  <a:lnTo>
                    <a:pt x="840107" y="389591"/>
                  </a:lnTo>
                  <a:lnTo>
                    <a:pt x="837643" y="389591"/>
                  </a:lnTo>
                  <a:lnTo>
                    <a:pt x="835179" y="389591"/>
                  </a:lnTo>
                  <a:lnTo>
                    <a:pt x="832716" y="389591"/>
                  </a:lnTo>
                  <a:lnTo>
                    <a:pt x="830252" y="389591"/>
                  </a:lnTo>
                  <a:lnTo>
                    <a:pt x="827788" y="389591"/>
                  </a:lnTo>
                  <a:lnTo>
                    <a:pt x="825325" y="389591"/>
                  </a:lnTo>
                  <a:lnTo>
                    <a:pt x="822861" y="389591"/>
                  </a:lnTo>
                  <a:lnTo>
                    <a:pt x="820397" y="389591"/>
                  </a:lnTo>
                  <a:lnTo>
                    <a:pt x="817934" y="389591"/>
                  </a:lnTo>
                  <a:lnTo>
                    <a:pt x="815470" y="389591"/>
                  </a:lnTo>
                  <a:lnTo>
                    <a:pt x="813006" y="389591"/>
                  </a:lnTo>
                  <a:lnTo>
                    <a:pt x="810543" y="389591"/>
                  </a:lnTo>
                  <a:lnTo>
                    <a:pt x="808079" y="389591"/>
                  </a:lnTo>
                  <a:lnTo>
                    <a:pt x="805616" y="389591"/>
                  </a:lnTo>
                  <a:lnTo>
                    <a:pt x="803152" y="389591"/>
                  </a:lnTo>
                  <a:lnTo>
                    <a:pt x="800688" y="389591"/>
                  </a:lnTo>
                  <a:lnTo>
                    <a:pt x="798225" y="389591"/>
                  </a:lnTo>
                  <a:lnTo>
                    <a:pt x="795761" y="389591"/>
                  </a:lnTo>
                  <a:lnTo>
                    <a:pt x="793297" y="389591"/>
                  </a:lnTo>
                  <a:lnTo>
                    <a:pt x="790834" y="389591"/>
                  </a:lnTo>
                  <a:lnTo>
                    <a:pt x="788370" y="389591"/>
                  </a:lnTo>
                  <a:lnTo>
                    <a:pt x="785906" y="389591"/>
                  </a:lnTo>
                  <a:lnTo>
                    <a:pt x="783443" y="389591"/>
                  </a:lnTo>
                  <a:lnTo>
                    <a:pt x="780979" y="389591"/>
                  </a:lnTo>
                  <a:lnTo>
                    <a:pt x="778515" y="389591"/>
                  </a:lnTo>
                  <a:lnTo>
                    <a:pt x="776052" y="389591"/>
                  </a:lnTo>
                  <a:lnTo>
                    <a:pt x="773588" y="389591"/>
                  </a:lnTo>
                  <a:lnTo>
                    <a:pt x="771124" y="389591"/>
                  </a:lnTo>
                  <a:lnTo>
                    <a:pt x="768661" y="389591"/>
                  </a:lnTo>
                  <a:lnTo>
                    <a:pt x="766197" y="389591"/>
                  </a:lnTo>
                  <a:lnTo>
                    <a:pt x="763733" y="389591"/>
                  </a:lnTo>
                  <a:lnTo>
                    <a:pt x="761270" y="389591"/>
                  </a:lnTo>
                  <a:lnTo>
                    <a:pt x="758806" y="389591"/>
                  </a:lnTo>
                  <a:lnTo>
                    <a:pt x="756342" y="389591"/>
                  </a:lnTo>
                  <a:lnTo>
                    <a:pt x="753879" y="389591"/>
                  </a:lnTo>
                  <a:lnTo>
                    <a:pt x="751415" y="389591"/>
                  </a:lnTo>
                  <a:lnTo>
                    <a:pt x="748951" y="389591"/>
                  </a:lnTo>
                  <a:lnTo>
                    <a:pt x="746488" y="389591"/>
                  </a:lnTo>
                  <a:lnTo>
                    <a:pt x="744024" y="389591"/>
                  </a:lnTo>
                  <a:lnTo>
                    <a:pt x="741560" y="389591"/>
                  </a:lnTo>
                  <a:lnTo>
                    <a:pt x="739097" y="389591"/>
                  </a:lnTo>
                  <a:lnTo>
                    <a:pt x="736633" y="389591"/>
                  </a:lnTo>
                  <a:lnTo>
                    <a:pt x="734169" y="389591"/>
                  </a:lnTo>
                  <a:lnTo>
                    <a:pt x="731706" y="389591"/>
                  </a:lnTo>
                  <a:lnTo>
                    <a:pt x="729242" y="389591"/>
                  </a:lnTo>
                  <a:lnTo>
                    <a:pt x="726778" y="389591"/>
                  </a:lnTo>
                  <a:lnTo>
                    <a:pt x="724315" y="389591"/>
                  </a:lnTo>
                  <a:lnTo>
                    <a:pt x="721851" y="389591"/>
                  </a:lnTo>
                  <a:lnTo>
                    <a:pt x="719388" y="389591"/>
                  </a:lnTo>
                  <a:lnTo>
                    <a:pt x="716924" y="389591"/>
                  </a:lnTo>
                  <a:lnTo>
                    <a:pt x="714460" y="389591"/>
                  </a:lnTo>
                  <a:lnTo>
                    <a:pt x="711997" y="389591"/>
                  </a:lnTo>
                  <a:lnTo>
                    <a:pt x="709533" y="389591"/>
                  </a:lnTo>
                  <a:lnTo>
                    <a:pt x="707069" y="389591"/>
                  </a:lnTo>
                  <a:lnTo>
                    <a:pt x="704606" y="389591"/>
                  </a:lnTo>
                  <a:lnTo>
                    <a:pt x="702142" y="389591"/>
                  </a:lnTo>
                  <a:lnTo>
                    <a:pt x="699678" y="389591"/>
                  </a:lnTo>
                  <a:lnTo>
                    <a:pt x="697215" y="389591"/>
                  </a:lnTo>
                  <a:lnTo>
                    <a:pt x="694751" y="389591"/>
                  </a:lnTo>
                  <a:lnTo>
                    <a:pt x="692287" y="389591"/>
                  </a:lnTo>
                  <a:lnTo>
                    <a:pt x="689824" y="389591"/>
                  </a:lnTo>
                  <a:lnTo>
                    <a:pt x="687360" y="389591"/>
                  </a:lnTo>
                  <a:lnTo>
                    <a:pt x="684896" y="389591"/>
                  </a:lnTo>
                  <a:lnTo>
                    <a:pt x="682433" y="389591"/>
                  </a:lnTo>
                  <a:lnTo>
                    <a:pt x="679969" y="389591"/>
                  </a:lnTo>
                  <a:lnTo>
                    <a:pt x="677505" y="389591"/>
                  </a:lnTo>
                  <a:lnTo>
                    <a:pt x="675042" y="389591"/>
                  </a:lnTo>
                  <a:lnTo>
                    <a:pt x="672578" y="389591"/>
                  </a:lnTo>
                  <a:lnTo>
                    <a:pt x="670114" y="389591"/>
                  </a:lnTo>
                  <a:lnTo>
                    <a:pt x="667651" y="389591"/>
                  </a:lnTo>
                  <a:lnTo>
                    <a:pt x="665187" y="389591"/>
                  </a:lnTo>
                  <a:lnTo>
                    <a:pt x="662723" y="389591"/>
                  </a:lnTo>
                  <a:lnTo>
                    <a:pt x="660260" y="389591"/>
                  </a:lnTo>
                  <a:lnTo>
                    <a:pt x="657796" y="389591"/>
                  </a:lnTo>
                  <a:lnTo>
                    <a:pt x="655332" y="389591"/>
                  </a:lnTo>
                  <a:lnTo>
                    <a:pt x="652869" y="389591"/>
                  </a:lnTo>
                  <a:lnTo>
                    <a:pt x="650405" y="389591"/>
                  </a:lnTo>
                  <a:lnTo>
                    <a:pt x="647941" y="389591"/>
                  </a:lnTo>
                  <a:lnTo>
                    <a:pt x="645478" y="389591"/>
                  </a:lnTo>
                  <a:lnTo>
                    <a:pt x="643014" y="389591"/>
                  </a:lnTo>
                  <a:lnTo>
                    <a:pt x="640550" y="389591"/>
                  </a:lnTo>
                  <a:lnTo>
                    <a:pt x="638087" y="389591"/>
                  </a:lnTo>
                  <a:lnTo>
                    <a:pt x="635623" y="389591"/>
                  </a:lnTo>
                  <a:lnTo>
                    <a:pt x="633159" y="389591"/>
                  </a:lnTo>
                  <a:lnTo>
                    <a:pt x="630696" y="389591"/>
                  </a:lnTo>
                  <a:lnTo>
                    <a:pt x="628232" y="389591"/>
                  </a:lnTo>
                  <a:lnTo>
                    <a:pt x="625769" y="389591"/>
                  </a:lnTo>
                  <a:lnTo>
                    <a:pt x="623305" y="389591"/>
                  </a:lnTo>
                  <a:lnTo>
                    <a:pt x="620841" y="389591"/>
                  </a:lnTo>
                  <a:lnTo>
                    <a:pt x="618378" y="389591"/>
                  </a:lnTo>
                  <a:lnTo>
                    <a:pt x="615914" y="389591"/>
                  </a:lnTo>
                  <a:lnTo>
                    <a:pt x="613450" y="389591"/>
                  </a:lnTo>
                  <a:lnTo>
                    <a:pt x="610987" y="389591"/>
                  </a:lnTo>
                  <a:lnTo>
                    <a:pt x="608523" y="389591"/>
                  </a:lnTo>
                  <a:lnTo>
                    <a:pt x="606059" y="389591"/>
                  </a:lnTo>
                  <a:lnTo>
                    <a:pt x="603596" y="389591"/>
                  </a:lnTo>
                  <a:lnTo>
                    <a:pt x="601132" y="389591"/>
                  </a:lnTo>
                  <a:lnTo>
                    <a:pt x="598668" y="389591"/>
                  </a:lnTo>
                  <a:lnTo>
                    <a:pt x="596205" y="389591"/>
                  </a:lnTo>
                  <a:lnTo>
                    <a:pt x="593741" y="389591"/>
                  </a:lnTo>
                  <a:lnTo>
                    <a:pt x="591277" y="389591"/>
                  </a:lnTo>
                  <a:lnTo>
                    <a:pt x="588814" y="389591"/>
                  </a:lnTo>
                  <a:lnTo>
                    <a:pt x="586350" y="389591"/>
                  </a:lnTo>
                  <a:lnTo>
                    <a:pt x="583886" y="389591"/>
                  </a:lnTo>
                  <a:lnTo>
                    <a:pt x="581423" y="389591"/>
                  </a:lnTo>
                  <a:lnTo>
                    <a:pt x="578959" y="389591"/>
                  </a:lnTo>
                  <a:lnTo>
                    <a:pt x="576495" y="389591"/>
                  </a:lnTo>
                  <a:lnTo>
                    <a:pt x="574032" y="389591"/>
                  </a:lnTo>
                  <a:lnTo>
                    <a:pt x="571568" y="389591"/>
                  </a:lnTo>
                  <a:lnTo>
                    <a:pt x="569104" y="389591"/>
                  </a:lnTo>
                  <a:lnTo>
                    <a:pt x="566641" y="389591"/>
                  </a:lnTo>
                  <a:lnTo>
                    <a:pt x="564177" y="389591"/>
                  </a:lnTo>
                  <a:lnTo>
                    <a:pt x="561713" y="389591"/>
                  </a:lnTo>
                  <a:lnTo>
                    <a:pt x="559250" y="389591"/>
                  </a:lnTo>
                  <a:lnTo>
                    <a:pt x="556786" y="389591"/>
                  </a:lnTo>
                  <a:lnTo>
                    <a:pt x="554322" y="389591"/>
                  </a:lnTo>
                  <a:lnTo>
                    <a:pt x="551859" y="389591"/>
                  </a:lnTo>
                  <a:lnTo>
                    <a:pt x="549395" y="389591"/>
                  </a:lnTo>
                  <a:lnTo>
                    <a:pt x="546931" y="389591"/>
                  </a:lnTo>
                  <a:lnTo>
                    <a:pt x="544468" y="389591"/>
                  </a:lnTo>
                  <a:lnTo>
                    <a:pt x="542004" y="389591"/>
                  </a:lnTo>
                  <a:lnTo>
                    <a:pt x="539541" y="389591"/>
                  </a:lnTo>
                  <a:lnTo>
                    <a:pt x="537077" y="389591"/>
                  </a:lnTo>
                  <a:lnTo>
                    <a:pt x="534613" y="389591"/>
                  </a:lnTo>
                  <a:lnTo>
                    <a:pt x="532150" y="389591"/>
                  </a:lnTo>
                  <a:lnTo>
                    <a:pt x="529686" y="389591"/>
                  </a:lnTo>
                  <a:lnTo>
                    <a:pt x="527222" y="389591"/>
                  </a:lnTo>
                  <a:lnTo>
                    <a:pt x="524759" y="389591"/>
                  </a:lnTo>
                  <a:lnTo>
                    <a:pt x="522295" y="389591"/>
                  </a:lnTo>
                  <a:lnTo>
                    <a:pt x="519831" y="389591"/>
                  </a:lnTo>
                  <a:lnTo>
                    <a:pt x="517368" y="389591"/>
                  </a:lnTo>
                  <a:lnTo>
                    <a:pt x="514904" y="389591"/>
                  </a:lnTo>
                  <a:lnTo>
                    <a:pt x="512440" y="389591"/>
                  </a:lnTo>
                  <a:lnTo>
                    <a:pt x="509977" y="389591"/>
                  </a:lnTo>
                  <a:lnTo>
                    <a:pt x="507513" y="389591"/>
                  </a:lnTo>
                  <a:lnTo>
                    <a:pt x="505049" y="389591"/>
                  </a:lnTo>
                  <a:lnTo>
                    <a:pt x="502586" y="389591"/>
                  </a:lnTo>
                  <a:lnTo>
                    <a:pt x="500122" y="389591"/>
                  </a:lnTo>
                  <a:lnTo>
                    <a:pt x="497658" y="389591"/>
                  </a:lnTo>
                  <a:lnTo>
                    <a:pt x="495195" y="389591"/>
                  </a:lnTo>
                  <a:lnTo>
                    <a:pt x="492731" y="389591"/>
                  </a:lnTo>
                  <a:lnTo>
                    <a:pt x="490267" y="389591"/>
                  </a:lnTo>
                  <a:lnTo>
                    <a:pt x="487804" y="389591"/>
                  </a:lnTo>
                  <a:lnTo>
                    <a:pt x="485340" y="389591"/>
                  </a:lnTo>
                  <a:lnTo>
                    <a:pt x="482876" y="389591"/>
                  </a:lnTo>
                  <a:lnTo>
                    <a:pt x="480413" y="389591"/>
                  </a:lnTo>
                  <a:lnTo>
                    <a:pt x="477949" y="389591"/>
                  </a:lnTo>
                  <a:lnTo>
                    <a:pt x="475485" y="389591"/>
                  </a:lnTo>
                  <a:lnTo>
                    <a:pt x="473022" y="389591"/>
                  </a:lnTo>
                  <a:lnTo>
                    <a:pt x="470558" y="389591"/>
                  </a:lnTo>
                  <a:lnTo>
                    <a:pt x="468094" y="389591"/>
                  </a:lnTo>
                  <a:lnTo>
                    <a:pt x="465631" y="389591"/>
                  </a:lnTo>
                  <a:lnTo>
                    <a:pt x="463167" y="389591"/>
                  </a:lnTo>
                  <a:lnTo>
                    <a:pt x="460703" y="389591"/>
                  </a:lnTo>
                  <a:lnTo>
                    <a:pt x="458240" y="389591"/>
                  </a:lnTo>
                  <a:lnTo>
                    <a:pt x="455776" y="389591"/>
                  </a:lnTo>
                  <a:lnTo>
                    <a:pt x="453312" y="389591"/>
                  </a:lnTo>
                  <a:lnTo>
                    <a:pt x="450849" y="389591"/>
                  </a:lnTo>
                  <a:lnTo>
                    <a:pt x="448385" y="389591"/>
                  </a:lnTo>
                  <a:lnTo>
                    <a:pt x="445922" y="389591"/>
                  </a:lnTo>
                  <a:lnTo>
                    <a:pt x="443458" y="389591"/>
                  </a:lnTo>
                  <a:lnTo>
                    <a:pt x="440994" y="389591"/>
                  </a:lnTo>
                  <a:lnTo>
                    <a:pt x="438531" y="389591"/>
                  </a:lnTo>
                  <a:lnTo>
                    <a:pt x="436067" y="389591"/>
                  </a:lnTo>
                  <a:lnTo>
                    <a:pt x="433603" y="389591"/>
                  </a:lnTo>
                  <a:lnTo>
                    <a:pt x="431140" y="389591"/>
                  </a:lnTo>
                  <a:lnTo>
                    <a:pt x="428676" y="389591"/>
                  </a:lnTo>
                  <a:lnTo>
                    <a:pt x="426212" y="389591"/>
                  </a:lnTo>
                  <a:lnTo>
                    <a:pt x="423749" y="389591"/>
                  </a:lnTo>
                  <a:lnTo>
                    <a:pt x="421285" y="389591"/>
                  </a:lnTo>
                  <a:lnTo>
                    <a:pt x="418821" y="389591"/>
                  </a:lnTo>
                  <a:lnTo>
                    <a:pt x="416358" y="389591"/>
                  </a:lnTo>
                  <a:lnTo>
                    <a:pt x="413894" y="389591"/>
                  </a:lnTo>
                  <a:lnTo>
                    <a:pt x="411430" y="389591"/>
                  </a:lnTo>
                  <a:lnTo>
                    <a:pt x="408967" y="389591"/>
                  </a:lnTo>
                  <a:lnTo>
                    <a:pt x="406503" y="389591"/>
                  </a:lnTo>
                  <a:lnTo>
                    <a:pt x="404039" y="389591"/>
                  </a:lnTo>
                  <a:lnTo>
                    <a:pt x="401576" y="389591"/>
                  </a:lnTo>
                  <a:lnTo>
                    <a:pt x="399112" y="389591"/>
                  </a:lnTo>
                  <a:lnTo>
                    <a:pt x="396648" y="389591"/>
                  </a:lnTo>
                  <a:lnTo>
                    <a:pt x="394185" y="389591"/>
                  </a:lnTo>
                  <a:lnTo>
                    <a:pt x="391721" y="389591"/>
                  </a:lnTo>
                  <a:lnTo>
                    <a:pt x="389257" y="389591"/>
                  </a:lnTo>
                  <a:lnTo>
                    <a:pt x="386794" y="389591"/>
                  </a:lnTo>
                  <a:lnTo>
                    <a:pt x="384330" y="389591"/>
                  </a:lnTo>
                  <a:lnTo>
                    <a:pt x="381866" y="389591"/>
                  </a:lnTo>
                  <a:lnTo>
                    <a:pt x="379403" y="389591"/>
                  </a:lnTo>
                  <a:lnTo>
                    <a:pt x="376939" y="389591"/>
                  </a:lnTo>
                  <a:lnTo>
                    <a:pt x="374475" y="389591"/>
                  </a:lnTo>
                  <a:lnTo>
                    <a:pt x="372012" y="389591"/>
                  </a:lnTo>
                  <a:lnTo>
                    <a:pt x="369548" y="389591"/>
                  </a:lnTo>
                  <a:lnTo>
                    <a:pt x="367084" y="389591"/>
                  </a:lnTo>
                  <a:lnTo>
                    <a:pt x="364621" y="389591"/>
                  </a:lnTo>
                  <a:lnTo>
                    <a:pt x="362157" y="389591"/>
                  </a:lnTo>
                  <a:lnTo>
                    <a:pt x="359694" y="389591"/>
                  </a:lnTo>
                  <a:lnTo>
                    <a:pt x="357230" y="389591"/>
                  </a:lnTo>
                  <a:lnTo>
                    <a:pt x="354766" y="389591"/>
                  </a:lnTo>
                  <a:lnTo>
                    <a:pt x="352303" y="389591"/>
                  </a:lnTo>
                  <a:lnTo>
                    <a:pt x="349839" y="389591"/>
                  </a:lnTo>
                  <a:lnTo>
                    <a:pt x="347375" y="389591"/>
                  </a:lnTo>
                  <a:lnTo>
                    <a:pt x="344912" y="389591"/>
                  </a:lnTo>
                  <a:lnTo>
                    <a:pt x="342448" y="389591"/>
                  </a:lnTo>
                  <a:lnTo>
                    <a:pt x="339984" y="389591"/>
                  </a:lnTo>
                  <a:lnTo>
                    <a:pt x="337521" y="389591"/>
                  </a:lnTo>
                  <a:lnTo>
                    <a:pt x="335057" y="389591"/>
                  </a:lnTo>
                  <a:lnTo>
                    <a:pt x="332593" y="389591"/>
                  </a:lnTo>
                  <a:lnTo>
                    <a:pt x="330130" y="389591"/>
                  </a:lnTo>
                  <a:lnTo>
                    <a:pt x="327666" y="389591"/>
                  </a:lnTo>
                  <a:lnTo>
                    <a:pt x="325202" y="389591"/>
                  </a:lnTo>
                  <a:lnTo>
                    <a:pt x="322739" y="389591"/>
                  </a:lnTo>
                  <a:lnTo>
                    <a:pt x="320275" y="389591"/>
                  </a:lnTo>
                  <a:lnTo>
                    <a:pt x="317811" y="389591"/>
                  </a:lnTo>
                  <a:lnTo>
                    <a:pt x="315348" y="389591"/>
                  </a:lnTo>
                  <a:lnTo>
                    <a:pt x="312884" y="389591"/>
                  </a:lnTo>
                  <a:lnTo>
                    <a:pt x="310420" y="389591"/>
                  </a:lnTo>
                  <a:lnTo>
                    <a:pt x="307957" y="389591"/>
                  </a:lnTo>
                  <a:lnTo>
                    <a:pt x="305493" y="389591"/>
                  </a:lnTo>
                  <a:lnTo>
                    <a:pt x="303029" y="389591"/>
                  </a:lnTo>
                  <a:lnTo>
                    <a:pt x="300566" y="389591"/>
                  </a:lnTo>
                  <a:lnTo>
                    <a:pt x="298102" y="389591"/>
                  </a:lnTo>
                  <a:lnTo>
                    <a:pt x="295638" y="389591"/>
                  </a:lnTo>
                  <a:lnTo>
                    <a:pt x="293175" y="389591"/>
                  </a:lnTo>
                  <a:lnTo>
                    <a:pt x="290711" y="389591"/>
                  </a:lnTo>
                  <a:lnTo>
                    <a:pt x="288247" y="389591"/>
                  </a:lnTo>
                  <a:lnTo>
                    <a:pt x="285784" y="389591"/>
                  </a:lnTo>
                  <a:lnTo>
                    <a:pt x="283320" y="389591"/>
                  </a:lnTo>
                  <a:lnTo>
                    <a:pt x="280856" y="389591"/>
                  </a:lnTo>
                  <a:lnTo>
                    <a:pt x="278393" y="389591"/>
                  </a:lnTo>
                  <a:lnTo>
                    <a:pt x="275929" y="389591"/>
                  </a:lnTo>
                  <a:lnTo>
                    <a:pt x="273465" y="389591"/>
                  </a:lnTo>
                  <a:lnTo>
                    <a:pt x="271002" y="389591"/>
                  </a:lnTo>
                  <a:lnTo>
                    <a:pt x="268538" y="389591"/>
                  </a:lnTo>
                  <a:lnTo>
                    <a:pt x="266075" y="389591"/>
                  </a:lnTo>
                  <a:lnTo>
                    <a:pt x="263611" y="389591"/>
                  </a:lnTo>
                  <a:lnTo>
                    <a:pt x="261147" y="389591"/>
                  </a:lnTo>
                  <a:lnTo>
                    <a:pt x="258684" y="389591"/>
                  </a:lnTo>
                  <a:lnTo>
                    <a:pt x="256220" y="389591"/>
                  </a:lnTo>
                  <a:lnTo>
                    <a:pt x="253756" y="389591"/>
                  </a:lnTo>
                  <a:lnTo>
                    <a:pt x="251293" y="389591"/>
                  </a:lnTo>
                  <a:lnTo>
                    <a:pt x="248829" y="389591"/>
                  </a:lnTo>
                  <a:lnTo>
                    <a:pt x="246365" y="389591"/>
                  </a:lnTo>
                  <a:lnTo>
                    <a:pt x="243902" y="389591"/>
                  </a:lnTo>
                  <a:lnTo>
                    <a:pt x="241438" y="389591"/>
                  </a:lnTo>
                  <a:lnTo>
                    <a:pt x="238974" y="389591"/>
                  </a:lnTo>
                  <a:lnTo>
                    <a:pt x="236511" y="389591"/>
                  </a:lnTo>
                  <a:lnTo>
                    <a:pt x="234047" y="389591"/>
                  </a:lnTo>
                  <a:lnTo>
                    <a:pt x="231583" y="389591"/>
                  </a:lnTo>
                  <a:lnTo>
                    <a:pt x="229120" y="389591"/>
                  </a:lnTo>
                  <a:lnTo>
                    <a:pt x="226656" y="389591"/>
                  </a:lnTo>
                  <a:lnTo>
                    <a:pt x="224192" y="389591"/>
                  </a:lnTo>
                  <a:lnTo>
                    <a:pt x="221729" y="389591"/>
                  </a:lnTo>
                  <a:lnTo>
                    <a:pt x="219265" y="389591"/>
                  </a:lnTo>
                  <a:lnTo>
                    <a:pt x="216801" y="389591"/>
                  </a:lnTo>
                  <a:lnTo>
                    <a:pt x="214338" y="389591"/>
                  </a:lnTo>
                  <a:lnTo>
                    <a:pt x="211874" y="389591"/>
                  </a:lnTo>
                  <a:lnTo>
                    <a:pt x="209410" y="389591"/>
                  </a:lnTo>
                  <a:lnTo>
                    <a:pt x="206947" y="389591"/>
                  </a:lnTo>
                  <a:lnTo>
                    <a:pt x="204483" y="389591"/>
                  </a:lnTo>
                  <a:lnTo>
                    <a:pt x="202019" y="389591"/>
                  </a:lnTo>
                  <a:lnTo>
                    <a:pt x="199556" y="389591"/>
                  </a:lnTo>
                  <a:lnTo>
                    <a:pt x="197092" y="389591"/>
                  </a:lnTo>
                  <a:lnTo>
                    <a:pt x="194628" y="389591"/>
                  </a:lnTo>
                  <a:lnTo>
                    <a:pt x="192165" y="389591"/>
                  </a:lnTo>
                  <a:lnTo>
                    <a:pt x="189701" y="389591"/>
                  </a:lnTo>
                  <a:lnTo>
                    <a:pt x="187237" y="389591"/>
                  </a:lnTo>
                  <a:lnTo>
                    <a:pt x="184774" y="389591"/>
                  </a:lnTo>
                  <a:lnTo>
                    <a:pt x="182310" y="389591"/>
                  </a:lnTo>
                  <a:lnTo>
                    <a:pt x="179847" y="389591"/>
                  </a:lnTo>
                  <a:lnTo>
                    <a:pt x="177383" y="389591"/>
                  </a:lnTo>
                  <a:lnTo>
                    <a:pt x="174919" y="389591"/>
                  </a:lnTo>
                  <a:lnTo>
                    <a:pt x="172456" y="389591"/>
                  </a:lnTo>
                  <a:lnTo>
                    <a:pt x="169992" y="389591"/>
                  </a:lnTo>
                  <a:lnTo>
                    <a:pt x="167528" y="389591"/>
                  </a:lnTo>
                  <a:lnTo>
                    <a:pt x="165065" y="389591"/>
                  </a:lnTo>
                  <a:lnTo>
                    <a:pt x="162601" y="389591"/>
                  </a:lnTo>
                  <a:lnTo>
                    <a:pt x="160137" y="389591"/>
                  </a:lnTo>
                  <a:lnTo>
                    <a:pt x="157674" y="389591"/>
                  </a:lnTo>
                  <a:lnTo>
                    <a:pt x="155210" y="389591"/>
                  </a:lnTo>
                  <a:lnTo>
                    <a:pt x="152746" y="389591"/>
                  </a:lnTo>
                  <a:lnTo>
                    <a:pt x="150283" y="389591"/>
                  </a:lnTo>
                  <a:lnTo>
                    <a:pt x="147819" y="389591"/>
                  </a:lnTo>
                  <a:lnTo>
                    <a:pt x="145355" y="389591"/>
                  </a:lnTo>
                  <a:lnTo>
                    <a:pt x="142892" y="389591"/>
                  </a:lnTo>
                  <a:lnTo>
                    <a:pt x="140428" y="389591"/>
                  </a:lnTo>
                  <a:lnTo>
                    <a:pt x="137964" y="389591"/>
                  </a:lnTo>
                  <a:lnTo>
                    <a:pt x="135501" y="389591"/>
                  </a:lnTo>
                  <a:lnTo>
                    <a:pt x="133037" y="389591"/>
                  </a:lnTo>
                  <a:lnTo>
                    <a:pt x="130573" y="389591"/>
                  </a:lnTo>
                  <a:lnTo>
                    <a:pt x="128110" y="389591"/>
                  </a:lnTo>
                  <a:lnTo>
                    <a:pt x="125646" y="389591"/>
                  </a:lnTo>
                  <a:lnTo>
                    <a:pt x="123182" y="389591"/>
                  </a:lnTo>
                  <a:lnTo>
                    <a:pt x="120719" y="389591"/>
                  </a:lnTo>
                  <a:lnTo>
                    <a:pt x="118255" y="389591"/>
                  </a:lnTo>
                  <a:lnTo>
                    <a:pt x="115791" y="389591"/>
                  </a:lnTo>
                  <a:lnTo>
                    <a:pt x="113328" y="389591"/>
                  </a:lnTo>
                  <a:lnTo>
                    <a:pt x="110864" y="389591"/>
                  </a:lnTo>
                  <a:lnTo>
                    <a:pt x="108400" y="389591"/>
                  </a:lnTo>
                  <a:lnTo>
                    <a:pt x="105937" y="389591"/>
                  </a:lnTo>
                  <a:lnTo>
                    <a:pt x="103473" y="389591"/>
                  </a:lnTo>
                  <a:lnTo>
                    <a:pt x="101009" y="389591"/>
                  </a:lnTo>
                  <a:lnTo>
                    <a:pt x="98546" y="389591"/>
                  </a:lnTo>
                  <a:lnTo>
                    <a:pt x="96082" y="389591"/>
                  </a:lnTo>
                  <a:lnTo>
                    <a:pt x="93618" y="389591"/>
                  </a:lnTo>
                  <a:lnTo>
                    <a:pt x="91155" y="389591"/>
                  </a:lnTo>
                  <a:lnTo>
                    <a:pt x="88691" y="389591"/>
                  </a:lnTo>
                  <a:lnTo>
                    <a:pt x="86228" y="389591"/>
                  </a:lnTo>
                  <a:lnTo>
                    <a:pt x="83764" y="389591"/>
                  </a:lnTo>
                  <a:lnTo>
                    <a:pt x="81300" y="389591"/>
                  </a:lnTo>
                  <a:lnTo>
                    <a:pt x="78837" y="389591"/>
                  </a:lnTo>
                  <a:lnTo>
                    <a:pt x="76373" y="389591"/>
                  </a:lnTo>
                  <a:lnTo>
                    <a:pt x="73909" y="389591"/>
                  </a:lnTo>
                  <a:lnTo>
                    <a:pt x="71446" y="389591"/>
                  </a:lnTo>
                  <a:lnTo>
                    <a:pt x="68982" y="389591"/>
                  </a:lnTo>
                  <a:lnTo>
                    <a:pt x="66518" y="389591"/>
                  </a:lnTo>
                  <a:lnTo>
                    <a:pt x="64055" y="389591"/>
                  </a:lnTo>
                  <a:lnTo>
                    <a:pt x="61591" y="389591"/>
                  </a:lnTo>
                  <a:lnTo>
                    <a:pt x="59127" y="389591"/>
                  </a:lnTo>
                  <a:lnTo>
                    <a:pt x="56664" y="389591"/>
                  </a:lnTo>
                  <a:lnTo>
                    <a:pt x="54200" y="389591"/>
                  </a:lnTo>
                  <a:lnTo>
                    <a:pt x="51736" y="389591"/>
                  </a:lnTo>
                  <a:lnTo>
                    <a:pt x="49273" y="389591"/>
                  </a:lnTo>
                  <a:lnTo>
                    <a:pt x="46809" y="389591"/>
                  </a:lnTo>
                  <a:lnTo>
                    <a:pt x="44345" y="389591"/>
                  </a:lnTo>
                  <a:lnTo>
                    <a:pt x="41882" y="389591"/>
                  </a:lnTo>
                  <a:lnTo>
                    <a:pt x="39418" y="389591"/>
                  </a:lnTo>
                  <a:lnTo>
                    <a:pt x="36954" y="389591"/>
                  </a:lnTo>
                  <a:lnTo>
                    <a:pt x="34491" y="389591"/>
                  </a:lnTo>
                  <a:lnTo>
                    <a:pt x="32027" y="389591"/>
                  </a:lnTo>
                  <a:lnTo>
                    <a:pt x="29563" y="389591"/>
                  </a:lnTo>
                  <a:lnTo>
                    <a:pt x="27100" y="389591"/>
                  </a:lnTo>
                  <a:lnTo>
                    <a:pt x="24636" y="389591"/>
                  </a:lnTo>
                  <a:lnTo>
                    <a:pt x="22172" y="389591"/>
                  </a:lnTo>
                  <a:lnTo>
                    <a:pt x="19709" y="389591"/>
                  </a:lnTo>
                  <a:lnTo>
                    <a:pt x="17245" y="389591"/>
                  </a:lnTo>
                  <a:lnTo>
                    <a:pt x="14781" y="389591"/>
                  </a:lnTo>
                  <a:lnTo>
                    <a:pt x="12318" y="389591"/>
                  </a:lnTo>
                  <a:lnTo>
                    <a:pt x="9854" y="389591"/>
                  </a:lnTo>
                  <a:lnTo>
                    <a:pt x="7390" y="389591"/>
                  </a:lnTo>
                  <a:lnTo>
                    <a:pt x="4927" y="389591"/>
                  </a:lnTo>
                  <a:lnTo>
                    <a:pt x="2463" y="3895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433616" y="1736196"/>
              <a:ext cx="1258929" cy="389591"/>
            </a:xfrm>
            <a:custGeom>
              <a:avLst/>
              <a:pathLst>
                <a:path w="1258929" h="389591">
                  <a:moveTo>
                    <a:pt x="0" y="389591"/>
                  </a:moveTo>
                  <a:lnTo>
                    <a:pt x="2463" y="389591"/>
                  </a:lnTo>
                  <a:lnTo>
                    <a:pt x="4927" y="389591"/>
                  </a:lnTo>
                  <a:lnTo>
                    <a:pt x="7390" y="389591"/>
                  </a:lnTo>
                  <a:lnTo>
                    <a:pt x="9854" y="389591"/>
                  </a:lnTo>
                  <a:lnTo>
                    <a:pt x="12318" y="389591"/>
                  </a:lnTo>
                  <a:lnTo>
                    <a:pt x="14781" y="389591"/>
                  </a:lnTo>
                  <a:lnTo>
                    <a:pt x="17245" y="389591"/>
                  </a:lnTo>
                  <a:lnTo>
                    <a:pt x="19709" y="389591"/>
                  </a:lnTo>
                  <a:lnTo>
                    <a:pt x="22172" y="389591"/>
                  </a:lnTo>
                  <a:lnTo>
                    <a:pt x="24636" y="389591"/>
                  </a:lnTo>
                  <a:lnTo>
                    <a:pt x="27100" y="389591"/>
                  </a:lnTo>
                  <a:lnTo>
                    <a:pt x="29563" y="389591"/>
                  </a:lnTo>
                  <a:lnTo>
                    <a:pt x="32027" y="389591"/>
                  </a:lnTo>
                  <a:lnTo>
                    <a:pt x="34491" y="389591"/>
                  </a:lnTo>
                  <a:lnTo>
                    <a:pt x="36954" y="389591"/>
                  </a:lnTo>
                  <a:lnTo>
                    <a:pt x="39418" y="389591"/>
                  </a:lnTo>
                  <a:lnTo>
                    <a:pt x="41882" y="389591"/>
                  </a:lnTo>
                  <a:lnTo>
                    <a:pt x="44345" y="389591"/>
                  </a:lnTo>
                  <a:lnTo>
                    <a:pt x="46809" y="389591"/>
                  </a:lnTo>
                  <a:lnTo>
                    <a:pt x="49273" y="389591"/>
                  </a:lnTo>
                  <a:lnTo>
                    <a:pt x="51736" y="389591"/>
                  </a:lnTo>
                  <a:lnTo>
                    <a:pt x="54200" y="389591"/>
                  </a:lnTo>
                  <a:lnTo>
                    <a:pt x="56664" y="389591"/>
                  </a:lnTo>
                  <a:lnTo>
                    <a:pt x="59127" y="389591"/>
                  </a:lnTo>
                  <a:lnTo>
                    <a:pt x="61591" y="389591"/>
                  </a:lnTo>
                  <a:lnTo>
                    <a:pt x="64055" y="389591"/>
                  </a:lnTo>
                  <a:lnTo>
                    <a:pt x="66518" y="389591"/>
                  </a:lnTo>
                  <a:lnTo>
                    <a:pt x="68982" y="389590"/>
                  </a:lnTo>
                  <a:lnTo>
                    <a:pt x="71446" y="389590"/>
                  </a:lnTo>
                  <a:lnTo>
                    <a:pt x="73909" y="389590"/>
                  </a:lnTo>
                  <a:lnTo>
                    <a:pt x="76373" y="389590"/>
                  </a:lnTo>
                  <a:lnTo>
                    <a:pt x="78837" y="389589"/>
                  </a:lnTo>
                  <a:lnTo>
                    <a:pt x="81300" y="389589"/>
                  </a:lnTo>
                  <a:lnTo>
                    <a:pt x="83764" y="389588"/>
                  </a:lnTo>
                  <a:lnTo>
                    <a:pt x="86228" y="389588"/>
                  </a:lnTo>
                  <a:lnTo>
                    <a:pt x="88691" y="389587"/>
                  </a:lnTo>
                  <a:lnTo>
                    <a:pt x="91155" y="389585"/>
                  </a:lnTo>
                  <a:lnTo>
                    <a:pt x="93618" y="389584"/>
                  </a:lnTo>
                  <a:lnTo>
                    <a:pt x="96082" y="389582"/>
                  </a:lnTo>
                  <a:lnTo>
                    <a:pt x="98546" y="389580"/>
                  </a:lnTo>
                  <a:lnTo>
                    <a:pt x="101009" y="389577"/>
                  </a:lnTo>
                  <a:lnTo>
                    <a:pt x="103473" y="389574"/>
                  </a:lnTo>
                  <a:lnTo>
                    <a:pt x="105937" y="389570"/>
                  </a:lnTo>
                  <a:lnTo>
                    <a:pt x="108400" y="389565"/>
                  </a:lnTo>
                  <a:lnTo>
                    <a:pt x="110864" y="389559"/>
                  </a:lnTo>
                  <a:lnTo>
                    <a:pt x="113328" y="389552"/>
                  </a:lnTo>
                  <a:lnTo>
                    <a:pt x="115791" y="389544"/>
                  </a:lnTo>
                  <a:lnTo>
                    <a:pt x="118255" y="389534"/>
                  </a:lnTo>
                  <a:lnTo>
                    <a:pt x="120719" y="389522"/>
                  </a:lnTo>
                  <a:lnTo>
                    <a:pt x="123182" y="389508"/>
                  </a:lnTo>
                  <a:lnTo>
                    <a:pt x="125646" y="389491"/>
                  </a:lnTo>
                  <a:lnTo>
                    <a:pt x="128110" y="389472"/>
                  </a:lnTo>
                  <a:lnTo>
                    <a:pt x="130573" y="389450"/>
                  </a:lnTo>
                  <a:lnTo>
                    <a:pt x="133037" y="389423"/>
                  </a:lnTo>
                  <a:lnTo>
                    <a:pt x="135501" y="389393"/>
                  </a:lnTo>
                  <a:lnTo>
                    <a:pt x="137964" y="389357"/>
                  </a:lnTo>
                  <a:lnTo>
                    <a:pt x="140428" y="389317"/>
                  </a:lnTo>
                  <a:lnTo>
                    <a:pt x="142892" y="389272"/>
                  </a:lnTo>
                  <a:lnTo>
                    <a:pt x="145355" y="389219"/>
                  </a:lnTo>
                  <a:lnTo>
                    <a:pt x="147819" y="389158"/>
                  </a:lnTo>
                  <a:lnTo>
                    <a:pt x="150283" y="389090"/>
                  </a:lnTo>
                  <a:lnTo>
                    <a:pt x="152746" y="389014"/>
                  </a:lnTo>
                  <a:lnTo>
                    <a:pt x="155210" y="388930"/>
                  </a:lnTo>
                  <a:lnTo>
                    <a:pt x="157674" y="388833"/>
                  </a:lnTo>
                  <a:lnTo>
                    <a:pt x="160137" y="388725"/>
                  </a:lnTo>
                  <a:lnTo>
                    <a:pt x="162601" y="388606"/>
                  </a:lnTo>
                  <a:lnTo>
                    <a:pt x="165065" y="388475"/>
                  </a:lnTo>
                  <a:lnTo>
                    <a:pt x="167528" y="388331"/>
                  </a:lnTo>
                  <a:lnTo>
                    <a:pt x="169992" y="388171"/>
                  </a:lnTo>
                  <a:lnTo>
                    <a:pt x="172456" y="387995"/>
                  </a:lnTo>
                  <a:lnTo>
                    <a:pt x="174919" y="387803"/>
                  </a:lnTo>
                  <a:lnTo>
                    <a:pt x="177383" y="387596"/>
                  </a:lnTo>
                  <a:lnTo>
                    <a:pt x="179847" y="387372"/>
                  </a:lnTo>
                  <a:lnTo>
                    <a:pt x="182310" y="387129"/>
                  </a:lnTo>
                  <a:lnTo>
                    <a:pt x="184774" y="386864"/>
                  </a:lnTo>
                  <a:lnTo>
                    <a:pt x="187237" y="386581"/>
                  </a:lnTo>
                  <a:lnTo>
                    <a:pt x="189701" y="386278"/>
                  </a:lnTo>
                  <a:lnTo>
                    <a:pt x="192165" y="385957"/>
                  </a:lnTo>
                  <a:lnTo>
                    <a:pt x="194628" y="385615"/>
                  </a:lnTo>
                  <a:lnTo>
                    <a:pt x="197092" y="385247"/>
                  </a:lnTo>
                  <a:lnTo>
                    <a:pt x="199556" y="384858"/>
                  </a:lnTo>
                  <a:lnTo>
                    <a:pt x="202019" y="384449"/>
                  </a:lnTo>
                  <a:lnTo>
                    <a:pt x="204483" y="384020"/>
                  </a:lnTo>
                  <a:lnTo>
                    <a:pt x="206947" y="383570"/>
                  </a:lnTo>
                  <a:lnTo>
                    <a:pt x="209410" y="383093"/>
                  </a:lnTo>
                  <a:lnTo>
                    <a:pt x="211874" y="382595"/>
                  </a:lnTo>
                  <a:lnTo>
                    <a:pt x="214338" y="382077"/>
                  </a:lnTo>
                  <a:lnTo>
                    <a:pt x="216801" y="381539"/>
                  </a:lnTo>
                  <a:lnTo>
                    <a:pt x="219265" y="380981"/>
                  </a:lnTo>
                  <a:lnTo>
                    <a:pt x="221729" y="380399"/>
                  </a:lnTo>
                  <a:lnTo>
                    <a:pt x="224192" y="379797"/>
                  </a:lnTo>
                  <a:lnTo>
                    <a:pt x="226656" y="379176"/>
                  </a:lnTo>
                  <a:lnTo>
                    <a:pt x="229120" y="378538"/>
                  </a:lnTo>
                  <a:lnTo>
                    <a:pt x="231583" y="377883"/>
                  </a:lnTo>
                  <a:lnTo>
                    <a:pt x="234047" y="377208"/>
                  </a:lnTo>
                  <a:lnTo>
                    <a:pt x="236511" y="376515"/>
                  </a:lnTo>
                  <a:lnTo>
                    <a:pt x="238974" y="375806"/>
                  </a:lnTo>
                  <a:lnTo>
                    <a:pt x="241438" y="375084"/>
                  </a:lnTo>
                  <a:lnTo>
                    <a:pt x="243902" y="374348"/>
                  </a:lnTo>
                  <a:lnTo>
                    <a:pt x="246365" y="373597"/>
                  </a:lnTo>
                  <a:lnTo>
                    <a:pt x="248829" y="372832"/>
                  </a:lnTo>
                  <a:lnTo>
                    <a:pt x="251293" y="372056"/>
                  </a:lnTo>
                  <a:lnTo>
                    <a:pt x="253756" y="371269"/>
                  </a:lnTo>
                  <a:lnTo>
                    <a:pt x="256220" y="370473"/>
                  </a:lnTo>
                  <a:lnTo>
                    <a:pt x="258684" y="369667"/>
                  </a:lnTo>
                  <a:lnTo>
                    <a:pt x="261147" y="368851"/>
                  </a:lnTo>
                  <a:lnTo>
                    <a:pt x="263611" y="368028"/>
                  </a:lnTo>
                  <a:lnTo>
                    <a:pt x="266075" y="367197"/>
                  </a:lnTo>
                  <a:lnTo>
                    <a:pt x="268538" y="366360"/>
                  </a:lnTo>
                  <a:lnTo>
                    <a:pt x="271002" y="365518"/>
                  </a:lnTo>
                  <a:lnTo>
                    <a:pt x="273465" y="364669"/>
                  </a:lnTo>
                  <a:lnTo>
                    <a:pt x="275929" y="363815"/>
                  </a:lnTo>
                  <a:lnTo>
                    <a:pt x="278393" y="362956"/>
                  </a:lnTo>
                  <a:lnTo>
                    <a:pt x="280856" y="362094"/>
                  </a:lnTo>
                  <a:lnTo>
                    <a:pt x="283320" y="361227"/>
                  </a:lnTo>
                  <a:lnTo>
                    <a:pt x="285784" y="360355"/>
                  </a:lnTo>
                  <a:lnTo>
                    <a:pt x="288247" y="359480"/>
                  </a:lnTo>
                  <a:lnTo>
                    <a:pt x="290711" y="358600"/>
                  </a:lnTo>
                  <a:lnTo>
                    <a:pt x="293175" y="357717"/>
                  </a:lnTo>
                  <a:lnTo>
                    <a:pt x="295638" y="356829"/>
                  </a:lnTo>
                  <a:lnTo>
                    <a:pt x="298102" y="355937"/>
                  </a:lnTo>
                  <a:lnTo>
                    <a:pt x="300566" y="355040"/>
                  </a:lnTo>
                  <a:lnTo>
                    <a:pt x="303029" y="354139"/>
                  </a:lnTo>
                  <a:lnTo>
                    <a:pt x="305493" y="353234"/>
                  </a:lnTo>
                  <a:lnTo>
                    <a:pt x="307957" y="352324"/>
                  </a:lnTo>
                  <a:lnTo>
                    <a:pt x="310420" y="351410"/>
                  </a:lnTo>
                  <a:lnTo>
                    <a:pt x="312884" y="350492"/>
                  </a:lnTo>
                  <a:lnTo>
                    <a:pt x="315348" y="349570"/>
                  </a:lnTo>
                  <a:lnTo>
                    <a:pt x="317811" y="348646"/>
                  </a:lnTo>
                  <a:lnTo>
                    <a:pt x="320275" y="347720"/>
                  </a:lnTo>
                  <a:lnTo>
                    <a:pt x="322739" y="346792"/>
                  </a:lnTo>
                  <a:lnTo>
                    <a:pt x="325202" y="345866"/>
                  </a:lnTo>
                  <a:lnTo>
                    <a:pt x="327666" y="344942"/>
                  </a:lnTo>
                  <a:lnTo>
                    <a:pt x="330130" y="344021"/>
                  </a:lnTo>
                  <a:lnTo>
                    <a:pt x="332593" y="343107"/>
                  </a:lnTo>
                  <a:lnTo>
                    <a:pt x="335057" y="342200"/>
                  </a:lnTo>
                  <a:lnTo>
                    <a:pt x="337521" y="341307"/>
                  </a:lnTo>
                  <a:lnTo>
                    <a:pt x="339984" y="340428"/>
                  </a:lnTo>
                  <a:lnTo>
                    <a:pt x="342448" y="339566"/>
                  </a:lnTo>
                  <a:lnTo>
                    <a:pt x="344912" y="338723"/>
                  </a:lnTo>
                  <a:lnTo>
                    <a:pt x="347375" y="337901"/>
                  </a:lnTo>
                  <a:lnTo>
                    <a:pt x="349839" y="337110"/>
                  </a:lnTo>
                  <a:lnTo>
                    <a:pt x="352303" y="336350"/>
                  </a:lnTo>
                  <a:lnTo>
                    <a:pt x="354766" y="335622"/>
                  </a:lnTo>
                  <a:lnTo>
                    <a:pt x="357230" y="334928"/>
                  </a:lnTo>
                  <a:lnTo>
                    <a:pt x="359694" y="334269"/>
                  </a:lnTo>
                  <a:lnTo>
                    <a:pt x="362157" y="333655"/>
                  </a:lnTo>
                  <a:lnTo>
                    <a:pt x="364621" y="333088"/>
                  </a:lnTo>
                  <a:lnTo>
                    <a:pt x="367084" y="332563"/>
                  </a:lnTo>
                  <a:lnTo>
                    <a:pt x="369548" y="332081"/>
                  </a:lnTo>
                  <a:lnTo>
                    <a:pt x="372012" y="331642"/>
                  </a:lnTo>
                  <a:lnTo>
                    <a:pt x="374475" y="331252"/>
                  </a:lnTo>
                  <a:lnTo>
                    <a:pt x="376939" y="330912"/>
                  </a:lnTo>
                  <a:lnTo>
                    <a:pt x="379403" y="330614"/>
                  </a:lnTo>
                  <a:lnTo>
                    <a:pt x="381866" y="330356"/>
                  </a:lnTo>
                  <a:lnTo>
                    <a:pt x="384330" y="330135"/>
                  </a:lnTo>
                  <a:lnTo>
                    <a:pt x="386794" y="329950"/>
                  </a:lnTo>
                  <a:lnTo>
                    <a:pt x="389257" y="329804"/>
                  </a:lnTo>
                  <a:lnTo>
                    <a:pt x="391721" y="329684"/>
                  </a:lnTo>
                  <a:lnTo>
                    <a:pt x="394185" y="329586"/>
                  </a:lnTo>
                  <a:lnTo>
                    <a:pt x="396648" y="329504"/>
                  </a:lnTo>
                  <a:lnTo>
                    <a:pt x="399112" y="329436"/>
                  </a:lnTo>
                  <a:lnTo>
                    <a:pt x="401576" y="329375"/>
                  </a:lnTo>
                  <a:lnTo>
                    <a:pt x="404039" y="329313"/>
                  </a:lnTo>
                  <a:lnTo>
                    <a:pt x="406503" y="329244"/>
                  </a:lnTo>
                  <a:lnTo>
                    <a:pt x="408967" y="329162"/>
                  </a:lnTo>
                  <a:lnTo>
                    <a:pt x="411430" y="329064"/>
                  </a:lnTo>
                  <a:lnTo>
                    <a:pt x="413894" y="328934"/>
                  </a:lnTo>
                  <a:lnTo>
                    <a:pt x="416358" y="328771"/>
                  </a:lnTo>
                  <a:lnTo>
                    <a:pt x="418821" y="328570"/>
                  </a:lnTo>
                  <a:lnTo>
                    <a:pt x="421285" y="328327"/>
                  </a:lnTo>
                  <a:lnTo>
                    <a:pt x="423749" y="328038"/>
                  </a:lnTo>
                  <a:lnTo>
                    <a:pt x="426212" y="327686"/>
                  </a:lnTo>
                  <a:lnTo>
                    <a:pt x="428676" y="327270"/>
                  </a:lnTo>
                  <a:lnTo>
                    <a:pt x="431140" y="326793"/>
                  </a:lnTo>
                  <a:lnTo>
                    <a:pt x="433603" y="326250"/>
                  </a:lnTo>
                  <a:lnTo>
                    <a:pt x="436067" y="325640"/>
                  </a:lnTo>
                  <a:lnTo>
                    <a:pt x="438531" y="324950"/>
                  </a:lnTo>
                  <a:lnTo>
                    <a:pt x="440994" y="324174"/>
                  </a:lnTo>
                  <a:lnTo>
                    <a:pt x="443458" y="323321"/>
                  </a:lnTo>
                  <a:lnTo>
                    <a:pt x="445922" y="322391"/>
                  </a:lnTo>
                  <a:lnTo>
                    <a:pt x="448385" y="321382"/>
                  </a:lnTo>
                  <a:lnTo>
                    <a:pt x="450849" y="320288"/>
                  </a:lnTo>
                  <a:lnTo>
                    <a:pt x="453312" y="319092"/>
                  </a:lnTo>
                  <a:lnTo>
                    <a:pt x="455776" y="317813"/>
                  </a:lnTo>
                  <a:lnTo>
                    <a:pt x="458240" y="316450"/>
                  </a:lnTo>
                  <a:lnTo>
                    <a:pt x="460703" y="315001"/>
                  </a:lnTo>
                  <a:lnTo>
                    <a:pt x="463167" y="313466"/>
                  </a:lnTo>
                  <a:lnTo>
                    <a:pt x="465631" y="311815"/>
                  </a:lnTo>
                  <a:lnTo>
                    <a:pt x="468094" y="310073"/>
                  </a:lnTo>
                  <a:lnTo>
                    <a:pt x="470558" y="308239"/>
                  </a:lnTo>
                  <a:lnTo>
                    <a:pt x="473022" y="306310"/>
                  </a:lnTo>
                  <a:lnTo>
                    <a:pt x="475485" y="304284"/>
                  </a:lnTo>
                  <a:lnTo>
                    <a:pt x="477949" y="302131"/>
                  </a:lnTo>
                  <a:lnTo>
                    <a:pt x="480413" y="299867"/>
                  </a:lnTo>
                  <a:lnTo>
                    <a:pt x="482876" y="297494"/>
                  </a:lnTo>
                  <a:lnTo>
                    <a:pt x="485340" y="295010"/>
                  </a:lnTo>
                  <a:lnTo>
                    <a:pt x="487804" y="292410"/>
                  </a:lnTo>
                  <a:lnTo>
                    <a:pt x="490267" y="289665"/>
                  </a:lnTo>
                  <a:lnTo>
                    <a:pt x="492731" y="286780"/>
                  </a:lnTo>
                  <a:lnTo>
                    <a:pt x="495195" y="283765"/>
                  </a:lnTo>
                  <a:lnTo>
                    <a:pt x="497658" y="280615"/>
                  </a:lnTo>
                  <a:lnTo>
                    <a:pt x="500122" y="277328"/>
                  </a:lnTo>
                  <a:lnTo>
                    <a:pt x="502586" y="273878"/>
                  </a:lnTo>
                  <a:lnTo>
                    <a:pt x="505049" y="270256"/>
                  </a:lnTo>
                  <a:lnTo>
                    <a:pt x="507513" y="266482"/>
                  </a:lnTo>
                  <a:lnTo>
                    <a:pt x="509977" y="262556"/>
                  </a:lnTo>
                  <a:lnTo>
                    <a:pt x="512440" y="258473"/>
                  </a:lnTo>
                  <a:lnTo>
                    <a:pt x="514904" y="254221"/>
                  </a:lnTo>
                  <a:lnTo>
                    <a:pt x="517368" y="249771"/>
                  </a:lnTo>
                  <a:lnTo>
                    <a:pt x="519831" y="245160"/>
                  </a:lnTo>
                  <a:lnTo>
                    <a:pt x="522295" y="240388"/>
                  </a:lnTo>
                  <a:lnTo>
                    <a:pt x="524759" y="235455"/>
                  </a:lnTo>
                  <a:lnTo>
                    <a:pt x="527222" y="230359"/>
                  </a:lnTo>
                  <a:lnTo>
                    <a:pt x="529686" y="225057"/>
                  </a:lnTo>
                  <a:lnTo>
                    <a:pt x="532150" y="219598"/>
                  </a:lnTo>
                  <a:lnTo>
                    <a:pt x="534613" y="213986"/>
                  </a:lnTo>
                  <a:lnTo>
                    <a:pt x="537077" y="208222"/>
                  </a:lnTo>
                  <a:lnTo>
                    <a:pt x="539541" y="202312"/>
                  </a:lnTo>
                  <a:lnTo>
                    <a:pt x="542004" y="196220"/>
                  </a:lnTo>
                  <a:lnTo>
                    <a:pt x="544468" y="189987"/>
                  </a:lnTo>
                  <a:lnTo>
                    <a:pt x="546931" y="183625"/>
                  </a:lnTo>
                  <a:lnTo>
                    <a:pt x="549395" y="177138"/>
                  </a:lnTo>
                  <a:lnTo>
                    <a:pt x="551859" y="170534"/>
                  </a:lnTo>
                  <a:lnTo>
                    <a:pt x="554322" y="163799"/>
                  </a:lnTo>
                  <a:lnTo>
                    <a:pt x="556786" y="156957"/>
                  </a:lnTo>
                  <a:lnTo>
                    <a:pt x="559250" y="150030"/>
                  </a:lnTo>
                  <a:lnTo>
                    <a:pt x="561713" y="143028"/>
                  </a:lnTo>
                  <a:lnTo>
                    <a:pt x="564177" y="135960"/>
                  </a:lnTo>
                  <a:lnTo>
                    <a:pt x="566641" y="128834"/>
                  </a:lnTo>
                  <a:lnTo>
                    <a:pt x="569104" y="121671"/>
                  </a:lnTo>
                  <a:lnTo>
                    <a:pt x="571568" y="114494"/>
                  </a:lnTo>
                  <a:lnTo>
                    <a:pt x="574032" y="107318"/>
                  </a:lnTo>
                  <a:lnTo>
                    <a:pt x="576495" y="100161"/>
                  </a:lnTo>
                  <a:lnTo>
                    <a:pt x="578959" y="93044"/>
                  </a:lnTo>
                  <a:lnTo>
                    <a:pt x="581423" y="86005"/>
                  </a:lnTo>
                  <a:lnTo>
                    <a:pt x="583886" y="79057"/>
                  </a:lnTo>
                  <a:lnTo>
                    <a:pt x="586350" y="72220"/>
                  </a:lnTo>
                  <a:lnTo>
                    <a:pt x="588814" y="65516"/>
                  </a:lnTo>
                  <a:lnTo>
                    <a:pt x="591277" y="58972"/>
                  </a:lnTo>
                  <a:lnTo>
                    <a:pt x="593741" y="52669"/>
                  </a:lnTo>
                  <a:lnTo>
                    <a:pt x="596205" y="46588"/>
                  </a:lnTo>
                  <a:lnTo>
                    <a:pt x="598668" y="40751"/>
                  </a:lnTo>
                  <a:lnTo>
                    <a:pt x="601132" y="35180"/>
                  </a:lnTo>
                  <a:lnTo>
                    <a:pt x="603596" y="29901"/>
                  </a:lnTo>
                  <a:lnTo>
                    <a:pt x="606059" y="25032"/>
                  </a:lnTo>
                  <a:lnTo>
                    <a:pt x="608523" y="20529"/>
                  </a:lnTo>
                  <a:lnTo>
                    <a:pt x="610987" y="16401"/>
                  </a:lnTo>
                  <a:lnTo>
                    <a:pt x="613450" y="12667"/>
                  </a:lnTo>
                  <a:lnTo>
                    <a:pt x="615914" y="9346"/>
                  </a:lnTo>
                  <a:lnTo>
                    <a:pt x="618378" y="6555"/>
                  </a:lnTo>
                  <a:lnTo>
                    <a:pt x="620841" y="4265"/>
                  </a:lnTo>
                  <a:lnTo>
                    <a:pt x="623305" y="2447"/>
                  </a:lnTo>
                  <a:lnTo>
                    <a:pt x="625769" y="1110"/>
                  </a:lnTo>
                  <a:lnTo>
                    <a:pt x="628232" y="266"/>
                  </a:lnTo>
                  <a:lnTo>
                    <a:pt x="630696" y="0"/>
                  </a:lnTo>
                  <a:lnTo>
                    <a:pt x="633159" y="320"/>
                  </a:lnTo>
                  <a:lnTo>
                    <a:pt x="635623" y="1149"/>
                  </a:lnTo>
                  <a:lnTo>
                    <a:pt x="638087" y="2486"/>
                  </a:lnTo>
                  <a:lnTo>
                    <a:pt x="640550" y="4329"/>
                  </a:lnTo>
                  <a:lnTo>
                    <a:pt x="643014" y="6721"/>
                  </a:lnTo>
                  <a:lnTo>
                    <a:pt x="645478" y="9712"/>
                  </a:lnTo>
                  <a:lnTo>
                    <a:pt x="647941" y="13182"/>
                  </a:lnTo>
                  <a:lnTo>
                    <a:pt x="650405" y="17120"/>
                  </a:lnTo>
                  <a:lnTo>
                    <a:pt x="652869" y="21514"/>
                  </a:lnTo>
                  <a:lnTo>
                    <a:pt x="655332" y="26363"/>
                  </a:lnTo>
                  <a:lnTo>
                    <a:pt x="657796" y="31746"/>
                  </a:lnTo>
                  <a:lnTo>
                    <a:pt x="660260" y="37523"/>
                  </a:lnTo>
                  <a:lnTo>
                    <a:pt x="662723" y="43673"/>
                  </a:lnTo>
                  <a:lnTo>
                    <a:pt x="665187" y="50179"/>
                  </a:lnTo>
                  <a:lnTo>
                    <a:pt x="667651" y="57019"/>
                  </a:lnTo>
                  <a:lnTo>
                    <a:pt x="670114" y="64252"/>
                  </a:lnTo>
                  <a:lnTo>
                    <a:pt x="672578" y="71765"/>
                  </a:lnTo>
                  <a:lnTo>
                    <a:pt x="675042" y="79528"/>
                  </a:lnTo>
                  <a:lnTo>
                    <a:pt x="677505" y="87520"/>
                  </a:lnTo>
                  <a:lnTo>
                    <a:pt x="679969" y="95718"/>
                  </a:lnTo>
                  <a:lnTo>
                    <a:pt x="682433" y="104132"/>
                  </a:lnTo>
                  <a:lnTo>
                    <a:pt x="684896" y="112702"/>
                  </a:lnTo>
                  <a:lnTo>
                    <a:pt x="687360" y="121391"/>
                  </a:lnTo>
                  <a:lnTo>
                    <a:pt x="689824" y="130178"/>
                  </a:lnTo>
                  <a:lnTo>
                    <a:pt x="692287" y="139041"/>
                  </a:lnTo>
                  <a:lnTo>
                    <a:pt x="694751" y="147963"/>
                  </a:lnTo>
                  <a:lnTo>
                    <a:pt x="697215" y="156910"/>
                  </a:lnTo>
                  <a:lnTo>
                    <a:pt x="699678" y="165854"/>
                  </a:lnTo>
                  <a:lnTo>
                    <a:pt x="702142" y="174778"/>
                  </a:lnTo>
                  <a:lnTo>
                    <a:pt x="704606" y="183662"/>
                  </a:lnTo>
                  <a:lnTo>
                    <a:pt x="707069" y="192480"/>
                  </a:lnTo>
                  <a:lnTo>
                    <a:pt x="709533" y="201197"/>
                  </a:lnTo>
                  <a:lnTo>
                    <a:pt x="711997" y="209810"/>
                  </a:lnTo>
                  <a:lnTo>
                    <a:pt x="714460" y="218303"/>
                  </a:lnTo>
                  <a:lnTo>
                    <a:pt x="716924" y="226663"/>
                  </a:lnTo>
                  <a:lnTo>
                    <a:pt x="719388" y="234869"/>
                  </a:lnTo>
                  <a:lnTo>
                    <a:pt x="721851" y="242865"/>
                  </a:lnTo>
                  <a:lnTo>
                    <a:pt x="724315" y="250679"/>
                  </a:lnTo>
                  <a:lnTo>
                    <a:pt x="726778" y="258302"/>
                  </a:lnTo>
                  <a:lnTo>
                    <a:pt x="729242" y="265724"/>
                  </a:lnTo>
                  <a:lnTo>
                    <a:pt x="731706" y="272936"/>
                  </a:lnTo>
                  <a:lnTo>
                    <a:pt x="734169" y="279863"/>
                  </a:lnTo>
                  <a:lnTo>
                    <a:pt x="736633" y="286556"/>
                  </a:lnTo>
                  <a:lnTo>
                    <a:pt x="739097" y="293015"/>
                  </a:lnTo>
                  <a:lnTo>
                    <a:pt x="741560" y="299235"/>
                  </a:lnTo>
                  <a:lnTo>
                    <a:pt x="744024" y="305213"/>
                  </a:lnTo>
                  <a:lnTo>
                    <a:pt x="746488" y="310888"/>
                  </a:lnTo>
                  <a:lnTo>
                    <a:pt x="748951" y="316297"/>
                  </a:lnTo>
                  <a:lnTo>
                    <a:pt x="751415" y="321460"/>
                  </a:lnTo>
                  <a:lnTo>
                    <a:pt x="753879" y="326377"/>
                  </a:lnTo>
                  <a:lnTo>
                    <a:pt x="756342" y="331050"/>
                  </a:lnTo>
                  <a:lnTo>
                    <a:pt x="758806" y="335439"/>
                  </a:lnTo>
                  <a:lnTo>
                    <a:pt x="761270" y="339560"/>
                  </a:lnTo>
                  <a:lnTo>
                    <a:pt x="763733" y="343451"/>
                  </a:lnTo>
                  <a:lnTo>
                    <a:pt x="766197" y="347117"/>
                  </a:lnTo>
                  <a:lnTo>
                    <a:pt x="768661" y="350562"/>
                  </a:lnTo>
                  <a:lnTo>
                    <a:pt x="771124" y="353770"/>
                  </a:lnTo>
                  <a:lnTo>
                    <a:pt x="773588" y="356734"/>
                  </a:lnTo>
                  <a:lnTo>
                    <a:pt x="776052" y="359504"/>
                  </a:lnTo>
                  <a:lnTo>
                    <a:pt x="778515" y="362087"/>
                  </a:lnTo>
                  <a:lnTo>
                    <a:pt x="780979" y="364491"/>
                  </a:lnTo>
                  <a:lnTo>
                    <a:pt x="783443" y="366714"/>
                  </a:lnTo>
                  <a:lnTo>
                    <a:pt x="785906" y="368737"/>
                  </a:lnTo>
                  <a:lnTo>
                    <a:pt x="788370" y="370610"/>
                  </a:lnTo>
                  <a:lnTo>
                    <a:pt x="790834" y="372342"/>
                  </a:lnTo>
                  <a:lnTo>
                    <a:pt x="793297" y="373940"/>
                  </a:lnTo>
                  <a:lnTo>
                    <a:pt x="795761" y="375411"/>
                  </a:lnTo>
                  <a:lnTo>
                    <a:pt x="798225" y="376732"/>
                  </a:lnTo>
                  <a:lnTo>
                    <a:pt x="800688" y="377946"/>
                  </a:lnTo>
                  <a:lnTo>
                    <a:pt x="803152" y="379061"/>
                  </a:lnTo>
                  <a:lnTo>
                    <a:pt x="805616" y="380084"/>
                  </a:lnTo>
                  <a:lnTo>
                    <a:pt x="808079" y="381021"/>
                  </a:lnTo>
                  <a:lnTo>
                    <a:pt x="810543" y="381859"/>
                  </a:lnTo>
                  <a:lnTo>
                    <a:pt x="813006" y="382623"/>
                  </a:lnTo>
                  <a:lnTo>
                    <a:pt x="815470" y="383321"/>
                  </a:lnTo>
                  <a:lnTo>
                    <a:pt x="817934" y="383958"/>
                  </a:lnTo>
                  <a:lnTo>
                    <a:pt x="820397" y="384539"/>
                  </a:lnTo>
                  <a:lnTo>
                    <a:pt x="822861" y="385060"/>
                  </a:lnTo>
                  <a:lnTo>
                    <a:pt x="825325" y="385529"/>
                  </a:lnTo>
                  <a:lnTo>
                    <a:pt x="827788" y="385957"/>
                  </a:lnTo>
                  <a:lnTo>
                    <a:pt x="830252" y="386346"/>
                  </a:lnTo>
                  <a:lnTo>
                    <a:pt x="832716" y="386700"/>
                  </a:lnTo>
                  <a:lnTo>
                    <a:pt x="835179" y="387017"/>
                  </a:lnTo>
                  <a:lnTo>
                    <a:pt x="837643" y="387300"/>
                  </a:lnTo>
                  <a:lnTo>
                    <a:pt x="840107" y="387557"/>
                  </a:lnTo>
                  <a:lnTo>
                    <a:pt x="842570" y="387789"/>
                  </a:lnTo>
                  <a:lnTo>
                    <a:pt x="845034" y="388000"/>
                  </a:lnTo>
                  <a:lnTo>
                    <a:pt x="847498" y="388188"/>
                  </a:lnTo>
                  <a:lnTo>
                    <a:pt x="849961" y="388354"/>
                  </a:lnTo>
                  <a:lnTo>
                    <a:pt x="852425" y="388503"/>
                  </a:lnTo>
                  <a:lnTo>
                    <a:pt x="854889" y="388638"/>
                  </a:lnTo>
                  <a:lnTo>
                    <a:pt x="857352" y="388758"/>
                  </a:lnTo>
                  <a:lnTo>
                    <a:pt x="859816" y="388866"/>
                  </a:lnTo>
                  <a:lnTo>
                    <a:pt x="862280" y="388959"/>
                  </a:lnTo>
                  <a:lnTo>
                    <a:pt x="864743" y="389042"/>
                  </a:lnTo>
                  <a:lnTo>
                    <a:pt x="867207" y="389116"/>
                  </a:lnTo>
                  <a:lnTo>
                    <a:pt x="869671" y="389181"/>
                  </a:lnTo>
                  <a:lnTo>
                    <a:pt x="872134" y="389239"/>
                  </a:lnTo>
                  <a:lnTo>
                    <a:pt x="874598" y="389289"/>
                  </a:lnTo>
                  <a:lnTo>
                    <a:pt x="877062" y="389332"/>
                  </a:lnTo>
                  <a:lnTo>
                    <a:pt x="879525" y="389370"/>
                  </a:lnTo>
                  <a:lnTo>
                    <a:pt x="881989" y="389404"/>
                  </a:lnTo>
                  <a:lnTo>
                    <a:pt x="884453" y="389433"/>
                  </a:lnTo>
                  <a:lnTo>
                    <a:pt x="886916" y="389457"/>
                  </a:lnTo>
                  <a:lnTo>
                    <a:pt x="889380" y="389478"/>
                  </a:lnTo>
                  <a:lnTo>
                    <a:pt x="891844" y="389496"/>
                  </a:lnTo>
                  <a:lnTo>
                    <a:pt x="894307" y="389512"/>
                  </a:lnTo>
                  <a:lnTo>
                    <a:pt x="896771" y="389525"/>
                  </a:lnTo>
                  <a:lnTo>
                    <a:pt x="899235" y="389536"/>
                  </a:lnTo>
                  <a:lnTo>
                    <a:pt x="901698" y="389546"/>
                  </a:lnTo>
                  <a:lnTo>
                    <a:pt x="904162" y="389554"/>
                  </a:lnTo>
                  <a:lnTo>
                    <a:pt x="906625" y="389560"/>
                  </a:lnTo>
                  <a:lnTo>
                    <a:pt x="909089" y="389566"/>
                  </a:lnTo>
                  <a:lnTo>
                    <a:pt x="911553" y="389571"/>
                  </a:lnTo>
                  <a:lnTo>
                    <a:pt x="914016" y="389574"/>
                  </a:lnTo>
                  <a:lnTo>
                    <a:pt x="916480" y="389578"/>
                  </a:lnTo>
                  <a:lnTo>
                    <a:pt x="918944" y="389580"/>
                  </a:lnTo>
                  <a:lnTo>
                    <a:pt x="921407" y="389582"/>
                  </a:lnTo>
                  <a:lnTo>
                    <a:pt x="923871" y="389584"/>
                  </a:lnTo>
                  <a:lnTo>
                    <a:pt x="926335" y="389585"/>
                  </a:lnTo>
                  <a:lnTo>
                    <a:pt x="928798" y="389587"/>
                  </a:lnTo>
                  <a:lnTo>
                    <a:pt x="931262" y="389588"/>
                  </a:lnTo>
                  <a:lnTo>
                    <a:pt x="933726" y="389588"/>
                  </a:lnTo>
                  <a:lnTo>
                    <a:pt x="936189" y="389589"/>
                  </a:lnTo>
                  <a:lnTo>
                    <a:pt x="938653" y="389589"/>
                  </a:lnTo>
                  <a:lnTo>
                    <a:pt x="941117" y="389590"/>
                  </a:lnTo>
                  <a:lnTo>
                    <a:pt x="943580" y="389590"/>
                  </a:lnTo>
                  <a:lnTo>
                    <a:pt x="946044" y="389590"/>
                  </a:lnTo>
                  <a:lnTo>
                    <a:pt x="948508" y="389590"/>
                  </a:lnTo>
                  <a:lnTo>
                    <a:pt x="950971" y="389591"/>
                  </a:lnTo>
                  <a:lnTo>
                    <a:pt x="953435" y="389591"/>
                  </a:lnTo>
                  <a:lnTo>
                    <a:pt x="955899" y="389591"/>
                  </a:lnTo>
                  <a:lnTo>
                    <a:pt x="958362" y="389591"/>
                  </a:lnTo>
                  <a:lnTo>
                    <a:pt x="960826" y="389591"/>
                  </a:lnTo>
                  <a:lnTo>
                    <a:pt x="963290" y="389591"/>
                  </a:lnTo>
                  <a:lnTo>
                    <a:pt x="965753" y="389591"/>
                  </a:lnTo>
                  <a:lnTo>
                    <a:pt x="968217" y="389591"/>
                  </a:lnTo>
                  <a:lnTo>
                    <a:pt x="970681" y="389591"/>
                  </a:lnTo>
                  <a:lnTo>
                    <a:pt x="973144" y="389591"/>
                  </a:lnTo>
                  <a:lnTo>
                    <a:pt x="975608" y="389591"/>
                  </a:lnTo>
                  <a:lnTo>
                    <a:pt x="978072" y="389591"/>
                  </a:lnTo>
                  <a:lnTo>
                    <a:pt x="980535" y="389591"/>
                  </a:lnTo>
                  <a:lnTo>
                    <a:pt x="982999" y="389591"/>
                  </a:lnTo>
                  <a:lnTo>
                    <a:pt x="985463" y="389591"/>
                  </a:lnTo>
                  <a:lnTo>
                    <a:pt x="987926" y="389591"/>
                  </a:lnTo>
                  <a:lnTo>
                    <a:pt x="990390" y="389591"/>
                  </a:lnTo>
                  <a:lnTo>
                    <a:pt x="992853" y="389591"/>
                  </a:lnTo>
                  <a:lnTo>
                    <a:pt x="995317" y="389591"/>
                  </a:lnTo>
                  <a:lnTo>
                    <a:pt x="997781" y="389591"/>
                  </a:lnTo>
                  <a:lnTo>
                    <a:pt x="1000244" y="389591"/>
                  </a:lnTo>
                  <a:lnTo>
                    <a:pt x="1002708" y="389591"/>
                  </a:lnTo>
                  <a:lnTo>
                    <a:pt x="1005172" y="389591"/>
                  </a:lnTo>
                  <a:lnTo>
                    <a:pt x="1007635" y="389591"/>
                  </a:lnTo>
                  <a:lnTo>
                    <a:pt x="1010099" y="389591"/>
                  </a:lnTo>
                  <a:lnTo>
                    <a:pt x="1012563" y="389591"/>
                  </a:lnTo>
                  <a:lnTo>
                    <a:pt x="1015026" y="389591"/>
                  </a:lnTo>
                  <a:lnTo>
                    <a:pt x="1017490" y="389591"/>
                  </a:lnTo>
                  <a:lnTo>
                    <a:pt x="1019954" y="389591"/>
                  </a:lnTo>
                  <a:lnTo>
                    <a:pt x="1022417" y="389591"/>
                  </a:lnTo>
                  <a:lnTo>
                    <a:pt x="1024881" y="389591"/>
                  </a:lnTo>
                  <a:lnTo>
                    <a:pt x="1027345" y="389591"/>
                  </a:lnTo>
                  <a:lnTo>
                    <a:pt x="1029808" y="389591"/>
                  </a:lnTo>
                  <a:lnTo>
                    <a:pt x="1032272" y="389591"/>
                  </a:lnTo>
                  <a:lnTo>
                    <a:pt x="1034736" y="389591"/>
                  </a:lnTo>
                  <a:lnTo>
                    <a:pt x="1037199" y="389591"/>
                  </a:lnTo>
                  <a:lnTo>
                    <a:pt x="1039663" y="389591"/>
                  </a:lnTo>
                  <a:lnTo>
                    <a:pt x="1042127" y="389591"/>
                  </a:lnTo>
                  <a:lnTo>
                    <a:pt x="1044590" y="389591"/>
                  </a:lnTo>
                  <a:lnTo>
                    <a:pt x="1047054" y="389591"/>
                  </a:lnTo>
                  <a:lnTo>
                    <a:pt x="1049518" y="389591"/>
                  </a:lnTo>
                  <a:lnTo>
                    <a:pt x="1051981" y="389591"/>
                  </a:lnTo>
                  <a:lnTo>
                    <a:pt x="1054445" y="389591"/>
                  </a:lnTo>
                  <a:lnTo>
                    <a:pt x="1056909" y="389591"/>
                  </a:lnTo>
                  <a:lnTo>
                    <a:pt x="1059372" y="389591"/>
                  </a:lnTo>
                  <a:lnTo>
                    <a:pt x="1061836" y="389591"/>
                  </a:lnTo>
                  <a:lnTo>
                    <a:pt x="1064300" y="389591"/>
                  </a:lnTo>
                  <a:lnTo>
                    <a:pt x="1066763" y="389591"/>
                  </a:lnTo>
                  <a:lnTo>
                    <a:pt x="1069227" y="389591"/>
                  </a:lnTo>
                  <a:lnTo>
                    <a:pt x="1071691" y="389591"/>
                  </a:lnTo>
                  <a:lnTo>
                    <a:pt x="1074154" y="389591"/>
                  </a:lnTo>
                  <a:lnTo>
                    <a:pt x="1076618" y="389591"/>
                  </a:lnTo>
                  <a:lnTo>
                    <a:pt x="1079082" y="389591"/>
                  </a:lnTo>
                  <a:lnTo>
                    <a:pt x="1081545" y="389591"/>
                  </a:lnTo>
                  <a:lnTo>
                    <a:pt x="1084009" y="389591"/>
                  </a:lnTo>
                  <a:lnTo>
                    <a:pt x="1086472" y="389591"/>
                  </a:lnTo>
                  <a:lnTo>
                    <a:pt x="1088936" y="389591"/>
                  </a:lnTo>
                  <a:lnTo>
                    <a:pt x="1091400" y="389591"/>
                  </a:lnTo>
                  <a:lnTo>
                    <a:pt x="1093863" y="389591"/>
                  </a:lnTo>
                  <a:lnTo>
                    <a:pt x="1096327" y="389591"/>
                  </a:lnTo>
                  <a:lnTo>
                    <a:pt x="1098791" y="389591"/>
                  </a:lnTo>
                  <a:lnTo>
                    <a:pt x="1101254" y="389591"/>
                  </a:lnTo>
                  <a:lnTo>
                    <a:pt x="1103718" y="389591"/>
                  </a:lnTo>
                  <a:lnTo>
                    <a:pt x="1106182" y="389591"/>
                  </a:lnTo>
                  <a:lnTo>
                    <a:pt x="1108645" y="389591"/>
                  </a:lnTo>
                  <a:lnTo>
                    <a:pt x="1111109" y="389591"/>
                  </a:lnTo>
                  <a:lnTo>
                    <a:pt x="1113573" y="389591"/>
                  </a:lnTo>
                  <a:lnTo>
                    <a:pt x="1116036" y="389591"/>
                  </a:lnTo>
                  <a:lnTo>
                    <a:pt x="1118500" y="389591"/>
                  </a:lnTo>
                  <a:lnTo>
                    <a:pt x="1120964" y="389591"/>
                  </a:lnTo>
                  <a:lnTo>
                    <a:pt x="1123427" y="389591"/>
                  </a:lnTo>
                  <a:lnTo>
                    <a:pt x="1125891" y="389591"/>
                  </a:lnTo>
                  <a:lnTo>
                    <a:pt x="1128355" y="389591"/>
                  </a:lnTo>
                  <a:lnTo>
                    <a:pt x="1130818" y="389591"/>
                  </a:lnTo>
                  <a:lnTo>
                    <a:pt x="1133282" y="389591"/>
                  </a:lnTo>
                  <a:lnTo>
                    <a:pt x="1135746" y="389591"/>
                  </a:lnTo>
                  <a:lnTo>
                    <a:pt x="1138209" y="389591"/>
                  </a:lnTo>
                  <a:lnTo>
                    <a:pt x="1140673" y="389591"/>
                  </a:lnTo>
                  <a:lnTo>
                    <a:pt x="1143137" y="389591"/>
                  </a:lnTo>
                  <a:lnTo>
                    <a:pt x="1145600" y="389591"/>
                  </a:lnTo>
                  <a:lnTo>
                    <a:pt x="1148064" y="389591"/>
                  </a:lnTo>
                  <a:lnTo>
                    <a:pt x="1150528" y="389591"/>
                  </a:lnTo>
                  <a:lnTo>
                    <a:pt x="1152991" y="389591"/>
                  </a:lnTo>
                  <a:lnTo>
                    <a:pt x="1155455" y="389591"/>
                  </a:lnTo>
                  <a:lnTo>
                    <a:pt x="1157919" y="389591"/>
                  </a:lnTo>
                  <a:lnTo>
                    <a:pt x="1160382" y="389591"/>
                  </a:lnTo>
                  <a:lnTo>
                    <a:pt x="1162846" y="389591"/>
                  </a:lnTo>
                  <a:lnTo>
                    <a:pt x="1165310" y="389591"/>
                  </a:lnTo>
                  <a:lnTo>
                    <a:pt x="1167773" y="389591"/>
                  </a:lnTo>
                  <a:lnTo>
                    <a:pt x="1170237" y="389591"/>
                  </a:lnTo>
                  <a:lnTo>
                    <a:pt x="1172701" y="389591"/>
                  </a:lnTo>
                  <a:lnTo>
                    <a:pt x="1175164" y="389591"/>
                  </a:lnTo>
                  <a:lnTo>
                    <a:pt x="1177628" y="389591"/>
                  </a:lnTo>
                  <a:lnTo>
                    <a:pt x="1180091" y="389591"/>
                  </a:lnTo>
                  <a:lnTo>
                    <a:pt x="1182555" y="389591"/>
                  </a:lnTo>
                  <a:lnTo>
                    <a:pt x="1185019" y="389591"/>
                  </a:lnTo>
                  <a:lnTo>
                    <a:pt x="1187482" y="389591"/>
                  </a:lnTo>
                  <a:lnTo>
                    <a:pt x="1189946" y="389591"/>
                  </a:lnTo>
                  <a:lnTo>
                    <a:pt x="1192410" y="389591"/>
                  </a:lnTo>
                  <a:lnTo>
                    <a:pt x="1194873" y="389591"/>
                  </a:lnTo>
                  <a:lnTo>
                    <a:pt x="1197337" y="389591"/>
                  </a:lnTo>
                  <a:lnTo>
                    <a:pt x="1199801" y="389591"/>
                  </a:lnTo>
                  <a:lnTo>
                    <a:pt x="1202264" y="389591"/>
                  </a:lnTo>
                  <a:lnTo>
                    <a:pt x="1204728" y="389591"/>
                  </a:lnTo>
                  <a:lnTo>
                    <a:pt x="1207192" y="389591"/>
                  </a:lnTo>
                  <a:lnTo>
                    <a:pt x="1209655" y="389591"/>
                  </a:lnTo>
                  <a:lnTo>
                    <a:pt x="1212119" y="389591"/>
                  </a:lnTo>
                  <a:lnTo>
                    <a:pt x="1214583" y="389591"/>
                  </a:lnTo>
                  <a:lnTo>
                    <a:pt x="1217046" y="389591"/>
                  </a:lnTo>
                  <a:lnTo>
                    <a:pt x="1219510" y="389591"/>
                  </a:lnTo>
                  <a:lnTo>
                    <a:pt x="1221974" y="389591"/>
                  </a:lnTo>
                  <a:lnTo>
                    <a:pt x="1224437" y="389591"/>
                  </a:lnTo>
                  <a:lnTo>
                    <a:pt x="1226901" y="389591"/>
                  </a:lnTo>
                  <a:lnTo>
                    <a:pt x="1229365" y="389591"/>
                  </a:lnTo>
                  <a:lnTo>
                    <a:pt x="1231828" y="389591"/>
                  </a:lnTo>
                  <a:lnTo>
                    <a:pt x="1234292" y="389591"/>
                  </a:lnTo>
                  <a:lnTo>
                    <a:pt x="1236756" y="389591"/>
                  </a:lnTo>
                  <a:lnTo>
                    <a:pt x="1239219" y="389591"/>
                  </a:lnTo>
                  <a:lnTo>
                    <a:pt x="1241683" y="389591"/>
                  </a:lnTo>
                  <a:lnTo>
                    <a:pt x="1244147" y="389591"/>
                  </a:lnTo>
                  <a:lnTo>
                    <a:pt x="1246610" y="389591"/>
                  </a:lnTo>
                  <a:lnTo>
                    <a:pt x="1249074" y="389591"/>
                  </a:lnTo>
                  <a:lnTo>
                    <a:pt x="1251538" y="389591"/>
                  </a:lnTo>
                  <a:lnTo>
                    <a:pt x="1254001" y="389591"/>
                  </a:lnTo>
                  <a:lnTo>
                    <a:pt x="1256465" y="389591"/>
                  </a:lnTo>
                  <a:lnTo>
                    <a:pt x="1258929" y="389591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370670" y="2185191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43361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8349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063081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377813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69254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2355936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70668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985400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300132" y="224749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583787" y="2246129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020414" y="239691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3825081" y="581025"/>
              <a:ext cx="1523999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894670" y="87830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957616" y="958678"/>
              <a:ext cx="1258929" cy="1167109"/>
            </a:xfrm>
            <a:custGeom>
              <a:avLst/>
              <a:pathLst>
                <a:path w="1258929" h="1167109">
                  <a:moveTo>
                    <a:pt x="0" y="1167109"/>
                  </a:moveTo>
                  <a:lnTo>
                    <a:pt x="2463" y="1167109"/>
                  </a:lnTo>
                  <a:lnTo>
                    <a:pt x="4927" y="1167109"/>
                  </a:lnTo>
                  <a:lnTo>
                    <a:pt x="7390" y="1167109"/>
                  </a:lnTo>
                  <a:lnTo>
                    <a:pt x="9854" y="1167109"/>
                  </a:lnTo>
                  <a:lnTo>
                    <a:pt x="12318" y="1167109"/>
                  </a:lnTo>
                  <a:lnTo>
                    <a:pt x="14781" y="1167109"/>
                  </a:lnTo>
                  <a:lnTo>
                    <a:pt x="17245" y="1167109"/>
                  </a:lnTo>
                  <a:lnTo>
                    <a:pt x="19709" y="1167109"/>
                  </a:lnTo>
                  <a:lnTo>
                    <a:pt x="22172" y="1167109"/>
                  </a:lnTo>
                  <a:lnTo>
                    <a:pt x="24636" y="1167109"/>
                  </a:lnTo>
                  <a:lnTo>
                    <a:pt x="27100" y="1167109"/>
                  </a:lnTo>
                  <a:lnTo>
                    <a:pt x="29563" y="1167109"/>
                  </a:lnTo>
                  <a:lnTo>
                    <a:pt x="32027" y="1167109"/>
                  </a:lnTo>
                  <a:lnTo>
                    <a:pt x="34491" y="1167109"/>
                  </a:lnTo>
                  <a:lnTo>
                    <a:pt x="36954" y="1167109"/>
                  </a:lnTo>
                  <a:lnTo>
                    <a:pt x="39418" y="1167108"/>
                  </a:lnTo>
                  <a:lnTo>
                    <a:pt x="41882" y="1167108"/>
                  </a:lnTo>
                  <a:lnTo>
                    <a:pt x="44345" y="1167107"/>
                  </a:lnTo>
                  <a:lnTo>
                    <a:pt x="46809" y="1167105"/>
                  </a:lnTo>
                  <a:lnTo>
                    <a:pt x="49273" y="1167102"/>
                  </a:lnTo>
                  <a:lnTo>
                    <a:pt x="51736" y="1167097"/>
                  </a:lnTo>
                  <a:lnTo>
                    <a:pt x="54200" y="1167086"/>
                  </a:lnTo>
                  <a:lnTo>
                    <a:pt x="56664" y="1167069"/>
                  </a:lnTo>
                  <a:lnTo>
                    <a:pt x="59127" y="1167039"/>
                  </a:lnTo>
                  <a:lnTo>
                    <a:pt x="61591" y="1166991"/>
                  </a:lnTo>
                  <a:lnTo>
                    <a:pt x="64055" y="1166914"/>
                  </a:lnTo>
                  <a:lnTo>
                    <a:pt x="66518" y="1166794"/>
                  </a:lnTo>
                  <a:lnTo>
                    <a:pt x="68982" y="1166611"/>
                  </a:lnTo>
                  <a:lnTo>
                    <a:pt x="71446" y="1166330"/>
                  </a:lnTo>
                  <a:lnTo>
                    <a:pt x="73909" y="1165905"/>
                  </a:lnTo>
                  <a:lnTo>
                    <a:pt x="76373" y="1165293"/>
                  </a:lnTo>
                  <a:lnTo>
                    <a:pt x="78837" y="1164430"/>
                  </a:lnTo>
                  <a:lnTo>
                    <a:pt x="81300" y="1163245"/>
                  </a:lnTo>
                  <a:lnTo>
                    <a:pt x="83764" y="1161654"/>
                  </a:lnTo>
                  <a:lnTo>
                    <a:pt x="86228" y="1159568"/>
                  </a:lnTo>
                  <a:lnTo>
                    <a:pt x="88691" y="1156897"/>
                  </a:lnTo>
                  <a:lnTo>
                    <a:pt x="91155" y="1153549"/>
                  </a:lnTo>
                  <a:lnTo>
                    <a:pt x="93618" y="1149446"/>
                  </a:lnTo>
                  <a:lnTo>
                    <a:pt x="96082" y="1144500"/>
                  </a:lnTo>
                  <a:lnTo>
                    <a:pt x="98546" y="1138616"/>
                  </a:lnTo>
                  <a:lnTo>
                    <a:pt x="101009" y="1131878"/>
                  </a:lnTo>
                  <a:lnTo>
                    <a:pt x="103473" y="1124325"/>
                  </a:lnTo>
                  <a:lnTo>
                    <a:pt x="105937" y="1116032"/>
                  </a:lnTo>
                  <a:lnTo>
                    <a:pt x="108400" y="1107096"/>
                  </a:lnTo>
                  <a:lnTo>
                    <a:pt x="110864" y="1097628"/>
                  </a:lnTo>
                  <a:lnTo>
                    <a:pt x="113328" y="1087744"/>
                  </a:lnTo>
                  <a:lnTo>
                    <a:pt x="115791" y="1077548"/>
                  </a:lnTo>
                  <a:lnTo>
                    <a:pt x="118255" y="1067118"/>
                  </a:lnTo>
                  <a:lnTo>
                    <a:pt x="120719" y="1056496"/>
                  </a:lnTo>
                  <a:lnTo>
                    <a:pt x="123182" y="1045650"/>
                  </a:lnTo>
                  <a:lnTo>
                    <a:pt x="125646" y="1034527"/>
                  </a:lnTo>
                  <a:lnTo>
                    <a:pt x="128110" y="1023026"/>
                  </a:lnTo>
                  <a:lnTo>
                    <a:pt x="130573" y="1011015"/>
                  </a:lnTo>
                  <a:lnTo>
                    <a:pt x="133037" y="998358"/>
                  </a:lnTo>
                  <a:lnTo>
                    <a:pt x="135501" y="984924"/>
                  </a:lnTo>
                  <a:lnTo>
                    <a:pt x="137964" y="970605"/>
                  </a:lnTo>
                  <a:lnTo>
                    <a:pt x="140428" y="955325"/>
                  </a:lnTo>
                  <a:lnTo>
                    <a:pt x="142892" y="939042"/>
                  </a:lnTo>
                  <a:lnTo>
                    <a:pt x="145355" y="921756"/>
                  </a:lnTo>
                  <a:lnTo>
                    <a:pt x="147819" y="903436"/>
                  </a:lnTo>
                  <a:lnTo>
                    <a:pt x="150283" y="884173"/>
                  </a:lnTo>
                  <a:lnTo>
                    <a:pt x="152746" y="864090"/>
                  </a:lnTo>
                  <a:lnTo>
                    <a:pt x="155210" y="843260"/>
                  </a:lnTo>
                  <a:lnTo>
                    <a:pt x="157674" y="821748"/>
                  </a:lnTo>
                  <a:lnTo>
                    <a:pt x="160137" y="799609"/>
                  </a:lnTo>
                  <a:lnTo>
                    <a:pt x="162601" y="776886"/>
                  </a:lnTo>
                  <a:lnTo>
                    <a:pt x="165065" y="753609"/>
                  </a:lnTo>
                  <a:lnTo>
                    <a:pt x="167528" y="729798"/>
                  </a:lnTo>
                  <a:lnTo>
                    <a:pt x="169992" y="705463"/>
                  </a:lnTo>
                  <a:lnTo>
                    <a:pt x="172456" y="680585"/>
                  </a:lnTo>
                  <a:lnTo>
                    <a:pt x="174919" y="655116"/>
                  </a:lnTo>
                  <a:lnTo>
                    <a:pt x="177383" y="629066"/>
                  </a:lnTo>
                  <a:lnTo>
                    <a:pt x="179847" y="602384"/>
                  </a:lnTo>
                  <a:lnTo>
                    <a:pt x="182310" y="574996"/>
                  </a:lnTo>
                  <a:lnTo>
                    <a:pt x="184774" y="546816"/>
                  </a:lnTo>
                  <a:lnTo>
                    <a:pt x="187237" y="517747"/>
                  </a:lnTo>
                  <a:lnTo>
                    <a:pt x="189701" y="487691"/>
                  </a:lnTo>
                  <a:lnTo>
                    <a:pt x="192165" y="456567"/>
                  </a:lnTo>
                  <a:lnTo>
                    <a:pt x="194628" y="424318"/>
                  </a:lnTo>
                  <a:lnTo>
                    <a:pt x="197092" y="390932"/>
                  </a:lnTo>
                  <a:lnTo>
                    <a:pt x="199556" y="356356"/>
                  </a:lnTo>
                  <a:lnTo>
                    <a:pt x="202019" y="320877"/>
                  </a:lnTo>
                  <a:lnTo>
                    <a:pt x="204483" y="284760"/>
                  </a:lnTo>
                  <a:lnTo>
                    <a:pt x="206947" y="248357"/>
                  </a:lnTo>
                  <a:lnTo>
                    <a:pt x="209410" y="212117"/>
                  </a:lnTo>
                  <a:lnTo>
                    <a:pt x="211874" y="176575"/>
                  </a:lnTo>
                  <a:lnTo>
                    <a:pt x="214338" y="142345"/>
                  </a:lnTo>
                  <a:lnTo>
                    <a:pt x="216801" y="110097"/>
                  </a:lnTo>
                  <a:lnTo>
                    <a:pt x="219265" y="80538"/>
                  </a:lnTo>
                  <a:lnTo>
                    <a:pt x="221729" y="54391"/>
                  </a:lnTo>
                  <a:lnTo>
                    <a:pt x="224192" y="32730"/>
                  </a:lnTo>
                  <a:lnTo>
                    <a:pt x="226656" y="16191"/>
                  </a:lnTo>
                  <a:lnTo>
                    <a:pt x="229120" y="5133"/>
                  </a:lnTo>
                  <a:lnTo>
                    <a:pt x="231583" y="0"/>
                  </a:lnTo>
                  <a:lnTo>
                    <a:pt x="234047" y="1117"/>
                  </a:lnTo>
                  <a:lnTo>
                    <a:pt x="236511" y="8694"/>
                  </a:lnTo>
                  <a:lnTo>
                    <a:pt x="238974" y="22814"/>
                  </a:lnTo>
                  <a:lnTo>
                    <a:pt x="241438" y="43446"/>
                  </a:lnTo>
                  <a:lnTo>
                    <a:pt x="243902" y="70444"/>
                  </a:lnTo>
                  <a:lnTo>
                    <a:pt x="246365" y="103563"/>
                  </a:lnTo>
                  <a:lnTo>
                    <a:pt x="248829" y="142651"/>
                  </a:lnTo>
                  <a:lnTo>
                    <a:pt x="251293" y="187429"/>
                  </a:lnTo>
                  <a:lnTo>
                    <a:pt x="253756" y="236863"/>
                  </a:lnTo>
                  <a:lnTo>
                    <a:pt x="256220" y="290328"/>
                  </a:lnTo>
                  <a:lnTo>
                    <a:pt x="258684" y="347123"/>
                  </a:lnTo>
                  <a:lnTo>
                    <a:pt x="261147" y="406486"/>
                  </a:lnTo>
                  <a:lnTo>
                    <a:pt x="263611" y="467598"/>
                  </a:lnTo>
                  <a:lnTo>
                    <a:pt x="266075" y="529602"/>
                  </a:lnTo>
                  <a:lnTo>
                    <a:pt x="268538" y="591623"/>
                  </a:lnTo>
                  <a:lnTo>
                    <a:pt x="271002" y="652789"/>
                  </a:lnTo>
                  <a:lnTo>
                    <a:pt x="273465" y="712259"/>
                  </a:lnTo>
                  <a:lnTo>
                    <a:pt x="275929" y="768861"/>
                  </a:lnTo>
                  <a:lnTo>
                    <a:pt x="278393" y="822147"/>
                  </a:lnTo>
                  <a:lnTo>
                    <a:pt x="280856" y="871607"/>
                  </a:lnTo>
                  <a:lnTo>
                    <a:pt x="283320" y="916861"/>
                  </a:lnTo>
                  <a:lnTo>
                    <a:pt x="285784" y="957671"/>
                  </a:lnTo>
                  <a:lnTo>
                    <a:pt x="288247" y="993940"/>
                  </a:lnTo>
                  <a:lnTo>
                    <a:pt x="290711" y="1025700"/>
                  </a:lnTo>
                  <a:lnTo>
                    <a:pt x="293175" y="1053097"/>
                  </a:lnTo>
                  <a:lnTo>
                    <a:pt x="295638" y="1076377"/>
                  </a:lnTo>
                  <a:lnTo>
                    <a:pt x="298102" y="1095856"/>
                  </a:lnTo>
                  <a:lnTo>
                    <a:pt x="300566" y="1111671"/>
                  </a:lnTo>
                  <a:lnTo>
                    <a:pt x="303029" y="1124429"/>
                  </a:lnTo>
                  <a:lnTo>
                    <a:pt x="305493" y="1134666"/>
                  </a:lnTo>
                  <a:lnTo>
                    <a:pt x="307957" y="1142766"/>
                  </a:lnTo>
                  <a:lnTo>
                    <a:pt x="310420" y="1149085"/>
                  </a:lnTo>
                  <a:lnTo>
                    <a:pt x="312884" y="1153943"/>
                  </a:lnTo>
                  <a:lnTo>
                    <a:pt x="315348" y="1157625"/>
                  </a:lnTo>
                  <a:lnTo>
                    <a:pt x="317811" y="1160373"/>
                  </a:lnTo>
                  <a:lnTo>
                    <a:pt x="320275" y="1162394"/>
                  </a:lnTo>
                  <a:lnTo>
                    <a:pt x="322739" y="1163858"/>
                  </a:lnTo>
                  <a:lnTo>
                    <a:pt x="325202" y="1164889"/>
                  </a:lnTo>
                  <a:lnTo>
                    <a:pt x="327666" y="1165600"/>
                  </a:lnTo>
                  <a:lnTo>
                    <a:pt x="330130" y="1166098"/>
                  </a:lnTo>
                  <a:lnTo>
                    <a:pt x="332593" y="1166443"/>
                  </a:lnTo>
                  <a:lnTo>
                    <a:pt x="335057" y="1166677"/>
                  </a:lnTo>
                  <a:lnTo>
                    <a:pt x="337521" y="1166833"/>
                  </a:lnTo>
                  <a:lnTo>
                    <a:pt x="339984" y="1166936"/>
                  </a:lnTo>
                  <a:lnTo>
                    <a:pt x="342448" y="1167002"/>
                  </a:lnTo>
                  <a:lnTo>
                    <a:pt x="344912" y="1167045"/>
                  </a:lnTo>
                  <a:lnTo>
                    <a:pt x="347375" y="1167071"/>
                  </a:lnTo>
                  <a:lnTo>
                    <a:pt x="349839" y="1167087"/>
                  </a:lnTo>
                  <a:lnTo>
                    <a:pt x="352303" y="1167096"/>
                  </a:lnTo>
                  <a:lnTo>
                    <a:pt x="354766" y="1167101"/>
                  </a:lnTo>
                  <a:lnTo>
                    <a:pt x="357230" y="1167105"/>
                  </a:lnTo>
                  <a:lnTo>
                    <a:pt x="359694" y="1167107"/>
                  </a:lnTo>
                  <a:lnTo>
                    <a:pt x="362157" y="1167108"/>
                  </a:lnTo>
                  <a:lnTo>
                    <a:pt x="364621" y="1167108"/>
                  </a:lnTo>
                  <a:lnTo>
                    <a:pt x="367084" y="1167109"/>
                  </a:lnTo>
                  <a:lnTo>
                    <a:pt x="369548" y="1167109"/>
                  </a:lnTo>
                  <a:lnTo>
                    <a:pt x="372012" y="1167109"/>
                  </a:lnTo>
                  <a:lnTo>
                    <a:pt x="374475" y="1167109"/>
                  </a:lnTo>
                  <a:lnTo>
                    <a:pt x="376939" y="1167109"/>
                  </a:lnTo>
                  <a:lnTo>
                    <a:pt x="379403" y="1167109"/>
                  </a:lnTo>
                  <a:lnTo>
                    <a:pt x="381866" y="1167109"/>
                  </a:lnTo>
                  <a:lnTo>
                    <a:pt x="384330" y="1167109"/>
                  </a:lnTo>
                  <a:lnTo>
                    <a:pt x="386794" y="1167109"/>
                  </a:lnTo>
                  <a:lnTo>
                    <a:pt x="389257" y="1167109"/>
                  </a:lnTo>
                  <a:lnTo>
                    <a:pt x="391721" y="1167109"/>
                  </a:lnTo>
                  <a:lnTo>
                    <a:pt x="394185" y="1167109"/>
                  </a:lnTo>
                  <a:lnTo>
                    <a:pt x="396648" y="1167109"/>
                  </a:lnTo>
                  <a:lnTo>
                    <a:pt x="399112" y="1167109"/>
                  </a:lnTo>
                  <a:lnTo>
                    <a:pt x="401576" y="1167109"/>
                  </a:lnTo>
                  <a:lnTo>
                    <a:pt x="404039" y="1167109"/>
                  </a:lnTo>
                  <a:lnTo>
                    <a:pt x="406503" y="1167109"/>
                  </a:lnTo>
                  <a:lnTo>
                    <a:pt x="408967" y="1167109"/>
                  </a:lnTo>
                  <a:lnTo>
                    <a:pt x="411430" y="1167109"/>
                  </a:lnTo>
                  <a:lnTo>
                    <a:pt x="413894" y="1167109"/>
                  </a:lnTo>
                  <a:lnTo>
                    <a:pt x="416358" y="1167109"/>
                  </a:lnTo>
                  <a:lnTo>
                    <a:pt x="418821" y="1167109"/>
                  </a:lnTo>
                  <a:lnTo>
                    <a:pt x="421285" y="1167109"/>
                  </a:lnTo>
                  <a:lnTo>
                    <a:pt x="423749" y="1167109"/>
                  </a:lnTo>
                  <a:lnTo>
                    <a:pt x="426212" y="1167109"/>
                  </a:lnTo>
                  <a:lnTo>
                    <a:pt x="428676" y="1167109"/>
                  </a:lnTo>
                  <a:lnTo>
                    <a:pt x="431140" y="1167109"/>
                  </a:lnTo>
                  <a:lnTo>
                    <a:pt x="433603" y="1167109"/>
                  </a:lnTo>
                  <a:lnTo>
                    <a:pt x="436067" y="1167109"/>
                  </a:lnTo>
                  <a:lnTo>
                    <a:pt x="438531" y="1167109"/>
                  </a:lnTo>
                  <a:lnTo>
                    <a:pt x="440994" y="1167109"/>
                  </a:lnTo>
                  <a:lnTo>
                    <a:pt x="443458" y="1167109"/>
                  </a:lnTo>
                  <a:lnTo>
                    <a:pt x="445922" y="1167109"/>
                  </a:lnTo>
                  <a:lnTo>
                    <a:pt x="448385" y="1167109"/>
                  </a:lnTo>
                  <a:lnTo>
                    <a:pt x="450849" y="1167109"/>
                  </a:lnTo>
                  <a:lnTo>
                    <a:pt x="453312" y="1167109"/>
                  </a:lnTo>
                  <a:lnTo>
                    <a:pt x="455776" y="1167109"/>
                  </a:lnTo>
                  <a:lnTo>
                    <a:pt x="458240" y="1167109"/>
                  </a:lnTo>
                  <a:lnTo>
                    <a:pt x="460703" y="1167109"/>
                  </a:lnTo>
                  <a:lnTo>
                    <a:pt x="463167" y="1167109"/>
                  </a:lnTo>
                  <a:lnTo>
                    <a:pt x="465631" y="1167109"/>
                  </a:lnTo>
                  <a:lnTo>
                    <a:pt x="468094" y="1167109"/>
                  </a:lnTo>
                  <a:lnTo>
                    <a:pt x="470558" y="1167109"/>
                  </a:lnTo>
                  <a:lnTo>
                    <a:pt x="473022" y="1167109"/>
                  </a:lnTo>
                  <a:lnTo>
                    <a:pt x="475485" y="1167109"/>
                  </a:lnTo>
                  <a:lnTo>
                    <a:pt x="477949" y="1167109"/>
                  </a:lnTo>
                  <a:lnTo>
                    <a:pt x="480413" y="1167109"/>
                  </a:lnTo>
                  <a:lnTo>
                    <a:pt x="482876" y="1167109"/>
                  </a:lnTo>
                  <a:lnTo>
                    <a:pt x="485340" y="1167109"/>
                  </a:lnTo>
                  <a:lnTo>
                    <a:pt x="487804" y="1167109"/>
                  </a:lnTo>
                  <a:lnTo>
                    <a:pt x="490267" y="1167109"/>
                  </a:lnTo>
                  <a:lnTo>
                    <a:pt x="492731" y="1167109"/>
                  </a:lnTo>
                  <a:lnTo>
                    <a:pt x="495195" y="1167109"/>
                  </a:lnTo>
                  <a:lnTo>
                    <a:pt x="497658" y="1167109"/>
                  </a:lnTo>
                  <a:lnTo>
                    <a:pt x="500122" y="1167109"/>
                  </a:lnTo>
                  <a:lnTo>
                    <a:pt x="502586" y="1167109"/>
                  </a:lnTo>
                  <a:lnTo>
                    <a:pt x="505049" y="1167109"/>
                  </a:lnTo>
                  <a:lnTo>
                    <a:pt x="507513" y="1167109"/>
                  </a:lnTo>
                  <a:lnTo>
                    <a:pt x="509977" y="1167109"/>
                  </a:lnTo>
                  <a:lnTo>
                    <a:pt x="512440" y="1167109"/>
                  </a:lnTo>
                  <a:lnTo>
                    <a:pt x="514904" y="1167109"/>
                  </a:lnTo>
                  <a:lnTo>
                    <a:pt x="517368" y="1167109"/>
                  </a:lnTo>
                  <a:lnTo>
                    <a:pt x="519831" y="1167109"/>
                  </a:lnTo>
                  <a:lnTo>
                    <a:pt x="522295" y="1167109"/>
                  </a:lnTo>
                  <a:lnTo>
                    <a:pt x="524759" y="1167109"/>
                  </a:lnTo>
                  <a:lnTo>
                    <a:pt x="527222" y="1167109"/>
                  </a:lnTo>
                  <a:lnTo>
                    <a:pt x="529686" y="1167109"/>
                  </a:lnTo>
                  <a:lnTo>
                    <a:pt x="532150" y="1167109"/>
                  </a:lnTo>
                  <a:lnTo>
                    <a:pt x="534613" y="1167109"/>
                  </a:lnTo>
                  <a:lnTo>
                    <a:pt x="537077" y="1167109"/>
                  </a:lnTo>
                  <a:lnTo>
                    <a:pt x="539541" y="1167109"/>
                  </a:lnTo>
                  <a:lnTo>
                    <a:pt x="542004" y="1167109"/>
                  </a:lnTo>
                  <a:lnTo>
                    <a:pt x="544468" y="1167109"/>
                  </a:lnTo>
                  <a:lnTo>
                    <a:pt x="546931" y="1167109"/>
                  </a:lnTo>
                  <a:lnTo>
                    <a:pt x="549395" y="1167109"/>
                  </a:lnTo>
                  <a:lnTo>
                    <a:pt x="551859" y="1167109"/>
                  </a:lnTo>
                  <a:lnTo>
                    <a:pt x="554322" y="1167109"/>
                  </a:lnTo>
                  <a:lnTo>
                    <a:pt x="556786" y="1167109"/>
                  </a:lnTo>
                  <a:lnTo>
                    <a:pt x="559250" y="1167109"/>
                  </a:lnTo>
                  <a:lnTo>
                    <a:pt x="561713" y="1167109"/>
                  </a:lnTo>
                  <a:lnTo>
                    <a:pt x="564177" y="1167109"/>
                  </a:lnTo>
                  <a:lnTo>
                    <a:pt x="566641" y="1167109"/>
                  </a:lnTo>
                  <a:lnTo>
                    <a:pt x="569104" y="1167109"/>
                  </a:lnTo>
                  <a:lnTo>
                    <a:pt x="571568" y="1167109"/>
                  </a:lnTo>
                  <a:lnTo>
                    <a:pt x="574032" y="1167109"/>
                  </a:lnTo>
                  <a:lnTo>
                    <a:pt x="576495" y="1167109"/>
                  </a:lnTo>
                  <a:lnTo>
                    <a:pt x="578959" y="1167109"/>
                  </a:lnTo>
                  <a:lnTo>
                    <a:pt x="581423" y="1167109"/>
                  </a:lnTo>
                  <a:lnTo>
                    <a:pt x="583886" y="1167109"/>
                  </a:lnTo>
                  <a:lnTo>
                    <a:pt x="586350" y="1167109"/>
                  </a:lnTo>
                  <a:lnTo>
                    <a:pt x="588814" y="1167109"/>
                  </a:lnTo>
                  <a:lnTo>
                    <a:pt x="591277" y="1167109"/>
                  </a:lnTo>
                  <a:lnTo>
                    <a:pt x="593741" y="1167109"/>
                  </a:lnTo>
                  <a:lnTo>
                    <a:pt x="596205" y="1167109"/>
                  </a:lnTo>
                  <a:lnTo>
                    <a:pt x="598668" y="1167109"/>
                  </a:lnTo>
                  <a:lnTo>
                    <a:pt x="601132" y="1167109"/>
                  </a:lnTo>
                  <a:lnTo>
                    <a:pt x="603596" y="1167109"/>
                  </a:lnTo>
                  <a:lnTo>
                    <a:pt x="606059" y="1167109"/>
                  </a:lnTo>
                  <a:lnTo>
                    <a:pt x="608523" y="1167109"/>
                  </a:lnTo>
                  <a:lnTo>
                    <a:pt x="610987" y="1167109"/>
                  </a:lnTo>
                  <a:lnTo>
                    <a:pt x="613450" y="1167109"/>
                  </a:lnTo>
                  <a:lnTo>
                    <a:pt x="615914" y="1167109"/>
                  </a:lnTo>
                  <a:lnTo>
                    <a:pt x="618378" y="1167109"/>
                  </a:lnTo>
                  <a:lnTo>
                    <a:pt x="620841" y="1167109"/>
                  </a:lnTo>
                  <a:lnTo>
                    <a:pt x="623305" y="1167109"/>
                  </a:lnTo>
                  <a:lnTo>
                    <a:pt x="625769" y="1167109"/>
                  </a:lnTo>
                  <a:lnTo>
                    <a:pt x="628232" y="1167109"/>
                  </a:lnTo>
                  <a:lnTo>
                    <a:pt x="630696" y="1167109"/>
                  </a:lnTo>
                  <a:lnTo>
                    <a:pt x="633159" y="1167109"/>
                  </a:lnTo>
                  <a:lnTo>
                    <a:pt x="635623" y="1167109"/>
                  </a:lnTo>
                  <a:lnTo>
                    <a:pt x="638087" y="1167109"/>
                  </a:lnTo>
                  <a:lnTo>
                    <a:pt x="640550" y="1167109"/>
                  </a:lnTo>
                  <a:lnTo>
                    <a:pt x="643014" y="1167109"/>
                  </a:lnTo>
                  <a:lnTo>
                    <a:pt x="645478" y="1167109"/>
                  </a:lnTo>
                  <a:lnTo>
                    <a:pt x="647941" y="1167109"/>
                  </a:lnTo>
                  <a:lnTo>
                    <a:pt x="650405" y="1167109"/>
                  </a:lnTo>
                  <a:lnTo>
                    <a:pt x="652869" y="1167109"/>
                  </a:lnTo>
                  <a:lnTo>
                    <a:pt x="655332" y="1167109"/>
                  </a:lnTo>
                  <a:lnTo>
                    <a:pt x="657796" y="1167109"/>
                  </a:lnTo>
                  <a:lnTo>
                    <a:pt x="660260" y="1167109"/>
                  </a:lnTo>
                  <a:lnTo>
                    <a:pt x="662723" y="1167109"/>
                  </a:lnTo>
                  <a:lnTo>
                    <a:pt x="665187" y="1167109"/>
                  </a:lnTo>
                  <a:lnTo>
                    <a:pt x="667651" y="1167109"/>
                  </a:lnTo>
                  <a:lnTo>
                    <a:pt x="670114" y="1167109"/>
                  </a:lnTo>
                  <a:lnTo>
                    <a:pt x="672578" y="1167109"/>
                  </a:lnTo>
                  <a:lnTo>
                    <a:pt x="675042" y="1167109"/>
                  </a:lnTo>
                  <a:lnTo>
                    <a:pt x="677505" y="1167109"/>
                  </a:lnTo>
                  <a:lnTo>
                    <a:pt x="679969" y="1167109"/>
                  </a:lnTo>
                  <a:lnTo>
                    <a:pt x="682433" y="1167109"/>
                  </a:lnTo>
                  <a:lnTo>
                    <a:pt x="684896" y="1167109"/>
                  </a:lnTo>
                  <a:lnTo>
                    <a:pt x="687360" y="1167109"/>
                  </a:lnTo>
                  <a:lnTo>
                    <a:pt x="689824" y="1167109"/>
                  </a:lnTo>
                  <a:lnTo>
                    <a:pt x="692287" y="1167109"/>
                  </a:lnTo>
                  <a:lnTo>
                    <a:pt x="694751" y="1167109"/>
                  </a:lnTo>
                  <a:lnTo>
                    <a:pt x="697215" y="1167109"/>
                  </a:lnTo>
                  <a:lnTo>
                    <a:pt x="699678" y="1167109"/>
                  </a:lnTo>
                  <a:lnTo>
                    <a:pt x="702142" y="1167109"/>
                  </a:lnTo>
                  <a:lnTo>
                    <a:pt x="704606" y="1167109"/>
                  </a:lnTo>
                  <a:lnTo>
                    <a:pt x="707069" y="1167109"/>
                  </a:lnTo>
                  <a:lnTo>
                    <a:pt x="709533" y="1167109"/>
                  </a:lnTo>
                  <a:lnTo>
                    <a:pt x="711997" y="1167109"/>
                  </a:lnTo>
                  <a:lnTo>
                    <a:pt x="714460" y="1167109"/>
                  </a:lnTo>
                  <a:lnTo>
                    <a:pt x="716924" y="1167109"/>
                  </a:lnTo>
                  <a:lnTo>
                    <a:pt x="719388" y="1167109"/>
                  </a:lnTo>
                  <a:lnTo>
                    <a:pt x="721851" y="1167109"/>
                  </a:lnTo>
                  <a:lnTo>
                    <a:pt x="724315" y="1167109"/>
                  </a:lnTo>
                  <a:lnTo>
                    <a:pt x="726778" y="1167109"/>
                  </a:lnTo>
                  <a:lnTo>
                    <a:pt x="729242" y="1167109"/>
                  </a:lnTo>
                  <a:lnTo>
                    <a:pt x="731706" y="1167109"/>
                  </a:lnTo>
                  <a:lnTo>
                    <a:pt x="734169" y="1167109"/>
                  </a:lnTo>
                  <a:lnTo>
                    <a:pt x="736633" y="1167109"/>
                  </a:lnTo>
                  <a:lnTo>
                    <a:pt x="739097" y="1167109"/>
                  </a:lnTo>
                  <a:lnTo>
                    <a:pt x="741560" y="1167109"/>
                  </a:lnTo>
                  <a:lnTo>
                    <a:pt x="744024" y="1167109"/>
                  </a:lnTo>
                  <a:lnTo>
                    <a:pt x="746488" y="1167109"/>
                  </a:lnTo>
                  <a:lnTo>
                    <a:pt x="748951" y="1167109"/>
                  </a:lnTo>
                  <a:lnTo>
                    <a:pt x="751415" y="1167109"/>
                  </a:lnTo>
                  <a:lnTo>
                    <a:pt x="753879" y="1167109"/>
                  </a:lnTo>
                  <a:lnTo>
                    <a:pt x="756342" y="1167109"/>
                  </a:lnTo>
                  <a:lnTo>
                    <a:pt x="758806" y="1167109"/>
                  </a:lnTo>
                  <a:lnTo>
                    <a:pt x="761270" y="1167109"/>
                  </a:lnTo>
                  <a:lnTo>
                    <a:pt x="763733" y="1167109"/>
                  </a:lnTo>
                  <a:lnTo>
                    <a:pt x="766197" y="1167109"/>
                  </a:lnTo>
                  <a:lnTo>
                    <a:pt x="768661" y="1167109"/>
                  </a:lnTo>
                  <a:lnTo>
                    <a:pt x="771124" y="1167109"/>
                  </a:lnTo>
                  <a:lnTo>
                    <a:pt x="773588" y="1167109"/>
                  </a:lnTo>
                  <a:lnTo>
                    <a:pt x="776052" y="1167109"/>
                  </a:lnTo>
                  <a:lnTo>
                    <a:pt x="778515" y="1167109"/>
                  </a:lnTo>
                  <a:lnTo>
                    <a:pt x="780979" y="1167109"/>
                  </a:lnTo>
                  <a:lnTo>
                    <a:pt x="783443" y="1167109"/>
                  </a:lnTo>
                  <a:lnTo>
                    <a:pt x="785906" y="1167109"/>
                  </a:lnTo>
                  <a:lnTo>
                    <a:pt x="788370" y="1167109"/>
                  </a:lnTo>
                  <a:lnTo>
                    <a:pt x="790834" y="1167109"/>
                  </a:lnTo>
                  <a:lnTo>
                    <a:pt x="793297" y="1167109"/>
                  </a:lnTo>
                  <a:lnTo>
                    <a:pt x="795761" y="1167109"/>
                  </a:lnTo>
                  <a:lnTo>
                    <a:pt x="798225" y="1167109"/>
                  </a:lnTo>
                  <a:lnTo>
                    <a:pt x="800688" y="1167109"/>
                  </a:lnTo>
                  <a:lnTo>
                    <a:pt x="803152" y="1167109"/>
                  </a:lnTo>
                  <a:lnTo>
                    <a:pt x="805616" y="1167109"/>
                  </a:lnTo>
                  <a:lnTo>
                    <a:pt x="808079" y="1167109"/>
                  </a:lnTo>
                  <a:lnTo>
                    <a:pt x="810543" y="1167109"/>
                  </a:lnTo>
                  <a:lnTo>
                    <a:pt x="813006" y="1167109"/>
                  </a:lnTo>
                  <a:lnTo>
                    <a:pt x="815470" y="1167109"/>
                  </a:lnTo>
                  <a:lnTo>
                    <a:pt x="817934" y="1167109"/>
                  </a:lnTo>
                  <a:lnTo>
                    <a:pt x="820397" y="1167109"/>
                  </a:lnTo>
                  <a:lnTo>
                    <a:pt x="822861" y="1167109"/>
                  </a:lnTo>
                  <a:lnTo>
                    <a:pt x="825325" y="1167109"/>
                  </a:lnTo>
                  <a:lnTo>
                    <a:pt x="827788" y="1167109"/>
                  </a:lnTo>
                  <a:lnTo>
                    <a:pt x="830252" y="1167109"/>
                  </a:lnTo>
                  <a:lnTo>
                    <a:pt x="832716" y="1167109"/>
                  </a:lnTo>
                  <a:lnTo>
                    <a:pt x="835179" y="1167109"/>
                  </a:lnTo>
                  <a:lnTo>
                    <a:pt x="837643" y="1167109"/>
                  </a:lnTo>
                  <a:lnTo>
                    <a:pt x="840107" y="1167109"/>
                  </a:lnTo>
                  <a:lnTo>
                    <a:pt x="842570" y="1167109"/>
                  </a:lnTo>
                  <a:lnTo>
                    <a:pt x="845034" y="1167109"/>
                  </a:lnTo>
                  <a:lnTo>
                    <a:pt x="847498" y="1167109"/>
                  </a:lnTo>
                  <a:lnTo>
                    <a:pt x="849961" y="1167109"/>
                  </a:lnTo>
                  <a:lnTo>
                    <a:pt x="852425" y="1167109"/>
                  </a:lnTo>
                  <a:lnTo>
                    <a:pt x="854889" y="1167109"/>
                  </a:lnTo>
                  <a:lnTo>
                    <a:pt x="857352" y="1167109"/>
                  </a:lnTo>
                  <a:lnTo>
                    <a:pt x="859816" y="1167109"/>
                  </a:lnTo>
                  <a:lnTo>
                    <a:pt x="862280" y="1167109"/>
                  </a:lnTo>
                  <a:lnTo>
                    <a:pt x="864743" y="1167109"/>
                  </a:lnTo>
                  <a:lnTo>
                    <a:pt x="867207" y="1167109"/>
                  </a:lnTo>
                  <a:lnTo>
                    <a:pt x="869671" y="1167109"/>
                  </a:lnTo>
                  <a:lnTo>
                    <a:pt x="872134" y="1167109"/>
                  </a:lnTo>
                  <a:lnTo>
                    <a:pt x="874598" y="1167109"/>
                  </a:lnTo>
                  <a:lnTo>
                    <a:pt x="877062" y="1167109"/>
                  </a:lnTo>
                  <a:lnTo>
                    <a:pt x="879525" y="1167109"/>
                  </a:lnTo>
                  <a:lnTo>
                    <a:pt x="881989" y="1167109"/>
                  </a:lnTo>
                  <a:lnTo>
                    <a:pt x="884453" y="1167109"/>
                  </a:lnTo>
                  <a:lnTo>
                    <a:pt x="886916" y="1167109"/>
                  </a:lnTo>
                  <a:lnTo>
                    <a:pt x="889380" y="1167109"/>
                  </a:lnTo>
                  <a:lnTo>
                    <a:pt x="891844" y="1167109"/>
                  </a:lnTo>
                  <a:lnTo>
                    <a:pt x="894307" y="1167109"/>
                  </a:lnTo>
                  <a:lnTo>
                    <a:pt x="896771" y="1167109"/>
                  </a:lnTo>
                  <a:lnTo>
                    <a:pt x="899235" y="1167109"/>
                  </a:lnTo>
                  <a:lnTo>
                    <a:pt x="901698" y="1167109"/>
                  </a:lnTo>
                  <a:lnTo>
                    <a:pt x="904162" y="1167109"/>
                  </a:lnTo>
                  <a:lnTo>
                    <a:pt x="906625" y="1167109"/>
                  </a:lnTo>
                  <a:lnTo>
                    <a:pt x="909089" y="1167109"/>
                  </a:lnTo>
                  <a:lnTo>
                    <a:pt x="911553" y="1167109"/>
                  </a:lnTo>
                  <a:lnTo>
                    <a:pt x="914016" y="1167109"/>
                  </a:lnTo>
                  <a:lnTo>
                    <a:pt x="916480" y="1167109"/>
                  </a:lnTo>
                  <a:lnTo>
                    <a:pt x="918944" y="1167109"/>
                  </a:lnTo>
                  <a:lnTo>
                    <a:pt x="921407" y="1167109"/>
                  </a:lnTo>
                  <a:lnTo>
                    <a:pt x="923871" y="1167109"/>
                  </a:lnTo>
                  <a:lnTo>
                    <a:pt x="926335" y="1167109"/>
                  </a:lnTo>
                  <a:lnTo>
                    <a:pt x="928798" y="1167109"/>
                  </a:lnTo>
                  <a:lnTo>
                    <a:pt x="931262" y="1167109"/>
                  </a:lnTo>
                  <a:lnTo>
                    <a:pt x="933726" y="1167109"/>
                  </a:lnTo>
                  <a:lnTo>
                    <a:pt x="936189" y="1167109"/>
                  </a:lnTo>
                  <a:lnTo>
                    <a:pt x="938653" y="1167109"/>
                  </a:lnTo>
                  <a:lnTo>
                    <a:pt x="941117" y="1167109"/>
                  </a:lnTo>
                  <a:lnTo>
                    <a:pt x="943580" y="1167109"/>
                  </a:lnTo>
                  <a:lnTo>
                    <a:pt x="946044" y="1167109"/>
                  </a:lnTo>
                  <a:lnTo>
                    <a:pt x="948508" y="1167109"/>
                  </a:lnTo>
                  <a:lnTo>
                    <a:pt x="950971" y="1167109"/>
                  </a:lnTo>
                  <a:lnTo>
                    <a:pt x="953435" y="1167109"/>
                  </a:lnTo>
                  <a:lnTo>
                    <a:pt x="955899" y="1167109"/>
                  </a:lnTo>
                  <a:lnTo>
                    <a:pt x="958362" y="1167109"/>
                  </a:lnTo>
                  <a:lnTo>
                    <a:pt x="960826" y="1167109"/>
                  </a:lnTo>
                  <a:lnTo>
                    <a:pt x="963290" y="1167109"/>
                  </a:lnTo>
                  <a:lnTo>
                    <a:pt x="965753" y="1167109"/>
                  </a:lnTo>
                  <a:lnTo>
                    <a:pt x="968217" y="1167109"/>
                  </a:lnTo>
                  <a:lnTo>
                    <a:pt x="970681" y="1167109"/>
                  </a:lnTo>
                  <a:lnTo>
                    <a:pt x="973144" y="1167109"/>
                  </a:lnTo>
                  <a:lnTo>
                    <a:pt x="975608" y="1167109"/>
                  </a:lnTo>
                  <a:lnTo>
                    <a:pt x="978072" y="1167109"/>
                  </a:lnTo>
                  <a:lnTo>
                    <a:pt x="980535" y="1167109"/>
                  </a:lnTo>
                  <a:lnTo>
                    <a:pt x="982999" y="1167109"/>
                  </a:lnTo>
                  <a:lnTo>
                    <a:pt x="985463" y="1167109"/>
                  </a:lnTo>
                  <a:lnTo>
                    <a:pt x="987926" y="1167109"/>
                  </a:lnTo>
                  <a:lnTo>
                    <a:pt x="990390" y="1167109"/>
                  </a:lnTo>
                  <a:lnTo>
                    <a:pt x="992853" y="1167109"/>
                  </a:lnTo>
                  <a:lnTo>
                    <a:pt x="995317" y="1167109"/>
                  </a:lnTo>
                  <a:lnTo>
                    <a:pt x="997781" y="1167109"/>
                  </a:lnTo>
                  <a:lnTo>
                    <a:pt x="1000244" y="1167109"/>
                  </a:lnTo>
                  <a:lnTo>
                    <a:pt x="1002708" y="1167109"/>
                  </a:lnTo>
                  <a:lnTo>
                    <a:pt x="1005172" y="1167109"/>
                  </a:lnTo>
                  <a:lnTo>
                    <a:pt x="1007635" y="1167109"/>
                  </a:lnTo>
                  <a:lnTo>
                    <a:pt x="1010099" y="1167109"/>
                  </a:lnTo>
                  <a:lnTo>
                    <a:pt x="1012563" y="1167109"/>
                  </a:lnTo>
                  <a:lnTo>
                    <a:pt x="1015026" y="1167109"/>
                  </a:lnTo>
                  <a:lnTo>
                    <a:pt x="1017490" y="1167109"/>
                  </a:lnTo>
                  <a:lnTo>
                    <a:pt x="1019954" y="1167109"/>
                  </a:lnTo>
                  <a:lnTo>
                    <a:pt x="1022417" y="1167109"/>
                  </a:lnTo>
                  <a:lnTo>
                    <a:pt x="1024881" y="1167109"/>
                  </a:lnTo>
                  <a:lnTo>
                    <a:pt x="1027345" y="1167109"/>
                  </a:lnTo>
                  <a:lnTo>
                    <a:pt x="1029808" y="1167109"/>
                  </a:lnTo>
                  <a:lnTo>
                    <a:pt x="1032272" y="1167109"/>
                  </a:lnTo>
                  <a:lnTo>
                    <a:pt x="1034736" y="1167109"/>
                  </a:lnTo>
                  <a:lnTo>
                    <a:pt x="1037199" y="1167109"/>
                  </a:lnTo>
                  <a:lnTo>
                    <a:pt x="1039663" y="1167109"/>
                  </a:lnTo>
                  <a:lnTo>
                    <a:pt x="1042127" y="1167109"/>
                  </a:lnTo>
                  <a:lnTo>
                    <a:pt x="1044590" y="1167109"/>
                  </a:lnTo>
                  <a:lnTo>
                    <a:pt x="1047054" y="1167109"/>
                  </a:lnTo>
                  <a:lnTo>
                    <a:pt x="1049518" y="1167109"/>
                  </a:lnTo>
                  <a:lnTo>
                    <a:pt x="1051981" y="1167109"/>
                  </a:lnTo>
                  <a:lnTo>
                    <a:pt x="1054445" y="1167109"/>
                  </a:lnTo>
                  <a:lnTo>
                    <a:pt x="1056909" y="1167109"/>
                  </a:lnTo>
                  <a:lnTo>
                    <a:pt x="1059372" y="1167109"/>
                  </a:lnTo>
                  <a:lnTo>
                    <a:pt x="1061836" y="1167109"/>
                  </a:lnTo>
                  <a:lnTo>
                    <a:pt x="1064300" y="1167109"/>
                  </a:lnTo>
                  <a:lnTo>
                    <a:pt x="1066763" y="1167109"/>
                  </a:lnTo>
                  <a:lnTo>
                    <a:pt x="1069227" y="1167109"/>
                  </a:lnTo>
                  <a:lnTo>
                    <a:pt x="1071691" y="1167109"/>
                  </a:lnTo>
                  <a:lnTo>
                    <a:pt x="1074154" y="1167109"/>
                  </a:lnTo>
                  <a:lnTo>
                    <a:pt x="1076618" y="1167109"/>
                  </a:lnTo>
                  <a:lnTo>
                    <a:pt x="1079082" y="1167109"/>
                  </a:lnTo>
                  <a:lnTo>
                    <a:pt x="1081545" y="1167109"/>
                  </a:lnTo>
                  <a:lnTo>
                    <a:pt x="1084009" y="1167109"/>
                  </a:lnTo>
                  <a:lnTo>
                    <a:pt x="1086472" y="1167109"/>
                  </a:lnTo>
                  <a:lnTo>
                    <a:pt x="1088936" y="1167109"/>
                  </a:lnTo>
                  <a:lnTo>
                    <a:pt x="1091400" y="1167109"/>
                  </a:lnTo>
                  <a:lnTo>
                    <a:pt x="1093863" y="1167109"/>
                  </a:lnTo>
                  <a:lnTo>
                    <a:pt x="1096327" y="1167109"/>
                  </a:lnTo>
                  <a:lnTo>
                    <a:pt x="1098791" y="1167109"/>
                  </a:lnTo>
                  <a:lnTo>
                    <a:pt x="1101254" y="1167109"/>
                  </a:lnTo>
                  <a:lnTo>
                    <a:pt x="1103718" y="1167109"/>
                  </a:lnTo>
                  <a:lnTo>
                    <a:pt x="1106182" y="1167109"/>
                  </a:lnTo>
                  <a:lnTo>
                    <a:pt x="1108645" y="1167109"/>
                  </a:lnTo>
                  <a:lnTo>
                    <a:pt x="1111109" y="1167109"/>
                  </a:lnTo>
                  <a:lnTo>
                    <a:pt x="1113573" y="1167109"/>
                  </a:lnTo>
                  <a:lnTo>
                    <a:pt x="1116036" y="1167109"/>
                  </a:lnTo>
                  <a:lnTo>
                    <a:pt x="1118500" y="1167109"/>
                  </a:lnTo>
                  <a:lnTo>
                    <a:pt x="1120964" y="1167109"/>
                  </a:lnTo>
                  <a:lnTo>
                    <a:pt x="1123427" y="1167109"/>
                  </a:lnTo>
                  <a:lnTo>
                    <a:pt x="1125891" y="1167109"/>
                  </a:lnTo>
                  <a:lnTo>
                    <a:pt x="1128355" y="1167109"/>
                  </a:lnTo>
                  <a:lnTo>
                    <a:pt x="1130818" y="1167109"/>
                  </a:lnTo>
                  <a:lnTo>
                    <a:pt x="1133282" y="1167109"/>
                  </a:lnTo>
                  <a:lnTo>
                    <a:pt x="1135746" y="1167109"/>
                  </a:lnTo>
                  <a:lnTo>
                    <a:pt x="1138209" y="1167109"/>
                  </a:lnTo>
                  <a:lnTo>
                    <a:pt x="1140673" y="1167109"/>
                  </a:lnTo>
                  <a:lnTo>
                    <a:pt x="1143137" y="1167109"/>
                  </a:lnTo>
                  <a:lnTo>
                    <a:pt x="1145600" y="1167109"/>
                  </a:lnTo>
                  <a:lnTo>
                    <a:pt x="1148064" y="1167109"/>
                  </a:lnTo>
                  <a:lnTo>
                    <a:pt x="1150528" y="1167109"/>
                  </a:lnTo>
                  <a:lnTo>
                    <a:pt x="1152991" y="1167109"/>
                  </a:lnTo>
                  <a:lnTo>
                    <a:pt x="1155455" y="1167109"/>
                  </a:lnTo>
                  <a:lnTo>
                    <a:pt x="1157919" y="1167109"/>
                  </a:lnTo>
                  <a:lnTo>
                    <a:pt x="1160382" y="1167109"/>
                  </a:lnTo>
                  <a:lnTo>
                    <a:pt x="1162846" y="1167109"/>
                  </a:lnTo>
                  <a:lnTo>
                    <a:pt x="1165310" y="1167109"/>
                  </a:lnTo>
                  <a:lnTo>
                    <a:pt x="1167773" y="1167109"/>
                  </a:lnTo>
                  <a:lnTo>
                    <a:pt x="1170237" y="1167109"/>
                  </a:lnTo>
                  <a:lnTo>
                    <a:pt x="1172701" y="1167109"/>
                  </a:lnTo>
                  <a:lnTo>
                    <a:pt x="1175164" y="1167109"/>
                  </a:lnTo>
                  <a:lnTo>
                    <a:pt x="1177628" y="1167109"/>
                  </a:lnTo>
                  <a:lnTo>
                    <a:pt x="1180091" y="1167109"/>
                  </a:lnTo>
                  <a:lnTo>
                    <a:pt x="1182555" y="1167109"/>
                  </a:lnTo>
                  <a:lnTo>
                    <a:pt x="1185019" y="1167109"/>
                  </a:lnTo>
                  <a:lnTo>
                    <a:pt x="1187482" y="1167109"/>
                  </a:lnTo>
                  <a:lnTo>
                    <a:pt x="1189946" y="1167109"/>
                  </a:lnTo>
                  <a:lnTo>
                    <a:pt x="1192410" y="1167109"/>
                  </a:lnTo>
                  <a:lnTo>
                    <a:pt x="1194873" y="1167109"/>
                  </a:lnTo>
                  <a:lnTo>
                    <a:pt x="1197337" y="1167109"/>
                  </a:lnTo>
                  <a:lnTo>
                    <a:pt x="1199801" y="1167109"/>
                  </a:lnTo>
                  <a:lnTo>
                    <a:pt x="1202264" y="1167109"/>
                  </a:lnTo>
                  <a:lnTo>
                    <a:pt x="1204728" y="1167109"/>
                  </a:lnTo>
                  <a:lnTo>
                    <a:pt x="1207192" y="1167109"/>
                  </a:lnTo>
                  <a:lnTo>
                    <a:pt x="1209655" y="1167109"/>
                  </a:lnTo>
                  <a:lnTo>
                    <a:pt x="1212119" y="1167109"/>
                  </a:lnTo>
                  <a:lnTo>
                    <a:pt x="1214583" y="1167109"/>
                  </a:lnTo>
                  <a:lnTo>
                    <a:pt x="1217046" y="1167109"/>
                  </a:lnTo>
                  <a:lnTo>
                    <a:pt x="1219510" y="1167109"/>
                  </a:lnTo>
                  <a:lnTo>
                    <a:pt x="1221974" y="1167109"/>
                  </a:lnTo>
                  <a:lnTo>
                    <a:pt x="1224437" y="1167109"/>
                  </a:lnTo>
                  <a:lnTo>
                    <a:pt x="1226901" y="1167109"/>
                  </a:lnTo>
                  <a:lnTo>
                    <a:pt x="1229365" y="1167109"/>
                  </a:lnTo>
                  <a:lnTo>
                    <a:pt x="1231828" y="1167109"/>
                  </a:lnTo>
                  <a:lnTo>
                    <a:pt x="1234292" y="1167109"/>
                  </a:lnTo>
                  <a:lnTo>
                    <a:pt x="1236756" y="1167109"/>
                  </a:lnTo>
                  <a:lnTo>
                    <a:pt x="1239219" y="1167109"/>
                  </a:lnTo>
                  <a:lnTo>
                    <a:pt x="1241683" y="1167109"/>
                  </a:lnTo>
                  <a:lnTo>
                    <a:pt x="1244147" y="1167109"/>
                  </a:lnTo>
                  <a:lnTo>
                    <a:pt x="1246610" y="1167109"/>
                  </a:lnTo>
                  <a:lnTo>
                    <a:pt x="1249074" y="1167109"/>
                  </a:lnTo>
                  <a:lnTo>
                    <a:pt x="1251538" y="1167109"/>
                  </a:lnTo>
                  <a:lnTo>
                    <a:pt x="1254001" y="1167109"/>
                  </a:lnTo>
                  <a:lnTo>
                    <a:pt x="1256465" y="1167109"/>
                  </a:lnTo>
                  <a:lnTo>
                    <a:pt x="1258929" y="1167109"/>
                  </a:lnTo>
                  <a:lnTo>
                    <a:pt x="1256465" y="1167109"/>
                  </a:lnTo>
                  <a:lnTo>
                    <a:pt x="1254001" y="1167109"/>
                  </a:lnTo>
                  <a:lnTo>
                    <a:pt x="1251538" y="1167109"/>
                  </a:lnTo>
                  <a:lnTo>
                    <a:pt x="1249074" y="1167109"/>
                  </a:lnTo>
                  <a:lnTo>
                    <a:pt x="1246610" y="1167109"/>
                  </a:lnTo>
                  <a:lnTo>
                    <a:pt x="1244147" y="1167109"/>
                  </a:lnTo>
                  <a:lnTo>
                    <a:pt x="1241683" y="1167109"/>
                  </a:lnTo>
                  <a:lnTo>
                    <a:pt x="1239219" y="1167109"/>
                  </a:lnTo>
                  <a:lnTo>
                    <a:pt x="1236756" y="1167109"/>
                  </a:lnTo>
                  <a:lnTo>
                    <a:pt x="1234292" y="1167109"/>
                  </a:lnTo>
                  <a:lnTo>
                    <a:pt x="1231828" y="1167109"/>
                  </a:lnTo>
                  <a:lnTo>
                    <a:pt x="1229365" y="1167109"/>
                  </a:lnTo>
                  <a:lnTo>
                    <a:pt x="1226901" y="1167109"/>
                  </a:lnTo>
                  <a:lnTo>
                    <a:pt x="1224437" y="1167109"/>
                  </a:lnTo>
                  <a:lnTo>
                    <a:pt x="1221974" y="1167109"/>
                  </a:lnTo>
                  <a:lnTo>
                    <a:pt x="1219510" y="1167109"/>
                  </a:lnTo>
                  <a:lnTo>
                    <a:pt x="1217046" y="1167109"/>
                  </a:lnTo>
                  <a:lnTo>
                    <a:pt x="1214583" y="1167109"/>
                  </a:lnTo>
                  <a:lnTo>
                    <a:pt x="1212119" y="1167109"/>
                  </a:lnTo>
                  <a:lnTo>
                    <a:pt x="1209655" y="1167109"/>
                  </a:lnTo>
                  <a:lnTo>
                    <a:pt x="1207192" y="1167109"/>
                  </a:lnTo>
                  <a:lnTo>
                    <a:pt x="1204728" y="1167109"/>
                  </a:lnTo>
                  <a:lnTo>
                    <a:pt x="1202264" y="1167109"/>
                  </a:lnTo>
                  <a:lnTo>
                    <a:pt x="1199801" y="1167109"/>
                  </a:lnTo>
                  <a:lnTo>
                    <a:pt x="1197337" y="1167109"/>
                  </a:lnTo>
                  <a:lnTo>
                    <a:pt x="1194873" y="1167109"/>
                  </a:lnTo>
                  <a:lnTo>
                    <a:pt x="1192410" y="1167109"/>
                  </a:lnTo>
                  <a:lnTo>
                    <a:pt x="1189946" y="1167109"/>
                  </a:lnTo>
                  <a:lnTo>
                    <a:pt x="1187482" y="1167109"/>
                  </a:lnTo>
                  <a:lnTo>
                    <a:pt x="1185019" y="1167109"/>
                  </a:lnTo>
                  <a:lnTo>
                    <a:pt x="1182555" y="1167109"/>
                  </a:lnTo>
                  <a:lnTo>
                    <a:pt x="1180091" y="1167109"/>
                  </a:lnTo>
                  <a:lnTo>
                    <a:pt x="1177628" y="1167109"/>
                  </a:lnTo>
                  <a:lnTo>
                    <a:pt x="1175164" y="1167109"/>
                  </a:lnTo>
                  <a:lnTo>
                    <a:pt x="1172701" y="1167109"/>
                  </a:lnTo>
                  <a:lnTo>
                    <a:pt x="1170237" y="1167109"/>
                  </a:lnTo>
                  <a:lnTo>
                    <a:pt x="1167773" y="1167109"/>
                  </a:lnTo>
                  <a:lnTo>
                    <a:pt x="1165310" y="1167109"/>
                  </a:lnTo>
                  <a:lnTo>
                    <a:pt x="1162846" y="1167109"/>
                  </a:lnTo>
                  <a:lnTo>
                    <a:pt x="1160382" y="1167109"/>
                  </a:lnTo>
                  <a:lnTo>
                    <a:pt x="1157919" y="1167109"/>
                  </a:lnTo>
                  <a:lnTo>
                    <a:pt x="1155455" y="1167109"/>
                  </a:lnTo>
                  <a:lnTo>
                    <a:pt x="1152991" y="1167109"/>
                  </a:lnTo>
                  <a:lnTo>
                    <a:pt x="1150528" y="1167109"/>
                  </a:lnTo>
                  <a:lnTo>
                    <a:pt x="1148064" y="1167109"/>
                  </a:lnTo>
                  <a:lnTo>
                    <a:pt x="1145600" y="1167109"/>
                  </a:lnTo>
                  <a:lnTo>
                    <a:pt x="1143137" y="1167109"/>
                  </a:lnTo>
                  <a:lnTo>
                    <a:pt x="1140673" y="1167109"/>
                  </a:lnTo>
                  <a:lnTo>
                    <a:pt x="1138209" y="1167109"/>
                  </a:lnTo>
                  <a:lnTo>
                    <a:pt x="1135746" y="1167109"/>
                  </a:lnTo>
                  <a:lnTo>
                    <a:pt x="1133282" y="1167109"/>
                  </a:lnTo>
                  <a:lnTo>
                    <a:pt x="1130818" y="1167109"/>
                  </a:lnTo>
                  <a:lnTo>
                    <a:pt x="1128355" y="1167109"/>
                  </a:lnTo>
                  <a:lnTo>
                    <a:pt x="1125891" y="1167109"/>
                  </a:lnTo>
                  <a:lnTo>
                    <a:pt x="1123427" y="1167109"/>
                  </a:lnTo>
                  <a:lnTo>
                    <a:pt x="1120964" y="1167109"/>
                  </a:lnTo>
                  <a:lnTo>
                    <a:pt x="1118500" y="1167109"/>
                  </a:lnTo>
                  <a:lnTo>
                    <a:pt x="1116036" y="1167109"/>
                  </a:lnTo>
                  <a:lnTo>
                    <a:pt x="1113573" y="1167109"/>
                  </a:lnTo>
                  <a:lnTo>
                    <a:pt x="1111109" y="1167109"/>
                  </a:lnTo>
                  <a:lnTo>
                    <a:pt x="1108645" y="1167109"/>
                  </a:lnTo>
                  <a:lnTo>
                    <a:pt x="1106182" y="1167109"/>
                  </a:lnTo>
                  <a:lnTo>
                    <a:pt x="1103718" y="1167109"/>
                  </a:lnTo>
                  <a:lnTo>
                    <a:pt x="1101254" y="1167109"/>
                  </a:lnTo>
                  <a:lnTo>
                    <a:pt x="1098791" y="1167109"/>
                  </a:lnTo>
                  <a:lnTo>
                    <a:pt x="1096327" y="1167109"/>
                  </a:lnTo>
                  <a:lnTo>
                    <a:pt x="1093863" y="1167109"/>
                  </a:lnTo>
                  <a:lnTo>
                    <a:pt x="1091400" y="1167109"/>
                  </a:lnTo>
                  <a:lnTo>
                    <a:pt x="1088936" y="1167109"/>
                  </a:lnTo>
                  <a:lnTo>
                    <a:pt x="1086472" y="1167109"/>
                  </a:lnTo>
                  <a:lnTo>
                    <a:pt x="1084009" y="1167109"/>
                  </a:lnTo>
                  <a:lnTo>
                    <a:pt x="1081545" y="1167109"/>
                  </a:lnTo>
                  <a:lnTo>
                    <a:pt x="1079082" y="1167109"/>
                  </a:lnTo>
                  <a:lnTo>
                    <a:pt x="1076618" y="1167109"/>
                  </a:lnTo>
                  <a:lnTo>
                    <a:pt x="1074154" y="1167109"/>
                  </a:lnTo>
                  <a:lnTo>
                    <a:pt x="1071691" y="1167109"/>
                  </a:lnTo>
                  <a:lnTo>
                    <a:pt x="1069227" y="1167109"/>
                  </a:lnTo>
                  <a:lnTo>
                    <a:pt x="1066763" y="1167109"/>
                  </a:lnTo>
                  <a:lnTo>
                    <a:pt x="1064300" y="1167109"/>
                  </a:lnTo>
                  <a:lnTo>
                    <a:pt x="1061836" y="1167109"/>
                  </a:lnTo>
                  <a:lnTo>
                    <a:pt x="1059372" y="1167109"/>
                  </a:lnTo>
                  <a:lnTo>
                    <a:pt x="1056909" y="1167109"/>
                  </a:lnTo>
                  <a:lnTo>
                    <a:pt x="1054445" y="1167109"/>
                  </a:lnTo>
                  <a:lnTo>
                    <a:pt x="1051981" y="1167109"/>
                  </a:lnTo>
                  <a:lnTo>
                    <a:pt x="1049518" y="1167109"/>
                  </a:lnTo>
                  <a:lnTo>
                    <a:pt x="1047054" y="1167109"/>
                  </a:lnTo>
                  <a:lnTo>
                    <a:pt x="1044590" y="1167109"/>
                  </a:lnTo>
                  <a:lnTo>
                    <a:pt x="1042127" y="1167109"/>
                  </a:lnTo>
                  <a:lnTo>
                    <a:pt x="1039663" y="1167109"/>
                  </a:lnTo>
                  <a:lnTo>
                    <a:pt x="1037199" y="1167109"/>
                  </a:lnTo>
                  <a:lnTo>
                    <a:pt x="1034736" y="1167109"/>
                  </a:lnTo>
                  <a:lnTo>
                    <a:pt x="1032272" y="1167109"/>
                  </a:lnTo>
                  <a:lnTo>
                    <a:pt x="1029808" y="1167109"/>
                  </a:lnTo>
                  <a:lnTo>
                    <a:pt x="1027345" y="1167109"/>
                  </a:lnTo>
                  <a:lnTo>
                    <a:pt x="1024881" y="1167109"/>
                  </a:lnTo>
                  <a:lnTo>
                    <a:pt x="1022417" y="1167109"/>
                  </a:lnTo>
                  <a:lnTo>
                    <a:pt x="1019954" y="1167109"/>
                  </a:lnTo>
                  <a:lnTo>
                    <a:pt x="1017490" y="1167109"/>
                  </a:lnTo>
                  <a:lnTo>
                    <a:pt x="1015026" y="1167109"/>
                  </a:lnTo>
                  <a:lnTo>
                    <a:pt x="1012563" y="1167109"/>
                  </a:lnTo>
                  <a:lnTo>
                    <a:pt x="1010099" y="1167109"/>
                  </a:lnTo>
                  <a:lnTo>
                    <a:pt x="1007635" y="1167109"/>
                  </a:lnTo>
                  <a:lnTo>
                    <a:pt x="1005172" y="1167109"/>
                  </a:lnTo>
                  <a:lnTo>
                    <a:pt x="1002708" y="1167109"/>
                  </a:lnTo>
                  <a:lnTo>
                    <a:pt x="1000244" y="1167109"/>
                  </a:lnTo>
                  <a:lnTo>
                    <a:pt x="997781" y="1167109"/>
                  </a:lnTo>
                  <a:lnTo>
                    <a:pt x="995317" y="1167109"/>
                  </a:lnTo>
                  <a:lnTo>
                    <a:pt x="992853" y="1167109"/>
                  </a:lnTo>
                  <a:lnTo>
                    <a:pt x="990390" y="1167109"/>
                  </a:lnTo>
                  <a:lnTo>
                    <a:pt x="987926" y="1167109"/>
                  </a:lnTo>
                  <a:lnTo>
                    <a:pt x="985463" y="1167109"/>
                  </a:lnTo>
                  <a:lnTo>
                    <a:pt x="982999" y="1167109"/>
                  </a:lnTo>
                  <a:lnTo>
                    <a:pt x="980535" y="1167109"/>
                  </a:lnTo>
                  <a:lnTo>
                    <a:pt x="978072" y="1167109"/>
                  </a:lnTo>
                  <a:lnTo>
                    <a:pt x="975608" y="1167109"/>
                  </a:lnTo>
                  <a:lnTo>
                    <a:pt x="973144" y="1167109"/>
                  </a:lnTo>
                  <a:lnTo>
                    <a:pt x="970681" y="1167109"/>
                  </a:lnTo>
                  <a:lnTo>
                    <a:pt x="968217" y="1167109"/>
                  </a:lnTo>
                  <a:lnTo>
                    <a:pt x="965753" y="1167109"/>
                  </a:lnTo>
                  <a:lnTo>
                    <a:pt x="963290" y="1167109"/>
                  </a:lnTo>
                  <a:lnTo>
                    <a:pt x="960826" y="1167109"/>
                  </a:lnTo>
                  <a:lnTo>
                    <a:pt x="958362" y="1167109"/>
                  </a:lnTo>
                  <a:lnTo>
                    <a:pt x="955899" y="1167109"/>
                  </a:lnTo>
                  <a:lnTo>
                    <a:pt x="953435" y="1167109"/>
                  </a:lnTo>
                  <a:lnTo>
                    <a:pt x="950971" y="1167109"/>
                  </a:lnTo>
                  <a:lnTo>
                    <a:pt x="948508" y="1167109"/>
                  </a:lnTo>
                  <a:lnTo>
                    <a:pt x="946044" y="1167109"/>
                  </a:lnTo>
                  <a:lnTo>
                    <a:pt x="943580" y="1167109"/>
                  </a:lnTo>
                  <a:lnTo>
                    <a:pt x="941117" y="1167109"/>
                  </a:lnTo>
                  <a:lnTo>
                    <a:pt x="938653" y="1167109"/>
                  </a:lnTo>
                  <a:lnTo>
                    <a:pt x="936189" y="1167109"/>
                  </a:lnTo>
                  <a:lnTo>
                    <a:pt x="933726" y="1167109"/>
                  </a:lnTo>
                  <a:lnTo>
                    <a:pt x="931262" y="1167109"/>
                  </a:lnTo>
                  <a:lnTo>
                    <a:pt x="928798" y="1167109"/>
                  </a:lnTo>
                  <a:lnTo>
                    <a:pt x="926335" y="1167109"/>
                  </a:lnTo>
                  <a:lnTo>
                    <a:pt x="923871" y="1167109"/>
                  </a:lnTo>
                  <a:lnTo>
                    <a:pt x="921407" y="1167109"/>
                  </a:lnTo>
                  <a:lnTo>
                    <a:pt x="918944" y="1167109"/>
                  </a:lnTo>
                  <a:lnTo>
                    <a:pt x="916480" y="1167109"/>
                  </a:lnTo>
                  <a:lnTo>
                    <a:pt x="914016" y="1167109"/>
                  </a:lnTo>
                  <a:lnTo>
                    <a:pt x="911553" y="1167109"/>
                  </a:lnTo>
                  <a:lnTo>
                    <a:pt x="909089" y="1167109"/>
                  </a:lnTo>
                  <a:lnTo>
                    <a:pt x="906625" y="1167109"/>
                  </a:lnTo>
                  <a:lnTo>
                    <a:pt x="904162" y="1167109"/>
                  </a:lnTo>
                  <a:lnTo>
                    <a:pt x="901698" y="1167109"/>
                  </a:lnTo>
                  <a:lnTo>
                    <a:pt x="899235" y="1167109"/>
                  </a:lnTo>
                  <a:lnTo>
                    <a:pt x="896771" y="1167109"/>
                  </a:lnTo>
                  <a:lnTo>
                    <a:pt x="894307" y="1167109"/>
                  </a:lnTo>
                  <a:lnTo>
                    <a:pt x="891844" y="1167109"/>
                  </a:lnTo>
                  <a:lnTo>
                    <a:pt x="889380" y="1167109"/>
                  </a:lnTo>
                  <a:lnTo>
                    <a:pt x="886916" y="1167109"/>
                  </a:lnTo>
                  <a:lnTo>
                    <a:pt x="884453" y="1167109"/>
                  </a:lnTo>
                  <a:lnTo>
                    <a:pt x="881989" y="1167109"/>
                  </a:lnTo>
                  <a:lnTo>
                    <a:pt x="879525" y="1167109"/>
                  </a:lnTo>
                  <a:lnTo>
                    <a:pt x="877062" y="1167109"/>
                  </a:lnTo>
                  <a:lnTo>
                    <a:pt x="874598" y="1167109"/>
                  </a:lnTo>
                  <a:lnTo>
                    <a:pt x="872134" y="1167109"/>
                  </a:lnTo>
                  <a:lnTo>
                    <a:pt x="869671" y="1167109"/>
                  </a:lnTo>
                  <a:lnTo>
                    <a:pt x="867207" y="1167109"/>
                  </a:lnTo>
                  <a:lnTo>
                    <a:pt x="864743" y="1167109"/>
                  </a:lnTo>
                  <a:lnTo>
                    <a:pt x="862280" y="1167109"/>
                  </a:lnTo>
                  <a:lnTo>
                    <a:pt x="859816" y="1167109"/>
                  </a:lnTo>
                  <a:lnTo>
                    <a:pt x="857352" y="1167109"/>
                  </a:lnTo>
                  <a:lnTo>
                    <a:pt x="854889" y="1167109"/>
                  </a:lnTo>
                  <a:lnTo>
                    <a:pt x="852425" y="1167109"/>
                  </a:lnTo>
                  <a:lnTo>
                    <a:pt x="849961" y="1167109"/>
                  </a:lnTo>
                  <a:lnTo>
                    <a:pt x="847498" y="1167109"/>
                  </a:lnTo>
                  <a:lnTo>
                    <a:pt x="845034" y="1167109"/>
                  </a:lnTo>
                  <a:lnTo>
                    <a:pt x="842570" y="1167109"/>
                  </a:lnTo>
                  <a:lnTo>
                    <a:pt x="840107" y="1167109"/>
                  </a:lnTo>
                  <a:lnTo>
                    <a:pt x="837643" y="1167109"/>
                  </a:lnTo>
                  <a:lnTo>
                    <a:pt x="835179" y="1167109"/>
                  </a:lnTo>
                  <a:lnTo>
                    <a:pt x="832716" y="1167109"/>
                  </a:lnTo>
                  <a:lnTo>
                    <a:pt x="830252" y="1167109"/>
                  </a:lnTo>
                  <a:lnTo>
                    <a:pt x="827788" y="1167109"/>
                  </a:lnTo>
                  <a:lnTo>
                    <a:pt x="825325" y="1167109"/>
                  </a:lnTo>
                  <a:lnTo>
                    <a:pt x="822861" y="1167109"/>
                  </a:lnTo>
                  <a:lnTo>
                    <a:pt x="820397" y="1167109"/>
                  </a:lnTo>
                  <a:lnTo>
                    <a:pt x="817934" y="1167109"/>
                  </a:lnTo>
                  <a:lnTo>
                    <a:pt x="815470" y="1167109"/>
                  </a:lnTo>
                  <a:lnTo>
                    <a:pt x="813006" y="1167109"/>
                  </a:lnTo>
                  <a:lnTo>
                    <a:pt x="810543" y="1167109"/>
                  </a:lnTo>
                  <a:lnTo>
                    <a:pt x="808079" y="1167109"/>
                  </a:lnTo>
                  <a:lnTo>
                    <a:pt x="805616" y="1167109"/>
                  </a:lnTo>
                  <a:lnTo>
                    <a:pt x="803152" y="1167109"/>
                  </a:lnTo>
                  <a:lnTo>
                    <a:pt x="800688" y="1167109"/>
                  </a:lnTo>
                  <a:lnTo>
                    <a:pt x="798225" y="1167109"/>
                  </a:lnTo>
                  <a:lnTo>
                    <a:pt x="795761" y="1167109"/>
                  </a:lnTo>
                  <a:lnTo>
                    <a:pt x="793297" y="1167109"/>
                  </a:lnTo>
                  <a:lnTo>
                    <a:pt x="790834" y="1167109"/>
                  </a:lnTo>
                  <a:lnTo>
                    <a:pt x="788370" y="1167109"/>
                  </a:lnTo>
                  <a:lnTo>
                    <a:pt x="785906" y="1167109"/>
                  </a:lnTo>
                  <a:lnTo>
                    <a:pt x="783443" y="1167109"/>
                  </a:lnTo>
                  <a:lnTo>
                    <a:pt x="780979" y="1167109"/>
                  </a:lnTo>
                  <a:lnTo>
                    <a:pt x="778515" y="1167109"/>
                  </a:lnTo>
                  <a:lnTo>
                    <a:pt x="776052" y="1167109"/>
                  </a:lnTo>
                  <a:lnTo>
                    <a:pt x="773588" y="1167109"/>
                  </a:lnTo>
                  <a:lnTo>
                    <a:pt x="771124" y="1167109"/>
                  </a:lnTo>
                  <a:lnTo>
                    <a:pt x="768661" y="1167109"/>
                  </a:lnTo>
                  <a:lnTo>
                    <a:pt x="766197" y="1167109"/>
                  </a:lnTo>
                  <a:lnTo>
                    <a:pt x="763733" y="1167109"/>
                  </a:lnTo>
                  <a:lnTo>
                    <a:pt x="761270" y="1167109"/>
                  </a:lnTo>
                  <a:lnTo>
                    <a:pt x="758806" y="1167109"/>
                  </a:lnTo>
                  <a:lnTo>
                    <a:pt x="756342" y="1167109"/>
                  </a:lnTo>
                  <a:lnTo>
                    <a:pt x="753879" y="1167109"/>
                  </a:lnTo>
                  <a:lnTo>
                    <a:pt x="751415" y="1167109"/>
                  </a:lnTo>
                  <a:lnTo>
                    <a:pt x="748951" y="1167109"/>
                  </a:lnTo>
                  <a:lnTo>
                    <a:pt x="746488" y="1167109"/>
                  </a:lnTo>
                  <a:lnTo>
                    <a:pt x="744024" y="1167109"/>
                  </a:lnTo>
                  <a:lnTo>
                    <a:pt x="741560" y="1167109"/>
                  </a:lnTo>
                  <a:lnTo>
                    <a:pt x="739097" y="1167109"/>
                  </a:lnTo>
                  <a:lnTo>
                    <a:pt x="736633" y="1167109"/>
                  </a:lnTo>
                  <a:lnTo>
                    <a:pt x="734169" y="1167109"/>
                  </a:lnTo>
                  <a:lnTo>
                    <a:pt x="731706" y="1167109"/>
                  </a:lnTo>
                  <a:lnTo>
                    <a:pt x="729242" y="1167109"/>
                  </a:lnTo>
                  <a:lnTo>
                    <a:pt x="726778" y="1167109"/>
                  </a:lnTo>
                  <a:lnTo>
                    <a:pt x="724315" y="1167109"/>
                  </a:lnTo>
                  <a:lnTo>
                    <a:pt x="721851" y="1167109"/>
                  </a:lnTo>
                  <a:lnTo>
                    <a:pt x="719388" y="1167109"/>
                  </a:lnTo>
                  <a:lnTo>
                    <a:pt x="716924" y="1167109"/>
                  </a:lnTo>
                  <a:lnTo>
                    <a:pt x="714460" y="1167109"/>
                  </a:lnTo>
                  <a:lnTo>
                    <a:pt x="711997" y="1167109"/>
                  </a:lnTo>
                  <a:lnTo>
                    <a:pt x="709533" y="1167109"/>
                  </a:lnTo>
                  <a:lnTo>
                    <a:pt x="707069" y="1167109"/>
                  </a:lnTo>
                  <a:lnTo>
                    <a:pt x="704606" y="1167109"/>
                  </a:lnTo>
                  <a:lnTo>
                    <a:pt x="702142" y="1167109"/>
                  </a:lnTo>
                  <a:lnTo>
                    <a:pt x="699678" y="1167109"/>
                  </a:lnTo>
                  <a:lnTo>
                    <a:pt x="697215" y="1167109"/>
                  </a:lnTo>
                  <a:lnTo>
                    <a:pt x="694751" y="1167109"/>
                  </a:lnTo>
                  <a:lnTo>
                    <a:pt x="692287" y="1167109"/>
                  </a:lnTo>
                  <a:lnTo>
                    <a:pt x="689824" y="1167109"/>
                  </a:lnTo>
                  <a:lnTo>
                    <a:pt x="687360" y="1167109"/>
                  </a:lnTo>
                  <a:lnTo>
                    <a:pt x="684896" y="1167109"/>
                  </a:lnTo>
                  <a:lnTo>
                    <a:pt x="682433" y="1167109"/>
                  </a:lnTo>
                  <a:lnTo>
                    <a:pt x="679969" y="1167109"/>
                  </a:lnTo>
                  <a:lnTo>
                    <a:pt x="677505" y="1167109"/>
                  </a:lnTo>
                  <a:lnTo>
                    <a:pt x="675042" y="1167109"/>
                  </a:lnTo>
                  <a:lnTo>
                    <a:pt x="672578" y="1167109"/>
                  </a:lnTo>
                  <a:lnTo>
                    <a:pt x="670114" y="1167109"/>
                  </a:lnTo>
                  <a:lnTo>
                    <a:pt x="667651" y="1167109"/>
                  </a:lnTo>
                  <a:lnTo>
                    <a:pt x="665187" y="1167109"/>
                  </a:lnTo>
                  <a:lnTo>
                    <a:pt x="662723" y="1167109"/>
                  </a:lnTo>
                  <a:lnTo>
                    <a:pt x="660260" y="1167109"/>
                  </a:lnTo>
                  <a:lnTo>
                    <a:pt x="657796" y="1167109"/>
                  </a:lnTo>
                  <a:lnTo>
                    <a:pt x="655332" y="1167109"/>
                  </a:lnTo>
                  <a:lnTo>
                    <a:pt x="652869" y="1167109"/>
                  </a:lnTo>
                  <a:lnTo>
                    <a:pt x="650405" y="1167109"/>
                  </a:lnTo>
                  <a:lnTo>
                    <a:pt x="647941" y="1167109"/>
                  </a:lnTo>
                  <a:lnTo>
                    <a:pt x="645478" y="1167109"/>
                  </a:lnTo>
                  <a:lnTo>
                    <a:pt x="643014" y="1167109"/>
                  </a:lnTo>
                  <a:lnTo>
                    <a:pt x="640550" y="1167109"/>
                  </a:lnTo>
                  <a:lnTo>
                    <a:pt x="638087" y="1167109"/>
                  </a:lnTo>
                  <a:lnTo>
                    <a:pt x="635623" y="1167109"/>
                  </a:lnTo>
                  <a:lnTo>
                    <a:pt x="633159" y="1167109"/>
                  </a:lnTo>
                  <a:lnTo>
                    <a:pt x="630696" y="1167109"/>
                  </a:lnTo>
                  <a:lnTo>
                    <a:pt x="628232" y="1167109"/>
                  </a:lnTo>
                  <a:lnTo>
                    <a:pt x="625769" y="1167109"/>
                  </a:lnTo>
                  <a:lnTo>
                    <a:pt x="623305" y="1167109"/>
                  </a:lnTo>
                  <a:lnTo>
                    <a:pt x="620841" y="1167109"/>
                  </a:lnTo>
                  <a:lnTo>
                    <a:pt x="618378" y="1167109"/>
                  </a:lnTo>
                  <a:lnTo>
                    <a:pt x="615914" y="1167109"/>
                  </a:lnTo>
                  <a:lnTo>
                    <a:pt x="613450" y="1167109"/>
                  </a:lnTo>
                  <a:lnTo>
                    <a:pt x="610987" y="1167109"/>
                  </a:lnTo>
                  <a:lnTo>
                    <a:pt x="608523" y="1167109"/>
                  </a:lnTo>
                  <a:lnTo>
                    <a:pt x="606059" y="1167109"/>
                  </a:lnTo>
                  <a:lnTo>
                    <a:pt x="603596" y="1167109"/>
                  </a:lnTo>
                  <a:lnTo>
                    <a:pt x="601132" y="1167109"/>
                  </a:lnTo>
                  <a:lnTo>
                    <a:pt x="598668" y="1167109"/>
                  </a:lnTo>
                  <a:lnTo>
                    <a:pt x="596205" y="1167109"/>
                  </a:lnTo>
                  <a:lnTo>
                    <a:pt x="593741" y="1167109"/>
                  </a:lnTo>
                  <a:lnTo>
                    <a:pt x="591277" y="1167109"/>
                  </a:lnTo>
                  <a:lnTo>
                    <a:pt x="588814" y="1167109"/>
                  </a:lnTo>
                  <a:lnTo>
                    <a:pt x="586350" y="1167109"/>
                  </a:lnTo>
                  <a:lnTo>
                    <a:pt x="583886" y="1167109"/>
                  </a:lnTo>
                  <a:lnTo>
                    <a:pt x="581423" y="1167109"/>
                  </a:lnTo>
                  <a:lnTo>
                    <a:pt x="578959" y="1167109"/>
                  </a:lnTo>
                  <a:lnTo>
                    <a:pt x="576495" y="1167109"/>
                  </a:lnTo>
                  <a:lnTo>
                    <a:pt x="574032" y="1167109"/>
                  </a:lnTo>
                  <a:lnTo>
                    <a:pt x="571568" y="1167109"/>
                  </a:lnTo>
                  <a:lnTo>
                    <a:pt x="569104" y="1167109"/>
                  </a:lnTo>
                  <a:lnTo>
                    <a:pt x="566641" y="1167109"/>
                  </a:lnTo>
                  <a:lnTo>
                    <a:pt x="564177" y="1167109"/>
                  </a:lnTo>
                  <a:lnTo>
                    <a:pt x="561713" y="1167109"/>
                  </a:lnTo>
                  <a:lnTo>
                    <a:pt x="559250" y="1167109"/>
                  </a:lnTo>
                  <a:lnTo>
                    <a:pt x="556786" y="1167109"/>
                  </a:lnTo>
                  <a:lnTo>
                    <a:pt x="554322" y="1167109"/>
                  </a:lnTo>
                  <a:lnTo>
                    <a:pt x="551859" y="1167109"/>
                  </a:lnTo>
                  <a:lnTo>
                    <a:pt x="549395" y="1167109"/>
                  </a:lnTo>
                  <a:lnTo>
                    <a:pt x="546931" y="1167109"/>
                  </a:lnTo>
                  <a:lnTo>
                    <a:pt x="544468" y="1167109"/>
                  </a:lnTo>
                  <a:lnTo>
                    <a:pt x="542004" y="1167109"/>
                  </a:lnTo>
                  <a:lnTo>
                    <a:pt x="539541" y="1167109"/>
                  </a:lnTo>
                  <a:lnTo>
                    <a:pt x="537077" y="1167109"/>
                  </a:lnTo>
                  <a:lnTo>
                    <a:pt x="534613" y="1167109"/>
                  </a:lnTo>
                  <a:lnTo>
                    <a:pt x="532150" y="1167109"/>
                  </a:lnTo>
                  <a:lnTo>
                    <a:pt x="529686" y="1167109"/>
                  </a:lnTo>
                  <a:lnTo>
                    <a:pt x="527222" y="1167109"/>
                  </a:lnTo>
                  <a:lnTo>
                    <a:pt x="524759" y="1167109"/>
                  </a:lnTo>
                  <a:lnTo>
                    <a:pt x="522295" y="1167109"/>
                  </a:lnTo>
                  <a:lnTo>
                    <a:pt x="519831" y="1167109"/>
                  </a:lnTo>
                  <a:lnTo>
                    <a:pt x="517368" y="1167109"/>
                  </a:lnTo>
                  <a:lnTo>
                    <a:pt x="514904" y="1167109"/>
                  </a:lnTo>
                  <a:lnTo>
                    <a:pt x="512440" y="1167109"/>
                  </a:lnTo>
                  <a:lnTo>
                    <a:pt x="509977" y="1167109"/>
                  </a:lnTo>
                  <a:lnTo>
                    <a:pt x="507513" y="1167109"/>
                  </a:lnTo>
                  <a:lnTo>
                    <a:pt x="505049" y="1167109"/>
                  </a:lnTo>
                  <a:lnTo>
                    <a:pt x="502586" y="1167109"/>
                  </a:lnTo>
                  <a:lnTo>
                    <a:pt x="500122" y="1167109"/>
                  </a:lnTo>
                  <a:lnTo>
                    <a:pt x="497658" y="1167109"/>
                  </a:lnTo>
                  <a:lnTo>
                    <a:pt x="495195" y="1167109"/>
                  </a:lnTo>
                  <a:lnTo>
                    <a:pt x="492731" y="1167109"/>
                  </a:lnTo>
                  <a:lnTo>
                    <a:pt x="490267" y="1167109"/>
                  </a:lnTo>
                  <a:lnTo>
                    <a:pt x="487804" y="1167109"/>
                  </a:lnTo>
                  <a:lnTo>
                    <a:pt x="485340" y="1167109"/>
                  </a:lnTo>
                  <a:lnTo>
                    <a:pt x="482876" y="1167109"/>
                  </a:lnTo>
                  <a:lnTo>
                    <a:pt x="480413" y="1167109"/>
                  </a:lnTo>
                  <a:lnTo>
                    <a:pt x="477949" y="1167109"/>
                  </a:lnTo>
                  <a:lnTo>
                    <a:pt x="475485" y="1167109"/>
                  </a:lnTo>
                  <a:lnTo>
                    <a:pt x="473022" y="1167109"/>
                  </a:lnTo>
                  <a:lnTo>
                    <a:pt x="470558" y="1167109"/>
                  </a:lnTo>
                  <a:lnTo>
                    <a:pt x="468094" y="1167109"/>
                  </a:lnTo>
                  <a:lnTo>
                    <a:pt x="465631" y="1167109"/>
                  </a:lnTo>
                  <a:lnTo>
                    <a:pt x="463167" y="1167109"/>
                  </a:lnTo>
                  <a:lnTo>
                    <a:pt x="460703" y="1167109"/>
                  </a:lnTo>
                  <a:lnTo>
                    <a:pt x="458240" y="1167109"/>
                  </a:lnTo>
                  <a:lnTo>
                    <a:pt x="455776" y="1167109"/>
                  </a:lnTo>
                  <a:lnTo>
                    <a:pt x="453312" y="1167109"/>
                  </a:lnTo>
                  <a:lnTo>
                    <a:pt x="450849" y="1167109"/>
                  </a:lnTo>
                  <a:lnTo>
                    <a:pt x="448385" y="1167109"/>
                  </a:lnTo>
                  <a:lnTo>
                    <a:pt x="445922" y="1167109"/>
                  </a:lnTo>
                  <a:lnTo>
                    <a:pt x="443458" y="1167109"/>
                  </a:lnTo>
                  <a:lnTo>
                    <a:pt x="440994" y="1167109"/>
                  </a:lnTo>
                  <a:lnTo>
                    <a:pt x="438531" y="1167109"/>
                  </a:lnTo>
                  <a:lnTo>
                    <a:pt x="436067" y="1167109"/>
                  </a:lnTo>
                  <a:lnTo>
                    <a:pt x="433603" y="1167109"/>
                  </a:lnTo>
                  <a:lnTo>
                    <a:pt x="431140" y="1167109"/>
                  </a:lnTo>
                  <a:lnTo>
                    <a:pt x="428676" y="1167109"/>
                  </a:lnTo>
                  <a:lnTo>
                    <a:pt x="426212" y="1167109"/>
                  </a:lnTo>
                  <a:lnTo>
                    <a:pt x="423749" y="1167109"/>
                  </a:lnTo>
                  <a:lnTo>
                    <a:pt x="421285" y="1167109"/>
                  </a:lnTo>
                  <a:lnTo>
                    <a:pt x="418821" y="1167109"/>
                  </a:lnTo>
                  <a:lnTo>
                    <a:pt x="416358" y="1167109"/>
                  </a:lnTo>
                  <a:lnTo>
                    <a:pt x="413894" y="1167109"/>
                  </a:lnTo>
                  <a:lnTo>
                    <a:pt x="411430" y="1167109"/>
                  </a:lnTo>
                  <a:lnTo>
                    <a:pt x="408967" y="1167109"/>
                  </a:lnTo>
                  <a:lnTo>
                    <a:pt x="406503" y="1167109"/>
                  </a:lnTo>
                  <a:lnTo>
                    <a:pt x="404039" y="1167109"/>
                  </a:lnTo>
                  <a:lnTo>
                    <a:pt x="401576" y="1167109"/>
                  </a:lnTo>
                  <a:lnTo>
                    <a:pt x="399112" y="1167109"/>
                  </a:lnTo>
                  <a:lnTo>
                    <a:pt x="396648" y="1167109"/>
                  </a:lnTo>
                  <a:lnTo>
                    <a:pt x="394185" y="1167109"/>
                  </a:lnTo>
                  <a:lnTo>
                    <a:pt x="391721" y="1167109"/>
                  </a:lnTo>
                  <a:lnTo>
                    <a:pt x="389257" y="1167109"/>
                  </a:lnTo>
                  <a:lnTo>
                    <a:pt x="386794" y="1167109"/>
                  </a:lnTo>
                  <a:lnTo>
                    <a:pt x="384330" y="1167109"/>
                  </a:lnTo>
                  <a:lnTo>
                    <a:pt x="381866" y="1167109"/>
                  </a:lnTo>
                  <a:lnTo>
                    <a:pt x="379403" y="1167109"/>
                  </a:lnTo>
                  <a:lnTo>
                    <a:pt x="376939" y="1167109"/>
                  </a:lnTo>
                  <a:lnTo>
                    <a:pt x="374475" y="1167109"/>
                  </a:lnTo>
                  <a:lnTo>
                    <a:pt x="372012" y="1167109"/>
                  </a:lnTo>
                  <a:lnTo>
                    <a:pt x="369548" y="1167109"/>
                  </a:lnTo>
                  <a:lnTo>
                    <a:pt x="367084" y="1167109"/>
                  </a:lnTo>
                  <a:lnTo>
                    <a:pt x="364621" y="1167109"/>
                  </a:lnTo>
                  <a:lnTo>
                    <a:pt x="362157" y="1167109"/>
                  </a:lnTo>
                  <a:lnTo>
                    <a:pt x="359694" y="1167109"/>
                  </a:lnTo>
                  <a:lnTo>
                    <a:pt x="357230" y="1167109"/>
                  </a:lnTo>
                  <a:lnTo>
                    <a:pt x="354766" y="1167109"/>
                  </a:lnTo>
                  <a:lnTo>
                    <a:pt x="352303" y="1167109"/>
                  </a:lnTo>
                  <a:lnTo>
                    <a:pt x="349839" y="1167109"/>
                  </a:lnTo>
                  <a:lnTo>
                    <a:pt x="347375" y="1167109"/>
                  </a:lnTo>
                  <a:lnTo>
                    <a:pt x="344912" y="1167109"/>
                  </a:lnTo>
                  <a:lnTo>
                    <a:pt x="342448" y="1167109"/>
                  </a:lnTo>
                  <a:lnTo>
                    <a:pt x="339984" y="1167109"/>
                  </a:lnTo>
                  <a:lnTo>
                    <a:pt x="337521" y="1167109"/>
                  </a:lnTo>
                  <a:lnTo>
                    <a:pt x="335057" y="1167109"/>
                  </a:lnTo>
                  <a:lnTo>
                    <a:pt x="332593" y="1167109"/>
                  </a:lnTo>
                  <a:lnTo>
                    <a:pt x="330130" y="1167109"/>
                  </a:lnTo>
                  <a:lnTo>
                    <a:pt x="327666" y="1167109"/>
                  </a:lnTo>
                  <a:lnTo>
                    <a:pt x="325202" y="1167109"/>
                  </a:lnTo>
                  <a:lnTo>
                    <a:pt x="322739" y="1167109"/>
                  </a:lnTo>
                  <a:lnTo>
                    <a:pt x="320275" y="1167109"/>
                  </a:lnTo>
                  <a:lnTo>
                    <a:pt x="317811" y="1167109"/>
                  </a:lnTo>
                  <a:lnTo>
                    <a:pt x="315348" y="1167109"/>
                  </a:lnTo>
                  <a:lnTo>
                    <a:pt x="312884" y="1167109"/>
                  </a:lnTo>
                  <a:lnTo>
                    <a:pt x="310420" y="1167109"/>
                  </a:lnTo>
                  <a:lnTo>
                    <a:pt x="307957" y="1167109"/>
                  </a:lnTo>
                  <a:lnTo>
                    <a:pt x="305493" y="1167109"/>
                  </a:lnTo>
                  <a:lnTo>
                    <a:pt x="303029" y="1167109"/>
                  </a:lnTo>
                  <a:lnTo>
                    <a:pt x="300566" y="1167109"/>
                  </a:lnTo>
                  <a:lnTo>
                    <a:pt x="298102" y="1167109"/>
                  </a:lnTo>
                  <a:lnTo>
                    <a:pt x="295638" y="1167109"/>
                  </a:lnTo>
                  <a:lnTo>
                    <a:pt x="293175" y="1167109"/>
                  </a:lnTo>
                  <a:lnTo>
                    <a:pt x="290711" y="1167109"/>
                  </a:lnTo>
                  <a:lnTo>
                    <a:pt x="288247" y="1167109"/>
                  </a:lnTo>
                  <a:lnTo>
                    <a:pt x="285784" y="1167109"/>
                  </a:lnTo>
                  <a:lnTo>
                    <a:pt x="283320" y="1167109"/>
                  </a:lnTo>
                  <a:lnTo>
                    <a:pt x="280856" y="1167109"/>
                  </a:lnTo>
                  <a:lnTo>
                    <a:pt x="278393" y="1167109"/>
                  </a:lnTo>
                  <a:lnTo>
                    <a:pt x="275929" y="1167109"/>
                  </a:lnTo>
                  <a:lnTo>
                    <a:pt x="273465" y="1167109"/>
                  </a:lnTo>
                  <a:lnTo>
                    <a:pt x="271002" y="1167109"/>
                  </a:lnTo>
                  <a:lnTo>
                    <a:pt x="268538" y="1167109"/>
                  </a:lnTo>
                  <a:lnTo>
                    <a:pt x="266075" y="1167109"/>
                  </a:lnTo>
                  <a:lnTo>
                    <a:pt x="263611" y="1167109"/>
                  </a:lnTo>
                  <a:lnTo>
                    <a:pt x="261147" y="1167109"/>
                  </a:lnTo>
                  <a:lnTo>
                    <a:pt x="258684" y="1167109"/>
                  </a:lnTo>
                  <a:lnTo>
                    <a:pt x="256220" y="1167109"/>
                  </a:lnTo>
                  <a:lnTo>
                    <a:pt x="253756" y="1167109"/>
                  </a:lnTo>
                  <a:lnTo>
                    <a:pt x="251293" y="1167109"/>
                  </a:lnTo>
                  <a:lnTo>
                    <a:pt x="248829" y="1167109"/>
                  </a:lnTo>
                  <a:lnTo>
                    <a:pt x="246365" y="1167109"/>
                  </a:lnTo>
                  <a:lnTo>
                    <a:pt x="243902" y="1167109"/>
                  </a:lnTo>
                  <a:lnTo>
                    <a:pt x="241438" y="1167109"/>
                  </a:lnTo>
                  <a:lnTo>
                    <a:pt x="238974" y="1167109"/>
                  </a:lnTo>
                  <a:lnTo>
                    <a:pt x="236511" y="1167109"/>
                  </a:lnTo>
                  <a:lnTo>
                    <a:pt x="234047" y="1167109"/>
                  </a:lnTo>
                  <a:lnTo>
                    <a:pt x="231583" y="1167109"/>
                  </a:lnTo>
                  <a:lnTo>
                    <a:pt x="229120" y="1167109"/>
                  </a:lnTo>
                  <a:lnTo>
                    <a:pt x="226656" y="1167109"/>
                  </a:lnTo>
                  <a:lnTo>
                    <a:pt x="224192" y="1167109"/>
                  </a:lnTo>
                  <a:lnTo>
                    <a:pt x="221729" y="1167109"/>
                  </a:lnTo>
                  <a:lnTo>
                    <a:pt x="219265" y="1167109"/>
                  </a:lnTo>
                  <a:lnTo>
                    <a:pt x="216801" y="1167109"/>
                  </a:lnTo>
                  <a:lnTo>
                    <a:pt x="214338" y="1167109"/>
                  </a:lnTo>
                  <a:lnTo>
                    <a:pt x="211874" y="1167109"/>
                  </a:lnTo>
                  <a:lnTo>
                    <a:pt x="209410" y="1167109"/>
                  </a:lnTo>
                  <a:lnTo>
                    <a:pt x="206947" y="1167109"/>
                  </a:lnTo>
                  <a:lnTo>
                    <a:pt x="204483" y="1167109"/>
                  </a:lnTo>
                  <a:lnTo>
                    <a:pt x="202019" y="1167109"/>
                  </a:lnTo>
                  <a:lnTo>
                    <a:pt x="199556" y="1167109"/>
                  </a:lnTo>
                  <a:lnTo>
                    <a:pt x="197092" y="1167109"/>
                  </a:lnTo>
                  <a:lnTo>
                    <a:pt x="194628" y="1167109"/>
                  </a:lnTo>
                  <a:lnTo>
                    <a:pt x="192165" y="1167109"/>
                  </a:lnTo>
                  <a:lnTo>
                    <a:pt x="189701" y="1167109"/>
                  </a:lnTo>
                  <a:lnTo>
                    <a:pt x="187237" y="1167109"/>
                  </a:lnTo>
                  <a:lnTo>
                    <a:pt x="184774" y="1167109"/>
                  </a:lnTo>
                  <a:lnTo>
                    <a:pt x="182310" y="1167109"/>
                  </a:lnTo>
                  <a:lnTo>
                    <a:pt x="179847" y="1167109"/>
                  </a:lnTo>
                  <a:lnTo>
                    <a:pt x="177383" y="1167109"/>
                  </a:lnTo>
                  <a:lnTo>
                    <a:pt x="174919" y="1167109"/>
                  </a:lnTo>
                  <a:lnTo>
                    <a:pt x="172456" y="1167109"/>
                  </a:lnTo>
                  <a:lnTo>
                    <a:pt x="169992" y="1167109"/>
                  </a:lnTo>
                  <a:lnTo>
                    <a:pt x="167528" y="1167109"/>
                  </a:lnTo>
                  <a:lnTo>
                    <a:pt x="165065" y="1167109"/>
                  </a:lnTo>
                  <a:lnTo>
                    <a:pt x="162601" y="1167109"/>
                  </a:lnTo>
                  <a:lnTo>
                    <a:pt x="160137" y="1167109"/>
                  </a:lnTo>
                  <a:lnTo>
                    <a:pt x="157674" y="1167109"/>
                  </a:lnTo>
                  <a:lnTo>
                    <a:pt x="155210" y="1167109"/>
                  </a:lnTo>
                  <a:lnTo>
                    <a:pt x="152746" y="1167109"/>
                  </a:lnTo>
                  <a:lnTo>
                    <a:pt x="150283" y="1167109"/>
                  </a:lnTo>
                  <a:lnTo>
                    <a:pt x="147819" y="1167109"/>
                  </a:lnTo>
                  <a:lnTo>
                    <a:pt x="145355" y="1167109"/>
                  </a:lnTo>
                  <a:lnTo>
                    <a:pt x="142892" y="1167109"/>
                  </a:lnTo>
                  <a:lnTo>
                    <a:pt x="140428" y="1167109"/>
                  </a:lnTo>
                  <a:lnTo>
                    <a:pt x="137964" y="1167109"/>
                  </a:lnTo>
                  <a:lnTo>
                    <a:pt x="135501" y="1167109"/>
                  </a:lnTo>
                  <a:lnTo>
                    <a:pt x="133037" y="1167109"/>
                  </a:lnTo>
                  <a:lnTo>
                    <a:pt x="130573" y="1167109"/>
                  </a:lnTo>
                  <a:lnTo>
                    <a:pt x="128110" y="1167109"/>
                  </a:lnTo>
                  <a:lnTo>
                    <a:pt x="125646" y="1167109"/>
                  </a:lnTo>
                  <a:lnTo>
                    <a:pt x="123182" y="1167109"/>
                  </a:lnTo>
                  <a:lnTo>
                    <a:pt x="120719" y="1167109"/>
                  </a:lnTo>
                  <a:lnTo>
                    <a:pt x="118255" y="1167109"/>
                  </a:lnTo>
                  <a:lnTo>
                    <a:pt x="115791" y="1167109"/>
                  </a:lnTo>
                  <a:lnTo>
                    <a:pt x="113328" y="1167109"/>
                  </a:lnTo>
                  <a:lnTo>
                    <a:pt x="110864" y="1167109"/>
                  </a:lnTo>
                  <a:lnTo>
                    <a:pt x="108400" y="1167109"/>
                  </a:lnTo>
                  <a:lnTo>
                    <a:pt x="105937" y="1167109"/>
                  </a:lnTo>
                  <a:lnTo>
                    <a:pt x="103473" y="1167109"/>
                  </a:lnTo>
                  <a:lnTo>
                    <a:pt x="101009" y="1167109"/>
                  </a:lnTo>
                  <a:lnTo>
                    <a:pt x="98546" y="1167109"/>
                  </a:lnTo>
                  <a:lnTo>
                    <a:pt x="96082" y="1167109"/>
                  </a:lnTo>
                  <a:lnTo>
                    <a:pt x="93618" y="1167109"/>
                  </a:lnTo>
                  <a:lnTo>
                    <a:pt x="91155" y="1167109"/>
                  </a:lnTo>
                  <a:lnTo>
                    <a:pt x="88691" y="1167109"/>
                  </a:lnTo>
                  <a:lnTo>
                    <a:pt x="86228" y="1167109"/>
                  </a:lnTo>
                  <a:lnTo>
                    <a:pt x="83764" y="1167109"/>
                  </a:lnTo>
                  <a:lnTo>
                    <a:pt x="81300" y="1167109"/>
                  </a:lnTo>
                  <a:lnTo>
                    <a:pt x="78837" y="1167109"/>
                  </a:lnTo>
                  <a:lnTo>
                    <a:pt x="76373" y="1167109"/>
                  </a:lnTo>
                  <a:lnTo>
                    <a:pt x="73909" y="1167109"/>
                  </a:lnTo>
                  <a:lnTo>
                    <a:pt x="71446" y="1167109"/>
                  </a:lnTo>
                  <a:lnTo>
                    <a:pt x="68982" y="1167109"/>
                  </a:lnTo>
                  <a:lnTo>
                    <a:pt x="66518" y="1167109"/>
                  </a:lnTo>
                  <a:lnTo>
                    <a:pt x="64055" y="1167109"/>
                  </a:lnTo>
                  <a:lnTo>
                    <a:pt x="61591" y="1167109"/>
                  </a:lnTo>
                  <a:lnTo>
                    <a:pt x="59127" y="1167109"/>
                  </a:lnTo>
                  <a:lnTo>
                    <a:pt x="56664" y="1167109"/>
                  </a:lnTo>
                  <a:lnTo>
                    <a:pt x="54200" y="1167109"/>
                  </a:lnTo>
                  <a:lnTo>
                    <a:pt x="51736" y="1167109"/>
                  </a:lnTo>
                  <a:lnTo>
                    <a:pt x="49273" y="1167109"/>
                  </a:lnTo>
                  <a:lnTo>
                    <a:pt x="46809" y="1167109"/>
                  </a:lnTo>
                  <a:lnTo>
                    <a:pt x="44345" y="1167109"/>
                  </a:lnTo>
                  <a:lnTo>
                    <a:pt x="41882" y="1167109"/>
                  </a:lnTo>
                  <a:lnTo>
                    <a:pt x="39418" y="1167109"/>
                  </a:lnTo>
                  <a:lnTo>
                    <a:pt x="36954" y="1167109"/>
                  </a:lnTo>
                  <a:lnTo>
                    <a:pt x="34491" y="1167109"/>
                  </a:lnTo>
                  <a:lnTo>
                    <a:pt x="32027" y="1167109"/>
                  </a:lnTo>
                  <a:lnTo>
                    <a:pt x="29563" y="1167109"/>
                  </a:lnTo>
                  <a:lnTo>
                    <a:pt x="27100" y="1167109"/>
                  </a:lnTo>
                  <a:lnTo>
                    <a:pt x="24636" y="1167109"/>
                  </a:lnTo>
                  <a:lnTo>
                    <a:pt x="22172" y="1167109"/>
                  </a:lnTo>
                  <a:lnTo>
                    <a:pt x="19709" y="1167109"/>
                  </a:lnTo>
                  <a:lnTo>
                    <a:pt x="17245" y="1167109"/>
                  </a:lnTo>
                  <a:lnTo>
                    <a:pt x="14781" y="1167109"/>
                  </a:lnTo>
                  <a:lnTo>
                    <a:pt x="12318" y="1167109"/>
                  </a:lnTo>
                  <a:lnTo>
                    <a:pt x="9854" y="1167109"/>
                  </a:lnTo>
                  <a:lnTo>
                    <a:pt x="7390" y="1167109"/>
                  </a:lnTo>
                  <a:lnTo>
                    <a:pt x="4927" y="1167109"/>
                  </a:lnTo>
                  <a:lnTo>
                    <a:pt x="2463" y="116710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957616" y="958678"/>
              <a:ext cx="1258929" cy="1167109"/>
            </a:xfrm>
            <a:custGeom>
              <a:avLst/>
              <a:pathLst>
                <a:path w="1258929" h="1167109">
                  <a:moveTo>
                    <a:pt x="0" y="1167109"/>
                  </a:moveTo>
                  <a:lnTo>
                    <a:pt x="2463" y="1167109"/>
                  </a:lnTo>
                  <a:lnTo>
                    <a:pt x="4927" y="1167109"/>
                  </a:lnTo>
                  <a:lnTo>
                    <a:pt x="7390" y="1167109"/>
                  </a:lnTo>
                  <a:lnTo>
                    <a:pt x="9854" y="1167109"/>
                  </a:lnTo>
                  <a:lnTo>
                    <a:pt x="12318" y="1167109"/>
                  </a:lnTo>
                  <a:lnTo>
                    <a:pt x="14781" y="1167109"/>
                  </a:lnTo>
                  <a:lnTo>
                    <a:pt x="17245" y="1167109"/>
                  </a:lnTo>
                  <a:lnTo>
                    <a:pt x="19709" y="1167109"/>
                  </a:lnTo>
                  <a:lnTo>
                    <a:pt x="22172" y="1167109"/>
                  </a:lnTo>
                  <a:lnTo>
                    <a:pt x="24636" y="1167109"/>
                  </a:lnTo>
                  <a:lnTo>
                    <a:pt x="27100" y="1167109"/>
                  </a:lnTo>
                  <a:lnTo>
                    <a:pt x="29563" y="1167109"/>
                  </a:lnTo>
                  <a:lnTo>
                    <a:pt x="32027" y="1167109"/>
                  </a:lnTo>
                  <a:lnTo>
                    <a:pt x="34491" y="1167109"/>
                  </a:lnTo>
                  <a:lnTo>
                    <a:pt x="36954" y="1167109"/>
                  </a:lnTo>
                  <a:lnTo>
                    <a:pt x="39418" y="1167108"/>
                  </a:lnTo>
                  <a:lnTo>
                    <a:pt x="41882" y="1167108"/>
                  </a:lnTo>
                  <a:lnTo>
                    <a:pt x="44345" y="1167107"/>
                  </a:lnTo>
                  <a:lnTo>
                    <a:pt x="46809" y="1167105"/>
                  </a:lnTo>
                  <a:lnTo>
                    <a:pt x="49273" y="1167102"/>
                  </a:lnTo>
                  <a:lnTo>
                    <a:pt x="51736" y="1167097"/>
                  </a:lnTo>
                  <a:lnTo>
                    <a:pt x="54200" y="1167086"/>
                  </a:lnTo>
                  <a:lnTo>
                    <a:pt x="56664" y="1167069"/>
                  </a:lnTo>
                  <a:lnTo>
                    <a:pt x="59127" y="1167039"/>
                  </a:lnTo>
                  <a:lnTo>
                    <a:pt x="61591" y="1166991"/>
                  </a:lnTo>
                  <a:lnTo>
                    <a:pt x="64055" y="1166914"/>
                  </a:lnTo>
                  <a:lnTo>
                    <a:pt x="66518" y="1166794"/>
                  </a:lnTo>
                  <a:lnTo>
                    <a:pt x="68982" y="1166611"/>
                  </a:lnTo>
                  <a:lnTo>
                    <a:pt x="71446" y="1166330"/>
                  </a:lnTo>
                  <a:lnTo>
                    <a:pt x="73909" y="1165905"/>
                  </a:lnTo>
                  <a:lnTo>
                    <a:pt x="76373" y="1165293"/>
                  </a:lnTo>
                  <a:lnTo>
                    <a:pt x="78837" y="1164430"/>
                  </a:lnTo>
                  <a:lnTo>
                    <a:pt x="81300" y="1163245"/>
                  </a:lnTo>
                  <a:lnTo>
                    <a:pt x="83764" y="1161654"/>
                  </a:lnTo>
                  <a:lnTo>
                    <a:pt x="86228" y="1159568"/>
                  </a:lnTo>
                  <a:lnTo>
                    <a:pt x="88691" y="1156897"/>
                  </a:lnTo>
                  <a:lnTo>
                    <a:pt x="91155" y="1153549"/>
                  </a:lnTo>
                  <a:lnTo>
                    <a:pt x="93618" y="1149446"/>
                  </a:lnTo>
                  <a:lnTo>
                    <a:pt x="96082" y="1144500"/>
                  </a:lnTo>
                  <a:lnTo>
                    <a:pt x="98546" y="1138616"/>
                  </a:lnTo>
                  <a:lnTo>
                    <a:pt x="101009" y="1131878"/>
                  </a:lnTo>
                  <a:lnTo>
                    <a:pt x="103473" y="1124325"/>
                  </a:lnTo>
                  <a:lnTo>
                    <a:pt x="105937" y="1116032"/>
                  </a:lnTo>
                  <a:lnTo>
                    <a:pt x="108400" y="1107096"/>
                  </a:lnTo>
                  <a:lnTo>
                    <a:pt x="110864" y="1097628"/>
                  </a:lnTo>
                  <a:lnTo>
                    <a:pt x="113328" y="1087744"/>
                  </a:lnTo>
                  <a:lnTo>
                    <a:pt x="115791" y="1077548"/>
                  </a:lnTo>
                  <a:lnTo>
                    <a:pt x="118255" y="1067118"/>
                  </a:lnTo>
                  <a:lnTo>
                    <a:pt x="120719" y="1056496"/>
                  </a:lnTo>
                  <a:lnTo>
                    <a:pt x="123182" y="1045650"/>
                  </a:lnTo>
                  <a:lnTo>
                    <a:pt x="125646" y="1034527"/>
                  </a:lnTo>
                  <a:lnTo>
                    <a:pt x="128110" y="1023026"/>
                  </a:lnTo>
                  <a:lnTo>
                    <a:pt x="130573" y="1011015"/>
                  </a:lnTo>
                  <a:lnTo>
                    <a:pt x="133037" y="998358"/>
                  </a:lnTo>
                  <a:lnTo>
                    <a:pt x="135501" y="984924"/>
                  </a:lnTo>
                  <a:lnTo>
                    <a:pt x="137964" y="970605"/>
                  </a:lnTo>
                  <a:lnTo>
                    <a:pt x="140428" y="955325"/>
                  </a:lnTo>
                  <a:lnTo>
                    <a:pt x="142892" y="939042"/>
                  </a:lnTo>
                  <a:lnTo>
                    <a:pt x="145355" y="921756"/>
                  </a:lnTo>
                  <a:lnTo>
                    <a:pt x="147819" y="903436"/>
                  </a:lnTo>
                  <a:lnTo>
                    <a:pt x="150283" y="884173"/>
                  </a:lnTo>
                  <a:lnTo>
                    <a:pt x="152746" y="864090"/>
                  </a:lnTo>
                  <a:lnTo>
                    <a:pt x="155210" y="843260"/>
                  </a:lnTo>
                  <a:lnTo>
                    <a:pt x="157674" y="821748"/>
                  </a:lnTo>
                  <a:lnTo>
                    <a:pt x="160137" y="799609"/>
                  </a:lnTo>
                  <a:lnTo>
                    <a:pt x="162601" y="776886"/>
                  </a:lnTo>
                  <a:lnTo>
                    <a:pt x="165065" y="753609"/>
                  </a:lnTo>
                  <a:lnTo>
                    <a:pt x="167528" y="729798"/>
                  </a:lnTo>
                  <a:lnTo>
                    <a:pt x="169992" y="705463"/>
                  </a:lnTo>
                  <a:lnTo>
                    <a:pt x="172456" y="680585"/>
                  </a:lnTo>
                  <a:lnTo>
                    <a:pt x="174919" y="655116"/>
                  </a:lnTo>
                  <a:lnTo>
                    <a:pt x="177383" y="629066"/>
                  </a:lnTo>
                  <a:lnTo>
                    <a:pt x="179847" y="602384"/>
                  </a:lnTo>
                  <a:lnTo>
                    <a:pt x="182310" y="574996"/>
                  </a:lnTo>
                  <a:lnTo>
                    <a:pt x="184774" y="546816"/>
                  </a:lnTo>
                  <a:lnTo>
                    <a:pt x="187237" y="517747"/>
                  </a:lnTo>
                  <a:lnTo>
                    <a:pt x="189701" y="487691"/>
                  </a:lnTo>
                  <a:lnTo>
                    <a:pt x="192165" y="456567"/>
                  </a:lnTo>
                  <a:lnTo>
                    <a:pt x="194628" y="424318"/>
                  </a:lnTo>
                  <a:lnTo>
                    <a:pt x="197092" y="390932"/>
                  </a:lnTo>
                  <a:lnTo>
                    <a:pt x="199556" y="356356"/>
                  </a:lnTo>
                  <a:lnTo>
                    <a:pt x="202019" y="320877"/>
                  </a:lnTo>
                  <a:lnTo>
                    <a:pt x="204483" y="284760"/>
                  </a:lnTo>
                  <a:lnTo>
                    <a:pt x="206947" y="248357"/>
                  </a:lnTo>
                  <a:lnTo>
                    <a:pt x="209410" y="212117"/>
                  </a:lnTo>
                  <a:lnTo>
                    <a:pt x="211874" y="176575"/>
                  </a:lnTo>
                  <a:lnTo>
                    <a:pt x="214338" y="142345"/>
                  </a:lnTo>
                  <a:lnTo>
                    <a:pt x="216801" y="110097"/>
                  </a:lnTo>
                  <a:lnTo>
                    <a:pt x="219265" y="80538"/>
                  </a:lnTo>
                  <a:lnTo>
                    <a:pt x="221729" y="54391"/>
                  </a:lnTo>
                  <a:lnTo>
                    <a:pt x="224192" y="32730"/>
                  </a:lnTo>
                  <a:lnTo>
                    <a:pt x="226656" y="16191"/>
                  </a:lnTo>
                  <a:lnTo>
                    <a:pt x="229120" y="5133"/>
                  </a:lnTo>
                  <a:lnTo>
                    <a:pt x="231583" y="0"/>
                  </a:lnTo>
                  <a:lnTo>
                    <a:pt x="234047" y="1117"/>
                  </a:lnTo>
                  <a:lnTo>
                    <a:pt x="236511" y="8694"/>
                  </a:lnTo>
                  <a:lnTo>
                    <a:pt x="238974" y="22814"/>
                  </a:lnTo>
                  <a:lnTo>
                    <a:pt x="241438" y="43446"/>
                  </a:lnTo>
                  <a:lnTo>
                    <a:pt x="243902" y="70444"/>
                  </a:lnTo>
                  <a:lnTo>
                    <a:pt x="246365" y="103563"/>
                  </a:lnTo>
                  <a:lnTo>
                    <a:pt x="248829" y="142651"/>
                  </a:lnTo>
                  <a:lnTo>
                    <a:pt x="251293" y="187429"/>
                  </a:lnTo>
                  <a:lnTo>
                    <a:pt x="253756" y="236863"/>
                  </a:lnTo>
                  <a:lnTo>
                    <a:pt x="256220" y="290328"/>
                  </a:lnTo>
                  <a:lnTo>
                    <a:pt x="258684" y="347123"/>
                  </a:lnTo>
                  <a:lnTo>
                    <a:pt x="261147" y="406486"/>
                  </a:lnTo>
                  <a:lnTo>
                    <a:pt x="263611" y="467598"/>
                  </a:lnTo>
                  <a:lnTo>
                    <a:pt x="266075" y="529602"/>
                  </a:lnTo>
                  <a:lnTo>
                    <a:pt x="268538" y="591623"/>
                  </a:lnTo>
                  <a:lnTo>
                    <a:pt x="271002" y="652789"/>
                  </a:lnTo>
                  <a:lnTo>
                    <a:pt x="273465" y="712259"/>
                  </a:lnTo>
                  <a:lnTo>
                    <a:pt x="275929" y="768861"/>
                  </a:lnTo>
                  <a:lnTo>
                    <a:pt x="278393" y="822147"/>
                  </a:lnTo>
                  <a:lnTo>
                    <a:pt x="280856" y="871607"/>
                  </a:lnTo>
                  <a:lnTo>
                    <a:pt x="283320" y="916861"/>
                  </a:lnTo>
                  <a:lnTo>
                    <a:pt x="285784" y="957671"/>
                  </a:lnTo>
                  <a:lnTo>
                    <a:pt x="288247" y="993940"/>
                  </a:lnTo>
                  <a:lnTo>
                    <a:pt x="290711" y="1025700"/>
                  </a:lnTo>
                  <a:lnTo>
                    <a:pt x="293175" y="1053097"/>
                  </a:lnTo>
                  <a:lnTo>
                    <a:pt x="295638" y="1076377"/>
                  </a:lnTo>
                  <a:lnTo>
                    <a:pt x="298102" y="1095856"/>
                  </a:lnTo>
                  <a:lnTo>
                    <a:pt x="300566" y="1111671"/>
                  </a:lnTo>
                  <a:lnTo>
                    <a:pt x="303029" y="1124429"/>
                  </a:lnTo>
                  <a:lnTo>
                    <a:pt x="305493" y="1134666"/>
                  </a:lnTo>
                  <a:lnTo>
                    <a:pt x="307957" y="1142766"/>
                  </a:lnTo>
                  <a:lnTo>
                    <a:pt x="310420" y="1149085"/>
                  </a:lnTo>
                  <a:lnTo>
                    <a:pt x="312884" y="1153943"/>
                  </a:lnTo>
                  <a:lnTo>
                    <a:pt x="315348" y="1157625"/>
                  </a:lnTo>
                  <a:lnTo>
                    <a:pt x="317811" y="1160373"/>
                  </a:lnTo>
                  <a:lnTo>
                    <a:pt x="320275" y="1162394"/>
                  </a:lnTo>
                  <a:lnTo>
                    <a:pt x="322739" y="1163858"/>
                  </a:lnTo>
                  <a:lnTo>
                    <a:pt x="325202" y="1164889"/>
                  </a:lnTo>
                  <a:lnTo>
                    <a:pt x="327666" y="1165600"/>
                  </a:lnTo>
                  <a:lnTo>
                    <a:pt x="330130" y="1166098"/>
                  </a:lnTo>
                  <a:lnTo>
                    <a:pt x="332593" y="1166443"/>
                  </a:lnTo>
                  <a:lnTo>
                    <a:pt x="335057" y="1166677"/>
                  </a:lnTo>
                  <a:lnTo>
                    <a:pt x="337521" y="1166833"/>
                  </a:lnTo>
                  <a:lnTo>
                    <a:pt x="339984" y="1166936"/>
                  </a:lnTo>
                  <a:lnTo>
                    <a:pt x="342448" y="1167002"/>
                  </a:lnTo>
                  <a:lnTo>
                    <a:pt x="344912" y="1167045"/>
                  </a:lnTo>
                  <a:lnTo>
                    <a:pt x="347375" y="1167071"/>
                  </a:lnTo>
                  <a:lnTo>
                    <a:pt x="349839" y="1167087"/>
                  </a:lnTo>
                  <a:lnTo>
                    <a:pt x="352303" y="1167096"/>
                  </a:lnTo>
                  <a:lnTo>
                    <a:pt x="354766" y="1167101"/>
                  </a:lnTo>
                  <a:lnTo>
                    <a:pt x="357230" y="1167105"/>
                  </a:lnTo>
                  <a:lnTo>
                    <a:pt x="359694" y="1167107"/>
                  </a:lnTo>
                  <a:lnTo>
                    <a:pt x="362157" y="1167108"/>
                  </a:lnTo>
                  <a:lnTo>
                    <a:pt x="364621" y="1167108"/>
                  </a:lnTo>
                  <a:lnTo>
                    <a:pt x="367084" y="1167109"/>
                  </a:lnTo>
                  <a:lnTo>
                    <a:pt x="369548" y="1167109"/>
                  </a:lnTo>
                  <a:lnTo>
                    <a:pt x="372012" y="1167109"/>
                  </a:lnTo>
                  <a:lnTo>
                    <a:pt x="374475" y="1167109"/>
                  </a:lnTo>
                  <a:lnTo>
                    <a:pt x="376939" y="1167109"/>
                  </a:lnTo>
                  <a:lnTo>
                    <a:pt x="379403" y="1167109"/>
                  </a:lnTo>
                  <a:lnTo>
                    <a:pt x="381866" y="1167109"/>
                  </a:lnTo>
                  <a:lnTo>
                    <a:pt x="384330" y="1167109"/>
                  </a:lnTo>
                  <a:lnTo>
                    <a:pt x="386794" y="1167109"/>
                  </a:lnTo>
                  <a:lnTo>
                    <a:pt x="389257" y="1167109"/>
                  </a:lnTo>
                  <a:lnTo>
                    <a:pt x="391721" y="1167109"/>
                  </a:lnTo>
                  <a:lnTo>
                    <a:pt x="394185" y="1167109"/>
                  </a:lnTo>
                  <a:lnTo>
                    <a:pt x="396648" y="1167109"/>
                  </a:lnTo>
                  <a:lnTo>
                    <a:pt x="399112" y="1167109"/>
                  </a:lnTo>
                  <a:lnTo>
                    <a:pt x="401576" y="1167109"/>
                  </a:lnTo>
                  <a:lnTo>
                    <a:pt x="404039" y="1167109"/>
                  </a:lnTo>
                  <a:lnTo>
                    <a:pt x="406503" y="1167109"/>
                  </a:lnTo>
                  <a:lnTo>
                    <a:pt x="408967" y="1167109"/>
                  </a:lnTo>
                  <a:lnTo>
                    <a:pt x="411430" y="1167109"/>
                  </a:lnTo>
                  <a:lnTo>
                    <a:pt x="413894" y="1167109"/>
                  </a:lnTo>
                  <a:lnTo>
                    <a:pt x="416358" y="1167109"/>
                  </a:lnTo>
                  <a:lnTo>
                    <a:pt x="418821" y="1167109"/>
                  </a:lnTo>
                  <a:lnTo>
                    <a:pt x="421285" y="1167109"/>
                  </a:lnTo>
                  <a:lnTo>
                    <a:pt x="423749" y="1167109"/>
                  </a:lnTo>
                  <a:lnTo>
                    <a:pt x="426212" y="1167109"/>
                  </a:lnTo>
                  <a:lnTo>
                    <a:pt x="428676" y="1167109"/>
                  </a:lnTo>
                  <a:lnTo>
                    <a:pt x="431140" y="1167109"/>
                  </a:lnTo>
                  <a:lnTo>
                    <a:pt x="433603" y="1167109"/>
                  </a:lnTo>
                  <a:lnTo>
                    <a:pt x="436067" y="1167109"/>
                  </a:lnTo>
                  <a:lnTo>
                    <a:pt x="438531" y="1167109"/>
                  </a:lnTo>
                  <a:lnTo>
                    <a:pt x="440994" y="1167109"/>
                  </a:lnTo>
                  <a:lnTo>
                    <a:pt x="443458" y="1167109"/>
                  </a:lnTo>
                  <a:lnTo>
                    <a:pt x="445922" y="1167109"/>
                  </a:lnTo>
                  <a:lnTo>
                    <a:pt x="448385" y="1167109"/>
                  </a:lnTo>
                  <a:lnTo>
                    <a:pt x="450849" y="1167109"/>
                  </a:lnTo>
                  <a:lnTo>
                    <a:pt x="453312" y="1167109"/>
                  </a:lnTo>
                  <a:lnTo>
                    <a:pt x="455776" y="1167109"/>
                  </a:lnTo>
                  <a:lnTo>
                    <a:pt x="458240" y="1167109"/>
                  </a:lnTo>
                  <a:lnTo>
                    <a:pt x="460703" y="1167109"/>
                  </a:lnTo>
                  <a:lnTo>
                    <a:pt x="463167" y="1167109"/>
                  </a:lnTo>
                  <a:lnTo>
                    <a:pt x="465631" y="1167109"/>
                  </a:lnTo>
                  <a:lnTo>
                    <a:pt x="468094" y="1167109"/>
                  </a:lnTo>
                  <a:lnTo>
                    <a:pt x="470558" y="1167109"/>
                  </a:lnTo>
                  <a:lnTo>
                    <a:pt x="473022" y="1167109"/>
                  </a:lnTo>
                  <a:lnTo>
                    <a:pt x="475485" y="1167109"/>
                  </a:lnTo>
                  <a:lnTo>
                    <a:pt x="477949" y="1167109"/>
                  </a:lnTo>
                  <a:lnTo>
                    <a:pt x="480413" y="1167109"/>
                  </a:lnTo>
                  <a:lnTo>
                    <a:pt x="482876" y="1167109"/>
                  </a:lnTo>
                  <a:lnTo>
                    <a:pt x="485340" y="1167109"/>
                  </a:lnTo>
                  <a:lnTo>
                    <a:pt x="487804" y="1167109"/>
                  </a:lnTo>
                  <a:lnTo>
                    <a:pt x="490267" y="1167109"/>
                  </a:lnTo>
                  <a:lnTo>
                    <a:pt x="492731" y="1167109"/>
                  </a:lnTo>
                  <a:lnTo>
                    <a:pt x="495195" y="1167109"/>
                  </a:lnTo>
                  <a:lnTo>
                    <a:pt x="497658" y="1167109"/>
                  </a:lnTo>
                  <a:lnTo>
                    <a:pt x="500122" y="1167109"/>
                  </a:lnTo>
                  <a:lnTo>
                    <a:pt x="502586" y="1167109"/>
                  </a:lnTo>
                  <a:lnTo>
                    <a:pt x="505049" y="1167109"/>
                  </a:lnTo>
                  <a:lnTo>
                    <a:pt x="507513" y="1167109"/>
                  </a:lnTo>
                  <a:lnTo>
                    <a:pt x="509977" y="1167109"/>
                  </a:lnTo>
                  <a:lnTo>
                    <a:pt x="512440" y="1167109"/>
                  </a:lnTo>
                  <a:lnTo>
                    <a:pt x="514904" y="1167109"/>
                  </a:lnTo>
                  <a:lnTo>
                    <a:pt x="517368" y="1167109"/>
                  </a:lnTo>
                  <a:lnTo>
                    <a:pt x="519831" y="1167109"/>
                  </a:lnTo>
                  <a:lnTo>
                    <a:pt x="522295" y="1167109"/>
                  </a:lnTo>
                  <a:lnTo>
                    <a:pt x="524759" y="1167109"/>
                  </a:lnTo>
                  <a:lnTo>
                    <a:pt x="527222" y="1167109"/>
                  </a:lnTo>
                  <a:lnTo>
                    <a:pt x="529686" y="1167109"/>
                  </a:lnTo>
                  <a:lnTo>
                    <a:pt x="532150" y="1167109"/>
                  </a:lnTo>
                  <a:lnTo>
                    <a:pt x="534613" y="1167109"/>
                  </a:lnTo>
                  <a:lnTo>
                    <a:pt x="537077" y="1167109"/>
                  </a:lnTo>
                  <a:lnTo>
                    <a:pt x="539541" y="1167109"/>
                  </a:lnTo>
                  <a:lnTo>
                    <a:pt x="542004" y="1167109"/>
                  </a:lnTo>
                  <a:lnTo>
                    <a:pt x="544468" y="1167109"/>
                  </a:lnTo>
                  <a:lnTo>
                    <a:pt x="546931" y="1167109"/>
                  </a:lnTo>
                  <a:lnTo>
                    <a:pt x="549395" y="1167109"/>
                  </a:lnTo>
                  <a:lnTo>
                    <a:pt x="551859" y="1167109"/>
                  </a:lnTo>
                  <a:lnTo>
                    <a:pt x="554322" y="1167109"/>
                  </a:lnTo>
                  <a:lnTo>
                    <a:pt x="556786" y="1167109"/>
                  </a:lnTo>
                  <a:lnTo>
                    <a:pt x="559250" y="1167109"/>
                  </a:lnTo>
                  <a:lnTo>
                    <a:pt x="561713" y="1167109"/>
                  </a:lnTo>
                  <a:lnTo>
                    <a:pt x="564177" y="1167109"/>
                  </a:lnTo>
                  <a:lnTo>
                    <a:pt x="566641" y="1167109"/>
                  </a:lnTo>
                  <a:lnTo>
                    <a:pt x="569104" y="1167109"/>
                  </a:lnTo>
                  <a:lnTo>
                    <a:pt x="571568" y="1167109"/>
                  </a:lnTo>
                  <a:lnTo>
                    <a:pt x="574032" y="1167109"/>
                  </a:lnTo>
                  <a:lnTo>
                    <a:pt x="576495" y="1167109"/>
                  </a:lnTo>
                  <a:lnTo>
                    <a:pt x="578959" y="1167109"/>
                  </a:lnTo>
                  <a:lnTo>
                    <a:pt x="581423" y="1167109"/>
                  </a:lnTo>
                  <a:lnTo>
                    <a:pt x="583886" y="1167109"/>
                  </a:lnTo>
                  <a:lnTo>
                    <a:pt x="586350" y="1167109"/>
                  </a:lnTo>
                  <a:lnTo>
                    <a:pt x="588814" y="1167109"/>
                  </a:lnTo>
                  <a:lnTo>
                    <a:pt x="591277" y="1167109"/>
                  </a:lnTo>
                  <a:lnTo>
                    <a:pt x="593741" y="1167109"/>
                  </a:lnTo>
                  <a:lnTo>
                    <a:pt x="596205" y="1167109"/>
                  </a:lnTo>
                  <a:lnTo>
                    <a:pt x="598668" y="1167109"/>
                  </a:lnTo>
                  <a:lnTo>
                    <a:pt x="601132" y="1167109"/>
                  </a:lnTo>
                  <a:lnTo>
                    <a:pt x="603596" y="1167109"/>
                  </a:lnTo>
                  <a:lnTo>
                    <a:pt x="606059" y="1167109"/>
                  </a:lnTo>
                  <a:lnTo>
                    <a:pt x="608523" y="1167109"/>
                  </a:lnTo>
                  <a:lnTo>
                    <a:pt x="610987" y="1167109"/>
                  </a:lnTo>
                  <a:lnTo>
                    <a:pt x="613450" y="1167109"/>
                  </a:lnTo>
                  <a:lnTo>
                    <a:pt x="615914" y="1167109"/>
                  </a:lnTo>
                  <a:lnTo>
                    <a:pt x="618378" y="1167109"/>
                  </a:lnTo>
                  <a:lnTo>
                    <a:pt x="620841" y="1167109"/>
                  </a:lnTo>
                  <a:lnTo>
                    <a:pt x="623305" y="1167109"/>
                  </a:lnTo>
                  <a:lnTo>
                    <a:pt x="625769" y="1167109"/>
                  </a:lnTo>
                  <a:lnTo>
                    <a:pt x="628232" y="1167109"/>
                  </a:lnTo>
                  <a:lnTo>
                    <a:pt x="630696" y="1167109"/>
                  </a:lnTo>
                  <a:lnTo>
                    <a:pt x="633159" y="1167109"/>
                  </a:lnTo>
                  <a:lnTo>
                    <a:pt x="635623" y="1167109"/>
                  </a:lnTo>
                  <a:lnTo>
                    <a:pt x="638087" y="1167109"/>
                  </a:lnTo>
                  <a:lnTo>
                    <a:pt x="640550" y="1167109"/>
                  </a:lnTo>
                  <a:lnTo>
                    <a:pt x="643014" y="1167109"/>
                  </a:lnTo>
                  <a:lnTo>
                    <a:pt x="645478" y="1167109"/>
                  </a:lnTo>
                  <a:lnTo>
                    <a:pt x="647941" y="1167109"/>
                  </a:lnTo>
                  <a:lnTo>
                    <a:pt x="650405" y="1167109"/>
                  </a:lnTo>
                  <a:lnTo>
                    <a:pt x="652869" y="1167109"/>
                  </a:lnTo>
                  <a:lnTo>
                    <a:pt x="655332" y="1167109"/>
                  </a:lnTo>
                  <a:lnTo>
                    <a:pt x="657796" y="1167109"/>
                  </a:lnTo>
                  <a:lnTo>
                    <a:pt x="660260" y="1167109"/>
                  </a:lnTo>
                  <a:lnTo>
                    <a:pt x="662723" y="1167109"/>
                  </a:lnTo>
                  <a:lnTo>
                    <a:pt x="665187" y="1167109"/>
                  </a:lnTo>
                  <a:lnTo>
                    <a:pt x="667651" y="1167109"/>
                  </a:lnTo>
                  <a:lnTo>
                    <a:pt x="670114" y="1167109"/>
                  </a:lnTo>
                  <a:lnTo>
                    <a:pt x="672578" y="1167109"/>
                  </a:lnTo>
                  <a:lnTo>
                    <a:pt x="675042" y="1167109"/>
                  </a:lnTo>
                  <a:lnTo>
                    <a:pt x="677505" y="1167109"/>
                  </a:lnTo>
                  <a:lnTo>
                    <a:pt x="679969" y="1167109"/>
                  </a:lnTo>
                  <a:lnTo>
                    <a:pt x="682433" y="1167109"/>
                  </a:lnTo>
                  <a:lnTo>
                    <a:pt x="684896" y="1167109"/>
                  </a:lnTo>
                  <a:lnTo>
                    <a:pt x="687360" y="1167109"/>
                  </a:lnTo>
                  <a:lnTo>
                    <a:pt x="689824" y="1167109"/>
                  </a:lnTo>
                  <a:lnTo>
                    <a:pt x="692287" y="1167109"/>
                  </a:lnTo>
                  <a:lnTo>
                    <a:pt x="694751" y="1167109"/>
                  </a:lnTo>
                  <a:lnTo>
                    <a:pt x="697215" y="1167109"/>
                  </a:lnTo>
                  <a:lnTo>
                    <a:pt x="699678" y="1167109"/>
                  </a:lnTo>
                  <a:lnTo>
                    <a:pt x="702142" y="1167109"/>
                  </a:lnTo>
                  <a:lnTo>
                    <a:pt x="704606" y="1167109"/>
                  </a:lnTo>
                  <a:lnTo>
                    <a:pt x="707069" y="1167109"/>
                  </a:lnTo>
                  <a:lnTo>
                    <a:pt x="709533" y="1167109"/>
                  </a:lnTo>
                  <a:lnTo>
                    <a:pt x="711997" y="1167109"/>
                  </a:lnTo>
                  <a:lnTo>
                    <a:pt x="714460" y="1167109"/>
                  </a:lnTo>
                  <a:lnTo>
                    <a:pt x="716924" y="1167109"/>
                  </a:lnTo>
                  <a:lnTo>
                    <a:pt x="719388" y="1167109"/>
                  </a:lnTo>
                  <a:lnTo>
                    <a:pt x="721851" y="1167109"/>
                  </a:lnTo>
                  <a:lnTo>
                    <a:pt x="724315" y="1167109"/>
                  </a:lnTo>
                  <a:lnTo>
                    <a:pt x="726778" y="1167109"/>
                  </a:lnTo>
                  <a:lnTo>
                    <a:pt x="729242" y="1167109"/>
                  </a:lnTo>
                  <a:lnTo>
                    <a:pt x="731706" y="1167109"/>
                  </a:lnTo>
                  <a:lnTo>
                    <a:pt x="734169" y="1167109"/>
                  </a:lnTo>
                  <a:lnTo>
                    <a:pt x="736633" y="1167109"/>
                  </a:lnTo>
                  <a:lnTo>
                    <a:pt x="739097" y="1167109"/>
                  </a:lnTo>
                  <a:lnTo>
                    <a:pt x="741560" y="1167109"/>
                  </a:lnTo>
                  <a:lnTo>
                    <a:pt x="744024" y="1167109"/>
                  </a:lnTo>
                  <a:lnTo>
                    <a:pt x="746488" y="1167109"/>
                  </a:lnTo>
                  <a:lnTo>
                    <a:pt x="748951" y="1167109"/>
                  </a:lnTo>
                  <a:lnTo>
                    <a:pt x="751415" y="1167109"/>
                  </a:lnTo>
                  <a:lnTo>
                    <a:pt x="753879" y="1167109"/>
                  </a:lnTo>
                  <a:lnTo>
                    <a:pt x="756342" y="1167109"/>
                  </a:lnTo>
                  <a:lnTo>
                    <a:pt x="758806" y="1167109"/>
                  </a:lnTo>
                  <a:lnTo>
                    <a:pt x="761270" y="1167109"/>
                  </a:lnTo>
                  <a:lnTo>
                    <a:pt x="763733" y="1167109"/>
                  </a:lnTo>
                  <a:lnTo>
                    <a:pt x="766197" y="1167109"/>
                  </a:lnTo>
                  <a:lnTo>
                    <a:pt x="768661" y="1167109"/>
                  </a:lnTo>
                  <a:lnTo>
                    <a:pt x="771124" y="1167109"/>
                  </a:lnTo>
                  <a:lnTo>
                    <a:pt x="773588" y="1167109"/>
                  </a:lnTo>
                  <a:lnTo>
                    <a:pt x="776052" y="1167109"/>
                  </a:lnTo>
                  <a:lnTo>
                    <a:pt x="778515" y="1167109"/>
                  </a:lnTo>
                  <a:lnTo>
                    <a:pt x="780979" y="1167109"/>
                  </a:lnTo>
                  <a:lnTo>
                    <a:pt x="783443" y="1167109"/>
                  </a:lnTo>
                  <a:lnTo>
                    <a:pt x="785906" y="1167109"/>
                  </a:lnTo>
                  <a:lnTo>
                    <a:pt x="788370" y="1167109"/>
                  </a:lnTo>
                  <a:lnTo>
                    <a:pt x="790834" y="1167109"/>
                  </a:lnTo>
                  <a:lnTo>
                    <a:pt x="793297" y="1167109"/>
                  </a:lnTo>
                  <a:lnTo>
                    <a:pt x="795761" y="1167109"/>
                  </a:lnTo>
                  <a:lnTo>
                    <a:pt x="798225" y="1167109"/>
                  </a:lnTo>
                  <a:lnTo>
                    <a:pt x="800688" y="1167109"/>
                  </a:lnTo>
                  <a:lnTo>
                    <a:pt x="803152" y="1167109"/>
                  </a:lnTo>
                  <a:lnTo>
                    <a:pt x="805616" y="1167109"/>
                  </a:lnTo>
                  <a:lnTo>
                    <a:pt x="808079" y="1167109"/>
                  </a:lnTo>
                  <a:lnTo>
                    <a:pt x="810543" y="1167109"/>
                  </a:lnTo>
                  <a:lnTo>
                    <a:pt x="813006" y="1167109"/>
                  </a:lnTo>
                  <a:lnTo>
                    <a:pt x="815470" y="1167109"/>
                  </a:lnTo>
                  <a:lnTo>
                    <a:pt x="817934" y="1167109"/>
                  </a:lnTo>
                  <a:lnTo>
                    <a:pt x="820397" y="1167109"/>
                  </a:lnTo>
                  <a:lnTo>
                    <a:pt x="822861" y="1167109"/>
                  </a:lnTo>
                  <a:lnTo>
                    <a:pt x="825325" y="1167109"/>
                  </a:lnTo>
                  <a:lnTo>
                    <a:pt x="827788" y="1167109"/>
                  </a:lnTo>
                  <a:lnTo>
                    <a:pt x="830252" y="1167109"/>
                  </a:lnTo>
                  <a:lnTo>
                    <a:pt x="832716" y="1167109"/>
                  </a:lnTo>
                  <a:lnTo>
                    <a:pt x="835179" y="1167109"/>
                  </a:lnTo>
                  <a:lnTo>
                    <a:pt x="837643" y="1167109"/>
                  </a:lnTo>
                  <a:lnTo>
                    <a:pt x="840107" y="1167109"/>
                  </a:lnTo>
                  <a:lnTo>
                    <a:pt x="842570" y="1167109"/>
                  </a:lnTo>
                  <a:lnTo>
                    <a:pt x="845034" y="1167109"/>
                  </a:lnTo>
                  <a:lnTo>
                    <a:pt x="847498" y="1167109"/>
                  </a:lnTo>
                  <a:lnTo>
                    <a:pt x="849961" y="1167109"/>
                  </a:lnTo>
                  <a:lnTo>
                    <a:pt x="852425" y="1167109"/>
                  </a:lnTo>
                  <a:lnTo>
                    <a:pt x="854889" y="1167109"/>
                  </a:lnTo>
                  <a:lnTo>
                    <a:pt x="857352" y="1167109"/>
                  </a:lnTo>
                  <a:lnTo>
                    <a:pt x="859816" y="1167109"/>
                  </a:lnTo>
                  <a:lnTo>
                    <a:pt x="862280" y="1167109"/>
                  </a:lnTo>
                  <a:lnTo>
                    <a:pt x="864743" y="1167109"/>
                  </a:lnTo>
                  <a:lnTo>
                    <a:pt x="867207" y="1167109"/>
                  </a:lnTo>
                  <a:lnTo>
                    <a:pt x="869671" y="1167109"/>
                  </a:lnTo>
                  <a:lnTo>
                    <a:pt x="872134" y="1167109"/>
                  </a:lnTo>
                  <a:lnTo>
                    <a:pt x="874598" y="1167109"/>
                  </a:lnTo>
                  <a:lnTo>
                    <a:pt x="877062" y="1167109"/>
                  </a:lnTo>
                  <a:lnTo>
                    <a:pt x="879525" y="1167109"/>
                  </a:lnTo>
                  <a:lnTo>
                    <a:pt x="881989" y="1167109"/>
                  </a:lnTo>
                  <a:lnTo>
                    <a:pt x="884453" y="1167109"/>
                  </a:lnTo>
                  <a:lnTo>
                    <a:pt x="886916" y="1167109"/>
                  </a:lnTo>
                  <a:lnTo>
                    <a:pt x="889380" y="1167109"/>
                  </a:lnTo>
                  <a:lnTo>
                    <a:pt x="891844" y="1167109"/>
                  </a:lnTo>
                  <a:lnTo>
                    <a:pt x="894307" y="1167109"/>
                  </a:lnTo>
                  <a:lnTo>
                    <a:pt x="896771" y="1167109"/>
                  </a:lnTo>
                  <a:lnTo>
                    <a:pt x="899235" y="1167109"/>
                  </a:lnTo>
                  <a:lnTo>
                    <a:pt x="901698" y="1167109"/>
                  </a:lnTo>
                  <a:lnTo>
                    <a:pt x="904162" y="1167109"/>
                  </a:lnTo>
                  <a:lnTo>
                    <a:pt x="906625" y="1167109"/>
                  </a:lnTo>
                  <a:lnTo>
                    <a:pt x="909089" y="1167109"/>
                  </a:lnTo>
                  <a:lnTo>
                    <a:pt x="911553" y="1167109"/>
                  </a:lnTo>
                  <a:lnTo>
                    <a:pt x="914016" y="1167109"/>
                  </a:lnTo>
                  <a:lnTo>
                    <a:pt x="916480" y="1167109"/>
                  </a:lnTo>
                  <a:lnTo>
                    <a:pt x="918944" y="1167109"/>
                  </a:lnTo>
                  <a:lnTo>
                    <a:pt x="921407" y="1167109"/>
                  </a:lnTo>
                  <a:lnTo>
                    <a:pt x="923871" y="1167109"/>
                  </a:lnTo>
                  <a:lnTo>
                    <a:pt x="926335" y="1167109"/>
                  </a:lnTo>
                  <a:lnTo>
                    <a:pt x="928798" y="1167109"/>
                  </a:lnTo>
                  <a:lnTo>
                    <a:pt x="931262" y="1167109"/>
                  </a:lnTo>
                  <a:lnTo>
                    <a:pt x="933726" y="1167109"/>
                  </a:lnTo>
                  <a:lnTo>
                    <a:pt x="936189" y="1167109"/>
                  </a:lnTo>
                  <a:lnTo>
                    <a:pt x="938653" y="1167109"/>
                  </a:lnTo>
                  <a:lnTo>
                    <a:pt x="941117" y="1167109"/>
                  </a:lnTo>
                  <a:lnTo>
                    <a:pt x="943580" y="1167109"/>
                  </a:lnTo>
                  <a:lnTo>
                    <a:pt x="946044" y="1167109"/>
                  </a:lnTo>
                  <a:lnTo>
                    <a:pt x="948508" y="1167109"/>
                  </a:lnTo>
                  <a:lnTo>
                    <a:pt x="950971" y="1167109"/>
                  </a:lnTo>
                  <a:lnTo>
                    <a:pt x="953435" y="1167109"/>
                  </a:lnTo>
                  <a:lnTo>
                    <a:pt x="955899" y="1167109"/>
                  </a:lnTo>
                  <a:lnTo>
                    <a:pt x="958362" y="1167109"/>
                  </a:lnTo>
                  <a:lnTo>
                    <a:pt x="960826" y="1167109"/>
                  </a:lnTo>
                  <a:lnTo>
                    <a:pt x="963290" y="1167109"/>
                  </a:lnTo>
                  <a:lnTo>
                    <a:pt x="965753" y="1167109"/>
                  </a:lnTo>
                  <a:lnTo>
                    <a:pt x="968217" y="1167109"/>
                  </a:lnTo>
                  <a:lnTo>
                    <a:pt x="970681" y="1167109"/>
                  </a:lnTo>
                  <a:lnTo>
                    <a:pt x="973144" y="1167109"/>
                  </a:lnTo>
                  <a:lnTo>
                    <a:pt x="975608" y="1167109"/>
                  </a:lnTo>
                  <a:lnTo>
                    <a:pt x="978072" y="1167109"/>
                  </a:lnTo>
                  <a:lnTo>
                    <a:pt x="980535" y="1167109"/>
                  </a:lnTo>
                  <a:lnTo>
                    <a:pt x="982999" y="1167109"/>
                  </a:lnTo>
                  <a:lnTo>
                    <a:pt x="985463" y="1167109"/>
                  </a:lnTo>
                  <a:lnTo>
                    <a:pt x="987926" y="1167109"/>
                  </a:lnTo>
                  <a:lnTo>
                    <a:pt x="990390" y="1167109"/>
                  </a:lnTo>
                  <a:lnTo>
                    <a:pt x="992853" y="1167109"/>
                  </a:lnTo>
                  <a:lnTo>
                    <a:pt x="995317" y="1167109"/>
                  </a:lnTo>
                  <a:lnTo>
                    <a:pt x="997781" y="1167109"/>
                  </a:lnTo>
                  <a:lnTo>
                    <a:pt x="1000244" y="1167109"/>
                  </a:lnTo>
                  <a:lnTo>
                    <a:pt x="1002708" y="1167109"/>
                  </a:lnTo>
                  <a:lnTo>
                    <a:pt x="1005172" y="1167109"/>
                  </a:lnTo>
                  <a:lnTo>
                    <a:pt x="1007635" y="1167109"/>
                  </a:lnTo>
                  <a:lnTo>
                    <a:pt x="1010099" y="1167109"/>
                  </a:lnTo>
                  <a:lnTo>
                    <a:pt x="1012563" y="1167109"/>
                  </a:lnTo>
                  <a:lnTo>
                    <a:pt x="1015026" y="1167109"/>
                  </a:lnTo>
                  <a:lnTo>
                    <a:pt x="1017490" y="1167109"/>
                  </a:lnTo>
                  <a:lnTo>
                    <a:pt x="1019954" y="1167109"/>
                  </a:lnTo>
                  <a:lnTo>
                    <a:pt x="1022417" y="1167109"/>
                  </a:lnTo>
                  <a:lnTo>
                    <a:pt x="1024881" y="1167109"/>
                  </a:lnTo>
                  <a:lnTo>
                    <a:pt x="1027345" y="1167109"/>
                  </a:lnTo>
                  <a:lnTo>
                    <a:pt x="1029808" y="1167109"/>
                  </a:lnTo>
                  <a:lnTo>
                    <a:pt x="1032272" y="1167109"/>
                  </a:lnTo>
                  <a:lnTo>
                    <a:pt x="1034736" y="1167109"/>
                  </a:lnTo>
                  <a:lnTo>
                    <a:pt x="1037199" y="1167109"/>
                  </a:lnTo>
                  <a:lnTo>
                    <a:pt x="1039663" y="1167109"/>
                  </a:lnTo>
                  <a:lnTo>
                    <a:pt x="1042127" y="1167109"/>
                  </a:lnTo>
                  <a:lnTo>
                    <a:pt x="1044590" y="1167109"/>
                  </a:lnTo>
                  <a:lnTo>
                    <a:pt x="1047054" y="1167109"/>
                  </a:lnTo>
                  <a:lnTo>
                    <a:pt x="1049518" y="1167109"/>
                  </a:lnTo>
                  <a:lnTo>
                    <a:pt x="1051981" y="1167109"/>
                  </a:lnTo>
                  <a:lnTo>
                    <a:pt x="1054445" y="1167109"/>
                  </a:lnTo>
                  <a:lnTo>
                    <a:pt x="1056909" y="1167109"/>
                  </a:lnTo>
                  <a:lnTo>
                    <a:pt x="1059372" y="1167109"/>
                  </a:lnTo>
                  <a:lnTo>
                    <a:pt x="1061836" y="1167109"/>
                  </a:lnTo>
                  <a:lnTo>
                    <a:pt x="1064300" y="1167109"/>
                  </a:lnTo>
                  <a:lnTo>
                    <a:pt x="1066763" y="1167109"/>
                  </a:lnTo>
                  <a:lnTo>
                    <a:pt x="1069227" y="1167109"/>
                  </a:lnTo>
                  <a:lnTo>
                    <a:pt x="1071691" y="1167109"/>
                  </a:lnTo>
                  <a:lnTo>
                    <a:pt x="1074154" y="1167109"/>
                  </a:lnTo>
                  <a:lnTo>
                    <a:pt x="1076618" y="1167109"/>
                  </a:lnTo>
                  <a:lnTo>
                    <a:pt x="1079082" y="1167109"/>
                  </a:lnTo>
                  <a:lnTo>
                    <a:pt x="1081545" y="1167109"/>
                  </a:lnTo>
                  <a:lnTo>
                    <a:pt x="1084009" y="1167109"/>
                  </a:lnTo>
                  <a:lnTo>
                    <a:pt x="1086472" y="1167109"/>
                  </a:lnTo>
                  <a:lnTo>
                    <a:pt x="1088936" y="1167109"/>
                  </a:lnTo>
                  <a:lnTo>
                    <a:pt x="1091400" y="1167109"/>
                  </a:lnTo>
                  <a:lnTo>
                    <a:pt x="1093863" y="1167109"/>
                  </a:lnTo>
                  <a:lnTo>
                    <a:pt x="1096327" y="1167109"/>
                  </a:lnTo>
                  <a:lnTo>
                    <a:pt x="1098791" y="1167109"/>
                  </a:lnTo>
                  <a:lnTo>
                    <a:pt x="1101254" y="1167109"/>
                  </a:lnTo>
                  <a:lnTo>
                    <a:pt x="1103718" y="1167109"/>
                  </a:lnTo>
                  <a:lnTo>
                    <a:pt x="1106182" y="1167109"/>
                  </a:lnTo>
                  <a:lnTo>
                    <a:pt x="1108645" y="1167109"/>
                  </a:lnTo>
                  <a:lnTo>
                    <a:pt x="1111109" y="1167109"/>
                  </a:lnTo>
                  <a:lnTo>
                    <a:pt x="1113573" y="1167109"/>
                  </a:lnTo>
                  <a:lnTo>
                    <a:pt x="1116036" y="1167109"/>
                  </a:lnTo>
                  <a:lnTo>
                    <a:pt x="1118500" y="1167109"/>
                  </a:lnTo>
                  <a:lnTo>
                    <a:pt x="1120964" y="1167109"/>
                  </a:lnTo>
                  <a:lnTo>
                    <a:pt x="1123427" y="1167109"/>
                  </a:lnTo>
                  <a:lnTo>
                    <a:pt x="1125891" y="1167109"/>
                  </a:lnTo>
                  <a:lnTo>
                    <a:pt x="1128355" y="1167109"/>
                  </a:lnTo>
                  <a:lnTo>
                    <a:pt x="1130818" y="1167109"/>
                  </a:lnTo>
                  <a:lnTo>
                    <a:pt x="1133282" y="1167109"/>
                  </a:lnTo>
                  <a:lnTo>
                    <a:pt x="1135746" y="1167109"/>
                  </a:lnTo>
                  <a:lnTo>
                    <a:pt x="1138209" y="1167109"/>
                  </a:lnTo>
                  <a:lnTo>
                    <a:pt x="1140673" y="1167109"/>
                  </a:lnTo>
                  <a:lnTo>
                    <a:pt x="1143137" y="1167109"/>
                  </a:lnTo>
                  <a:lnTo>
                    <a:pt x="1145600" y="1167109"/>
                  </a:lnTo>
                  <a:lnTo>
                    <a:pt x="1148064" y="1167109"/>
                  </a:lnTo>
                  <a:lnTo>
                    <a:pt x="1150528" y="1167109"/>
                  </a:lnTo>
                  <a:lnTo>
                    <a:pt x="1152991" y="1167109"/>
                  </a:lnTo>
                  <a:lnTo>
                    <a:pt x="1155455" y="1167109"/>
                  </a:lnTo>
                  <a:lnTo>
                    <a:pt x="1157919" y="1167109"/>
                  </a:lnTo>
                  <a:lnTo>
                    <a:pt x="1160382" y="1167109"/>
                  </a:lnTo>
                  <a:lnTo>
                    <a:pt x="1162846" y="1167109"/>
                  </a:lnTo>
                  <a:lnTo>
                    <a:pt x="1165310" y="1167109"/>
                  </a:lnTo>
                  <a:lnTo>
                    <a:pt x="1167773" y="1167109"/>
                  </a:lnTo>
                  <a:lnTo>
                    <a:pt x="1170237" y="1167109"/>
                  </a:lnTo>
                  <a:lnTo>
                    <a:pt x="1172701" y="1167109"/>
                  </a:lnTo>
                  <a:lnTo>
                    <a:pt x="1175164" y="1167109"/>
                  </a:lnTo>
                  <a:lnTo>
                    <a:pt x="1177628" y="1167109"/>
                  </a:lnTo>
                  <a:lnTo>
                    <a:pt x="1180091" y="1167109"/>
                  </a:lnTo>
                  <a:lnTo>
                    <a:pt x="1182555" y="1167109"/>
                  </a:lnTo>
                  <a:lnTo>
                    <a:pt x="1185019" y="1167109"/>
                  </a:lnTo>
                  <a:lnTo>
                    <a:pt x="1187482" y="1167109"/>
                  </a:lnTo>
                  <a:lnTo>
                    <a:pt x="1189946" y="1167109"/>
                  </a:lnTo>
                  <a:lnTo>
                    <a:pt x="1192410" y="1167109"/>
                  </a:lnTo>
                  <a:lnTo>
                    <a:pt x="1194873" y="1167109"/>
                  </a:lnTo>
                  <a:lnTo>
                    <a:pt x="1197337" y="1167109"/>
                  </a:lnTo>
                  <a:lnTo>
                    <a:pt x="1199801" y="1167109"/>
                  </a:lnTo>
                  <a:lnTo>
                    <a:pt x="1202264" y="1167109"/>
                  </a:lnTo>
                  <a:lnTo>
                    <a:pt x="1204728" y="1167109"/>
                  </a:lnTo>
                  <a:lnTo>
                    <a:pt x="1207192" y="1167109"/>
                  </a:lnTo>
                  <a:lnTo>
                    <a:pt x="1209655" y="1167109"/>
                  </a:lnTo>
                  <a:lnTo>
                    <a:pt x="1212119" y="1167109"/>
                  </a:lnTo>
                  <a:lnTo>
                    <a:pt x="1214583" y="1167109"/>
                  </a:lnTo>
                  <a:lnTo>
                    <a:pt x="1217046" y="1167109"/>
                  </a:lnTo>
                  <a:lnTo>
                    <a:pt x="1219510" y="1167109"/>
                  </a:lnTo>
                  <a:lnTo>
                    <a:pt x="1221974" y="1167109"/>
                  </a:lnTo>
                  <a:lnTo>
                    <a:pt x="1224437" y="1167109"/>
                  </a:lnTo>
                  <a:lnTo>
                    <a:pt x="1226901" y="1167109"/>
                  </a:lnTo>
                  <a:lnTo>
                    <a:pt x="1229365" y="1167109"/>
                  </a:lnTo>
                  <a:lnTo>
                    <a:pt x="1231828" y="1167109"/>
                  </a:lnTo>
                  <a:lnTo>
                    <a:pt x="1234292" y="1167109"/>
                  </a:lnTo>
                  <a:lnTo>
                    <a:pt x="1236756" y="1167109"/>
                  </a:lnTo>
                  <a:lnTo>
                    <a:pt x="1239219" y="1167109"/>
                  </a:lnTo>
                  <a:lnTo>
                    <a:pt x="1241683" y="1167109"/>
                  </a:lnTo>
                  <a:lnTo>
                    <a:pt x="1244147" y="1167109"/>
                  </a:lnTo>
                  <a:lnTo>
                    <a:pt x="1246610" y="1167109"/>
                  </a:lnTo>
                  <a:lnTo>
                    <a:pt x="1249074" y="1167109"/>
                  </a:lnTo>
                  <a:lnTo>
                    <a:pt x="1251538" y="1167109"/>
                  </a:lnTo>
                  <a:lnTo>
                    <a:pt x="1254001" y="1167109"/>
                  </a:lnTo>
                  <a:lnTo>
                    <a:pt x="1256465" y="1167109"/>
                  </a:lnTo>
                  <a:lnTo>
                    <a:pt x="1258929" y="1167109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957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79"/>
                  </a:lnTo>
                  <a:lnTo>
                    <a:pt x="24636" y="1188079"/>
                  </a:lnTo>
                  <a:lnTo>
                    <a:pt x="27100" y="1188079"/>
                  </a:lnTo>
                  <a:lnTo>
                    <a:pt x="29563" y="1188078"/>
                  </a:lnTo>
                  <a:lnTo>
                    <a:pt x="32027" y="1188077"/>
                  </a:lnTo>
                  <a:lnTo>
                    <a:pt x="34491" y="1188075"/>
                  </a:lnTo>
                  <a:lnTo>
                    <a:pt x="36954" y="1188072"/>
                  </a:lnTo>
                  <a:lnTo>
                    <a:pt x="39418" y="1188068"/>
                  </a:lnTo>
                  <a:lnTo>
                    <a:pt x="41882" y="1188062"/>
                  </a:lnTo>
                  <a:lnTo>
                    <a:pt x="44345" y="1188052"/>
                  </a:lnTo>
                  <a:lnTo>
                    <a:pt x="46809" y="1188038"/>
                  </a:lnTo>
                  <a:lnTo>
                    <a:pt x="49273" y="1188017"/>
                  </a:lnTo>
                  <a:lnTo>
                    <a:pt x="51736" y="1187988"/>
                  </a:lnTo>
                  <a:lnTo>
                    <a:pt x="54200" y="1187945"/>
                  </a:lnTo>
                  <a:lnTo>
                    <a:pt x="56664" y="1187885"/>
                  </a:lnTo>
                  <a:lnTo>
                    <a:pt x="59127" y="1187802"/>
                  </a:lnTo>
                  <a:lnTo>
                    <a:pt x="61591" y="1187689"/>
                  </a:lnTo>
                  <a:lnTo>
                    <a:pt x="64055" y="1187539"/>
                  </a:lnTo>
                  <a:lnTo>
                    <a:pt x="66518" y="1187342"/>
                  </a:lnTo>
                  <a:lnTo>
                    <a:pt x="68982" y="1187086"/>
                  </a:lnTo>
                  <a:lnTo>
                    <a:pt x="71446" y="1186760"/>
                  </a:lnTo>
                  <a:lnTo>
                    <a:pt x="73909" y="1186336"/>
                  </a:lnTo>
                  <a:lnTo>
                    <a:pt x="76373" y="1185802"/>
                  </a:lnTo>
                  <a:lnTo>
                    <a:pt x="78837" y="1185144"/>
                  </a:lnTo>
                  <a:lnTo>
                    <a:pt x="81300" y="1184345"/>
                  </a:lnTo>
                  <a:lnTo>
                    <a:pt x="83764" y="1183388"/>
                  </a:lnTo>
                  <a:lnTo>
                    <a:pt x="86228" y="1182256"/>
                  </a:lnTo>
                  <a:lnTo>
                    <a:pt x="88691" y="1180934"/>
                  </a:lnTo>
                  <a:lnTo>
                    <a:pt x="91155" y="1179408"/>
                  </a:lnTo>
                  <a:lnTo>
                    <a:pt x="93618" y="1177655"/>
                  </a:lnTo>
                  <a:lnTo>
                    <a:pt x="96082" y="1175654"/>
                  </a:lnTo>
                  <a:lnTo>
                    <a:pt x="98546" y="1173422"/>
                  </a:lnTo>
                  <a:lnTo>
                    <a:pt x="101009" y="1170958"/>
                  </a:lnTo>
                  <a:lnTo>
                    <a:pt x="103473" y="1168262"/>
                  </a:lnTo>
                  <a:lnTo>
                    <a:pt x="105937" y="1165336"/>
                  </a:lnTo>
                  <a:lnTo>
                    <a:pt x="108400" y="1162182"/>
                  </a:lnTo>
                  <a:lnTo>
                    <a:pt x="110864" y="1158805"/>
                  </a:lnTo>
                  <a:lnTo>
                    <a:pt x="113328" y="1155205"/>
                  </a:lnTo>
                  <a:lnTo>
                    <a:pt x="115791" y="1151351"/>
                  </a:lnTo>
                  <a:lnTo>
                    <a:pt x="118255" y="1147274"/>
                  </a:lnTo>
                  <a:lnTo>
                    <a:pt x="120719" y="1142973"/>
                  </a:lnTo>
                  <a:lnTo>
                    <a:pt x="123182" y="1138442"/>
                  </a:lnTo>
                  <a:lnTo>
                    <a:pt x="125646" y="1133677"/>
                  </a:lnTo>
                  <a:lnTo>
                    <a:pt x="128110" y="1128674"/>
                  </a:lnTo>
                  <a:lnTo>
                    <a:pt x="130573" y="1123430"/>
                  </a:lnTo>
                  <a:lnTo>
                    <a:pt x="133037" y="1117947"/>
                  </a:lnTo>
                  <a:lnTo>
                    <a:pt x="135501" y="1112209"/>
                  </a:lnTo>
                  <a:lnTo>
                    <a:pt x="137964" y="1106238"/>
                  </a:lnTo>
                  <a:lnTo>
                    <a:pt x="140428" y="1100070"/>
                  </a:lnTo>
                  <a:lnTo>
                    <a:pt x="142892" y="1093734"/>
                  </a:lnTo>
                  <a:lnTo>
                    <a:pt x="145355" y="1087264"/>
                  </a:lnTo>
                  <a:lnTo>
                    <a:pt x="147819" y="1080701"/>
                  </a:lnTo>
                  <a:lnTo>
                    <a:pt x="150283" y="1074089"/>
                  </a:lnTo>
                  <a:lnTo>
                    <a:pt x="152746" y="1067476"/>
                  </a:lnTo>
                  <a:lnTo>
                    <a:pt x="155210" y="1060915"/>
                  </a:lnTo>
                  <a:lnTo>
                    <a:pt x="157674" y="1054476"/>
                  </a:lnTo>
                  <a:lnTo>
                    <a:pt x="160137" y="1048200"/>
                  </a:lnTo>
                  <a:lnTo>
                    <a:pt x="162601" y="1042127"/>
                  </a:lnTo>
                  <a:lnTo>
                    <a:pt x="165065" y="1036297"/>
                  </a:lnTo>
                  <a:lnTo>
                    <a:pt x="167528" y="1030739"/>
                  </a:lnTo>
                  <a:lnTo>
                    <a:pt x="169992" y="1025480"/>
                  </a:lnTo>
                  <a:lnTo>
                    <a:pt x="172456" y="1020541"/>
                  </a:lnTo>
                  <a:lnTo>
                    <a:pt x="174919" y="1015933"/>
                  </a:lnTo>
                  <a:lnTo>
                    <a:pt x="177383" y="1011710"/>
                  </a:lnTo>
                  <a:lnTo>
                    <a:pt x="179847" y="1007834"/>
                  </a:lnTo>
                  <a:lnTo>
                    <a:pt x="182310" y="1004287"/>
                  </a:lnTo>
                  <a:lnTo>
                    <a:pt x="184774" y="1001052"/>
                  </a:lnTo>
                  <a:lnTo>
                    <a:pt x="187237" y="998105"/>
                  </a:lnTo>
                  <a:lnTo>
                    <a:pt x="189701" y="995416"/>
                  </a:lnTo>
                  <a:lnTo>
                    <a:pt x="192165" y="992943"/>
                  </a:lnTo>
                  <a:lnTo>
                    <a:pt x="194628" y="990638"/>
                  </a:lnTo>
                  <a:lnTo>
                    <a:pt x="197092" y="988447"/>
                  </a:lnTo>
                  <a:lnTo>
                    <a:pt x="199556" y="986281"/>
                  </a:lnTo>
                  <a:lnTo>
                    <a:pt x="202019" y="984050"/>
                  </a:lnTo>
                  <a:lnTo>
                    <a:pt x="204483" y="981668"/>
                  </a:lnTo>
                  <a:lnTo>
                    <a:pt x="206947" y="979041"/>
                  </a:lnTo>
                  <a:lnTo>
                    <a:pt x="209410" y="976075"/>
                  </a:lnTo>
                  <a:lnTo>
                    <a:pt x="211874" y="972671"/>
                  </a:lnTo>
                  <a:lnTo>
                    <a:pt x="214338" y="968735"/>
                  </a:lnTo>
                  <a:lnTo>
                    <a:pt x="216801" y="964167"/>
                  </a:lnTo>
                  <a:lnTo>
                    <a:pt x="219265" y="958772"/>
                  </a:lnTo>
                  <a:lnTo>
                    <a:pt x="221729" y="952577"/>
                  </a:lnTo>
                  <a:lnTo>
                    <a:pt x="224192" y="945528"/>
                  </a:lnTo>
                  <a:lnTo>
                    <a:pt x="226656" y="937588"/>
                  </a:lnTo>
                  <a:lnTo>
                    <a:pt x="229120" y="928730"/>
                  </a:lnTo>
                  <a:lnTo>
                    <a:pt x="231583" y="918941"/>
                  </a:lnTo>
                  <a:lnTo>
                    <a:pt x="234047" y="908217"/>
                  </a:lnTo>
                  <a:lnTo>
                    <a:pt x="236511" y="896560"/>
                  </a:lnTo>
                  <a:lnTo>
                    <a:pt x="238974" y="883870"/>
                  </a:lnTo>
                  <a:lnTo>
                    <a:pt x="241438" y="870194"/>
                  </a:lnTo>
                  <a:lnTo>
                    <a:pt x="243902" y="855552"/>
                  </a:lnTo>
                  <a:lnTo>
                    <a:pt x="246365" y="839899"/>
                  </a:lnTo>
                  <a:lnTo>
                    <a:pt x="248829" y="823163"/>
                  </a:lnTo>
                  <a:lnTo>
                    <a:pt x="251293" y="805247"/>
                  </a:lnTo>
                  <a:lnTo>
                    <a:pt x="253756" y="786026"/>
                  </a:lnTo>
                  <a:lnTo>
                    <a:pt x="256220" y="765348"/>
                  </a:lnTo>
                  <a:lnTo>
                    <a:pt x="258684" y="742947"/>
                  </a:lnTo>
                  <a:lnTo>
                    <a:pt x="261147" y="718476"/>
                  </a:lnTo>
                  <a:lnTo>
                    <a:pt x="263611" y="691917"/>
                  </a:lnTo>
                  <a:lnTo>
                    <a:pt x="266075" y="663095"/>
                  </a:lnTo>
                  <a:lnTo>
                    <a:pt x="268538" y="631862"/>
                  </a:lnTo>
                  <a:lnTo>
                    <a:pt x="271002" y="598117"/>
                  </a:lnTo>
                  <a:lnTo>
                    <a:pt x="273465" y="561816"/>
                  </a:lnTo>
                  <a:lnTo>
                    <a:pt x="275929" y="522986"/>
                  </a:lnTo>
                  <a:lnTo>
                    <a:pt x="278393" y="481741"/>
                  </a:lnTo>
                  <a:lnTo>
                    <a:pt x="280856" y="438037"/>
                  </a:lnTo>
                  <a:lnTo>
                    <a:pt x="283320" y="392604"/>
                  </a:lnTo>
                  <a:lnTo>
                    <a:pt x="285784" y="345971"/>
                  </a:lnTo>
                  <a:lnTo>
                    <a:pt x="288247" y="298759"/>
                  </a:lnTo>
                  <a:lnTo>
                    <a:pt x="290711" y="251698"/>
                  </a:lnTo>
                  <a:lnTo>
                    <a:pt x="293175" y="205620"/>
                  </a:lnTo>
                  <a:lnTo>
                    <a:pt x="295638" y="161446"/>
                  </a:lnTo>
                  <a:lnTo>
                    <a:pt x="298102" y="120169"/>
                  </a:lnTo>
                  <a:lnTo>
                    <a:pt x="300566" y="83293"/>
                  </a:lnTo>
                  <a:lnTo>
                    <a:pt x="303029" y="52089"/>
                  </a:lnTo>
                  <a:lnTo>
                    <a:pt x="305493" y="27290"/>
                  </a:lnTo>
                  <a:lnTo>
                    <a:pt x="307957" y="9828"/>
                  </a:lnTo>
                  <a:lnTo>
                    <a:pt x="310420" y="514"/>
                  </a:lnTo>
                  <a:lnTo>
                    <a:pt x="312884" y="0"/>
                  </a:lnTo>
                  <a:lnTo>
                    <a:pt x="315348" y="8750"/>
                  </a:lnTo>
                  <a:lnTo>
                    <a:pt x="317811" y="27009"/>
                  </a:lnTo>
                  <a:lnTo>
                    <a:pt x="320275" y="55034"/>
                  </a:lnTo>
                  <a:lnTo>
                    <a:pt x="322739" y="93357"/>
                  </a:lnTo>
                  <a:lnTo>
                    <a:pt x="325202" y="140071"/>
                  </a:lnTo>
                  <a:lnTo>
                    <a:pt x="327666" y="194265"/>
                  </a:lnTo>
                  <a:lnTo>
                    <a:pt x="330130" y="254836"/>
                  </a:lnTo>
                  <a:lnTo>
                    <a:pt x="332593" y="320521"/>
                  </a:lnTo>
                  <a:lnTo>
                    <a:pt x="335057" y="389950"/>
                  </a:lnTo>
                  <a:lnTo>
                    <a:pt x="337521" y="461691"/>
                  </a:lnTo>
                  <a:lnTo>
                    <a:pt x="339984" y="534304"/>
                  </a:lnTo>
                  <a:lnTo>
                    <a:pt x="342448" y="606117"/>
                  </a:lnTo>
                  <a:lnTo>
                    <a:pt x="344912" y="675680"/>
                  </a:lnTo>
                  <a:lnTo>
                    <a:pt x="347375" y="741975"/>
                  </a:lnTo>
                  <a:lnTo>
                    <a:pt x="349839" y="804154"/>
                  </a:lnTo>
                  <a:lnTo>
                    <a:pt x="352303" y="861565"/>
                  </a:lnTo>
                  <a:lnTo>
                    <a:pt x="354766" y="913761"/>
                  </a:lnTo>
                  <a:lnTo>
                    <a:pt x="357230" y="960491"/>
                  </a:lnTo>
                  <a:lnTo>
                    <a:pt x="359694" y="1001684"/>
                  </a:lnTo>
                  <a:lnTo>
                    <a:pt x="362157" y="1037100"/>
                  </a:lnTo>
                  <a:lnTo>
                    <a:pt x="364621" y="1066942"/>
                  </a:lnTo>
                  <a:lnTo>
                    <a:pt x="367084" y="1092094"/>
                  </a:lnTo>
                  <a:lnTo>
                    <a:pt x="369548" y="1112996"/>
                  </a:lnTo>
                  <a:lnTo>
                    <a:pt x="372012" y="1130120"/>
                  </a:lnTo>
                  <a:lnTo>
                    <a:pt x="374475" y="1143944"/>
                  </a:lnTo>
                  <a:lnTo>
                    <a:pt x="376939" y="1154939"/>
                  </a:lnTo>
                  <a:lnTo>
                    <a:pt x="379403" y="1163549"/>
                  </a:lnTo>
                  <a:lnTo>
                    <a:pt x="381866" y="1170178"/>
                  </a:lnTo>
                  <a:lnTo>
                    <a:pt x="384330" y="1175031"/>
                  </a:lnTo>
                  <a:lnTo>
                    <a:pt x="386794" y="1178700"/>
                  </a:lnTo>
                  <a:lnTo>
                    <a:pt x="389257" y="1181433"/>
                  </a:lnTo>
                  <a:lnTo>
                    <a:pt x="391721" y="1183438"/>
                  </a:lnTo>
                  <a:lnTo>
                    <a:pt x="394185" y="1184887"/>
                  </a:lnTo>
                  <a:lnTo>
                    <a:pt x="396648" y="1185917"/>
                  </a:lnTo>
                  <a:lnTo>
                    <a:pt x="399112" y="1186638"/>
                  </a:lnTo>
                  <a:lnTo>
                    <a:pt x="401576" y="1187134"/>
                  </a:lnTo>
                  <a:lnTo>
                    <a:pt x="404039" y="1187458"/>
                  </a:lnTo>
                  <a:lnTo>
                    <a:pt x="406503" y="1187675"/>
                  </a:lnTo>
                  <a:lnTo>
                    <a:pt x="408967" y="1187820"/>
                  </a:lnTo>
                  <a:lnTo>
                    <a:pt x="411430" y="1187916"/>
                  </a:lnTo>
                  <a:lnTo>
                    <a:pt x="413894" y="1187978"/>
                  </a:lnTo>
                  <a:lnTo>
                    <a:pt x="416358" y="1188018"/>
                  </a:lnTo>
                  <a:lnTo>
                    <a:pt x="418821" y="1188043"/>
                  </a:lnTo>
                  <a:lnTo>
                    <a:pt x="421285" y="1188058"/>
                  </a:lnTo>
                  <a:lnTo>
                    <a:pt x="423749" y="1188067"/>
                  </a:lnTo>
                  <a:lnTo>
                    <a:pt x="426212" y="1188072"/>
                  </a:lnTo>
                  <a:lnTo>
                    <a:pt x="428676" y="1188075"/>
                  </a:lnTo>
                  <a:lnTo>
                    <a:pt x="431140" y="1188077"/>
                  </a:lnTo>
                  <a:lnTo>
                    <a:pt x="433603" y="1188078"/>
                  </a:lnTo>
                  <a:lnTo>
                    <a:pt x="436067" y="1188079"/>
                  </a:lnTo>
                  <a:lnTo>
                    <a:pt x="438531" y="1188079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957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79"/>
                  </a:lnTo>
                  <a:lnTo>
                    <a:pt x="24636" y="1188079"/>
                  </a:lnTo>
                  <a:lnTo>
                    <a:pt x="27100" y="1188079"/>
                  </a:lnTo>
                  <a:lnTo>
                    <a:pt x="29563" y="1188078"/>
                  </a:lnTo>
                  <a:lnTo>
                    <a:pt x="32027" y="1188077"/>
                  </a:lnTo>
                  <a:lnTo>
                    <a:pt x="34491" y="1188075"/>
                  </a:lnTo>
                  <a:lnTo>
                    <a:pt x="36954" y="1188072"/>
                  </a:lnTo>
                  <a:lnTo>
                    <a:pt x="39418" y="1188068"/>
                  </a:lnTo>
                  <a:lnTo>
                    <a:pt x="41882" y="1188062"/>
                  </a:lnTo>
                  <a:lnTo>
                    <a:pt x="44345" y="1188052"/>
                  </a:lnTo>
                  <a:lnTo>
                    <a:pt x="46809" y="1188038"/>
                  </a:lnTo>
                  <a:lnTo>
                    <a:pt x="49273" y="1188017"/>
                  </a:lnTo>
                  <a:lnTo>
                    <a:pt x="51736" y="1187988"/>
                  </a:lnTo>
                  <a:lnTo>
                    <a:pt x="54200" y="1187945"/>
                  </a:lnTo>
                  <a:lnTo>
                    <a:pt x="56664" y="1187885"/>
                  </a:lnTo>
                  <a:lnTo>
                    <a:pt x="59127" y="1187802"/>
                  </a:lnTo>
                  <a:lnTo>
                    <a:pt x="61591" y="1187689"/>
                  </a:lnTo>
                  <a:lnTo>
                    <a:pt x="64055" y="1187539"/>
                  </a:lnTo>
                  <a:lnTo>
                    <a:pt x="66518" y="1187342"/>
                  </a:lnTo>
                  <a:lnTo>
                    <a:pt x="68982" y="1187086"/>
                  </a:lnTo>
                  <a:lnTo>
                    <a:pt x="71446" y="1186760"/>
                  </a:lnTo>
                  <a:lnTo>
                    <a:pt x="73909" y="1186336"/>
                  </a:lnTo>
                  <a:lnTo>
                    <a:pt x="76373" y="1185802"/>
                  </a:lnTo>
                  <a:lnTo>
                    <a:pt x="78837" y="1185144"/>
                  </a:lnTo>
                  <a:lnTo>
                    <a:pt x="81300" y="1184345"/>
                  </a:lnTo>
                  <a:lnTo>
                    <a:pt x="83764" y="1183388"/>
                  </a:lnTo>
                  <a:lnTo>
                    <a:pt x="86228" y="1182256"/>
                  </a:lnTo>
                  <a:lnTo>
                    <a:pt x="88691" y="1180934"/>
                  </a:lnTo>
                  <a:lnTo>
                    <a:pt x="91155" y="1179408"/>
                  </a:lnTo>
                  <a:lnTo>
                    <a:pt x="93618" y="1177655"/>
                  </a:lnTo>
                  <a:lnTo>
                    <a:pt x="96082" y="1175654"/>
                  </a:lnTo>
                  <a:lnTo>
                    <a:pt x="98546" y="1173422"/>
                  </a:lnTo>
                  <a:lnTo>
                    <a:pt x="101009" y="1170958"/>
                  </a:lnTo>
                  <a:lnTo>
                    <a:pt x="103473" y="1168262"/>
                  </a:lnTo>
                  <a:lnTo>
                    <a:pt x="105937" y="1165336"/>
                  </a:lnTo>
                  <a:lnTo>
                    <a:pt x="108400" y="1162182"/>
                  </a:lnTo>
                  <a:lnTo>
                    <a:pt x="110864" y="1158805"/>
                  </a:lnTo>
                  <a:lnTo>
                    <a:pt x="113328" y="1155205"/>
                  </a:lnTo>
                  <a:lnTo>
                    <a:pt x="115791" y="1151351"/>
                  </a:lnTo>
                  <a:lnTo>
                    <a:pt x="118255" y="1147274"/>
                  </a:lnTo>
                  <a:lnTo>
                    <a:pt x="120719" y="1142973"/>
                  </a:lnTo>
                  <a:lnTo>
                    <a:pt x="123182" y="1138442"/>
                  </a:lnTo>
                  <a:lnTo>
                    <a:pt x="125646" y="1133677"/>
                  </a:lnTo>
                  <a:lnTo>
                    <a:pt x="128110" y="1128674"/>
                  </a:lnTo>
                  <a:lnTo>
                    <a:pt x="130573" y="1123430"/>
                  </a:lnTo>
                  <a:lnTo>
                    <a:pt x="133037" y="1117947"/>
                  </a:lnTo>
                  <a:lnTo>
                    <a:pt x="135501" y="1112209"/>
                  </a:lnTo>
                  <a:lnTo>
                    <a:pt x="137964" y="1106238"/>
                  </a:lnTo>
                  <a:lnTo>
                    <a:pt x="140428" y="1100070"/>
                  </a:lnTo>
                  <a:lnTo>
                    <a:pt x="142892" y="1093734"/>
                  </a:lnTo>
                  <a:lnTo>
                    <a:pt x="145355" y="1087264"/>
                  </a:lnTo>
                  <a:lnTo>
                    <a:pt x="147819" y="1080701"/>
                  </a:lnTo>
                  <a:lnTo>
                    <a:pt x="150283" y="1074089"/>
                  </a:lnTo>
                  <a:lnTo>
                    <a:pt x="152746" y="1067476"/>
                  </a:lnTo>
                  <a:lnTo>
                    <a:pt x="155210" y="1060915"/>
                  </a:lnTo>
                  <a:lnTo>
                    <a:pt x="157674" y="1054476"/>
                  </a:lnTo>
                  <a:lnTo>
                    <a:pt x="160137" y="1048200"/>
                  </a:lnTo>
                  <a:lnTo>
                    <a:pt x="162601" y="1042127"/>
                  </a:lnTo>
                  <a:lnTo>
                    <a:pt x="165065" y="1036297"/>
                  </a:lnTo>
                  <a:lnTo>
                    <a:pt x="167528" y="1030739"/>
                  </a:lnTo>
                  <a:lnTo>
                    <a:pt x="169992" y="1025480"/>
                  </a:lnTo>
                  <a:lnTo>
                    <a:pt x="172456" y="1020541"/>
                  </a:lnTo>
                  <a:lnTo>
                    <a:pt x="174919" y="1015933"/>
                  </a:lnTo>
                  <a:lnTo>
                    <a:pt x="177383" y="1011710"/>
                  </a:lnTo>
                  <a:lnTo>
                    <a:pt x="179847" y="1007834"/>
                  </a:lnTo>
                  <a:lnTo>
                    <a:pt x="182310" y="1004287"/>
                  </a:lnTo>
                  <a:lnTo>
                    <a:pt x="184774" y="1001052"/>
                  </a:lnTo>
                  <a:lnTo>
                    <a:pt x="187237" y="998105"/>
                  </a:lnTo>
                  <a:lnTo>
                    <a:pt x="189701" y="995416"/>
                  </a:lnTo>
                  <a:lnTo>
                    <a:pt x="192165" y="992943"/>
                  </a:lnTo>
                  <a:lnTo>
                    <a:pt x="194628" y="990638"/>
                  </a:lnTo>
                  <a:lnTo>
                    <a:pt x="197092" y="988447"/>
                  </a:lnTo>
                  <a:lnTo>
                    <a:pt x="199556" y="986281"/>
                  </a:lnTo>
                  <a:lnTo>
                    <a:pt x="202019" y="984050"/>
                  </a:lnTo>
                  <a:lnTo>
                    <a:pt x="204483" y="981668"/>
                  </a:lnTo>
                  <a:lnTo>
                    <a:pt x="206947" y="979041"/>
                  </a:lnTo>
                  <a:lnTo>
                    <a:pt x="209410" y="976075"/>
                  </a:lnTo>
                  <a:lnTo>
                    <a:pt x="211874" y="972671"/>
                  </a:lnTo>
                  <a:lnTo>
                    <a:pt x="214338" y="968735"/>
                  </a:lnTo>
                  <a:lnTo>
                    <a:pt x="216801" y="964167"/>
                  </a:lnTo>
                  <a:lnTo>
                    <a:pt x="219265" y="958772"/>
                  </a:lnTo>
                  <a:lnTo>
                    <a:pt x="221729" y="952577"/>
                  </a:lnTo>
                  <a:lnTo>
                    <a:pt x="224192" y="945528"/>
                  </a:lnTo>
                  <a:lnTo>
                    <a:pt x="226656" y="937588"/>
                  </a:lnTo>
                  <a:lnTo>
                    <a:pt x="229120" y="928730"/>
                  </a:lnTo>
                  <a:lnTo>
                    <a:pt x="231583" y="918941"/>
                  </a:lnTo>
                  <a:lnTo>
                    <a:pt x="234047" y="908217"/>
                  </a:lnTo>
                  <a:lnTo>
                    <a:pt x="236511" y="896560"/>
                  </a:lnTo>
                  <a:lnTo>
                    <a:pt x="238974" y="883870"/>
                  </a:lnTo>
                  <a:lnTo>
                    <a:pt x="241438" y="870194"/>
                  </a:lnTo>
                  <a:lnTo>
                    <a:pt x="243902" y="855552"/>
                  </a:lnTo>
                  <a:lnTo>
                    <a:pt x="246365" y="839899"/>
                  </a:lnTo>
                  <a:lnTo>
                    <a:pt x="248829" y="823163"/>
                  </a:lnTo>
                  <a:lnTo>
                    <a:pt x="251293" y="805247"/>
                  </a:lnTo>
                  <a:lnTo>
                    <a:pt x="253756" y="786026"/>
                  </a:lnTo>
                  <a:lnTo>
                    <a:pt x="256220" y="765348"/>
                  </a:lnTo>
                  <a:lnTo>
                    <a:pt x="258684" y="742947"/>
                  </a:lnTo>
                  <a:lnTo>
                    <a:pt x="261147" y="718476"/>
                  </a:lnTo>
                  <a:lnTo>
                    <a:pt x="263611" y="691917"/>
                  </a:lnTo>
                  <a:lnTo>
                    <a:pt x="266075" y="663095"/>
                  </a:lnTo>
                  <a:lnTo>
                    <a:pt x="268538" y="631862"/>
                  </a:lnTo>
                  <a:lnTo>
                    <a:pt x="271002" y="598117"/>
                  </a:lnTo>
                  <a:lnTo>
                    <a:pt x="273465" y="561816"/>
                  </a:lnTo>
                  <a:lnTo>
                    <a:pt x="275929" y="522986"/>
                  </a:lnTo>
                  <a:lnTo>
                    <a:pt x="278393" y="481741"/>
                  </a:lnTo>
                  <a:lnTo>
                    <a:pt x="280856" y="438037"/>
                  </a:lnTo>
                  <a:lnTo>
                    <a:pt x="283320" y="392604"/>
                  </a:lnTo>
                  <a:lnTo>
                    <a:pt x="285784" y="345971"/>
                  </a:lnTo>
                  <a:lnTo>
                    <a:pt x="288247" y="298759"/>
                  </a:lnTo>
                  <a:lnTo>
                    <a:pt x="290711" y="251698"/>
                  </a:lnTo>
                  <a:lnTo>
                    <a:pt x="293175" y="205620"/>
                  </a:lnTo>
                  <a:lnTo>
                    <a:pt x="295638" y="161446"/>
                  </a:lnTo>
                  <a:lnTo>
                    <a:pt x="298102" y="120169"/>
                  </a:lnTo>
                  <a:lnTo>
                    <a:pt x="300566" y="83293"/>
                  </a:lnTo>
                  <a:lnTo>
                    <a:pt x="303029" y="52089"/>
                  </a:lnTo>
                  <a:lnTo>
                    <a:pt x="305493" y="27290"/>
                  </a:lnTo>
                  <a:lnTo>
                    <a:pt x="307957" y="9828"/>
                  </a:lnTo>
                  <a:lnTo>
                    <a:pt x="310420" y="514"/>
                  </a:lnTo>
                  <a:lnTo>
                    <a:pt x="312884" y="0"/>
                  </a:lnTo>
                  <a:lnTo>
                    <a:pt x="315348" y="8750"/>
                  </a:lnTo>
                  <a:lnTo>
                    <a:pt x="317811" y="27009"/>
                  </a:lnTo>
                  <a:lnTo>
                    <a:pt x="320275" y="55034"/>
                  </a:lnTo>
                  <a:lnTo>
                    <a:pt x="322739" y="93357"/>
                  </a:lnTo>
                  <a:lnTo>
                    <a:pt x="325202" y="140071"/>
                  </a:lnTo>
                  <a:lnTo>
                    <a:pt x="327666" y="194265"/>
                  </a:lnTo>
                  <a:lnTo>
                    <a:pt x="330130" y="254836"/>
                  </a:lnTo>
                  <a:lnTo>
                    <a:pt x="332593" y="320521"/>
                  </a:lnTo>
                  <a:lnTo>
                    <a:pt x="335057" y="389950"/>
                  </a:lnTo>
                  <a:lnTo>
                    <a:pt x="337521" y="461691"/>
                  </a:lnTo>
                  <a:lnTo>
                    <a:pt x="339984" y="534304"/>
                  </a:lnTo>
                  <a:lnTo>
                    <a:pt x="342448" y="606117"/>
                  </a:lnTo>
                  <a:lnTo>
                    <a:pt x="344912" y="675680"/>
                  </a:lnTo>
                  <a:lnTo>
                    <a:pt x="347375" y="741975"/>
                  </a:lnTo>
                  <a:lnTo>
                    <a:pt x="349839" y="804154"/>
                  </a:lnTo>
                  <a:lnTo>
                    <a:pt x="352303" y="861565"/>
                  </a:lnTo>
                  <a:lnTo>
                    <a:pt x="354766" y="913761"/>
                  </a:lnTo>
                  <a:lnTo>
                    <a:pt x="357230" y="960491"/>
                  </a:lnTo>
                  <a:lnTo>
                    <a:pt x="359694" y="1001684"/>
                  </a:lnTo>
                  <a:lnTo>
                    <a:pt x="362157" y="1037100"/>
                  </a:lnTo>
                  <a:lnTo>
                    <a:pt x="364621" y="1066942"/>
                  </a:lnTo>
                  <a:lnTo>
                    <a:pt x="367084" y="1092094"/>
                  </a:lnTo>
                  <a:lnTo>
                    <a:pt x="369548" y="1112996"/>
                  </a:lnTo>
                  <a:lnTo>
                    <a:pt x="372012" y="1130120"/>
                  </a:lnTo>
                  <a:lnTo>
                    <a:pt x="374475" y="1143944"/>
                  </a:lnTo>
                  <a:lnTo>
                    <a:pt x="376939" y="1154939"/>
                  </a:lnTo>
                  <a:lnTo>
                    <a:pt x="379403" y="1163549"/>
                  </a:lnTo>
                  <a:lnTo>
                    <a:pt x="381866" y="1170178"/>
                  </a:lnTo>
                  <a:lnTo>
                    <a:pt x="384330" y="1175031"/>
                  </a:lnTo>
                  <a:lnTo>
                    <a:pt x="386794" y="1178700"/>
                  </a:lnTo>
                  <a:lnTo>
                    <a:pt x="389257" y="1181433"/>
                  </a:lnTo>
                  <a:lnTo>
                    <a:pt x="391721" y="1183438"/>
                  </a:lnTo>
                  <a:lnTo>
                    <a:pt x="394185" y="1184887"/>
                  </a:lnTo>
                  <a:lnTo>
                    <a:pt x="396648" y="1185917"/>
                  </a:lnTo>
                  <a:lnTo>
                    <a:pt x="399112" y="1186638"/>
                  </a:lnTo>
                  <a:lnTo>
                    <a:pt x="401576" y="1187134"/>
                  </a:lnTo>
                  <a:lnTo>
                    <a:pt x="404039" y="1187458"/>
                  </a:lnTo>
                  <a:lnTo>
                    <a:pt x="406503" y="1187675"/>
                  </a:lnTo>
                  <a:lnTo>
                    <a:pt x="408967" y="1187820"/>
                  </a:lnTo>
                  <a:lnTo>
                    <a:pt x="411430" y="1187916"/>
                  </a:lnTo>
                  <a:lnTo>
                    <a:pt x="413894" y="1187978"/>
                  </a:lnTo>
                  <a:lnTo>
                    <a:pt x="416358" y="1188018"/>
                  </a:lnTo>
                  <a:lnTo>
                    <a:pt x="418821" y="1188043"/>
                  </a:lnTo>
                  <a:lnTo>
                    <a:pt x="421285" y="1188058"/>
                  </a:lnTo>
                  <a:lnTo>
                    <a:pt x="423749" y="1188067"/>
                  </a:lnTo>
                  <a:lnTo>
                    <a:pt x="426212" y="1188072"/>
                  </a:lnTo>
                  <a:lnTo>
                    <a:pt x="428676" y="1188075"/>
                  </a:lnTo>
                  <a:lnTo>
                    <a:pt x="431140" y="1188077"/>
                  </a:lnTo>
                  <a:lnTo>
                    <a:pt x="433603" y="1188078"/>
                  </a:lnTo>
                  <a:lnTo>
                    <a:pt x="436067" y="1188079"/>
                  </a:lnTo>
                  <a:lnTo>
                    <a:pt x="438531" y="1188079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957616" y="1294341"/>
              <a:ext cx="1258929" cy="831445"/>
            </a:xfrm>
            <a:custGeom>
              <a:avLst/>
              <a:pathLst>
                <a:path w="1258929" h="831445">
                  <a:moveTo>
                    <a:pt x="0" y="831445"/>
                  </a:moveTo>
                  <a:lnTo>
                    <a:pt x="2463" y="831445"/>
                  </a:lnTo>
                  <a:lnTo>
                    <a:pt x="4927" y="831445"/>
                  </a:lnTo>
                  <a:lnTo>
                    <a:pt x="7390" y="831445"/>
                  </a:lnTo>
                  <a:lnTo>
                    <a:pt x="9854" y="831445"/>
                  </a:lnTo>
                  <a:lnTo>
                    <a:pt x="12318" y="831445"/>
                  </a:lnTo>
                  <a:lnTo>
                    <a:pt x="14781" y="831445"/>
                  </a:lnTo>
                  <a:lnTo>
                    <a:pt x="17245" y="831444"/>
                  </a:lnTo>
                  <a:lnTo>
                    <a:pt x="19709" y="831444"/>
                  </a:lnTo>
                  <a:lnTo>
                    <a:pt x="22172" y="831443"/>
                  </a:lnTo>
                  <a:lnTo>
                    <a:pt x="24636" y="831442"/>
                  </a:lnTo>
                  <a:lnTo>
                    <a:pt x="27100" y="831440"/>
                  </a:lnTo>
                  <a:lnTo>
                    <a:pt x="29563" y="831438"/>
                  </a:lnTo>
                  <a:lnTo>
                    <a:pt x="32027" y="831436"/>
                  </a:lnTo>
                  <a:lnTo>
                    <a:pt x="34491" y="831432"/>
                  </a:lnTo>
                  <a:lnTo>
                    <a:pt x="36954" y="831427"/>
                  </a:lnTo>
                  <a:lnTo>
                    <a:pt x="39418" y="831420"/>
                  </a:lnTo>
                  <a:lnTo>
                    <a:pt x="41882" y="831411"/>
                  </a:lnTo>
                  <a:lnTo>
                    <a:pt x="44345" y="831399"/>
                  </a:lnTo>
                  <a:lnTo>
                    <a:pt x="46809" y="831384"/>
                  </a:lnTo>
                  <a:lnTo>
                    <a:pt x="49273" y="831365"/>
                  </a:lnTo>
                  <a:lnTo>
                    <a:pt x="51736" y="831340"/>
                  </a:lnTo>
                  <a:lnTo>
                    <a:pt x="54200" y="831308"/>
                  </a:lnTo>
                  <a:lnTo>
                    <a:pt x="56664" y="831268"/>
                  </a:lnTo>
                  <a:lnTo>
                    <a:pt x="59127" y="831218"/>
                  </a:lnTo>
                  <a:lnTo>
                    <a:pt x="61591" y="831157"/>
                  </a:lnTo>
                  <a:lnTo>
                    <a:pt x="64055" y="831083"/>
                  </a:lnTo>
                  <a:lnTo>
                    <a:pt x="66518" y="830992"/>
                  </a:lnTo>
                  <a:lnTo>
                    <a:pt x="68982" y="830880"/>
                  </a:lnTo>
                  <a:lnTo>
                    <a:pt x="71446" y="830746"/>
                  </a:lnTo>
                  <a:lnTo>
                    <a:pt x="73909" y="830588"/>
                  </a:lnTo>
                  <a:lnTo>
                    <a:pt x="76373" y="830402"/>
                  </a:lnTo>
                  <a:lnTo>
                    <a:pt x="78837" y="830185"/>
                  </a:lnTo>
                  <a:lnTo>
                    <a:pt x="81300" y="829934"/>
                  </a:lnTo>
                  <a:lnTo>
                    <a:pt x="83764" y="829639"/>
                  </a:lnTo>
                  <a:lnTo>
                    <a:pt x="86228" y="829298"/>
                  </a:lnTo>
                  <a:lnTo>
                    <a:pt x="88691" y="828909"/>
                  </a:lnTo>
                  <a:lnTo>
                    <a:pt x="91155" y="828469"/>
                  </a:lnTo>
                  <a:lnTo>
                    <a:pt x="93618" y="827975"/>
                  </a:lnTo>
                  <a:lnTo>
                    <a:pt x="96082" y="827421"/>
                  </a:lnTo>
                  <a:lnTo>
                    <a:pt x="98546" y="826805"/>
                  </a:lnTo>
                  <a:lnTo>
                    <a:pt x="101009" y="826112"/>
                  </a:lnTo>
                  <a:lnTo>
                    <a:pt x="103473" y="825343"/>
                  </a:lnTo>
                  <a:lnTo>
                    <a:pt x="105937" y="824498"/>
                  </a:lnTo>
                  <a:lnTo>
                    <a:pt x="108400" y="823574"/>
                  </a:lnTo>
                  <a:lnTo>
                    <a:pt x="110864" y="822565"/>
                  </a:lnTo>
                  <a:lnTo>
                    <a:pt x="113328" y="821470"/>
                  </a:lnTo>
                  <a:lnTo>
                    <a:pt x="115791" y="820283"/>
                  </a:lnTo>
                  <a:lnTo>
                    <a:pt x="118255" y="818985"/>
                  </a:lnTo>
                  <a:lnTo>
                    <a:pt x="120719" y="817582"/>
                  </a:lnTo>
                  <a:lnTo>
                    <a:pt x="123182" y="816074"/>
                  </a:lnTo>
                  <a:lnTo>
                    <a:pt x="125646" y="814459"/>
                  </a:lnTo>
                  <a:lnTo>
                    <a:pt x="128110" y="812733"/>
                  </a:lnTo>
                  <a:lnTo>
                    <a:pt x="130573" y="810892"/>
                  </a:lnTo>
                  <a:lnTo>
                    <a:pt x="133037" y="808935"/>
                  </a:lnTo>
                  <a:lnTo>
                    <a:pt x="135501" y="806840"/>
                  </a:lnTo>
                  <a:lnTo>
                    <a:pt x="137964" y="804622"/>
                  </a:lnTo>
                  <a:lnTo>
                    <a:pt x="140428" y="802285"/>
                  </a:lnTo>
                  <a:lnTo>
                    <a:pt x="142892" y="799832"/>
                  </a:lnTo>
                  <a:lnTo>
                    <a:pt x="145355" y="797266"/>
                  </a:lnTo>
                  <a:lnTo>
                    <a:pt x="147819" y="794590"/>
                  </a:lnTo>
                  <a:lnTo>
                    <a:pt x="150283" y="791813"/>
                  </a:lnTo>
                  <a:lnTo>
                    <a:pt x="152746" y="788925"/>
                  </a:lnTo>
                  <a:lnTo>
                    <a:pt x="155210" y="785954"/>
                  </a:lnTo>
                  <a:lnTo>
                    <a:pt x="157674" y="782913"/>
                  </a:lnTo>
                  <a:lnTo>
                    <a:pt x="160137" y="779814"/>
                  </a:lnTo>
                  <a:lnTo>
                    <a:pt x="162601" y="776670"/>
                  </a:lnTo>
                  <a:lnTo>
                    <a:pt x="165065" y="773495"/>
                  </a:lnTo>
                  <a:lnTo>
                    <a:pt x="167528" y="770302"/>
                  </a:lnTo>
                  <a:lnTo>
                    <a:pt x="169992" y="767106"/>
                  </a:lnTo>
                  <a:lnTo>
                    <a:pt x="172456" y="763923"/>
                  </a:lnTo>
                  <a:lnTo>
                    <a:pt x="174919" y="760765"/>
                  </a:lnTo>
                  <a:lnTo>
                    <a:pt x="177383" y="757638"/>
                  </a:lnTo>
                  <a:lnTo>
                    <a:pt x="179847" y="754552"/>
                  </a:lnTo>
                  <a:lnTo>
                    <a:pt x="182310" y="751510"/>
                  </a:lnTo>
                  <a:lnTo>
                    <a:pt x="184774" y="748515"/>
                  </a:lnTo>
                  <a:lnTo>
                    <a:pt x="187237" y="745578"/>
                  </a:lnTo>
                  <a:lnTo>
                    <a:pt x="189701" y="742686"/>
                  </a:lnTo>
                  <a:lnTo>
                    <a:pt x="192165" y="739835"/>
                  </a:lnTo>
                  <a:lnTo>
                    <a:pt x="194628" y="737020"/>
                  </a:lnTo>
                  <a:lnTo>
                    <a:pt x="197092" y="734234"/>
                  </a:lnTo>
                  <a:lnTo>
                    <a:pt x="199556" y="731472"/>
                  </a:lnTo>
                  <a:lnTo>
                    <a:pt x="202019" y="728728"/>
                  </a:lnTo>
                  <a:lnTo>
                    <a:pt x="204483" y="725998"/>
                  </a:lnTo>
                  <a:lnTo>
                    <a:pt x="206947" y="723277"/>
                  </a:lnTo>
                  <a:lnTo>
                    <a:pt x="209410" y="720563"/>
                  </a:lnTo>
                  <a:lnTo>
                    <a:pt x="211874" y="717859"/>
                  </a:lnTo>
                  <a:lnTo>
                    <a:pt x="214338" y="715169"/>
                  </a:lnTo>
                  <a:lnTo>
                    <a:pt x="216801" y="712498"/>
                  </a:lnTo>
                  <a:lnTo>
                    <a:pt x="219265" y="709856"/>
                  </a:lnTo>
                  <a:lnTo>
                    <a:pt x="221729" y="707262"/>
                  </a:lnTo>
                  <a:lnTo>
                    <a:pt x="224192" y="704724"/>
                  </a:lnTo>
                  <a:lnTo>
                    <a:pt x="226656" y="702253"/>
                  </a:lnTo>
                  <a:lnTo>
                    <a:pt x="229120" y="699861"/>
                  </a:lnTo>
                  <a:lnTo>
                    <a:pt x="231583" y="697557"/>
                  </a:lnTo>
                  <a:lnTo>
                    <a:pt x="234047" y="695350"/>
                  </a:lnTo>
                  <a:lnTo>
                    <a:pt x="236511" y="693249"/>
                  </a:lnTo>
                  <a:lnTo>
                    <a:pt x="238974" y="691271"/>
                  </a:lnTo>
                  <a:lnTo>
                    <a:pt x="241438" y="689393"/>
                  </a:lnTo>
                  <a:lnTo>
                    <a:pt x="243902" y="687608"/>
                  </a:lnTo>
                  <a:lnTo>
                    <a:pt x="246365" y="685903"/>
                  </a:lnTo>
                  <a:lnTo>
                    <a:pt x="248829" y="684261"/>
                  </a:lnTo>
                  <a:lnTo>
                    <a:pt x="251293" y="682662"/>
                  </a:lnTo>
                  <a:lnTo>
                    <a:pt x="253756" y="681082"/>
                  </a:lnTo>
                  <a:lnTo>
                    <a:pt x="256220" y="679483"/>
                  </a:lnTo>
                  <a:lnTo>
                    <a:pt x="258684" y="677831"/>
                  </a:lnTo>
                  <a:lnTo>
                    <a:pt x="261147" y="676096"/>
                  </a:lnTo>
                  <a:lnTo>
                    <a:pt x="263611" y="674246"/>
                  </a:lnTo>
                  <a:lnTo>
                    <a:pt x="266075" y="672250"/>
                  </a:lnTo>
                  <a:lnTo>
                    <a:pt x="268538" y="670080"/>
                  </a:lnTo>
                  <a:lnTo>
                    <a:pt x="271002" y="667693"/>
                  </a:lnTo>
                  <a:lnTo>
                    <a:pt x="273465" y="665039"/>
                  </a:lnTo>
                  <a:lnTo>
                    <a:pt x="275929" y="662126"/>
                  </a:lnTo>
                  <a:lnTo>
                    <a:pt x="278393" y="658938"/>
                  </a:lnTo>
                  <a:lnTo>
                    <a:pt x="280856" y="655462"/>
                  </a:lnTo>
                  <a:lnTo>
                    <a:pt x="283320" y="651688"/>
                  </a:lnTo>
                  <a:lnTo>
                    <a:pt x="285784" y="647606"/>
                  </a:lnTo>
                  <a:lnTo>
                    <a:pt x="288247" y="643188"/>
                  </a:lnTo>
                  <a:lnTo>
                    <a:pt x="290711" y="638410"/>
                  </a:lnTo>
                  <a:lnTo>
                    <a:pt x="293175" y="633307"/>
                  </a:lnTo>
                  <a:lnTo>
                    <a:pt x="295638" y="627877"/>
                  </a:lnTo>
                  <a:lnTo>
                    <a:pt x="298102" y="622113"/>
                  </a:lnTo>
                  <a:lnTo>
                    <a:pt x="300566" y="616009"/>
                  </a:lnTo>
                  <a:lnTo>
                    <a:pt x="303029" y="609553"/>
                  </a:lnTo>
                  <a:lnTo>
                    <a:pt x="305493" y="602704"/>
                  </a:lnTo>
                  <a:lnTo>
                    <a:pt x="307957" y="595423"/>
                  </a:lnTo>
                  <a:lnTo>
                    <a:pt x="310420" y="587732"/>
                  </a:lnTo>
                  <a:lnTo>
                    <a:pt x="312884" y="579608"/>
                  </a:lnTo>
                  <a:lnTo>
                    <a:pt x="315348" y="571023"/>
                  </a:lnTo>
                  <a:lnTo>
                    <a:pt x="317811" y="561948"/>
                  </a:lnTo>
                  <a:lnTo>
                    <a:pt x="320275" y="552351"/>
                  </a:lnTo>
                  <a:lnTo>
                    <a:pt x="322739" y="542144"/>
                  </a:lnTo>
                  <a:lnTo>
                    <a:pt x="325202" y="531272"/>
                  </a:lnTo>
                  <a:lnTo>
                    <a:pt x="327666" y="519763"/>
                  </a:lnTo>
                  <a:lnTo>
                    <a:pt x="330130" y="507585"/>
                  </a:lnTo>
                  <a:lnTo>
                    <a:pt x="332593" y="494710"/>
                  </a:lnTo>
                  <a:lnTo>
                    <a:pt x="335057" y="481111"/>
                  </a:lnTo>
                  <a:lnTo>
                    <a:pt x="337521" y="466765"/>
                  </a:lnTo>
                  <a:lnTo>
                    <a:pt x="339984" y="451569"/>
                  </a:lnTo>
                  <a:lnTo>
                    <a:pt x="342448" y="435513"/>
                  </a:lnTo>
                  <a:lnTo>
                    <a:pt x="344912" y="418668"/>
                  </a:lnTo>
                  <a:lnTo>
                    <a:pt x="347375" y="401038"/>
                  </a:lnTo>
                  <a:lnTo>
                    <a:pt x="349839" y="382632"/>
                  </a:lnTo>
                  <a:lnTo>
                    <a:pt x="352303" y="363470"/>
                  </a:lnTo>
                  <a:lnTo>
                    <a:pt x="354766" y="343582"/>
                  </a:lnTo>
                  <a:lnTo>
                    <a:pt x="357230" y="322937"/>
                  </a:lnTo>
                  <a:lnTo>
                    <a:pt x="359694" y="301634"/>
                  </a:lnTo>
                  <a:lnTo>
                    <a:pt x="362157" y="279813"/>
                  </a:lnTo>
                  <a:lnTo>
                    <a:pt x="364621" y="257567"/>
                  </a:lnTo>
                  <a:lnTo>
                    <a:pt x="367084" y="235011"/>
                  </a:lnTo>
                  <a:lnTo>
                    <a:pt x="369548" y="212273"/>
                  </a:lnTo>
                  <a:lnTo>
                    <a:pt x="372012" y="189500"/>
                  </a:lnTo>
                  <a:lnTo>
                    <a:pt x="374475" y="166912"/>
                  </a:lnTo>
                  <a:lnTo>
                    <a:pt x="376939" y="144758"/>
                  </a:lnTo>
                  <a:lnTo>
                    <a:pt x="379403" y="123243"/>
                  </a:lnTo>
                  <a:lnTo>
                    <a:pt x="381866" y="102597"/>
                  </a:lnTo>
                  <a:lnTo>
                    <a:pt x="384330" y="83060"/>
                  </a:lnTo>
                  <a:lnTo>
                    <a:pt x="386794" y="64880"/>
                  </a:lnTo>
                  <a:lnTo>
                    <a:pt x="389257" y="48308"/>
                  </a:lnTo>
                  <a:lnTo>
                    <a:pt x="391721" y="33906"/>
                  </a:lnTo>
                  <a:lnTo>
                    <a:pt x="394185" y="21850"/>
                  </a:lnTo>
                  <a:lnTo>
                    <a:pt x="396648" y="12242"/>
                  </a:lnTo>
                  <a:lnTo>
                    <a:pt x="399112" y="5285"/>
                  </a:lnTo>
                  <a:lnTo>
                    <a:pt x="401576" y="1155"/>
                  </a:lnTo>
                  <a:lnTo>
                    <a:pt x="404039" y="0"/>
                  </a:lnTo>
                  <a:lnTo>
                    <a:pt x="406503" y="1935"/>
                  </a:lnTo>
                  <a:lnTo>
                    <a:pt x="408967" y="7526"/>
                  </a:lnTo>
                  <a:lnTo>
                    <a:pt x="411430" y="16475"/>
                  </a:lnTo>
                  <a:lnTo>
                    <a:pt x="413894" y="28581"/>
                  </a:lnTo>
                  <a:lnTo>
                    <a:pt x="416358" y="43761"/>
                  </a:lnTo>
                  <a:lnTo>
                    <a:pt x="418821" y="61895"/>
                  </a:lnTo>
                  <a:lnTo>
                    <a:pt x="421285" y="82826"/>
                  </a:lnTo>
                  <a:lnTo>
                    <a:pt x="423749" y="106359"/>
                  </a:lnTo>
                  <a:lnTo>
                    <a:pt x="426212" y="132595"/>
                  </a:lnTo>
                  <a:lnTo>
                    <a:pt x="428676" y="160901"/>
                  </a:lnTo>
                  <a:lnTo>
                    <a:pt x="431140" y="190894"/>
                  </a:lnTo>
                  <a:lnTo>
                    <a:pt x="433603" y="222275"/>
                  </a:lnTo>
                  <a:lnTo>
                    <a:pt x="436067" y="254736"/>
                  </a:lnTo>
                  <a:lnTo>
                    <a:pt x="438531" y="287969"/>
                  </a:lnTo>
                  <a:lnTo>
                    <a:pt x="440994" y="321669"/>
                  </a:lnTo>
                  <a:lnTo>
                    <a:pt x="443458" y="355497"/>
                  </a:lnTo>
                  <a:lnTo>
                    <a:pt x="445922" y="389081"/>
                  </a:lnTo>
                  <a:lnTo>
                    <a:pt x="448385" y="422171"/>
                  </a:lnTo>
                  <a:lnTo>
                    <a:pt x="450849" y="454538"/>
                  </a:lnTo>
                  <a:lnTo>
                    <a:pt x="453312" y="485979"/>
                  </a:lnTo>
                  <a:lnTo>
                    <a:pt x="455776" y="516314"/>
                  </a:lnTo>
                  <a:lnTo>
                    <a:pt x="458240" y="545387"/>
                  </a:lnTo>
                  <a:lnTo>
                    <a:pt x="460703" y="572787"/>
                  </a:lnTo>
                  <a:lnTo>
                    <a:pt x="463167" y="598641"/>
                  </a:lnTo>
                  <a:lnTo>
                    <a:pt x="465631" y="622916"/>
                  </a:lnTo>
                  <a:lnTo>
                    <a:pt x="468094" y="645577"/>
                  </a:lnTo>
                  <a:lnTo>
                    <a:pt x="470558" y="666609"/>
                  </a:lnTo>
                  <a:lnTo>
                    <a:pt x="473022" y="686016"/>
                  </a:lnTo>
                  <a:lnTo>
                    <a:pt x="475485" y="703818"/>
                  </a:lnTo>
                  <a:lnTo>
                    <a:pt x="477949" y="719756"/>
                  </a:lnTo>
                  <a:lnTo>
                    <a:pt x="480413" y="734202"/>
                  </a:lnTo>
                  <a:lnTo>
                    <a:pt x="482876" y="747227"/>
                  </a:lnTo>
                  <a:lnTo>
                    <a:pt x="485340" y="758907"/>
                  </a:lnTo>
                  <a:lnTo>
                    <a:pt x="487804" y="769320"/>
                  </a:lnTo>
                  <a:lnTo>
                    <a:pt x="490267" y="778548"/>
                  </a:lnTo>
                  <a:lnTo>
                    <a:pt x="492731" y="786669"/>
                  </a:lnTo>
                  <a:lnTo>
                    <a:pt x="495195" y="793604"/>
                  </a:lnTo>
                  <a:lnTo>
                    <a:pt x="497658" y="799654"/>
                  </a:lnTo>
                  <a:lnTo>
                    <a:pt x="500122" y="804899"/>
                  </a:lnTo>
                  <a:lnTo>
                    <a:pt x="502586" y="809418"/>
                  </a:lnTo>
                  <a:lnTo>
                    <a:pt x="505049" y="813287"/>
                  </a:lnTo>
                  <a:lnTo>
                    <a:pt x="507513" y="816577"/>
                  </a:lnTo>
                  <a:lnTo>
                    <a:pt x="509977" y="819347"/>
                  </a:lnTo>
                  <a:lnTo>
                    <a:pt x="512440" y="821604"/>
                  </a:lnTo>
                  <a:lnTo>
                    <a:pt x="514904" y="823495"/>
                  </a:lnTo>
                  <a:lnTo>
                    <a:pt x="517368" y="825068"/>
                  </a:lnTo>
                  <a:lnTo>
                    <a:pt x="519831" y="826367"/>
                  </a:lnTo>
                  <a:lnTo>
                    <a:pt x="522295" y="827432"/>
                  </a:lnTo>
                  <a:lnTo>
                    <a:pt x="524759" y="828298"/>
                  </a:lnTo>
                  <a:lnTo>
                    <a:pt x="527222" y="828993"/>
                  </a:lnTo>
                  <a:lnTo>
                    <a:pt x="529686" y="829532"/>
                  </a:lnTo>
                  <a:lnTo>
                    <a:pt x="532150" y="829964"/>
                  </a:lnTo>
                  <a:lnTo>
                    <a:pt x="534613" y="830308"/>
                  </a:lnTo>
                  <a:lnTo>
                    <a:pt x="537077" y="830580"/>
                  </a:lnTo>
                  <a:lnTo>
                    <a:pt x="539541" y="830792"/>
                  </a:lnTo>
                  <a:lnTo>
                    <a:pt x="542004" y="830957"/>
                  </a:lnTo>
                  <a:lnTo>
                    <a:pt x="544468" y="831082"/>
                  </a:lnTo>
                  <a:lnTo>
                    <a:pt x="546931" y="831174"/>
                  </a:lnTo>
                  <a:lnTo>
                    <a:pt x="549395" y="831245"/>
                  </a:lnTo>
                  <a:lnTo>
                    <a:pt x="551859" y="831299"/>
                  </a:lnTo>
                  <a:lnTo>
                    <a:pt x="554322" y="831339"/>
                  </a:lnTo>
                  <a:lnTo>
                    <a:pt x="556786" y="831369"/>
                  </a:lnTo>
                  <a:lnTo>
                    <a:pt x="559250" y="831391"/>
                  </a:lnTo>
                  <a:lnTo>
                    <a:pt x="561713" y="831407"/>
                  </a:lnTo>
                  <a:lnTo>
                    <a:pt x="564177" y="831418"/>
                  </a:lnTo>
                  <a:lnTo>
                    <a:pt x="566641" y="831426"/>
                  </a:lnTo>
                  <a:lnTo>
                    <a:pt x="569104" y="831432"/>
                  </a:lnTo>
                  <a:lnTo>
                    <a:pt x="571568" y="831436"/>
                  </a:lnTo>
                  <a:lnTo>
                    <a:pt x="574032" y="831439"/>
                  </a:lnTo>
                  <a:lnTo>
                    <a:pt x="576495" y="831441"/>
                  </a:lnTo>
                  <a:lnTo>
                    <a:pt x="578959" y="831443"/>
                  </a:lnTo>
                  <a:lnTo>
                    <a:pt x="581423" y="831443"/>
                  </a:lnTo>
                  <a:lnTo>
                    <a:pt x="583886" y="831444"/>
                  </a:lnTo>
                  <a:lnTo>
                    <a:pt x="586350" y="831445"/>
                  </a:lnTo>
                  <a:lnTo>
                    <a:pt x="588814" y="831445"/>
                  </a:lnTo>
                  <a:lnTo>
                    <a:pt x="591277" y="831445"/>
                  </a:lnTo>
                  <a:lnTo>
                    <a:pt x="593741" y="831445"/>
                  </a:lnTo>
                  <a:lnTo>
                    <a:pt x="596205" y="831445"/>
                  </a:lnTo>
                  <a:lnTo>
                    <a:pt x="598668" y="831445"/>
                  </a:lnTo>
                  <a:lnTo>
                    <a:pt x="601132" y="831445"/>
                  </a:lnTo>
                  <a:lnTo>
                    <a:pt x="603596" y="831445"/>
                  </a:lnTo>
                  <a:lnTo>
                    <a:pt x="606059" y="831445"/>
                  </a:lnTo>
                  <a:lnTo>
                    <a:pt x="608523" y="831445"/>
                  </a:lnTo>
                  <a:lnTo>
                    <a:pt x="610987" y="831445"/>
                  </a:lnTo>
                  <a:lnTo>
                    <a:pt x="613450" y="831445"/>
                  </a:lnTo>
                  <a:lnTo>
                    <a:pt x="615914" y="831445"/>
                  </a:lnTo>
                  <a:lnTo>
                    <a:pt x="618378" y="831445"/>
                  </a:lnTo>
                  <a:lnTo>
                    <a:pt x="620841" y="831445"/>
                  </a:lnTo>
                  <a:lnTo>
                    <a:pt x="623305" y="831445"/>
                  </a:lnTo>
                  <a:lnTo>
                    <a:pt x="625769" y="831445"/>
                  </a:lnTo>
                  <a:lnTo>
                    <a:pt x="628232" y="831445"/>
                  </a:lnTo>
                  <a:lnTo>
                    <a:pt x="630696" y="831445"/>
                  </a:lnTo>
                  <a:lnTo>
                    <a:pt x="633159" y="831445"/>
                  </a:lnTo>
                  <a:lnTo>
                    <a:pt x="635623" y="831445"/>
                  </a:lnTo>
                  <a:lnTo>
                    <a:pt x="638087" y="831445"/>
                  </a:lnTo>
                  <a:lnTo>
                    <a:pt x="640550" y="831445"/>
                  </a:lnTo>
                  <a:lnTo>
                    <a:pt x="643014" y="831445"/>
                  </a:lnTo>
                  <a:lnTo>
                    <a:pt x="645478" y="831445"/>
                  </a:lnTo>
                  <a:lnTo>
                    <a:pt x="647941" y="831445"/>
                  </a:lnTo>
                  <a:lnTo>
                    <a:pt x="650405" y="831445"/>
                  </a:lnTo>
                  <a:lnTo>
                    <a:pt x="652869" y="831445"/>
                  </a:lnTo>
                  <a:lnTo>
                    <a:pt x="655332" y="831445"/>
                  </a:lnTo>
                  <a:lnTo>
                    <a:pt x="657796" y="831445"/>
                  </a:lnTo>
                  <a:lnTo>
                    <a:pt x="660260" y="831445"/>
                  </a:lnTo>
                  <a:lnTo>
                    <a:pt x="662723" y="831445"/>
                  </a:lnTo>
                  <a:lnTo>
                    <a:pt x="665187" y="831445"/>
                  </a:lnTo>
                  <a:lnTo>
                    <a:pt x="667651" y="831445"/>
                  </a:lnTo>
                  <a:lnTo>
                    <a:pt x="670114" y="831445"/>
                  </a:lnTo>
                  <a:lnTo>
                    <a:pt x="672578" y="831445"/>
                  </a:lnTo>
                  <a:lnTo>
                    <a:pt x="675042" y="831445"/>
                  </a:lnTo>
                  <a:lnTo>
                    <a:pt x="677505" y="831445"/>
                  </a:lnTo>
                  <a:lnTo>
                    <a:pt x="679969" y="831445"/>
                  </a:lnTo>
                  <a:lnTo>
                    <a:pt x="682433" y="831445"/>
                  </a:lnTo>
                  <a:lnTo>
                    <a:pt x="684896" y="831445"/>
                  </a:lnTo>
                  <a:lnTo>
                    <a:pt x="687360" y="831445"/>
                  </a:lnTo>
                  <a:lnTo>
                    <a:pt x="689824" y="831445"/>
                  </a:lnTo>
                  <a:lnTo>
                    <a:pt x="692287" y="831445"/>
                  </a:lnTo>
                  <a:lnTo>
                    <a:pt x="694751" y="831445"/>
                  </a:lnTo>
                  <a:lnTo>
                    <a:pt x="697215" y="831445"/>
                  </a:lnTo>
                  <a:lnTo>
                    <a:pt x="699678" y="831445"/>
                  </a:lnTo>
                  <a:lnTo>
                    <a:pt x="702142" y="831445"/>
                  </a:lnTo>
                  <a:lnTo>
                    <a:pt x="704606" y="831445"/>
                  </a:lnTo>
                  <a:lnTo>
                    <a:pt x="707069" y="831445"/>
                  </a:lnTo>
                  <a:lnTo>
                    <a:pt x="709533" y="831445"/>
                  </a:lnTo>
                  <a:lnTo>
                    <a:pt x="711997" y="831445"/>
                  </a:lnTo>
                  <a:lnTo>
                    <a:pt x="714460" y="831445"/>
                  </a:lnTo>
                  <a:lnTo>
                    <a:pt x="716924" y="831445"/>
                  </a:lnTo>
                  <a:lnTo>
                    <a:pt x="719388" y="831445"/>
                  </a:lnTo>
                  <a:lnTo>
                    <a:pt x="721851" y="831445"/>
                  </a:lnTo>
                  <a:lnTo>
                    <a:pt x="724315" y="831445"/>
                  </a:lnTo>
                  <a:lnTo>
                    <a:pt x="726778" y="831445"/>
                  </a:lnTo>
                  <a:lnTo>
                    <a:pt x="729242" y="831445"/>
                  </a:lnTo>
                  <a:lnTo>
                    <a:pt x="731706" y="831445"/>
                  </a:lnTo>
                  <a:lnTo>
                    <a:pt x="734169" y="831445"/>
                  </a:lnTo>
                  <a:lnTo>
                    <a:pt x="736633" y="831445"/>
                  </a:lnTo>
                  <a:lnTo>
                    <a:pt x="739097" y="831445"/>
                  </a:lnTo>
                  <a:lnTo>
                    <a:pt x="741560" y="831445"/>
                  </a:lnTo>
                  <a:lnTo>
                    <a:pt x="744024" y="831445"/>
                  </a:lnTo>
                  <a:lnTo>
                    <a:pt x="746488" y="831445"/>
                  </a:lnTo>
                  <a:lnTo>
                    <a:pt x="748951" y="831445"/>
                  </a:lnTo>
                  <a:lnTo>
                    <a:pt x="751415" y="831445"/>
                  </a:lnTo>
                  <a:lnTo>
                    <a:pt x="753879" y="831445"/>
                  </a:lnTo>
                  <a:lnTo>
                    <a:pt x="756342" y="831445"/>
                  </a:lnTo>
                  <a:lnTo>
                    <a:pt x="758806" y="831445"/>
                  </a:lnTo>
                  <a:lnTo>
                    <a:pt x="761270" y="831445"/>
                  </a:lnTo>
                  <a:lnTo>
                    <a:pt x="763733" y="831445"/>
                  </a:lnTo>
                  <a:lnTo>
                    <a:pt x="766197" y="831445"/>
                  </a:lnTo>
                  <a:lnTo>
                    <a:pt x="768661" y="831445"/>
                  </a:lnTo>
                  <a:lnTo>
                    <a:pt x="771124" y="831445"/>
                  </a:lnTo>
                  <a:lnTo>
                    <a:pt x="773588" y="831445"/>
                  </a:lnTo>
                  <a:lnTo>
                    <a:pt x="776052" y="831445"/>
                  </a:lnTo>
                  <a:lnTo>
                    <a:pt x="778515" y="831445"/>
                  </a:lnTo>
                  <a:lnTo>
                    <a:pt x="780979" y="831445"/>
                  </a:lnTo>
                  <a:lnTo>
                    <a:pt x="783443" y="831445"/>
                  </a:lnTo>
                  <a:lnTo>
                    <a:pt x="785906" y="831445"/>
                  </a:lnTo>
                  <a:lnTo>
                    <a:pt x="788370" y="831445"/>
                  </a:lnTo>
                  <a:lnTo>
                    <a:pt x="790834" y="831445"/>
                  </a:lnTo>
                  <a:lnTo>
                    <a:pt x="793297" y="831445"/>
                  </a:lnTo>
                  <a:lnTo>
                    <a:pt x="795761" y="831445"/>
                  </a:lnTo>
                  <a:lnTo>
                    <a:pt x="798225" y="831445"/>
                  </a:lnTo>
                  <a:lnTo>
                    <a:pt x="800688" y="831445"/>
                  </a:lnTo>
                  <a:lnTo>
                    <a:pt x="803152" y="831445"/>
                  </a:lnTo>
                  <a:lnTo>
                    <a:pt x="805616" y="831445"/>
                  </a:lnTo>
                  <a:lnTo>
                    <a:pt x="808079" y="831445"/>
                  </a:lnTo>
                  <a:lnTo>
                    <a:pt x="810543" y="831445"/>
                  </a:lnTo>
                  <a:lnTo>
                    <a:pt x="813006" y="831445"/>
                  </a:lnTo>
                  <a:lnTo>
                    <a:pt x="815470" y="831445"/>
                  </a:lnTo>
                  <a:lnTo>
                    <a:pt x="817934" y="831445"/>
                  </a:lnTo>
                  <a:lnTo>
                    <a:pt x="820397" y="831445"/>
                  </a:lnTo>
                  <a:lnTo>
                    <a:pt x="822861" y="831445"/>
                  </a:lnTo>
                  <a:lnTo>
                    <a:pt x="825325" y="831445"/>
                  </a:lnTo>
                  <a:lnTo>
                    <a:pt x="827788" y="831445"/>
                  </a:lnTo>
                  <a:lnTo>
                    <a:pt x="830252" y="831445"/>
                  </a:lnTo>
                  <a:lnTo>
                    <a:pt x="832716" y="831445"/>
                  </a:lnTo>
                  <a:lnTo>
                    <a:pt x="835179" y="831445"/>
                  </a:lnTo>
                  <a:lnTo>
                    <a:pt x="837643" y="831445"/>
                  </a:lnTo>
                  <a:lnTo>
                    <a:pt x="840107" y="831445"/>
                  </a:lnTo>
                  <a:lnTo>
                    <a:pt x="842570" y="831445"/>
                  </a:lnTo>
                  <a:lnTo>
                    <a:pt x="845034" y="831445"/>
                  </a:lnTo>
                  <a:lnTo>
                    <a:pt x="847498" y="831445"/>
                  </a:lnTo>
                  <a:lnTo>
                    <a:pt x="849961" y="831445"/>
                  </a:lnTo>
                  <a:lnTo>
                    <a:pt x="852425" y="831445"/>
                  </a:lnTo>
                  <a:lnTo>
                    <a:pt x="854889" y="831445"/>
                  </a:lnTo>
                  <a:lnTo>
                    <a:pt x="857352" y="831445"/>
                  </a:lnTo>
                  <a:lnTo>
                    <a:pt x="859816" y="831445"/>
                  </a:lnTo>
                  <a:lnTo>
                    <a:pt x="862280" y="831445"/>
                  </a:lnTo>
                  <a:lnTo>
                    <a:pt x="864743" y="831445"/>
                  </a:lnTo>
                  <a:lnTo>
                    <a:pt x="867207" y="831445"/>
                  </a:lnTo>
                  <a:lnTo>
                    <a:pt x="869671" y="831445"/>
                  </a:lnTo>
                  <a:lnTo>
                    <a:pt x="872134" y="831445"/>
                  </a:lnTo>
                  <a:lnTo>
                    <a:pt x="874598" y="831445"/>
                  </a:lnTo>
                  <a:lnTo>
                    <a:pt x="877062" y="831445"/>
                  </a:lnTo>
                  <a:lnTo>
                    <a:pt x="879525" y="831445"/>
                  </a:lnTo>
                  <a:lnTo>
                    <a:pt x="881989" y="831445"/>
                  </a:lnTo>
                  <a:lnTo>
                    <a:pt x="884453" y="831445"/>
                  </a:lnTo>
                  <a:lnTo>
                    <a:pt x="886916" y="831445"/>
                  </a:lnTo>
                  <a:lnTo>
                    <a:pt x="889380" y="831445"/>
                  </a:lnTo>
                  <a:lnTo>
                    <a:pt x="891844" y="831445"/>
                  </a:lnTo>
                  <a:lnTo>
                    <a:pt x="894307" y="831445"/>
                  </a:lnTo>
                  <a:lnTo>
                    <a:pt x="896771" y="831445"/>
                  </a:lnTo>
                  <a:lnTo>
                    <a:pt x="899235" y="831445"/>
                  </a:lnTo>
                  <a:lnTo>
                    <a:pt x="901698" y="831445"/>
                  </a:lnTo>
                  <a:lnTo>
                    <a:pt x="904162" y="831445"/>
                  </a:lnTo>
                  <a:lnTo>
                    <a:pt x="906625" y="831445"/>
                  </a:lnTo>
                  <a:lnTo>
                    <a:pt x="909089" y="831445"/>
                  </a:lnTo>
                  <a:lnTo>
                    <a:pt x="911553" y="831445"/>
                  </a:lnTo>
                  <a:lnTo>
                    <a:pt x="914016" y="831445"/>
                  </a:lnTo>
                  <a:lnTo>
                    <a:pt x="916480" y="831445"/>
                  </a:lnTo>
                  <a:lnTo>
                    <a:pt x="918944" y="831445"/>
                  </a:lnTo>
                  <a:lnTo>
                    <a:pt x="921407" y="831445"/>
                  </a:lnTo>
                  <a:lnTo>
                    <a:pt x="923871" y="831445"/>
                  </a:lnTo>
                  <a:lnTo>
                    <a:pt x="926335" y="831445"/>
                  </a:lnTo>
                  <a:lnTo>
                    <a:pt x="928798" y="831445"/>
                  </a:lnTo>
                  <a:lnTo>
                    <a:pt x="931262" y="831445"/>
                  </a:lnTo>
                  <a:lnTo>
                    <a:pt x="933726" y="831445"/>
                  </a:lnTo>
                  <a:lnTo>
                    <a:pt x="936189" y="831445"/>
                  </a:lnTo>
                  <a:lnTo>
                    <a:pt x="938653" y="831445"/>
                  </a:lnTo>
                  <a:lnTo>
                    <a:pt x="941117" y="831445"/>
                  </a:lnTo>
                  <a:lnTo>
                    <a:pt x="943580" y="831445"/>
                  </a:lnTo>
                  <a:lnTo>
                    <a:pt x="946044" y="831445"/>
                  </a:lnTo>
                  <a:lnTo>
                    <a:pt x="948508" y="831445"/>
                  </a:lnTo>
                  <a:lnTo>
                    <a:pt x="950971" y="831445"/>
                  </a:lnTo>
                  <a:lnTo>
                    <a:pt x="953435" y="831445"/>
                  </a:lnTo>
                  <a:lnTo>
                    <a:pt x="955899" y="831445"/>
                  </a:lnTo>
                  <a:lnTo>
                    <a:pt x="958362" y="831445"/>
                  </a:lnTo>
                  <a:lnTo>
                    <a:pt x="960826" y="831445"/>
                  </a:lnTo>
                  <a:lnTo>
                    <a:pt x="963290" y="831445"/>
                  </a:lnTo>
                  <a:lnTo>
                    <a:pt x="965753" y="831445"/>
                  </a:lnTo>
                  <a:lnTo>
                    <a:pt x="968217" y="831445"/>
                  </a:lnTo>
                  <a:lnTo>
                    <a:pt x="970681" y="831445"/>
                  </a:lnTo>
                  <a:lnTo>
                    <a:pt x="973144" y="831445"/>
                  </a:lnTo>
                  <a:lnTo>
                    <a:pt x="975608" y="831445"/>
                  </a:lnTo>
                  <a:lnTo>
                    <a:pt x="978072" y="831445"/>
                  </a:lnTo>
                  <a:lnTo>
                    <a:pt x="980535" y="831445"/>
                  </a:lnTo>
                  <a:lnTo>
                    <a:pt x="982999" y="831445"/>
                  </a:lnTo>
                  <a:lnTo>
                    <a:pt x="985463" y="831445"/>
                  </a:lnTo>
                  <a:lnTo>
                    <a:pt x="987926" y="831445"/>
                  </a:lnTo>
                  <a:lnTo>
                    <a:pt x="990390" y="831445"/>
                  </a:lnTo>
                  <a:lnTo>
                    <a:pt x="992853" y="831445"/>
                  </a:lnTo>
                  <a:lnTo>
                    <a:pt x="995317" y="831445"/>
                  </a:lnTo>
                  <a:lnTo>
                    <a:pt x="997781" y="831445"/>
                  </a:lnTo>
                  <a:lnTo>
                    <a:pt x="1000244" y="831445"/>
                  </a:lnTo>
                  <a:lnTo>
                    <a:pt x="1002708" y="831445"/>
                  </a:lnTo>
                  <a:lnTo>
                    <a:pt x="1005172" y="831445"/>
                  </a:lnTo>
                  <a:lnTo>
                    <a:pt x="1007635" y="831445"/>
                  </a:lnTo>
                  <a:lnTo>
                    <a:pt x="1010099" y="831445"/>
                  </a:lnTo>
                  <a:lnTo>
                    <a:pt x="1012563" y="831445"/>
                  </a:lnTo>
                  <a:lnTo>
                    <a:pt x="1015026" y="831445"/>
                  </a:lnTo>
                  <a:lnTo>
                    <a:pt x="1017490" y="831445"/>
                  </a:lnTo>
                  <a:lnTo>
                    <a:pt x="1019954" y="831445"/>
                  </a:lnTo>
                  <a:lnTo>
                    <a:pt x="1022417" y="831445"/>
                  </a:lnTo>
                  <a:lnTo>
                    <a:pt x="1024881" y="831445"/>
                  </a:lnTo>
                  <a:lnTo>
                    <a:pt x="1027345" y="831445"/>
                  </a:lnTo>
                  <a:lnTo>
                    <a:pt x="1029808" y="831445"/>
                  </a:lnTo>
                  <a:lnTo>
                    <a:pt x="1032272" y="831445"/>
                  </a:lnTo>
                  <a:lnTo>
                    <a:pt x="1034736" y="831445"/>
                  </a:lnTo>
                  <a:lnTo>
                    <a:pt x="1037199" y="831445"/>
                  </a:lnTo>
                  <a:lnTo>
                    <a:pt x="1039663" y="831445"/>
                  </a:lnTo>
                  <a:lnTo>
                    <a:pt x="1042127" y="831445"/>
                  </a:lnTo>
                  <a:lnTo>
                    <a:pt x="1044590" y="831445"/>
                  </a:lnTo>
                  <a:lnTo>
                    <a:pt x="1047054" y="831445"/>
                  </a:lnTo>
                  <a:lnTo>
                    <a:pt x="1049518" y="831445"/>
                  </a:lnTo>
                  <a:lnTo>
                    <a:pt x="1051981" y="831445"/>
                  </a:lnTo>
                  <a:lnTo>
                    <a:pt x="1054445" y="831445"/>
                  </a:lnTo>
                  <a:lnTo>
                    <a:pt x="1056909" y="831445"/>
                  </a:lnTo>
                  <a:lnTo>
                    <a:pt x="1059372" y="831445"/>
                  </a:lnTo>
                  <a:lnTo>
                    <a:pt x="1061836" y="831445"/>
                  </a:lnTo>
                  <a:lnTo>
                    <a:pt x="1064300" y="831445"/>
                  </a:lnTo>
                  <a:lnTo>
                    <a:pt x="1066763" y="831445"/>
                  </a:lnTo>
                  <a:lnTo>
                    <a:pt x="1069227" y="831445"/>
                  </a:lnTo>
                  <a:lnTo>
                    <a:pt x="1071691" y="831445"/>
                  </a:lnTo>
                  <a:lnTo>
                    <a:pt x="1074154" y="831445"/>
                  </a:lnTo>
                  <a:lnTo>
                    <a:pt x="1076618" y="831445"/>
                  </a:lnTo>
                  <a:lnTo>
                    <a:pt x="1079082" y="831445"/>
                  </a:lnTo>
                  <a:lnTo>
                    <a:pt x="1081545" y="831445"/>
                  </a:lnTo>
                  <a:lnTo>
                    <a:pt x="1084009" y="831445"/>
                  </a:lnTo>
                  <a:lnTo>
                    <a:pt x="1086472" y="831445"/>
                  </a:lnTo>
                  <a:lnTo>
                    <a:pt x="1088936" y="831445"/>
                  </a:lnTo>
                  <a:lnTo>
                    <a:pt x="1091400" y="831445"/>
                  </a:lnTo>
                  <a:lnTo>
                    <a:pt x="1093863" y="831445"/>
                  </a:lnTo>
                  <a:lnTo>
                    <a:pt x="1096327" y="831445"/>
                  </a:lnTo>
                  <a:lnTo>
                    <a:pt x="1098791" y="831445"/>
                  </a:lnTo>
                  <a:lnTo>
                    <a:pt x="1101254" y="831445"/>
                  </a:lnTo>
                  <a:lnTo>
                    <a:pt x="1103718" y="831445"/>
                  </a:lnTo>
                  <a:lnTo>
                    <a:pt x="1106182" y="831445"/>
                  </a:lnTo>
                  <a:lnTo>
                    <a:pt x="1108645" y="831445"/>
                  </a:lnTo>
                  <a:lnTo>
                    <a:pt x="1111109" y="831445"/>
                  </a:lnTo>
                  <a:lnTo>
                    <a:pt x="1113573" y="831445"/>
                  </a:lnTo>
                  <a:lnTo>
                    <a:pt x="1116036" y="831445"/>
                  </a:lnTo>
                  <a:lnTo>
                    <a:pt x="1118500" y="831445"/>
                  </a:lnTo>
                  <a:lnTo>
                    <a:pt x="1120964" y="831445"/>
                  </a:lnTo>
                  <a:lnTo>
                    <a:pt x="1123427" y="831445"/>
                  </a:lnTo>
                  <a:lnTo>
                    <a:pt x="1125891" y="831445"/>
                  </a:lnTo>
                  <a:lnTo>
                    <a:pt x="1128355" y="831445"/>
                  </a:lnTo>
                  <a:lnTo>
                    <a:pt x="1130818" y="831445"/>
                  </a:lnTo>
                  <a:lnTo>
                    <a:pt x="1133282" y="831445"/>
                  </a:lnTo>
                  <a:lnTo>
                    <a:pt x="1135746" y="831445"/>
                  </a:lnTo>
                  <a:lnTo>
                    <a:pt x="1138209" y="831445"/>
                  </a:lnTo>
                  <a:lnTo>
                    <a:pt x="1140673" y="831445"/>
                  </a:lnTo>
                  <a:lnTo>
                    <a:pt x="1143137" y="831445"/>
                  </a:lnTo>
                  <a:lnTo>
                    <a:pt x="1145600" y="831445"/>
                  </a:lnTo>
                  <a:lnTo>
                    <a:pt x="1148064" y="831445"/>
                  </a:lnTo>
                  <a:lnTo>
                    <a:pt x="1150528" y="831445"/>
                  </a:lnTo>
                  <a:lnTo>
                    <a:pt x="1152991" y="831445"/>
                  </a:lnTo>
                  <a:lnTo>
                    <a:pt x="1155455" y="831445"/>
                  </a:lnTo>
                  <a:lnTo>
                    <a:pt x="1157919" y="831445"/>
                  </a:lnTo>
                  <a:lnTo>
                    <a:pt x="1160382" y="831445"/>
                  </a:lnTo>
                  <a:lnTo>
                    <a:pt x="1162846" y="831445"/>
                  </a:lnTo>
                  <a:lnTo>
                    <a:pt x="1165310" y="831445"/>
                  </a:lnTo>
                  <a:lnTo>
                    <a:pt x="1167773" y="831445"/>
                  </a:lnTo>
                  <a:lnTo>
                    <a:pt x="1170237" y="831445"/>
                  </a:lnTo>
                  <a:lnTo>
                    <a:pt x="1172701" y="831445"/>
                  </a:lnTo>
                  <a:lnTo>
                    <a:pt x="1175164" y="831445"/>
                  </a:lnTo>
                  <a:lnTo>
                    <a:pt x="1177628" y="831445"/>
                  </a:lnTo>
                  <a:lnTo>
                    <a:pt x="1180091" y="831445"/>
                  </a:lnTo>
                  <a:lnTo>
                    <a:pt x="1182555" y="831445"/>
                  </a:lnTo>
                  <a:lnTo>
                    <a:pt x="1185019" y="831445"/>
                  </a:lnTo>
                  <a:lnTo>
                    <a:pt x="1187482" y="831445"/>
                  </a:lnTo>
                  <a:lnTo>
                    <a:pt x="1189946" y="831445"/>
                  </a:lnTo>
                  <a:lnTo>
                    <a:pt x="1192410" y="831445"/>
                  </a:lnTo>
                  <a:lnTo>
                    <a:pt x="1194873" y="831445"/>
                  </a:lnTo>
                  <a:lnTo>
                    <a:pt x="1197337" y="831445"/>
                  </a:lnTo>
                  <a:lnTo>
                    <a:pt x="1199801" y="831445"/>
                  </a:lnTo>
                  <a:lnTo>
                    <a:pt x="1202264" y="831445"/>
                  </a:lnTo>
                  <a:lnTo>
                    <a:pt x="1204728" y="831445"/>
                  </a:lnTo>
                  <a:lnTo>
                    <a:pt x="1207192" y="831445"/>
                  </a:lnTo>
                  <a:lnTo>
                    <a:pt x="1209655" y="831445"/>
                  </a:lnTo>
                  <a:lnTo>
                    <a:pt x="1212119" y="831445"/>
                  </a:lnTo>
                  <a:lnTo>
                    <a:pt x="1214583" y="831445"/>
                  </a:lnTo>
                  <a:lnTo>
                    <a:pt x="1217046" y="831445"/>
                  </a:lnTo>
                  <a:lnTo>
                    <a:pt x="1219510" y="831445"/>
                  </a:lnTo>
                  <a:lnTo>
                    <a:pt x="1221974" y="831445"/>
                  </a:lnTo>
                  <a:lnTo>
                    <a:pt x="1224437" y="831445"/>
                  </a:lnTo>
                  <a:lnTo>
                    <a:pt x="1226901" y="831445"/>
                  </a:lnTo>
                  <a:lnTo>
                    <a:pt x="1229365" y="831445"/>
                  </a:lnTo>
                  <a:lnTo>
                    <a:pt x="1231828" y="831445"/>
                  </a:lnTo>
                  <a:lnTo>
                    <a:pt x="1234292" y="831445"/>
                  </a:lnTo>
                  <a:lnTo>
                    <a:pt x="1236756" y="831445"/>
                  </a:lnTo>
                  <a:lnTo>
                    <a:pt x="1239219" y="831445"/>
                  </a:lnTo>
                  <a:lnTo>
                    <a:pt x="1241683" y="831445"/>
                  </a:lnTo>
                  <a:lnTo>
                    <a:pt x="1244147" y="831445"/>
                  </a:lnTo>
                  <a:lnTo>
                    <a:pt x="1246610" y="831445"/>
                  </a:lnTo>
                  <a:lnTo>
                    <a:pt x="1249074" y="831445"/>
                  </a:lnTo>
                  <a:lnTo>
                    <a:pt x="1251538" y="831445"/>
                  </a:lnTo>
                  <a:lnTo>
                    <a:pt x="1254001" y="831445"/>
                  </a:lnTo>
                  <a:lnTo>
                    <a:pt x="1256465" y="831445"/>
                  </a:lnTo>
                  <a:lnTo>
                    <a:pt x="1258929" y="831445"/>
                  </a:lnTo>
                  <a:lnTo>
                    <a:pt x="1256465" y="831445"/>
                  </a:lnTo>
                  <a:lnTo>
                    <a:pt x="1254001" y="831445"/>
                  </a:lnTo>
                  <a:lnTo>
                    <a:pt x="1251538" y="831445"/>
                  </a:lnTo>
                  <a:lnTo>
                    <a:pt x="1249074" y="831445"/>
                  </a:lnTo>
                  <a:lnTo>
                    <a:pt x="1246610" y="831445"/>
                  </a:lnTo>
                  <a:lnTo>
                    <a:pt x="1244147" y="831445"/>
                  </a:lnTo>
                  <a:lnTo>
                    <a:pt x="1241683" y="831445"/>
                  </a:lnTo>
                  <a:lnTo>
                    <a:pt x="1239219" y="831445"/>
                  </a:lnTo>
                  <a:lnTo>
                    <a:pt x="1236756" y="831445"/>
                  </a:lnTo>
                  <a:lnTo>
                    <a:pt x="1234292" y="831445"/>
                  </a:lnTo>
                  <a:lnTo>
                    <a:pt x="1231828" y="831445"/>
                  </a:lnTo>
                  <a:lnTo>
                    <a:pt x="1229365" y="831445"/>
                  </a:lnTo>
                  <a:lnTo>
                    <a:pt x="1226901" y="831445"/>
                  </a:lnTo>
                  <a:lnTo>
                    <a:pt x="1224437" y="831445"/>
                  </a:lnTo>
                  <a:lnTo>
                    <a:pt x="1221974" y="831445"/>
                  </a:lnTo>
                  <a:lnTo>
                    <a:pt x="1219510" y="831445"/>
                  </a:lnTo>
                  <a:lnTo>
                    <a:pt x="1217046" y="831445"/>
                  </a:lnTo>
                  <a:lnTo>
                    <a:pt x="1214583" y="831445"/>
                  </a:lnTo>
                  <a:lnTo>
                    <a:pt x="1212119" y="831445"/>
                  </a:lnTo>
                  <a:lnTo>
                    <a:pt x="1209655" y="831445"/>
                  </a:lnTo>
                  <a:lnTo>
                    <a:pt x="1207192" y="831445"/>
                  </a:lnTo>
                  <a:lnTo>
                    <a:pt x="1204728" y="831445"/>
                  </a:lnTo>
                  <a:lnTo>
                    <a:pt x="1202264" y="831445"/>
                  </a:lnTo>
                  <a:lnTo>
                    <a:pt x="1199801" y="831445"/>
                  </a:lnTo>
                  <a:lnTo>
                    <a:pt x="1197337" y="831445"/>
                  </a:lnTo>
                  <a:lnTo>
                    <a:pt x="1194873" y="831445"/>
                  </a:lnTo>
                  <a:lnTo>
                    <a:pt x="1192410" y="831445"/>
                  </a:lnTo>
                  <a:lnTo>
                    <a:pt x="1189946" y="831445"/>
                  </a:lnTo>
                  <a:lnTo>
                    <a:pt x="1187482" y="831445"/>
                  </a:lnTo>
                  <a:lnTo>
                    <a:pt x="1185019" y="831445"/>
                  </a:lnTo>
                  <a:lnTo>
                    <a:pt x="1182555" y="831445"/>
                  </a:lnTo>
                  <a:lnTo>
                    <a:pt x="1180091" y="831445"/>
                  </a:lnTo>
                  <a:lnTo>
                    <a:pt x="1177628" y="831445"/>
                  </a:lnTo>
                  <a:lnTo>
                    <a:pt x="1175164" y="831445"/>
                  </a:lnTo>
                  <a:lnTo>
                    <a:pt x="1172701" y="831445"/>
                  </a:lnTo>
                  <a:lnTo>
                    <a:pt x="1170237" y="831445"/>
                  </a:lnTo>
                  <a:lnTo>
                    <a:pt x="1167773" y="831445"/>
                  </a:lnTo>
                  <a:lnTo>
                    <a:pt x="1165310" y="831445"/>
                  </a:lnTo>
                  <a:lnTo>
                    <a:pt x="1162846" y="831445"/>
                  </a:lnTo>
                  <a:lnTo>
                    <a:pt x="1160382" y="831445"/>
                  </a:lnTo>
                  <a:lnTo>
                    <a:pt x="1157919" y="831445"/>
                  </a:lnTo>
                  <a:lnTo>
                    <a:pt x="1155455" y="831445"/>
                  </a:lnTo>
                  <a:lnTo>
                    <a:pt x="1152991" y="831445"/>
                  </a:lnTo>
                  <a:lnTo>
                    <a:pt x="1150528" y="831445"/>
                  </a:lnTo>
                  <a:lnTo>
                    <a:pt x="1148064" y="831445"/>
                  </a:lnTo>
                  <a:lnTo>
                    <a:pt x="1145600" y="831445"/>
                  </a:lnTo>
                  <a:lnTo>
                    <a:pt x="1143137" y="831445"/>
                  </a:lnTo>
                  <a:lnTo>
                    <a:pt x="1140673" y="831445"/>
                  </a:lnTo>
                  <a:lnTo>
                    <a:pt x="1138209" y="831445"/>
                  </a:lnTo>
                  <a:lnTo>
                    <a:pt x="1135746" y="831445"/>
                  </a:lnTo>
                  <a:lnTo>
                    <a:pt x="1133282" y="831445"/>
                  </a:lnTo>
                  <a:lnTo>
                    <a:pt x="1130818" y="831445"/>
                  </a:lnTo>
                  <a:lnTo>
                    <a:pt x="1128355" y="831445"/>
                  </a:lnTo>
                  <a:lnTo>
                    <a:pt x="1125891" y="831445"/>
                  </a:lnTo>
                  <a:lnTo>
                    <a:pt x="1123427" y="831445"/>
                  </a:lnTo>
                  <a:lnTo>
                    <a:pt x="1120964" y="831445"/>
                  </a:lnTo>
                  <a:lnTo>
                    <a:pt x="1118500" y="831445"/>
                  </a:lnTo>
                  <a:lnTo>
                    <a:pt x="1116036" y="831445"/>
                  </a:lnTo>
                  <a:lnTo>
                    <a:pt x="1113573" y="831445"/>
                  </a:lnTo>
                  <a:lnTo>
                    <a:pt x="1111109" y="831445"/>
                  </a:lnTo>
                  <a:lnTo>
                    <a:pt x="1108645" y="831445"/>
                  </a:lnTo>
                  <a:lnTo>
                    <a:pt x="1106182" y="831445"/>
                  </a:lnTo>
                  <a:lnTo>
                    <a:pt x="1103718" y="831445"/>
                  </a:lnTo>
                  <a:lnTo>
                    <a:pt x="1101254" y="831445"/>
                  </a:lnTo>
                  <a:lnTo>
                    <a:pt x="1098791" y="831445"/>
                  </a:lnTo>
                  <a:lnTo>
                    <a:pt x="1096327" y="831445"/>
                  </a:lnTo>
                  <a:lnTo>
                    <a:pt x="1093863" y="831445"/>
                  </a:lnTo>
                  <a:lnTo>
                    <a:pt x="1091400" y="831445"/>
                  </a:lnTo>
                  <a:lnTo>
                    <a:pt x="1088936" y="831445"/>
                  </a:lnTo>
                  <a:lnTo>
                    <a:pt x="1086472" y="831445"/>
                  </a:lnTo>
                  <a:lnTo>
                    <a:pt x="1084009" y="831445"/>
                  </a:lnTo>
                  <a:lnTo>
                    <a:pt x="1081545" y="831445"/>
                  </a:lnTo>
                  <a:lnTo>
                    <a:pt x="1079082" y="831445"/>
                  </a:lnTo>
                  <a:lnTo>
                    <a:pt x="1076618" y="831445"/>
                  </a:lnTo>
                  <a:lnTo>
                    <a:pt x="1074154" y="831445"/>
                  </a:lnTo>
                  <a:lnTo>
                    <a:pt x="1071691" y="831445"/>
                  </a:lnTo>
                  <a:lnTo>
                    <a:pt x="1069227" y="831445"/>
                  </a:lnTo>
                  <a:lnTo>
                    <a:pt x="1066763" y="831445"/>
                  </a:lnTo>
                  <a:lnTo>
                    <a:pt x="1064300" y="831445"/>
                  </a:lnTo>
                  <a:lnTo>
                    <a:pt x="1061836" y="831445"/>
                  </a:lnTo>
                  <a:lnTo>
                    <a:pt x="1059372" y="831445"/>
                  </a:lnTo>
                  <a:lnTo>
                    <a:pt x="1056909" y="831445"/>
                  </a:lnTo>
                  <a:lnTo>
                    <a:pt x="1054445" y="831445"/>
                  </a:lnTo>
                  <a:lnTo>
                    <a:pt x="1051981" y="831445"/>
                  </a:lnTo>
                  <a:lnTo>
                    <a:pt x="1049518" y="831445"/>
                  </a:lnTo>
                  <a:lnTo>
                    <a:pt x="1047054" y="831445"/>
                  </a:lnTo>
                  <a:lnTo>
                    <a:pt x="1044590" y="831445"/>
                  </a:lnTo>
                  <a:lnTo>
                    <a:pt x="1042127" y="831445"/>
                  </a:lnTo>
                  <a:lnTo>
                    <a:pt x="1039663" y="831445"/>
                  </a:lnTo>
                  <a:lnTo>
                    <a:pt x="1037199" y="831445"/>
                  </a:lnTo>
                  <a:lnTo>
                    <a:pt x="1034736" y="831445"/>
                  </a:lnTo>
                  <a:lnTo>
                    <a:pt x="1032272" y="831445"/>
                  </a:lnTo>
                  <a:lnTo>
                    <a:pt x="1029808" y="831445"/>
                  </a:lnTo>
                  <a:lnTo>
                    <a:pt x="1027345" y="831445"/>
                  </a:lnTo>
                  <a:lnTo>
                    <a:pt x="1024881" y="831445"/>
                  </a:lnTo>
                  <a:lnTo>
                    <a:pt x="1022417" y="831445"/>
                  </a:lnTo>
                  <a:lnTo>
                    <a:pt x="1019954" y="831445"/>
                  </a:lnTo>
                  <a:lnTo>
                    <a:pt x="1017490" y="831445"/>
                  </a:lnTo>
                  <a:lnTo>
                    <a:pt x="1015026" y="831445"/>
                  </a:lnTo>
                  <a:lnTo>
                    <a:pt x="1012563" y="831445"/>
                  </a:lnTo>
                  <a:lnTo>
                    <a:pt x="1010099" y="831445"/>
                  </a:lnTo>
                  <a:lnTo>
                    <a:pt x="1007635" y="831445"/>
                  </a:lnTo>
                  <a:lnTo>
                    <a:pt x="1005172" y="831445"/>
                  </a:lnTo>
                  <a:lnTo>
                    <a:pt x="1002708" y="831445"/>
                  </a:lnTo>
                  <a:lnTo>
                    <a:pt x="1000244" y="831445"/>
                  </a:lnTo>
                  <a:lnTo>
                    <a:pt x="997781" y="831445"/>
                  </a:lnTo>
                  <a:lnTo>
                    <a:pt x="995317" y="831445"/>
                  </a:lnTo>
                  <a:lnTo>
                    <a:pt x="992853" y="831445"/>
                  </a:lnTo>
                  <a:lnTo>
                    <a:pt x="990390" y="831445"/>
                  </a:lnTo>
                  <a:lnTo>
                    <a:pt x="987926" y="831445"/>
                  </a:lnTo>
                  <a:lnTo>
                    <a:pt x="985463" y="831445"/>
                  </a:lnTo>
                  <a:lnTo>
                    <a:pt x="982999" y="831445"/>
                  </a:lnTo>
                  <a:lnTo>
                    <a:pt x="980535" y="831445"/>
                  </a:lnTo>
                  <a:lnTo>
                    <a:pt x="978072" y="831445"/>
                  </a:lnTo>
                  <a:lnTo>
                    <a:pt x="975608" y="831445"/>
                  </a:lnTo>
                  <a:lnTo>
                    <a:pt x="973144" y="831445"/>
                  </a:lnTo>
                  <a:lnTo>
                    <a:pt x="970681" y="831445"/>
                  </a:lnTo>
                  <a:lnTo>
                    <a:pt x="968217" y="831445"/>
                  </a:lnTo>
                  <a:lnTo>
                    <a:pt x="965753" y="831445"/>
                  </a:lnTo>
                  <a:lnTo>
                    <a:pt x="963290" y="831445"/>
                  </a:lnTo>
                  <a:lnTo>
                    <a:pt x="960826" y="831445"/>
                  </a:lnTo>
                  <a:lnTo>
                    <a:pt x="958362" y="831445"/>
                  </a:lnTo>
                  <a:lnTo>
                    <a:pt x="955899" y="831445"/>
                  </a:lnTo>
                  <a:lnTo>
                    <a:pt x="953435" y="831445"/>
                  </a:lnTo>
                  <a:lnTo>
                    <a:pt x="950971" y="831445"/>
                  </a:lnTo>
                  <a:lnTo>
                    <a:pt x="948508" y="831445"/>
                  </a:lnTo>
                  <a:lnTo>
                    <a:pt x="946044" y="831445"/>
                  </a:lnTo>
                  <a:lnTo>
                    <a:pt x="943580" y="831445"/>
                  </a:lnTo>
                  <a:lnTo>
                    <a:pt x="941117" y="831445"/>
                  </a:lnTo>
                  <a:lnTo>
                    <a:pt x="938653" y="831445"/>
                  </a:lnTo>
                  <a:lnTo>
                    <a:pt x="936189" y="831445"/>
                  </a:lnTo>
                  <a:lnTo>
                    <a:pt x="933726" y="831445"/>
                  </a:lnTo>
                  <a:lnTo>
                    <a:pt x="931262" y="831445"/>
                  </a:lnTo>
                  <a:lnTo>
                    <a:pt x="928798" y="831445"/>
                  </a:lnTo>
                  <a:lnTo>
                    <a:pt x="926335" y="831445"/>
                  </a:lnTo>
                  <a:lnTo>
                    <a:pt x="923871" y="831445"/>
                  </a:lnTo>
                  <a:lnTo>
                    <a:pt x="921407" y="831445"/>
                  </a:lnTo>
                  <a:lnTo>
                    <a:pt x="918944" y="831445"/>
                  </a:lnTo>
                  <a:lnTo>
                    <a:pt x="916480" y="831445"/>
                  </a:lnTo>
                  <a:lnTo>
                    <a:pt x="914016" y="831445"/>
                  </a:lnTo>
                  <a:lnTo>
                    <a:pt x="911553" y="831445"/>
                  </a:lnTo>
                  <a:lnTo>
                    <a:pt x="909089" y="831445"/>
                  </a:lnTo>
                  <a:lnTo>
                    <a:pt x="906625" y="831445"/>
                  </a:lnTo>
                  <a:lnTo>
                    <a:pt x="904162" y="831445"/>
                  </a:lnTo>
                  <a:lnTo>
                    <a:pt x="901698" y="831445"/>
                  </a:lnTo>
                  <a:lnTo>
                    <a:pt x="899235" y="831445"/>
                  </a:lnTo>
                  <a:lnTo>
                    <a:pt x="896771" y="831445"/>
                  </a:lnTo>
                  <a:lnTo>
                    <a:pt x="894307" y="831445"/>
                  </a:lnTo>
                  <a:lnTo>
                    <a:pt x="891844" y="831445"/>
                  </a:lnTo>
                  <a:lnTo>
                    <a:pt x="889380" y="831445"/>
                  </a:lnTo>
                  <a:lnTo>
                    <a:pt x="886916" y="831445"/>
                  </a:lnTo>
                  <a:lnTo>
                    <a:pt x="884453" y="831445"/>
                  </a:lnTo>
                  <a:lnTo>
                    <a:pt x="881989" y="831445"/>
                  </a:lnTo>
                  <a:lnTo>
                    <a:pt x="879525" y="831445"/>
                  </a:lnTo>
                  <a:lnTo>
                    <a:pt x="877062" y="831445"/>
                  </a:lnTo>
                  <a:lnTo>
                    <a:pt x="874598" y="831445"/>
                  </a:lnTo>
                  <a:lnTo>
                    <a:pt x="872134" y="831445"/>
                  </a:lnTo>
                  <a:lnTo>
                    <a:pt x="869671" y="831445"/>
                  </a:lnTo>
                  <a:lnTo>
                    <a:pt x="867207" y="831445"/>
                  </a:lnTo>
                  <a:lnTo>
                    <a:pt x="864743" y="831445"/>
                  </a:lnTo>
                  <a:lnTo>
                    <a:pt x="862280" y="831445"/>
                  </a:lnTo>
                  <a:lnTo>
                    <a:pt x="859816" y="831445"/>
                  </a:lnTo>
                  <a:lnTo>
                    <a:pt x="857352" y="831445"/>
                  </a:lnTo>
                  <a:lnTo>
                    <a:pt x="854889" y="831445"/>
                  </a:lnTo>
                  <a:lnTo>
                    <a:pt x="852425" y="831445"/>
                  </a:lnTo>
                  <a:lnTo>
                    <a:pt x="849961" y="831445"/>
                  </a:lnTo>
                  <a:lnTo>
                    <a:pt x="847498" y="831445"/>
                  </a:lnTo>
                  <a:lnTo>
                    <a:pt x="845034" y="831445"/>
                  </a:lnTo>
                  <a:lnTo>
                    <a:pt x="842570" y="831445"/>
                  </a:lnTo>
                  <a:lnTo>
                    <a:pt x="840107" y="831445"/>
                  </a:lnTo>
                  <a:lnTo>
                    <a:pt x="837643" y="831445"/>
                  </a:lnTo>
                  <a:lnTo>
                    <a:pt x="835179" y="831445"/>
                  </a:lnTo>
                  <a:lnTo>
                    <a:pt x="832716" y="831445"/>
                  </a:lnTo>
                  <a:lnTo>
                    <a:pt x="830252" y="831445"/>
                  </a:lnTo>
                  <a:lnTo>
                    <a:pt x="827788" y="831445"/>
                  </a:lnTo>
                  <a:lnTo>
                    <a:pt x="825325" y="831445"/>
                  </a:lnTo>
                  <a:lnTo>
                    <a:pt x="822861" y="831445"/>
                  </a:lnTo>
                  <a:lnTo>
                    <a:pt x="820397" y="831445"/>
                  </a:lnTo>
                  <a:lnTo>
                    <a:pt x="817934" y="831445"/>
                  </a:lnTo>
                  <a:lnTo>
                    <a:pt x="815470" y="831445"/>
                  </a:lnTo>
                  <a:lnTo>
                    <a:pt x="813006" y="831445"/>
                  </a:lnTo>
                  <a:lnTo>
                    <a:pt x="810543" y="831445"/>
                  </a:lnTo>
                  <a:lnTo>
                    <a:pt x="808079" y="831445"/>
                  </a:lnTo>
                  <a:lnTo>
                    <a:pt x="805616" y="831445"/>
                  </a:lnTo>
                  <a:lnTo>
                    <a:pt x="803152" y="831445"/>
                  </a:lnTo>
                  <a:lnTo>
                    <a:pt x="800688" y="831445"/>
                  </a:lnTo>
                  <a:lnTo>
                    <a:pt x="798225" y="831445"/>
                  </a:lnTo>
                  <a:lnTo>
                    <a:pt x="795761" y="831445"/>
                  </a:lnTo>
                  <a:lnTo>
                    <a:pt x="793297" y="831445"/>
                  </a:lnTo>
                  <a:lnTo>
                    <a:pt x="790834" y="831445"/>
                  </a:lnTo>
                  <a:lnTo>
                    <a:pt x="788370" y="831445"/>
                  </a:lnTo>
                  <a:lnTo>
                    <a:pt x="785906" y="831445"/>
                  </a:lnTo>
                  <a:lnTo>
                    <a:pt x="783443" y="831445"/>
                  </a:lnTo>
                  <a:lnTo>
                    <a:pt x="780979" y="831445"/>
                  </a:lnTo>
                  <a:lnTo>
                    <a:pt x="778515" y="831445"/>
                  </a:lnTo>
                  <a:lnTo>
                    <a:pt x="776052" y="831445"/>
                  </a:lnTo>
                  <a:lnTo>
                    <a:pt x="773588" y="831445"/>
                  </a:lnTo>
                  <a:lnTo>
                    <a:pt x="771124" y="831445"/>
                  </a:lnTo>
                  <a:lnTo>
                    <a:pt x="768661" y="831445"/>
                  </a:lnTo>
                  <a:lnTo>
                    <a:pt x="766197" y="831445"/>
                  </a:lnTo>
                  <a:lnTo>
                    <a:pt x="763733" y="831445"/>
                  </a:lnTo>
                  <a:lnTo>
                    <a:pt x="761270" y="831445"/>
                  </a:lnTo>
                  <a:lnTo>
                    <a:pt x="758806" y="831445"/>
                  </a:lnTo>
                  <a:lnTo>
                    <a:pt x="756342" y="831445"/>
                  </a:lnTo>
                  <a:lnTo>
                    <a:pt x="753879" y="831445"/>
                  </a:lnTo>
                  <a:lnTo>
                    <a:pt x="751415" y="831445"/>
                  </a:lnTo>
                  <a:lnTo>
                    <a:pt x="748951" y="831445"/>
                  </a:lnTo>
                  <a:lnTo>
                    <a:pt x="746488" y="831445"/>
                  </a:lnTo>
                  <a:lnTo>
                    <a:pt x="744024" y="831445"/>
                  </a:lnTo>
                  <a:lnTo>
                    <a:pt x="741560" y="831445"/>
                  </a:lnTo>
                  <a:lnTo>
                    <a:pt x="739097" y="831445"/>
                  </a:lnTo>
                  <a:lnTo>
                    <a:pt x="736633" y="831445"/>
                  </a:lnTo>
                  <a:lnTo>
                    <a:pt x="734169" y="831445"/>
                  </a:lnTo>
                  <a:lnTo>
                    <a:pt x="731706" y="831445"/>
                  </a:lnTo>
                  <a:lnTo>
                    <a:pt x="729242" y="831445"/>
                  </a:lnTo>
                  <a:lnTo>
                    <a:pt x="726778" y="831445"/>
                  </a:lnTo>
                  <a:lnTo>
                    <a:pt x="724315" y="831445"/>
                  </a:lnTo>
                  <a:lnTo>
                    <a:pt x="721851" y="831445"/>
                  </a:lnTo>
                  <a:lnTo>
                    <a:pt x="719388" y="831445"/>
                  </a:lnTo>
                  <a:lnTo>
                    <a:pt x="716924" y="831445"/>
                  </a:lnTo>
                  <a:lnTo>
                    <a:pt x="714460" y="831445"/>
                  </a:lnTo>
                  <a:lnTo>
                    <a:pt x="711997" y="831445"/>
                  </a:lnTo>
                  <a:lnTo>
                    <a:pt x="709533" y="831445"/>
                  </a:lnTo>
                  <a:lnTo>
                    <a:pt x="707069" y="831445"/>
                  </a:lnTo>
                  <a:lnTo>
                    <a:pt x="704606" y="831445"/>
                  </a:lnTo>
                  <a:lnTo>
                    <a:pt x="702142" y="831445"/>
                  </a:lnTo>
                  <a:lnTo>
                    <a:pt x="699678" y="831445"/>
                  </a:lnTo>
                  <a:lnTo>
                    <a:pt x="697215" y="831445"/>
                  </a:lnTo>
                  <a:lnTo>
                    <a:pt x="694751" y="831445"/>
                  </a:lnTo>
                  <a:lnTo>
                    <a:pt x="692287" y="831445"/>
                  </a:lnTo>
                  <a:lnTo>
                    <a:pt x="689824" y="831445"/>
                  </a:lnTo>
                  <a:lnTo>
                    <a:pt x="687360" y="831445"/>
                  </a:lnTo>
                  <a:lnTo>
                    <a:pt x="684896" y="831445"/>
                  </a:lnTo>
                  <a:lnTo>
                    <a:pt x="682433" y="831445"/>
                  </a:lnTo>
                  <a:lnTo>
                    <a:pt x="679969" y="831445"/>
                  </a:lnTo>
                  <a:lnTo>
                    <a:pt x="677505" y="831445"/>
                  </a:lnTo>
                  <a:lnTo>
                    <a:pt x="675042" y="831445"/>
                  </a:lnTo>
                  <a:lnTo>
                    <a:pt x="672578" y="831445"/>
                  </a:lnTo>
                  <a:lnTo>
                    <a:pt x="670114" y="831445"/>
                  </a:lnTo>
                  <a:lnTo>
                    <a:pt x="667651" y="831445"/>
                  </a:lnTo>
                  <a:lnTo>
                    <a:pt x="665187" y="831445"/>
                  </a:lnTo>
                  <a:lnTo>
                    <a:pt x="662723" y="831445"/>
                  </a:lnTo>
                  <a:lnTo>
                    <a:pt x="660260" y="831445"/>
                  </a:lnTo>
                  <a:lnTo>
                    <a:pt x="657796" y="831445"/>
                  </a:lnTo>
                  <a:lnTo>
                    <a:pt x="655332" y="831445"/>
                  </a:lnTo>
                  <a:lnTo>
                    <a:pt x="652869" y="831445"/>
                  </a:lnTo>
                  <a:lnTo>
                    <a:pt x="650405" y="831445"/>
                  </a:lnTo>
                  <a:lnTo>
                    <a:pt x="647941" y="831445"/>
                  </a:lnTo>
                  <a:lnTo>
                    <a:pt x="645478" y="831445"/>
                  </a:lnTo>
                  <a:lnTo>
                    <a:pt x="643014" y="831445"/>
                  </a:lnTo>
                  <a:lnTo>
                    <a:pt x="640550" y="831445"/>
                  </a:lnTo>
                  <a:lnTo>
                    <a:pt x="638087" y="831445"/>
                  </a:lnTo>
                  <a:lnTo>
                    <a:pt x="635623" y="831445"/>
                  </a:lnTo>
                  <a:lnTo>
                    <a:pt x="633159" y="831445"/>
                  </a:lnTo>
                  <a:lnTo>
                    <a:pt x="630696" y="831445"/>
                  </a:lnTo>
                  <a:lnTo>
                    <a:pt x="628232" y="831445"/>
                  </a:lnTo>
                  <a:lnTo>
                    <a:pt x="625769" y="831445"/>
                  </a:lnTo>
                  <a:lnTo>
                    <a:pt x="623305" y="831445"/>
                  </a:lnTo>
                  <a:lnTo>
                    <a:pt x="620841" y="831445"/>
                  </a:lnTo>
                  <a:lnTo>
                    <a:pt x="618378" y="831445"/>
                  </a:lnTo>
                  <a:lnTo>
                    <a:pt x="615914" y="831445"/>
                  </a:lnTo>
                  <a:lnTo>
                    <a:pt x="613450" y="831445"/>
                  </a:lnTo>
                  <a:lnTo>
                    <a:pt x="610987" y="831445"/>
                  </a:lnTo>
                  <a:lnTo>
                    <a:pt x="608523" y="831445"/>
                  </a:lnTo>
                  <a:lnTo>
                    <a:pt x="606059" y="831445"/>
                  </a:lnTo>
                  <a:lnTo>
                    <a:pt x="603596" y="831445"/>
                  </a:lnTo>
                  <a:lnTo>
                    <a:pt x="601132" y="831445"/>
                  </a:lnTo>
                  <a:lnTo>
                    <a:pt x="598668" y="831445"/>
                  </a:lnTo>
                  <a:lnTo>
                    <a:pt x="596205" y="831445"/>
                  </a:lnTo>
                  <a:lnTo>
                    <a:pt x="593741" y="831445"/>
                  </a:lnTo>
                  <a:lnTo>
                    <a:pt x="591277" y="831445"/>
                  </a:lnTo>
                  <a:lnTo>
                    <a:pt x="588814" y="831445"/>
                  </a:lnTo>
                  <a:lnTo>
                    <a:pt x="586350" y="831445"/>
                  </a:lnTo>
                  <a:lnTo>
                    <a:pt x="583886" y="831445"/>
                  </a:lnTo>
                  <a:lnTo>
                    <a:pt x="581423" y="831445"/>
                  </a:lnTo>
                  <a:lnTo>
                    <a:pt x="578959" y="831445"/>
                  </a:lnTo>
                  <a:lnTo>
                    <a:pt x="576495" y="831445"/>
                  </a:lnTo>
                  <a:lnTo>
                    <a:pt x="574032" y="831445"/>
                  </a:lnTo>
                  <a:lnTo>
                    <a:pt x="571568" y="831445"/>
                  </a:lnTo>
                  <a:lnTo>
                    <a:pt x="569104" y="831445"/>
                  </a:lnTo>
                  <a:lnTo>
                    <a:pt x="566641" y="831445"/>
                  </a:lnTo>
                  <a:lnTo>
                    <a:pt x="564177" y="831445"/>
                  </a:lnTo>
                  <a:lnTo>
                    <a:pt x="561713" y="831445"/>
                  </a:lnTo>
                  <a:lnTo>
                    <a:pt x="559250" y="831445"/>
                  </a:lnTo>
                  <a:lnTo>
                    <a:pt x="556786" y="831445"/>
                  </a:lnTo>
                  <a:lnTo>
                    <a:pt x="554322" y="831445"/>
                  </a:lnTo>
                  <a:lnTo>
                    <a:pt x="551859" y="831445"/>
                  </a:lnTo>
                  <a:lnTo>
                    <a:pt x="549395" y="831445"/>
                  </a:lnTo>
                  <a:lnTo>
                    <a:pt x="546931" y="831445"/>
                  </a:lnTo>
                  <a:lnTo>
                    <a:pt x="544468" y="831445"/>
                  </a:lnTo>
                  <a:lnTo>
                    <a:pt x="542004" y="831445"/>
                  </a:lnTo>
                  <a:lnTo>
                    <a:pt x="539541" y="831445"/>
                  </a:lnTo>
                  <a:lnTo>
                    <a:pt x="537077" y="831445"/>
                  </a:lnTo>
                  <a:lnTo>
                    <a:pt x="534613" y="831445"/>
                  </a:lnTo>
                  <a:lnTo>
                    <a:pt x="532150" y="831445"/>
                  </a:lnTo>
                  <a:lnTo>
                    <a:pt x="529686" y="831445"/>
                  </a:lnTo>
                  <a:lnTo>
                    <a:pt x="527222" y="831445"/>
                  </a:lnTo>
                  <a:lnTo>
                    <a:pt x="524759" y="831445"/>
                  </a:lnTo>
                  <a:lnTo>
                    <a:pt x="522295" y="831445"/>
                  </a:lnTo>
                  <a:lnTo>
                    <a:pt x="519831" y="831445"/>
                  </a:lnTo>
                  <a:lnTo>
                    <a:pt x="517368" y="831445"/>
                  </a:lnTo>
                  <a:lnTo>
                    <a:pt x="514904" y="831445"/>
                  </a:lnTo>
                  <a:lnTo>
                    <a:pt x="512440" y="831445"/>
                  </a:lnTo>
                  <a:lnTo>
                    <a:pt x="509977" y="831445"/>
                  </a:lnTo>
                  <a:lnTo>
                    <a:pt x="507513" y="831445"/>
                  </a:lnTo>
                  <a:lnTo>
                    <a:pt x="505049" y="831445"/>
                  </a:lnTo>
                  <a:lnTo>
                    <a:pt x="502586" y="831445"/>
                  </a:lnTo>
                  <a:lnTo>
                    <a:pt x="500122" y="831445"/>
                  </a:lnTo>
                  <a:lnTo>
                    <a:pt x="497658" y="831445"/>
                  </a:lnTo>
                  <a:lnTo>
                    <a:pt x="495195" y="831445"/>
                  </a:lnTo>
                  <a:lnTo>
                    <a:pt x="492731" y="831445"/>
                  </a:lnTo>
                  <a:lnTo>
                    <a:pt x="490267" y="831445"/>
                  </a:lnTo>
                  <a:lnTo>
                    <a:pt x="487804" y="831445"/>
                  </a:lnTo>
                  <a:lnTo>
                    <a:pt x="485340" y="831445"/>
                  </a:lnTo>
                  <a:lnTo>
                    <a:pt x="482876" y="831445"/>
                  </a:lnTo>
                  <a:lnTo>
                    <a:pt x="480413" y="831445"/>
                  </a:lnTo>
                  <a:lnTo>
                    <a:pt x="477949" y="831445"/>
                  </a:lnTo>
                  <a:lnTo>
                    <a:pt x="475485" y="831445"/>
                  </a:lnTo>
                  <a:lnTo>
                    <a:pt x="473022" y="831445"/>
                  </a:lnTo>
                  <a:lnTo>
                    <a:pt x="470558" y="831445"/>
                  </a:lnTo>
                  <a:lnTo>
                    <a:pt x="468094" y="831445"/>
                  </a:lnTo>
                  <a:lnTo>
                    <a:pt x="465631" y="831445"/>
                  </a:lnTo>
                  <a:lnTo>
                    <a:pt x="463167" y="831445"/>
                  </a:lnTo>
                  <a:lnTo>
                    <a:pt x="460703" y="831445"/>
                  </a:lnTo>
                  <a:lnTo>
                    <a:pt x="458240" y="831445"/>
                  </a:lnTo>
                  <a:lnTo>
                    <a:pt x="455776" y="831445"/>
                  </a:lnTo>
                  <a:lnTo>
                    <a:pt x="453312" y="831445"/>
                  </a:lnTo>
                  <a:lnTo>
                    <a:pt x="450849" y="831445"/>
                  </a:lnTo>
                  <a:lnTo>
                    <a:pt x="448385" y="831445"/>
                  </a:lnTo>
                  <a:lnTo>
                    <a:pt x="445922" y="831445"/>
                  </a:lnTo>
                  <a:lnTo>
                    <a:pt x="443458" y="831445"/>
                  </a:lnTo>
                  <a:lnTo>
                    <a:pt x="440994" y="831445"/>
                  </a:lnTo>
                  <a:lnTo>
                    <a:pt x="438531" y="831445"/>
                  </a:lnTo>
                  <a:lnTo>
                    <a:pt x="436067" y="831445"/>
                  </a:lnTo>
                  <a:lnTo>
                    <a:pt x="433603" y="831445"/>
                  </a:lnTo>
                  <a:lnTo>
                    <a:pt x="431140" y="831445"/>
                  </a:lnTo>
                  <a:lnTo>
                    <a:pt x="428676" y="831445"/>
                  </a:lnTo>
                  <a:lnTo>
                    <a:pt x="426212" y="831445"/>
                  </a:lnTo>
                  <a:lnTo>
                    <a:pt x="423749" y="831445"/>
                  </a:lnTo>
                  <a:lnTo>
                    <a:pt x="421285" y="831445"/>
                  </a:lnTo>
                  <a:lnTo>
                    <a:pt x="418821" y="831445"/>
                  </a:lnTo>
                  <a:lnTo>
                    <a:pt x="416358" y="831445"/>
                  </a:lnTo>
                  <a:lnTo>
                    <a:pt x="413894" y="831445"/>
                  </a:lnTo>
                  <a:lnTo>
                    <a:pt x="411430" y="831445"/>
                  </a:lnTo>
                  <a:lnTo>
                    <a:pt x="408967" y="831445"/>
                  </a:lnTo>
                  <a:lnTo>
                    <a:pt x="406503" y="831445"/>
                  </a:lnTo>
                  <a:lnTo>
                    <a:pt x="404039" y="831445"/>
                  </a:lnTo>
                  <a:lnTo>
                    <a:pt x="401576" y="831445"/>
                  </a:lnTo>
                  <a:lnTo>
                    <a:pt x="399112" y="831445"/>
                  </a:lnTo>
                  <a:lnTo>
                    <a:pt x="396648" y="831445"/>
                  </a:lnTo>
                  <a:lnTo>
                    <a:pt x="394185" y="831445"/>
                  </a:lnTo>
                  <a:lnTo>
                    <a:pt x="391721" y="831445"/>
                  </a:lnTo>
                  <a:lnTo>
                    <a:pt x="389257" y="831445"/>
                  </a:lnTo>
                  <a:lnTo>
                    <a:pt x="386794" y="831445"/>
                  </a:lnTo>
                  <a:lnTo>
                    <a:pt x="384330" y="831445"/>
                  </a:lnTo>
                  <a:lnTo>
                    <a:pt x="381866" y="831445"/>
                  </a:lnTo>
                  <a:lnTo>
                    <a:pt x="379403" y="831445"/>
                  </a:lnTo>
                  <a:lnTo>
                    <a:pt x="376939" y="831445"/>
                  </a:lnTo>
                  <a:lnTo>
                    <a:pt x="374475" y="831445"/>
                  </a:lnTo>
                  <a:lnTo>
                    <a:pt x="372012" y="831445"/>
                  </a:lnTo>
                  <a:lnTo>
                    <a:pt x="369548" y="831445"/>
                  </a:lnTo>
                  <a:lnTo>
                    <a:pt x="367084" y="831445"/>
                  </a:lnTo>
                  <a:lnTo>
                    <a:pt x="364621" y="831445"/>
                  </a:lnTo>
                  <a:lnTo>
                    <a:pt x="362157" y="831445"/>
                  </a:lnTo>
                  <a:lnTo>
                    <a:pt x="359694" y="831445"/>
                  </a:lnTo>
                  <a:lnTo>
                    <a:pt x="357230" y="831445"/>
                  </a:lnTo>
                  <a:lnTo>
                    <a:pt x="354766" y="831445"/>
                  </a:lnTo>
                  <a:lnTo>
                    <a:pt x="352303" y="831445"/>
                  </a:lnTo>
                  <a:lnTo>
                    <a:pt x="349839" y="831445"/>
                  </a:lnTo>
                  <a:lnTo>
                    <a:pt x="347375" y="831445"/>
                  </a:lnTo>
                  <a:lnTo>
                    <a:pt x="344912" y="831445"/>
                  </a:lnTo>
                  <a:lnTo>
                    <a:pt x="342448" y="831445"/>
                  </a:lnTo>
                  <a:lnTo>
                    <a:pt x="339984" y="831445"/>
                  </a:lnTo>
                  <a:lnTo>
                    <a:pt x="337521" y="831445"/>
                  </a:lnTo>
                  <a:lnTo>
                    <a:pt x="335057" y="831445"/>
                  </a:lnTo>
                  <a:lnTo>
                    <a:pt x="332593" y="831445"/>
                  </a:lnTo>
                  <a:lnTo>
                    <a:pt x="330130" y="831445"/>
                  </a:lnTo>
                  <a:lnTo>
                    <a:pt x="327666" y="831445"/>
                  </a:lnTo>
                  <a:lnTo>
                    <a:pt x="325202" y="831445"/>
                  </a:lnTo>
                  <a:lnTo>
                    <a:pt x="322739" y="831445"/>
                  </a:lnTo>
                  <a:lnTo>
                    <a:pt x="320275" y="831445"/>
                  </a:lnTo>
                  <a:lnTo>
                    <a:pt x="317811" y="831445"/>
                  </a:lnTo>
                  <a:lnTo>
                    <a:pt x="315348" y="831445"/>
                  </a:lnTo>
                  <a:lnTo>
                    <a:pt x="312884" y="831445"/>
                  </a:lnTo>
                  <a:lnTo>
                    <a:pt x="310420" y="831445"/>
                  </a:lnTo>
                  <a:lnTo>
                    <a:pt x="307957" y="831445"/>
                  </a:lnTo>
                  <a:lnTo>
                    <a:pt x="305493" y="831445"/>
                  </a:lnTo>
                  <a:lnTo>
                    <a:pt x="303029" y="831445"/>
                  </a:lnTo>
                  <a:lnTo>
                    <a:pt x="300566" y="831445"/>
                  </a:lnTo>
                  <a:lnTo>
                    <a:pt x="298102" y="831445"/>
                  </a:lnTo>
                  <a:lnTo>
                    <a:pt x="295638" y="831445"/>
                  </a:lnTo>
                  <a:lnTo>
                    <a:pt x="293175" y="831445"/>
                  </a:lnTo>
                  <a:lnTo>
                    <a:pt x="290711" y="831445"/>
                  </a:lnTo>
                  <a:lnTo>
                    <a:pt x="288247" y="831445"/>
                  </a:lnTo>
                  <a:lnTo>
                    <a:pt x="285784" y="831445"/>
                  </a:lnTo>
                  <a:lnTo>
                    <a:pt x="283320" y="831445"/>
                  </a:lnTo>
                  <a:lnTo>
                    <a:pt x="280856" y="831445"/>
                  </a:lnTo>
                  <a:lnTo>
                    <a:pt x="278393" y="831445"/>
                  </a:lnTo>
                  <a:lnTo>
                    <a:pt x="275929" y="831445"/>
                  </a:lnTo>
                  <a:lnTo>
                    <a:pt x="273465" y="831445"/>
                  </a:lnTo>
                  <a:lnTo>
                    <a:pt x="271002" y="831445"/>
                  </a:lnTo>
                  <a:lnTo>
                    <a:pt x="268538" y="831445"/>
                  </a:lnTo>
                  <a:lnTo>
                    <a:pt x="266075" y="831445"/>
                  </a:lnTo>
                  <a:lnTo>
                    <a:pt x="263611" y="831445"/>
                  </a:lnTo>
                  <a:lnTo>
                    <a:pt x="261147" y="831445"/>
                  </a:lnTo>
                  <a:lnTo>
                    <a:pt x="258684" y="831445"/>
                  </a:lnTo>
                  <a:lnTo>
                    <a:pt x="256220" y="831445"/>
                  </a:lnTo>
                  <a:lnTo>
                    <a:pt x="253756" y="831445"/>
                  </a:lnTo>
                  <a:lnTo>
                    <a:pt x="251293" y="831445"/>
                  </a:lnTo>
                  <a:lnTo>
                    <a:pt x="248829" y="831445"/>
                  </a:lnTo>
                  <a:lnTo>
                    <a:pt x="246365" y="831445"/>
                  </a:lnTo>
                  <a:lnTo>
                    <a:pt x="243902" y="831445"/>
                  </a:lnTo>
                  <a:lnTo>
                    <a:pt x="241438" y="831445"/>
                  </a:lnTo>
                  <a:lnTo>
                    <a:pt x="238974" y="831445"/>
                  </a:lnTo>
                  <a:lnTo>
                    <a:pt x="236511" y="831445"/>
                  </a:lnTo>
                  <a:lnTo>
                    <a:pt x="234047" y="831445"/>
                  </a:lnTo>
                  <a:lnTo>
                    <a:pt x="231583" y="831445"/>
                  </a:lnTo>
                  <a:lnTo>
                    <a:pt x="229120" y="831445"/>
                  </a:lnTo>
                  <a:lnTo>
                    <a:pt x="226656" y="831445"/>
                  </a:lnTo>
                  <a:lnTo>
                    <a:pt x="224192" y="831445"/>
                  </a:lnTo>
                  <a:lnTo>
                    <a:pt x="221729" y="831445"/>
                  </a:lnTo>
                  <a:lnTo>
                    <a:pt x="219265" y="831445"/>
                  </a:lnTo>
                  <a:lnTo>
                    <a:pt x="216801" y="831445"/>
                  </a:lnTo>
                  <a:lnTo>
                    <a:pt x="214338" y="831445"/>
                  </a:lnTo>
                  <a:lnTo>
                    <a:pt x="211874" y="831445"/>
                  </a:lnTo>
                  <a:lnTo>
                    <a:pt x="209410" y="831445"/>
                  </a:lnTo>
                  <a:lnTo>
                    <a:pt x="206947" y="831445"/>
                  </a:lnTo>
                  <a:lnTo>
                    <a:pt x="204483" y="831445"/>
                  </a:lnTo>
                  <a:lnTo>
                    <a:pt x="202019" y="831445"/>
                  </a:lnTo>
                  <a:lnTo>
                    <a:pt x="199556" y="831445"/>
                  </a:lnTo>
                  <a:lnTo>
                    <a:pt x="197092" y="831445"/>
                  </a:lnTo>
                  <a:lnTo>
                    <a:pt x="194628" y="831445"/>
                  </a:lnTo>
                  <a:lnTo>
                    <a:pt x="192165" y="831445"/>
                  </a:lnTo>
                  <a:lnTo>
                    <a:pt x="189701" y="831445"/>
                  </a:lnTo>
                  <a:lnTo>
                    <a:pt x="187237" y="831445"/>
                  </a:lnTo>
                  <a:lnTo>
                    <a:pt x="184774" y="831445"/>
                  </a:lnTo>
                  <a:lnTo>
                    <a:pt x="182310" y="831445"/>
                  </a:lnTo>
                  <a:lnTo>
                    <a:pt x="179847" y="831445"/>
                  </a:lnTo>
                  <a:lnTo>
                    <a:pt x="177383" y="831445"/>
                  </a:lnTo>
                  <a:lnTo>
                    <a:pt x="174919" y="831445"/>
                  </a:lnTo>
                  <a:lnTo>
                    <a:pt x="172456" y="831445"/>
                  </a:lnTo>
                  <a:lnTo>
                    <a:pt x="169992" y="831445"/>
                  </a:lnTo>
                  <a:lnTo>
                    <a:pt x="167528" y="831445"/>
                  </a:lnTo>
                  <a:lnTo>
                    <a:pt x="165065" y="831445"/>
                  </a:lnTo>
                  <a:lnTo>
                    <a:pt x="162601" y="831445"/>
                  </a:lnTo>
                  <a:lnTo>
                    <a:pt x="160137" y="831445"/>
                  </a:lnTo>
                  <a:lnTo>
                    <a:pt x="157674" y="831445"/>
                  </a:lnTo>
                  <a:lnTo>
                    <a:pt x="155210" y="831445"/>
                  </a:lnTo>
                  <a:lnTo>
                    <a:pt x="152746" y="831445"/>
                  </a:lnTo>
                  <a:lnTo>
                    <a:pt x="150283" y="831445"/>
                  </a:lnTo>
                  <a:lnTo>
                    <a:pt x="147819" y="831445"/>
                  </a:lnTo>
                  <a:lnTo>
                    <a:pt x="145355" y="831445"/>
                  </a:lnTo>
                  <a:lnTo>
                    <a:pt x="142892" y="831445"/>
                  </a:lnTo>
                  <a:lnTo>
                    <a:pt x="140428" y="831445"/>
                  </a:lnTo>
                  <a:lnTo>
                    <a:pt x="137964" y="831445"/>
                  </a:lnTo>
                  <a:lnTo>
                    <a:pt x="135501" y="831445"/>
                  </a:lnTo>
                  <a:lnTo>
                    <a:pt x="133037" y="831445"/>
                  </a:lnTo>
                  <a:lnTo>
                    <a:pt x="130573" y="831445"/>
                  </a:lnTo>
                  <a:lnTo>
                    <a:pt x="128110" y="831445"/>
                  </a:lnTo>
                  <a:lnTo>
                    <a:pt x="125646" y="831445"/>
                  </a:lnTo>
                  <a:lnTo>
                    <a:pt x="123182" y="831445"/>
                  </a:lnTo>
                  <a:lnTo>
                    <a:pt x="120719" y="831445"/>
                  </a:lnTo>
                  <a:lnTo>
                    <a:pt x="118255" y="831445"/>
                  </a:lnTo>
                  <a:lnTo>
                    <a:pt x="115791" y="831445"/>
                  </a:lnTo>
                  <a:lnTo>
                    <a:pt x="113328" y="831445"/>
                  </a:lnTo>
                  <a:lnTo>
                    <a:pt x="110864" y="831445"/>
                  </a:lnTo>
                  <a:lnTo>
                    <a:pt x="108400" y="831445"/>
                  </a:lnTo>
                  <a:lnTo>
                    <a:pt x="105937" y="831445"/>
                  </a:lnTo>
                  <a:lnTo>
                    <a:pt x="103473" y="831445"/>
                  </a:lnTo>
                  <a:lnTo>
                    <a:pt x="101009" y="831445"/>
                  </a:lnTo>
                  <a:lnTo>
                    <a:pt x="98546" y="831445"/>
                  </a:lnTo>
                  <a:lnTo>
                    <a:pt x="96082" y="831445"/>
                  </a:lnTo>
                  <a:lnTo>
                    <a:pt x="93618" y="831445"/>
                  </a:lnTo>
                  <a:lnTo>
                    <a:pt x="91155" y="831445"/>
                  </a:lnTo>
                  <a:lnTo>
                    <a:pt x="88691" y="831445"/>
                  </a:lnTo>
                  <a:lnTo>
                    <a:pt x="86228" y="831445"/>
                  </a:lnTo>
                  <a:lnTo>
                    <a:pt x="83764" y="831445"/>
                  </a:lnTo>
                  <a:lnTo>
                    <a:pt x="81300" y="831445"/>
                  </a:lnTo>
                  <a:lnTo>
                    <a:pt x="78837" y="831445"/>
                  </a:lnTo>
                  <a:lnTo>
                    <a:pt x="76373" y="831445"/>
                  </a:lnTo>
                  <a:lnTo>
                    <a:pt x="73909" y="831445"/>
                  </a:lnTo>
                  <a:lnTo>
                    <a:pt x="71446" y="831445"/>
                  </a:lnTo>
                  <a:lnTo>
                    <a:pt x="68982" y="831445"/>
                  </a:lnTo>
                  <a:lnTo>
                    <a:pt x="66518" y="831445"/>
                  </a:lnTo>
                  <a:lnTo>
                    <a:pt x="64055" y="831445"/>
                  </a:lnTo>
                  <a:lnTo>
                    <a:pt x="61591" y="831445"/>
                  </a:lnTo>
                  <a:lnTo>
                    <a:pt x="59127" y="831445"/>
                  </a:lnTo>
                  <a:lnTo>
                    <a:pt x="56664" y="831445"/>
                  </a:lnTo>
                  <a:lnTo>
                    <a:pt x="54200" y="831445"/>
                  </a:lnTo>
                  <a:lnTo>
                    <a:pt x="51736" y="831445"/>
                  </a:lnTo>
                  <a:lnTo>
                    <a:pt x="49273" y="831445"/>
                  </a:lnTo>
                  <a:lnTo>
                    <a:pt x="46809" y="831445"/>
                  </a:lnTo>
                  <a:lnTo>
                    <a:pt x="44345" y="831445"/>
                  </a:lnTo>
                  <a:lnTo>
                    <a:pt x="41882" y="831445"/>
                  </a:lnTo>
                  <a:lnTo>
                    <a:pt x="39418" y="831445"/>
                  </a:lnTo>
                  <a:lnTo>
                    <a:pt x="36954" y="831445"/>
                  </a:lnTo>
                  <a:lnTo>
                    <a:pt x="34491" y="831445"/>
                  </a:lnTo>
                  <a:lnTo>
                    <a:pt x="32027" y="831445"/>
                  </a:lnTo>
                  <a:lnTo>
                    <a:pt x="29563" y="831445"/>
                  </a:lnTo>
                  <a:lnTo>
                    <a:pt x="27100" y="831445"/>
                  </a:lnTo>
                  <a:lnTo>
                    <a:pt x="24636" y="831445"/>
                  </a:lnTo>
                  <a:lnTo>
                    <a:pt x="22172" y="831445"/>
                  </a:lnTo>
                  <a:lnTo>
                    <a:pt x="19709" y="831445"/>
                  </a:lnTo>
                  <a:lnTo>
                    <a:pt x="17245" y="831445"/>
                  </a:lnTo>
                  <a:lnTo>
                    <a:pt x="14781" y="831445"/>
                  </a:lnTo>
                  <a:lnTo>
                    <a:pt x="12318" y="831445"/>
                  </a:lnTo>
                  <a:lnTo>
                    <a:pt x="9854" y="831445"/>
                  </a:lnTo>
                  <a:lnTo>
                    <a:pt x="7390" y="831445"/>
                  </a:lnTo>
                  <a:lnTo>
                    <a:pt x="4927" y="831445"/>
                  </a:lnTo>
                  <a:lnTo>
                    <a:pt x="2463" y="83144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957616" y="1294341"/>
              <a:ext cx="1258929" cy="831445"/>
            </a:xfrm>
            <a:custGeom>
              <a:avLst/>
              <a:pathLst>
                <a:path w="1258929" h="831445">
                  <a:moveTo>
                    <a:pt x="0" y="831445"/>
                  </a:moveTo>
                  <a:lnTo>
                    <a:pt x="2463" y="831445"/>
                  </a:lnTo>
                  <a:lnTo>
                    <a:pt x="4927" y="831445"/>
                  </a:lnTo>
                  <a:lnTo>
                    <a:pt x="7390" y="831445"/>
                  </a:lnTo>
                  <a:lnTo>
                    <a:pt x="9854" y="831445"/>
                  </a:lnTo>
                  <a:lnTo>
                    <a:pt x="12318" y="831445"/>
                  </a:lnTo>
                  <a:lnTo>
                    <a:pt x="14781" y="831445"/>
                  </a:lnTo>
                  <a:lnTo>
                    <a:pt x="17245" y="831444"/>
                  </a:lnTo>
                  <a:lnTo>
                    <a:pt x="19709" y="831444"/>
                  </a:lnTo>
                  <a:lnTo>
                    <a:pt x="22172" y="831443"/>
                  </a:lnTo>
                  <a:lnTo>
                    <a:pt x="24636" y="831442"/>
                  </a:lnTo>
                  <a:lnTo>
                    <a:pt x="27100" y="831440"/>
                  </a:lnTo>
                  <a:lnTo>
                    <a:pt x="29563" y="831438"/>
                  </a:lnTo>
                  <a:lnTo>
                    <a:pt x="32027" y="831436"/>
                  </a:lnTo>
                  <a:lnTo>
                    <a:pt x="34491" y="831432"/>
                  </a:lnTo>
                  <a:lnTo>
                    <a:pt x="36954" y="831427"/>
                  </a:lnTo>
                  <a:lnTo>
                    <a:pt x="39418" y="831420"/>
                  </a:lnTo>
                  <a:lnTo>
                    <a:pt x="41882" y="831411"/>
                  </a:lnTo>
                  <a:lnTo>
                    <a:pt x="44345" y="831399"/>
                  </a:lnTo>
                  <a:lnTo>
                    <a:pt x="46809" y="831384"/>
                  </a:lnTo>
                  <a:lnTo>
                    <a:pt x="49273" y="831365"/>
                  </a:lnTo>
                  <a:lnTo>
                    <a:pt x="51736" y="831340"/>
                  </a:lnTo>
                  <a:lnTo>
                    <a:pt x="54200" y="831308"/>
                  </a:lnTo>
                  <a:lnTo>
                    <a:pt x="56664" y="831268"/>
                  </a:lnTo>
                  <a:lnTo>
                    <a:pt x="59127" y="831218"/>
                  </a:lnTo>
                  <a:lnTo>
                    <a:pt x="61591" y="831157"/>
                  </a:lnTo>
                  <a:lnTo>
                    <a:pt x="64055" y="831083"/>
                  </a:lnTo>
                  <a:lnTo>
                    <a:pt x="66518" y="830992"/>
                  </a:lnTo>
                  <a:lnTo>
                    <a:pt x="68982" y="830880"/>
                  </a:lnTo>
                  <a:lnTo>
                    <a:pt x="71446" y="830746"/>
                  </a:lnTo>
                  <a:lnTo>
                    <a:pt x="73909" y="830588"/>
                  </a:lnTo>
                  <a:lnTo>
                    <a:pt x="76373" y="830402"/>
                  </a:lnTo>
                  <a:lnTo>
                    <a:pt x="78837" y="830185"/>
                  </a:lnTo>
                  <a:lnTo>
                    <a:pt x="81300" y="829934"/>
                  </a:lnTo>
                  <a:lnTo>
                    <a:pt x="83764" y="829639"/>
                  </a:lnTo>
                  <a:lnTo>
                    <a:pt x="86228" y="829298"/>
                  </a:lnTo>
                  <a:lnTo>
                    <a:pt x="88691" y="828909"/>
                  </a:lnTo>
                  <a:lnTo>
                    <a:pt x="91155" y="828469"/>
                  </a:lnTo>
                  <a:lnTo>
                    <a:pt x="93618" y="827975"/>
                  </a:lnTo>
                  <a:lnTo>
                    <a:pt x="96082" y="827421"/>
                  </a:lnTo>
                  <a:lnTo>
                    <a:pt x="98546" y="826805"/>
                  </a:lnTo>
                  <a:lnTo>
                    <a:pt x="101009" y="826112"/>
                  </a:lnTo>
                  <a:lnTo>
                    <a:pt x="103473" y="825343"/>
                  </a:lnTo>
                  <a:lnTo>
                    <a:pt x="105937" y="824498"/>
                  </a:lnTo>
                  <a:lnTo>
                    <a:pt x="108400" y="823574"/>
                  </a:lnTo>
                  <a:lnTo>
                    <a:pt x="110864" y="822565"/>
                  </a:lnTo>
                  <a:lnTo>
                    <a:pt x="113328" y="821470"/>
                  </a:lnTo>
                  <a:lnTo>
                    <a:pt x="115791" y="820283"/>
                  </a:lnTo>
                  <a:lnTo>
                    <a:pt x="118255" y="818985"/>
                  </a:lnTo>
                  <a:lnTo>
                    <a:pt x="120719" y="817582"/>
                  </a:lnTo>
                  <a:lnTo>
                    <a:pt x="123182" y="816074"/>
                  </a:lnTo>
                  <a:lnTo>
                    <a:pt x="125646" y="814459"/>
                  </a:lnTo>
                  <a:lnTo>
                    <a:pt x="128110" y="812733"/>
                  </a:lnTo>
                  <a:lnTo>
                    <a:pt x="130573" y="810892"/>
                  </a:lnTo>
                  <a:lnTo>
                    <a:pt x="133037" y="808935"/>
                  </a:lnTo>
                  <a:lnTo>
                    <a:pt x="135501" y="806840"/>
                  </a:lnTo>
                  <a:lnTo>
                    <a:pt x="137964" y="804622"/>
                  </a:lnTo>
                  <a:lnTo>
                    <a:pt x="140428" y="802285"/>
                  </a:lnTo>
                  <a:lnTo>
                    <a:pt x="142892" y="799832"/>
                  </a:lnTo>
                  <a:lnTo>
                    <a:pt x="145355" y="797266"/>
                  </a:lnTo>
                  <a:lnTo>
                    <a:pt x="147819" y="794590"/>
                  </a:lnTo>
                  <a:lnTo>
                    <a:pt x="150283" y="791813"/>
                  </a:lnTo>
                  <a:lnTo>
                    <a:pt x="152746" y="788925"/>
                  </a:lnTo>
                  <a:lnTo>
                    <a:pt x="155210" y="785954"/>
                  </a:lnTo>
                  <a:lnTo>
                    <a:pt x="157674" y="782913"/>
                  </a:lnTo>
                  <a:lnTo>
                    <a:pt x="160137" y="779814"/>
                  </a:lnTo>
                  <a:lnTo>
                    <a:pt x="162601" y="776670"/>
                  </a:lnTo>
                  <a:lnTo>
                    <a:pt x="165065" y="773495"/>
                  </a:lnTo>
                  <a:lnTo>
                    <a:pt x="167528" y="770302"/>
                  </a:lnTo>
                  <a:lnTo>
                    <a:pt x="169992" y="767106"/>
                  </a:lnTo>
                  <a:lnTo>
                    <a:pt x="172456" y="763923"/>
                  </a:lnTo>
                  <a:lnTo>
                    <a:pt x="174919" y="760765"/>
                  </a:lnTo>
                  <a:lnTo>
                    <a:pt x="177383" y="757638"/>
                  </a:lnTo>
                  <a:lnTo>
                    <a:pt x="179847" y="754552"/>
                  </a:lnTo>
                  <a:lnTo>
                    <a:pt x="182310" y="751510"/>
                  </a:lnTo>
                  <a:lnTo>
                    <a:pt x="184774" y="748515"/>
                  </a:lnTo>
                  <a:lnTo>
                    <a:pt x="187237" y="745578"/>
                  </a:lnTo>
                  <a:lnTo>
                    <a:pt x="189701" y="742686"/>
                  </a:lnTo>
                  <a:lnTo>
                    <a:pt x="192165" y="739835"/>
                  </a:lnTo>
                  <a:lnTo>
                    <a:pt x="194628" y="737020"/>
                  </a:lnTo>
                  <a:lnTo>
                    <a:pt x="197092" y="734234"/>
                  </a:lnTo>
                  <a:lnTo>
                    <a:pt x="199556" y="731472"/>
                  </a:lnTo>
                  <a:lnTo>
                    <a:pt x="202019" y="728728"/>
                  </a:lnTo>
                  <a:lnTo>
                    <a:pt x="204483" y="725998"/>
                  </a:lnTo>
                  <a:lnTo>
                    <a:pt x="206947" y="723277"/>
                  </a:lnTo>
                  <a:lnTo>
                    <a:pt x="209410" y="720563"/>
                  </a:lnTo>
                  <a:lnTo>
                    <a:pt x="211874" y="717859"/>
                  </a:lnTo>
                  <a:lnTo>
                    <a:pt x="214338" y="715169"/>
                  </a:lnTo>
                  <a:lnTo>
                    <a:pt x="216801" y="712498"/>
                  </a:lnTo>
                  <a:lnTo>
                    <a:pt x="219265" y="709856"/>
                  </a:lnTo>
                  <a:lnTo>
                    <a:pt x="221729" y="707262"/>
                  </a:lnTo>
                  <a:lnTo>
                    <a:pt x="224192" y="704724"/>
                  </a:lnTo>
                  <a:lnTo>
                    <a:pt x="226656" y="702253"/>
                  </a:lnTo>
                  <a:lnTo>
                    <a:pt x="229120" y="699861"/>
                  </a:lnTo>
                  <a:lnTo>
                    <a:pt x="231583" y="697557"/>
                  </a:lnTo>
                  <a:lnTo>
                    <a:pt x="234047" y="695350"/>
                  </a:lnTo>
                  <a:lnTo>
                    <a:pt x="236511" y="693249"/>
                  </a:lnTo>
                  <a:lnTo>
                    <a:pt x="238974" y="691271"/>
                  </a:lnTo>
                  <a:lnTo>
                    <a:pt x="241438" y="689393"/>
                  </a:lnTo>
                  <a:lnTo>
                    <a:pt x="243902" y="687608"/>
                  </a:lnTo>
                  <a:lnTo>
                    <a:pt x="246365" y="685903"/>
                  </a:lnTo>
                  <a:lnTo>
                    <a:pt x="248829" y="684261"/>
                  </a:lnTo>
                  <a:lnTo>
                    <a:pt x="251293" y="682662"/>
                  </a:lnTo>
                  <a:lnTo>
                    <a:pt x="253756" y="681082"/>
                  </a:lnTo>
                  <a:lnTo>
                    <a:pt x="256220" y="679483"/>
                  </a:lnTo>
                  <a:lnTo>
                    <a:pt x="258684" y="677831"/>
                  </a:lnTo>
                  <a:lnTo>
                    <a:pt x="261147" y="676096"/>
                  </a:lnTo>
                  <a:lnTo>
                    <a:pt x="263611" y="674246"/>
                  </a:lnTo>
                  <a:lnTo>
                    <a:pt x="266075" y="672250"/>
                  </a:lnTo>
                  <a:lnTo>
                    <a:pt x="268538" y="670080"/>
                  </a:lnTo>
                  <a:lnTo>
                    <a:pt x="271002" y="667693"/>
                  </a:lnTo>
                  <a:lnTo>
                    <a:pt x="273465" y="665039"/>
                  </a:lnTo>
                  <a:lnTo>
                    <a:pt x="275929" y="662126"/>
                  </a:lnTo>
                  <a:lnTo>
                    <a:pt x="278393" y="658938"/>
                  </a:lnTo>
                  <a:lnTo>
                    <a:pt x="280856" y="655462"/>
                  </a:lnTo>
                  <a:lnTo>
                    <a:pt x="283320" y="651688"/>
                  </a:lnTo>
                  <a:lnTo>
                    <a:pt x="285784" y="647606"/>
                  </a:lnTo>
                  <a:lnTo>
                    <a:pt x="288247" y="643188"/>
                  </a:lnTo>
                  <a:lnTo>
                    <a:pt x="290711" y="638410"/>
                  </a:lnTo>
                  <a:lnTo>
                    <a:pt x="293175" y="633307"/>
                  </a:lnTo>
                  <a:lnTo>
                    <a:pt x="295638" y="627877"/>
                  </a:lnTo>
                  <a:lnTo>
                    <a:pt x="298102" y="622113"/>
                  </a:lnTo>
                  <a:lnTo>
                    <a:pt x="300566" y="616009"/>
                  </a:lnTo>
                  <a:lnTo>
                    <a:pt x="303029" y="609553"/>
                  </a:lnTo>
                  <a:lnTo>
                    <a:pt x="305493" y="602704"/>
                  </a:lnTo>
                  <a:lnTo>
                    <a:pt x="307957" y="595423"/>
                  </a:lnTo>
                  <a:lnTo>
                    <a:pt x="310420" y="587732"/>
                  </a:lnTo>
                  <a:lnTo>
                    <a:pt x="312884" y="579608"/>
                  </a:lnTo>
                  <a:lnTo>
                    <a:pt x="315348" y="571023"/>
                  </a:lnTo>
                  <a:lnTo>
                    <a:pt x="317811" y="561948"/>
                  </a:lnTo>
                  <a:lnTo>
                    <a:pt x="320275" y="552351"/>
                  </a:lnTo>
                  <a:lnTo>
                    <a:pt x="322739" y="542144"/>
                  </a:lnTo>
                  <a:lnTo>
                    <a:pt x="325202" y="531272"/>
                  </a:lnTo>
                  <a:lnTo>
                    <a:pt x="327666" y="519763"/>
                  </a:lnTo>
                  <a:lnTo>
                    <a:pt x="330130" y="507585"/>
                  </a:lnTo>
                  <a:lnTo>
                    <a:pt x="332593" y="494710"/>
                  </a:lnTo>
                  <a:lnTo>
                    <a:pt x="335057" y="481111"/>
                  </a:lnTo>
                  <a:lnTo>
                    <a:pt x="337521" y="466765"/>
                  </a:lnTo>
                  <a:lnTo>
                    <a:pt x="339984" y="451569"/>
                  </a:lnTo>
                  <a:lnTo>
                    <a:pt x="342448" y="435513"/>
                  </a:lnTo>
                  <a:lnTo>
                    <a:pt x="344912" y="418668"/>
                  </a:lnTo>
                  <a:lnTo>
                    <a:pt x="347375" y="401038"/>
                  </a:lnTo>
                  <a:lnTo>
                    <a:pt x="349839" y="382632"/>
                  </a:lnTo>
                  <a:lnTo>
                    <a:pt x="352303" y="363470"/>
                  </a:lnTo>
                  <a:lnTo>
                    <a:pt x="354766" y="343582"/>
                  </a:lnTo>
                  <a:lnTo>
                    <a:pt x="357230" y="322937"/>
                  </a:lnTo>
                  <a:lnTo>
                    <a:pt x="359694" y="301634"/>
                  </a:lnTo>
                  <a:lnTo>
                    <a:pt x="362157" y="279813"/>
                  </a:lnTo>
                  <a:lnTo>
                    <a:pt x="364621" y="257567"/>
                  </a:lnTo>
                  <a:lnTo>
                    <a:pt x="367084" y="235011"/>
                  </a:lnTo>
                  <a:lnTo>
                    <a:pt x="369548" y="212273"/>
                  </a:lnTo>
                  <a:lnTo>
                    <a:pt x="372012" y="189500"/>
                  </a:lnTo>
                  <a:lnTo>
                    <a:pt x="374475" y="166912"/>
                  </a:lnTo>
                  <a:lnTo>
                    <a:pt x="376939" y="144758"/>
                  </a:lnTo>
                  <a:lnTo>
                    <a:pt x="379403" y="123243"/>
                  </a:lnTo>
                  <a:lnTo>
                    <a:pt x="381866" y="102597"/>
                  </a:lnTo>
                  <a:lnTo>
                    <a:pt x="384330" y="83060"/>
                  </a:lnTo>
                  <a:lnTo>
                    <a:pt x="386794" y="64880"/>
                  </a:lnTo>
                  <a:lnTo>
                    <a:pt x="389257" y="48308"/>
                  </a:lnTo>
                  <a:lnTo>
                    <a:pt x="391721" y="33906"/>
                  </a:lnTo>
                  <a:lnTo>
                    <a:pt x="394185" y="21850"/>
                  </a:lnTo>
                  <a:lnTo>
                    <a:pt x="396648" y="12242"/>
                  </a:lnTo>
                  <a:lnTo>
                    <a:pt x="399112" y="5285"/>
                  </a:lnTo>
                  <a:lnTo>
                    <a:pt x="401576" y="1155"/>
                  </a:lnTo>
                  <a:lnTo>
                    <a:pt x="404039" y="0"/>
                  </a:lnTo>
                  <a:lnTo>
                    <a:pt x="406503" y="1935"/>
                  </a:lnTo>
                  <a:lnTo>
                    <a:pt x="408967" y="7526"/>
                  </a:lnTo>
                  <a:lnTo>
                    <a:pt x="411430" y="16475"/>
                  </a:lnTo>
                  <a:lnTo>
                    <a:pt x="413894" y="28581"/>
                  </a:lnTo>
                  <a:lnTo>
                    <a:pt x="416358" y="43761"/>
                  </a:lnTo>
                  <a:lnTo>
                    <a:pt x="418821" y="61895"/>
                  </a:lnTo>
                  <a:lnTo>
                    <a:pt x="421285" y="82826"/>
                  </a:lnTo>
                  <a:lnTo>
                    <a:pt x="423749" y="106359"/>
                  </a:lnTo>
                  <a:lnTo>
                    <a:pt x="426212" y="132595"/>
                  </a:lnTo>
                  <a:lnTo>
                    <a:pt x="428676" y="160901"/>
                  </a:lnTo>
                  <a:lnTo>
                    <a:pt x="431140" y="190894"/>
                  </a:lnTo>
                  <a:lnTo>
                    <a:pt x="433603" y="222275"/>
                  </a:lnTo>
                  <a:lnTo>
                    <a:pt x="436067" y="254736"/>
                  </a:lnTo>
                  <a:lnTo>
                    <a:pt x="438531" y="287969"/>
                  </a:lnTo>
                  <a:lnTo>
                    <a:pt x="440994" y="321669"/>
                  </a:lnTo>
                  <a:lnTo>
                    <a:pt x="443458" y="355497"/>
                  </a:lnTo>
                  <a:lnTo>
                    <a:pt x="445922" y="389081"/>
                  </a:lnTo>
                  <a:lnTo>
                    <a:pt x="448385" y="422171"/>
                  </a:lnTo>
                  <a:lnTo>
                    <a:pt x="450849" y="454538"/>
                  </a:lnTo>
                  <a:lnTo>
                    <a:pt x="453312" y="485979"/>
                  </a:lnTo>
                  <a:lnTo>
                    <a:pt x="455776" y="516314"/>
                  </a:lnTo>
                  <a:lnTo>
                    <a:pt x="458240" y="545387"/>
                  </a:lnTo>
                  <a:lnTo>
                    <a:pt x="460703" y="572787"/>
                  </a:lnTo>
                  <a:lnTo>
                    <a:pt x="463167" y="598641"/>
                  </a:lnTo>
                  <a:lnTo>
                    <a:pt x="465631" y="622916"/>
                  </a:lnTo>
                  <a:lnTo>
                    <a:pt x="468094" y="645577"/>
                  </a:lnTo>
                  <a:lnTo>
                    <a:pt x="470558" y="666609"/>
                  </a:lnTo>
                  <a:lnTo>
                    <a:pt x="473022" y="686016"/>
                  </a:lnTo>
                  <a:lnTo>
                    <a:pt x="475485" y="703818"/>
                  </a:lnTo>
                  <a:lnTo>
                    <a:pt x="477949" y="719756"/>
                  </a:lnTo>
                  <a:lnTo>
                    <a:pt x="480413" y="734202"/>
                  </a:lnTo>
                  <a:lnTo>
                    <a:pt x="482876" y="747227"/>
                  </a:lnTo>
                  <a:lnTo>
                    <a:pt x="485340" y="758907"/>
                  </a:lnTo>
                  <a:lnTo>
                    <a:pt x="487804" y="769320"/>
                  </a:lnTo>
                  <a:lnTo>
                    <a:pt x="490267" y="778548"/>
                  </a:lnTo>
                  <a:lnTo>
                    <a:pt x="492731" y="786669"/>
                  </a:lnTo>
                  <a:lnTo>
                    <a:pt x="495195" y="793604"/>
                  </a:lnTo>
                  <a:lnTo>
                    <a:pt x="497658" y="799654"/>
                  </a:lnTo>
                  <a:lnTo>
                    <a:pt x="500122" y="804899"/>
                  </a:lnTo>
                  <a:lnTo>
                    <a:pt x="502586" y="809418"/>
                  </a:lnTo>
                  <a:lnTo>
                    <a:pt x="505049" y="813287"/>
                  </a:lnTo>
                  <a:lnTo>
                    <a:pt x="507513" y="816577"/>
                  </a:lnTo>
                  <a:lnTo>
                    <a:pt x="509977" y="819347"/>
                  </a:lnTo>
                  <a:lnTo>
                    <a:pt x="512440" y="821604"/>
                  </a:lnTo>
                  <a:lnTo>
                    <a:pt x="514904" y="823495"/>
                  </a:lnTo>
                  <a:lnTo>
                    <a:pt x="517368" y="825068"/>
                  </a:lnTo>
                  <a:lnTo>
                    <a:pt x="519831" y="826367"/>
                  </a:lnTo>
                  <a:lnTo>
                    <a:pt x="522295" y="827432"/>
                  </a:lnTo>
                  <a:lnTo>
                    <a:pt x="524759" y="828298"/>
                  </a:lnTo>
                  <a:lnTo>
                    <a:pt x="527222" y="828993"/>
                  </a:lnTo>
                  <a:lnTo>
                    <a:pt x="529686" y="829532"/>
                  </a:lnTo>
                  <a:lnTo>
                    <a:pt x="532150" y="829964"/>
                  </a:lnTo>
                  <a:lnTo>
                    <a:pt x="534613" y="830308"/>
                  </a:lnTo>
                  <a:lnTo>
                    <a:pt x="537077" y="830580"/>
                  </a:lnTo>
                  <a:lnTo>
                    <a:pt x="539541" y="830792"/>
                  </a:lnTo>
                  <a:lnTo>
                    <a:pt x="542004" y="830957"/>
                  </a:lnTo>
                  <a:lnTo>
                    <a:pt x="544468" y="831082"/>
                  </a:lnTo>
                  <a:lnTo>
                    <a:pt x="546931" y="831174"/>
                  </a:lnTo>
                  <a:lnTo>
                    <a:pt x="549395" y="831245"/>
                  </a:lnTo>
                  <a:lnTo>
                    <a:pt x="551859" y="831299"/>
                  </a:lnTo>
                  <a:lnTo>
                    <a:pt x="554322" y="831339"/>
                  </a:lnTo>
                  <a:lnTo>
                    <a:pt x="556786" y="831369"/>
                  </a:lnTo>
                  <a:lnTo>
                    <a:pt x="559250" y="831391"/>
                  </a:lnTo>
                  <a:lnTo>
                    <a:pt x="561713" y="831407"/>
                  </a:lnTo>
                  <a:lnTo>
                    <a:pt x="564177" y="831418"/>
                  </a:lnTo>
                  <a:lnTo>
                    <a:pt x="566641" y="831426"/>
                  </a:lnTo>
                  <a:lnTo>
                    <a:pt x="569104" y="831432"/>
                  </a:lnTo>
                  <a:lnTo>
                    <a:pt x="571568" y="831436"/>
                  </a:lnTo>
                  <a:lnTo>
                    <a:pt x="574032" y="831439"/>
                  </a:lnTo>
                  <a:lnTo>
                    <a:pt x="576495" y="831441"/>
                  </a:lnTo>
                  <a:lnTo>
                    <a:pt x="578959" y="831443"/>
                  </a:lnTo>
                  <a:lnTo>
                    <a:pt x="581423" y="831443"/>
                  </a:lnTo>
                  <a:lnTo>
                    <a:pt x="583886" y="831444"/>
                  </a:lnTo>
                  <a:lnTo>
                    <a:pt x="586350" y="831445"/>
                  </a:lnTo>
                  <a:lnTo>
                    <a:pt x="588814" y="831445"/>
                  </a:lnTo>
                  <a:lnTo>
                    <a:pt x="591277" y="831445"/>
                  </a:lnTo>
                  <a:lnTo>
                    <a:pt x="593741" y="831445"/>
                  </a:lnTo>
                  <a:lnTo>
                    <a:pt x="596205" y="831445"/>
                  </a:lnTo>
                  <a:lnTo>
                    <a:pt x="598668" y="831445"/>
                  </a:lnTo>
                  <a:lnTo>
                    <a:pt x="601132" y="831445"/>
                  </a:lnTo>
                  <a:lnTo>
                    <a:pt x="603596" y="831445"/>
                  </a:lnTo>
                  <a:lnTo>
                    <a:pt x="606059" y="831445"/>
                  </a:lnTo>
                  <a:lnTo>
                    <a:pt x="608523" y="831445"/>
                  </a:lnTo>
                  <a:lnTo>
                    <a:pt x="610987" y="831445"/>
                  </a:lnTo>
                  <a:lnTo>
                    <a:pt x="613450" y="831445"/>
                  </a:lnTo>
                  <a:lnTo>
                    <a:pt x="615914" y="831445"/>
                  </a:lnTo>
                  <a:lnTo>
                    <a:pt x="618378" y="831445"/>
                  </a:lnTo>
                  <a:lnTo>
                    <a:pt x="620841" y="831445"/>
                  </a:lnTo>
                  <a:lnTo>
                    <a:pt x="623305" y="831445"/>
                  </a:lnTo>
                  <a:lnTo>
                    <a:pt x="625769" y="831445"/>
                  </a:lnTo>
                  <a:lnTo>
                    <a:pt x="628232" y="831445"/>
                  </a:lnTo>
                  <a:lnTo>
                    <a:pt x="630696" y="831445"/>
                  </a:lnTo>
                  <a:lnTo>
                    <a:pt x="633159" y="831445"/>
                  </a:lnTo>
                  <a:lnTo>
                    <a:pt x="635623" y="831445"/>
                  </a:lnTo>
                  <a:lnTo>
                    <a:pt x="638087" y="831445"/>
                  </a:lnTo>
                  <a:lnTo>
                    <a:pt x="640550" y="831445"/>
                  </a:lnTo>
                  <a:lnTo>
                    <a:pt x="643014" y="831445"/>
                  </a:lnTo>
                  <a:lnTo>
                    <a:pt x="645478" y="831445"/>
                  </a:lnTo>
                  <a:lnTo>
                    <a:pt x="647941" y="831445"/>
                  </a:lnTo>
                  <a:lnTo>
                    <a:pt x="650405" y="831445"/>
                  </a:lnTo>
                  <a:lnTo>
                    <a:pt x="652869" y="831445"/>
                  </a:lnTo>
                  <a:lnTo>
                    <a:pt x="655332" y="831445"/>
                  </a:lnTo>
                  <a:lnTo>
                    <a:pt x="657796" y="831445"/>
                  </a:lnTo>
                  <a:lnTo>
                    <a:pt x="660260" y="831445"/>
                  </a:lnTo>
                  <a:lnTo>
                    <a:pt x="662723" y="831445"/>
                  </a:lnTo>
                  <a:lnTo>
                    <a:pt x="665187" y="831445"/>
                  </a:lnTo>
                  <a:lnTo>
                    <a:pt x="667651" y="831445"/>
                  </a:lnTo>
                  <a:lnTo>
                    <a:pt x="670114" y="831445"/>
                  </a:lnTo>
                  <a:lnTo>
                    <a:pt x="672578" y="831445"/>
                  </a:lnTo>
                  <a:lnTo>
                    <a:pt x="675042" y="831445"/>
                  </a:lnTo>
                  <a:lnTo>
                    <a:pt x="677505" y="831445"/>
                  </a:lnTo>
                  <a:lnTo>
                    <a:pt x="679969" y="831445"/>
                  </a:lnTo>
                  <a:lnTo>
                    <a:pt x="682433" y="831445"/>
                  </a:lnTo>
                  <a:lnTo>
                    <a:pt x="684896" y="831445"/>
                  </a:lnTo>
                  <a:lnTo>
                    <a:pt x="687360" y="831445"/>
                  </a:lnTo>
                  <a:lnTo>
                    <a:pt x="689824" y="831445"/>
                  </a:lnTo>
                  <a:lnTo>
                    <a:pt x="692287" y="831445"/>
                  </a:lnTo>
                  <a:lnTo>
                    <a:pt x="694751" y="831445"/>
                  </a:lnTo>
                  <a:lnTo>
                    <a:pt x="697215" y="831445"/>
                  </a:lnTo>
                  <a:lnTo>
                    <a:pt x="699678" y="831445"/>
                  </a:lnTo>
                  <a:lnTo>
                    <a:pt x="702142" y="831445"/>
                  </a:lnTo>
                  <a:lnTo>
                    <a:pt x="704606" y="831445"/>
                  </a:lnTo>
                  <a:lnTo>
                    <a:pt x="707069" y="831445"/>
                  </a:lnTo>
                  <a:lnTo>
                    <a:pt x="709533" y="831445"/>
                  </a:lnTo>
                  <a:lnTo>
                    <a:pt x="711997" y="831445"/>
                  </a:lnTo>
                  <a:lnTo>
                    <a:pt x="714460" y="831445"/>
                  </a:lnTo>
                  <a:lnTo>
                    <a:pt x="716924" y="831445"/>
                  </a:lnTo>
                  <a:lnTo>
                    <a:pt x="719388" y="831445"/>
                  </a:lnTo>
                  <a:lnTo>
                    <a:pt x="721851" y="831445"/>
                  </a:lnTo>
                  <a:lnTo>
                    <a:pt x="724315" y="831445"/>
                  </a:lnTo>
                  <a:lnTo>
                    <a:pt x="726778" y="831445"/>
                  </a:lnTo>
                  <a:lnTo>
                    <a:pt x="729242" y="831445"/>
                  </a:lnTo>
                  <a:lnTo>
                    <a:pt x="731706" y="831445"/>
                  </a:lnTo>
                  <a:lnTo>
                    <a:pt x="734169" y="831445"/>
                  </a:lnTo>
                  <a:lnTo>
                    <a:pt x="736633" y="831445"/>
                  </a:lnTo>
                  <a:lnTo>
                    <a:pt x="739097" y="831445"/>
                  </a:lnTo>
                  <a:lnTo>
                    <a:pt x="741560" y="831445"/>
                  </a:lnTo>
                  <a:lnTo>
                    <a:pt x="744024" y="831445"/>
                  </a:lnTo>
                  <a:lnTo>
                    <a:pt x="746488" y="831445"/>
                  </a:lnTo>
                  <a:lnTo>
                    <a:pt x="748951" y="831445"/>
                  </a:lnTo>
                  <a:lnTo>
                    <a:pt x="751415" y="831445"/>
                  </a:lnTo>
                  <a:lnTo>
                    <a:pt x="753879" y="831445"/>
                  </a:lnTo>
                  <a:lnTo>
                    <a:pt x="756342" y="831445"/>
                  </a:lnTo>
                  <a:lnTo>
                    <a:pt x="758806" y="831445"/>
                  </a:lnTo>
                  <a:lnTo>
                    <a:pt x="761270" y="831445"/>
                  </a:lnTo>
                  <a:lnTo>
                    <a:pt x="763733" y="831445"/>
                  </a:lnTo>
                  <a:lnTo>
                    <a:pt x="766197" y="831445"/>
                  </a:lnTo>
                  <a:lnTo>
                    <a:pt x="768661" y="831445"/>
                  </a:lnTo>
                  <a:lnTo>
                    <a:pt x="771124" y="831445"/>
                  </a:lnTo>
                  <a:lnTo>
                    <a:pt x="773588" y="831445"/>
                  </a:lnTo>
                  <a:lnTo>
                    <a:pt x="776052" y="831445"/>
                  </a:lnTo>
                  <a:lnTo>
                    <a:pt x="778515" y="831445"/>
                  </a:lnTo>
                  <a:lnTo>
                    <a:pt x="780979" y="831445"/>
                  </a:lnTo>
                  <a:lnTo>
                    <a:pt x="783443" y="831445"/>
                  </a:lnTo>
                  <a:lnTo>
                    <a:pt x="785906" y="831445"/>
                  </a:lnTo>
                  <a:lnTo>
                    <a:pt x="788370" y="831445"/>
                  </a:lnTo>
                  <a:lnTo>
                    <a:pt x="790834" y="831445"/>
                  </a:lnTo>
                  <a:lnTo>
                    <a:pt x="793297" y="831445"/>
                  </a:lnTo>
                  <a:lnTo>
                    <a:pt x="795761" y="831445"/>
                  </a:lnTo>
                  <a:lnTo>
                    <a:pt x="798225" y="831445"/>
                  </a:lnTo>
                  <a:lnTo>
                    <a:pt x="800688" y="831445"/>
                  </a:lnTo>
                  <a:lnTo>
                    <a:pt x="803152" y="831445"/>
                  </a:lnTo>
                  <a:lnTo>
                    <a:pt x="805616" y="831445"/>
                  </a:lnTo>
                  <a:lnTo>
                    <a:pt x="808079" y="831445"/>
                  </a:lnTo>
                  <a:lnTo>
                    <a:pt x="810543" y="831445"/>
                  </a:lnTo>
                  <a:lnTo>
                    <a:pt x="813006" y="831445"/>
                  </a:lnTo>
                  <a:lnTo>
                    <a:pt x="815470" y="831445"/>
                  </a:lnTo>
                  <a:lnTo>
                    <a:pt x="817934" y="831445"/>
                  </a:lnTo>
                  <a:lnTo>
                    <a:pt x="820397" y="831445"/>
                  </a:lnTo>
                  <a:lnTo>
                    <a:pt x="822861" y="831445"/>
                  </a:lnTo>
                  <a:lnTo>
                    <a:pt x="825325" y="831445"/>
                  </a:lnTo>
                  <a:lnTo>
                    <a:pt x="827788" y="831445"/>
                  </a:lnTo>
                  <a:lnTo>
                    <a:pt x="830252" y="831445"/>
                  </a:lnTo>
                  <a:lnTo>
                    <a:pt x="832716" y="831445"/>
                  </a:lnTo>
                  <a:lnTo>
                    <a:pt x="835179" y="831445"/>
                  </a:lnTo>
                  <a:lnTo>
                    <a:pt x="837643" y="831445"/>
                  </a:lnTo>
                  <a:lnTo>
                    <a:pt x="840107" y="831445"/>
                  </a:lnTo>
                  <a:lnTo>
                    <a:pt x="842570" y="831445"/>
                  </a:lnTo>
                  <a:lnTo>
                    <a:pt x="845034" y="831445"/>
                  </a:lnTo>
                  <a:lnTo>
                    <a:pt x="847498" y="831445"/>
                  </a:lnTo>
                  <a:lnTo>
                    <a:pt x="849961" y="831445"/>
                  </a:lnTo>
                  <a:lnTo>
                    <a:pt x="852425" y="831445"/>
                  </a:lnTo>
                  <a:lnTo>
                    <a:pt x="854889" y="831445"/>
                  </a:lnTo>
                  <a:lnTo>
                    <a:pt x="857352" y="831445"/>
                  </a:lnTo>
                  <a:lnTo>
                    <a:pt x="859816" y="831445"/>
                  </a:lnTo>
                  <a:lnTo>
                    <a:pt x="862280" y="831445"/>
                  </a:lnTo>
                  <a:lnTo>
                    <a:pt x="864743" y="831445"/>
                  </a:lnTo>
                  <a:lnTo>
                    <a:pt x="867207" y="831445"/>
                  </a:lnTo>
                  <a:lnTo>
                    <a:pt x="869671" y="831445"/>
                  </a:lnTo>
                  <a:lnTo>
                    <a:pt x="872134" y="831445"/>
                  </a:lnTo>
                  <a:lnTo>
                    <a:pt x="874598" y="831445"/>
                  </a:lnTo>
                  <a:lnTo>
                    <a:pt x="877062" y="831445"/>
                  </a:lnTo>
                  <a:lnTo>
                    <a:pt x="879525" y="831445"/>
                  </a:lnTo>
                  <a:lnTo>
                    <a:pt x="881989" y="831445"/>
                  </a:lnTo>
                  <a:lnTo>
                    <a:pt x="884453" y="831445"/>
                  </a:lnTo>
                  <a:lnTo>
                    <a:pt x="886916" y="831445"/>
                  </a:lnTo>
                  <a:lnTo>
                    <a:pt x="889380" y="831445"/>
                  </a:lnTo>
                  <a:lnTo>
                    <a:pt x="891844" y="831445"/>
                  </a:lnTo>
                  <a:lnTo>
                    <a:pt x="894307" y="831445"/>
                  </a:lnTo>
                  <a:lnTo>
                    <a:pt x="896771" y="831445"/>
                  </a:lnTo>
                  <a:lnTo>
                    <a:pt x="899235" y="831445"/>
                  </a:lnTo>
                  <a:lnTo>
                    <a:pt x="901698" y="831445"/>
                  </a:lnTo>
                  <a:lnTo>
                    <a:pt x="904162" y="831445"/>
                  </a:lnTo>
                  <a:lnTo>
                    <a:pt x="906625" y="831445"/>
                  </a:lnTo>
                  <a:lnTo>
                    <a:pt x="909089" y="831445"/>
                  </a:lnTo>
                  <a:lnTo>
                    <a:pt x="911553" y="831445"/>
                  </a:lnTo>
                  <a:lnTo>
                    <a:pt x="914016" y="831445"/>
                  </a:lnTo>
                  <a:lnTo>
                    <a:pt x="916480" y="831445"/>
                  </a:lnTo>
                  <a:lnTo>
                    <a:pt x="918944" y="831445"/>
                  </a:lnTo>
                  <a:lnTo>
                    <a:pt x="921407" y="831445"/>
                  </a:lnTo>
                  <a:lnTo>
                    <a:pt x="923871" y="831445"/>
                  </a:lnTo>
                  <a:lnTo>
                    <a:pt x="926335" y="831445"/>
                  </a:lnTo>
                  <a:lnTo>
                    <a:pt x="928798" y="831445"/>
                  </a:lnTo>
                  <a:lnTo>
                    <a:pt x="931262" y="831445"/>
                  </a:lnTo>
                  <a:lnTo>
                    <a:pt x="933726" y="831445"/>
                  </a:lnTo>
                  <a:lnTo>
                    <a:pt x="936189" y="831445"/>
                  </a:lnTo>
                  <a:lnTo>
                    <a:pt x="938653" y="831445"/>
                  </a:lnTo>
                  <a:lnTo>
                    <a:pt x="941117" y="831445"/>
                  </a:lnTo>
                  <a:lnTo>
                    <a:pt x="943580" y="831445"/>
                  </a:lnTo>
                  <a:lnTo>
                    <a:pt x="946044" y="831445"/>
                  </a:lnTo>
                  <a:lnTo>
                    <a:pt x="948508" y="831445"/>
                  </a:lnTo>
                  <a:lnTo>
                    <a:pt x="950971" y="831445"/>
                  </a:lnTo>
                  <a:lnTo>
                    <a:pt x="953435" y="831445"/>
                  </a:lnTo>
                  <a:lnTo>
                    <a:pt x="955899" y="831445"/>
                  </a:lnTo>
                  <a:lnTo>
                    <a:pt x="958362" y="831445"/>
                  </a:lnTo>
                  <a:lnTo>
                    <a:pt x="960826" y="831445"/>
                  </a:lnTo>
                  <a:lnTo>
                    <a:pt x="963290" y="831445"/>
                  </a:lnTo>
                  <a:lnTo>
                    <a:pt x="965753" y="831445"/>
                  </a:lnTo>
                  <a:lnTo>
                    <a:pt x="968217" y="831445"/>
                  </a:lnTo>
                  <a:lnTo>
                    <a:pt x="970681" y="831445"/>
                  </a:lnTo>
                  <a:lnTo>
                    <a:pt x="973144" y="831445"/>
                  </a:lnTo>
                  <a:lnTo>
                    <a:pt x="975608" y="831445"/>
                  </a:lnTo>
                  <a:lnTo>
                    <a:pt x="978072" y="831445"/>
                  </a:lnTo>
                  <a:lnTo>
                    <a:pt x="980535" y="831445"/>
                  </a:lnTo>
                  <a:lnTo>
                    <a:pt x="982999" y="831445"/>
                  </a:lnTo>
                  <a:lnTo>
                    <a:pt x="985463" y="831445"/>
                  </a:lnTo>
                  <a:lnTo>
                    <a:pt x="987926" y="831445"/>
                  </a:lnTo>
                  <a:lnTo>
                    <a:pt x="990390" y="831445"/>
                  </a:lnTo>
                  <a:lnTo>
                    <a:pt x="992853" y="831445"/>
                  </a:lnTo>
                  <a:lnTo>
                    <a:pt x="995317" y="831445"/>
                  </a:lnTo>
                  <a:lnTo>
                    <a:pt x="997781" y="831445"/>
                  </a:lnTo>
                  <a:lnTo>
                    <a:pt x="1000244" y="831445"/>
                  </a:lnTo>
                  <a:lnTo>
                    <a:pt x="1002708" y="831445"/>
                  </a:lnTo>
                  <a:lnTo>
                    <a:pt x="1005172" y="831445"/>
                  </a:lnTo>
                  <a:lnTo>
                    <a:pt x="1007635" y="831445"/>
                  </a:lnTo>
                  <a:lnTo>
                    <a:pt x="1010099" y="831445"/>
                  </a:lnTo>
                  <a:lnTo>
                    <a:pt x="1012563" y="831445"/>
                  </a:lnTo>
                  <a:lnTo>
                    <a:pt x="1015026" y="831445"/>
                  </a:lnTo>
                  <a:lnTo>
                    <a:pt x="1017490" y="831445"/>
                  </a:lnTo>
                  <a:lnTo>
                    <a:pt x="1019954" y="831445"/>
                  </a:lnTo>
                  <a:lnTo>
                    <a:pt x="1022417" y="831445"/>
                  </a:lnTo>
                  <a:lnTo>
                    <a:pt x="1024881" y="831445"/>
                  </a:lnTo>
                  <a:lnTo>
                    <a:pt x="1027345" y="831445"/>
                  </a:lnTo>
                  <a:lnTo>
                    <a:pt x="1029808" y="831445"/>
                  </a:lnTo>
                  <a:lnTo>
                    <a:pt x="1032272" y="831445"/>
                  </a:lnTo>
                  <a:lnTo>
                    <a:pt x="1034736" y="831445"/>
                  </a:lnTo>
                  <a:lnTo>
                    <a:pt x="1037199" y="831445"/>
                  </a:lnTo>
                  <a:lnTo>
                    <a:pt x="1039663" y="831445"/>
                  </a:lnTo>
                  <a:lnTo>
                    <a:pt x="1042127" y="831445"/>
                  </a:lnTo>
                  <a:lnTo>
                    <a:pt x="1044590" y="831445"/>
                  </a:lnTo>
                  <a:lnTo>
                    <a:pt x="1047054" y="831445"/>
                  </a:lnTo>
                  <a:lnTo>
                    <a:pt x="1049518" y="831445"/>
                  </a:lnTo>
                  <a:lnTo>
                    <a:pt x="1051981" y="831445"/>
                  </a:lnTo>
                  <a:lnTo>
                    <a:pt x="1054445" y="831445"/>
                  </a:lnTo>
                  <a:lnTo>
                    <a:pt x="1056909" y="831445"/>
                  </a:lnTo>
                  <a:lnTo>
                    <a:pt x="1059372" y="831445"/>
                  </a:lnTo>
                  <a:lnTo>
                    <a:pt x="1061836" y="831445"/>
                  </a:lnTo>
                  <a:lnTo>
                    <a:pt x="1064300" y="831445"/>
                  </a:lnTo>
                  <a:lnTo>
                    <a:pt x="1066763" y="831445"/>
                  </a:lnTo>
                  <a:lnTo>
                    <a:pt x="1069227" y="831445"/>
                  </a:lnTo>
                  <a:lnTo>
                    <a:pt x="1071691" y="831445"/>
                  </a:lnTo>
                  <a:lnTo>
                    <a:pt x="1074154" y="831445"/>
                  </a:lnTo>
                  <a:lnTo>
                    <a:pt x="1076618" y="831445"/>
                  </a:lnTo>
                  <a:lnTo>
                    <a:pt x="1079082" y="831445"/>
                  </a:lnTo>
                  <a:lnTo>
                    <a:pt x="1081545" y="831445"/>
                  </a:lnTo>
                  <a:lnTo>
                    <a:pt x="1084009" y="831445"/>
                  </a:lnTo>
                  <a:lnTo>
                    <a:pt x="1086472" y="831445"/>
                  </a:lnTo>
                  <a:lnTo>
                    <a:pt x="1088936" y="831445"/>
                  </a:lnTo>
                  <a:lnTo>
                    <a:pt x="1091400" y="831445"/>
                  </a:lnTo>
                  <a:lnTo>
                    <a:pt x="1093863" y="831445"/>
                  </a:lnTo>
                  <a:lnTo>
                    <a:pt x="1096327" y="831445"/>
                  </a:lnTo>
                  <a:lnTo>
                    <a:pt x="1098791" y="831445"/>
                  </a:lnTo>
                  <a:lnTo>
                    <a:pt x="1101254" y="831445"/>
                  </a:lnTo>
                  <a:lnTo>
                    <a:pt x="1103718" y="831445"/>
                  </a:lnTo>
                  <a:lnTo>
                    <a:pt x="1106182" y="831445"/>
                  </a:lnTo>
                  <a:lnTo>
                    <a:pt x="1108645" y="831445"/>
                  </a:lnTo>
                  <a:lnTo>
                    <a:pt x="1111109" y="831445"/>
                  </a:lnTo>
                  <a:lnTo>
                    <a:pt x="1113573" y="831445"/>
                  </a:lnTo>
                  <a:lnTo>
                    <a:pt x="1116036" y="831445"/>
                  </a:lnTo>
                  <a:lnTo>
                    <a:pt x="1118500" y="831445"/>
                  </a:lnTo>
                  <a:lnTo>
                    <a:pt x="1120964" y="831445"/>
                  </a:lnTo>
                  <a:lnTo>
                    <a:pt x="1123427" y="831445"/>
                  </a:lnTo>
                  <a:lnTo>
                    <a:pt x="1125891" y="831445"/>
                  </a:lnTo>
                  <a:lnTo>
                    <a:pt x="1128355" y="831445"/>
                  </a:lnTo>
                  <a:lnTo>
                    <a:pt x="1130818" y="831445"/>
                  </a:lnTo>
                  <a:lnTo>
                    <a:pt x="1133282" y="831445"/>
                  </a:lnTo>
                  <a:lnTo>
                    <a:pt x="1135746" y="831445"/>
                  </a:lnTo>
                  <a:lnTo>
                    <a:pt x="1138209" y="831445"/>
                  </a:lnTo>
                  <a:lnTo>
                    <a:pt x="1140673" y="831445"/>
                  </a:lnTo>
                  <a:lnTo>
                    <a:pt x="1143137" y="831445"/>
                  </a:lnTo>
                  <a:lnTo>
                    <a:pt x="1145600" y="831445"/>
                  </a:lnTo>
                  <a:lnTo>
                    <a:pt x="1148064" y="831445"/>
                  </a:lnTo>
                  <a:lnTo>
                    <a:pt x="1150528" y="831445"/>
                  </a:lnTo>
                  <a:lnTo>
                    <a:pt x="1152991" y="831445"/>
                  </a:lnTo>
                  <a:lnTo>
                    <a:pt x="1155455" y="831445"/>
                  </a:lnTo>
                  <a:lnTo>
                    <a:pt x="1157919" y="831445"/>
                  </a:lnTo>
                  <a:lnTo>
                    <a:pt x="1160382" y="831445"/>
                  </a:lnTo>
                  <a:lnTo>
                    <a:pt x="1162846" y="831445"/>
                  </a:lnTo>
                  <a:lnTo>
                    <a:pt x="1165310" y="831445"/>
                  </a:lnTo>
                  <a:lnTo>
                    <a:pt x="1167773" y="831445"/>
                  </a:lnTo>
                  <a:lnTo>
                    <a:pt x="1170237" y="831445"/>
                  </a:lnTo>
                  <a:lnTo>
                    <a:pt x="1172701" y="831445"/>
                  </a:lnTo>
                  <a:lnTo>
                    <a:pt x="1175164" y="831445"/>
                  </a:lnTo>
                  <a:lnTo>
                    <a:pt x="1177628" y="831445"/>
                  </a:lnTo>
                  <a:lnTo>
                    <a:pt x="1180091" y="831445"/>
                  </a:lnTo>
                  <a:lnTo>
                    <a:pt x="1182555" y="831445"/>
                  </a:lnTo>
                  <a:lnTo>
                    <a:pt x="1185019" y="831445"/>
                  </a:lnTo>
                  <a:lnTo>
                    <a:pt x="1187482" y="831445"/>
                  </a:lnTo>
                  <a:lnTo>
                    <a:pt x="1189946" y="831445"/>
                  </a:lnTo>
                  <a:lnTo>
                    <a:pt x="1192410" y="831445"/>
                  </a:lnTo>
                  <a:lnTo>
                    <a:pt x="1194873" y="831445"/>
                  </a:lnTo>
                  <a:lnTo>
                    <a:pt x="1197337" y="831445"/>
                  </a:lnTo>
                  <a:lnTo>
                    <a:pt x="1199801" y="831445"/>
                  </a:lnTo>
                  <a:lnTo>
                    <a:pt x="1202264" y="831445"/>
                  </a:lnTo>
                  <a:lnTo>
                    <a:pt x="1204728" y="831445"/>
                  </a:lnTo>
                  <a:lnTo>
                    <a:pt x="1207192" y="831445"/>
                  </a:lnTo>
                  <a:lnTo>
                    <a:pt x="1209655" y="831445"/>
                  </a:lnTo>
                  <a:lnTo>
                    <a:pt x="1212119" y="831445"/>
                  </a:lnTo>
                  <a:lnTo>
                    <a:pt x="1214583" y="831445"/>
                  </a:lnTo>
                  <a:lnTo>
                    <a:pt x="1217046" y="831445"/>
                  </a:lnTo>
                  <a:lnTo>
                    <a:pt x="1219510" y="831445"/>
                  </a:lnTo>
                  <a:lnTo>
                    <a:pt x="1221974" y="831445"/>
                  </a:lnTo>
                  <a:lnTo>
                    <a:pt x="1224437" y="831445"/>
                  </a:lnTo>
                  <a:lnTo>
                    <a:pt x="1226901" y="831445"/>
                  </a:lnTo>
                  <a:lnTo>
                    <a:pt x="1229365" y="831445"/>
                  </a:lnTo>
                  <a:lnTo>
                    <a:pt x="1231828" y="831445"/>
                  </a:lnTo>
                  <a:lnTo>
                    <a:pt x="1234292" y="831445"/>
                  </a:lnTo>
                  <a:lnTo>
                    <a:pt x="1236756" y="831445"/>
                  </a:lnTo>
                  <a:lnTo>
                    <a:pt x="1239219" y="831445"/>
                  </a:lnTo>
                  <a:lnTo>
                    <a:pt x="1241683" y="831445"/>
                  </a:lnTo>
                  <a:lnTo>
                    <a:pt x="1244147" y="831445"/>
                  </a:lnTo>
                  <a:lnTo>
                    <a:pt x="1246610" y="831445"/>
                  </a:lnTo>
                  <a:lnTo>
                    <a:pt x="1249074" y="831445"/>
                  </a:lnTo>
                  <a:lnTo>
                    <a:pt x="1251538" y="831445"/>
                  </a:lnTo>
                  <a:lnTo>
                    <a:pt x="1254001" y="831445"/>
                  </a:lnTo>
                  <a:lnTo>
                    <a:pt x="1256465" y="831445"/>
                  </a:lnTo>
                  <a:lnTo>
                    <a:pt x="1258929" y="831445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3957616" y="1610895"/>
              <a:ext cx="1258929" cy="514891"/>
            </a:xfrm>
            <a:custGeom>
              <a:avLst/>
              <a:pathLst>
                <a:path w="1258929" h="514891">
                  <a:moveTo>
                    <a:pt x="0" y="514891"/>
                  </a:moveTo>
                  <a:lnTo>
                    <a:pt x="2463" y="514891"/>
                  </a:lnTo>
                  <a:lnTo>
                    <a:pt x="4927" y="514891"/>
                  </a:lnTo>
                  <a:lnTo>
                    <a:pt x="7390" y="514891"/>
                  </a:lnTo>
                  <a:lnTo>
                    <a:pt x="9854" y="514891"/>
                  </a:lnTo>
                  <a:lnTo>
                    <a:pt x="12318" y="514891"/>
                  </a:lnTo>
                  <a:lnTo>
                    <a:pt x="14781" y="514891"/>
                  </a:lnTo>
                  <a:lnTo>
                    <a:pt x="17245" y="514891"/>
                  </a:lnTo>
                  <a:lnTo>
                    <a:pt x="19709" y="514890"/>
                  </a:lnTo>
                  <a:lnTo>
                    <a:pt x="22172" y="514890"/>
                  </a:lnTo>
                  <a:lnTo>
                    <a:pt x="24636" y="514890"/>
                  </a:lnTo>
                  <a:lnTo>
                    <a:pt x="27100" y="514890"/>
                  </a:lnTo>
                  <a:lnTo>
                    <a:pt x="29563" y="514889"/>
                  </a:lnTo>
                  <a:lnTo>
                    <a:pt x="32027" y="514889"/>
                  </a:lnTo>
                  <a:lnTo>
                    <a:pt x="34491" y="514888"/>
                  </a:lnTo>
                  <a:lnTo>
                    <a:pt x="36954" y="514887"/>
                  </a:lnTo>
                  <a:lnTo>
                    <a:pt x="39418" y="514887"/>
                  </a:lnTo>
                  <a:lnTo>
                    <a:pt x="41882" y="514885"/>
                  </a:lnTo>
                  <a:lnTo>
                    <a:pt x="44345" y="514884"/>
                  </a:lnTo>
                  <a:lnTo>
                    <a:pt x="46809" y="514882"/>
                  </a:lnTo>
                  <a:lnTo>
                    <a:pt x="49273" y="514880"/>
                  </a:lnTo>
                  <a:lnTo>
                    <a:pt x="51736" y="514877"/>
                  </a:lnTo>
                  <a:lnTo>
                    <a:pt x="54200" y="514874"/>
                  </a:lnTo>
                  <a:lnTo>
                    <a:pt x="56664" y="514870"/>
                  </a:lnTo>
                  <a:lnTo>
                    <a:pt x="59127" y="514865"/>
                  </a:lnTo>
                  <a:lnTo>
                    <a:pt x="61591" y="514860"/>
                  </a:lnTo>
                  <a:lnTo>
                    <a:pt x="64055" y="514853"/>
                  </a:lnTo>
                  <a:lnTo>
                    <a:pt x="66518" y="514845"/>
                  </a:lnTo>
                  <a:lnTo>
                    <a:pt x="68982" y="514835"/>
                  </a:lnTo>
                  <a:lnTo>
                    <a:pt x="71446" y="514823"/>
                  </a:lnTo>
                  <a:lnTo>
                    <a:pt x="73909" y="514809"/>
                  </a:lnTo>
                  <a:lnTo>
                    <a:pt x="76373" y="514793"/>
                  </a:lnTo>
                  <a:lnTo>
                    <a:pt x="78837" y="514773"/>
                  </a:lnTo>
                  <a:lnTo>
                    <a:pt x="81300" y="514750"/>
                  </a:lnTo>
                  <a:lnTo>
                    <a:pt x="83764" y="514723"/>
                  </a:lnTo>
                  <a:lnTo>
                    <a:pt x="86228" y="514693"/>
                  </a:lnTo>
                  <a:lnTo>
                    <a:pt x="88691" y="514656"/>
                  </a:lnTo>
                  <a:lnTo>
                    <a:pt x="91155" y="514613"/>
                  </a:lnTo>
                  <a:lnTo>
                    <a:pt x="93618" y="514564"/>
                  </a:lnTo>
                  <a:lnTo>
                    <a:pt x="96082" y="514508"/>
                  </a:lnTo>
                  <a:lnTo>
                    <a:pt x="98546" y="514443"/>
                  </a:lnTo>
                  <a:lnTo>
                    <a:pt x="101009" y="514369"/>
                  </a:lnTo>
                  <a:lnTo>
                    <a:pt x="103473" y="514282"/>
                  </a:lnTo>
                  <a:lnTo>
                    <a:pt x="105937" y="514185"/>
                  </a:lnTo>
                  <a:lnTo>
                    <a:pt x="108400" y="514074"/>
                  </a:lnTo>
                  <a:lnTo>
                    <a:pt x="110864" y="513950"/>
                  </a:lnTo>
                  <a:lnTo>
                    <a:pt x="113328" y="513808"/>
                  </a:lnTo>
                  <a:lnTo>
                    <a:pt x="115791" y="513646"/>
                  </a:lnTo>
                  <a:lnTo>
                    <a:pt x="118255" y="513466"/>
                  </a:lnTo>
                  <a:lnTo>
                    <a:pt x="120719" y="513265"/>
                  </a:lnTo>
                  <a:lnTo>
                    <a:pt x="123182" y="513041"/>
                  </a:lnTo>
                  <a:lnTo>
                    <a:pt x="125646" y="512790"/>
                  </a:lnTo>
                  <a:lnTo>
                    <a:pt x="128110" y="512507"/>
                  </a:lnTo>
                  <a:lnTo>
                    <a:pt x="130573" y="512196"/>
                  </a:lnTo>
                  <a:lnTo>
                    <a:pt x="133037" y="511853"/>
                  </a:lnTo>
                  <a:lnTo>
                    <a:pt x="135501" y="511478"/>
                  </a:lnTo>
                  <a:lnTo>
                    <a:pt x="137964" y="511061"/>
                  </a:lnTo>
                  <a:lnTo>
                    <a:pt x="140428" y="510600"/>
                  </a:lnTo>
                  <a:lnTo>
                    <a:pt x="142892" y="510098"/>
                  </a:lnTo>
                  <a:lnTo>
                    <a:pt x="145355" y="509553"/>
                  </a:lnTo>
                  <a:lnTo>
                    <a:pt x="147819" y="508963"/>
                  </a:lnTo>
                  <a:lnTo>
                    <a:pt x="150283" y="508317"/>
                  </a:lnTo>
                  <a:lnTo>
                    <a:pt x="152746" y="507612"/>
                  </a:lnTo>
                  <a:lnTo>
                    <a:pt x="155210" y="506855"/>
                  </a:lnTo>
                  <a:lnTo>
                    <a:pt x="157674" y="506042"/>
                  </a:lnTo>
                  <a:lnTo>
                    <a:pt x="160137" y="505173"/>
                  </a:lnTo>
                  <a:lnTo>
                    <a:pt x="162601" y="504235"/>
                  </a:lnTo>
                  <a:lnTo>
                    <a:pt x="165065" y="503226"/>
                  </a:lnTo>
                  <a:lnTo>
                    <a:pt x="167528" y="502156"/>
                  </a:lnTo>
                  <a:lnTo>
                    <a:pt x="169992" y="501022"/>
                  </a:lnTo>
                  <a:lnTo>
                    <a:pt x="172456" y="499823"/>
                  </a:lnTo>
                  <a:lnTo>
                    <a:pt x="174919" y="498549"/>
                  </a:lnTo>
                  <a:lnTo>
                    <a:pt x="177383" y="497198"/>
                  </a:lnTo>
                  <a:lnTo>
                    <a:pt x="179847" y="495783"/>
                  </a:lnTo>
                  <a:lnTo>
                    <a:pt x="182310" y="494302"/>
                  </a:lnTo>
                  <a:lnTo>
                    <a:pt x="184774" y="492757"/>
                  </a:lnTo>
                  <a:lnTo>
                    <a:pt x="187237" y="491138"/>
                  </a:lnTo>
                  <a:lnTo>
                    <a:pt x="189701" y="489448"/>
                  </a:lnTo>
                  <a:lnTo>
                    <a:pt x="192165" y="487700"/>
                  </a:lnTo>
                  <a:lnTo>
                    <a:pt x="194628" y="485895"/>
                  </a:lnTo>
                  <a:lnTo>
                    <a:pt x="197092" y="484035"/>
                  </a:lnTo>
                  <a:lnTo>
                    <a:pt x="199556" y="482116"/>
                  </a:lnTo>
                  <a:lnTo>
                    <a:pt x="202019" y="480143"/>
                  </a:lnTo>
                  <a:lnTo>
                    <a:pt x="204483" y="478128"/>
                  </a:lnTo>
                  <a:lnTo>
                    <a:pt x="206947" y="476075"/>
                  </a:lnTo>
                  <a:lnTo>
                    <a:pt x="209410" y="473987"/>
                  </a:lnTo>
                  <a:lnTo>
                    <a:pt x="211874" y="471865"/>
                  </a:lnTo>
                  <a:lnTo>
                    <a:pt x="214338" y="469716"/>
                  </a:lnTo>
                  <a:lnTo>
                    <a:pt x="216801" y="467549"/>
                  </a:lnTo>
                  <a:lnTo>
                    <a:pt x="219265" y="465369"/>
                  </a:lnTo>
                  <a:lnTo>
                    <a:pt x="221729" y="463180"/>
                  </a:lnTo>
                  <a:lnTo>
                    <a:pt x="224192" y="460988"/>
                  </a:lnTo>
                  <a:lnTo>
                    <a:pt x="226656" y="458799"/>
                  </a:lnTo>
                  <a:lnTo>
                    <a:pt x="229120" y="456619"/>
                  </a:lnTo>
                  <a:lnTo>
                    <a:pt x="231583" y="454450"/>
                  </a:lnTo>
                  <a:lnTo>
                    <a:pt x="234047" y="452297"/>
                  </a:lnTo>
                  <a:lnTo>
                    <a:pt x="236511" y="450168"/>
                  </a:lnTo>
                  <a:lnTo>
                    <a:pt x="238974" y="448068"/>
                  </a:lnTo>
                  <a:lnTo>
                    <a:pt x="241438" y="445996"/>
                  </a:lnTo>
                  <a:lnTo>
                    <a:pt x="243902" y="443954"/>
                  </a:lnTo>
                  <a:lnTo>
                    <a:pt x="246365" y="441944"/>
                  </a:lnTo>
                  <a:lnTo>
                    <a:pt x="248829" y="439975"/>
                  </a:lnTo>
                  <a:lnTo>
                    <a:pt x="251293" y="438047"/>
                  </a:lnTo>
                  <a:lnTo>
                    <a:pt x="253756" y="436156"/>
                  </a:lnTo>
                  <a:lnTo>
                    <a:pt x="256220" y="434301"/>
                  </a:lnTo>
                  <a:lnTo>
                    <a:pt x="258684" y="432483"/>
                  </a:lnTo>
                  <a:lnTo>
                    <a:pt x="261147" y="430706"/>
                  </a:lnTo>
                  <a:lnTo>
                    <a:pt x="263611" y="428970"/>
                  </a:lnTo>
                  <a:lnTo>
                    <a:pt x="266075" y="427266"/>
                  </a:lnTo>
                  <a:lnTo>
                    <a:pt x="268538" y="425592"/>
                  </a:lnTo>
                  <a:lnTo>
                    <a:pt x="271002" y="423948"/>
                  </a:lnTo>
                  <a:lnTo>
                    <a:pt x="273465" y="422334"/>
                  </a:lnTo>
                  <a:lnTo>
                    <a:pt x="275929" y="420747"/>
                  </a:lnTo>
                  <a:lnTo>
                    <a:pt x="278393" y="419180"/>
                  </a:lnTo>
                  <a:lnTo>
                    <a:pt x="280856" y="417629"/>
                  </a:lnTo>
                  <a:lnTo>
                    <a:pt x="283320" y="416093"/>
                  </a:lnTo>
                  <a:lnTo>
                    <a:pt x="285784" y="414569"/>
                  </a:lnTo>
                  <a:lnTo>
                    <a:pt x="288247" y="413052"/>
                  </a:lnTo>
                  <a:lnTo>
                    <a:pt x="290711" y="411538"/>
                  </a:lnTo>
                  <a:lnTo>
                    <a:pt x="293175" y="410025"/>
                  </a:lnTo>
                  <a:lnTo>
                    <a:pt x="295638" y="408508"/>
                  </a:lnTo>
                  <a:lnTo>
                    <a:pt x="298102" y="406984"/>
                  </a:lnTo>
                  <a:lnTo>
                    <a:pt x="300566" y="405447"/>
                  </a:lnTo>
                  <a:lnTo>
                    <a:pt x="303029" y="403896"/>
                  </a:lnTo>
                  <a:lnTo>
                    <a:pt x="305493" y="402329"/>
                  </a:lnTo>
                  <a:lnTo>
                    <a:pt x="307957" y="400741"/>
                  </a:lnTo>
                  <a:lnTo>
                    <a:pt x="310420" y="399126"/>
                  </a:lnTo>
                  <a:lnTo>
                    <a:pt x="312884" y="397480"/>
                  </a:lnTo>
                  <a:lnTo>
                    <a:pt x="315348" y="395802"/>
                  </a:lnTo>
                  <a:lnTo>
                    <a:pt x="317811" y="394091"/>
                  </a:lnTo>
                  <a:lnTo>
                    <a:pt x="320275" y="392343"/>
                  </a:lnTo>
                  <a:lnTo>
                    <a:pt x="322739" y="390547"/>
                  </a:lnTo>
                  <a:lnTo>
                    <a:pt x="325202" y="388699"/>
                  </a:lnTo>
                  <a:lnTo>
                    <a:pt x="327666" y="386801"/>
                  </a:lnTo>
                  <a:lnTo>
                    <a:pt x="330130" y="384852"/>
                  </a:lnTo>
                  <a:lnTo>
                    <a:pt x="332593" y="382846"/>
                  </a:lnTo>
                  <a:lnTo>
                    <a:pt x="335057" y="380770"/>
                  </a:lnTo>
                  <a:lnTo>
                    <a:pt x="337521" y="378619"/>
                  </a:lnTo>
                  <a:lnTo>
                    <a:pt x="339984" y="376397"/>
                  </a:lnTo>
                  <a:lnTo>
                    <a:pt x="342448" y="374102"/>
                  </a:lnTo>
                  <a:lnTo>
                    <a:pt x="344912" y="371729"/>
                  </a:lnTo>
                  <a:lnTo>
                    <a:pt x="347375" y="369261"/>
                  </a:lnTo>
                  <a:lnTo>
                    <a:pt x="349839" y="366690"/>
                  </a:lnTo>
                  <a:lnTo>
                    <a:pt x="352303" y="364027"/>
                  </a:lnTo>
                  <a:lnTo>
                    <a:pt x="354766" y="361267"/>
                  </a:lnTo>
                  <a:lnTo>
                    <a:pt x="357230" y="358407"/>
                  </a:lnTo>
                  <a:lnTo>
                    <a:pt x="359694" y="355424"/>
                  </a:lnTo>
                  <a:lnTo>
                    <a:pt x="362157" y="352312"/>
                  </a:lnTo>
                  <a:lnTo>
                    <a:pt x="364621" y="349084"/>
                  </a:lnTo>
                  <a:lnTo>
                    <a:pt x="367084" y="345738"/>
                  </a:lnTo>
                  <a:lnTo>
                    <a:pt x="369548" y="342268"/>
                  </a:lnTo>
                  <a:lnTo>
                    <a:pt x="372012" y="338650"/>
                  </a:lnTo>
                  <a:lnTo>
                    <a:pt x="374475" y="334877"/>
                  </a:lnTo>
                  <a:lnTo>
                    <a:pt x="376939" y="330968"/>
                  </a:lnTo>
                  <a:lnTo>
                    <a:pt x="379403" y="326918"/>
                  </a:lnTo>
                  <a:lnTo>
                    <a:pt x="381866" y="322726"/>
                  </a:lnTo>
                  <a:lnTo>
                    <a:pt x="384330" y="318361"/>
                  </a:lnTo>
                  <a:lnTo>
                    <a:pt x="386794" y="313820"/>
                  </a:lnTo>
                  <a:lnTo>
                    <a:pt x="389257" y="309124"/>
                  </a:lnTo>
                  <a:lnTo>
                    <a:pt x="391721" y="304271"/>
                  </a:lnTo>
                  <a:lnTo>
                    <a:pt x="394185" y="299258"/>
                  </a:lnTo>
                  <a:lnTo>
                    <a:pt x="396648" y="294053"/>
                  </a:lnTo>
                  <a:lnTo>
                    <a:pt x="399112" y="288656"/>
                  </a:lnTo>
                  <a:lnTo>
                    <a:pt x="401576" y="283090"/>
                  </a:lnTo>
                  <a:lnTo>
                    <a:pt x="404039" y="277355"/>
                  </a:lnTo>
                  <a:lnTo>
                    <a:pt x="406503" y="271449"/>
                  </a:lnTo>
                  <a:lnTo>
                    <a:pt x="408967" y="265342"/>
                  </a:lnTo>
                  <a:lnTo>
                    <a:pt x="411430" y="259035"/>
                  </a:lnTo>
                  <a:lnTo>
                    <a:pt x="413894" y="252556"/>
                  </a:lnTo>
                  <a:lnTo>
                    <a:pt x="416358" y="245908"/>
                  </a:lnTo>
                  <a:lnTo>
                    <a:pt x="418821" y="239091"/>
                  </a:lnTo>
                  <a:lnTo>
                    <a:pt x="421285" y="232080"/>
                  </a:lnTo>
                  <a:lnTo>
                    <a:pt x="423749" y="224881"/>
                  </a:lnTo>
                  <a:lnTo>
                    <a:pt x="426212" y="217527"/>
                  </a:lnTo>
                  <a:lnTo>
                    <a:pt x="428676" y="210022"/>
                  </a:lnTo>
                  <a:lnTo>
                    <a:pt x="431140" y="202374"/>
                  </a:lnTo>
                  <a:lnTo>
                    <a:pt x="433603" y="194567"/>
                  </a:lnTo>
                  <a:lnTo>
                    <a:pt x="436067" y="186617"/>
                  </a:lnTo>
                  <a:lnTo>
                    <a:pt x="438531" y="178557"/>
                  </a:lnTo>
                  <a:lnTo>
                    <a:pt x="440994" y="170399"/>
                  </a:lnTo>
                  <a:lnTo>
                    <a:pt x="443458" y="162153"/>
                  </a:lnTo>
                  <a:lnTo>
                    <a:pt x="445922" y="153827"/>
                  </a:lnTo>
                  <a:lnTo>
                    <a:pt x="448385" y="145445"/>
                  </a:lnTo>
                  <a:lnTo>
                    <a:pt x="450849" y="137037"/>
                  </a:lnTo>
                  <a:lnTo>
                    <a:pt x="453312" y="128621"/>
                  </a:lnTo>
                  <a:lnTo>
                    <a:pt x="455776" y="120216"/>
                  </a:lnTo>
                  <a:lnTo>
                    <a:pt x="458240" y="111853"/>
                  </a:lnTo>
                  <a:lnTo>
                    <a:pt x="460703" y="103569"/>
                  </a:lnTo>
                  <a:lnTo>
                    <a:pt x="463167" y="95381"/>
                  </a:lnTo>
                  <a:lnTo>
                    <a:pt x="465631" y="87314"/>
                  </a:lnTo>
                  <a:lnTo>
                    <a:pt x="468094" y="79391"/>
                  </a:lnTo>
                  <a:lnTo>
                    <a:pt x="470558" y="71674"/>
                  </a:lnTo>
                  <a:lnTo>
                    <a:pt x="473022" y="64205"/>
                  </a:lnTo>
                  <a:lnTo>
                    <a:pt x="475485" y="56983"/>
                  </a:lnTo>
                  <a:lnTo>
                    <a:pt x="477949" y="50033"/>
                  </a:lnTo>
                  <a:lnTo>
                    <a:pt x="480413" y="43380"/>
                  </a:lnTo>
                  <a:lnTo>
                    <a:pt x="482876" y="37114"/>
                  </a:lnTo>
                  <a:lnTo>
                    <a:pt x="485340" y="31276"/>
                  </a:lnTo>
                  <a:lnTo>
                    <a:pt x="487804" y="25836"/>
                  </a:lnTo>
                  <a:lnTo>
                    <a:pt x="490267" y="20817"/>
                  </a:lnTo>
                  <a:lnTo>
                    <a:pt x="492731" y="16242"/>
                  </a:lnTo>
                  <a:lnTo>
                    <a:pt x="495195" y="12218"/>
                  </a:lnTo>
                  <a:lnTo>
                    <a:pt x="497658" y="8776"/>
                  </a:lnTo>
                  <a:lnTo>
                    <a:pt x="500122" y="5857"/>
                  </a:lnTo>
                  <a:lnTo>
                    <a:pt x="502586" y="3475"/>
                  </a:lnTo>
                  <a:lnTo>
                    <a:pt x="505049" y="1647"/>
                  </a:lnTo>
                  <a:lnTo>
                    <a:pt x="507513" y="483"/>
                  </a:lnTo>
                  <a:lnTo>
                    <a:pt x="509977" y="0"/>
                  </a:lnTo>
                  <a:lnTo>
                    <a:pt x="512440" y="109"/>
                  </a:lnTo>
                  <a:lnTo>
                    <a:pt x="514904" y="817"/>
                  </a:lnTo>
                  <a:lnTo>
                    <a:pt x="517368" y="2127"/>
                  </a:lnTo>
                  <a:lnTo>
                    <a:pt x="519831" y="4143"/>
                  </a:lnTo>
                  <a:lnTo>
                    <a:pt x="522295" y="6861"/>
                  </a:lnTo>
                  <a:lnTo>
                    <a:pt x="524759" y="10177"/>
                  </a:lnTo>
                  <a:lnTo>
                    <a:pt x="527222" y="14084"/>
                  </a:lnTo>
                  <a:lnTo>
                    <a:pt x="529686" y="18575"/>
                  </a:lnTo>
                  <a:lnTo>
                    <a:pt x="532150" y="23734"/>
                  </a:lnTo>
                  <a:lnTo>
                    <a:pt x="534613" y="29539"/>
                  </a:lnTo>
                  <a:lnTo>
                    <a:pt x="537077" y="35880"/>
                  </a:lnTo>
                  <a:lnTo>
                    <a:pt x="539541" y="42741"/>
                  </a:lnTo>
                  <a:lnTo>
                    <a:pt x="542004" y="50105"/>
                  </a:lnTo>
                  <a:lnTo>
                    <a:pt x="544468" y="58030"/>
                  </a:lnTo>
                  <a:lnTo>
                    <a:pt x="546931" y="66477"/>
                  </a:lnTo>
                  <a:lnTo>
                    <a:pt x="549395" y="75345"/>
                  </a:lnTo>
                  <a:lnTo>
                    <a:pt x="551859" y="84611"/>
                  </a:lnTo>
                  <a:lnTo>
                    <a:pt x="554322" y="94251"/>
                  </a:lnTo>
                  <a:lnTo>
                    <a:pt x="556786" y="104291"/>
                  </a:lnTo>
                  <a:lnTo>
                    <a:pt x="559250" y="114684"/>
                  </a:lnTo>
                  <a:lnTo>
                    <a:pt x="561713" y="125348"/>
                  </a:lnTo>
                  <a:lnTo>
                    <a:pt x="564177" y="136255"/>
                  </a:lnTo>
                  <a:lnTo>
                    <a:pt x="566641" y="147376"/>
                  </a:lnTo>
                  <a:lnTo>
                    <a:pt x="569104" y="158710"/>
                  </a:lnTo>
                  <a:lnTo>
                    <a:pt x="571568" y="170205"/>
                  </a:lnTo>
                  <a:lnTo>
                    <a:pt x="574032" y="181804"/>
                  </a:lnTo>
                  <a:lnTo>
                    <a:pt x="576495" y="193481"/>
                  </a:lnTo>
                  <a:lnTo>
                    <a:pt x="578959" y="205208"/>
                  </a:lnTo>
                  <a:lnTo>
                    <a:pt x="581423" y="216954"/>
                  </a:lnTo>
                  <a:lnTo>
                    <a:pt x="583886" y="228673"/>
                  </a:lnTo>
                  <a:lnTo>
                    <a:pt x="586350" y="240340"/>
                  </a:lnTo>
                  <a:lnTo>
                    <a:pt x="588814" y="251929"/>
                  </a:lnTo>
                  <a:lnTo>
                    <a:pt x="591277" y="263417"/>
                  </a:lnTo>
                  <a:lnTo>
                    <a:pt x="593741" y="274755"/>
                  </a:lnTo>
                  <a:lnTo>
                    <a:pt x="596205" y="285906"/>
                  </a:lnTo>
                  <a:lnTo>
                    <a:pt x="598668" y="296875"/>
                  </a:lnTo>
                  <a:lnTo>
                    <a:pt x="601132" y="307642"/>
                  </a:lnTo>
                  <a:lnTo>
                    <a:pt x="603596" y="318191"/>
                  </a:lnTo>
                  <a:lnTo>
                    <a:pt x="606059" y="328463"/>
                  </a:lnTo>
                  <a:lnTo>
                    <a:pt x="608523" y="338436"/>
                  </a:lnTo>
                  <a:lnTo>
                    <a:pt x="610987" y="348137"/>
                  </a:lnTo>
                  <a:lnTo>
                    <a:pt x="613450" y="357558"/>
                  </a:lnTo>
                  <a:lnTo>
                    <a:pt x="615914" y="366688"/>
                  </a:lnTo>
                  <a:lnTo>
                    <a:pt x="618378" y="375470"/>
                  </a:lnTo>
                  <a:lnTo>
                    <a:pt x="620841" y="383893"/>
                  </a:lnTo>
                  <a:lnTo>
                    <a:pt x="623305" y="392005"/>
                  </a:lnTo>
                  <a:lnTo>
                    <a:pt x="625769" y="399803"/>
                  </a:lnTo>
                  <a:lnTo>
                    <a:pt x="628232" y="407286"/>
                  </a:lnTo>
                  <a:lnTo>
                    <a:pt x="630696" y="414401"/>
                  </a:lnTo>
                  <a:lnTo>
                    <a:pt x="633159" y="421151"/>
                  </a:lnTo>
                  <a:lnTo>
                    <a:pt x="635623" y="427591"/>
                  </a:lnTo>
                  <a:lnTo>
                    <a:pt x="638087" y="433725"/>
                  </a:lnTo>
                  <a:lnTo>
                    <a:pt x="640550" y="439558"/>
                  </a:lnTo>
                  <a:lnTo>
                    <a:pt x="643014" y="445046"/>
                  </a:lnTo>
                  <a:lnTo>
                    <a:pt x="645478" y="450201"/>
                  </a:lnTo>
                  <a:lnTo>
                    <a:pt x="647941" y="455078"/>
                  </a:lnTo>
                  <a:lnTo>
                    <a:pt x="650405" y="459684"/>
                  </a:lnTo>
                  <a:lnTo>
                    <a:pt x="652869" y="464027"/>
                  </a:lnTo>
                  <a:lnTo>
                    <a:pt x="655332" y="468076"/>
                  </a:lnTo>
                  <a:lnTo>
                    <a:pt x="657796" y="471843"/>
                  </a:lnTo>
                  <a:lnTo>
                    <a:pt x="660260" y="475380"/>
                  </a:lnTo>
                  <a:lnTo>
                    <a:pt x="662723" y="478694"/>
                  </a:lnTo>
                  <a:lnTo>
                    <a:pt x="665187" y="481796"/>
                  </a:lnTo>
                  <a:lnTo>
                    <a:pt x="667651" y="484661"/>
                  </a:lnTo>
                  <a:lnTo>
                    <a:pt x="670114" y="487304"/>
                  </a:lnTo>
                  <a:lnTo>
                    <a:pt x="672578" y="489767"/>
                  </a:lnTo>
                  <a:lnTo>
                    <a:pt x="675042" y="492058"/>
                  </a:lnTo>
                  <a:lnTo>
                    <a:pt x="677505" y="494186"/>
                  </a:lnTo>
                  <a:lnTo>
                    <a:pt x="679969" y="496134"/>
                  </a:lnTo>
                  <a:lnTo>
                    <a:pt x="682433" y="497916"/>
                  </a:lnTo>
                  <a:lnTo>
                    <a:pt x="684896" y="499563"/>
                  </a:lnTo>
                  <a:lnTo>
                    <a:pt x="687360" y="501084"/>
                  </a:lnTo>
                  <a:lnTo>
                    <a:pt x="689824" y="502485"/>
                  </a:lnTo>
                  <a:lnTo>
                    <a:pt x="692287" y="503755"/>
                  </a:lnTo>
                  <a:lnTo>
                    <a:pt x="694751" y="504906"/>
                  </a:lnTo>
                  <a:lnTo>
                    <a:pt x="697215" y="505962"/>
                  </a:lnTo>
                  <a:lnTo>
                    <a:pt x="699678" y="506927"/>
                  </a:lnTo>
                  <a:lnTo>
                    <a:pt x="702142" y="507809"/>
                  </a:lnTo>
                  <a:lnTo>
                    <a:pt x="704606" y="508600"/>
                  </a:lnTo>
                  <a:lnTo>
                    <a:pt x="707069" y="509308"/>
                  </a:lnTo>
                  <a:lnTo>
                    <a:pt x="709533" y="509952"/>
                  </a:lnTo>
                  <a:lnTo>
                    <a:pt x="711997" y="510535"/>
                  </a:lnTo>
                  <a:lnTo>
                    <a:pt x="714460" y="511062"/>
                  </a:lnTo>
                  <a:lnTo>
                    <a:pt x="716924" y="511529"/>
                  </a:lnTo>
                  <a:lnTo>
                    <a:pt x="719388" y="511942"/>
                  </a:lnTo>
                  <a:lnTo>
                    <a:pt x="721851" y="512313"/>
                  </a:lnTo>
                  <a:lnTo>
                    <a:pt x="724315" y="512645"/>
                  </a:lnTo>
                  <a:lnTo>
                    <a:pt x="726778" y="512942"/>
                  </a:lnTo>
                  <a:lnTo>
                    <a:pt x="729242" y="513201"/>
                  </a:lnTo>
                  <a:lnTo>
                    <a:pt x="731706" y="513428"/>
                  </a:lnTo>
                  <a:lnTo>
                    <a:pt x="734169" y="513628"/>
                  </a:lnTo>
                  <a:lnTo>
                    <a:pt x="736633" y="513806"/>
                  </a:lnTo>
                  <a:lnTo>
                    <a:pt x="739097" y="513962"/>
                  </a:lnTo>
                  <a:lnTo>
                    <a:pt x="741560" y="514097"/>
                  </a:lnTo>
                  <a:lnTo>
                    <a:pt x="744024" y="514212"/>
                  </a:lnTo>
                  <a:lnTo>
                    <a:pt x="746488" y="514314"/>
                  </a:lnTo>
                  <a:lnTo>
                    <a:pt x="748951" y="514402"/>
                  </a:lnTo>
                  <a:lnTo>
                    <a:pt x="751415" y="514479"/>
                  </a:lnTo>
                  <a:lnTo>
                    <a:pt x="753879" y="514543"/>
                  </a:lnTo>
                  <a:lnTo>
                    <a:pt x="756342" y="514598"/>
                  </a:lnTo>
                  <a:lnTo>
                    <a:pt x="758806" y="514646"/>
                  </a:lnTo>
                  <a:lnTo>
                    <a:pt x="761270" y="514686"/>
                  </a:lnTo>
                  <a:lnTo>
                    <a:pt x="763733" y="514721"/>
                  </a:lnTo>
                  <a:lnTo>
                    <a:pt x="766197" y="514750"/>
                  </a:lnTo>
                  <a:lnTo>
                    <a:pt x="768661" y="514774"/>
                  </a:lnTo>
                  <a:lnTo>
                    <a:pt x="771124" y="514794"/>
                  </a:lnTo>
                  <a:lnTo>
                    <a:pt x="773588" y="514812"/>
                  </a:lnTo>
                  <a:lnTo>
                    <a:pt x="776052" y="514826"/>
                  </a:lnTo>
                  <a:lnTo>
                    <a:pt x="778515" y="514838"/>
                  </a:lnTo>
                  <a:lnTo>
                    <a:pt x="780979" y="514848"/>
                  </a:lnTo>
                  <a:lnTo>
                    <a:pt x="783443" y="514856"/>
                  </a:lnTo>
                  <a:lnTo>
                    <a:pt x="785906" y="514863"/>
                  </a:lnTo>
                  <a:lnTo>
                    <a:pt x="788370" y="514868"/>
                  </a:lnTo>
                  <a:lnTo>
                    <a:pt x="790834" y="514873"/>
                  </a:lnTo>
                  <a:lnTo>
                    <a:pt x="793297" y="514876"/>
                  </a:lnTo>
                  <a:lnTo>
                    <a:pt x="795761" y="514879"/>
                  </a:lnTo>
                  <a:lnTo>
                    <a:pt x="798225" y="514882"/>
                  </a:lnTo>
                  <a:lnTo>
                    <a:pt x="800688" y="514884"/>
                  </a:lnTo>
                  <a:lnTo>
                    <a:pt x="803152" y="514885"/>
                  </a:lnTo>
                  <a:lnTo>
                    <a:pt x="805616" y="514886"/>
                  </a:lnTo>
                  <a:lnTo>
                    <a:pt x="808079" y="514887"/>
                  </a:lnTo>
                  <a:lnTo>
                    <a:pt x="810543" y="514888"/>
                  </a:lnTo>
                  <a:lnTo>
                    <a:pt x="813006" y="514889"/>
                  </a:lnTo>
                  <a:lnTo>
                    <a:pt x="815470" y="514889"/>
                  </a:lnTo>
                  <a:lnTo>
                    <a:pt x="817934" y="514890"/>
                  </a:lnTo>
                  <a:lnTo>
                    <a:pt x="820397" y="514890"/>
                  </a:lnTo>
                  <a:lnTo>
                    <a:pt x="822861" y="514890"/>
                  </a:lnTo>
                  <a:lnTo>
                    <a:pt x="825325" y="514890"/>
                  </a:lnTo>
                  <a:lnTo>
                    <a:pt x="827788" y="514891"/>
                  </a:lnTo>
                  <a:lnTo>
                    <a:pt x="830252" y="514891"/>
                  </a:lnTo>
                  <a:lnTo>
                    <a:pt x="832716" y="514891"/>
                  </a:lnTo>
                  <a:lnTo>
                    <a:pt x="835179" y="514891"/>
                  </a:lnTo>
                  <a:lnTo>
                    <a:pt x="837643" y="514891"/>
                  </a:lnTo>
                  <a:lnTo>
                    <a:pt x="840107" y="514891"/>
                  </a:lnTo>
                  <a:lnTo>
                    <a:pt x="842570" y="514891"/>
                  </a:lnTo>
                  <a:lnTo>
                    <a:pt x="845034" y="514891"/>
                  </a:lnTo>
                  <a:lnTo>
                    <a:pt x="847498" y="514891"/>
                  </a:lnTo>
                  <a:lnTo>
                    <a:pt x="849961" y="514891"/>
                  </a:lnTo>
                  <a:lnTo>
                    <a:pt x="852425" y="514891"/>
                  </a:lnTo>
                  <a:lnTo>
                    <a:pt x="854889" y="514891"/>
                  </a:lnTo>
                  <a:lnTo>
                    <a:pt x="857352" y="514891"/>
                  </a:lnTo>
                  <a:lnTo>
                    <a:pt x="859816" y="514891"/>
                  </a:lnTo>
                  <a:lnTo>
                    <a:pt x="862280" y="514891"/>
                  </a:lnTo>
                  <a:lnTo>
                    <a:pt x="864743" y="514891"/>
                  </a:lnTo>
                  <a:lnTo>
                    <a:pt x="867207" y="514891"/>
                  </a:lnTo>
                  <a:lnTo>
                    <a:pt x="869671" y="514891"/>
                  </a:lnTo>
                  <a:lnTo>
                    <a:pt x="872134" y="514891"/>
                  </a:lnTo>
                  <a:lnTo>
                    <a:pt x="874598" y="514891"/>
                  </a:lnTo>
                  <a:lnTo>
                    <a:pt x="877062" y="514891"/>
                  </a:lnTo>
                  <a:lnTo>
                    <a:pt x="879525" y="514891"/>
                  </a:lnTo>
                  <a:lnTo>
                    <a:pt x="881989" y="514891"/>
                  </a:lnTo>
                  <a:lnTo>
                    <a:pt x="884453" y="514891"/>
                  </a:lnTo>
                  <a:lnTo>
                    <a:pt x="886916" y="514891"/>
                  </a:lnTo>
                  <a:lnTo>
                    <a:pt x="889380" y="514891"/>
                  </a:lnTo>
                  <a:lnTo>
                    <a:pt x="891844" y="514891"/>
                  </a:lnTo>
                  <a:lnTo>
                    <a:pt x="894307" y="514891"/>
                  </a:lnTo>
                  <a:lnTo>
                    <a:pt x="896771" y="514891"/>
                  </a:lnTo>
                  <a:lnTo>
                    <a:pt x="899235" y="514891"/>
                  </a:lnTo>
                  <a:lnTo>
                    <a:pt x="901698" y="514891"/>
                  </a:lnTo>
                  <a:lnTo>
                    <a:pt x="904162" y="514891"/>
                  </a:lnTo>
                  <a:lnTo>
                    <a:pt x="906625" y="514891"/>
                  </a:lnTo>
                  <a:lnTo>
                    <a:pt x="909089" y="514891"/>
                  </a:lnTo>
                  <a:lnTo>
                    <a:pt x="911553" y="514891"/>
                  </a:lnTo>
                  <a:lnTo>
                    <a:pt x="914016" y="514891"/>
                  </a:lnTo>
                  <a:lnTo>
                    <a:pt x="916480" y="514891"/>
                  </a:lnTo>
                  <a:lnTo>
                    <a:pt x="918944" y="514891"/>
                  </a:lnTo>
                  <a:lnTo>
                    <a:pt x="921407" y="514891"/>
                  </a:lnTo>
                  <a:lnTo>
                    <a:pt x="923871" y="514891"/>
                  </a:lnTo>
                  <a:lnTo>
                    <a:pt x="926335" y="514891"/>
                  </a:lnTo>
                  <a:lnTo>
                    <a:pt x="928798" y="514891"/>
                  </a:lnTo>
                  <a:lnTo>
                    <a:pt x="931262" y="514891"/>
                  </a:lnTo>
                  <a:lnTo>
                    <a:pt x="933726" y="514891"/>
                  </a:lnTo>
                  <a:lnTo>
                    <a:pt x="936189" y="514891"/>
                  </a:lnTo>
                  <a:lnTo>
                    <a:pt x="938653" y="514891"/>
                  </a:lnTo>
                  <a:lnTo>
                    <a:pt x="941117" y="514891"/>
                  </a:lnTo>
                  <a:lnTo>
                    <a:pt x="943580" y="514891"/>
                  </a:lnTo>
                  <a:lnTo>
                    <a:pt x="946044" y="514891"/>
                  </a:lnTo>
                  <a:lnTo>
                    <a:pt x="948508" y="514891"/>
                  </a:lnTo>
                  <a:lnTo>
                    <a:pt x="950971" y="514891"/>
                  </a:lnTo>
                  <a:lnTo>
                    <a:pt x="953435" y="514891"/>
                  </a:lnTo>
                  <a:lnTo>
                    <a:pt x="955899" y="514891"/>
                  </a:lnTo>
                  <a:lnTo>
                    <a:pt x="958362" y="514891"/>
                  </a:lnTo>
                  <a:lnTo>
                    <a:pt x="960826" y="514891"/>
                  </a:lnTo>
                  <a:lnTo>
                    <a:pt x="963290" y="514891"/>
                  </a:lnTo>
                  <a:lnTo>
                    <a:pt x="965753" y="514891"/>
                  </a:lnTo>
                  <a:lnTo>
                    <a:pt x="968217" y="514891"/>
                  </a:lnTo>
                  <a:lnTo>
                    <a:pt x="970681" y="514891"/>
                  </a:lnTo>
                  <a:lnTo>
                    <a:pt x="973144" y="514891"/>
                  </a:lnTo>
                  <a:lnTo>
                    <a:pt x="975608" y="514891"/>
                  </a:lnTo>
                  <a:lnTo>
                    <a:pt x="978072" y="514891"/>
                  </a:lnTo>
                  <a:lnTo>
                    <a:pt x="980535" y="514891"/>
                  </a:lnTo>
                  <a:lnTo>
                    <a:pt x="982999" y="514891"/>
                  </a:lnTo>
                  <a:lnTo>
                    <a:pt x="985463" y="514891"/>
                  </a:lnTo>
                  <a:lnTo>
                    <a:pt x="987926" y="514891"/>
                  </a:lnTo>
                  <a:lnTo>
                    <a:pt x="990390" y="514891"/>
                  </a:lnTo>
                  <a:lnTo>
                    <a:pt x="992853" y="514891"/>
                  </a:lnTo>
                  <a:lnTo>
                    <a:pt x="995317" y="514891"/>
                  </a:lnTo>
                  <a:lnTo>
                    <a:pt x="997781" y="514891"/>
                  </a:lnTo>
                  <a:lnTo>
                    <a:pt x="1000244" y="514891"/>
                  </a:lnTo>
                  <a:lnTo>
                    <a:pt x="1002708" y="514891"/>
                  </a:lnTo>
                  <a:lnTo>
                    <a:pt x="1005172" y="514891"/>
                  </a:lnTo>
                  <a:lnTo>
                    <a:pt x="1007635" y="514891"/>
                  </a:lnTo>
                  <a:lnTo>
                    <a:pt x="1010099" y="514891"/>
                  </a:lnTo>
                  <a:lnTo>
                    <a:pt x="1012563" y="514891"/>
                  </a:lnTo>
                  <a:lnTo>
                    <a:pt x="1015026" y="514891"/>
                  </a:lnTo>
                  <a:lnTo>
                    <a:pt x="1017490" y="514891"/>
                  </a:lnTo>
                  <a:lnTo>
                    <a:pt x="1019954" y="514891"/>
                  </a:lnTo>
                  <a:lnTo>
                    <a:pt x="1022417" y="514891"/>
                  </a:lnTo>
                  <a:lnTo>
                    <a:pt x="1024881" y="514891"/>
                  </a:lnTo>
                  <a:lnTo>
                    <a:pt x="1027345" y="514891"/>
                  </a:lnTo>
                  <a:lnTo>
                    <a:pt x="1029808" y="514891"/>
                  </a:lnTo>
                  <a:lnTo>
                    <a:pt x="1032272" y="514891"/>
                  </a:lnTo>
                  <a:lnTo>
                    <a:pt x="1034736" y="514891"/>
                  </a:lnTo>
                  <a:lnTo>
                    <a:pt x="1037199" y="514891"/>
                  </a:lnTo>
                  <a:lnTo>
                    <a:pt x="1039663" y="514891"/>
                  </a:lnTo>
                  <a:lnTo>
                    <a:pt x="1042127" y="514891"/>
                  </a:lnTo>
                  <a:lnTo>
                    <a:pt x="1044590" y="514891"/>
                  </a:lnTo>
                  <a:lnTo>
                    <a:pt x="1047054" y="514891"/>
                  </a:lnTo>
                  <a:lnTo>
                    <a:pt x="1049518" y="514891"/>
                  </a:lnTo>
                  <a:lnTo>
                    <a:pt x="1051981" y="514891"/>
                  </a:lnTo>
                  <a:lnTo>
                    <a:pt x="1054445" y="514891"/>
                  </a:lnTo>
                  <a:lnTo>
                    <a:pt x="1056909" y="514891"/>
                  </a:lnTo>
                  <a:lnTo>
                    <a:pt x="1059372" y="514891"/>
                  </a:lnTo>
                  <a:lnTo>
                    <a:pt x="1061836" y="514891"/>
                  </a:lnTo>
                  <a:lnTo>
                    <a:pt x="1064300" y="514891"/>
                  </a:lnTo>
                  <a:lnTo>
                    <a:pt x="1066763" y="514891"/>
                  </a:lnTo>
                  <a:lnTo>
                    <a:pt x="1069227" y="514891"/>
                  </a:lnTo>
                  <a:lnTo>
                    <a:pt x="1071691" y="514891"/>
                  </a:lnTo>
                  <a:lnTo>
                    <a:pt x="1074154" y="514891"/>
                  </a:lnTo>
                  <a:lnTo>
                    <a:pt x="1076618" y="514891"/>
                  </a:lnTo>
                  <a:lnTo>
                    <a:pt x="1079082" y="514891"/>
                  </a:lnTo>
                  <a:lnTo>
                    <a:pt x="1081545" y="514891"/>
                  </a:lnTo>
                  <a:lnTo>
                    <a:pt x="1084009" y="514891"/>
                  </a:lnTo>
                  <a:lnTo>
                    <a:pt x="1086472" y="514891"/>
                  </a:lnTo>
                  <a:lnTo>
                    <a:pt x="1088936" y="514891"/>
                  </a:lnTo>
                  <a:lnTo>
                    <a:pt x="1091400" y="514891"/>
                  </a:lnTo>
                  <a:lnTo>
                    <a:pt x="1093863" y="514891"/>
                  </a:lnTo>
                  <a:lnTo>
                    <a:pt x="1096327" y="514891"/>
                  </a:lnTo>
                  <a:lnTo>
                    <a:pt x="1098791" y="514891"/>
                  </a:lnTo>
                  <a:lnTo>
                    <a:pt x="1101254" y="514891"/>
                  </a:lnTo>
                  <a:lnTo>
                    <a:pt x="1103718" y="514891"/>
                  </a:lnTo>
                  <a:lnTo>
                    <a:pt x="1106182" y="514891"/>
                  </a:lnTo>
                  <a:lnTo>
                    <a:pt x="1108645" y="514891"/>
                  </a:lnTo>
                  <a:lnTo>
                    <a:pt x="1111109" y="514891"/>
                  </a:lnTo>
                  <a:lnTo>
                    <a:pt x="1113573" y="514891"/>
                  </a:lnTo>
                  <a:lnTo>
                    <a:pt x="1116036" y="514891"/>
                  </a:lnTo>
                  <a:lnTo>
                    <a:pt x="1118500" y="514891"/>
                  </a:lnTo>
                  <a:lnTo>
                    <a:pt x="1120964" y="514891"/>
                  </a:lnTo>
                  <a:lnTo>
                    <a:pt x="1123427" y="514891"/>
                  </a:lnTo>
                  <a:lnTo>
                    <a:pt x="1125891" y="514891"/>
                  </a:lnTo>
                  <a:lnTo>
                    <a:pt x="1128355" y="514891"/>
                  </a:lnTo>
                  <a:lnTo>
                    <a:pt x="1130818" y="514891"/>
                  </a:lnTo>
                  <a:lnTo>
                    <a:pt x="1133282" y="514891"/>
                  </a:lnTo>
                  <a:lnTo>
                    <a:pt x="1135746" y="514891"/>
                  </a:lnTo>
                  <a:lnTo>
                    <a:pt x="1138209" y="514891"/>
                  </a:lnTo>
                  <a:lnTo>
                    <a:pt x="1140673" y="514891"/>
                  </a:lnTo>
                  <a:lnTo>
                    <a:pt x="1143137" y="514891"/>
                  </a:lnTo>
                  <a:lnTo>
                    <a:pt x="1145600" y="514891"/>
                  </a:lnTo>
                  <a:lnTo>
                    <a:pt x="1148064" y="514891"/>
                  </a:lnTo>
                  <a:lnTo>
                    <a:pt x="1150528" y="514891"/>
                  </a:lnTo>
                  <a:lnTo>
                    <a:pt x="1152991" y="514891"/>
                  </a:lnTo>
                  <a:lnTo>
                    <a:pt x="1155455" y="514891"/>
                  </a:lnTo>
                  <a:lnTo>
                    <a:pt x="1157919" y="514891"/>
                  </a:lnTo>
                  <a:lnTo>
                    <a:pt x="1160382" y="514891"/>
                  </a:lnTo>
                  <a:lnTo>
                    <a:pt x="1162846" y="514891"/>
                  </a:lnTo>
                  <a:lnTo>
                    <a:pt x="1165310" y="514891"/>
                  </a:lnTo>
                  <a:lnTo>
                    <a:pt x="1167773" y="514891"/>
                  </a:lnTo>
                  <a:lnTo>
                    <a:pt x="1170237" y="514891"/>
                  </a:lnTo>
                  <a:lnTo>
                    <a:pt x="1172701" y="514891"/>
                  </a:lnTo>
                  <a:lnTo>
                    <a:pt x="1175164" y="514891"/>
                  </a:lnTo>
                  <a:lnTo>
                    <a:pt x="1177628" y="514891"/>
                  </a:lnTo>
                  <a:lnTo>
                    <a:pt x="1180091" y="514891"/>
                  </a:lnTo>
                  <a:lnTo>
                    <a:pt x="1182555" y="514891"/>
                  </a:lnTo>
                  <a:lnTo>
                    <a:pt x="1185019" y="514891"/>
                  </a:lnTo>
                  <a:lnTo>
                    <a:pt x="1187482" y="514891"/>
                  </a:lnTo>
                  <a:lnTo>
                    <a:pt x="1189946" y="514891"/>
                  </a:lnTo>
                  <a:lnTo>
                    <a:pt x="1192410" y="514891"/>
                  </a:lnTo>
                  <a:lnTo>
                    <a:pt x="1194873" y="514891"/>
                  </a:lnTo>
                  <a:lnTo>
                    <a:pt x="1197337" y="514891"/>
                  </a:lnTo>
                  <a:lnTo>
                    <a:pt x="1199801" y="514891"/>
                  </a:lnTo>
                  <a:lnTo>
                    <a:pt x="1202264" y="514891"/>
                  </a:lnTo>
                  <a:lnTo>
                    <a:pt x="1204728" y="514891"/>
                  </a:lnTo>
                  <a:lnTo>
                    <a:pt x="1207192" y="514891"/>
                  </a:lnTo>
                  <a:lnTo>
                    <a:pt x="1209655" y="514891"/>
                  </a:lnTo>
                  <a:lnTo>
                    <a:pt x="1212119" y="514891"/>
                  </a:lnTo>
                  <a:lnTo>
                    <a:pt x="1214583" y="514891"/>
                  </a:lnTo>
                  <a:lnTo>
                    <a:pt x="1217046" y="514891"/>
                  </a:lnTo>
                  <a:lnTo>
                    <a:pt x="1219510" y="514891"/>
                  </a:lnTo>
                  <a:lnTo>
                    <a:pt x="1221974" y="514891"/>
                  </a:lnTo>
                  <a:lnTo>
                    <a:pt x="1224437" y="514891"/>
                  </a:lnTo>
                  <a:lnTo>
                    <a:pt x="1226901" y="514891"/>
                  </a:lnTo>
                  <a:lnTo>
                    <a:pt x="1229365" y="514891"/>
                  </a:lnTo>
                  <a:lnTo>
                    <a:pt x="1231828" y="514891"/>
                  </a:lnTo>
                  <a:lnTo>
                    <a:pt x="1234292" y="514891"/>
                  </a:lnTo>
                  <a:lnTo>
                    <a:pt x="1236756" y="514891"/>
                  </a:lnTo>
                  <a:lnTo>
                    <a:pt x="1239219" y="514891"/>
                  </a:lnTo>
                  <a:lnTo>
                    <a:pt x="1241683" y="514891"/>
                  </a:lnTo>
                  <a:lnTo>
                    <a:pt x="1244147" y="514891"/>
                  </a:lnTo>
                  <a:lnTo>
                    <a:pt x="1246610" y="514891"/>
                  </a:lnTo>
                  <a:lnTo>
                    <a:pt x="1249074" y="514891"/>
                  </a:lnTo>
                  <a:lnTo>
                    <a:pt x="1251538" y="514891"/>
                  </a:lnTo>
                  <a:lnTo>
                    <a:pt x="1254001" y="514891"/>
                  </a:lnTo>
                  <a:lnTo>
                    <a:pt x="1256465" y="514891"/>
                  </a:lnTo>
                  <a:lnTo>
                    <a:pt x="1258929" y="514891"/>
                  </a:lnTo>
                  <a:lnTo>
                    <a:pt x="1256465" y="514891"/>
                  </a:lnTo>
                  <a:lnTo>
                    <a:pt x="1254001" y="514891"/>
                  </a:lnTo>
                  <a:lnTo>
                    <a:pt x="1251538" y="514891"/>
                  </a:lnTo>
                  <a:lnTo>
                    <a:pt x="1249074" y="514891"/>
                  </a:lnTo>
                  <a:lnTo>
                    <a:pt x="1246610" y="514891"/>
                  </a:lnTo>
                  <a:lnTo>
                    <a:pt x="1244147" y="514891"/>
                  </a:lnTo>
                  <a:lnTo>
                    <a:pt x="1241683" y="514891"/>
                  </a:lnTo>
                  <a:lnTo>
                    <a:pt x="1239219" y="514891"/>
                  </a:lnTo>
                  <a:lnTo>
                    <a:pt x="1236756" y="514891"/>
                  </a:lnTo>
                  <a:lnTo>
                    <a:pt x="1234292" y="514891"/>
                  </a:lnTo>
                  <a:lnTo>
                    <a:pt x="1231828" y="514891"/>
                  </a:lnTo>
                  <a:lnTo>
                    <a:pt x="1229365" y="514891"/>
                  </a:lnTo>
                  <a:lnTo>
                    <a:pt x="1226901" y="514891"/>
                  </a:lnTo>
                  <a:lnTo>
                    <a:pt x="1224437" y="514891"/>
                  </a:lnTo>
                  <a:lnTo>
                    <a:pt x="1221974" y="514891"/>
                  </a:lnTo>
                  <a:lnTo>
                    <a:pt x="1219510" y="514891"/>
                  </a:lnTo>
                  <a:lnTo>
                    <a:pt x="1217046" y="514891"/>
                  </a:lnTo>
                  <a:lnTo>
                    <a:pt x="1214583" y="514891"/>
                  </a:lnTo>
                  <a:lnTo>
                    <a:pt x="1212119" y="514891"/>
                  </a:lnTo>
                  <a:lnTo>
                    <a:pt x="1209655" y="514891"/>
                  </a:lnTo>
                  <a:lnTo>
                    <a:pt x="1207192" y="514891"/>
                  </a:lnTo>
                  <a:lnTo>
                    <a:pt x="1204728" y="514891"/>
                  </a:lnTo>
                  <a:lnTo>
                    <a:pt x="1202264" y="514891"/>
                  </a:lnTo>
                  <a:lnTo>
                    <a:pt x="1199801" y="514891"/>
                  </a:lnTo>
                  <a:lnTo>
                    <a:pt x="1197337" y="514891"/>
                  </a:lnTo>
                  <a:lnTo>
                    <a:pt x="1194873" y="514891"/>
                  </a:lnTo>
                  <a:lnTo>
                    <a:pt x="1192410" y="514891"/>
                  </a:lnTo>
                  <a:lnTo>
                    <a:pt x="1189946" y="514891"/>
                  </a:lnTo>
                  <a:lnTo>
                    <a:pt x="1187482" y="514891"/>
                  </a:lnTo>
                  <a:lnTo>
                    <a:pt x="1185019" y="514891"/>
                  </a:lnTo>
                  <a:lnTo>
                    <a:pt x="1182555" y="514891"/>
                  </a:lnTo>
                  <a:lnTo>
                    <a:pt x="1180091" y="514891"/>
                  </a:lnTo>
                  <a:lnTo>
                    <a:pt x="1177628" y="514891"/>
                  </a:lnTo>
                  <a:lnTo>
                    <a:pt x="1175164" y="514891"/>
                  </a:lnTo>
                  <a:lnTo>
                    <a:pt x="1172701" y="514891"/>
                  </a:lnTo>
                  <a:lnTo>
                    <a:pt x="1170237" y="514891"/>
                  </a:lnTo>
                  <a:lnTo>
                    <a:pt x="1167773" y="514891"/>
                  </a:lnTo>
                  <a:lnTo>
                    <a:pt x="1165310" y="514891"/>
                  </a:lnTo>
                  <a:lnTo>
                    <a:pt x="1162846" y="514891"/>
                  </a:lnTo>
                  <a:lnTo>
                    <a:pt x="1160382" y="514891"/>
                  </a:lnTo>
                  <a:lnTo>
                    <a:pt x="1157919" y="514891"/>
                  </a:lnTo>
                  <a:lnTo>
                    <a:pt x="1155455" y="514891"/>
                  </a:lnTo>
                  <a:lnTo>
                    <a:pt x="1152991" y="514891"/>
                  </a:lnTo>
                  <a:lnTo>
                    <a:pt x="1150528" y="514891"/>
                  </a:lnTo>
                  <a:lnTo>
                    <a:pt x="1148064" y="514891"/>
                  </a:lnTo>
                  <a:lnTo>
                    <a:pt x="1145600" y="514891"/>
                  </a:lnTo>
                  <a:lnTo>
                    <a:pt x="1143137" y="514891"/>
                  </a:lnTo>
                  <a:lnTo>
                    <a:pt x="1140673" y="514891"/>
                  </a:lnTo>
                  <a:lnTo>
                    <a:pt x="1138209" y="514891"/>
                  </a:lnTo>
                  <a:lnTo>
                    <a:pt x="1135746" y="514891"/>
                  </a:lnTo>
                  <a:lnTo>
                    <a:pt x="1133282" y="514891"/>
                  </a:lnTo>
                  <a:lnTo>
                    <a:pt x="1130818" y="514891"/>
                  </a:lnTo>
                  <a:lnTo>
                    <a:pt x="1128355" y="514891"/>
                  </a:lnTo>
                  <a:lnTo>
                    <a:pt x="1125891" y="514891"/>
                  </a:lnTo>
                  <a:lnTo>
                    <a:pt x="1123427" y="514891"/>
                  </a:lnTo>
                  <a:lnTo>
                    <a:pt x="1120964" y="514891"/>
                  </a:lnTo>
                  <a:lnTo>
                    <a:pt x="1118500" y="514891"/>
                  </a:lnTo>
                  <a:lnTo>
                    <a:pt x="1116036" y="514891"/>
                  </a:lnTo>
                  <a:lnTo>
                    <a:pt x="1113573" y="514891"/>
                  </a:lnTo>
                  <a:lnTo>
                    <a:pt x="1111109" y="514891"/>
                  </a:lnTo>
                  <a:lnTo>
                    <a:pt x="1108645" y="514891"/>
                  </a:lnTo>
                  <a:lnTo>
                    <a:pt x="1106182" y="514891"/>
                  </a:lnTo>
                  <a:lnTo>
                    <a:pt x="1103718" y="514891"/>
                  </a:lnTo>
                  <a:lnTo>
                    <a:pt x="1101254" y="514891"/>
                  </a:lnTo>
                  <a:lnTo>
                    <a:pt x="1098791" y="514891"/>
                  </a:lnTo>
                  <a:lnTo>
                    <a:pt x="1096327" y="514891"/>
                  </a:lnTo>
                  <a:lnTo>
                    <a:pt x="1093863" y="514891"/>
                  </a:lnTo>
                  <a:lnTo>
                    <a:pt x="1091400" y="514891"/>
                  </a:lnTo>
                  <a:lnTo>
                    <a:pt x="1088936" y="514891"/>
                  </a:lnTo>
                  <a:lnTo>
                    <a:pt x="1086472" y="514891"/>
                  </a:lnTo>
                  <a:lnTo>
                    <a:pt x="1084009" y="514891"/>
                  </a:lnTo>
                  <a:lnTo>
                    <a:pt x="1081545" y="514891"/>
                  </a:lnTo>
                  <a:lnTo>
                    <a:pt x="1079082" y="514891"/>
                  </a:lnTo>
                  <a:lnTo>
                    <a:pt x="1076618" y="514891"/>
                  </a:lnTo>
                  <a:lnTo>
                    <a:pt x="1074154" y="514891"/>
                  </a:lnTo>
                  <a:lnTo>
                    <a:pt x="1071691" y="514891"/>
                  </a:lnTo>
                  <a:lnTo>
                    <a:pt x="1069227" y="514891"/>
                  </a:lnTo>
                  <a:lnTo>
                    <a:pt x="1066763" y="514891"/>
                  </a:lnTo>
                  <a:lnTo>
                    <a:pt x="1064300" y="514891"/>
                  </a:lnTo>
                  <a:lnTo>
                    <a:pt x="1061836" y="514891"/>
                  </a:lnTo>
                  <a:lnTo>
                    <a:pt x="1059372" y="514891"/>
                  </a:lnTo>
                  <a:lnTo>
                    <a:pt x="1056909" y="514891"/>
                  </a:lnTo>
                  <a:lnTo>
                    <a:pt x="1054445" y="514891"/>
                  </a:lnTo>
                  <a:lnTo>
                    <a:pt x="1051981" y="514891"/>
                  </a:lnTo>
                  <a:lnTo>
                    <a:pt x="1049518" y="514891"/>
                  </a:lnTo>
                  <a:lnTo>
                    <a:pt x="1047054" y="514891"/>
                  </a:lnTo>
                  <a:lnTo>
                    <a:pt x="1044590" y="514891"/>
                  </a:lnTo>
                  <a:lnTo>
                    <a:pt x="1042127" y="514891"/>
                  </a:lnTo>
                  <a:lnTo>
                    <a:pt x="1039663" y="514891"/>
                  </a:lnTo>
                  <a:lnTo>
                    <a:pt x="1037199" y="514891"/>
                  </a:lnTo>
                  <a:lnTo>
                    <a:pt x="1034736" y="514891"/>
                  </a:lnTo>
                  <a:lnTo>
                    <a:pt x="1032272" y="514891"/>
                  </a:lnTo>
                  <a:lnTo>
                    <a:pt x="1029808" y="514891"/>
                  </a:lnTo>
                  <a:lnTo>
                    <a:pt x="1027345" y="514891"/>
                  </a:lnTo>
                  <a:lnTo>
                    <a:pt x="1024881" y="514891"/>
                  </a:lnTo>
                  <a:lnTo>
                    <a:pt x="1022417" y="514891"/>
                  </a:lnTo>
                  <a:lnTo>
                    <a:pt x="1019954" y="514891"/>
                  </a:lnTo>
                  <a:lnTo>
                    <a:pt x="1017490" y="514891"/>
                  </a:lnTo>
                  <a:lnTo>
                    <a:pt x="1015026" y="514891"/>
                  </a:lnTo>
                  <a:lnTo>
                    <a:pt x="1012563" y="514891"/>
                  </a:lnTo>
                  <a:lnTo>
                    <a:pt x="1010099" y="514891"/>
                  </a:lnTo>
                  <a:lnTo>
                    <a:pt x="1007635" y="514891"/>
                  </a:lnTo>
                  <a:lnTo>
                    <a:pt x="1005172" y="514891"/>
                  </a:lnTo>
                  <a:lnTo>
                    <a:pt x="1002708" y="514891"/>
                  </a:lnTo>
                  <a:lnTo>
                    <a:pt x="1000244" y="514891"/>
                  </a:lnTo>
                  <a:lnTo>
                    <a:pt x="997781" y="514891"/>
                  </a:lnTo>
                  <a:lnTo>
                    <a:pt x="995317" y="514891"/>
                  </a:lnTo>
                  <a:lnTo>
                    <a:pt x="992853" y="514891"/>
                  </a:lnTo>
                  <a:lnTo>
                    <a:pt x="990390" y="514891"/>
                  </a:lnTo>
                  <a:lnTo>
                    <a:pt x="987926" y="514891"/>
                  </a:lnTo>
                  <a:lnTo>
                    <a:pt x="985463" y="514891"/>
                  </a:lnTo>
                  <a:lnTo>
                    <a:pt x="982999" y="514891"/>
                  </a:lnTo>
                  <a:lnTo>
                    <a:pt x="980535" y="514891"/>
                  </a:lnTo>
                  <a:lnTo>
                    <a:pt x="978072" y="514891"/>
                  </a:lnTo>
                  <a:lnTo>
                    <a:pt x="975608" y="514891"/>
                  </a:lnTo>
                  <a:lnTo>
                    <a:pt x="973144" y="514891"/>
                  </a:lnTo>
                  <a:lnTo>
                    <a:pt x="970681" y="514891"/>
                  </a:lnTo>
                  <a:lnTo>
                    <a:pt x="968217" y="514891"/>
                  </a:lnTo>
                  <a:lnTo>
                    <a:pt x="965753" y="514891"/>
                  </a:lnTo>
                  <a:lnTo>
                    <a:pt x="963290" y="514891"/>
                  </a:lnTo>
                  <a:lnTo>
                    <a:pt x="960826" y="514891"/>
                  </a:lnTo>
                  <a:lnTo>
                    <a:pt x="958362" y="514891"/>
                  </a:lnTo>
                  <a:lnTo>
                    <a:pt x="955899" y="514891"/>
                  </a:lnTo>
                  <a:lnTo>
                    <a:pt x="953435" y="514891"/>
                  </a:lnTo>
                  <a:lnTo>
                    <a:pt x="950971" y="514891"/>
                  </a:lnTo>
                  <a:lnTo>
                    <a:pt x="948508" y="514891"/>
                  </a:lnTo>
                  <a:lnTo>
                    <a:pt x="946044" y="514891"/>
                  </a:lnTo>
                  <a:lnTo>
                    <a:pt x="943580" y="514891"/>
                  </a:lnTo>
                  <a:lnTo>
                    <a:pt x="941117" y="514891"/>
                  </a:lnTo>
                  <a:lnTo>
                    <a:pt x="938653" y="514891"/>
                  </a:lnTo>
                  <a:lnTo>
                    <a:pt x="936189" y="514891"/>
                  </a:lnTo>
                  <a:lnTo>
                    <a:pt x="933726" y="514891"/>
                  </a:lnTo>
                  <a:lnTo>
                    <a:pt x="931262" y="514891"/>
                  </a:lnTo>
                  <a:lnTo>
                    <a:pt x="928798" y="514891"/>
                  </a:lnTo>
                  <a:lnTo>
                    <a:pt x="926335" y="514891"/>
                  </a:lnTo>
                  <a:lnTo>
                    <a:pt x="923871" y="514891"/>
                  </a:lnTo>
                  <a:lnTo>
                    <a:pt x="921407" y="514891"/>
                  </a:lnTo>
                  <a:lnTo>
                    <a:pt x="918944" y="514891"/>
                  </a:lnTo>
                  <a:lnTo>
                    <a:pt x="916480" y="514891"/>
                  </a:lnTo>
                  <a:lnTo>
                    <a:pt x="914016" y="514891"/>
                  </a:lnTo>
                  <a:lnTo>
                    <a:pt x="911553" y="514891"/>
                  </a:lnTo>
                  <a:lnTo>
                    <a:pt x="909089" y="514891"/>
                  </a:lnTo>
                  <a:lnTo>
                    <a:pt x="906625" y="514891"/>
                  </a:lnTo>
                  <a:lnTo>
                    <a:pt x="904162" y="514891"/>
                  </a:lnTo>
                  <a:lnTo>
                    <a:pt x="901698" y="514891"/>
                  </a:lnTo>
                  <a:lnTo>
                    <a:pt x="899235" y="514891"/>
                  </a:lnTo>
                  <a:lnTo>
                    <a:pt x="896771" y="514891"/>
                  </a:lnTo>
                  <a:lnTo>
                    <a:pt x="894307" y="514891"/>
                  </a:lnTo>
                  <a:lnTo>
                    <a:pt x="891844" y="514891"/>
                  </a:lnTo>
                  <a:lnTo>
                    <a:pt x="889380" y="514891"/>
                  </a:lnTo>
                  <a:lnTo>
                    <a:pt x="886916" y="514891"/>
                  </a:lnTo>
                  <a:lnTo>
                    <a:pt x="884453" y="514891"/>
                  </a:lnTo>
                  <a:lnTo>
                    <a:pt x="881989" y="514891"/>
                  </a:lnTo>
                  <a:lnTo>
                    <a:pt x="879525" y="514891"/>
                  </a:lnTo>
                  <a:lnTo>
                    <a:pt x="877062" y="514891"/>
                  </a:lnTo>
                  <a:lnTo>
                    <a:pt x="874598" y="514891"/>
                  </a:lnTo>
                  <a:lnTo>
                    <a:pt x="872134" y="514891"/>
                  </a:lnTo>
                  <a:lnTo>
                    <a:pt x="869671" y="514891"/>
                  </a:lnTo>
                  <a:lnTo>
                    <a:pt x="867207" y="514891"/>
                  </a:lnTo>
                  <a:lnTo>
                    <a:pt x="864743" y="514891"/>
                  </a:lnTo>
                  <a:lnTo>
                    <a:pt x="862280" y="514891"/>
                  </a:lnTo>
                  <a:lnTo>
                    <a:pt x="859816" y="514891"/>
                  </a:lnTo>
                  <a:lnTo>
                    <a:pt x="857352" y="514891"/>
                  </a:lnTo>
                  <a:lnTo>
                    <a:pt x="854889" y="514891"/>
                  </a:lnTo>
                  <a:lnTo>
                    <a:pt x="852425" y="514891"/>
                  </a:lnTo>
                  <a:lnTo>
                    <a:pt x="849961" y="514891"/>
                  </a:lnTo>
                  <a:lnTo>
                    <a:pt x="847498" y="514891"/>
                  </a:lnTo>
                  <a:lnTo>
                    <a:pt x="845034" y="514891"/>
                  </a:lnTo>
                  <a:lnTo>
                    <a:pt x="842570" y="514891"/>
                  </a:lnTo>
                  <a:lnTo>
                    <a:pt x="840107" y="514891"/>
                  </a:lnTo>
                  <a:lnTo>
                    <a:pt x="837643" y="514891"/>
                  </a:lnTo>
                  <a:lnTo>
                    <a:pt x="835179" y="514891"/>
                  </a:lnTo>
                  <a:lnTo>
                    <a:pt x="832716" y="514891"/>
                  </a:lnTo>
                  <a:lnTo>
                    <a:pt x="830252" y="514891"/>
                  </a:lnTo>
                  <a:lnTo>
                    <a:pt x="827788" y="514891"/>
                  </a:lnTo>
                  <a:lnTo>
                    <a:pt x="825325" y="514891"/>
                  </a:lnTo>
                  <a:lnTo>
                    <a:pt x="822861" y="514891"/>
                  </a:lnTo>
                  <a:lnTo>
                    <a:pt x="820397" y="514891"/>
                  </a:lnTo>
                  <a:lnTo>
                    <a:pt x="817934" y="514891"/>
                  </a:lnTo>
                  <a:lnTo>
                    <a:pt x="815470" y="514891"/>
                  </a:lnTo>
                  <a:lnTo>
                    <a:pt x="813006" y="514891"/>
                  </a:lnTo>
                  <a:lnTo>
                    <a:pt x="810543" y="514891"/>
                  </a:lnTo>
                  <a:lnTo>
                    <a:pt x="808079" y="514891"/>
                  </a:lnTo>
                  <a:lnTo>
                    <a:pt x="805616" y="514891"/>
                  </a:lnTo>
                  <a:lnTo>
                    <a:pt x="803152" y="514891"/>
                  </a:lnTo>
                  <a:lnTo>
                    <a:pt x="800688" y="514891"/>
                  </a:lnTo>
                  <a:lnTo>
                    <a:pt x="798225" y="514891"/>
                  </a:lnTo>
                  <a:lnTo>
                    <a:pt x="795761" y="514891"/>
                  </a:lnTo>
                  <a:lnTo>
                    <a:pt x="793297" y="514891"/>
                  </a:lnTo>
                  <a:lnTo>
                    <a:pt x="790834" y="514891"/>
                  </a:lnTo>
                  <a:lnTo>
                    <a:pt x="788370" y="514891"/>
                  </a:lnTo>
                  <a:lnTo>
                    <a:pt x="785906" y="514891"/>
                  </a:lnTo>
                  <a:lnTo>
                    <a:pt x="783443" y="514891"/>
                  </a:lnTo>
                  <a:lnTo>
                    <a:pt x="780979" y="514891"/>
                  </a:lnTo>
                  <a:lnTo>
                    <a:pt x="778515" y="514891"/>
                  </a:lnTo>
                  <a:lnTo>
                    <a:pt x="776052" y="514891"/>
                  </a:lnTo>
                  <a:lnTo>
                    <a:pt x="773588" y="514891"/>
                  </a:lnTo>
                  <a:lnTo>
                    <a:pt x="771124" y="514891"/>
                  </a:lnTo>
                  <a:lnTo>
                    <a:pt x="768661" y="514891"/>
                  </a:lnTo>
                  <a:lnTo>
                    <a:pt x="766197" y="514891"/>
                  </a:lnTo>
                  <a:lnTo>
                    <a:pt x="763733" y="514891"/>
                  </a:lnTo>
                  <a:lnTo>
                    <a:pt x="761270" y="514891"/>
                  </a:lnTo>
                  <a:lnTo>
                    <a:pt x="758806" y="514891"/>
                  </a:lnTo>
                  <a:lnTo>
                    <a:pt x="756342" y="514891"/>
                  </a:lnTo>
                  <a:lnTo>
                    <a:pt x="753879" y="514891"/>
                  </a:lnTo>
                  <a:lnTo>
                    <a:pt x="751415" y="514891"/>
                  </a:lnTo>
                  <a:lnTo>
                    <a:pt x="748951" y="514891"/>
                  </a:lnTo>
                  <a:lnTo>
                    <a:pt x="746488" y="514891"/>
                  </a:lnTo>
                  <a:lnTo>
                    <a:pt x="744024" y="514891"/>
                  </a:lnTo>
                  <a:lnTo>
                    <a:pt x="741560" y="514891"/>
                  </a:lnTo>
                  <a:lnTo>
                    <a:pt x="739097" y="514891"/>
                  </a:lnTo>
                  <a:lnTo>
                    <a:pt x="736633" y="514891"/>
                  </a:lnTo>
                  <a:lnTo>
                    <a:pt x="734169" y="514891"/>
                  </a:lnTo>
                  <a:lnTo>
                    <a:pt x="731706" y="514891"/>
                  </a:lnTo>
                  <a:lnTo>
                    <a:pt x="729242" y="514891"/>
                  </a:lnTo>
                  <a:lnTo>
                    <a:pt x="726778" y="514891"/>
                  </a:lnTo>
                  <a:lnTo>
                    <a:pt x="724315" y="514891"/>
                  </a:lnTo>
                  <a:lnTo>
                    <a:pt x="721851" y="514891"/>
                  </a:lnTo>
                  <a:lnTo>
                    <a:pt x="719388" y="514891"/>
                  </a:lnTo>
                  <a:lnTo>
                    <a:pt x="716924" y="514891"/>
                  </a:lnTo>
                  <a:lnTo>
                    <a:pt x="714460" y="514891"/>
                  </a:lnTo>
                  <a:lnTo>
                    <a:pt x="711997" y="514891"/>
                  </a:lnTo>
                  <a:lnTo>
                    <a:pt x="709533" y="514891"/>
                  </a:lnTo>
                  <a:lnTo>
                    <a:pt x="707069" y="514891"/>
                  </a:lnTo>
                  <a:lnTo>
                    <a:pt x="704606" y="514891"/>
                  </a:lnTo>
                  <a:lnTo>
                    <a:pt x="702142" y="514891"/>
                  </a:lnTo>
                  <a:lnTo>
                    <a:pt x="699678" y="514891"/>
                  </a:lnTo>
                  <a:lnTo>
                    <a:pt x="697215" y="514891"/>
                  </a:lnTo>
                  <a:lnTo>
                    <a:pt x="694751" y="514891"/>
                  </a:lnTo>
                  <a:lnTo>
                    <a:pt x="692287" y="514891"/>
                  </a:lnTo>
                  <a:lnTo>
                    <a:pt x="689824" y="514891"/>
                  </a:lnTo>
                  <a:lnTo>
                    <a:pt x="687360" y="514891"/>
                  </a:lnTo>
                  <a:lnTo>
                    <a:pt x="684896" y="514891"/>
                  </a:lnTo>
                  <a:lnTo>
                    <a:pt x="682433" y="514891"/>
                  </a:lnTo>
                  <a:lnTo>
                    <a:pt x="679969" y="514891"/>
                  </a:lnTo>
                  <a:lnTo>
                    <a:pt x="677505" y="514891"/>
                  </a:lnTo>
                  <a:lnTo>
                    <a:pt x="675042" y="514891"/>
                  </a:lnTo>
                  <a:lnTo>
                    <a:pt x="672578" y="514891"/>
                  </a:lnTo>
                  <a:lnTo>
                    <a:pt x="670114" y="514891"/>
                  </a:lnTo>
                  <a:lnTo>
                    <a:pt x="667651" y="514891"/>
                  </a:lnTo>
                  <a:lnTo>
                    <a:pt x="665187" y="514891"/>
                  </a:lnTo>
                  <a:lnTo>
                    <a:pt x="662723" y="514891"/>
                  </a:lnTo>
                  <a:lnTo>
                    <a:pt x="660260" y="514891"/>
                  </a:lnTo>
                  <a:lnTo>
                    <a:pt x="657796" y="514891"/>
                  </a:lnTo>
                  <a:lnTo>
                    <a:pt x="655332" y="514891"/>
                  </a:lnTo>
                  <a:lnTo>
                    <a:pt x="652869" y="514891"/>
                  </a:lnTo>
                  <a:lnTo>
                    <a:pt x="650405" y="514891"/>
                  </a:lnTo>
                  <a:lnTo>
                    <a:pt x="647941" y="514891"/>
                  </a:lnTo>
                  <a:lnTo>
                    <a:pt x="645478" y="514891"/>
                  </a:lnTo>
                  <a:lnTo>
                    <a:pt x="643014" y="514891"/>
                  </a:lnTo>
                  <a:lnTo>
                    <a:pt x="640550" y="514891"/>
                  </a:lnTo>
                  <a:lnTo>
                    <a:pt x="638087" y="514891"/>
                  </a:lnTo>
                  <a:lnTo>
                    <a:pt x="635623" y="514891"/>
                  </a:lnTo>
                  <a:lnTo>
                    <a:pt x="633159" y="514891"/>
                  </a:lnTo>
                  <a:lnTo>
                    <a:pt x="630696" y="514891"/>
                  </a:lnTo>
                  <a:lnTo>
                    <a:pt x="628232" y="514891"/>
                  </a:lnTo>
                  <a:lnTo>
                    <a:pt x="625769" y="514891"/>
                  </a:lnTo>
                  <a:lnTo>
                    <a:pt x="623305" y="514891"/>
                  </a:lnTo>
                  <a:lnTo>
                    <a:pt x="620841" y="514891"/>
                  </a:lnTo>
                  <a:lnTo>
                    <a:pt x="618378" y="514891"/>
                  </a:lnTo>
                  <a:lnTo>
                    <a:pt x="615914" y="514891"/>
                  </a:lnTo>
                  <a:lnTo>
                    <a:pt x="613450" y="514891"/>
                  </a:lnTo>
                  <a:lnTo>
                    <a:pt x="610987" y="514891"/>
                  </a:lnTo>
                  <a:lnTo>
                    <a:pt x="608523" y="514891"/>
                  </a:lnTo>
                  <a:lnTo>
                    <a:pt x="606059" y="514891"/>
                  </a:lnTo>
                  <a:lnTo>
                    <a:pt x="603596" y="514891"/>
                  </a:lnTo>
                  <a:lnTo>
                    <a:pt x="601132" y="514891"/>
                  </a:lnTo>
                  <a:lnTo>
                    <a:pt x="598668" y="514891"/>
                  </a:lnTo>
                  <a:lnTo>
                    <a:pt x="596205" y="514891"/>
                  </a:lnTo>
                  <a:lnTo>
                    <a:pt x="593741" y="514891"/>
                  </a:lnTo>
                  <a:lnTo>
                    <a:pt x="591277" y="514891"/>
                  </a:lnTo>
                  <a:lnTo>
                    <a:pt x="588814" y="514891"/>
                  </a:lnTo>
                  <a:lnTo>
                    <a:pt x="586350" y="514891"/>
                  </a:lnTo>
                  <a:lnTo>
                    <a:pt x="583886" y="514891"/>
                  </a:lnTo>
                  <a:lnTo>
                    <a:pt x="581423" y="514891"/>
                  </a:lnTo>
                  <a:lnTo>
                    <a:pt x="578959" y="514891"/>
                  </a:lnTo>
                  <a:lnTo>
                    <a:pt x="576495" y="514891"/>
                  </a:lnTo>
                  <a:lnTo>
                    <a:pt x="574032" y="514891"/>
                  </a:lnTo>
                  <a:lnTo>
                    <a:pt x="571568" y="514891"/>
                  </a:lnTo>
                  <a:lnTo>
                    <a:pt x="569104" y="514891"/>
                  </a:lnTo>
                  <a:lnTo>
                    <a:pt x="566641" y="514891"/>
                  </a:lnTo>
                  <a:lnTo>
                    <a:pt x="564177" y="514891"/>
                  </a:lnTo>
                  <a:lnTo>
                    <a:pt x="561713" y="514891"/>
                  </a:lnTo>
                  <a:lnTo>
                    <a:pt x="559250" y="514891"/>
                  </a:lnTo>
                  <a:lnTo>
                    <a:pt x="556786" y="514891"/>
                  </a:lnTo>
                  <a:lnTo>
                    <a:pt x="554322" y="514891"/>
                  </a:lnTo>
                  <a:lnTo>
                    <a:pt x="551859" y="514891"/>
                  </a:lnTo>
                  <a:lnTo>
                    <a:pt x="549395" y="514891"/>
                  </a:lnTo>
                  <a:lnTo>
                    <a:pt x="546931" y="514891"/>
                  </a:lnTo>
                  <a:lnTo>
                    <a:pt x="544468" y="514891"/>
                  </a:lnTo>
                  <a:lnTo>
                    <a:pt x="542004" y="514891"/>
                  </a:lnTo>
                  <a:lnTo>
                    <a:pt x="539541" y="514891"/>
                  </a:lnTo>
                  <a:lnTo>
                    <a:pt x="537077" y="514891"/>
                  </a:lnTo>
                  <a:lnTo>
                    <a:pt x="534613" y="514891"/>
                  </a:lnTo>
                  <a:lnTo>
                    <a:pt x="532150" y="514891"/>
                  </a:lnTo>
                  <a:lnTo>
                    <a:pt x="529686" y="514891"/>
                  </a:lnTo>
                  <a:lnTo>
                    <a:pt x="527222" y="514891"/>
                  </a:lnTo>
                  <a:lnTo>
                    <a:pt x="524759" y="514891"/>
                  </a:lnTo>
                  <a:lnTo>
                    <a:pt x="522295" y="514891"/>
                  </a:lnTo>
                  <a:lnTo>
                    <a:pt x="519831" y="514891"/>
                  </a:lnTo>
                  <a:lnTo>
                    <a:pt x="517368" y="514891"/>
                  </a:lnTo>
                  <a:lnTo>
                    <a:pt x="514904" y="514891"/>
                  </a:lnTo>
                  <a:lnTo>
                    <a:pt x="512440" y="514891"/>
                  </a:lnTo>
                  <a:lnTo>
                    <a:pt x="509977" y="514891"/>
                  </a:lnTo>
                  <a:lnTo>
                    <a:pt x="507513" y="514891"/>
                  </a:lnTo>
                  <a:lnTo>
                    <a:pt x="505049" y="514891"/>
                  </a:lnTo>
                  <a:lnTo>
                    <a:pt x="502586" y="514891"/>
                  </a:lnTo>
                  <a:lnTo>
                    <a:pt x="500122" y="514891"/>
                  </a:lnTo>
                  <a:lnTo>
                    <a:pt x="497658" y="514891"/>
                  </a:lnTo>
                  <a:lnTo>
                    <a:pt x="495195" y="514891"/>
                  </a:lnTo>
                  <a:lnTo>
                    <a:pt x="492731" y="514891"/>
                  </a:lnTo>
                  <a:lnTo>
                    <a:pt x="490267" y="514891"/>
                  </a:lnTo>
                  <a:lnTo>
                    <a:pt x="487804" y="514891"/>
                  </a:lnTo>
                  <a:lnTo>
                    <a:pt x="485340" y="514891"/>
                  </a:lnTo>
                  <a:lnTo>
                    <a:pt x="482876" y="514891"/>
                  </a:lnTo>
                  <a:lnTo>
                    <a:pt x="480413" y="514891"/>
                  </a:lnTo>
                  <a:lnTo>
                    <a:pt x="477949" y="514891"/>
                  </a:lnTo>
                  <a:lnTo>
                    <a:pt x="475485" y="514891"/>
                  </a:lnTo>
                  <a:lnTo>
                    <a:pt x="473022" y="514891"/>
                  </a:lnTo>
                  <a:lnTo>
                    <a:pt x="470558" y="514891"/>
                  </a:lnTo>
                  <a:lnTo>
                    <a:pt x="468094" y="514891"/>
                  </a:lnTo>
                  <a:lnTo>
                    <a:pt x="465631" y="514891"/>
                  </a:lnTo>
                  <a:lnTo>
                    <a:pt x="463167" y="514891"/>
                  </a:lnTo>
                  <a:lnTo>
                    <a:pt x="460703" y="514891"/>
                  </a:lnTo>
                  <a:lnTo>
                    <a:pt x="458240" y="514891"/>
                  </a:lnTo>
                  <a:lnTo>
                    <a:pt x="455776" y="514891"/>
                  </a:lnTo>
                  <a:lnTo>
                    <a:pt x="453312" y="514891"/>
                  </a:lnTo>
                  <a:lnTo>
                    <a:pt x="450849" y="514891"/>
                  </a:lnTo>
                  <a:lnTo>
                    <a:pt x="448385" y="514891"/>
                  </a:lnTo>
                  <a:lnTo>
                    <a:pt x="445922" y="514891"/>
                  </a:lnTo>
                  <a:lnTo>
                    <a:pt x="443458" y="514891"/>
                  </a:lnTo>
                  <a:lnTo>
                    <a:pt x="440994" y="514891"/>
                  </a:lnTo>
                  <a:lnTo>
                    <a:pt x="438531" y="514891"/>
                  </a:lnTo>
                  <a:lnTo>
                    <a:pt x="436067" y="514891"/>
                  </a:lnTo>
                  <a:lnTo>
                    <a:pt x="433603" y="514891"/>
                  </a:lnTo>
                  <a:lnTo>
                    <a:pt x="431140" y="514891"/>
                  </a:lnTo>
                  <a:lnTo>
                    <a:pt x="428676" y="514891"/>
                  </a:lnTo>
                  <a:lnTo>
                    <a:pt x="426212" y="514891"/>
                  </a:lnTo>
                  <a:lnTo>
                    <a:pt x="423749" y="514891"/>
                  </a:lnTo>
                  <a:lnTo>
                    <a:pt x="421285" y="514891"/>
                  </a:lnTo>
                  <a:lnTo>
                    <a:pt x="418821" y="514891"/>
                  </a:lnTo>
                  <a:lnTo>
                    <a:pt x="416358" y="514891"/>
                  </a:lnTo>
                  <a:lnTo>
                    <a:pt x="413894" y="514891"/>
                  </a:lnTo>
                  <a:lnTo>
                    <a:pt x="411430" y="514891"/>
                  </a:lnTo>
                  <a:lnTo>
                    <a:pt x="408967" y="514891"/>
                  </a:lnTo>
                  <a:lnTo>
                    <a:pt x="406503" y="514891"/>
                  </a:lnTo>
                  <a:lnTo>
                    <a:pt x="404039" y="514891"/>
                  </a:lnTo>
                  <a:lnTo>
                    <a:pt x="401576" y="514891"/>
                  </a:lnTo>
                  <a:lnTo>
                    <a:pt x="399112" y="514891"/>
                  </a:lnTo>
                  <a:lnTo>
                    <a:pt x="396648" y="514891"/>
                  </a:lnTo>
                  <a:lnTo>
                    <a:pt x="394185" y="514891"/>
                  </a:lnTo>
                  <a:lnTo>
                    <a:pt x="391721" y="514891"/>
                  </a:lnTo>
                  <a:lnTo>
                    <a:pt x="389257" y="514891"/>
                  </a:lnTo>
                  <a:lnTo>
                    <a:pt x="386794" y="514891"/>
                  </a:lnTo>
                  <a:lnTo>
                    <a:pt x="384330" y="514891"/>
                  </a:lnTo>
                  <a:lnTo>
                    <a:pt x="381866" y="514891"/>
                  </a:lnTo>
                  <a:lnTo>
                    <a:pt x="379403" y="514891"/>
                  </a:lnTo>
                  <a:lnTo>
                    <a:pt x="376939" y="514891"/>
                  </a:lnTo>
                  <a:lnTo>
                    <a:pt x="374475" y="514891"/>
                  </a:lnTo>
                  <a:lnTo>
                    <a:pt x="372012" y="514891"/>
                  </a:lnTo>
                  <a:lnTo>
                    <a:pt x="369548" y="514891"/>
                  </a:lnTo>
                  <a:lnTo>
                    <a:pt x="367084" y="514891"/>
                  </a:lnTo>
                  <a:lnTo>
                    <a:pt x="364621" y="514891"/>
                  </a:lnTo>
                  <a:lnTo>
                    <a:pt x="362157" y="514891"/>
                  </a:lnTo>
                  <a:lnTo>
                    <a:pt x="359694" y="514891"/>
                  </a:lnTo>
                  <a:lnTo>
                    <a:pt x="357230" y="514891"/>
                  </a:lnTo>
                  <a:lnTo>
                    <a:pt x="354766" y="514891"/>
                  </a:lnTo>
                  <a:lnTo>
                    <a:pt x="352303" y="514891"/>
                  </a:lnTo>
                  <a:lnTo>
                    <a:pt x="349839" y="514891"/>
                  </a:lnTo>
                  <a:lnTo>
                    <a:pt x="347375" y="514891"/>
                  </a:lnTo>
                  <a:lnTo>
                    <a:pt x="344912" y="514891"/>
                  </a:lnTo>
                  <a:lnTo>
                    <a:pt x="342448" y="514891"/>
                  </a:lnTo>
                  <a:lnTo>
                    <a:pt x="339984" y="514891"/>
                  </a:lnTo>
                  <a:lnTo>
                    <a:pt x="337521" y="514891"/>
                  </a:lnTo>
                  <a:lnTo>
                    <a:pt x="335057" y="514891"/>
                  </a:lnTo>
                  <a:lnTo>
                    <a:pt x="332593" y="514891"/>
                  </a:lnTo>
                  <a:lnTo>
                    <a:pt x="330130" y="514891"/>
                  </a:lnTo>
                  <a:lnTo>
                    <a:pt x="327666" y="514891"/>
                  </a:lnTo>
                  <a:lnTo>
                    <a:pt x="325202" y="514891"/>
                  </a:lnTo>
                  <a:lnTo>
                    <a:pt x="322739" y="514891"/>
                  </a:lnTo>
                  <a:lnTo>
                    <a:pt x="320275" y="514891"/>
                  </a:lnTo>
                  <a:lnTo>
                    <a:pt x="317811" y="514891"/>
                  </a:lnTo>
                  <a:lnTo>
                    <a:pt x="315348" y="514891"/>
                  </a:lnTo>
                  <a:lnTo>
                    <a:pt x="312884" y="514891"/>
                  </a:lnTo>
                  <a:lnTo>
                    <a:pt x="310420" y="514891"/>
                  </a:lnTo>
                  <a:lnTo>
                    <a:pt x="307957" y="514891"/>
                  </a:lnTo>
                  <a:lnTo>
                    <a:pt x="305493" y="514891"/>
                  </a:lnTo>
                  <a:lnTo>
                    <a:pt x="303029" y="514891"/>
                  </a:lnTo>
                  <a:lnTo>
                    <a:pt x="300566" y="514891"/>
                  </a:lnTo>
                  <a:lnTo>
                    <a:pt x="298102" y="514891"/>
                  </a:lnTo>
                  <a:lnTo>
                    <a:pt x="295638" y="514891"/>
                  </a:lnTo>
                  <a:lnTo>
                    <a:pt x="293175" y="514891"/>
                  </a:lnTo>
                  <a:lnTo>
                    <a:pt x="290711" y="514891"/>
                  </a:lnTo>
                  <a:lnTo>
                    <a:pt x="288247" y="514891"/>
                  </a:lnTo>
                  <a:lnTo>
                    <a:pt x="285784" y="514891"/>
                  </a:lnTo>
                  <a:lnTo>
                    <a:pt x="283320" y="514891"/>
                  </a:lnTo>
                  <a:lnTo>
                    <a:pt x="280856" y="514891"/>
                  </a:lnTo>
                  <a:lnTo>
                    <a:pt x="278393" y="514891"/>
                  </a:lnTo>
                  <a:lnTo>
                    <a:pt x="275929" y="514891"/>
                  </a:lnTo>
                  <a:lnTo>
                    <a:pt x="273465" y="514891"/>
                  </a:lnTo>
                  <a:lnTo>
                    <a:pt x="271002" y="514891"/>
                  </a:lnTo>
                  <a:lnTo>
                    <a:pt x="268538" y="514891"/>
                  </a:lnTo>
                  <a:lnTo>
                    <a:pt x="266075" y="514891"/>
                  </a:lnTo>
                  <a:lnTo>
                    <a:pt x="263611" y="514891"/>
                  </a:lnTo>
                  <a:lnTo>
                    <a:pt x="261147" y="514891"/>
                  </a:lnTo>
                  <a:lnTo>
                    <a:pt x="258684" y="514891"/>
                  </a:lnTo>
                  <a:lnTo>
                    <a:pt x="256220" y="514891"/>
                  </a:lnTo>
                  <a:lnTo>
                    <a:pt x="253756" y="514891"/>
                  </a:lnTo>
                  <a:lnTo>
                    <a:pt x="251293" y="514891"/>
                  </a:lnTo>
                  <a:lnTo>
                    <a:pt x="248829" y="514891"/>
                  </a:lnTo>
                  <a:lnTo>
                    <a:pt x="246365" y="514891"/>
                  </a:lnTo>
                  <a:lnTo>
                    <a:pt x="243902" y="514891"/>
                  </a:lnTo>
                  <a:lnTo>
                    <a:pt x="241438" y="514891"/>
                  </a:lnTo>
                  <a:lnTo>
                    <a:pt x="238974" y="514891"/>
                  </a:lnTo>
                  <a:lnTo>
                    <a:pt x="236511" y="514891"/>
                  </a:lnTo>
                  <a:lnTo>
                    <a:pt x="234047" y="514891"/>
                  </a:lnTo>
                  <a:lnTo>
                    <a:pt x="231583" y="514891"/>
                  </a:lnTo>
                  <a:lnTo>
                    <a:pt x="229120" y="514891"/>
                  </a:lnTo>
                  <a:lnTo>
                    <a:pt x="226656" y="514891"/>
                  </a:lnTo>
                  <a:lnTo>
                    <a:pt x="224192" y="514891"/>
                  </a:lnTo>
                  <a:lnTo>
                    <a:pt x="221729" y="514891"/>
                  </a:lnTo>
                  <a:lnTo>
                    <a:pt x="219265" y="514891"/>
                  </a:lnTo>
                  <a:lnTo>
                    <a:pt x="216801" y="514891"/>
                  </a:lnTo>
                  <a:lnTo>
                    <a:pt x="214338" y="514891"/>
                  </a:lnTo>
                  <a:lnTo>
                    <a:pt x="211874" y="514891"/>
                  </a:lnTo>
                  <a:lnTo>
                    <a:pt x="209410" y="514891"/>
                  </a:lnTo>
                  <a:lnTo>
                    <a:pt x="206947" y="514891"/>
                  </a:lnTo>
                  <a:lnTo>
                    <a:pt x="204483" y="514891"/>
                  </a:lnTo>
                  <a:lnTo>
                    <a:pt x="202019" y="514891"/>
                  </a:lnTo>
                  <a:lnTo>
                    <a:pt x="199556" y="514891"/>
                  </a:lnTo>
                  <a:lnTo>
                    <a:pt x="197092" y="514891"/>
                  </a:lnTo>
                  <a:lnTo>
                    <a:pt x="194628" y="514891"/>
                  </a:lnTo>
                  <a:lnTo>
                    <a:pt x="192165" y="514891"/>
                  </a:lnTo>
                  <a:lnTo>
                    <a:pt x="189701" y="514891"/>
                  </a:lnTo>
                  <a:lnTo>
                    <a:pt x="187237" y="514891"/>
                  </a:lnTo>
                  <a:lnTo>
                    <a:pt x="184774" y="514891"/>
                  </a:lnTo>
                  <a:lnTo>
                    <a:pt x="182310" y="514891"/>
                  </a:lnTo>
                  <a:lnTo>
                    <a:pt x="179847" y="514891"/>
                  </a:lnTo>
                  <a:lnTo>
                    <a:pt x="177383" y="514891"/>
                  </a:lnTo>
                  <a:lnTo>
                    <a:pt x="174919" y="514891"/>
                  </a:lnTo>
                  <a:lnTo>
                    <a:pt x="172456" y="514891"/>
                  </a:lnTo>
                  <a:lnTo>
                    <a:pt x="169992" y="514891"/>
                  </a:lnTo>
                  <a:lnTo>
                    <a:pt x="167528" y="514891"/>
                  </a:lnTo>
                  <a:lnTo>
                    <a:pt x="165065" y="514891"/>
                  </a:lnTo>
                  <a:lnTo>
                    <a:pt x="162601" y="514891"/>
                  </a:lnTo>
                  <a:lnTo>
                    <a:pt x="160137" y="514891"/>
                  </a:lnTo>
                  <a:lnTo>
                    <a:pt x="157674" y="514891"/>
                  </a:lnTo>
                  <a:lnTo>
                    <a:pt x="155210" y="514891"/>
                  </a:lnTo>
                  <a:lnTo>
                    <a:pt x="152746" y="514891"/>
                  </a:lnTo>
                  <a:lnTo>
                    <a:pt x="150283" y="514891"/>
                  </a:lnTo>
                  <a:lnTo>
                    <a:pt x="147819" y="514891"/>
                  </a:lnTo>
                  <a:lnTo>
                    <a:pt x="145355" y="514891"/>
                  </a:lnTo>
                  <a:lnTo>
                    <a:pt x="142892" y="514891"/>
                  </a:lnTo>
                  <a:lnTo>
                    <a:pt x="140428" y="514891"/>
                  </a:lnTo>
                  <a:lnTo>
                    <a:pt x="137964" y="514891"/>
                  </a:lnTo>
                  <a:lnTo>
                    <a:pt x="135501" y="514891"/>
                  </a:lnTo>
                  <a:lnTo>
                    <a:pt x="133037" y="514891"/>
                  </a:lnTo>
                  <a:lnTo>
                    <a:pt x="130573" y="514891"/>
                  </a:lnTo>
                  <a:lnTo>
                    <a:pt x="128110" y="514891"/>
                  </a:lnTo>
                  <a:lnTo>
                    <a:pt x="125646" y="514891"/>
                  </a:lnTo>
                  <a:lnTo>
                    <a:pt x="123182" y="514891"/>
                  </a:lnTo>
                  <a:lnTo>
                    <a:pt x="120719" y="514891"/>
                  </a:lnTo>
                  <a:lnTo>
                    <a:pt x="118255" y="514891"/>
                  </a:lnTo>
                  <a:lnTo>
                    <a:pt x="115791" y="514891"/>
                  </a:lnTo>
                  <a:lnTo>
                    <a:pt x="113328" y="514891"/>
                  </a:lnTo>
                  <a:lnTo>
                    <a:pt x="110864" y="514891"/>
                  </a:lnTo>
                  <a:lnTo>
                    <a:pt x="108400" y="514891"/>
                  </a:lnTo>
                  <a:lnTo>
                    <a:pt x="105937" y="514891"/>
                  </a:lnTo>
                  <a:lnTo>
                    <a:pt x="103473" y="514891"/>
                  </a:lnTo>
                  <a:lnTo>
                    <a:pt x="101009" y="514891"/>
                  </a:lnTo>
                  <a:lnTo>
                    <a:pt x="98546" y="514891"/>
                  </a:lnTo>
                  <a:lnTo>
                    <a:pt x="96082" y="514891"/>
                  </a:lnTo>
                  <a:lnTo>
                    <a:pt x="93618" y="514891"/>
                  </a:lnTo>
                  <a:lnTo>
                    <a:pt x="91155" y="514891"/>
                  </a:lnTo>
                  <a:lnTo>
                    <a:pt x="88691" y="514891"/>
                  </a:lnTo>
                  <a:lnTo>
                    <a:pt x="86228" y="514891"/>
                  </a:lnTo>
                  <a:lnTo>
                    <a:pt x="83764" y="514891"/>
                  </a:lnTo>
                  <a:lnTo>
                    <a:pt x="81300" y="514891"/>
                  </a:lnTo>
                  <a:lnTo>
                    <a:pt x="78837" y="514891"/>
                  </a:lnTo>
                  <a:lnTo>
                    <a:pt x="76373" y="514891"/>
                  </a:lnTo>
                  <a:lnTo>
                    <a:pt x="73909" y="514891"/>
                  </a:lnTo>
                  <a:lnTo>
                    <a:pt x="71446" y="514891"/>
                  </a:lnTo>
                  <a:lnTo>
                    <a:pt x="68982" y="514891"/>
                  </a:lnTo>
                  <a:lnTo>
                    <a:pt x="66518" y="514891"/>
                  </a:lnTo>
                  <a:lnTo>
                    <a:pt x="64055" y="514891"/>
                  </a:lnTo>
                  <a:lnTo>
                    <a:pt x="61591" y="514891"/>
                  </a:lnTo>
                  <a:lnTo>
                    <a:pt x="59127" y="514891"/>
                  </a:lnTo>
                  <a:lnTo>
                    <a:pt x="56664" y="514891"/>
                  </a:lnTo>
                  <a:lnTo>
                    <a:pt x="54200" y="514891"/>
                  </a:lnTo>
                  <a:lnTo>
                    <a:pt x="51736" y="514891"/>
                  </a:lnTo>
                  <a:lnTo>
                    <a:pt x="49273" y="514891"/>
                  </a:lnTo>
                  <a:lnTo>
                    <a:pt x="46809" y="514891"/>
                  </a:lnTo>
                  <a:lnTo>
                    <a:pt x="44345" y="514891"/>
                  </a:lnTo>
                  <a:lnTo>
                    <a:pt x="41882" y="514891"/>
                  </a:lnTo>
                  <a:lnTo>
                    <a:pt x="39418" y="514891"/>
                  </a:lnTo>
                  <a:lnTo>
                    <a:pt x="36954" y="514891"/>
                  </a:lnTo>
                  <a:lnTo>
                    <a:pt x="34491" y="514891"/>
                  </a:lnTo>
                  <a:lnTo>
                    <a:pt x="32027" y="514891"/>
                  </a:lnTo>
                  <a:lnTo>
                    <a:pt x="29563" y="514891"/>
                  </a:lnTo>
                  <a:lnTo>
                    <a:pt x="27100" y="514891"/>
                  </a:lnTo>
                  <a:lnTo>
                    <a:pt x="24636" y="514891"/>
                  </a:lnTo>
                  <a:lnTo>
                    <a:pt x="22172" y="514891"/>
                  </a:lnTo>
                  <a:lnTo>
                    <a:pt x="19709" y="514891"/>
                  </a:lnTo>
                  <a:lnTo>
                    <a:pt x="17245" y="514891"/>
                  </a:lnTo>
                  <a:lnTo>
                    <a:pt x="14781" y="514891"/>
                  </a:lnTo>
                  <a:lnTo>
                    <a:pt x="12318" y="514891"/>
                  </a:lnTo>
                  <a:lnTo>
                    <a:pt x="9854" y="514891"/>
                  </a:lnTo>
                  <a:lnTo>
                    <a:pt x="7390" y="514891"/>
                  </a:lnTo>
                  <a:lnTo>
                    <a:pt x="4927" y="514891"/>
                  </a:lnTo>
                  <a:lnTo>
                    <a:pt x="2463" y="5148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957616" y="1610895"/>
              <a:ext cx="1258929" cy="514891"/>
            </a:xfrm>
            <a:custGeom>
              <a:avLst/>
              <a:pathLst>
                <a:path w="1258929" h="514891">
                  <a:moveTo>
                    <a:pt x="0" y="514891"/>
                  </a:moveTo>
                  <a:lnTo>
                    <a:pt x="2463" y="514891"/>
                  </a:lnTo>
                  <a:lnTo>
                    <a:pt x="4927" y="514891"/>
                  </a:lnTo>
                  <a:lnTo>
                    <a:pt x="7390" y="514891"/>
                  </a:lnTo>
                  <a:lnTo>
                    <a:pt x="9854" y="514891"/>
                  </a:lnTo>
                  <a:lnTo>
                    <a:pt x="12318" y="514891"/>
                  </a:lnTo>
                  <a:lnTo>
                    <a:pt x="14781" y="514891"/>
                  </a:lnTo>
                  <a:lnTo>
                    <a:pt x="17245" y="514891"/>
                  </a:lnTo>
                  <a:lnTo>
                    <a:pt x="19709" y="514890"/>
                  </a:lnTo>
                  <a:lnTo>
                    <a:pt x="22172" y="514890"/>
                  </a:lnTo>
                  <a:lnTo>
                    <a:pt x="24636" y="514890"/>
                  </a:lnTo>
                  <a:lnTo>
                    <a:pt x="27100" y="514890"/>
                  </a:lnTo>
                  <a:lnTo>
                    <a:pt x="29563" y="514889"/>
                  </a:lnTo>
                  <a:lnTo>
                    <a:pt x="32027" y="514889"/>
                  </a:lnTo>
                  <a:lnTo>
                    <a:pt x="34491" y="514888"/>
                  </a:lnTo>
                  <a:lnTo>
                    <a:pt x="36954" y="514887"/>
                  </a:lnTo>
                  <a:lnTo>
                    <a:pt x="39418" y="514887"/>
                  </a:lnTo>
                  <a:lnTo>
                    <a:pt x="41882" y="514885"/>
                  </a:lnTo>
                  <a:lnTo>
                    <a:pt x="44345" y="514884"/>
                  </a:lnTo>
                  <a:lnTo>
                    <a:pt x="46809" y="514882"/>
                  </a:lnTo>
                  <a:lnTo>
                    <a:pt x="49273" y="514880"/>
                  </a:lnTo>
                  <a:lnTo>
                    <a:pt x="51736" y="514877"/>
                  </a:lnTo>
                  <a:lnTo>
                    <a:pt x="54200" y="514874"/>
                  </a:lnTo>
                  <a:lnTo>
                    <a:pt x="56664" y="514870"/>
                  </a:lnTo>
                  <a:lnTo>
                    <a:pt x="59127" y="514865"/>
                  </a:lnTo>
                  <a:lnTo>
                    <a:pt x="61591" y="514860"/>
                  </a:lnTo>
                  <a:lnTo>
                    <a:pt x="64055" y="514853"/>
                  </a:lnTo>
                  <a:lnTo>
                    <a:pt x="66518" y="514845"/>
                  </a:lnTo>
                  <a:lnTo>
                    <a:pt x="68982" y="514835"/>
                  </a:lnTo>
                  <a:lnTo>
                    <a:pt x="71446" y="514823"/>
                  </a:lnTo>
                  <a:lnTo>
                    <a:pt x="73909" y="514809"/>
                  </a:lnTo>
                  <a:lnTo>
                    <a:pt x="76373" y="514793"/>
                  </a:lnTo>
                  <a:lnTo>
                    <a:pt x="78837" y="514773"/>
                  </a:lnTo>
                  <a:lnTo>
                    <a:pt x="81300" y="514750"/>
                  </a:lnTo>
                  <a:lnTo>
                    <a:pt x="83764" y="514723"/>
                  </a:lnTo>
                  <a:lnTo>
                    <a:pt x="86228" y="514693"/>
                  </a:lnTo>
                  <a:lnTo>
                    <a:pt x="88691" y="514656"/>
                  </a:lnTo>
                  <a:lnTo>
                    <a:pt x="91155" y="514613"/>
                  </a:lnTo>
                  <a:lnTo>
                    <a:pt x="93618" y="514564"/>
                  </a:lnTo>
                  <a:lnTo>
                    <a:pt x="96082" y="514508"/>
                  </a:lnTo>
                  <a:lnTo>
                    <a:pt x="98546" y="514443"/>
                  </a:lnTo>
                  <a:lnTo>
                    <a:pt x="101009" y="514369"/>
                  </a:lnTo>
                  <a:lnTo>
                    <a:pt x="103473" y="514282"/>
                  </a:lnTo>
                  <a:lnTo>
                    <a:pt x="105937" y="514185"/>
                  </a:lnTo>
                  <a:lnTo>
                    <a:pt x="108400" y="514074"/>
                  </a:lnTo>
                  <a:lnTo>
                    <a:pt x="110864" y="513950"/>
                  </a:lnTo>
                  <a:lnTo>
                    <a:pt x="113328" y="513808"/>
                  </a:lnTo>
                  <a:lnTo>
                    <a:pt x="115791" y="513646"/>
                  </a:lnTo>
                  <a:lnTo>
                    <a:pt x="118255" y="513466"/>
                  </a:lnTo>
                  <a:lnTo>
                    <a:pt x="120719" y="513265"/>
                  </a:lnTo>
                  <a:lnTo>
                    <a:pt x="123182" y="513041"/>
                  </a:lnTo>
                  <a:lnTo>
                    <a:pt x="125646" y="512790"/>
                  </a:lnTo>
                  <a:lnTo>
                    <a:pt x="128110" y="512507"/>
                  </a:lnTo>
                  <a:lnTo>
                    <a:pt x="130573" y="512196"/>
                  </a:lnTo>
                  <a:lnTo>
                    <a:pt x="133037" y="511853"/>
                  </a:lnTo>
                  <a:lnTo>
                    <a:pt x="135501" y="511478"/>
                  </a:lnTo>
                  <a:lnTo>
                    <a:pt x="137964" y="511061"/>
                  </a:lnTo>
                  <a:lnTo>
                    <a:pt x="140428" y="510600"/>
                  </a:lnTo>
                  <a:lnTo>
                    <a:pt x="142892" y="510098"/>
                  </a:lnTo>
                  <a:lnTo>
                    <a:pt x="145355" y="509553"/>
                  </a:lnTo>
                  <a:lnTo>
                    <a:pt x="147819" y="508963"/>
                  </a:lnTo>
                  <a:lnTo>
                    <a:pt x="150283" y="508317"/>
                  </a:lnTo>
                  <a:lnTo>
                    <a:pt x="152746" y="507612"/>
                  </a:lnTo>
                  <a:lnTo>
                    <a:pt x="155210" y="506855"/>
                  </a:lnTo>
                  <a:lnTo>
                    <a:pt x="157674" y="506042"/>
                  </a:lnTo>
                  <a:lnTo>
                    <a:pt x="160137" y="505173"/>
                  </a:lnTo>
                  <a:lnTo>
                    <a:pt x="162601" y="504235"/>
                  </a:lnTo>
                  <a:lnTo>
                    <a:pt x="165065" y="503226"/>
                  </a:lnTo>
                  <a:lnTo>
                    <a:pt x="167528" y="502156"/>
                  </a:lnTo>
                  <a:lnTo>
                    <a:pt x="169992" y="501022"/>
                  </a:lnTo>
                  <a:lnTo>
                    <a:pt x="172456" y="499823"/>
                  </a:lnTo>
                  <a:lnTo>
                    <a:pt x="174919" y="498549"/>
                  </a:lnTo>
                  <a:lnTo>
                    <a:pt x="177383" y="497198"/>
                  </a:lnTo>
                  <a:lnTo>
                    <a:pt x="179847" y="495783"/>
                  </a:lnTo>
                  <a:lnTo>
                    <a:pt x="182310" y="494302"/>
                  </a:lnTo>
                  <a:lnTo>
                    <a:pt x="184774" y="492757"/>
                  </a:lnTo>
                  <a:lnTo>
                    <a:pt x="187237" y="491138"/>
                  </a:lnTo>
                  <a:lnTo>
                    <a:pt x="189701" y="489448"/>
                  </a:lnTo>
                  <a:lnTo>
                    <a:pt x="192165" y="487700"/>
                  </a:lnTo>
                  <a:lnTo>
                    <a:pt x="194628" y="485895"/>
                  </a:lnTo>
                  <a:lnTo>
                    <a:pt x="197092" y="484035"/>
                  </a:lnTo>
                  <a:lnTo>
                    <a:pt x="199556" y="482116"/>
                  </a:lnTo>
                  <a:lnTo>
                    <a:pt x="202019" y="480143"/>
                  </a:lnTo>
                  <a:lnTo>
                    <a:pt x="204483" y="478128"/>
                  </a:lnTo>
                  <a:lnTo>
                    <a:pt x="206947" y="476075"/>
                  </a:lnTo>
                  <a:lnTo>
                    <a:pt x="209410" y="473987"/>
                  </a:lnTo>
                  <a:lnTo>
                    <a:pt x="211874" y="471865"/>
                  </a:lnTo>
                  <a:lnTo>
                    <a:pt x="214338" y="469716"/>
                  </a:lnTo>
                  <a:lnTo>
                    <a:pt x="216801" y="467549"/>
                  </a:lnTo>
                  <a:lnTo>
                    <a:pt x="219265" y="465369"/>
                  </a:lnTo>
                  <a:lnTo>
                    <a:pt x="221729" y="463180"/>
                  </a:lnTo>
                  <a:lnTo>
                    <a:pt x="224192" y="460988"/>
                  </a:lnTo>
                  <a:lnTo>
                    <a:pt x="226656" y="458799"/>
                  </a:lnTo>
                  <a:lnTo>
                    <a:pt x="229120" y="456619"/>
                  </a:lnTo>
                  <a:lnTo>
                    <a:pt x="231583" y="454450"/>
                  </a:lnTo>
                  <a:lnTo>
                    <a:pt x="234047" y="452297"/>
                  </a:lnTo>
                  <a:lnTo>
                    <a:pt x="236511" y="450168"/>
                  </a:lnTo>
                  <a:lnTo>
                    <a:pt x="238974" y="448068"/>
                  </a:lnTo>
                  <a:lnTo>
                    <a:pt x="241438" y="445996"/>
                  </a:lnTo>
                  <a:lnTo>
                    <a:pt x="243902" y="443954"/>
                  </a:lnTo>
                  <a:lnTo>
                    <a:pt x="246365" y="441944"/>
                  </a:lnTo>
                  <a:lnTo>
                    <a:pt x="248829" y="439975"/>
                  </a:lnTo>
                  <a:lnTo>
                    <a:pt x="251293" y="438047"/>
                  </a:lnTo>
                  <a:lnTo>
                    <a:pt x="253756" y="436156"/>
                  </a:lnTo>
                  <a:lnTo>
                    <a:pt x="256220" y="434301"/>
                  </a:lnTo>
                  <a:lnTo>
                    <a:pt x="258684" y="432483"/>
                  </a:lnTo>
                  <a:lnTo>
                    <a:pt x="261147" y="430706"/>
                  </a:lnTo>
                  <a:lnTo>
                    <a:pt x="263611" y="428970"/>
                  </a:lnTo>
                  <a:lnTo>
                    <a:pt x="266075" y="427266"/>
                  </a:lnTo>
                  <a:lnTo>
                    <a:pt x="268538" y="425592"/>
                  </a:lnTo>
                  <a:lnTo>
                    <a:pt x="271002" y="423948"/>
                  </a:lnTo>
                  <a:lnTo>
                    <a:pt x="273465" y="422334"/>
                  </a:lnTo>
                  <a:lnTo>
                    <a:pt x="275929" y="420747"/>
                  </a:lnTo>
                  <a:lnTo>
                    <a:pt x="278393" y="419180"/>
                  </a:lnTo>
                  <a:lnTo>
                    <a:pt x="280856" y="417629"/>
                  </a:lnTo>
                  <a:lnTo>
                    <a:pt x="283320" y="416093"/>
                  </a:lnTo>
                  <a:lnTo>
                    <a:pt x="285784" y="414569"/>
                  </a:lnTo>
                  <a:lnTo>
                    <a:pt x="288247" y="413052"/>
                  </a:lnTo>
                  <a:lnTo>
                    <a:pt x="290711" y="411538"/>
                  </a:lnTo>
                  <a:lnTo>
                    <a:pt x="293175" y="410025"/>
                  </a:lnTo>
                  <a:lnTo>
                    <a:pt x="295638" y="408508"/>
                  </a:lnTo>
                  <a:lnTo>
                    <a:pt x="298102" y="406984"/>
                  </a:lnTo>
                  <a:lnTo>
                    <a:pt x="300566" y="405447"/>
                  </a:lnTo>
                  <a:lnTo>
                    <a:pt x="303029" y="403896"/>
                  </a:lnTo>
                  <a:lnTo>
                    <a:pt x="305493" y="402329"/>
                  </a:lnTo>
                  <a:lnTo>
                    <a:pt x="307957" y="400741"/>
                  </a:lnTo>
                  <a:lnTo>
                    <a:pt x="310420" y="399126"/>
                  </a:lnTo>
                  <a:lnTo>
                    <a:pt x="312884" y="397480"/>
                  </a:lnTo>
                  <a:lnTo>
                    <a:pt x="315348" y="395802"/>
                  </a:lnTo>
                  <a:lnTo>
                    <a:pt x="317811" y="394091"/>
                  </a:lnTo>
                  <a:lnTo>
                    <a:pt x="320275" y="392343"/>
                  </a:lnTo>
                  <a:lnTo>
                    <a:pt x="322739" y="390547"/>
                  </a:lnTo>
                  <a:lnTo>
                    <a:pt x="325202" y="388699"/>
                  </a:lnTo>
                  <a:lnTo>
                    <a:pt x="327666" y="386801"/>
                  </a:lnTo>
                  <a:lnTo>
                    <a:pt x="330130" y="384852"/>
                  </a:lnTo>
                  <a:lnTo>
                    <a:pt x="332593" y="382846"/>
                  </a:lnTo>
                  <a:lnTo>
                    <a:pt x="335057" y="380770"/>
                  </a:lnTo>
                  <a:lnTo>
                    <a:pt x="337521" y="378619"/>
                  </a:lnTo>
                  <a:lnTo>
                    <a:pt x="339984" y="376397"/>
                  </a:lnTo>
                  <a:lnTo>
                    <a:pt x="342448" y="374102"/>
                  </a:lnTo>
                  <a:lnTo>
                    <a:pt x="344912" y="371729"/>
                  </a:lnTo>
                  <a:lnTo>
                    <a:pt x="347375" y="369261"/>
                  </a:lnTo>
                  <a:lnTo>
                    <a:pt x="349839" y="366690"/>
                  </a:lnTo>
                  <a:lnTo>
                    <a:pt x="352303" y="364027"/>
                  </a:lnTo>
                  <a:lnTo>
                    <a:pt x="354766" y="361267"/>
                  </a:lnTo>
                  <a:lnTo>
                    <a:pt x="357230" y="358407"/>
                  </a:lnTo>
                  <a:lnTo>
                    <a:pt x="359694" y="355424"/>
                  </a:lnTo>
                  <a:lnTo>
                    <a:pt x="362157" y="352312"/>
                  </a:lnTo>
                  <a:lnTo>
                    <a:pt x="364621" y="349084"/>
                  </a:lnTo>
                  <a:lnTo>
                    <a:pt x="367084" y="345738"/>
                  </a:lnTo>
                  <a:lnTo>
                    <a:pt x="369548" y="342268"/>
                  </a:lnTo>
                  <a:lnTo>
                    <a:pt x="372012" y="338650"/>
                  </a:lnTo>
                  <a:lnTo>
                    <a:pt x="374475" y="334877"/>
                  </a:lnTo>
                  <a:lnTo>
                    <a:pt x="376939" y="330968"/>
                  </a:lnTo>
                  <a:lnTo>
                    <a:pt x="379403" y="326918"/>
                  </a:lnTo>
                  <a:lnTo>
                    <a:pt x="381866" y="322726"/>
                  </a:lnTo>
                  <a:lnTo>
                    <a:pt x="384330" y="318361"/>
                  </a:lnTo>
                  <a:lnTo>
                    <a:pt x="386794" y="313820"/>
                  </a:lnTo>
                  <a:lnTo>
                    <a:pt x="389257" y="309124"/>
                  </a:lnTo>
                  <a:lnTo>
                    <a:pt x="391721" y="304271"/>
                  </a:lnTo>
                  <a:lnTo>
                    <a:pt x="394185" y="299258"/>
                  </a:lnTo>
                  <a:lnTo>
                    <a:pt x="396648" y="294053"/>
                  </a:lnTo>
                  <a:lnTo>
                    <a:pt x="399112" y="288656"/>
                  </a:lnTo>
                  <a:lnTo>
                    <a:pt x="401576" y="283090"/>
                  </a:lnTo>
                  <a:lnTo>
                    <a:pt x="404039" y="277355"/>
                  </a:lnTo>
                  <a:lnTo>
                    <a:pt x="406503" y="271449"/>
                  </a:lnTo>
                  <a:lnTo>
                    <a:pt x="408967" y="265342"/>
                  </a:lnTo>
                  <a:lnTo>
                    <a:pt x="411430" y="259035"/>
                  </a:lnTo>
                  <a:lnTo>
                    <a:pt x="413894" y="252556"/>
                  </a:lnTo>
                  <a:lnTo>
                    <a:pt x="416358" y="245908"/>
                  </a:lnTo>
                  <a:lnTo>
                    <a:pt x="418821" y="239091"/>
                  </a:lnTo>
                  <a:lnTo>
                    <a:pt x="421285" y="232080"/>
                  </a:lnTo>
                  <a:lnTo>
                    <a:pt x="423749" y="224881"/>
                  </a:lnTo>
                  <a:lnTo>
                    <a:pt x="426212" y="217527"/>
                  </a:lnTo>
                  <a:lnTo>
                    <a:pt x="428676" y="210022"/>
                  </a:lnTo>
                  <a:lnTo>
                    <a:pt x="431140" y="202374"/>
                  </a:lnTo>
                  <a:lnTo>
                    <a:pt x="433603" y="194567"/>
                  </a:lnTo>
                  <a:lnTo>
                    <a:pt x="436067" y="186617"/>
                  </a:lnTo>
                  <a:lnTo>
                    <a:pt x="438531" y="178557"/>
                  </a:lnTo>
                  <a:lnTo>
                    <a:pt x="440994" y="170399"/>
                  </a:lnTo>
                  <a:lnTo>
                    <a:pt x="443458" y="162153"/>
                  </a:lnTo>
                  <a:lnTo>
                    <a:pt x="445922" y="153827"/>
                  </a:lnTo>
                  <a:lnTo>
                    <a:pt x="448385" y="145445"/>
                  </a:lnTo>
                  <a:lnTo>
                    <a:pt x="450849" y="137037"/>
                  </a:lnTo>
                  <a:lnTo>
                    <a:pt x="453312" y="128621"/>
                  </a:lnTo>
                  <a:lnTo>
                    <a:pt x="455776" y="120216"/>
                  </a:lnTo>
                  <a:lnTo>
                    <a:pt x="458240" y="111853"/>
                  </a:lnTo>
                  <a:lnTo>
                    <a:pt x="460703" y="103569"/>
                  </a:lnTo>
                  <a:lnTo>
                    <a:pt x="463167" y="95381"/>
                  </a:lnTo>
                  <a:lnTo>
                    <a:pt x="465631" y="87314"/>
                  </a:lnTo>
                  <a:lnTo>
                    <a:pt x="468094" y="79391"/>
                  </a:lnTo>
                  <a:lnTo>
                    <a:pt x="470558" y="71674"/>
                  </a:lnTo>
                  <a:lnTo>
                    <a:pt x="473022" y="64205"/>
                  </a:lnTo>
                  <a:lnTo>
                    <a:pt x="475485" y="56983"/>
                  </a:lnTo>
                  <a:lnTo>
                    <a:pt x="477949" y="50033"/>
                  </a:lnTo>
                  <a:lnTo>
                    <a:pt x="480413" y="43380"/>
                  </a:lnTo>
                  <a:lnTo>
                    <a:pt x="482876" y="37114"/>
                  </a:lnTo>
                  <a:lnTo>
                    <a:pt x="485340" y="31276"/>
                  </a:lnTo>
                  <a:lnTo>
                    <a:pt x="487804" y="25836"/>
                  </a:lnTo>
                  <a:lnTo>
                    <a:pt x="490267" y="20817"/>
                  </a:lnTo>
                  <a:lnTo>
                    <a:pt x="492731" y="16242"/>
                  </a:lnTo>
                  <a:lnTo>
                    <a:pt x="495195" y="12218"/>
                  </a:lnTo>
                  <a:lnTo>
                    <a:pt x="497658" y="8776"/>
                  </a:lnTo>
                  <a:lnTo>
                    <a:pt x="500122" y="5857"/>
                  </a:lnTo>
                  <a:lnTo>
                    <a:pt x="502586" y="3475"/>
                  </a:lnTo>
                  <a:lnTo>
                    <a:pt x="505049" y="1647"/>
                  </a:lnTo>
                  <a:lnTo>
                    <a:pt x="507513" y="483"/>
                  </a:lnTo>
                  <a:lnTo>
                    <a:pt x="509977" y="0"/>
                  </a:lnTo>
                  <a:lnTo>
                    <a:pt x="512440" y="109"/>
                  </a:lnTo>
                  <a:lnTo>
                    <a:pt x="514904" y="817"/>
                  </a:lnTo>
                  <a:lnTo>
                    <a:pt x="517368" y="2127"/>
                  </a:lnTo>
                  <a:lnTo>
                    <a:pt x="519831" y="4143"/>
                  </a:lnTo>
                  <a:lnTo>
                    <a:pt x="522295" y="6861"/>
                  </a:lnTo>
                  <a:lnTo>
                    <a:pt x="524759" y="10177"/>
                  </a:lnTo>
                  <a:lnTo>
                    <a:pt x="527222" y="14084"/>
                  </a:lnTo>
                  <a:lnTo>
                    <a:pt x="529686" y="18575"/>
                  </a:lnTo>
                  <a:lnTo>
                    <a:pt x="532150" y="23734"/>
                  </a:lnTo>
                  <a:lnTo>
                    <a:pt x="534613" y="29539"/>
                  </a:lnTo>
                  <a:lnTo>
                    <a:pt x="537077" y="35880"/>
                  </a:lnTo>
                  <a:lnTo>
                    <a:pt x="539541" y="42741"/>
                  </a:lnTo>
                  <a:lnTo>
                    <a:pt x="542004" y="50105"/>
                  </a:lnTo>
                  <a:lnTo>
                    <a:pt x="544468" y="58030"/>
                  </a:lnTo>
                  <a:lnTo>
                    <a:pt x="546931" y="66477"/>
                  </a:lnTo>
                  <a:lnTo>
                    <a:pt x="549395" y="75345"/>
                  </a:lnTo>
                  <a:lnTo>
                    <a:pt x="551859" y="84611"/>
                  </a:lnTo>
                  <a:lnTo>
                    <a:pt x="554322" y="94251"/>
                  </a:lnTo>
                  <a:lnTo>
                    <a:pt x="556786" y="104291"/>
                  </a:lnTo>
                  <a:lnTo>
                    <a:pt x="559250" y="114684"/>
                  </a:lnTo>
                  <a:lnTo>
                    <a:pt x="561713" y="125348"/>
                  </a:lnTo>
                  <a:lnTo>
                    <a:pt x="564177" y="136255"/>
                  </a:lnTo>
                  <a:lnTo>
                    <a:pt x="566641" y="147376"/>
                  </a:lnTo>
                  <a:lnTo>
                    <a:pt x="569104" y="158710"/>
                  </a:lnTo>
                  <a:lnTo>
                    <a:pt x="571568" y="170205"/>
                  </a:lnTo>
                  <a:lnTo>
                    <a:pt x="574032" y="181804"/>
                  </a:lnTo>
                  <a:lnTo>
                    <a:pt x="576495" y="193481"/>
                  </a:lnTo>
                  <a:lnTo>
                    <a:pt x="578959" y="205208"/>
                  </a:lnTo>
                  <a:lnTo>
                    <a:pt x="581423" y="216954"/>
                  </a:lnTo>
                  <a:lnTo>
                    <a:pt x="583886" y="228673"/>
                  </a:lnTo>
                  <a:lnTo>
                    <a:pt x="586350" y="240340"/>
                  </a:lnTo>
                  <a:lnTo>
                    <a:pt x="588814" y="251929"/>
                  </a:lnTo>
                  <a:lnTo>
                    <a:pt x="591277" y="263417"/>
                  </a:lnTo>
                  <a:lnTo>
                    <a:pt x="593741" y="274755"/>
                  </a:lnTo>
                  <a:lnTo>
                    <a:pt x="596205" y="285906"/>
                  </a:lnTo>
                  <a:lnTo>
                    <a:pt x="598668" y="296875"/>
                  </a:lnTo>
                  <a:lnTo>
                    <a:pt x="601132" y="307642"/>
                  </a:lnTo>
                  <a:lnTo>
                    <a:pt x="603596" y="318191"/>
                  </a:lnTo>
                  <a:lnTo>
                    <a:pt x="606059" y="328463"/>
                  </a:lnTo>
                  <a:lnTo>
                    <a:pt x="608523" y="338436"/>
                  </a:lnTo>
                  <a:lnTo>
                    <a:pt x="610987" y="348137"/>
                  </a:lnTo>
                  <a:lnTo>
                    <a:pt x="613450" y="357558"/>
                  </a:lnTo>
                  <a:lnTo>
                    <a:pt x="615914" y="366688"/>
                  </a:lnTo>
                  <a:lnTo>
                    <a:pt x="618378" y="375470"/>
                  </a:lnTo>
                  <a:lnTo>
                    <a:pt x="620841" y="383893"/>
                  </a:lnTo>
                  <a:lnTo>
                    <a:pt x="623305" y="392005"/>
                  </a:lnTo>
                  <a:lnTo>
                    <a:pt x="625769" y="399803"/>
                  </a:lnTo>
                  <a:lnTo>
                    <a:pt x="628232" y="407286"/>
                  </a:lnTo>
                  <a:lnTo>
                    <a:pt x="630696" y="414401"/>
                  </a:lnTo>
                  <a:lnTo>
                    <a:pt x="633159" y="421151"/>
                  </a:lnTo>
                  <a:lnTo>
                    <a:pt x="635623" y="427591"/>
                  </a:lnTo>
                  <a:lnTo>
                    <a:pt x="638087" y="433725"/>
                  </a:lnTo>
                  <a:lnTo>
                    <a:pt x="640550" y="439558"/>
                  </a:lnTo>
                  <a:lnTo>
                    <a:pt x="643014" y="445046"/>
                  </a:lnTo>
                  <a:lnTo>
                    <a:pt x="645478" y="450201"/>
                  </a:lnTo>
                  <a:lnTo>
                    <a:pt x="647941" y="455078"/>
                  </a:lnTo>
                  <a:lnTo>
                    <a:pt x="650405" y="459684"/>
                  </a:lnTo>
                  <a:lnTo>
                    <a:pt x="652869" y="464027"/>
                  </a:lnTo>
                  <a:lnTo>
                    <a:pt x="655332" y="468076"/>
                  </a:lnTo>
                  <a:lnTo>
                    <a:pt x="657796" y="471843"/>
                  </a:lnTo>
                  <a:lnTo>
                    <a:pt x="660260" y="475380"/>
                  </a:lnTo>
                  <a:lnTo>
                    <a:pt x="662723" y="478694"/>
                  </a:lnTo>
                  <a:lnTo>
                    <a:pt x="665187" y="481796"/>
                  </a:lnTo>
                  <a:lnTo>
                    <a:pt x="667651" y="484661"/>
                  </a:lnTo>
                  <a:lnTo>
                    <a:pt x="670114" y="487304"/>
                  </a:lnTo>
                  <a:lnTo>
                    <a:pt x="672578" y="489767"/>
                  </a:lnTo>
                  <a:lnTo>
                    <a:pt x="675042" y="492058"/>
                  </a:lnTo>
                  <a:lnTo>
                    <a:pt x="677505" y="494186"/>
                  </a:lnTo>
                  <a:lnTo>
                    <a:pt x="679969" y="496134"/>
                  </a:lnTo>
                  <a:lnTo>
                    <a:pt x="682433" y="497916"/>
                  </a:lnTo>
                  <a:lnTo>
                    <a:pt x="684896" y="499563"/>
                  </a:lnTo>
                  <a:lnTo>
                    <a:pt x="687360" y="501084"/>
                  </a:lnTo>
                  <a:lnTo>
                    <a:pt x="689824" y="502485"/>
                  </a:lnTo>
                  <a:lnTo>
                    <a:pt x="692287" y="503755"/>
                  </a:lnTo>
                  <a:lnTo>
                    <a:pt x="694751" y="504906"/>
                  </a:lnTo>
                  <a:lnTo>
                    <a:pt x="697215" y="505962"/>
                  </a:lnTo>
                  <a:lnTo>
                    <a:pt x="699678" y="506927"/>
                  </a:lnTo>
                  <a:lnTo>
                    <a:pt x="702142" y="507809"/>
                  </a:lnTo>
                  <a:lnTo>
                    <a:pt x="704606" y="508600"/>
                  </a:lnTo>
                  <a:lnTo>
                    <a:pt x="707069" y="509308"/>
                  </a:lnTo>
                  <a:lnTo>
                    <a:pt x="709533" y="509952"/>
                  </a:lnTo>
                  <a:lnTo>
                    <a:pt x="711997" y="510535"/>
                  </a:lnTo>
                  <a:lnTo>
                    <a:pt x="714460" y="511062"/>
                  </a:lnTo>
                  <a:lnTo>
                    <a:pt x="716924" y="511529"/>
                  </a:lnTo>
                  <a:lnTo>
                    <a:pt x="719388" y="511942"/>
                  </a:lnTo>
                  <a:lnTo>
                    <a:pt x="721851" y="512313"/>
                  </a:lnTo>
                  <a:lnTo>
                    <a:pt x="724315" y="512645"/>
                  </a:lnTo>
                  <a:lnTo>
                    <a:pt x="726778" y="512942"/>
                  </a:lnTo>
                  <a:lnTo>
                    <a:pt x="729242" y="513201"/>
                  </a:lnTo>
                  <a:lnTo>
                    <a:pt x="731706" y="513428"/>
                  </a:lnTo>
                  <a:lnTo>
                    <a:pt x="734169" y="513628"/>
                  </a:lnTo>
                  <a:lnTo>
                    <a:pt x="736633" y="513806"/>
                  </a:lnTo>
                  <a:lnTo>
                    <a:pt x="739097" y="513962"/>
                  </a:lnTo>
                  <a:lnTo>
                    <a:pt x="741560" y="514097"/>
                  </a:lnTo>
                  <a:lnTo>
                    <a:pt x="744024" y="514212"/>
                  </a:lnTo>
                  <a:lnTo>
                    <a:pt x="746488" y="514314"/>
                  </a:lnTo>
                  <a:lnTo>
                    <a:pt x="748951" y="514402"/>
                  </a:lnTo>
                  <a:lnTo>
                    <a:pt x="751415" y="514479"/>
                  </a:lnTo>
                  <a:lnTo>
                    <a:pt x="753879" y="514543"/>
                  </a:lnTo>
                  <a:lnTo>
                    <a:pt x="756342" y="514598"/>
                  </a:lnTo>
                  <a:lnTo>
                    <a:pt x="758806" y="514646"/>
                  </a:lnTo>
                  <a:lnTo>
                    <a:pt x="761270" y="514686"/>
                  </a:lnTo>
                  <a:lnTo>
                    <a:pt x="763733" y="514721"/>
                  </a:lnTo>
                  <a:lnTo>
                    <a:pt x="766197" y="514750"/>
                  </a:lnTo>
                  <a:lnTo>
                    <a:pt x="768661" y="514774"/>
                  </a:lnTo>
                  <a:lnTo>
                    <a:pt x="771124" y="514794"/>
                  </a:lnTo>
                  <a:lnTo>
                    <a:pt x="773588" y="514812"/>
                  </a:lnTo>
                  <a:lnTo>
                    <a:pt x="776052" y="514826"/>
                  </a:lnTo>
                  <a:lnTo>
                    <a:pt x="778515" y="514838"/>
                  </a:lnTo>
                  <a:lnTo>
                    <a:pt x="780979" y="514848"/>
                  </a:lnTo>
                  <a:lnTo>
                    <a:pt x="783443" y="514856"/>
                  </a:lnTo>
                  <a:lnTo>
                    <a:pt x="785906" y="514863"/>
                  </a:lnTo>
                  <a:lnTo>
                    <a:pt x="788370" y="514868"/>
                  </a:lnTo>
                  <a:lnTo>
                    <a:pt x="790834" y="514873"/>
                  </a:lnTo>
                  <a:lnTo>
                    <a:pt x="793297" y="514876"/>
                  </a:lnTo>
                  <a:lnTo>
                    <a:pt x="795761" y="514879"/>
                  </a:lnTo>
                  <a:lnTo>
                    <a:pt x="798225" y="514882"/>
                  </a:lnTo>
                  <a:lnTo>
                    <a:pt x="800688" y="514884"/>
                  </a:lnTo>
                  <a:lnTo>
                    <a:pt x="803152" y="514885"/>
                  </a:lnTo>
                  <a:lnTo>
                    <a:pt x="805616" y="514886"/>
                  </a:lnTo>
                  <a:lnTo>
                    <a:pt x="808079" y="514887"/>
                  </a:lnTo>
                  <a:lnTo>
                    <a:pt x="810543" y="514888"/>
                  </a:lnTo>
                  <a:lnTo>
                    <a:pt x="813006" y="514889"/>
                  </a:lnTo>
                  <a:lnTo>
                    <a:pt x="815470" y="514889"/>
                  </a:lnTo>
                  <a:lnTo>
                    <a:pt x="817934" y="514890"/>
                  </a:lnTo>
                  <a:lnTo>
                    <a:pt x="820397" y="514890"/>
                  </a:lnTo>
                  <a:lnTo>
                    <a:pt x="822861" y="514890"/>
                  </a:lnTo>
                  <a:lnTo>
                    <a:pt x="825325" y="514890"/>
                  </a:lnTo>
                  <a:lnTo>
                    <a:pt x="827788" y="514891"/>
                  </a:lnTo>
                  <a:lnTo>
                    <a:pt x="830252" y="514891"/>
                  </a:lnTo>
                  <a:lnTo>
                    <a:pt x="832716" y="514891"/>
                  </a:lnTo>
                  <a:lnTo>
                    <a:pt x="835179" y="514891"/>
                  </a:lnTo>
                  <a:lnTo>
                    <a:pt x="837643" y="514891"/>
                  </a:lnTo>
                  <a:lnTo>
                    <a:pt x="840107" y="514891"/>
                  </a:lnTo>
                  <a:lnTo>
                    <a:pt x="842570" y="514891"/>
                  </a:lnTo>
                  <a:lnTo>
                    <a:pt x="845034" y="514891"/>
                  </a:lnTo>
                  <a:lnTo>
                    <a:pt x="847498" y="514891"/>
                  </a:lnTo>
                  <a:lnTo>
                    <a:pt x="849961" y="514891"/>
                  </a:lnTo>
                  <a:lnTo>
                    <a:pt x="852425" y="514891"/>
                  </a:lnTo>
                  <a:lnTo>
                    <a:pt x="854889" y="514891"/>
                  </a:lnTo>
                  <a:lnTo>
                    <a:pt x="857352" y="514891"/>
                  </a:lnTo>
                  <a:lnTo>
                    <a:pt x="859816" y="514891"/>
                  </a:lnTo>
                  <a:lnTo>
                    <a:pt x="862280" y="514891"/>
                  </a:lnTo>
                  <a:lnTo>
                    <a:pt x="864743" y="514891"/>
                  </a:lnTo>
                  <a:lnTo>
                    <a:pt x="867207" y="514891"/>
                  </a:lnTo>
                  <a:lnTo>
                    <a:pt x="869671" y="514891"/>
                  </a:lnTo>
                  <a:lnTo>
                    <a:pt x="872134" y="514891"/>
                  </a:lnTo>
                  <a:lnTo>
                    <a:pt x="874598" y="514891"/>
                  </a:lnTo>
                  <a:lnTo>
                    <a:pt x="877062" y="514891"/>
                  </a:lnTo>
                  <a:lnTo>
                    <a:pt x="879525" y="514891"/>
                  </a:lnTo>
                  <a:lnTo>
                    <a:pt x="881989" y="514891"/>
                  </a:lnTo>
                  <a:lnTo>
                    <a:pt x="884453" y="514891"/>
                  </a:lnTo>
                  <a:lnTo>
                    <a:pt x="886916" y="514891"/>
                  </a:lnTo>
                  <a:lnTo>
                    <a:pt x="889380" y="514891"/>
                  </a:lnTo>
                  <a:lnTo>
                    <a:pt x="891844" y="514891"/>
                  </a:lnTo>
                  <a:lnTo>
                    <a:pt x="894307" y="514891"/>
                  </a:lnTo>
                  <a:lnTo>
                    <a:pt x="896771" y="514891"/>
                  </a:lnTo>
                  <a:lnTo>
                    <a:pt x="899235" y="514891"/>
                  </a:lnTo>
                  <a:lnTo>
                    <a:pt x="901698" y="514891"/>
                  </a:lnTo>
                  <a:lnTo>
                    <a:pt x="904162" y="514891"/>
                  </a:lnTo>
                  <a:lnTo>
                    <a:pt x="906625" y="514891"/>
                  </a:lnTo>
                  <a:lnTo>
                    <a:pt x="909089" y="514891"/>
                  </a:lnTo>
                  <a:lnTo>
                    <a:pt x="911553" y="514891"/>
                  </a:lnTo>
                  <a:lnTo>
                    <a:pt x="914016" y="514891"/>
                  </a:lnTo>
                  <a:lnTo>
                    <a:pt x="916480" y="514891"/>
                  </a:lnTo>
                  <a:lnTo>
                    <a:pt x="918944" y="514891"/>
                  </a:lnTo>
                  <a:lnTo>
                    <a:pt x="921407" y="514891"/>
                  </a:lnTo>
                  <a:lnTo>
                    <a:pt x="923871" y="514891"/>
                  </a:lnTo>
                  <a:lnTo>
                    <a:pt x="926335" y="514891"/>
                  </a:lnTo>
                  <a:lnTo>
                    <a:pt x="928798" y="514891"/>
                  </a:lnTo>
                  <a:lnTo>
                    <a:pt x="931262" y="514891"/>
                  </a:lnTo>
                  <a:lnTo>
                    <a:pt x="933726" y="514891"/>
                  </a:lnTo>
                  <a:lnTo>
                    <a:pt x="936189" y="514891"/>
                  </a:lnTo>
                  <a:lnTo>
                    <a:pt x="938653" y="514891"/>
                  </a:lnTo>
                  <a:lnTo>
                    <a:pt x="941117" y="514891"/>
                  </a:lnTo>
                  <a:lnTo>
                    <a:pt x="943580" y="514891"/>
                  </a:lnTo>
                  <a:lnTo>
                    <a:pt x="946044" y="514891"/>
                  </a:lnTo>
                  <a:lnTo>
                    <a:pt x="948508" y="514891"/>
                  </a:lnTo>
                  <a:lnTo>
                    <a:pt x="950971" y="514891"/>
                  </a:lnTo>
                  <a:lnTo>
                    <a:pt x="953435" y="514891"/>
                  </a:lnTo>
                  <a:lnTo>
                    <a:pt x="955899" y="514891"/>
                  </a:lnTo>
                  <a:lnTo>
                    <a:pt x="958362" y="514891"/>
                  </a:lnTo>
                  <a:lnTo>
                    <a:pt x="960826" y="514891"/>
                  </a:lnTo>
                  <a:lnTo>
                    <a:pt x="963290" y="514891"/>
                  </a:lnTo>
                  <a:lnTo>
                    <a:pt x="965753" y="514891"/>
                  </a:lnTo>
                  <a:lnTo>
                    <a:pt x="968217" y="514891"/>
                  </a:lnTo>
                  <a:lnTo>
                    <a:pt x="970681" y="514891"/>
                  </a:lnTo>
                  <a:lnTo>
                    <a:pt x="973144" y="514891"/>
                  </a:lnTo>
                  <a:lnTo>
                    <a:pt x="975608" y="514891"/>
                  </a:lnTo>
                  <a:lnTo>
                    <a:pt x="978072" y="514891"/>
                  </a:lnTo>
                  <a:lnTo>
                    <a:pt x="980535" y="514891"/>
                  </a:lnTo>
                  <a:lnTo>
                    <a:pt x="982999" y="514891"/>
                  </a:lnTo>
                  <a:lnTo>
                    <a:pt x="985463" y="514891"/>
                  </a:lnTo>
                  <a:lnTo>
                    <a:pt x="987926" y="514891"/>
                  </a:lnTo>
                  <a:lnTo>
                    <a:pt x="990390" y="514891"/>
                  </a:lnTo>
                  <a:lnTo>
                    <a:pt x="992853" y="514891"/>
                  </a:lnTo>
                  <a:lnTo>
                    <a:pt x="995317" y="514891"/>
                  </a:lnTo>
                  <a:lnTo>
                    <a:pt x="997781" y="514891"/>
                  </a:lnTo>
                  <a:lnTo>
                    <a:pt x="1000244" y="514891"/>
                  </a:lnTo>
                  <a:lnTo>
                    <a:pt x="1002708" y="514891"/>
                  </a:lnTo>
                  <a:lnTo>
                    <a:pt x="1005172" y="514891"/>
                  </a:lnTo>
                  <a:lnTo>
                    <a:pt x="1007635" y="514891"/>
                  </a:lnTo>
                  <a:lnTo>
                    <a:pt x="1010099" y="514891"/>
                  </a:lnTo>
                  <a:lnTo>
                    <a:pt x="1012563" y="514891"/>
                  </a:lnTo>
                  <a:lnTo>
                    <a:pt x="1015026" y="514891"/>
                  </a:lnTo>
                  <a:lnTo>
                    <a:pt x="1017490" y="514891"/>
                  </a:lnTo>
                  <a:lnTo>
                    <a:pt x="1019954" y="514891"/>
                  </a:lnTo>
                  <a:lnTo>
                    <a:pt x="1022417" y="514891"/>
                  </a:lnTo>
                  <a:lnTo>
                    <a:pt x="1024881" y="514891"/>
                  </a:lnTo>
                  <a:lnTo>
                    <a:pt x="1027345" y="514891"/>
                  </a:lnTo>
                  <a:lnTo>
                    <a:pt x="1029808" y="514891"/>
                  </a:lnTo>
                  <a:lnTo>
                    <a:pt x="1032272" y="514891"/>
                  </a:lnTo>
                  <a:lnTo>
                    <a:pt x="1034736" y="514891"/>
                  </a:lnTo>
                  <a:lnTo>
                    <a:pt x="1037199" y="514891"/>
                  </a:lnTo>
                  <a:lnTo>
                    <a:pt x="1039663" y="514891"/>
                  </a:lnTo>
                  <a:lnTo>
                    <a:pt x="1042127" y="514891"/>
                  </a:lnTo>
                  <a:lnTo>
                    <a:pt x="1044590" y="514891"/>
                  </a:lnTo>
                  <a:lnTo>
                    <a:pt x="1047054" y="514891"/>
                  </a:lnTo>
                  <a:lnTo>
                    <a:pt x="1049518" y="514891"/>
                  </a:lnTo>
                  <a:lnTo>
                    <a:pt x="1051981" y="514891"/>
                  </a:lnTo>
                  <a:lnTo>
                    <a:pt x="1054445" y="514891"/>
                  </a:lnTo>
                  <a:lnTo>
                    <a:pt x="1056909" y="514891"/>
                  </a:lnTo>
                  <a:lnTo>
                    <a:pt x="1059372" y="514891"/>
                  </a:lnTo>
                  <a:lnTo>
                    <a:pt x="1061836" y="514891"/>
                  </a:lnTo>
                  <a:lnTo>
                    <a:pt x="1064300" y="514891"/>
                  </a:lnTo>
                  <a:lnTo>
                    <a:pt x="1066763" y="514891"/>
                  </a:lnTo>
                  <a:lnTo>
                    <a:pt x="1069227" y="514891"/>
                  </a:lnTo>
                  <a:lnTo>
                    <a:pt x="1071691" y="514891"/>
                  </a:lnTo>
                  <a:lnTo>
                    <a:pt x="1074154" y="514891"/>
                  </a:lnTo>
                  <a:lnTo>
                    <a:pt x="1076618" y="514891"/>
                  </a:lnTo>
                  <a:lnTo>
                    <a:pt x="1079082" y="514891"/>
                  </a:lnTo>
                  <a:lnTo>
                    <a:pt x="1081545" y="514891"/>
                  </a:lnTo>
                  <a:lnTo>
                    <a:pt x="1084009" y="514891"/>
                  </a:lnTo>
                  <a:lnTo>
                    <a:pt x="1086472" y="514891"/>
                  </a:lnTo>
                  <a:lnTo>
                    <a:pt x="1088936" y="514891"/>
                  </a:lnTo>
                  <a:lnTo>
                    <a:pt x="1091400" y="514891"/>
                  </a:lnTo>
                  <a:lnTo>
                    <a:pt x="1093863" y="514891"/>
                  </a:lnTo>
                  <a:lnTo>
                    <a:pt x="1096327" y="514891"/>
                  </a:lnTo>
                  <a:lnTo>
                    <a:pt x="1098791" y="514891"/>
                  </a:lnTo>
                  <a:lnTo>
                    <a:pt x="1101254" y="514891"/>
                  </a:lnTo>
                  <a:lnTo>
                    <a:pt x="1103718" y="514891"/>
                  </a:lnTo>
                  <a:lnTo>
                    <a:pt x="1106182" y="514891"/>
                  </a:lnTo>
                  <a:lnTo>
                    <a:pt x="1108645" y="514891"/>
                  </a:lnTo>
                  <a:lnTo>
                    <a:pt x="1111109" y="514891"/>
                  </a:lnTo>
                  <a:lnTo>
                    <a:pt x="1113573" y="514891"/>
                  </a:lnTo>
                  <a:lnTo>
                    <a:pt x="1116036" y="514891"/>
                  </a:lnTo>
                  <a:lnTo>
                    <a:pt x="1118500" y="514891"/>
                  </a:lnTo>
                  <a:lnTo>
                    <a:pt x="1120964" y="514891"/>
                  </a:lnTo>
                  <a:lnTo>
                    <a:pt x="1123427" y="514891"/>
                  </a:lnTo>
                  <a:lnTo>
                    <a:pt x="1125891" y="514891"/>
                  </a:lnTo>
                  <a:lnTo>
                    <a:pt x="1128355" y="514891"/>
                  </a:lnTo>
                  <a:lnTo>
                    <a:pt x="1130818" y="514891"/>
                  </a:lnTo>
                  <a:lnTo>
                    <a:pt x="1133282" y="514891"/>
                  </a:lnTo>
                  <a:lnTo>
                    <a:pt x="1135746" y="514891"/>
                  </a:lnTo>
                  <a:lnTo>
                    <a:pt x="1138209" y="514891"/>
                  </a:lnTo>
                  <a:lnTo>
                    <a:pt x="1140673" y="514891"/>
                  </a:lnTo>
                  <a:lnTo>
                    <a:pt x="1143137" y="514891"/>
                  </a:lnTo>
                  <a:lnTo>
                    <a:pt x="1145600" y="514891"/>
                  </a:lnTo>
                  <a:lnTo>
                    <a:pt x="1148064" y="514891"/>
                  </a:lnTo>
                  <a:lnTo>
                    <a:pt x="1150528" y="514891"/>
                  </a:lnTo>
                  <a:lnTo>
                    <a:pt x="1152991" y="514891"/>
                  </a:lnTo>
                  <a:lnTo>
                    <a:pt x="1155455" y="514891"/>
                  </a:lnTo>
                  <a:lnTo>
                    <a:pt x="1157919" y="514891"/>
                  </a:lnTo>
                  <a:lnTo>
                    <a:pt x="1160382" y="514891"/>
                  </a:lnTo>
                  <a:lnTo>
                    <a:pt x="1162846" y="514891"/>
                  </a:lnTo>
                  <a:lnTo>
                    <a:pt x="1165310" y="514891"/>
                  </a:lnTo>
                  <a:lnTo>
                    <a:pt x="1167773" y="514891"/>
                  </a:lnTo>
                  <a:lnTo>
                    <a:pt x="1170237" y="514891"/>
                  </a:lnTo>
                  <a:lnTo>
                    <a:pt x="1172701" y="514891"/>
                  </a:lnTo>
                  <a:lnTo>
                    <a:pt x="1175164" y="514891"/>
                  </a:lnTo>
                  <a:lnTo>
                    <a:pt x="1177628" y="514891"/>
                  </a:lnTo>
                  <a:lnTo>
                    <a:pt x="1180091" y="514891"/>
                  </a:lnTo>
                  <a:lnTo>
                    <a:pt x="1182555" y="514891"/>
                  </a:lnTo>
                  <a:lnTo>
                    <a:pt x="1185019" y="514891"/>
                  </a:lnTo>
                  <a:lnTo>
                    <a:pt x="1187482" y="514891"/>
                  </a:lnTo>
                  <a:lnTo>
                    <a:pt x="1189946" y="514891"/>
                  </a:lnTo>
                  <a:lnTo>
                    <a:pt x="1192410" y="514891"/>
                  </a:lnTo>
                  <a:lnTo>
                    <a:pt x="1194873" y="514891"/>
                  </a:lnTo>
                  <a:lnTo>
                    <a:pt x="1197337" y="514891"/>
                  </a:lnTo>
                  <a:lnTo>
                    <a:pt x="1199801" y="514891"/>
                  </a:lnTo>
                  <a:lnTo>
                    <a:pt x="1202264" y="514891"/>
                  </a:lnTo>
                  <a:lnTo>
                    <a:pt x="1204728" y="514891"/>
                  </a:lnTo>
                  <a:lnTo>
                    <a:pt x="1207192" y="514891"/>
                  </a:lnTo>
                  <a:lnTo>
                    <a:pt x="1209655" y="514891"/>
                  </a:lnTo>
                  <a:lnTo>
                    <a:pt x="1212119" y="514891"/>
                  </a:lnTo>
                  <a:lnTo>
                    <a:pt x="1214583" y="514891"/>
                  </a:lnTo>
                  <a:lnTo>
                    <a:pt x="1217046" y="514891"/>
                  </a:lnTo>
                  <a:lnTo>
                    <a:pt x="1219510" y="514891"/>
                  </a:lnTo>
                  <a:lnTo>
                    <a:pt x="1221974" y="514891"/>
                  </a:lnTo>
                  <a:lnTo>
                    <a:pt x="1224437" y="514891"/>
                  </a:lnTo>
                  <a:lnTo>
                    <a:pt x="1226901" y="514891"/>
                  </a:lnTo>
                  <a:lnTo>
                    <a:pt x="1229365" y="514891"/>
                  </a:lnTo>
                  <a:lnTo>
                    <a:pt x="1231828" y="514891"/>
                  </a:lnTo>
                  <a:lnTo>
                    <a:pt x="1234292" y="514891"/>
                  </a:lnTo>
                  <a:lnTo>
                    <a:pt x="1236756" y="514891"/>
                  </a:lnTo>
                  <a:lnTo>
                    <a:pt x="1239219" y="514891"/>
                  </a:lnTo>
                  <a:lnTo>
                    <a:pt x="1241683" y="514891"/>
                  </a:lnTo>
                  <a:lnTo>
                    <a:pt x="1244147" y="514891"/>
                  </a:lnTo>
                  <a:lnTo>
                    <a:pt x="1246610" y="514891"/>
                  </a:lnTo>
                  <a:lnTo>
                    <a:pt x="1249074" y="514891"/>
                  </a:lnTo>
                  <a:lnTo>
                    <a:pt x="1251538" y="514891"/>
                  </a:lnTo>
                  <a:lnTo>
                    <a:pt x="1254001" y="514891"/>
                  </a:lnTo>
                  <a:lnTo>
                    <a:pt x="1256465" y="514891"/>
                  </a:lnTo>
                  <a:lnTo>
                    <a:pt x="1258929" y="514891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3957616" y="1787393"/>
              <a:ext cx="1258929" cy="338393"/>
            </a:xfrm>
            <a:custGeom>
              <a:avLst/>
              <a:pathLst>
                <a:path w="1258929" h="338393">
                  <a:moveTo>
                    <a:pt x="0" y="338383"/>
                  </a:moveTo>
                  <a:lnTo>
                    <a:pt x="2463" y="338381"/>
                  </a:lnTo>
                  <a:lnTo>
                    <a:pt x="4927" y="338380"/>
                  </a:lnTo>
                  <a:lnTo>
                    <a:pt x="7390" y="338378"/>
                  </a:lnTo>
                  <a:lnTo>
                    <a:pt x="9854" y="338376"/>
                  </a:lnTo>
                  <a:lnTo>
                    <a:pt x="12318" y="338374"/>
                  </a:lnTo>
                  <a:lnTo>
                    <a:pt x="14781" y="338371"/>
                  </a:lnTo>
                  <a:lnTo>
                    <a:pt x="17245" y="338369"/>
                  </a:lnTo>
                  <a:lnTo>
                    <a:pt x="19709" y="338366"/>
                  </a:lnTo>
                  <a:lnTo>
                    <a:pt x="22172" y="338362"/>
                  </a:lnTo>
                  <a:lnTo>
                    <a:pt x="24636" y="338359"/>
                  </a:lnTo>
                  <a:lnTo>
                    <a:pt x="27100" y="338355"/>
                  </a:lnTo>
                  <a:lnTo>
                    <a:pt x="29563" y="338351"/>
                  </a:lnTo>
                  <a:lnTo>
                    <a:pt x="32027" y="338346"/>
                  </a:lnTo>
                  <a:lnTo>
                    <a:pt x="34491" y="338340"/>
                  </a:lnTo>
                  <a:lnTo>
                    <a:pt x="36954" y="338335"/>
                  </a:lnTo>
                  <a:lnTo>
                    <a:pt x="39418" y="338328"/>
                  </a:lnTo>
                  <a:lnTo>
                    <a:pt x="41882" y="338322"/>
                  </a:lnTo>
                  <a:lnTo>
                    <a:pt x="44345" y="338314"/>
                  </a:lnTo>
                  <a:lnTo>
                    <a:pt x="46809" y="338306"/>
                  </a:lnTo>
                  <a:lnTo>
                    <a:pt x="49273" y="338297"/>
                  </a:lnTo>
                  <a:lnTo>
                    <a:pt x="51736" y="338287"/>
                  </a:lnTo>
                  <a:lnTo>
                    <a:pt x="54200" y="338277"/>
                  </a:lnTo>
                  <a:lnTo>
                    <a:pt x="56664" y="338265"/>
                  </a:lnTo>
                  <a:lnTo>
                    <a:pt x="59127" y="338253"/>
                  </a:lnTo>
                  <a:lnTo>
                    <a:pt x="61591" y="338240"/>
                  </a:lnTo>
                  <a:lnTo>
                    <a:pt x="64055" y="338225"/>
                  </a:lnTo>
                  <a:lnTo>
                    <a:pt x="66518" y="338210"/>
                  </a:lnTo>
                  <a:lnTo>
                    <a:pt x="68982" y="338194"/>
                  </a:lnTo>
                  <a:lnTo>
                    <a:pt x="71446" y="338175"/>
                  </a:lnTo>
                  <a:lnTo>
                    <a:pt x="73909" y="338156"/>
                  </a:lnTo>
                  <a:lnTo>
                    <a:pt x="76373" y="338135"/>
                  </a:lnTo>
                  <a:lnTo>
                    <a:pt x="78837" y="338113"/>
                  </a:lnTo>
                  <a:lnTo>
                    <a:pt x="81300" y="338089"/>
                  </a:lnTo>
                  <a:lnTo>
                    <a:pt x="83764" y="338063"/>
                  </a:lnTo>
                  <a:lnTo>
                    <a:pt x="86228" y="338036"/>
                  </a:lnTo>
                  <a:lnTo>
                    <a:pt x="88691" y="338007"/>
                  </a:lnTo>
                  <a:lnTo>
                    <a:pt x="91155" y="337975"/>
                  </a:lnTo>
                  <a:lnTo>
                    <a:pt x="93618" y="337941"/>
                  </a:lnTo>
                  <a:lnTo>
                    <a:pt x="96082" y="337905"/>
                  </a:lnTo>
                  <a:lnTo>
                    <a:pt x="98546" y="337866"/>
                  </a:lnTo>
                  <a:lnTo>
                    <a:pt x="101009" y="337825"/>
                  </a:lnTo>
                  <a:lnTo>
                    <a:pt x="103473" y="337781"/>
                  </a:lnTo>
                  <a:lnTo>
                    <a:pt x="105937" y="337733"/>
                  </a:lnTo>
                  <a:lnTo>
                    <a:pt x="108400" y="337682"/>
                  </a:lnTo>
                  <a:lnTo>
                    <a:pt x="110864" y="337628"/>
                  </a:lnTo>
                  <a:lnTo>
                    <a:pt x="113328" y="337571"/>
                  </a:lnTo>
                  <a:lnTo>
                    <a:pt x="115791" y="337509"/>
                  </a:lnTo>
                  <a:lnTo>
                    <a:pt x="118255" y="337442"/>
                  </a:lnTo>
                  <a:lnTo>
                    <a:pt x="120719" y="337372"/>
                  </a:lnTo>
                  <a:lnTo>
                    <a:pt x="123182" y="337297"/>
                  </a:lnTo>
                  <a:lnTo>
                    <a:pt x="125646" y="337215"/>
                  </a:lnTo>
                  <a:lnTo>
                    <a:pt x="128110" y="337128"/>
                  </a:lnTo>
                  <a:lnTo>
                    <a:pt x="130573" y="337037"/>
                  </a:lnTo>
                  <a:lnTo>
                    <a:pt x="133037" y="336938"/>
                  </a:lnTo>
                  <a:lnTo>
                    <a:pt x="135501" y="336832"/>
                  </a:lnTo>
                  <a:lnTo>
                    <a:pt x="137964" y="336719"/>
                  </a:lnTo>
                  <a:lnTo>
                    <a:pt x="140428" y="336599"/>
                  </a:lnTo>
                  <a:lnTo>
                    <a:pt x="142892" y="336470"/>
                  </a:lnTo>
                  <a:lnTo>
                    <a:pt x="145355" y="336332"/>
                  </a:lnTo>
                  <a:lnTo>
                    <a:pt x="147819" y="336185"/>
                  </a:lnTo>
                  <a:lnTo>
                    <a:pt x="150283" y="336030"/>
                  </a:lnTo>
                  <a:lnTo>
                    <a:pt x="152746" y="335861"/>
                  </a:lnTo>
                  <a:lnTo>
                    <a:pt x="155210" y="335682"/>
                  </a:lnTo>
                  <a:lnTo>
                    <a:pt x="157674" y="335493"/>
                  </a:lnTo>
                  <a:lnTo>
                    <a:pt x="160137" y="335291"/>
                  </a:lnTo>
                  <a:lnTo>
                    <a:pt x="162601" y="335074"/>
                  </a:lnTo>
                  <a:lnTo>
                    <a:pt x="165065" y="334844"/>
                  </a:lnTo>
                  <a:lnTo>
                    <a:pt x="167528" y="334602"/>
                  </a:lnTo>
                  <a:lnTo>
                    <a:pt x="169992" y="334342"/>
                  </a:lnTo>
                  <a:lnTo>
                    <a:pt x="172456" y="334066"/>
                  </a:lnTo>
                  <a:lnTo>
                    <a:pt x="174919" y="333775"/>
                  </a:lnTo>
                  <a:lnTo>
                    <a:pt x="177383" y="333469"/>
                  </a:lnTo>
                  <a:lnTo>
                    <a:pt x="179847" y="333139"/>
                  </a:lnTo>
                  <a:lnTo>
                    <a:pt x="182310" y="332792"/>
                  </a:lnTo>
                  <a:lnTo>
                    <a:pt x="184774" y="332429"/>
                  </a:lnTo>
                  <a:lnTo>
                    <a:pt x="187237" y="332045"/>
                  </a:lnTo>
                  <a:lnTo>
                    <a:pt x="189701" y="331636"/>
                  </a:lnTo>
                  <a:lnTo>
                    <a:pt x="192165" y="331209"/>
                  </a:lnTo>
                  <a:lnTo>
                    <a:pt x="194628" y="330762"/>
                  </a:lnTo>
                  <a:lnTo>
                    <a:pt x="197092" y="330289"/>
                  </a:lnTo>
                  <a:lnTo>
                    <a:pt x="199556" y="329792"/>
                  </a:lnTo>
                  <a:lnTo>
                    <a:pt x="202019" y="329274"/>
                  </a:lnTo>
                  <a:lnTo>
                    <a:pt x="204483" y="328735"/>
                  </a:lnTo>
                  <a:lnTo>
                    <a:pt x="206947" y="328164"/>
                  </a:lnTo>
                  <a:lnTo>
                    <a:pt x="209410" y="327570"/>
                  </a:lnTo>
                  <a:lnTo>
                    <a:pt x="211874" y="326955"/>
                  </a:lnTo>
                  <a:lnTo>
                    <a:pt x="214338" y="326314"/>
                  </a:lnTo>
                  <a:lnTo>
                    <a:pt x="216801" y="325642"/>
                  </a:lnTo>
                  <a:lnTo>
                    <a:pt x="219265" y="324948"/>
                  </a:lnTo>
                  <a:lnTo>
                    <a:pt x="221729" y="324232"/>
                  </a:lnTo>
                  <a:lnTo>
                    <a:pt x="224192" y="323486"/>
                  </a:lnTo>
                  <a:lnTo>
                    <a:pt x="226656" y="322713"/>
                  </a:lnTo>
                  <a:lnTo>
                    <a:pt x="229120" y="321918"/>
                  </a:lnTo>
                  <a:lnTo>
                    <a:pt x="231583" y="321101"/>
                  </a:lnTo>
                  <a:lnTo>
                    <a:pt x="234047" y="320250"/>
                  </a:lnTo>
                  <a:lnTo>
                    <a:pt x="236511" y="319378"/>
                  </a:lnTo>
                  <a:lnTo>
                    <a:pt x="238974" y="318486"/>
                  </a:lnTo>
                  <a:lnTo>
                    <a:pt x="241438" y="317569"/>
                  </a:lnTo>
                  <a:lnTo>
                    <a:pt x="243902" y="316624"/>
                  </a:lnTo>
                  <a:lnTo>
                    <a:pt x="246365" y="315660"/>
                  </a:lnTo>
                  <a:lnTo>
                    <a:pt x="248829" y="314677"/>
                  </a:lnTo>
                  <a:lnTo>
                    <a:pt x="251293" y="313669"/>
                  </a:lnTo>
                  <a:lnTo>
                    <a:pt x="253756" y="312640"/>
                  </a:lnTo>
                  <a:lnTo>
                    <a:pt x="256220" y="311593"/>
                  </a:lnTo>
                  <a:lnTo>
                    <a:pt x="258684" y="310531"/>
                  </a:lnTo>
                  <a:lnTo>
                    <a:pt x="261147" y="309444"/>
                  </a:lnTo>
                  <a:lnTo>
                    <a:pt x="263611" y="308342"/>
                  </a:lnTo>
                  <a:lnTo>
                    <a:pt x="266075" y="307227"/>
                  </a:lnTo>
                  <a:lnTo>
                    <a:pt x="268538" y="306096"/>
                  </a:lnTo>
                  <a:lnTo>
                    <a:pt x="271002" y="304947"/>
                  </a:lnTo>
                  <a:lnTo>
                    <a:pt x="273465" y="303787"/>
                  </a:lnTo>
                  <a:lnTo>
                    <a:pt x="275929" y="302615"/>
                  </a:lnTo>
                  <a:lnTo>
                    <a:pt x="278393" y="301430"/>
                  </a:lnTo>
                  <a:lnTo>
                    <a:pt x="280856" y="300234"/>
                  </a:lnTo>
                  <a:lnTo>
                    <a:pt x="283320" y="299030"/>
                  </a:lnTo>
                  <a:lnTo>
                    <a:pt x="285784" y="297817"/>
                  </a:lnTo>
                  <a:lnTo>
                    <a:pt x="288247" y="296593"/>
                  </a:lnTo>
                  <a:lnTo>
                    <a:pt x="290711" y="295363"/>
                  </a:lnTo>
                  <a:lnTo>
                    <a:pt x="293175" y="294127"/>
                  </a:lnTo>
                  <a:lnTo>
                    <a:pt x="295638" y="292884"/>
                  </a:lnTo>
                  <a:lnTo>
                    <a:pt x="298102" y="291635"/>
                  </a:lnTo>
                  <a:lnTo>
                    <a:pt x="300566" y="290382"/>
                  </a:lnTo>
                  <a:lnTo>
                    <a:pt x="303029" y="289125"/>
                  </a:lnTo>
                  <a:lnTo>
                    <a:pt x="305493" y="287864"/>
                  </a:lnTo>
                  <a:lnTo>
                    <a:pt x="307957" y="286599"/>
                  </a:lnTo>
                  <a:lnTo>
                    <a:pt x="310420" y="285331"/>
                  </a:lnTo>
                  <a:lnTo>
                    <a:pt x="312884" y="284061"/>
                  </a:lnTo>
                  <a:lnTo>
                    <a:pt x="315348" y="282788"/>
                  </a:lnTo>
                  <a:lnTo>
                    <a:pt x="317811" y="281513"/>
                  </a:lnTo>
                  <a:lnTo>
                    <a:pt x="320275" y="280236"/>
                  </a:lnTo>
                  <a:lnTo>
                    <a:pt x="322739" y="278958"/>
                  </a:lnTo>
                  <a:lnTo>
                    <a:pt x="325202" y="277677"/>
                  </a:lnTo>
                  <a:lnTo>
                    <a:pt x="327666" y="276394"/>
                  </a:lnTo>
                  <a:lnTo>
                    <a:pt x="330130" y="275109"/>
                  </a:lnTo>
                  <a:lnTo>
                    <a:pt x="332593" y="273822"/>
                  </a:lnTo>
                  <a:lnTo>
                    <a:pt x="335057" y="272533"/>
                  </a:lnTo>
                  <a:lnTo>
                    <a:pt x="337521" y="271241"/>
                  </a:lnTo>
                  <a:lnTo>
                    <a:pt x="339984" y="269947"/>
                  </a:lnTo>
                  <a:lnTo>
                    <a:pt x="342448" y="268649"/>
                  </a:lnTo>
                  <a:lnTo>
                    <a:pt x="344912" y="267348"/>
                  </a:lnTo>
                  <a:lnTo>
                    <a:pt x="347375" y="266044"/>
                  </a:lnTo>
                  <a:lnTo>
                    <a:pt x="349839" y="264735"/>
                  </a:lnTo>
                  <a:lnTo>
                    <a:pt x="352303" y="263420"/>
                  </a:lnTo>
                  <a:lnTo>
                    <a:pt x="354766" y="262101"/>
                  </a:lnTo>
                  <a:lnTo>
                    <a:pt x="357230" y="260777"/>
                  </a:lnTo>
                  <a:lnTo>
                    <a:pt x="359694" y="259446"/>
                  </a:lnTo>
                  <a:lnTo>
                    <a:pt x="362157" y="258107"/>
                  </a:lnTo>
                  <a:lnTo>
                    <a:pt x="364621" y="256762"/>
                  </a:lnTo>
                  <a:lnTo>
                    <a:pt x="367084" y="255410"/>
                  </a:lnTo>
                  <a:lnTo>
                    <a:pt x="369548" y="254046"/>
                  </a:lnTo>
                  <a:lnTo>
                    <a:pt x="372012" y="252673"/>
                  </a:lnTo>
                  <a:lnTo>
                    <a:pt x="374475" y="251292"/>
                  </a:lnTo>
                  <a:lnTo>
                    <a:pt x="376939" y="249901"/>
                  </a:lnTo>
                  <a:lnTo>
                    <a:pt x="379403" y="248495"/>
                  </a:lnTo>
                  <a:lnTo>
                    <a:pt x="381866" y="247078"/>
                  </a:lnTo>
                  <a:lnTo>
                    <a:pt x="384330" y="245650"/>
                  </a:lnTo>
                  <a:lnTo>
                    <a:pt x="386794" y="244207"/>
                  </a:lnTo>
                  <a:lnTo>
                    <a:pt x="389257" y="242748"/>
                  </a:lnTo>
                  <a:lnTo>
                    <a:pt x="391721" y="241275"/>
                  </a:lnTo>
                  <a:lnTo>
                    <a:pt x="394185" y="239790"/>
                  </a:lnTo>
                  <a:lnTo>
                    <a:pt x="396648" y="238282"/>
                  </a:lnTo>
                  <a:lnTo>
                    <a:pt x="399112" y="236758"/>
                  </a:lnTo>
                  <a:lnTo>
                    <a:pt x="401576" y="235218"/>
                  </a:lnTo>
                  <a:lnTo>
                    <a:pt x="404039" y="233660"/>
                  </a:lnTo>
                  <a:lnTo>
                    <a:pt x="406503" y="232076"/>
                  </a:lnTo>
                  <a:lnTo>
                    <a:pt x="408967" y="230475"/>
                  </a:lnTo>
                  <a:lnTo>
                    <a:pt x="411430" y="228856"/>
                  </a:lnTo>
                  <a:lnTo>
                    <a:pt x="413894" y="227211"/>
                  </a:lnTo>
                  <a:lnTo>
                    <a:pt x="416358" y="225541"/>
                  </a:lnTo>
                  <a:lnTo>
                    <a:pt x="418821" y="223850"/>
                  </a:lnTo>
                  <a:lnTo>
                    <a:pt x="421285" y="222139"/>
                  </a:lnTo>
                  <a:lnTo>
                    <a:pt x="423749" y="220393"/>
                  </a:lnTo>
                  <a:lnTo>
                    <a:pt x="426212" y="218623"/>
                  </a:lnTo>
                  <a:lnTo>
                    <a:pt x="428676" y="216830"/>
                  </a:lnTo>
                  <a:lnTo>
                    <a:pt x="431140" y="215010"/>
                  </a:lnTo>
                  <a:lnTo>
                    <a:pt x="433603" y="213153"/>
                  </a:lnTo>
                  <a:lnTo>
                    <a:pt x="436067" y="211271"/>
                  </a:lnTo>
                  <a:lnTo>
                    <a:pt x="438531" y="209362"/>
                  </a:lnTo>
                  <a:lnTo>
                    <a:pt x="440994" y="207417"/>
                  </a:lnTo>
                  <a:lnTo>
                    <a:pt x="443458" y="205437"/>
                  </a:lnTo>
                  <a:lnTo>
                    <a:pt x="445922" y="203428"/>
                  </a:lnTo>
                  <a:lnTo>
                    <a:pt x="448385" y="201390"/>
                  </a:lnTo>
                  <a:lnTo>
                    <a:pt x="450849" y="199305"/>
                  </a:lnTo>
                  <a:lnTo>
                    <a:pt x="453312" y="197188"/>
                  </a:lnTo>
                  <a:lnTo>
                    <a:pt x="455776" y="195038"/>
                  </a:lnTo>
                  <a:lnTo>
                    <a:pt x="458240" y="192852"/>
                  </a:lnTo>
                  <a:lnTo>
                    <a:pt x="460703" y="190617"/>
                  </a:lnTo>
                  <a:lnTo>
                    <a:pt x="463167" y="188348"/>
                  </a:lnTo>
                  <a:lnTo>
                    <a:pt x="465631" y="186044"/>
                  </a:lnTo>
                  <a:lnTo>
                    <a:pt x="468094" y="183693"/>
                  </a:lnTo>
                  <a:lnTo>
                    <a:pt x="470558" y="181296"/>
                  </a:lnTo>
                  <a:lnTo>
                    <a:pt x="473022" y="178862"/>
                  </a:lnTo>
                  <a:lnTo>
                    <a:pt x="475485" y="176390"/>
                  </a:lnTo>
                  <a:lnTo>
                    <a:pt x="477949" y="173860"/>
                  </a:lnTo>
                  <a:lnTo>
                    <a:pt x="480413" y="171288"/>
                  </a:lnTo>
                  <a:lnTo>
                    <a:pt x="482876" y="168677"/>
                  </a:lnTo>
                  <a:lnTo>
                    <a:pt x="485340" y="166021"/>
                  </a:lnTo>
                  <a:lnTo>
                    <a:pt x="487804" y="163306"/>
                  </a:lnTo>
                  <a:lnTo>
                    <a:pt x="490267" y="160551"/>
                  </a:lnTo>
                  <a:lnTo>
                    <a:pt x="492731" y="157755"/>
                  </a:lnTo>
                  <a:lnTo>
                    <a:pt x="495195" y="154906"/>
                  </a:lnTo>
                  <a:lnTo>
                    <a:pt x="497658" y="152004"/>
                  </a:lnTo>
                  <a:lnTo>
                    <a:pt x="500122" y="149062"/>
                  </a:lnTo>
                  <a:lnTo>
                    <a:pt x="502586" y="146080"/>
                  </a:lnTo>
                  <a:lnTo>
                    <a:pt x="505049" y="143037"/>
                  </a:lnTo>
                  <a:lnTo>
                    <a:pt x="507513" y="139952"/>
                  </a:lnTo>
                  <a:lnTo>
                    <a:pt x="509977" y="136828"/>
                  </a:lnTo>
                  <a:lnTo>
                    <a:pt x="512440" y="133662"/>
                  </a:lnTo>
                  <a:lnTo>
                    <a:pt x="514904" y="130443"/>
                  </a:lnTo>
                  <a:lnTo>
                    <a:pt x="517368" y="127188"/>
                  </a:lnTo>
                  <a:lnTo>
                    <a:pt x="519831" y="123900"/>
                  </a:lnTo>
                  <a:lnTo>
                    <a:pt x="522295" y="120569"/>
                  </a:lnTo>
                  <a:lnTo>
                    <a:pt x="524759" y="117200"/>
                  </a:lnTo>
                  <a:lnTo>
                    <a:pt x="527222" y="113804"/>
                  </a:lnTo>
                  <a:lnTo>
                    <a:pt x="529686" y="110381"/>
                  </a:lnTo>
                  <a:lnTo>
                    <a:pt x="532150" y="106923"/>
                  </a:lnTo>
                  <a:lnTo>
                    <a:pt x="534613" y="103445"/>
                  </a:lnTo>
                  <a:lnTo>
                    <a:pt x="537077" y="99949"/>
                  </a:lnTo>
                  <a:lnTo>
                    <a:pt x="539541" y="96436"/>
                  </a:lnTo>
                  <a:lnTo>
                    <a:pt x="542004" y="92909"/>
                  </a:lnTo>
                  <a:lnTo>
                    <a:pt x="544468" y="89375"/>
                  </a:lnTo>
                  <a:lnTo>
                    <a:pt x="546931" y="85838"/>
                  </a:lnTo>
                  <a:lnTo>
                    <a:pt x="549395" y="82301"/>
                  </a:lnTo>
                  <a:lnTo>
                    <a:pt x="551859" y="78772"/>
                  </a:lnTo>
                  <a:lnTo>
                    <a:pt x="554322" y="75253"/>
                  </a:lnTo>
                  <a:lnTo>
                    <a:pt x="556786" y="71746"/>
                  </a:lnTo>
                  <a:lnTo>
                    <a:pt x="559250" y="68267"/>
                  </a:lnTo>
                  <a:lnTo>
                    <a:pt x="561713" y="64816"/>
                  </a:lnTo>
                  <a:lnTo>
                    <a:pt x="564177" y="61392"/>
                  </a:lnTo>
                  <a:lnTo>
                    <a:pt x="566641" y="58004"/>
                  </a:lnTo>
                  <a:lnTo>
                    <a:pt x="569104" y="54673"/>
                  </a:lnTo>
                  <a:lnTo>
                    <a:pt x="571568" y="51387"/>
                  </a:lnTo>
                  <a:lnTo>
                    <a:pt x="574032" y="48147"/>
                  </a:lnTo>
                  <a:lnTo>
                    <a:pt x="576495" y="44977"/>
                  </a:lnTo>
                  <a:lnTo>
                    <a:pt x="578959" y="41882"/>
                  </a:lnTo>
                  <a:lnTo>
                    <a:pt x="581423" y="38851"/>
                  </a:lnTo>
                  <a:lnTo>
                    <a:pt x="583886" y="35887"/>
                  </a:lnTo>
                  <a:lnTo>
                    <a:pt x="586350" y="33031"/>
                  </a:lnTo>
                  <a:lnTo>
                    <a:pt x="588814" y="30262"/>
                  </a:lnTo>
                  <a:lnTo>
                    <a:pt x="591277" y="27574"/>
                  </a:lnTo>
                  <a:lnTo>
                    <a:pt x="593741" y="24980"/>
                  </a:lnTo>
                  <a:lnTo>
                    <a:pt x="596205" y="22521"/>
                  </a:lnTo>
                  <a:lnTo>
                    <a:pt x="598668" y="20158"/>
                  </a:lnTo>
                  <a:lnTo>
                    <a:pt x="601132" y="17893"/>
                  </a:lnTo>
                  <a:lnTo>
                    <a:pt x="603596" y="15759"/>
                  </a:lnTo>
                  <a:lnTo>
                    <a:pt x="606059" y="13763"/>
                  </a:lnTo>
                  <a:lnTo>
                    <a:pt x="608523" y="11875"/>
                  </a:lnTo>
                  <a:lnTo>
                    <a:pt x="610987" y="10098"/>
                  </a:lnTo>
                  <a:lnTo>
                    <a:pt x="613450" y="8491"/>
                  </a:lnTo>
                  <a:lnTo>
                    <a:pt x="615914" y="7014"/>
                  </a:lnTo>
                  <a:lnTo>
                    <a:pt x="618378" y="5654"/>
                  </a:lnTo>
                  <a:lnTo>
                    <a:pt x="620841" y="4427"/>
                  </a:lnTo>
                  <a:lnTo>
                    <a:pt x="623305" y="3383"/>
                  </a:lnTo>
                  <a:lnTo>
                    <a:pt x="625769" y="2463"/>
                  </a:lnTo>
                  <a:lnTo>
                    <a:pt x="628232" y="1668"/>
                  </a:lnTo>
                  <a:lnTo>
                    <a:pt x="630696" y="1037"/>
                  </a:lnTo>
                  <a:lnTo>
                    <a:pt x="633159" y="570"/>
                  </a:lnTo>
                  <a:lnTo>
                    <a:pt x="635623" y="231"/>
                  </a:lnTo>
                  <a:lnTo>
                    <a:pt x="638087" y="19"/>
                  </a:lnTo>
                  <a:lnTo>
                    <a:pt x="640550" y="0"/>
                  </a:lnTo>
                  <a:lnTo>
                    <a:pt x="643014" y="120"/>
                  </a:lnTo>
                  <a:lnTo>
                    <a:pt x="645478" y="369"/>
                  </a:lnTo>
                  <a:lnTo>
                    <a:pt x="647941" y="758"/>
                  </a:lnTo>
                  <a:lnTo>
                    <a:pt x="650405" y="1337"/>
                  </a:lnTo>
                  <a:lnTo>
                    <a:pt x="652869" y="2043"/>
                  </a:lnTo>
                  <a:lnTo>
                    <a:pt x="655332" y="2874"/>
                  </a:lnTo>
                  <a:lnTo>
                    <a:pt x="657796" y="3867"/>
                  </a:lnTo>
                  <a:lnTo>
                    <a:pt x="660260" y="5022"/>
                  </a:lnTo>
                  <a:lnTo>
                    <a:pt x="662723" y="6299"/>
                  </a:lnTo>
                  <a:lnTo>
                    <a:pt x="665187" y="7699"/>
                  </a:lnTo>
                  <a:lnTo>
                    <a:pt x="667651" y="9279"/>
                  </a:lnTo>
                  <a:lnTo>
                    <a:pt x="670114" y="10991"/>
                  </a:lnTo>
                  <a:lnTo>
                    <a:pt x="672578" y="12820"/>
                  </a:lnTo>
                  <a:lnTo>
                    <a:pt x="675042" y="14778"/>
                  </a:lnTo>
                  <a:lnTo>
                    <a:pt x="677505" y="16909"/>
                  </a:lnTo>
                  <a:lnTo>
                    <a:pt x="679969" y="19154"/>
                  </a:lnTo>
                  <a:lnTo>
                    <a:pt x="682433" y="21511"/>
                  </a:lnTo>
                  <a:lnTo>
                    <a:pt x="684896" y="24011"/>
                  </a:lnTo>
                  <a:lnTo>
                    <a:pt x="687360" y="26653"/>
                  </a:lnTo>
                  <a:lnTo>
                    <a:pt x="689824" y="29402"/>
                  </a:lnTo>
                  <a:lnTo>
                    <a:pt x="692287" y="32257"/>
                  </a:lnTo>
                  <a:lnTo>
                    <a:pt x="694751" y="35265"/>
                  </a:lnTo>
                  <a:lnTo>
                    <a:pt x="697215" y="38386"/>
                  </a:lnTo>
                  <a:lnTo>
                    <a:pt x="699678" y="41606"/>
                  </a:lnTo>
                  <a:lnTo>
                    <a:pt x="702142" y="44932"/>
                  </a:lnTo>
                  <a:lnTo>
                    <a:pt x="704606" y="48401"/>
                  </a:lnTo>
                  <a:lnTo>
                    <a:pt x="707069" y="51962"/>
                  </a:lnTo>
                  <a:lnTo>
                    <a:pt x="709533" y="55612"/>
                  </a:lnTo>
                  <a:lnTo>
                    <a:pt x="711997" y="59375"/>
                  </a:lnTo>
                  <a:lnTo>
                    <a:pt x="714460" y="63248"/>
                  </a:lnTo>
                  <a:lnTo>
                    <a:pt x="716924" y="67202"/>
                  </a:lnTo>
                  <a:lnTo>
                    <a:pt x="719388" y="71234"/>
                  </a:lnTo>
                  <a:lnTo>
                    <a:pt x="721851" y="75378"/>
                  </a:lnTo>
                  <a:lnTo>
                    <a:pt x="724315" y="79600"/>
                  </a:lnTo>
                  <a:lnTo>
                    <a:pt x="726778" y="83890"/>
                  </a:lnTo>
                  <a:lnTo>
                    <a:pt x="729242" y="88250"/>
                  </a:lnTo>
                  <a:lnTo>
                    <a:pt x="731706" y="92701"/>
                  </a:lnTo>
                  <a:lnTo>
                    <a:pt x="734169" y="97206"/>
                  </a:lnTo>
                  <a:lnTo>
                    <a:pt x="736633" y="101764"/>
                  </a:lnTo>
                  <a:lnTo>
                    <a:pt x="739097" y="106384"/>
                  </a:lnTo>
                  <a:lnTo>
                    <a:pt x="741560" y="111059"/>
                  </a:lnTo>
                  <a:lnTo>
                    <a:pt x="744024" y="115772"/>
                  </a:lnTo>
                  <a:lnTo>
                    <a:pt x="746488" y="120520"/>
                  </a:lnTo>
                  <a:lnTo>
                    <a:pt x="748951" y="125310"/>
                  </a:lnTo>
                  <a:lnTo>
                    <a:pt x="751415" y="130126"/>
                  </a:lnTo>
                  <a:lnTo>
                    <a:pt x="753879" y="134961"/>
                  </a:lnTo>
                  <a:lnTo>
                    <a:pt x="756342" y="139812"/>
                  </a:lnTo>
                  <a:lnTo>
                    <a:pt x="758806" y="144676"/>
                  </a:lnTo>
                  <a:lnTo>
                    <a:pt x="761270" y="149543"/>
                  </a:lnTo>
                  <a:lnTo>
                    <a:pt x="763733" y="154408"/>
                  </a:lnTo>
                  <a:lnTo>
                    <a:pt x="766197" y="159267"/>
                  </a:lnTo>
                  <a:lnTo>
                    <a:pt x="768661" y="164109"/>
                  </a:lnTo>
                  <a:lnTo>
                    <a:pt x="771124" y="168933"/>
                  </a:lnTo>
                  <a:lnTo>
                    <a:pt x="773588" y="173738"/>
                  </a:lnTo>
                  <a:lnTo>
                    <a:pt x="776052" y="178505"/>
                  </a:lnTo>
                  <a:lnTo>
                    <a:pt x="778515" y="183234"/>
                  </a:lnTo>
                  <a:lnTo>
                    <a:pt x="780979" y="187929"/>
                  </a:lnTo>
                  <a:lnTo>
                    <a:pt x="783443" y="192582"/>
                  </a:lnTo>
                  <a:lnTo>
                    <a:pt x="785906" y="197167"/>
                  </a:lnTo>
                  <a:lnTo>
                    <a:pt x="788370" y="201702"/>
                  </a:lnTo>
                  <a:lnTo>
                    <a:pt x="790834" y="206185"/>
                  </a:lnTo>
                  <a:lnTo>
                    <a:pt x="793297" y="210598"/>
                  </a:lnTo>
                  <a:lnTo>
                    <a:pt x="795761" y="214932"/>
                  </a:lnTo>
                  <a:lnTo>
                    <a:pt x="798225" y="219202"/>
                  </a:lnTo>
                  <a:lnTo>
                    <a:pt x="800688" y="223407"/>
                  </a:lnTo>
                  <a:lnTo>
                    <a:pt x="803152" y="227511"/>
                  </a:lnTo>
                  <a:lnTo>
                    <a:pt x="805616" y="231535"/>
                  </a:lnTo>
                  <a:lnTo>
                    <a:pt x="808079" y="235485"/>
                  </a:lnTo>
                  <a:lnTo>
                    <a:pt x="810543" y="239355"/>
                  </a:lnTo>
                  <a:lnTo>
                    <a:pt x="813006" y="243106"/>
                  </a:lnTo>
                  <a:lnTo>
                    <a:pt x="815470" y="246779"/>
                  </a:lnTo>
                  <a:lnTo>
                    <a:pt x="817934" y="250372"/>
                  </a:lnTo>
                  <a:lnTo>
                    <a:pt x="820397" y="253862"/>
                  </a:lnTo>
                  <a:lnTo>
                    <a:pt x="822861" y="257244"/>
                  </a:lnTo>
                  <a:lnTo>
                    <a:pt x="825325" y="260543"/>
                  </a:lnTo>
                  <a:lnTo>
                    <a:pt x="827788" y="263759"/>
                  </a:lnTo>
                  <a:lnTo>
                    <a:pt x="830252" y="266855"/>
                  </a:lnTo>
                  <a:lnTo>
                    <a:pt x="832716" y="269857"/>
                  </a:lnTo>
                  <a:lnTo>
                    <a:pt x="835179" y="272776"/>
                  </a:lnTo>
                  <a:lnTo>
                    <a:pt x="837643" y="275609"/>
                  </a:lnTo>
                  <a:lnTo>
                    <a:pt x="840107" y="278318"/>
                  </a:lnTo>
                  <a:lnTo>
                    <a:pt x="842570" y="280947"/>
                  </a:lnTo>
                  <a:lnTo>
                    <a:pt x="845034" y="283496"/>
                  </a:lnTo>
                  <a:lnTo>
                    <a:pt x="847498" y="285948"/>
                  </a:lnTo>
                  <a:lnTo>
                    <a:pt x="849961" y="288297"/>
                  </a:lnTo>
                  <a:lnTo>
                    <a:pt x="852425" y="290571"/>
                  </a:lnTo>
                  <a:lnTo>
                    <a:pt x="854889" y="292772"/>
                  </a:lnTo>
                  <a:lnTo>
                    <a:pt x="857352" y="294868"/>
                  </a:lnTo>
                  <a:lnTo>
                    <a:pt x="859816" y="296884"/>
                  </a:lnTo>
                  <a:lnTo>
                    <a:pt x="862280" y="298831"/>
                  </a:lnTo>
                  <a:lnTo>
                    <a:pt x="864743" y="300708"/>
                  </a:lnTo>
                  <a:lnTo>
                    <a:pt x="867207" y="302485"/>
                  </a:lnTo>
                  <a:lnTo>
                    <a:pt x="869671" y="304200"/>
                  </a:lnTo>
                  <a:lnTo>
                    <a:pt x="872134" y="305853"/>
                  </a:lnTo>
                  <a:lnTo>
                    <a:pt x="874598" y="307433"/>
                  </a:lnTo>
                  <a:lnTo>
                    <a:pt x="877062" y="308936"/>
                  </a:lnTo>
                  <a:lnTo>
                    <a:pt x="879525" y="310384"/>
                  </a:lnTo>
                  <a:lnTo>
                    <a:pt x="881989" y="311779"/>
                  </a:lnTo>
                  <a:lnTo>
                    <a:pt x="884453" y="313099"/>
                  </a:lnTo>
                  <a:lnTo>
                    <a:pt x="886916" y="314363"/>
                  </a:lnTo>
                  <a:lnTo>
                    <a:pt x="889380" y="315579"/>
                  </a:lnTo>
                  <a:lnTo>
                    <a:pt x="891844" y="316747"/>
                  </a:lnTo>
                  <a:lnTo>
                    <a:pt x="894307" y="317847"/>
                  </a:lnTo>
                  <a:lnTo>
                    <a:pt x="896771" y="318905"/>
                  </a:lnTo>
                  <a:lnTo>
                    <a:pt x="899235" y="319923"/>
                  </a:lnTo>
                  <a:lnTo>
                    <a:pt x="901698" y="320891"/>
                  </a:lnTo>
                  <a:lnTo>
                    <a:pt x="904162" y="321810"/>
                  </a:lnTo>
                  <a:lnTo>
                    <a:pt x="906625" y="322692"/>
                  </a:lnTo>
                  <a:lnTo>
                    <a:pt x="909089" y="323540"/>
                  </a:lnTo>
                  <a:lnTo>
                    <a:pt x="911553" y="324340"/>
                  </a:lnTo>
                  <a:lnTo>
                    <a:pt x="914016" y="325104"/>
                  </a:lnTo>
                  <a:lnTo>
                    <a:pt x="916480" y="325837"/>
                  </a:lnTo>
                  <a:lnTo>
                    <a:pt x="918944" y="326539"/>
                  </a:lnTo>
                  <a:lnTo>
                    <a:pt x="921407" y="327198"/>
                  </a:lnTo>
                  <a:lnTo>
                    <a:pt x="923871" y="327831"/>
                  </a:lnTo>
                  <a:lnTo>
                    <a:pt x="926335" y="328438"/>
                  </a:lnTo>
                  <a:lnTo>
                    <a:pt x="928798" y="329014"/>
                  </a:lnTo>
                  <a:lnTo>
                    <a:pt x="931262" y="329558"/>
                  </a:lnTo>
                  <a:lnTo>
                    <a:pt x="933726" y="330079"/>
                  </a:lnTo>
                  <a:lnTo>
                    <a:pt x="936189" y="330578"/>
                  </a:lnTo>
                  <a:lnTo>
                    <a:pt x="938653" y="331047"/>
                  </a:lnTo>
                  <a:lnTo>
                    <a:pt x="941117" y="331493"/>
                  </a:lnTo>
                  <a:lnTo>
                    <a:pt x="943580" y="331920"/>
                  </a:lnTo>
                  <a:lnTo>
                    <a:pt x="946044" y="332327"/>
                  </a:lnTo>
                  <a:lnTo>
                    <a:pt x="948508" y="332707"/>
                  </a:lnTo>
                  <a:lnTo>
                    <a:pt x="950971" y="333070"/>
                  </a:lnTo>
                  <a:lnTo>
                    <a:pt x="953435" y="333416"/>
                  </a:lnTo>
                  <a:lnTo>
                    <a:pt x="955899" y="333743"/>
                  </a:lnTo>
                  <a:lnTo>
                    <a:pt x="958362" y="334049"/>
                  </a:lnTo>
                  <a:lnTo>
                    <a:pt x="960826" y="334341"/>
                  </a:lnTo>
                  <a:lnTo>
                    <a:pt x="963290" y="334619"/>
                  </a:lnTo>
                  <a:lnTo>
                    <a:pt x="965753" y="334878"/>
                  </a:lnTo>
                  <a:lnTo>
                    <a:pt x="968217" y="335122"/>
                  </a:lnTo>
                  <a:lnTo>
                    <a:pt x="970681" y="335354"/>
                  </a:lnTo>
                  <a:lnTo>
                    <a:pt x="973144" y="335574"/>
                  </a:lnTo>
                  <a:lnTo>
                    <a:pt x="975608" y="335777"/>
                  </a:lnTo>
                  <a:lnTo>
                    <a:pt x="978072" y="335969"/>
                  </a:lnTo>
                  <a:lnTo>
                    <a:pt x="980535" y="336151"/>
                  </a:lnTo>
                  <a:lnTo>
                    <a:pt x="982999" y="336321"/>
                  </a:lnTo>
                  <a:lnTo>
                    <a:pt x="985463" y="336478"/>
                  </a:lnTo>
                  <a:lnTo>
                    <a:pt x="987926" y="336627"/>
                  </a:lnTo>
                  <a:lnTo>
                    <a:pt x="990390" y="336767"/>
                  </a:lnTo>
                  <a:lnTo>
                    <a:pt x="992853" y="336896"/>
                  </a:lnTo>
                  <a:lnTo>
                    <a:pt x="995317" y="337017"/>
                  </a:lnTo>
                  <a:lnTo>
                    <a:pt x="997781" y="337130"/>
                  </a:lnTo>
                  <a:lnTo>
                    <a:pt x="1000244" y="337236"/>
                  </a:lnTo>
                  <a:lnTo>
                    <a:pt x="1002708" y="337332"/>
                  </a:lnTo>
                  <a:lnTo>
                    <a:pt x="1005172" y="337422"/>
                  </a:lnTo>
                  <a:lnTo>
                    <a:pt x="1007635" y="337507"/>
                  </a:lnTo>
                  <a:lnTo>
                    <a:pt x="1010099" y="337584"/>
                  </a:lnTo>
                  <a:lnTo>
                    <a:pt x="1012563" y="337655"/>
                  </a:lnTo>
                  <a:lnTo>
                    <a:pt x="1015026" y="337722"/>
                  </a:lnTo>
                  <a:lnTo>
                    <a:pt x="1017490" y="337783"/>
                  </a:lnTo>
                  <a:lnTo>
                    <a:pt x="1019954" y="337839"/>
                  </a:lnTo>
                  <a:lnTo>
                    <a:pt x="1022417" y="337891"/>
                  </a:lnTo>
                  <a:lnTo>
                    <a:pt x="1024881" y="337938"/>
                  </a:lnTo>
                  <a:lnTo>
                    <a:pt x="1027345" y="337982"/>
                  </a:lnTo>
                  <a:lnTo>
                    <a:pt x="1029808" y="338022"/>
                  </a:lnTo>
                  <a:lnTo>
                    <a:pt x="1032272" y="338058"/>
                  </a:lnTo>
                  <a:lnTo>
                    <a:pt x="1034736" y="338092"/>
                  </a:lnTo>
                  <a:lnTo>
                    <a:pt x="1037199" y="338122"/>
                  </a:lnTo>
                  <a:lnTo>
                    <a:pt x="1039663" y="338149"/>
                  </a:lnTo>
                  <a:lnTo>
                    <a:pt x="1042127" y="338174"/>
                  </a:lnTo>
                  <a:lnTo>
                    <a:pt x="1044590" y="338198"/>
                  </a:lnTo>
                  <a:lnTo>
                    <a:pt x="1047054" y="338218"/>
                  </a:lnTo>
                  <a:lnTo>
                    <a:pt x="1049518" y="338237"/>
                  </a:lnTo>
                  <a:lnTo>
                    <a:pt x="1051981" y="338254"/>
                  </a:lnTo>
                  <a:lnTo>
                    <a:pt x="1054445" y="338269"/>
                  </a:lnTo>
                  <a:lnTo>
                    <a:pt x="1056909" y="338283"/>
                  </a:lnTo>
                  <a:lnTo>
                    <a:pt x="1059372" y="338295"/>
                  </a:lnTo>
                  <a:lnTo>
                    <a:pt x="1061836" y="338306"/>
                  </a:lnTo>
                  <a:lnTo>
                    <a:pt x="1064300" y="338316"/>
                  </a:lnTo>
                  <a:lnTo>
                    <a:pt x="1066763" y="338325"/>
                  </a:lnTo>
                  <a:lnTo>
                    <a:pt x="1069227" y="338333"/>
                  </a:lnTo>
                  <a:lnTo>
                    <a:pt x="1071691" y="338340"/>
                  </a:lnTo>
                  <a:lnTo>
                    <a:pt x="1074154" y="338346"/>
                  </a:lnTo>
                  <a:lnTo>
                    <a:pt x="1076618" y="338352"/>
                  </a:lnTo>
                  <a:lnTo>
                    <a:pt x="1079082" y="338357"/>
                  </a:lnTo>
                  <a:lnTo>
                    <a:pt x="1081545" y="338362"/>
                  </a:lnTo>
                  <a:lnTo>
                    <a:pt x="1084009" y="338365"/>
                  </a:lnTo>
                  <a:lnTo>
                    <a:pt x="1086472" y="338369"/>
                  </a:lnTo>
                  <a:lnTo>
                    <a:pt x="1088936" y="338372"/>
                  </a:lnTo>
                  <a:lnTo>
                    <a:pt x="1091400" y="338375"/>
                  </a:lnTo>
                  <a:lnTo>
                    <a:pt x="1093863" y="338377"/>
                  </a:lnTo>
                  <a:lnTo>
                    <a:pt x="1096327" y="338379"/>
                  </a:lnTo>
                  <a:lnTo>
                    <a:pt x="1098791" y="338381"/>
                  </a:lnTo>
                  <a:lnTo>
                    <a:pt x="1101254" y="338383"/>
                  </a:lnTo>
                  <a:lnTo>
                    <a:pt x="1103718" y="338384"/>
                  </a:lnTo>
                  <a:lnTo>
                    <a:pt x="1106182" y="338385"/>
                  </a:lnTo>
                  <a:lnTo>
                    <a:pt x="1108645" y="338386"/>
                  </a:lnTo>
                  <a:lnTo>
                    <a:pt x="1111109" y="338387"/>
                  </a:lnTo>
                  <a:lnTo>
                    <a:pt x="1113573" y="338388"/>
                  </a:lnTo>
                  <a:lnTo>
                    <a:pt x="1116036" y="338389"/>
                  </a:lnTo>
                  <a:lnTo>
                    <a:pt x="1118500" y="338389"/>
                  </a:lnTo>
                  <a:lnTo>
                    <a:pt x="1120964" y="338390"/>
                  </a:lnTo>
                  <a:lnTo>
                    <a:pt x="1123427" y="338390"/>
                  </a:lnTo>
                  <a:lnTo>
                    <a:pt x="1125891" y="338391"/>
                  </a:lnTo>
                  <a:lnTo>
                    <a:pt x="1128355" y="338391"/>
                  </a:lnTo>
                  <a:lnTo>
                    <a:pt x="1130818" y="338391"/>
                  </a:lnTo>
                  <a:lnTo>
                    <a:pt x="1133282" y="338392"/>
                  </a:lnTo>
                  <a:lnTo>
                    <a:pt x="1135746" y="338392"/>
                  </a:lnTo>
                  <a:lnTo>
                    <a:pt x="1138209" y="338392"/>
                  </a:lnTo>
                  <a:lnTo>
                    <a:pt x="1140673" y="338392"/>
                  </a:lnTo>
                  <a:lnTo>
                    <a:pt x="1143137" y="338392"/>
                  </a:lnTo>
                  <a:lnTo>
                    <a:pt x="1145600" y="338392"/>
                  </a:lnTo>
                  <a:lnTo>
                    <a:pt x="1148064" y="338392"/>
                  </a:lnTo>
                  <a:lnTo>
                    <a:pt x="1150528" y="338393"/>
                  </a:lnTo>
                  <a:lnTo>
                    <a:pt x="1152991" y="338393"/>
                  </a:lnTo>
                  <a:lnTo>
                    <a:pt x="1155455" y="338393"/>
                  </a:lnTo>
                  <a:lnTo>
                    <a:pt x="1157919" y="338393"/>
                  </a:lnTo>
                  <a:lnTo>
                    <a:pt x="1160382" y="338393"/>
                  </a:lnTo>
                  <a:lnTo>
                    <a:pt x="1162846" y="338393"/>
                  </a:lnTo>
                  <a:lnTo>
                    <a:pt x="1165310" y="338393"/>
                  </a:lnTo>
                  <a:lnTo>
                    <a:pt x="1167773" y="338393"/>
                  </a:lnTo>
                  <a:lnTo>
                    <a:pt x="1170237" y="338393"/>
                  </a:lnTo>
                  <a:lnTo>
                    <a:pt x="1172701" y="338393"/>
                  </a:lnTo>
                  <a:lnTo>
                    <a:pt x="1175164" y="338393"/>
                  </a:lnTo>
                  <a:lnTo>
                    <a:pt x="1177628" y="338393"/>
                  </a:lnTo>
                  <a:lnTo>
                    <a:pt x="1180091" y="338393"/>
                  </a:lnTo>
                  <a:lnTo>
                    <a:pt x="1182555" y="338393"/>
                  </a:lnTo>
                  <a:lnTo>
                    <a:pt x="1185019" y="338393"/>
                  </a:lnTo>
                  <a:lnTo>
                    <a:pt x="1187482" y="338393"/>
                  </a:lnTo>
                  <a:lnTo>
                    <a:pt x="1189946" y="338393"/>
                  </a:lnTo>
                  <a:lnTo>
                    <a:pt x="1192410" y="338393"/>
                  </a:lnTo>
                  <a:lnTo>
                    <a:pt x="1194873" y="338393"/>
                  </a:lnTo>
                  <a:lnTo>
                    <a:pt x="1197337" y="338393"/>
                  </a:lnTo>
                  <a:lnTo>
                    <a:pt x="1199801" y="338393"/>
                  </a:lnTo>
                  <a:lnTo>
                    <a:pt x="1202264" y="338393"/>
                  </a:lnTo>
                  <a:lnTo>
                    <a:pt x="1204728" y="338393"/>
                  </a:lnTo>
                  <a:lnTo>
                    <a:pt x="1207192" y="338393"/>
                  </a:lnTo>
                  <a:lnTo>
                    <a:pt x="1209655" y="338393"/>
                  </a:lnTo>
                  <a:lnTo>
                    <a:pt x="1212119" y="338393"/>
                  </a:lnTo>
                  <a:lnTo>
                    <a:pt x="1214583" y="338393"/>
                  </a:lnTo>
                  <a:lnTo>
                    <a:pt x="1217046" y="338393"/>
                  </a:lnTo>
                  <a:lnTo>
                    <a:pt x="1219510" y="338393"/>
                  </a:lnTo>
                  <a:lnTo>
                    <a:pt x="1221974" y="338393"/>
                  </a:lnTo>
                  <a:lnTo>
                    <a:pt x="1224437" y="338393"/>
                  </a:lnTo>
                  <a:lnTo>
                    <a:pt x="1226901" y="338393"/>
                  </a:lnTo>
                  <a:lnTo>
                    <a:pt x="1229365" y="338393"/>
                  </a:lnTo>
                  <a:lnTo>
                    <a:pt x="1231828" y="338393"/>
                  </a:lnTo>
                  <a:lnTo>
                    <a:pt x="1234292" y="338393"/>
                  </a:lnTo>
                  <a:lnTo>
                    <a:pt x="1236756" y="338393"/>
                  </a:lnTo>
                  <a:lnTo>
                    <a:pt x="1239219" y="338393"/>
                  </a:lnTo>
                  <a:lnTo>
                    <a:pt x="1241683" y="338393"/>
                  </a:lnTo>
                  <a:lnTo>
                    <a:pt x="1244147" y="338393"/>
                  </a:lnTo>
                  <a:lnTo>
                    <a:pt x="1246610" y="338393"/>
                  </a:lnTo>
                  <a:lnTo>
                    <a:pt x="1249074" y="338393"/>
                  </a:lnTo>
                  <a:lnTo>
                    <a:pt x="1251538" y="338393"/>
                  </a:lnTo>
                  <a:lnTo>
                    <a:pt x="1254001" y="338393"/>
                  </a:lnTo>
                  <a:lnTo>
                    <a:pt x="1256465" y="338393"/>
                  </a:lnTo>
                  <a:lnTo>
                    <a:pt x="1258929" y="338393"/>
                  </a:lnTo>
                  <a:lnTo>
                    <a:pt x="1256465" y="338393"/>
                  </a:lnTo>
                  <a:lnTo>
                    <a:pt x="1254001" y="338393"/>
                  </a:lnTo>
                  <a:lnTo>
                    <a:pt x="1251538" y="338393"/>
                  </a:lnTo>
                  <a:lnTo>
                    <a:pt x="1249074" y="338393"/>
                  </a:lnTo>
                  <a:lnTo>
                    <a:pt x="1246610" y="338393"/>
                  </a:lnTo>
                  <a:lnTo>
                    <a:pt x="1244147" y="338393"/>
                  </a:lnTo>
                  <a:lnTo>
                    <a:pt x="1241683" y="338393"/>
                  </a:lnTo>
                  <a:lnTo>
                    <a:pt x="1239219" y="338393"/>
                  </a:lnTo>
                  <a:lnTo>
                    <a:pt x="1236756" y="338393"/>
                  </a:lnTo>
                  <a:lnTo>
                    <a:pt x="1234292" y="338393"/>
                  </a:lnTo>
                  <a:lnTo>
                    <a:pt x="1231828" y="338393"/>
                  </a:lnTo>
                  <a:lnTo>
                    <a:pt x="1229365" y="338393"/>
                  </a:lnTo>
                  <a:lnTo>
                    <a:pt x="1226901" y="338393"/>
                  </a:lnTo>
                  <a:lnTo>
                    <a:pt x="1224437" y="338393"/>
                  </a:lnTo>
                  <a:lnTo>
                    <a:pt x="1221974" y="338393"/>
                  </a:lnTo>
                  <a:lnTo>
                    <a:pt x="1219510" y="338393"/>
                  </a:lnTo>
                  <a:lnTo>
                    <a:pt x="1217046" y="338393"/>
                  </a:lnTo>
                  <a:lnTo>
                    <a:pt x="1214583" y="338393"/>
                  </a:lnTo>
                  <a:lnTo>
                    <a:pt x="1212119" y="338393"/>
                  </a:lnTo>
                  <a:lnTo>
                    <a:pt x="1209655" y="338393"/>
                  </a:lnTo>
                  <a:lnTo>
                    <a:pt x="1207192" y="338393"/>
                  </a:lnTo>
                  <a:lnTo>
                    <a:pt x="1204728" y="338393"/>
                  </a:lnTo>
                  <a:lnTo>
                    <a:pt x="1202264" y="338393"/>
                  </a:lnTo>
                  <a:lnTo>
                    <a:pt x="1199801" y="338393"/>
                  </a:lnTo>
                  <a:lnTo>
                    <a:pt x="1197337" y="338393"/>
                  </a:lnTo>
                  <a:lnTo>
                    <a:pt x="1194873" y="338393"/>
                  </a:lnTo>
                  <a:lnTo>
                    <a:pt x="1192410" y="338393"/>
                  </a:lnTo>
                  <a:lnTo>
                    <a:pt x="1189946" y="338393"/>
                  </a:lnTo>
                  <a:lnTo>
                    <a:pt x="1187482" y="338393"/>
                  </a:lnTo>
                  <a:lnTo>
                    <a:pt x="1185019" y="338393"/>
                  </a:lnTo>
                  <a:lnTo>
                    <a:pt x="1182555" y="338393"/>
                  </a:lnTo>
                  <a:lnTo>
                    <a:pt x="1180091" y="338393"/>
                  </a:lnTo>
                  <a:lnTo>
                    <a:pt x="1177628" y="338393"/>
                  </a:lnTo>
                  <a:lnTo>
                    <a:pt x="1175164" y="338393"/>
                  </a:lnTo>
                  <a:lnTo>
                    <a:pt x="1172701" y="338393"/>
                  </a:lnTo>
                  <a:lnTo>
                    <a:pt x="1170237" y="338393"/>
                  </a:lnTo>
                  <a:lnTo>
                    <a:pt x="1167773" y="338393"/>
                  </a:lnTo>
                  <a:lnTo>
                    <a:pt x="1165310" y="338393"/>
                  </a:lnTo>
                  <a:lnTo>
                    <a:pt x="1162846" y="338393"/>
                  </a:lnTo>
                  <a:lnTo>
                    <a:pt x="1160382" y="338393"/>
                  </a:lnTo>
                  <a:lnTo>
                    <a:pt x="1157919" y="338393"/>
                  </a:lnTo>
                  <a:lnTo>
                    <a:pt x="1155455" y="338393"/>
                  </a:lnTo>
                  <a:lnTo>
                    <a:pt x="1152991" y="338393"/>
                  </a:lnTo>
                  <a:lnTo>
                    <a:pt x="1150528" y="338393"/>
                  </a:lnTo>
                  <a:lnTo>
                    <a:pt x="1148064" y="338393"/>
                  </a:lnTo>
                  <a:lnTo>
                    <a:pt x="1145600" y="338393"/>
                  </a:lnTo>
                  <a:lnTo>
                    <a:pt x="1143137" y="338393"/>
                  </a:lnTo>
                  <a:lnTo>
                    <a:pt x="1140673" y="338393"/>
                  </a:lnTo>
                  <a:lnTo>
                    <a:pt x="1138209" y="338393"/>
                  </a:lnTo>
                  <a:lnTo>
                    <a:pt x="1135746" y="338393"/>
                  </a:lnTo>
                  <a:lnTo>
                    <a:pt x="1133282" y="338393"/>
                  </a:lnTo>
                  <a:lnTo>
                    <a:pt x="1130818" y="338393"/>
                  </a:lnTo>
                  <a:lnTo>
                    <a:pt x="1128355" y="338393"/>
                  </a:lnTo>
                  <a:lnTo>
                    <a:pt x="1125891" y="338393"/>
                  </a:lnTo>
                  <a:lnTo>
                    <a:pt x="1123427" y="338393"/>
                  </a:lnTo>
                  <a:lnTo>
                    <a:pt x="1120964" y="338393"/>
                  </a:lnTo>
                  <a:lnTo>
                    <a:pt x="1118500" y="338393"/>
                  </a:lnTo>
                  <a:lnTo>
                    <a:pt x="1116036" y="338393"/>
                  </a:lnTo>
                  <a:lnTo>
                    <a:pt x="1113573" y="338393"/>
                  </a:lnTo>
                  <a:lnTo>
                    <a:pt x="1111109" y="338393"/>
                  </a:lnTo>
                  <a:lnTo>
                    <a:pt x="1108645" y="338393"/>
                  </a:lnTo>
                  <a:lnTo>
                    <a:pt x="1106182" y="338393"/>
                  </a:lnTo>
                  <a:lnTo>
                    <a:pt x="1103718" y="338393"/>
                  </a:lnTo>
                  <a:lnTo>
                    <a:pt x="1101254" y="338393"/>
                  </a:lnTo>
                  <a:lnTo>
                    <a:pt x="1098791" y="338393"/>
                  </a:lnTo>
                  <a:lnTo>
                    <a:pt x="1096327" y="338393"/>
                  </a:lnTo>
                  <a:lnTo>
                    <a:pt x="1093863" y="338393"/>
                  </a:lnTo>
                  <a:lnTo>
                    <a:pt x="1091400" y="338393"/>
                  </a:lnTo>
                  <a:lnTo>
                    <a:pt x="1088936" y="338393"/>
                  </a:lnTo>
                  <a:lnTo>
                    <a:pt x="1086472" y="338393"/>
                  </a:lnTo>
                  <a:lnTo>
                    <a:pt x="1084009" y="338393"/>
                  </a:lnTo>
                  <a:lnTo>
                    <a:pt x="1081545" y="338393"/>
                  </a:lnTo>
                  <a:lnTo>
                    <a:pt x="1079082" y="338393"/>
                  </a:lnTo>
                  <a:lnTo>
                    <a:pt x="1076618" y="338393"/>
                  </a:lnTo>
                  <a:lnTo>
                    <a:pt x="1074154" y="338393"/>
                  </a:lnTo>
                  <a:lnTo>
                    <a:pt x="1071691" y="338393"/>
                  </a:lnTo>
                  <a:lnTo>
                    <a:pt x="1069227" y="338393"/>
                  </a:lnTo>
                  <a:lnTo>
                    <a:pt x="1066763" y="338393"/>
                  </a:lnTo>
                  <a:lnTo>
                    <a:pt x="1064300" y="338393"/>
                  </a:lnTo>
                  <a:lnTo>
                    <a:pt x="1061836" y="338393"/>
                  </a:lnTo>
                  <a:lnTo>
                    <a:pt x="1059372" y="338393"/>
                  </a:lnTo>
                  <a:lnTo>
                    <a:pt x="1056909" y="338393"/>
                  </a:lnTo>
                  <a:lnTo>
                    <a:pt x="1054445" y="338393"/>
                  </a:lnTo>
                  <a:lnTo>
                    <a:pt x="1051981" y="338393"/>
                  </a:lnTo>
                  <a:lnTo>
                    <a:pt x="1049518" y="338393"/>
                  </a:lnTo>
                  <a:lnTo>
                    <a:pt x="1047054" y="338393"/>
                  </a:lnTo>
                  <a:lnTo>
                    <a:pt x="1044590" y="338393"/>
                  </a:lnTo>
                  <a:lnTo>
                    <a:pt x="1042127" y="338393"/>
                  </a:lnTo>
                  <a:lnTo>
                    <a:pt x="1039663" y="338393"/>
                  </a:lnTo>
                  <a:lnTo>
                    <a:pt x="1037199" y="338393"/>
                  </a:lnTo>
                  <a:lnTo>
                    <a:pt x="1034736" y="338393"/>
                  </a:lnTo>
                  <a:lnTo>
                    <a:pt x="1032272" y="338393"/>
                  </a:lnTo>
                  <a:lnTo>
                    <a:pt x="1029808" y="338393"/>
                  </a:lnTo>
                  <a:lnTo>
                    <a:pt x="1027345" y="338393"/>
                  </a:lnTo>
                  <a:lnTo>
                    <a:pt x="1024881" y="338393"/>
                  </a:lnTo>
                  <a:lnTo>
                    <a:pt x="1022417" y="338393"/>
                  </a:lnTo>
                  <a:lnTo>
                    <a:pt x="1019954" y="338393"/>
                  </a:lnTo>
                  <a:lnTo>
                    <a:pt x="1017490" y="338393"/>
                  </a:lnTo>
                  <a:lnTo>
                    <a:pt x="1015026" y="338393"/>
                  </a:lnTo>
                  <a:lnTo>
                    <a:pt x="1012563" y="338393"/>
                  </a:lnTo>
                  <a:lnTo>
                    <a:pt x="1010099" y="338393"/>
                  </a:lnTo>
                  <a:lnTo>
                    <a:pt x="1007635" y="338393"/>
                  </a:lnTo>
                  <a:lnTo>
                    <a:pt x="1005172" y="338393"/>
                  </a:lnTo>
                  <a:lnTo>
                    <a:pt x="1002708" y="338393"/>
                  </a:lnTo>
                  <a:lnTo>
                    <a:pt x="1000244" y="338393"/>
                  </a:lnTo>
                  <a:lnTo>
                    <a:pt x="997781" y="338393"/>
                  </a:lnTo>
                  <a:lnTo>
                    <a:pt x="995317" y="338393"/>
                  </a:lnTo>
                  <a:lnTo>
                    <a:pt x="992853" y="338393"/>
                  </a:lnTo>
                  <a:lnTo>
                    <a:pt x="990390" y="338393"/>
                  </a:lnTo>
                  <a:lnTo>
                    <a:pt x="987926" y="338393"/>
                  </a:lnTo>
                  <a:lnTo>
                    <a:pt x="985463" y="338393"/>
                  </a:lnTo>
                  <a:lnTo>
                    <a:pt x="982999" y="338393"/>
                  </a:lnTo>
                  <a:lnTo>
                    <a:pt x="980535" y="338393"/>
                  </a:lnTo>
                  <a:lnTo>
                    <a:pt x="978072" y="338393"/>
                  </a:lnTo>
                  <a:lnTo>
                    <a:pt x="975608" y="338393"/>
                  </a:lnTo>
                  <a:lnTo>
                    <a:pt x="973144" y="338393"/>
                  </a:lnTo>
                  <a:lnTo>
                    <a:pt x="970681" y="338393"/>
                  </a:lnTo>
                  <a:lnTo>
                    <a:pt x="968217" y="338393"/>
                  </a:lnTo>
                  <a:lnTo>
                    <a:pt x="965753" y="338393"/>
                  </a:lnTo>
                  <a:lnTo>
                    <a:pt x="963290" y="338393"/>
                  </a:lnTo>
                  <a:lnTo>
                    <a:pt x="960826" y="338393"/>
                  </a:lnTo>
                  <a:lnTo>
                    <a:pt x="958362" y="338393"/>
                  </a:lnTo>
                  <a:lnTo>
                    <a:pt x="955899" y="338393"/>
                  </a:lnTo>
                  <a:lnTo>
                    <a:pt x="953435" y="338393"/>
                  </a:lnTo>
                  <a:lnTo>
                    <a:pt x="950971" y="338393"/>
                  </a:lnTo>
                  <a:lnTo>
                    <a:pt x="948508" y="338393"/>
                  </a:lnTo>
                  <a:lnTo>
                    <a:pt x="946044" y="338393"/>
                  </a:lnTo>
                  <a:lnTo>
                    <a:pt x="943580" y="338393"/>
                  </a:lnTo>
                  <a:lnTo>
                    <a:pt x="941117" y="338393"/>
                  </a:lnTo>
                  <a:lnTo>
                    <a:pt x="938653" y="338393"/>
                  </a:lnTo>
                  <a:lnTo>
                    <a:pt x="936189" y="338393"/>
                  </a:lnTo>
                  <a:lnTo>
                    <a:pt x="933726" y="338393"/>
                  </a:lnTo>
                  <a:lnTo>
                    <a:pt x="931262" y="338393"/>
                  </a:lnTo>
                  <a:lnTo>
                    <a:pt x="928798" y="338393"/>
                  </a:lnTo>
                  <a:lnTo>
                    <a:pt x="926335" y="338393"/>
                  </a:lnTo>
                  <a:lnTo>
                    <a:pt x="923871" y="338393"/>
                  </a:lnTo>
                  <a:lnTo>
                    <a:pt x="921407" y="338393"/>
                  </a:lnTo>
                  <a:lnTo>
                    <a:pt x="918944" y="338393"/>
                  </a:lnTo>
                  <a:lnTo>
                    <a:pt x="916480" y="338393"/>
                  </a:lnTo>
                  <a:lnTo>
                    <a:pt x="914016" y="338393"/>
                  </a:lnTo>
                  <a:lnTo>
                    <a:pt x="911553" y="338393"/>
                  </a:lnTo>
                  <a:lnTo>
                    <a:pt x="909089" y="338393"/>
                  </a:lnTo>
                  <a:lnTo>
                    <a:pt x="906625" y="338393"/>
                  </a:lnTo>
                  <a:lnTo>
                    <a:pt x="904162" y="338393"/>
                  </a:lnTo>
                  <a:lnTo>
                    <a:pt x="901698" y="338393"/>
                  </a:lnTo>
                  <a:lnTo>
                    <a:pt x="899235" y="338393"/>
                  </a:lnTo>
                  <a:lnTo>
                    <a:pt x="896771" y="338393"/>
                  </a:lnTo>
                  <a:lnTo>
                    <a:pt x="894307" y="338393"/>
                  </a:lnTo>
                  <a:lnTo>
                    <a:pt x="891844" y="338393"/>
                  </a:lnTo>
                  <a:lnTo>
                    <a:pt x="889380" y="338393"/>
                  </a:lnTo>
                  <a:lnTo>
                    <a:pt x="886916" y="338393"/>
                  </a:lnTo>
                  <a:lnTo>
                    <a:pt x="884453" y="338393"/>
                  </a:lnTo>
                  <a:lnTo>
                    <a:pt x="881989" y="338393"/>
                  </a:lnTo>
                  <a:lnTo>
                    <a:pt x="879525" y="338393"/>
                  </a:lnTo>
                  <a:lnTo>
                    <a:pt x="877062" y="338393"/>
                  </a:lnTo>
                  <a:lnTo>
                    <a:pt x="874598" y="338393"/>
                  </a:lnTo>
                  <a:lnTo>
                    <a:pt x="872134" y="338393"/>
                  </a:lnTo>
                  <a:lnTo>
                    <a:pt x="869671" y="338393"/>
                  </a:lnTo>
                  <a:lnTo>
                    <a:pt x="867207" y="338393"/>
                  </a:lnTo>
                  <a:lnTo>
                    <a:pt x="864743" y="338393"/>
                  </a:lnTo>
                  <a:lnTo>
                    <a:pt x="862280" y="338393"/>
                  </a:lnTo>
                  <a:lnTo>
                    <a:pt x="859816" y="338393"/>
                  </a:lnTo>
                  <a:lnTo>
                    <a:pt x="857352" y="338393"/>
                  </a:lnTo>
                  <a:lnTo>
                    <a:pt x="854889" y="338393"/>
                  </a:lnTo>
                  <a:lnTo>
                    <a:pt x="852425" y="338393"/>
                  </a:lnTo>
                  <a:lnTo>
                    <a:pt x="849961" y="338393"/>
                  </a:lnTo>
                  <a:lnTo>
                    <a:pt x="847498" y="338393"/>
                  </a:lnTo>
                  <a:lnTo>
                    <a:pt x="845034" y="338393"/>
                  </a:lnTo>
                  <a:lnTo>
                    <a:pt x="842570" y="338393"/>
                  </a:lnTo>
                  <a:lnTo>
                    <a:pt x="840107" y="338393"/>
                  </a:lnTo>
                  <a:lnTo>
                    <a:pt x="837643" y="338393"/>
                  </a:lnTo>
                  <a:lnTo>
                    <a:pt x="835179" y="338393"/>
                  </a:lnTo>
                  <a:lnTo>
                    <a:pt x="832716" y="338393"/>
                  </a:lnTo>
                  <a:lnTo>
                    <a:pt x="830252" y="338393"/>
                  </a:lnTo>
                  <a:lnTo>
                    <a:pt x="827788" y="338393"/>
                  </a:lnTo>
                  <a:lnTo>
                    <a:pt x="825325" y="338393"/>
                  </a:lnTo>
                  <a:lnTo>
                    <a:pt x="822861" y="338393"/>
                  </a:lnTo>
                  <a:lnTo>
                    <a:pt x="820397" y="338393"/>
                  </a:lnTo>
                  <a:lnTo>
                    <a:pt x="817934" y="338393"/>
                  </a:lnTo>
                  <a:lnTo>
                    <a:pt x="815470" y="338393"/>
                  </a:lnTo>
                  <a:lnTo>
                    <a:pt x="813006" y="338393"/>
                  </a:lnTo>
                  <a:lnTo>
                    <a:pt x="810543" y="338393"/>
                  </a:lnTo>
                  <a:lnTo>
                    <a:pt x="808079" y="338393"/>
                  </a:lnTo>
                  <a:lnTo>
                    <a:pt x="805616" y="338393"/>
                  </a:lnTo>
                  <a:lnTo>
                    <a:pt x="803152" y="338393"/>
                  </a:lnTo>
                  <a:lnTo>
                    <a:pt x="800688" y="338393"/>
                  </a:lnTo>
                  <a:lnTo>
                    <a:pt x="798225" y="338393"/>
                  </a:lnTo>
                  <a:lnTo>
                    <a:pt x="795761" y="338393"/>
                  </a:lnTo>
                  <a:lnTo>
                    <a:pt x="793297" y="338393"/>
                  </a:lnTo>
                  <a:lnTo>
                    <a:pt x="790834" y="338393"/>
                  </a:lnTo>
                  <a:lnTo>
                    <a:pt x="788370" y="338393"/>
                  </a:lnTo>
                  <a:lnTo>
                    <a:pt x="785906" y="338393"/>
                  </a:lnTo>
                  <a:lnTo>
                    <a:pt x="783443" y="338393"/>
                  </a:lnTo>
                  <a:lnTo>
                    <a:pt x="780979" y="338393"/>
                  </a:lnTo>
                  <a:lnTo>
                    <a:pt x="778515" y="338393"/>
                  </a:lnTo>
                  <a:lnTo>
                    <a:pt x="776052" y="338393"/>
                  </a:lnTo>
                  <a:lnTo>
                    <a:pt x="773588" y="338393"/>
                  </a:lnTo>
                  <a:lnTo>
                    <a:pt x="771124" y="338393"/>
                  </a:lnTo>
                  <a:lnTo>
                    <a:pt x="768661" y="338393"/>
                  </a:lnTo>
                  <a:lnTo>
                    <a:pt x="766197" y="338393"/>
                  </a:lnTo>
                  <a:lnTo>
                    <a:pt x="763733" y="338393"/>
                  </a:lnTo>
                  <a:lnTo>
                    <a:pt x="761270" y="338393"/>
                  </a:lnTo>
                  <a:lnTo>
                    <a:pt x="758806" y="338393"/>
                  </a:lnTo>
                  <a:lnTo>
                    <a:pt x="756342" y="338393"/>
                  </a:lnTo>
                  <a:lnTo>
                    <a:pt x="753879" y="338393"/>
                  </a:lnTo>
                  <a:lnTo>
                    <a:pt x="751415" y="338393"/>
                  </a:lnTo>
                  <a:lnTo>
                    <a:pt x="748951" y="338393"/>
                  </a:lnTo>
                  <a:lnTo>
                    <a:pt x="746488" y="338393"/>
                  </a:lnTo>
                  <a:lnTo>
                    <a:pt x="744024" y="338393"/>
                  </a:lnTo>
                  <a:lnTo>
                    <a:pt x="741560" y="338393"/>
                  </a:lnTo>
                  <a:lnTo>
                    <a:pt x="739097" y="338393"/>
                  </a:lnTo>
                  <a:lnTo>
                    <a:pt x="736633" y="338393"/>
                  </a:lnTo>
                  <a:lnTo>
                    <a:pt x="734169" y="338393"/>
                  </a:lnTo>
                  <a:lnTo>
                    <a:pt x="731706" y="338393"/>
                  </a:lnTo>
                  <a:lnTo>
                    <a:pt x="729242" y="338393"/>
                  </a:lnTo>
                  <a:lnTo>
                    <a:pt x="726778" y="338393"/>
                  </a:lnTo>
                  <a:lnTo>
                    <a:pt x="724315" y="338393"/>
                  </a:lnTo>
                  <a:lnTo>
                    <a:pt x="721851" y="338393"/>
                  </a:lnTo>
                  <a:lnTo>
                    <a:pt x="719388" y="338393"/>
                  </a:lnTo>
                  <a:lnTo>
                    <a:pt x="716924" y="338393"/>
                  </a:lnTo>
                  <a:lnTo>
                    <a:pt x="714460" y="338393"/>
                  </a:lnTo>
                  <a:lnTo>
                    <a:pt x="711997" y="338393"/>
                  </a:lnTo>
                  <a:lnTo>
                    <a:pt x="709533" y="338393"/>
                  </a:lnTo>
                  <a:lnTo>
                    <a:pt x="707069" y="338393"/>
                  </a:lnTo>
                  <a:lnTo>
                    <a:pt x="704606" y="338393"/>
                  </a:lnTo>
                  <a:lnTo>
                    <a:pt x="702142" y="338393"/>
                  </a:lnTo>
                  <a:lnTo>
                    <a:pt x="699678" y="338393"/>
                  </a:lnTo>
                  <a:lnTo>
                    <a:pt x="697215" y="338393"/>
                  </a:lnTo>
                  <a:lnTo>
                    <a:pt x="694751" y="338393"/>
                  </a:lnTo>
                  <a:lnTo>
                    <a:pt x="692287" y="338393"/>
                  </a:lnTo>
                  <a:lnTo>
                    <a:pt x="689824" y="338393"/>
                  </a:lnTo>
                  <a:lnTo>
                    <a:pt x="687360" y="338393"/>
                  </a:lnTo>
                  <a:lnTo>
                    <a:pt x="684896" y="338393"/>
                  </a:lnTo>
                  <a:lnTo>
                    <a:pt x="682433" y="338393"/>
                  </a:lnTo>
                  <a:lnTo>
                    <a:pt x="679969" y="338393"/>
                  </a:lnTo>
                  <a:lnTo>
                    <a:pt x="677505" y="338393"/>
                  </a:lnTo>
                  <a:lnTo>
                    <a:pt x="675042" y="338393"/>
                  </a:lnTo>
                  <a:lnTo>
                    <a:pt x="672578" y="338393"/>
                  </a:lnTo>
                  <a:lnTo>
                    <a:pt x="670114" y="338393"/>
                  </a:lnTo>
                  <a:lnTo>
                    <a:pt x="667651" y="338393"/>
                  </a:lnTo>
                  <a:lnTo>
                    <a:pt x="665187" y="338393"/>
                  </a:lnTo>
                  <a:lnTo>
                    <a:pt x="662723" y="338393"/>
                  </a:lnTo>
                  <a:lnTo>
                    <a:pt x="660260" y="338393"/>
                  </a:lnTo>
                  <a:lnTo>
                    <a:pt x="657796" y="338393"/>
                  </a:lnTo>
                  <a:lnTo>
                    <a:pt x="655332" y="338393"/>
                  </a:lnTo>
                  <a:lnTo>
                    <a:pt x="652869" y="338393"/>
                  </a:lnTo>
                  <a:lnTo>
                    <a:pt x="650405" y="338393"/>
                  </a:lnTo>
                  <a:lnTo>
                    <a:pt x="647941" y="338393"/>
                  </a:lnTo>
                  <a:lnTo>
                    <a:pt x="645478" y="338393"/>
                  </a:lnTo>
                  <a:lnTo>
                    <a:pt x="643014" y="338393"/>
                  </a:lnTo>
                  <a:lnTo>
                    <a:pt x="640550" y="338393"/>
                  </a:lnTo>
                  <a:lnTo>
                    <a:pt x="638087" y="338393"/>
                  </a:lnTo>
                  <a:lnTo>
                    <a:pt x="635623" y="338393"/>
                  </a:lnTo>
                  <a:lnTo>
                    <a:pt x="633159" y="338393"/>
                  </a:lnTo>
                  <a:lnTo>
                    <a:pt x="630696" y="338393"/>
                  </a:lnTo>
                  <a:lnTo>
                    <a:pt x="628232" y="338393"/>
                  </a:lnTo>
                  <a:lnTo>
                    <a:pt x="625769" y="338393"/>
                  </a:lnTo>
                  <a:lnTo>
                    <a:pt x="623305" y="338393"/>
                  </a:lnTo>
                  <a:lnTo>
                    <a:pt x="620841" y="338393"/>
                  </a:lnTo>
                  <a:lnTo>
                    <a:pt x="618378" y="338393"/>
                  </a:lnTo>
                  <a:lnTo>
                    <a:pt x="615914" y="338393"/>
                  </a:lnTo>
                  <a:lnTo>
                    <a:pt x="613450" y="338393"/>
                  </a:lnTo>
                  <a:lnTo>
                    <a:pt x="610987" y="338393"/>
                  </a:lnTo>
                  <a:lnTo>
                    <a:pt x="608523" y="338393"/>
                  </a:lnTo>
                  <a:lnTo>
                    <a:pt x="606059" y="338393"/>
                  </a:lnTo>
                  <a:lnTo>
                    <a:pt x="603596" y="338393"/>
                  </a:lnTo>
                  <a:lnTo>
                    <a:pt x="601132" y="338393"/>
                  </a:lnTo>
                  <a:lnTo>
                    <a:pt x="598668" y="338393"/>
                  </a:lnTo>
                  <a:lnTo>
                    <a:pt x="596205" y="338393"/>
                  </a:lnTo>
                  <a:lnTo>
                    <a:pt x="593741" y="338393"/>
                  </a:lnTo>
                  <a:lnTo>
                    <a:pt x="591277" y="338393"/>
                  </a:lnTo>
                  <a:lnTo>
                    <a:pt x="588814" y="338393"/>
                  </a:lnTo>
                  <a:lnTo>
                    <a:pt x="586350" y="338393"/>
                  </a:lnTo>
                  <a:lnTo>
                    <a:pt x="583886" y="338393"/>
                  </a:lnTo>
                  <a:lnTo>
                    <a:pt x="581423" y="338393"/>
                  </a:lnTo>
                  <a:lnTo>
                    <a:pt x="578959" y="338393"/>
                  </a:lnTo>
                  <a:lnTo>
                    <a:pt x="576495" y="338393"/>
                  </a:lnTo>
                  <a:lnTo>
                    <a:pt x="574032" y="338393"/>
                  </a:lnTo>
                  <a:lnTo>
                    <a:pt x="571568" y="338393"/>
                  </a:lnTo>
                  <a:lnTo>
                    <a:pt x="569104" y="338393"/>
                  </a:lnTo>
                  <a:lnTo>
                    <a:pt x="566641" y="338393"/>
                  </a:lnTo>
                  <a:lnTo>
                    <a:pt x="564177" y="338393"/>
                  </a:lnTo>
                  <a:lnTo>
                    <a:pt x="561713" y="338393"/>
                  </a:lnTo>
                  <a:lnTo>
                    <a:pt x="559250" y="338393"/>
                  </a:lnTo>
                  <a:lnTo>
                    <a:pt x="556786" y="338393"/>
                  </a:lnTo>
                  <a:lnTo>
                    <a:pt x="554322" y="338393"/>
                  </a:lnTo>
                  <a:lnTo>
                    <a:pt x="551859" y="338393"/>
                  </a:lnTo>
                  <a:lnTo>
                    <a:pt x="549395" y="338393"/>
                  </a:lnTo>
                  <a:lnTo>
                    <a:pt x="546931" y="338393"/>
                  </a:lnTo>
                  <a:lnTo>
                    <a:pt x="544468" y="338393"/>
                  </a:lnTo>
                  <a:lnTo>
                    <a:pt x="542004" y="338393"/>
                  </a:lnTo>
                  <a:lnTo>
                    <a:pt x="539541" y="338393"/>
                  </a:lnTo>
                  <a:lnTo>
                    <a:pt x="537077" y="338393"/>
                  </a:lnTo>
                  <a:lnTo>
                    <a:pt x="534613" y="338393"/>
                  </a:lnTo>
                  <a:lnTo>
                    <a:pt x="532150" y="338393"/>
                  </a:lnTo>
                  <a:lnTo>
                    <a:pt x="529686" y="338393"/>
                  </a:lnTo>
                  <a:lnTo>
                    <a:pt x="527222" y="338393"/>
                  </a:lnTo>
                  <a:lnTo>
                    <a:pt x="524759" y="338393"/>
                  </a:lnTo>
                  <a:lnTo>
                    <a:pt x="522295" y="338393"/>
                  </a:lnTo>
                  <a:lnTo>
                    <a:pt x="519831" y="338393"/>
                  </a:lnTo>
                  <a:lnTo>
                    <a:pt x="517368" y="338393"/>
                  </a:lnTo>
                  <a:lnTo>
                    <a:pt x="514904" y="338393"/>
                  </a:lnTo>
                  <a:lnTo>
                    <a:pt x="512440" y="338393"/>
                  </a:lnTo>
                  <a:lnTo>
                    <a:pt x="509977" y="338393"/>
                  </a:lnTo>
                  <a:lnTo>
                    <a:pt x="507513" y="338393"/>
                  </a:lnTo>
                  <a:lnTo>
                    <a:pt x="505049" y="338393"/>
                  </a:lnTo>
                  <a:lnTo>
                    <a:pt x="502586" y="338393"/>
                  </a:lnTo>
                  <a:lnTo>
                    <a:pt x="500122" y="338393"/>
                  </a:lnTo>
                  <a:lnTo>
                    <a:pt x="497658" y="338393"/>
                  </a:lnTo>
                  <a:lnTo>
                    <a:pt x="495195" y="338393"/>
                  </a:lnTo>
                  <a:lnTo>
                    <a:pt x="492731" y="338393"/>
                  </a:lnTo>
                  <a:lnTo>
                    <a:pt x="490267" y="338393"/>
                  </a:lnTo>
                  <a:lnTo>
                    <a:pt x="487804" y="338393"/>
                  </a:lnTo>
                  <a:lnTo>
                    <a:pt x="485340" y="338393"/>
                  </a:lnTo>
                  <a:lnTo>
                    <a:pt x="482876" y="338393"/>
                  </a:lnTo>
                  <a:lnTo>
                    <a:pt x="480413" y="338393"/>
                  </a:lnTo>
                  <a:lnTo>
                    <a:pt x="477949" y="338393"/>
                  </a:lnTo>
                  <a:lnTo>
                    <a:pt x="475485" y="338393"/>
                  </a:lnTo>
                  <a:lnTo>
                    <a:pt x="473022" y="338393"/>
                  </a:lnTo>
                  <a:lnTo>
                    <a:pt x="470558" y="338393"/>
                  </a:lnTo>
                  <a:lnTo>
                    <a:pt x="468094" y="338393"/>
                  </a:lnTo>
                  <a:lnTo>
                    <a:pt x="465631" y="338393"/>
                  </a:lnTo>
                  <a:lnTo>
                    <a:pt x="463167" y="338393"/>
                  </a:lnTo>
                  <a:lnTo>
                    <a:pt x="460703" y="338393"/>
                  </a:lnTo>
                  <a:lnTo>
                    <a:pt x="458240" y="338393"/>
                  </a:lnTo>
                  <a:lnTo>
                    <a:pt x="455776" y="338393"/>
                  </a:lnTo>
                  <a:lnTo>
                    <a:pt x="453312" y="338393"/>
                  </a:lnTo>
                  <a:lnTo>
                    <a:pt x="450849" y="338393"/>
                  </a:lnTo>
                  <a:lnTo>
                    <a:pt x="448385" y="338393"/>
                  </a:lnTo>
                  <a:lnTo>
                    <a:pt x="445922" y="338393"/>
                  </a:lnTo>
                  <a:lnTo>
                    <a:pt x="443458" y="338393"/>
                  </a:lnTo>
                  <a:lnTo>
                    <a:pt x="440994" y="338393"/>
                  </a:lnTo>
                  <a:lnTo>
                    <a:pt x="438531" y="338393"/>
                  </a:lnTo>
                  <a:lnTo>
                    <a:pt x="436067" y="338393"/>
                  </a:lnTo>
                  <a:lnTo>
                    <a:pt x="433603" y="338393"/>
                  </a:lnTo>
                  <a:lnTo>
                    <a:pt x="431140" y="338393"/>
                  </a:lnTo>
                  <a:lnTo>
                    <a:pt x="428676" y="338393"/>
                  </a:lnTo>
                  <a:lnTo>
                    <a:pt x="426212" y="338393"/>
                  </a:lnTo>
                  <a:lnTo>
                    <a:pt x="423749" y="338393"/>
                  </a:lnTo>
                  <a:lnTo>
                    <a:pt x="421285" y="338393"/>
                  </a:lnTo>
                  <a:lnTo>
                    <a:pt x="418821" y="338393"/>
                  </a:lnTo>
                  <a:lnTo>
                    <a:pt x="416358" y="338393"/>
                  </a:lnTo>
                  <a:lnTo>
                    <a:pt x="413894" y="338393"/>
                  </a:lnTo>
                  <a:lnTo>
                    <a:pt x="411430" y="338393"/>
                  </a:lnTo>
                  <a:lnTo>
                    <a:pt x="408967" y="338393"/>
                  </a:lnTo>
                  <a:lnTo>
                    <a:pt x="406503" y="338393"/>
                  </a:lnTo>
                  <a:lnTo>
                    <a:pt x="404039" y="338393"/>
                  </a:lnTo>
                  <a:lnTo>
                    <a:pt x="401576" y="338393"/>
                  </a:lnTo>
                  <a:lnTo>
                    <a:pt x="399112" y="338393"/>
                  </a:lnTo>
                  <a:lnTo>
                    <a:pt x="396648" y="338393"/>
                  </a:lnTo>
                  <a:lnTo>
                    <a:pt x="394185" y="338393"/>
                  </a:lnTo>
                  <a:lnTo>
                    <a:pt x="391721" y="338393"/>
                  </a:lnTo>
                  <a:lnTo>
                    <a:pt x="389257" y="338393"/>
                  </a:lnTo>
                  <a:lnTo>
                    <a:pt x="386794" y="338393"/>
                  </a:lnTo>
                  <a:lnTo>
                    <a:pt x="384330" y="338393"/>
                  </a:lnTo>
                  <a:lnTo>
                    <a:pt x="381866" y="338393"/>
                  </a:lnTo>
                  <a:lnTo>
                    <a:pt x="379403" y="338393"/>
                  </a:lnTo>
                  <a:lnTo>
                    <a:pt x="376939" y="338393"/>
                  </a:lnTo>
                  <a:lnTo>
                    <a:pt x="374475" y="338393"/>
                  </a:lnTo>
                  <a:lnTo>
                    <a:pt x="372012" y="338393"/>
                  </a:lnTo>
                  <a:lnTo>
                    <a:pt x="369548" y="338393"/>
                  </a:lnTo>
                  <a:lnTo>
                    <a:pt x="367084" y="338393"/>
                  </a:lnTo>
                  <a:lnTo>
                    <a:pt x="364621" y="338393"/>
                  </a:lnTo>
                  <a:lnTo>
                    <a:pt x="362157" y="338393"/>
                  </a:lnTo>
                  <a:lnTo>
                    <a:pt x="359694" y="338393"/>
                  </a:lnTo>
                  <a:lnTo>
                    <a:pt x="357230" y="338393"/>
                  </a:lnTo>
                  <a:lnTo>
                    <a:pt x="354766" y="338393"/>
                  </a:lnTo>
                  <a:lnTo>
                    <a:pt x="352303" y="338393"/>
                  </a:lnTo>
                  <a:lnTo>
                    <a:pt x="349839" y="338393"/>
                  </a:lnTo>
                  <a:lnTo>
                    <a:pt x="347375" y="338393"/>
                  </a:lnTo>
                  <a:lnTo>
                    <a:pt x="344912" y="338393"/>
                  </a:lnTo>
                  <a:lnTo>
                    <a:pt x="342448" y="338393"/>
                  </a:lnTo>
                  <a:lnTo>
                    <a:pt x="339984" y="338393"/>
                  </a:lnTo>
                  <a:lnTo>
                    <a:pt x="337521" y="338393"/>
                  </a:lnTo>
                  <a:lnTo>
                    <a:pt x="335057" y="338393"/>
                  </a:lnTo>
                  <a:lnTo>
                    <a:pt x="332593" y="338393"/>
                  </a:lnTo>
                  <a:lnTo>
                    <a:pt x="330130" y="338393"/>
                  </a:lnTo>
                  <a:lnTo>
                    <a:pt x="327666" y="338393"/>
                  </a:lnTo>
                  <a:lnTo>
                    <a:pt x="325202" y="338393"/>
                  </a:lnTo>
                  <a:lnTo>
                    <a:pt x="322739" y="338393"/>
                  </a:lnTo>
                  <a:lnTo>
                    <a:pt x="320275" y="338393"/>
                  </a:lnTo>
                  <a:lnTo>
                    <a:pt x="317811" y="338393"/>
                  </a:lnTo>
                  <a:lnTo>
                    <a:pt x="315348" y="338393"/>
                  </a:lnTo>
                  <a:lnTo>
                    <a:pt x="312884" y="338393"/>
                  </a:lnTo>
                  <a:lnTo>
                    <a:pt x="310420" y="338393"/>
                  </a:lnTo>
                  <a:lnTo>
                    <a:pt x="307957" y="338393"/>
                  </a:lnTo>
                  <a:lnTo>
                    <a:pt x="305493" y="338393"/>
                  </a:lnTo>
                  <a:lnTo>
                    <a:pt x="303029" y="338393"/>
                  </a:lnTo>
                  <a:lnTo>
                    <a:pt x="300566" y="338393"/>
                  </a:lnTo>
                  <a:lnTo>
                    <a:pt x="298102" y="338393"/>
                  </a:lnTo>
                  <a:lnTo>
                    <a:pt x="295638" y="338393"/>
                  </a:lnTo>
                  <a:lnTo>
                    <a:pt x="293175" y="338393"/>
                  </a:lnTo>
                  <a:lnTo>
                    <a:pt x="290711" y="338393"/>
                  </a:lnTo>
                  <a:lnTo>
                    <a:pt x="288247" y="338393"/>
                  </a:lnTo>
                  <a:lnTo>
                    <a:pt x="285784" y="338393"/>
                  </a:lnTo>
                  <a:lnTo>
                    <a:pt x="283320" y="338393"/>
                  </a:lnTo>
                  <a:lnTo>
                    <a:pt x="280856" y="338393"/>
                  </a:lnTo>
                  <a:lnTo>
                    <a:pt x="278393" y="338393"/>
                  </a:lnTo>
                  <a:lnTo>
                    <a:pt x="275929" y="338393"/>
                  </a:lnTo>
                  <a:lnTo>
                    <a:pt x="273465" y="338393"/>
                  </a:lnTo>
                  <a:lnTo>
                    <a:pt x="271002" y="338393"/>
                  </a:lnTo>
                  <a:lnTo>
                    <a:pt x="268538" y="338393"/>
                  </a:lnTo>
                  <a:lnTo>
                    <a:pt x="266075" y="338393"/>
                  </a:lnTo>
                  <a:lnTo>
                    <a:pt x="263611" y="338393"/>
                  </a:lnTo>
                  <a:lnTo>
                    <a:pt x="261147" y="338393"/>
                  </a:lnTo>
                  <a:lnTo>
                    <a:pt x="258684" y="338393"/>
                  </a:lnTo>
                  <a:lnTo>
                    <a:pt x="256220" y="338393"/>
                  </a:lnTo>
                  <a:lnTo>
                    <a:pt x="253756" y="338393"/>
                  </a:lnTo>
                  <a:lnTo>
                    <a:pt x="251293" y="338393"/>
                  </a:lnTo>
                  <a:lnTo>
                    <a:pt x="248829" y="338393"/>
                  </a:lnTo>
                  <a:lnTo>
                    <a:pt x="246365" y="338393"/>
                  </a:lnTo>
                  <a:lnTo>
                    <a:pt x="243902" y="338393"/>
                  </a:lnTo>
                  <a:lnTo>
                    <a:pt x="241438" y="338393"/>
                  </a:lnTo>
                  <a:lnTo>
                    <a:pt x="238974" y="338393"/>
                  </a:lnTo>
                  <a:lnTo>
                    <a:pt x="236511" y="338393"/>
                  </a:lnTo>
                  <a:lnTo>
                    <a:pt x="234047" y="338393"/>
                  </a:lnTo>
                  <a:lnTo>
                    <a:pt x="231583" y="338393"/>
                  </a:lnTo>
                  <a:lnTo>
                    <a:pt x="229120" y="338393"/>
                  </a:lnTo>
                  <a:lnTo>
                    <a:pt x="226656" y="338393"/>
                  </a:lnTo>
                  <a:lnTo>
                    <a:pt x="224192" y="338393"/>
                  </a:lnTo>
                  <a:lnTo>
                    <a:pt x="221729" y="338393"/>
                  </a:lnTo>
                  <a:lnTo>
                    <a:pt x="219265" y="338393"/>
                  </a:lnTo>
                  <a:lnTo>
                    <a:pt x="216801" y="338393"/>
                  </a:lnTo>
                  <a:lnTo>
                    <a:pt x="214338" y="338393"/>
                  </a:lnTo>
                  <a:lnTo>
                    <a:pt x="211874" y="338393"/>
                  </a:lnTo>
                  <a:lnTo>
                    <a:pt x="209410" y="338393"/>
                  </a:lnTo>
                  <a:lnTo>
                    <a:pt x="206947" y="338393"/>
                  </a:lnTo>
                  <a:lnTo>
                    <a:pt x="204483" y="338393"/>
                  </a:lnTo>
                  <a:lnTo>
                    <a:pt x="202019" y="338393"/>
                  </a:lnTo>
                  <a:lnTo>
                    <a:pt x="199556" y="338393"/>
                  </a:lnTo>
                  <a:lnTo>
                    <a:pt x="197092" y="338393"/>
                  </a:lnTo>
                  <a:lnTo>
                    <a:pt x="194628" y="338393"/>
                  </a:lnTo>
                  <a:lnTo>
                    <a:pt x="192165" y="338393"/>
                  </a:lnTo>
                  <a:lnTo>
                    <a:pt x="189701" y="338393"/>
                  </a:lnTo>
                  <a:lnTo>
                    <a:pt x="187237" y="338393"/>
                  </a:lnTo>
                  <a:lnTo>
                    <a:pt x="184774" y="338393"/>
                  </a:lnTo>
                  <a:lnTo>
                    <a:pt x="182310" y="338393"/>
                  </a:lnTo>
                  <a:lnTo>
                    <a:pt x="179847" y="338393"/>
                  </a:lnTo>
                  <a:lnTo>
                    <a:pt x="177383" y="338393"/>
                  </a:lnTo>
                  <a:lnTo>
                    <a:pt x="174919" y="338393"/>
                  </a:lnTo>
                  <a:lnTo>
                    <a:pt x="172456" y="338393"/>
                  </a:lnTo>
                  <a:lnTo>
                    <a:pt x="169992" y="338393"/>
                  </a:lnTo>
                  <a:lnTo>
                    <a:pt x="167528" y="338393"/>
                  </a:lnTo>
                  <a:lnTo>
                    <a:pt x="165065" y="338393"/>
                  </a:lnTo>
                  <a:lnTo>
                    <a:pt x="162601" y="338393"/>
                  </a:lnTo>
                  <a:lnTo>
                    <a:pt x="160137" y="338393"/>
                  </a:lnTo>
                  <a:lnTo>
                    <a:pt x="157674" y="338393"/>
                  </a:lnTo>
                  <a:lnTo>
                    <a:pt x="155210" y="338393"/>
                  </a:lnTo>
                  <a:lnTo>
                    <a:pt x="152746" y="338393"/>
                  </a:lnTo>
                  <a:lnTo>
                    <a:pt x="150283" y="338393"/>
                  </a:lnTo>
                  <a:lnTo>
                    <a:pt x="147819" y="338393"/>
                  </a:lnTo>
                  <a:lnTo>
                    <a:pt x="145355" y="338393"/>
                  </a:lnTo>
                  <a:lnTo>
                    <a:pt x="142892" y="338393"/>
                  </a:lnTo>
                  <a:lnTo>
                    <a:pt x="140428" y="338393"/>
                  </a:lnTo>
                  <a:lnTo>
                    <a:pt x="137964" y="338393"/>
                  </a:lnTo>
                  <a:lnTo>
                    <a:pt x="135501" y="338393"/>
                  </a:lnTo>
                  <a:lnTo>
                    <a:pt x="133037" y="338393"/>
                  </a:lnTo>
                  <a:lnTo>
                    <a:pt x="130573" y="338393"/>
                  </a:lnTo>
                  <a:lnTo>
                    <a:pt x="128110" y="338393"/>
                  </a:lnTo>
                  <a:lnTo>
                    <a:pt x="125646" y="338393"/>
                  </a:lnTo>
                  <a:lnTo>
                    <a:pt x="123182" y="338393"/>
                  </a:lnTo>
                  <a:lnTo>
                    <a:pt x="120719" y="338393"/>
                  </a:lnTo>
                  <a:lnTo>
                    <a:pt x="118255" y="338393"/>
                  </a:lnTo>
                  <a:lnTo>
                    <a:pt x="115791" y="338393"/>
                  </a:lnTo>
                  <a:lnTo>
                    <a:pt x="113328" y="338393"/>
                  </a:lnTo>
                  <a:lnTo>
                    <a:pt x="110864" y="338393"/>
                  </a:lnTo>
                  <a:lnTo>
                    <a:pt x="108400" y="338393"/>
                  </a:lnTo>
                  <a:lnTo>
                    <a:pt x="105937" y="338393"/>
                  </a:lnTo>
                  <a:lnTo>
                    <a:pt x="103473" y="338393"/>
                  </a:lnTo>
                  <a:lnTo>
                    <a:pt x="101009" y="338393"/>
                  </a:lnTo>
                  <a:lnTo>
                    <a:pt x="98546" y="338393"/>
                  </a:lnTo>
                  <a:lnTo>
                    <a:pt x="96082" y="338393"/>
                  </a:lnTo>
                  <a:lnTo>
                    <a:pt x="93618" y="338393"/>
                  </a:lnTo>
                  <a:lnTo>
                    <a:pt x="91155" y="338393"/>
                  </a:lnTo>
                  <a:lnTo>
                    <a:pt x="88691" y="338393"/>
                  </a:lnTo>
                  <a:lnTo>
                    <a:pt x="86228" y="338393"/>
                  </a:lnTo>
                  <a:lnTo>
                    <a:pt x="83764" y="338393"/>
                  </a:lnTo>
                  <a:lnTo>
                    <a:pt x="81300" y="338393"/>
                  </a:lnTo>
                  <a:lnTo>
                    <a:pt x="78837" y="338393"/>
                  </a:lnTo>
                  <a:lnTo>
                    <a:pt x="76373" y="338393"/>
                  </a:lnTo>
                  <a:lnTo>
                    <a:pt x="73909" y="338393"/>
                  </a:lnTo>
                  <a:lnTo>
                    <a:pt x="71446" y="338393"/>
                  </a:lnTo>
                  <a:lnTo>
                    <a:pt x="68982" y="338393"/>
                  </a:lnTo>
                  <a:lnTo>
                    <a:pt x="66518" y="338393"/>
                  </a:lnTo>
                  <a:lnTo>
                    <a:pt x="64055" y="338393"/>
                  </a:lnTo>
                  <a:lnTo>
                    <a:pt x="61591" y="338393"/>
                  </a:lnTo>
                  <a:lnTo>
                    <a:pt x="59127" y="338393"/>
                  </a:lnTo>
                  <a:lnTo>
                    <a:pt x="56664" y="338393"/>
                  </a:lnTo>
                  <a:lnTo>
                    <a:pt x="54200" y="338393"/>
                  </a:lnTo>
                  <a:lnTo>
                    <a:pt x="51736" y="338393"/>
                  </a:lnTo>
                  <a:lnTo>
                    <a:pt x="49273" y="338393"/>
                  </a:lnTo>
                  <a:lnTo>
                    <a:pt x="46809" y="338393"/>
                  </a:lnTo>
                  <a:lnTo>
                    <a:pt x="44345" y="338393"/>
                  </a:lnTo>
                  <a:lnTo>
                    <a:pt x="41882" y="338393"/>
                  </a:lnTo>
                  <a:lnTo>
                    <a:pt x="39418" y="338393"/>
                  </a:lnTo>
                  <a:lnTo>
                    <a:pt x="36954" y="338393"/>
                  </a:lnTo>
                  <a:lnTo>
                    <a:pt x="34491" y="338393"/>
                  </a:lnTo>
                  <a:lnTo>
                    <a:pt x="32027" y="338393"/>
                  </a:lnTo>
                  <a:lnTo>
                    <a:pt x="29563" y="338393"/>
                  </a:lnTo>
                  <a:lnTo>
                    <a:pt x="27100" y="338393"/>
                  </a:lnTo>
                  <a:lnTo>
                    <a:pt x="24636" y="338393"/>
                  </a:lnTo>
                  <a:lnTo>
                    <a:pt x="22172" y="338393"/>
                  </a:lnTo>
                  <a:lnTo>
                    <a:pt x="19709" y="338393"/>
                  </a:lnTo>
                  <a:lnTo>
                    <a:pt x="17245" y="338393"/>
                  </a:lnTo>
                  <a:lnTo>
                    <a:pt x="14781" y="338393"/>
                  </a:lnTo>
                  <a:lnTo>
                    <a:pt x="12318" y="338393"/>
                  </a:lnTo>
                  <a:lnTo>
                    <a:pt x="9854" y="338393"/>
                  </a:lnTo>
                  <a:lnTo>
                    <a:pt x="7390" y="338393"/>
                  </a:lnTo>
                  <a:lnTo>
                    <a:pt x="4927" y="338393"/>
                  </a:lnTo>
                  <a:lnTo>
                    <a:pt x="2463" y="33839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957616" y="1787393"/>
              <a:ext cx="1258929" cy="338393"/>
            </a:xfrm>
            <a:custGeom>
              <a:avLst/>
              <a:pathLst>
                <a:path w="1258929" h="338393">
                  <a:moveTo>
                    <a:pt x="0" y="338383"/>
                  </a:moveTo>
                  <a:lnTo>
                    <a:pt x="2463" y="338381"/>
                  </a:lnTo>
                  <a:lnTo>
                    <a:pt x="4927" y="338380"/>
                  </a:lnTo>
                  <a:lnTo>
                    <a:pt x="7390" y="338378"/>
                  </a:lnTo>
                  <a:lnTo>
                    <a:pt x="9854" y="338376"/>
                  </a:lnTo>
                  <a:lnTo>
                    <a:pt x="12318" y="338374"/>
                  </a:lnTo>
                  <a:lnTo>
                    <a:pt x="14781" y="338371"/>
                  </a:lnTo>
                  <a:lnTo>
                    <a:pt x="17245" y="338369"/>
                  </a:lnTo>
                  <a:lnTo>
                    <a:pt x="19709" y="338366"/>
                  </a:lnTo>
                  <a:lnTo>
                    <a:pt x="22172" y="338362"/>
                  </a:lnTo>
                  <a:lnTo>
                    <a:pt x="24636" y="338359"/>
                  </a:lnTo>
                  <a:lnTo>
                    <a:pt x="27100" y="338355"/>
                  </a:lnTo>
                  <a:lnTo>
                    <a:pt x="29563" y="338351"/>
                  </a:lnTo>
                  <a:lnTo>
                    <a:pt x="32027" y="338346"/>
                  </a:lnTo>
                  <a:lnTo>
                    <a:pt x="34491" y="338340"/>
                  </a:lnTo>
                  <a:lnTo>
                    <a:pt x="36954" y="338335"/>
                  </a:lnTo>
                  <a:lnTo>
                    <a:pt x="39418" y="338328"/>
                  </a:lnTo>
                  <a:lnTo>
                    <a:pt x="41882" y="338322"/>
                  </a:lnTo>
                  <a:lnTo>
                    <a:pt x="44345" y="338314"/>
                  </a:lnTo>
                  <a:lnTo>
                    <a:pt x="46809" y="338306"/>
                  </a:lnTo>
                  <a:lnTo>
                    <a:pt x="49273" y="338297"/>
                  </a:lnTo>
                  <a:lnTo>
                    <a:pt x="51736" y="338287"/>
                  </a:lnTo>
                  <a:lnTo>
                    <a:pt x="54200" y="338277"/>
                  </a:lnTo>
                  <a:lnTo>
                    <a:pt x="56664" y="338265"/>
                  </a:lnTo>
                  <a:lnTo>
                    <a:pt x="59127" y="338253"/>
                  </a:lnTo>
                  <a:lnTo>
                    <a:pt x="61591" y="338240"/>
                  </a:lnTo>
                  <a:lnTo>
                    <a:pt x="64055" y="338225"/>
                  </a:lnTo>
                  <a:lnTo>
                    <a:pt x="66518" y="338210"/>
                  </a:lnTo>
                  <a:lnTo>
                    <a:pt x="68982" y="338194"/>
                  </a:lnTo>
                  <a:lnTo>
                    <a:pt x="71446" y="338175"/>
                  </a:lnTo>
                  <a:lnTo>
                    <a:pt x="73909" y="338156"/>
                  </a:lnTo>
                  <a:lnTo>
                    <a:pt x="76373" y="338135"/>
                  </a:lnTo>
                  <a:lnTo>
                    <a:pt x="78837" y="338113"/>
                  </a:lnTo>
                  <a:lnTo>
                    <a:pt x="81300" y="338089"/>
                  </a:lnTo>
                  <a:lnTo>
                    <a:pt x="83764" y="338063"/>
                  </a:lnTo>
                  <a:lnTo>
                    <a:pt x="86228" y="338036"/>
                  </a:lnTo>
                  <a:lnTo>
                    <a:pt x="88691" y="338007"/>
                  </a:lnTo>
                  <a:lnTo>
                    <a:pt x="91155" y="337975"/>
                  </a:lnTo>
                  <a:lnTo>
                    <a:pt x="93618" y="337941"/>
                  </a:lnTo>
                  <a:lnTo>
                    <a:pt x="96082" y="337905"/>
                  </a:lnTo>
                  <a:lnTo>
                    <a:pt x="98546" y="337866"/>
                  </a:lnTo>
                  <a:lnTo>
                    <a:pt x="101009" y="337825"/>
                  </a:lnTo>
                  <a:lnTo>
                    <a:pt x="103473" y="337781"/>
                  </a:lnTo>
                  <a:lnTo>
                    <a:pt x="105937" y="337733"/>
                  </a:lnTo>
                  <a:lnTo>
                    <a:pt x="108400" y="337682"/>
                  </a:lnTo>
                  <a:lnTo>
                    <a:pt x="110864" y="337628"/>
                  </a:lnTo>
                  <a:lnTo>
                    <a:pt x="113328" y="337571"/>
                  </a:lnTo>
                  <a:lnTo>
                    <a:pt x="115791" y="337509"/>
                  </a:lnTo>
                  <a:lnTo>
                    <a:pt x="118255" y="337442"/>
                  </a:lnTo>
                  <a:lnTo>
                    <a:pt x="120719" y="337372"/>
                  </a:lnTo>
                  <a:lnTo>
                    <a:pt x="123182" y="337297"/>
                  </a:lnTo>
                  <a:lnTo>
                    <a:pt x="125646" y="337215"/>
                  </a:lnTo>
                  <a:lnTo>
                    <a:pt x="128110" y="337128"/>
                  </a:lnTo>
                  <a:lnTo>
                    <a:pt x="130573" y="337037"/>
                  </a:lnTo>
                  <a:lnTo>
                    <a:pt x="133037" y="336938"/>
                  </a:lnTo>
                  <a:lnTo>
                    <a:pt x="135501" y="336832"/>
                  </a:lnTo>
                  <a:lnTo>
                    <a:pt x="137964" y="336719"/>
                  </a:lnTo>
                  <a:lnTo>
                    <a:pt x="140428" y="336599"/>
                  </a:lnTo>
                  <a:lnTo>
                    <a:pt x="142892" y="336470"/>
                  </a:lnTo>
                  <a:lnTo>
                    <a:pt x="145355" y="336332"/>
                  </a:lnTo>
                  <a:lnTo>
                    <a:pt x="147819" y="336185"/>
                  </a:lnTo>
                  <a:lnTo>
                    <a:pt x="150283" y="336030"/>
                  </a:lnTo>
                  <a:lnTo>
                    <a:pt x="152746" y="335861"/>
                  </a:lnTo>
                  <a:lnTo>
                    <a:pt x="155210" y="335682"/>
                  </a:lnTo>
                  <a:lnTo>
                    <a:pt x="157674" y="335493"/>
                  </a:lnTo>
                  <a:lnTo>
                    <a:pt x="160137" y="335291"/>
                  </a:lnTo>
                  <a:lnTo>
                    <a:pt x="162601" y="335074"/>
                  </a:lnTo>
                  <a:lnTo>
                    <a:pt x="165065" y="334844"/>
                  </a:lnTo>
                  <a:lnTo>
                    <a:pt x="167528" y="334602"/>
                  </a:lnTo>
                  <a:lnTo>
                    <a:pt x="169992" y="334342"/>
                  </a:lnTo>
                  <a:lnTo>
                    <a:pt x="172456" y="334066"/>
                  </a:lnTo>
                  <a:lnTo>
                    <a:pt x="174919" y="333775"/>
                  </a:lnTo>
                  <a:lnTo>
                    <a:pt x="177383" y="333469"/>
                  </a:lnTo>
                  <a:lnTo>
                    <a:pt x="179847" y="333139"/>
                  </a:lnTo>
                  <a:lnTo>
                    <a:pt x="182310" y="332792"/>
                  </a:lnTo>
                  <a:lnTo>
                    <a:pt x="184774" y="332429"/>
                  </a:lnTo>
                  <a:lnTo>
                    <a:pt x="187237" y="332045"/>
                  </a:lnTo>
                  <a:lnTo>
                    <a:pt x="189701" y="331636"/>
                  </a:lnTo>
                  <a:lnTo>
                    <a:pt x="192165" y="331209"/>
                  </a:lnTo>
                  <a:lnTo>
                    <a:pt x="194628" y="330762"/>
                  </a:lnTo>
                  <a:lnTo>
                    <a:pt x="197092" y="330289"/>
                  </a:lnTo>
                  <a:lnTo>
                    <a:pt x="199556" y="329792"/>
                  </a:lnTo>
                  <a:lnTo>
                    <a:pt x="202019" y="329274"/>
                  </a:lnTo>
                  <a:lnTo>
                    <a:pt x="204483" y="328735"/>
                  </a:lnTo>
                  <a:lnTo>
                    <a:pt x="206947" y="328164"/>
                  </a:lnTo>
                  <a:lnTo>
                    <a:pt x="209410" y="327570"/>
                  </a:lnTo>
                  <a:lnTo>
                    <a:pt x="211874" y="326955"/>
                  </a:lnTo>
                  <a:lnTo>
                    <a:pt x="214338" y="326314"/>
                  </a:lnTo>
                  <a:lnTo>
                    <a:pt x="216801" y="325642"/>
                  </a:lnTo>
                  <a:lnTo>
                    <a:pt x="219265" y="324948"/>
                  </a:lnTo>
                  <a:lnTo>
                    <a:pt x="221729" y="324232"/>
                  </a:lnTo>
                  <a:lnTo>
                    <a:pt x="224192" y="323486"/>
                  </a:lnTo>
                  <a:lnTo>
                    <a:pt x="226656" y="322713"/>
                  </a:lnTo>
                  <a:lnTo>
                    <a:pt x="229120" y="321918"/>
                  </a:lnTo>
                  <a:lnTo>
                    <a:pt x="231583" y="321101"/>
                  </a:lnTo>
                  <a:lnTo>
                    <a:pt x="234047" y="320250"/>
                  </a:lnTo>
                  <a:lnTo>
                    <a:pt x="236511" y="319378"/>
                  </a:lnTo>
                  <a:lnTo>
                    <a:pt x="238974" y="318486"/>
                  </a:lnTo>
                  <a:lnTo>
                    <a:pt x="241438" y="317569"/>
                  </a:lnTo>
                  <a:lnTo>
                    <a:pt x="243902" y="316624"/>
                  </a:lnTo>
                  <a:lnTo>
                    <a:pt x="246365" y="315660"/>
                  </a:lnTo>
                  <a:lnTo>
                    <a:pt x="248829" y="314677"/>
                  </a:lnTo>
                  <a:lnTo>
                    <a:pt x="251293" y="313669"/>
                  </a:lnTo>
                  <a:lnTo>
                    <a:pt x="253756" y="312640"/>
                  </a:lnTo>
                  <a:lnTo>
                    <a:pt x="256220" y="311593"/>
                  </a:lnTo>
                  <a:lnTo>
                    <a:pt x="258684" y="310531"/>
                  </a:lnTo>
                  <a:lnTo>
                    <a:pt x="261147" y="309444"/>
                  </a:lnTo>
                  <a:lnTo>
                    <a:pt x="263611" y="308342"/>
                  </a:lnTo>
                  <a:lnTo>
                    <a:pt x="266075" y="307227"/>
                  </a:lnTo>
                  <a:lnTo>
                    <a:pt x="268538" y="306096"/>
                  </a:lnTo>
                  <a:lnTo>
                    <a:pt x="271002" y="304947"/>
                  </a:lnTo>
                  <a:lnTo>
                    <a:pt x="273465" y="303787"/>
                  </a:lnTo>
                  <a:lnTo>
                    <a:pt x="275929" y="302615"/>
                  </a:lnTo>
                  <a:lnTo>
                    <a:pt x="278393" y="301430"/>
                  </a:lnTo>
                  <a:lnTo>
                    <a:pt x="280856" y="300234"/>
                  </a:lnTo>
                  <a:lnTo>
                    <a:pt x="283320" y="299030"/>
                  </a:lnTo>
                  <a:lnTo>
                    <a:pt x="285784" y="297817"/>
                  </a:lnTo>
                  <a:lnTo>
                    <a:pt x="288247" y="296593"/>
                  </a:lnTo>
                  <a:lnTo>
                    <a:pt x="290711" y="295363"/>
                  </a:lnTo>
                  <a:lnTo>
                    <a:pt x="293175" y="294127"/>
                  </a:lnTo>
                  <a:lnTo>
                    <a:pt x="295638" y="292884"/>
                  </a:lnTo>
                  <a:lnTo>
                    <a:pt x="298102" y="291635"/>
                  </a:lnTo>
                  <a:lnTo>
                    <a:pt x="300566" y="290382"/>
                  </a:lnTo>
                  <a:lnTo>
                    <a:pt x="303029" y="289125"/>
                  </a:lnTo>
                  <a:lnTo>
                    <a:pt x="305493" y="287864"/>
                  </a:lnTo>
                  <a:lnTo>
                    <a:pt x="307957" y="286599"/>
                  </a:lnTo>
                  <a:lnTo>
                    <a:pt x="310420" y="285331"/>
                  </a:lnTo>
                  <a:lnTo>
                    <a:pt x="312884" y="284061"/>
                  </a:lnTo>
                  <a:lnTo>
                    <a:pt x="315348" y="282788"/>
                  </a:lnTo>
                  <a:lnTo>
                    <a:pt x="317811" y="281513"/>
                  </a:lnTo>
                  <a:lnTo>
                    <a:pt x="320275" y="280236"/>
                  </a:lnTo>
                  <a:lnTo>
                    <a:pt x="322739" y="278958"/>
                  </a:lnTo>
                  <a:lnTo>
                    <a:pt x="325202" y="277677"/>
                  </a:lnTo>
                  <a:lnTo>
                    <a:pt x="327666" y="276394"/>
                  </a:lnTo>
                  <a:lnTo>
                    <a:pt x="330130" y="275109"/>
                  </a:lnTo>
                  <a:lnTo>
                    <a:pt x="332593" y="273822"/>
                  </a:lnTo>
                  <a:lnTo>
                    <a:pt x="335057" y="272533"/>
                  </a:lnTo>
                  <a:lnTo>
                    <a:pt x="337521" y="271241"/>
                  </a:lnTo>
                  <a:lnTo>
                    <a:pt x="339984" y="269947"/>
                  </a:lnTo>
                  <a:lnTo>
                    <a:pt x="342448" y="268649"/>
                  </a:lnTo>
                  <a:lnTo>
                    <a:pt x="344912" y="267348"/>
                  </a:lnTo>
                  <a:lnTo>
                    <a:pt x="347375" y="266044"/>
                  </a:lnTo>
                  <a:lnTo>
                    <a:pt x="349839" y="264735"/>
                  </a:lnTo>
                  <a:lnTo>
                    <a:pt x="352303" y="263420"/>
                  </a:lnTo>
                  <a:lnTo>
                    <a:pt x="354766" y="262101"/>
                  </a:lnTo>
                  <a:lnTo>
                    <a:pt x="357230" y="260777"/>
                  </a:lnTo>
                  <a:lnTo>
                    <a:pt x="359694" y="259446"/>
                  </a:lnTo>
                  <a:lnTo>
                    <a:pt x="362157" y="258107"/>
                  </a:lnTo>
                  <a:lnTo>
                    <a:pt x="364621" y="256762"/>
                  </a:lnTo>
                  <a:lnTo>
                    <a:pt x="367084" y="255410"/>
                  </a:lnTo>
                  <a:lnTo>
                    <a:pt x="369548" y="254046"/>
                  </a:lnTo>
                  <a:lnTo>
                    <a:pt x="372012" y="252673"/>
                  </a:lnTo>
                  <a:lnTo>
                    <a:pt x="374475" y="251292"/>
                  </a:lnTo>
                  <a:lnTo>
                    <a:pt x="376939" y="249901"/>
                  </a:lnTo>
                  <a:lnTo>
                    <a:pt x="379403" y="248495"/>
                  </a:lnTo>
                  <a:lnTo>
                    <a:pt x="381866" y="247078"/>
                  </a:lnTo>
                  <a:lnTo>
                    <a:pt x="384330" y="245650"/>
                  </a:lnTo>
                  <a:lnTo>
                    <a:pt x="386794" y="244207"/>
                  </a:lnTo>
                  <a:lnTo>
                    <a:pt x="389257" y="242748"/>
                  </a:lnTo>
                  <a:lnTo>
                    <a:pt x="391721" y="241275"/>
                  </a:lnTo>
                  <a:lnTo>
                    <a:pt x="394185" y="239790"/>
                  </a:lnTo>
                  <a:lnTo>
                    <a:pt x="396648" y="238282"/>
                  </a:lnTo>
                  <a:lnTo>
                    <a:pt x="399112" y="236758"/>
                  </a:lnTo>
                  <a:lnTo>
                    <a:pt x="401576" y="235218"/>
                  </a:lnTo>
                  <a:lnTo>
                    <a:pt x="404039" y="233660"/>
                  </a:lnTo>
                  <a:lnTo>
                    <a:pt x="406503" y="232076"/>
                  </a:lnTo>
                  <a:lnTo>
                    <a:pt x="408967" y="230475"/>
                  </a:lnTo>
                  <a:lnTo>
                    <a:pt x="411430" y="228856"/>
                  </a:lnTo>
                  <a:lnTo>
                    <a:pt x="413894" y="227211"/>
                  </a:lnTo>
                  <a:lnTo>
                    <a:pt x="416358" y="225541"/>
                  </a:lnTo>
                  <a:lnTo>
                    <a:pt x="418821" y="223850"/>
                  </a:lnTo>
                  <a:lnTo>
                    <a:pt x="421285" y="222139"/>
                  </a:lnTo>
                  <a:lnTo>
                    <a:pt x="423749" y="220393"/>
                  </a:lnTo>
                  <a:lnTo>
                    <a:pt x="426212" y="218623"/>
                  </a:lnTo>
                  <a:lnTo>
                    <a:pt x="428676" y="216830"/>
                  </a:lnTo>
                  <a:lnTo>
                    <a:pt x="431140" y="215010"/>
                  </a:lnTo>
                  <a:lnTo>
                    <a:pt x="433603" y="213153"/>
                  </a:lnTo>
                  <a:lnTo>
                    <a:pt x="436067" y="211271"/>
                  </a:lnTo>
                  <a:lnTo>
                    <a:pt x="438531" y="209362"/>
                  </a:lnTo>
                  <a:lnTo>
                    <a:pt x="440994" y="207417"/>
                  </a:lnTo>
                  <a:lnTo>
                    <a:pt x="443458" y="205437"/>
                  </a:lnTo>
                  <a:lnTo>
                    <a:pt x="445922" y="203428"/>
                  </a:lnTo>
                  <a:lnTo>
                    <a:pt x="448385" y="201390"/>
                  </a:lnTo>
                  <a:lnTo>
                    <a:pt x="450849" y="199305"/>
                  </a:lnTo>
                  <a:lnTo>
                    <a:pt x="453312" y="197188"/>
                  </a:lnTo>
                  <a:lnTo>
                    <a:pt x="455776" y="195038"/>
                  </a:lnTo>
                  <a:lnTo>
                    <a:pt x="458240" y="192852"/>
                  </a:lnTo>
                  <a:lnTo>
                    <a:pt x="460703" y="190617"/>
                  </a:lnTo>
                  <a:lnTo>
                    <a:pt x="463167" y="188348"/>
                  </a:lnTo>
                  <a:lnTo>
                    <a:pt x="465631" y="186044"/>
                  </a:lnTo>
                  <a:lnTo>
                    <a:pt x="468094" y="183693"/>
                  </a:lnTo>
                  <a:lnTo>
                    <a:pt x="470558" y="181296"/>
                  </a:lnTo>
                  <a:lnTo>
                    <a:pt x="473022" y="178862"/>
                  </a:lnTo>
                  <a:lnTo>
                    <a:pt x="475485" y="176390"/>
                  </a:lnTo>
                  <a:lnTo>
                    <a:pt x="477949" y="173860"/>
                  </a:lnTo>
                  <a:lnTo>
                    <a:pt x="480413" y="171288"/>
                  </a:lnTo>
                  <a:lnTo>
                    <a:pt x="482876" y="168677"/>
                  </a:lnTo>
                  <a:lnTo>
                    <a:pt x="485340" y="166021"/>
                  </a:lnTo>
                  <a:lnTo>
                    <a:pt x="487804" y="163306"/>
                  </a:lnTo>
                  <a:lnTo>
                    <a:pt x="490267" y="160551"/>
                  </a:lnTo>
                  <a:lnTo>
                    <a:pt x="492731" y="157755"/>
                  </a:lnTo>
                  <a:lnTo>
                    <a:pt x="495195" y="154906"/>
                  </a:lnTo>
                  <a:lnTo>
                    <a:pt x="497658" y="152004"/>
                  </a:lnTo>
                  <a:lnTo>
                    <a:pt x="500122" y="149062"/>
                  </a:lnTo>
                  <a:lnTo>
                    <a:pt x="502586" y="146080"/>
                  </a:lnTo>
                  <a:lnTo>
                    <a:pt x="505049" y="143037"/>
                  </a:lnTo>
                  <a:lnTo>
                    <a:pt x="507513" y="139952"/>
                  </a:lnTo>
                  <a:lnTo>
                    <a:pt x="509977" y="136828"/>
                  </a:lnTo>
                  <a:lnTo>
                    <a:pt x="512440" y="133662"/>
                  </a:lnTo>
                  <a:lnTo>
                    <a:pt x="514904" y="130443"/>
                  </a:lnTo>
                  <a:lnTo>
                    <a:pt x="517368" y="127188"/>
                  </a:lnTo>
                  <a:lnTo>
                    <a:pt x="519831" y="123900"/>
                  </a:lnTo>
                  <a:lnTo>
                    <a:pt x="522295" y="120569"/>
                  </a:lnTo>
                  <a:lnTo>
                    <a:pt x="524759" y="117200"/>
                  </a:lnTo>
                  <a:lnTo>
                    <a:pt x="527222" y="113804"/>
                  </a:lnTo>
                  <a:lnTo>
                    <a:pt x="529686" y="110381"/>
                  </a:lnTo>
                  <a:lnTo>
                    <a:pt x="532150" y="106923"/>
                  </a:lnTo>
                  <a:lnTo>
                    <a:pt x="534613" y="103445"/>
                  </a:lnTo>
                  <a:lnTo>
                    <a:pt x="537077" y="99949"/>
                  </a:lnTo>
                  <a:lnTo>
                    <a:pt x="539541" y="96436"/>
                  </a:lnTo>
                  <a:lnTo>
                    <a:pt x="542004" y="92909"/>
                  </a:lnTo>
                  <a:lnTo>
                    <a:pt x="544468" y="89375"/>
                  </a:lnTo>
                  <a:lnTo>
                    <a:pt x="546931" y="85838"/>
                  </a:lnTo>
                  <a:lnTo>
                    <a:pt x="549395" y="82301"/>
                  </a:lnTo>
                  <a:lnTo>
                    <a:pt x="551859" y="78772"/>
                  </a:lnTo>
                  <a:lnTo>
                    <a:pt x="554322" y="75253"/>
                  </a:lnTo>
                  <a:lnTo>
                    <a:pt x="556786" y="71746"/>
                  </a:lnTo>
                  <a:lnTo>
                    <a:pt x="559250" y="68267"/>
                  </a:lnTo>
                  <a:lnTo>
                    <a:pt x="561713" y="64816"/>
                  </a:lnTo>
                  <a:lnTo>
                    <a:pt x="564177" y="61392"/>
                  </a:lnTo>
                  <a:lnTo>
                    <a:pt x="566641" y="58004"/>
                  </a:lnTo>
                  <a:lnTo>
                    <a:pt x="569104" y="54673"/>
                  </a:lnTo>
                  <a:lnTo>
                    <a:pt x="571568" y="51387"/>
                  </a:lnTo>
                  <a:lnTo>
                    <a:pt x="574032" y="48147"/>
                  </a:lnTo>
                  <a:lnTo>
                    <a:pt x="576495" y="44977"/>
                  </a:lnTo>
                  <a:lnTo>
                    <a:pt x="578959" y="41882"/>
                  </a:lnTo>
                  <a:lnTo>
                    <a:pt x="581423" y="38851"/>
                  </a:lnTo>
                  <a:lnTo>
                    <a:pt x="583886" y="35887"/>
                  </a:lnTo>
                  <a:lnTo>
                    <a:pt x="586350" y="33031"/>
                  </a:lnTo>
                  <a:lnTo>
                    <a:pt x="588814" y="30262"/>
                  </a:lnTo>
                  <a:lnTo>
                    <a:pt x="591277" y="27574"/>
                  </a:lnTo>
                  <a:lnTo>
                    <a:pt x="593741" y="24980"/>
                  </a:lnTo>
                  <a:lnTo>
                    <a:pt x="596205" y="22521"/>
                  </a:lnTo>
                  <a:lnTo>
                    <a:pt x="598668" y="20158"/>
                  </a:lnTo>
                  <a:lnTo>
                    <a:pt x="601132" y="17893"/>
                  </a:lnTo>
                  <a:lnTo>
                    <a:pt x="603596" y="15759"/>
                  </a:lnTo>
                  <a:lnTo>
                    <a:pt x="606059" y="13763"/>
                  </a:lnTo>
                  <a:lnTo>
                    <a:pt x="608523" y="11875"/>
                  </a:lnTo>
                  <a:lnTo>
                    <a:pt x="610987" y="10098"/>
                  </a:lnTo>
                  <a:lnTo>
                    <a:pt x="613450" y="8491"/>
                  </a:lnTo>
                  <a:lnTo>
                    <a:pt x="615914" y="7014"/>
                  </a:lnTo>
                  <a:lnTo>
                    <a:pt x="618378" y="5654"/>
                  </a:lnTo>
                  <a:lnTo>
                    <a:pt x="620841" y="4427"/>
                  </a:lnTo>
                  <a:lnTo>
                    <a:pt x="623305" y="3383"/>
                  </a:lnTo>
                  <a:lnTo>
                    <a:pt x="625769" y="2463"/>
                  </a:lnTo>
                  <a:lnTo>
                    <a:pt x="628232" y="1668"/>
                  </a:lnTo>
                  <a:lnTo>
                    <a:pt x="630696" y="1037"/>
                  </a:lnTo>
                  <a:lnTo>
                    <a:pt x="633159" y="570"/>
                  </a:lnTo>
                  <a:lnTo>
                    <a:pt x="635623" y="231"/>
                  </a:lnTo>
                  <a:lnTo>
                    <a:pt x="638087" y="19"/>
                  </a:lnTo>
                  <a:lnTo>
                    <a:pt x="640550" y="0"/>
                  </a:lnTo>
                  <a:lnTo>
                    <a:pt x="643014" y="120"/>
                  </a:lnTo>
                  <a:lnTo>
                    <a:pt x="645478" y="369"/>
                  </a:lnTo>
                  <a:lnTo>
                    <a:pt x="647941" y="758"/>
                  </a:lnTo>
                  <a:lnTo>
                    <a:pt x="650405" y="1337"/>
                  </a:lnTo>
                  <a:lnTo>
                    <a:pt x="652869" y="2043"/>
                  </a:lnTo>
                  <a:lnTo>
                    <a:pt x="655332" y="2874"/>
                  </a:lnTo>
                  <a:lnTo>
                    <a:pt x="657796" y="3867"/>
                  </a:lnTo>
                  <a:lnTo>
                    <a:pt x="660260" y="5022"/>
                  </a:lnTo>
                  <a:lnTo>
                    <a:pt x="662723" y="6299"/>
                  </a:lnTo>
                  <a:lnTo>
                    <a:pt x="665187" y="7699"/>
                  </a:lnTo>
                  <a:lnTo>
                    <a:pt x="667651" y="9279"/>
                  </a:lnTo>
                  <a:lnTo>
                    <a:pt x="670114" y="10991"/>
                  </a:lnTo>
                  <a:lnTo>
                    <a:pt x="672578" y="12820"/>
                  </a:lnTo>
                  <a:lnTo>
                    <a:pt x="675042" y="14778"/>
                  </a:lnTo>
                  <a:lnTo>
                    <a:pt x="677505" y="16909"/>
                  </a:lnTo>
                  <a:lnTo>
                    <a:pt x="679969" y="19154"/>
                  </a:lnTo>
                  <a:lnTo>
                    <a:pt x="682433" y="21511"/>
                  </a:lnTo>
                  <a:lnTo>
                    <a:pt x="684896" y="24011"/>
                  </a:lnTo>
                  <a:lnTo>
                    <a:pt x="687360" y="26653"/>
                  </a:lnTo>
                  <a:lnTo>
                    <a:pt x="689824" y="29402"/>
                  </a:lnTo>
                  <a:lnTo>
                    <a:pt x="692287" y="32257"/>
                  </a:lnTo>
                  <a:lnTo>
                    <a:pt x="694751" y="35265"/>
                  </a:lnTo>
                  <a:lnTo>
                    <a:pt x="697215" y="38386"/>
                  </a:lnTo>
                  <a:lnTo>
                    <a:pt x="699678" y="41606"/>
                  </a:lnTo>
                  <a:lnTo>
                    <a:pt x="702142" y="44932"/>
                  </a:lnTo>
                  <a:lnTo>
                    <a:pt x="704606" y="48401"/>
                  </a:lnTo>
                  <a:lnTo>
                    <a:pt x="707069" y="51962"/>
                  </a:lnTo>
                  <a:lnTo>
                    <a:pt x="709533" y="55612"/>
                  </a:lnTo>
                  <a:lnTo>
                    <a:pt x="711997" y="59375"/>
                  </a:lnTo>
                  <a:lnTo>
                    <a:pt x="714460" y="63248"/>
                  </a:lnTo>
                  <a:lnTo>
                    <a:pt x="716924" y="67202"/>
                  </a:lnTo>
                  <a:lnTo>
                    <a:pt x="719388" y="71234"/>
                  </a:lnTo>
                  <a:lnTo>
                    <a:pt x="721851" y="75378"/>
                  </a:lnTo>
                  <a:lnTo>
                    <a:pt x="724315" y="79600"/>
                  </a:lnTo>
                  <a:lnTo>
                    <a:pt x="726778" y="83890"/>
                  </a:lnTo>
                  <a:lnTo>
                    <a:pt x="729242" y="88250"/>
                  </a:lnTo>
                  <a:lnTo>
                    <a:pt x="731706" y="92701"/>
                  </a:lnTo>
                  <a:lnTo>
                    <a:pt x="734169" y="97206"/>
                  </a:lnTo>
                  <a:lnTo>
                    <a:pt x="736633" y="101764"/>
                  </a:lnTo>
                  <a:lnTo>
                    <a:pt x="739097" y="106384"/>
                  </a:lnTo>
                  <a:lnTo>
                    <a:pt x="741560" y="111059"/>
                  </a:lnTo>
                  <a:lnTo>
                    <a:pt x="744024" y="115772"/>
                  </a:lnTo>
                  <a:lnTo>
                    <a:pt x="746488" y="120520"/>
                  </a:lnTo>
                  <a:lnTo>
                    <a:pt x="748951" y="125310"/>
                  </a:lnTo>
                  <a:lnTo>
                    <a:pt x="751415" y="130126"/>
                  </a:lnTo>
                  <a:lnTo>
                    <a:pt x="753879" y="134961"/>
                  </a:lnTo>
                  <a:lnTo>
                    <a:pt x="756342" y="139812"/>
                  </a:lnTo>
                  <a:lnTo>
                    <a:pt x="758806" y="144676"/>
                  </a:lnTo>
                  <a:lnTo>
                    <a:pt x="761270" y="149543"/>
                  </a:lnTo>
                  <a:lnTo>
                    <a:pt x="763733" y="154408"/>
                  </a:lnTo>
                  <a:lnTo>
                    <a:pt x="766197" y="159267"/>
                  </a:lnTo>
                  <a:lnTo>
                    <a:pt x="768661" y="164109"/>
                  </a:lnTo>
                  <a:lnTo>
                    <a:pt x="771124" y="168933"/>
                  </a:lnTo>
                  <a:lnTo>
                    <a:pt x="773588" y="173738"/>
                  </a:lnTo>
                  <a:lnTo>
                    <a:pt x="776052" y="178505"/>
                  </a:lnTo>
                  <a:lnTo>
                    <a:pt x="778515" y="183234"/>
                  </a:lnTo>
                  <a:lnTo>
                    <a:pt x="780979" y="187929"/>
                  </a:lnTo>
                  <a:lnTo>
                    <a:pt x="783443" y="192582"/>
                  </a:lnTo>
                  <a:lnTo>
                    <a:pt x="785906" y="197167"/>
                  </a:lnTo>
                  <a:lnTo>
                    <a:pt x="788370" y="201702"/>
                  </a:lnTo>
                  <a:lnTo>
                    <a:pt x="790834" y="206185"/>
                  </a:lnTo>
                  <a:lnTo>
                    <a:pt x="793297" y="210598"/>
                  </a:lnTo>
                  <a:lnTo>
                    <a:pt x="795761" y="214932"/>
                  </a:lnTo>
                  <a:lnTo>
                    <a:pt x="798225" y="219202"/>
                  </a:lnTo>
                  <a:lnTo>
                    <a:pt x="800688" y="223407"/>
                  </a:lnTo>
                  <a:lnTo>
                    <a:pt x="803152" y="227511"/>
                  </a:lnTo>
                  <a:lnTo>
                    <a:pt x="805616" y="231535"/>
                  </a:lnTo>
                  <a:lnTo>
                    <a:pt x="808079" y="235485"/>
                  </a:lnTo>
                  <a:lnTo>
                    <a:pt x="810543" y="239355"/>
                  </a:lnTo>
                  <a:lnTo>
                    <a:pt x="813006" y="243106"/>
                  </a:lnTo>
                  <a:lnTo>
                    <a:pt x="815470" y="246779"/>
                  </a:lnTo>
                  <a:lnTo>
                    <a:pt x="817934" y="250372"/>
                  </a:lnTo>
                  <a:lnTo>
                    <a:pt x="820397" y="253862"/>
                  </a:lnTo>
                  <a:lnTo>
                    <a:pt x="822861" y="257244"/>
                  </a:lnTo>
                  <a:lnTo>
                    <a:pt x="825325" y="260543"/>
                  </a:lnTo>
                  <a:lnTo>
                    <a:pt x="827788" y="263759"/>
                  </a:lnTo>
                  <a:lnTo>
                    <a:pt x="830252" y="266855"/>
                  </a:lnTo>
                  <a:lnTo>
                    <a:pt x="832716" y="269857"/>
                  </a:lnTo>
                  <a:lnTo>
                    <a:pt x="835179" y="272776"/>
                  </a:lnTo>
                  <a:lnTo>
                    <a:pt x="837643" y="275609"/>
                  </a:lnTo>
                  <a:lnTo>
                    <a:pt x="840107" y="278318"/>
                  </a:lnTo>
                  <a:lnTo>
                    <a:pt x="842570" y="280947"/>
                  </a:lnTo>
                  <a:lnTo>
                    <a:pt x="845034" y="283496"/>
                  </a:lnTo>
                  <a:lnTo>
                    <a:pt x="847498" y="285948"/>
                  </a:lnTo>
                  <a:lnTo>
                    <a:pt x="849961" y="288297"/>
                  </a:lnTo>
                  <a:lnTo>
                    <a:pt x="852425" y="290571"/>
                  </a:lnTo>
                  <a:lnTo>
                    <a:pt x="854889" y="292772"/>
                  </a:lnTo>
                  <a:lnTo>
                    <a:pt x="857352" y="294868"/>
                  </a:lnTo>
                  <a:lnTo>
                    <a:pt x="859816" y="296884"/>
                  </a:lnTo>
                  <a:lnTo>
                    <a:pt x="862280" y="298831"/>
                  </a:lnTo>
                  <a:lnTo>
                    <a:pt x="864743" y="300708"/>
                  </a:lnTo>
                  <a:lnTo>
                    <a:pt x="867207" y="302485"/>
                  </a:lnTo>
                  <a:lnTo>
                    <a:pt x="869671" y="304200"/>
                  </a:lnTo>
                  <a:lnTo>
                    <a:pt x="872134" y="305853"/>
                  </a:lnTo>
                  <a:lnTo>
                    <a:pt x="874598" y="307433"/>
                  </a:lnTo>
                  <a:lnTo>
                    <a:pt x="877062" y="308936"/>
                  </a:lnTo>
                  <a:lnTo>
                    <a:pt x="879525" y="310384"/>
                  </a:lnTo>
                  <a:lnTo>
                    <a:pt x="881989" y="311779"/>
                  </a:lnTo>
                  <a:lnTo>
                    <a:pt x="884453" y="313099"/>
                  </a:lnTo>
                  <a:lnTo>
                    <a:pt x="886916" y="314363"/>
                  </a:lnTo>
                  <a:lnTo>
                    <a:pt x="889380" y="315579"/>
                  </a:lnTo>
                  <a:lnTo>
                    <a:pt x="891844" y="316747"/>
                  </a:lnTo>
                  <a:lnTo>
                    <a:pt x="894307" y="317847"/>
                  </a:lnTo>
                  <a:lnTo>
                    <a:pt x="896771" y="318905"/>
                  </a:lnTo>
                  <a:lnTo>
                    <a:pt x="899235" y="319923"/>
                  </a:lnTo>
                  <a:lnTo>
                    <a:pt x="901698" y="320891"/>
                  </a:lnTo>
                  <a:lnTo>
                    <a:pt x="904162" y="321810"/>
                  </a:lnTo>
                  <a:lnTo>
                    <a:pt x="906625" y="322692"/>
                  </a:lnTo>
                  <a:lnTo>
                    <a:pt x="909089" y="323540"/>
                  </a:lnTo>
                  <a:lnTo>
                    <a:pt x="911553" y="324340"/>
                  </a:lnTo>
                  <a:lnTo>
                    <a:pt x="914016" y="325104"/>
                  </a:lnTo>
                  <a:lnTo>
                    <a:pt x="916480" y="325837"/>
                  </a:lnTo>
                  <a:lnTo>
                    <a:pt x="918944" y="326539"/>
                  </a:lnTo>
                  <a:lnTo>
                    <a:pt x="921407" y="327198"/>
                  </a:lnTo>
                  <a:lnTo>
                    <a:pt x="923871" y="327831"/>
                  </a:lnTo>
                  <a:lnTo>
                    <a:pt x="926335" y="328438"/>
                  </a:lnTo>
                  <a:lnTo>
                    <a:pt x="928798" y="329014"/>
                  </a:lnTo>
                  <a:lnTo>
                    <a:pt x="931262" y="329558"/>
                  </a:lnTo>
                  <a:lnTo>
                    <a:pt x="933726" y="330079"/>
                  </a:lnTo>
                  <a:lnTo>
                    <a:pt x="936189" y="330578"/>
                  </a:lnTo>
                  <a:lnTo>
                    <a:pt x="938653" y="331047"/>
                  </a:lnTo>
                  <a:lnTo>
                    <a:pt x="941117" y="331493"/>
                  </a:lnTo>
                  <a:lnTo>
                    <a:pt x="943580" y="331920"/>
                  </a:lnTo>
                  <a:lnTo>
                    <a:pt x="946044" y="332327"/>
                  </a:lnTo>
                  <a:lnTo>
                    <a:pt x="948508" y="332707"/>
                  </a:lnTo>
                  <a:lnTo>
                    <a:pt x="950971" y="333070"/>
                  </a:lnTo>
                  <a:lnTo>
                    <a:pt x="953435" y="333416"/>
                  </a:lnTo>
                  <a:lnTo>
                    <a:pt x="955899" y="333743"/>
                  </a:lnTo>
                  <a:lnTo>
                    <a:pt x="958362" y="334049"/>
                  </a:lnTo>
                  <a:lnTo>
                    <a:pt x="960826" y="334341"/>
                  </a:lnTo>
                  <a:lnTo>
                    <a:pt x="963290" y="334619"/>
                  </a:lnTo>
                  <a:lnTo>
                    <a:pt x="965753" y="334878"/>
                  </a:lnTo>
                  <a:lnTo>
                    <a:pt x="968217" y="335122"/>
                  </a:lnTo>
                  <a:lnTo>
                    <a:pt x="970681" y="335354"/>
                  </a:lnTo>
                  <a:lnTo>
                    <a:pt x="973144" y="335574"/>
                  </a:lnTo>
                  <a:lnTo>
                    <a:pt x="975608" y="335777"/>
                  </a:lnTo>
                  <a:lnTo>
                    <a:pt x="978072" y="335969"/>
                  </a:lnTo>
                  <a:lnTo>
                    <a:pt x="980535" y="336151"/>
                  </a:lnTo>
                  <a:lnTo>
                    <a:pt x="982999" y="336321"/>
                  </a:lnTo>
                  <a:lnTo>
                    <a:pt x="985463" y="336478"/>
                  </a:lnTo>
                  <a:lnTo>
                    <a:pt x="987926" y="336627"/>
                  </a:lnTo>
                  <a:lnTo>
                    <a:pt x="990390" y="336767"/>
                  </a:lnTo>
                  <a:lnTo>
                    <a:pt x="992853" y="336896"/>
                  </a:lnTo>
                  <a:lnTo>
                    <a:pt x="995317" y="337017"/>
                  </a:lnTo>
                  <a:lnTo>
                    <a:pt x="997781" y="337130"/>
                  </a:lnTo>
                  <a:lnTo>
                    <a:pt x="1000244" y="337236"/>
                  </a:lnTo>
                  <a:lnTo>
                    <a:pt x="1002708" y="337332"/>
                  </a:lnTo>
                  <a:lnTo>
                    <a:pt x="1005172" y="337422"/>
                  </a:lnTo>
                  <a:lnTo>
                    <a:pt x="1007635" y="337507"/>
                  </a:lnTo>
                  <a:lnTo>
                    <a:pt x="1010099" y="337584"/>
                  </a:lnTo>
                  <a:lnTo>
                    <a:pt x="1012563" y="337655"/>
                  </a:lnTo>
                  <a:lnTo>
                    <a:pt x="1015026" y="337722"/>
                  </a:lnTo>
                  <a:lnTo>
                    <a:pt x="1017490" y="337783"/>
                  </a:lnTo>
                  <a:lnTo>
                    <a:pt x="1019954" y="337839"/>
                  </a:lnTo>
                  <a:lnTo>
                    <a:pt x="1022417" y="337891"/>
                  </a:lnTo>
                  <a:lnTo>
                    <a:pt x="1024881" y="337938"/>
                  </a:lnTo>
                  <a:lnTo>
                    <a:pt x="1027345" y="337982"/>
                  </a:lnTo>
                  <a:lnTo>
                    <a:pt x="1029808" y="338022"/>
                  </a:lnTo>
                  <a:lnTo>
                    <a:pt x="1032272" y="338058"/>
                  </a:lnTo>
                  <a:lnTo>
                    <a:pt x="1034736" y="338092"/>
                  </a:lnTo>
                  <a:lnTo>
                    <a:pt x="1037199" y="338122"/>
                  </a:lnTo>
                  <a:lnTo>
                    <a:pt x="1039663" y="338149"/>
                  </a:lnTo>
                  <a:lnTo>
                    <a:pt x="1042127" y="338174"/>
                  </a:lnTo>
                  <a:lnTo>
                    <a:pt x="1044590" y="338198"/>
                  </a:lnTo>
                  <a:lnTo>
                    <a:pt x="1047054" y="338218"/>
                  </a:lnTo>
                  <a:lnTo>
                    <a:pt x="1049518" y="338237"/>
                  </a:lnTo>
                  <a:lnTo>
                    <a:pt x="1051981" y="338254"/>
                  </a:lnTo>
                  <a:lnTo>
                    <a:pt x="1054445" y="338269"/>
                  </a:lnTo>
                  <a:lnTo>
                    <a:pt x="1056909" y="338283"/>
                  </a:lnTo>
                  <a:lnTo>
                    <a:pt x="1059372" y="338295"/>
                  </a:lnTo>
                  <a:lnTo>
                    <a:pt x="1061836" y="338306"/>
                  </a:lnTo>
                  <a:lnTo>
                    <a:pt x="1064300" y="338316"/>
                  </a:lnTo>
                  <a:lnTo>
                    <a:pt x="1066763" y="338325"/>
                  </a:lnTo>
                  <a:lnTo>
                    <a:pt x="1069227" y="338333"/>
                  </a:lnTo>
                  <a:lnTo>
                    <a:pt x="1071691" y="338340"/>
                  </a:lnTo>
                  <a:lnTo>
                    <a:pt x="1074154" y="338346"/>
                  </a:lnTo>
                  <a:lnTo>
                    <a:pt x="1076618" y="338352"/>
                  </a:lnTo>
                  <a:lnTo>
                    <a:pt x="1079082" y="338357"/>
                  </a:lnTo>
                  <a:lnTo>
                    <a:pt x="1081545" y="338362"/>
                  </a:lnTo>
                  <a:lnTo>
                    <a:pt x="1084009" y="338365"/>
                  </a:lnTo>
                  <a:lnTo>
                    <a:pt x="1086472" y="338369"/>
                  </a:lnTo>
                  <a:lnTo>
                    <a:pt x="1088936" y="338372"/>
                  </a:lnTo>
                  <a:lnTo>
                    <a:pt x="1091400" y="338375"/>
                  </a:lnTo>
                  <a:lnTo>
                    <a:pt x="1093863" y="338377"/>
                  </a:lnTo>
                  <a:lnTo>
                    <a:pt x="1096327" y="338379"/>
                  </a:lnTo>
                  <a:lnTo>
                    <a:pt x="1098791" y="338381"/>
                  </a:lnTo>
                  <a:lnTo>
                    <a:pt x="1101254" y="338383"/>
                  </a:lnTo>
                  <a:lnTo>
                    <a:pt x="1103718" y="338384"/>
                  </a:lnTo>
                  <a:lnTo>
                    <a:pt x="1106182" y="338385"/>
                  </a:lnTo>
                  <a:lnTo>
                    <a:pt x="1108645" y="338386"/>
                  </a:lnTo>
                  <a:lnTo>
                    <a:pt x="1111109" y="338387"/>
                  </a:lnTo>
                  <a:lnTo>
                    <a:pt x="1113573" y="338388"/>
                  </a:lnTo>
                  <a:lnTo>
                    <a:pt x="1116036" y="338389"/>
                  </a:lnTo>
                  <a:lnTo>
                    <a:pt x="1118500" y="338389"/>
                  </a:lnTo>
                  <a:lnTo>
                    <a:pt x="1120964" y="338390"/>
                  </a:lnTo>
                  <a:lnTo>
                    <a:pt x="1123427" y="338390"/>
                  </a:lnTo>
                  <a:lnTo>
                    <a:pt x="1125891" y="338391"/>
                  </a:lnTo>
                  <a:lnTo>
                    <a:pt x="1128355" y="338391"/>
                  </a:lnTo>
                  <a:lnTo>
                    <a:pt x="1130818" y="338391"/>
                  </a:lnTo>
                  <a:lnTo>
                    <a:pt x="1133282" y="338392"/>
                  </a:lnTo>
                  <a:lnTo>
                    <a:pt x="1135746" y="338392"/>
                  </a:lnTo>
                  <a:lnTo>
                    <a:pt x="1138209" y="338392"/>
                  </a:lnTo>
                  <a:lnTo>
                    <a:pt x="1140673" y="338392"/>
                  </a:lnTo>
                  <a:lnTo>
                    <a:pt x="1143137" y="338392"/>
                  </a:lnTo>
                  <a:lnTo>
                    <a:pt x="1145600" y="338392"/>
                  </a:lnTo>
                  <a:lnTo>
                    <a:pt x="1148064" y="338392"/>
                  </a:lnTo>
                  <a:lnTo>
                    <a:pt x="1150528" y="338393"/>
                  </a:lnTo>
                  <a:lnTo>
                    <a:pt x="1152991" y="338393"/>
                  </a:lnTo>
                  <a:lnTo>
                    <a:pt x="1155455" y="338393"/>
                  </a:lnTo>
                  <a:lnTo>
                    <a:pt x="1157919" y="338393"/>
                  </a:lnTo>
                  <a:lnTo>
                    <a:pt x="1160382" y="338393"/>
                  </a:lnTo>
                  <a:lnTo>
                    <a:pt x="1162846" y="338393"/>
                  </a:lnTo>
                  <a:lnTo>
                    <a:pt x="1165310" y="338393"/>
                  </a:lnTo>
                  <a:lnTo>
                    <a:pt x="1167773" y="338393"/>
                  </a:lnTo>
                  <a:lnTo>
                    <a:pt x="1170237" y="338393"/>
                  </a:lnTo>
                  <a:lnTo>
                    <a:pt x="1172701" y="338393"/>
                  </a:lnTo>
                  <a:lnTo>
                    <a:pt x="1175164" y="338393"/>
                  </a:lnTo>
                  <a:lnTo>
                    <a:pt x="1177628" y="338393"/>
                  </a:lnTo>
                  <a:lnTo>
                    <a:pt x="1180091" y="338393"/>
                  </a:lnTo>
                  <a:lnTo>
                    <a:pt x="1182555" y="338393"/>
                  </a:lnTo>
                  <a:lnTo>
                    <a:pt x="1185019" y="338393"/>
                  </a:lnTo>
                  <a:lnTo>
                    <a:pt x="1187482" y="338393"/>
                  </a:lnTo>
                  <a:lnTo>
                    <a:pt x="1189946" y="338393"/>
                  </a:lnTo>
                  <a:lnTo>
                    <a:pt x="1192410" y="338393"/>
                  </a:lnTo>
                  <a:lnTo>
                    <a:pt x="1194873" y="338393"/>
                  </a:lnTo>
                  <a:lnTo>
                    <a:pt x="1197337" y="338393"/>
                  </a:lnTo>
                  <a:lnTo>
                    <a:pt x="1199801" y="338393"/>
                  </a:lnTo>
                  <a:lnTo>
                    <a:pt x="1202264" y="338393"/>
                  </a:lnTo>
                  <a:lnTo>
                    <a:pt x="1204728" y="338393"/>
                  </a:lnTo>
                  <a:lnTo>
                    <a:pt x="1207192" y="338393"/>
                  </a:lnTo>
                  <a:lnTo>
                    <a:pt x="1209655" y="338393"/>
                  </a:lnTo>
                  <a:lnTo>
                    <a:pt x="1212119" y="338393"/>
                  </a:lnTo>
                  <a:lnTo>
                    <a:pt x="1214583" y="338393"/>
                  </a:lnTo>
                  <a:lnTo>
                    <a:pt x="1217046" y="338393"/>
                  </a:lnTo>
                  <a:lnTo>
                    <a:pt x="1219510" y="338393"/>
                  </a:lnTo>
                  <a:lnTo>
                    <a:pt x="1221974" y="338393"/>
                  </a:lnTo>
                  <a:lnTo>
                    <a:pt x="1224437" y="338393"/>
                  </a:lnTo>
                  <a:lnTo>
                    <a:pt x="1226901" y="338393"/>
                  </a:lnTo>
                  <a:lnTo>
                    <a:pt x="1229365" y="338393"/>
                  </a:lnTo>
                  <a:lnTo>
                    <a:pt x="1231828" y="338393"/>
                  </a:lnTo>
                  <a:lnTo>
                    <a:pt x="1234292" y="338393"/>
                  </a:lnTo>
                  <a:lnTo>
                    <a:pt x="1236756" y="338393"/>
                  </a:lnTo>
                  <a:lnTo>
                    <a:pt x="1239219" y="338393"/>
                  </a:lnTo>
                  <a:lnTo>
                    <a:pt x="1241683" y="338393"/>
                  </a:lnTo>
                  <a:lnTo>
                    <a:pt x="1244147" y="338393"/>
                  </a:lnTo>
                  <a:lnTo>
                    <a:pt x="1246610" y="338393"/>
                  </a:lnTo>
                  <a:lnTo>
                    <a:pt x="1249074" y="338393"/>
                  </a:lnTo>
                  <a:lnTo>
                    <a:pt x="1251538" y="338393"/>
                  </a:lnTo>
                  <a:lnTo>
                    <a:pt x="1254001" y="338393"/>
                  </a:lnTo>
                  <a:lnTo>
                    <a:pt x="1256465" y="338393"/>
                  </a:lnTo>
                  <a:lnTo>
                    <a:pt x="1258929" y="338393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894670" y="2185191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95761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272349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587081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901813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21654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879936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194668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4509400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824132" y="224749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107787" y="2246129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544414" y="239691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5349081" y="581025"/>
              <a:ext cx="1524000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418670" y="87830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5481616" y="1028230"/>
              <a:ext cx="1258929" cy="1097556"/>
            </a:xfrm>
            <a:custGeom>
              <a:avLst/>
              <a:pathLst>
                <a:path w="1258929" h="1097556">
                  <a:moveTo>
                    <a:pt x="0" y="1097556"/>
                  </a:moveTo>
                  <a:lnTo>
                    <a:pt x="2463" y="1097556"/>
                  </a:lnTo>
                  <a:lnTo>
                    <a:pt x="4927" y="1097556"/>
                  </a:lnTo>
                  <a:lnTo>
                    <a:pt x="7390" y="1097556"/>
                  </a:lnTo>
                  <a:lnTo>
                    <a:pt x="9854" y="1097556"/>
                  </a:lnTo>
                  <a:lnTo>
                    <a:pt x="12318" y="1097556"/>
                  </a:lnTo>
                  <a:lnTo>
                    <a:pt x="14781" y="1097556"/>
                  </a:lnTo>
                  <a:lnTo>
                    <a:pt x="17245" y="1097556"/>
                  </a:lnTo>
                  <a:lnTo>
                    <a:pt x="19709" y="1097556"/>
                  </a:lnTo>
                  <a:lnTo>
                    <a:pt x="22172" y="1097556"/>
                  </a:lnTo>
                  <a:lnTo>
                    <a:pt x="24636" y="1097555"/>
                  </a:lnTo>
                  <a:lnTo>
                    <a:pt x="27100" y="1097555"/>
                  </a:lnTo>
                  <a:lnTo>
                    <a:pt x="29563" y="1097553"/>
                  </a:lnTo>
                  <a:lnTo>
                    <a:pt x="32027" y="1097551"/>
                  </a:lnTo>
                  <a:lnTo>
                    <a:pt x="34491" y="1097548"/>
                  </a:lnTo>
                  <a:lnTo>
                    <a:pt x="36954" y="1097542"/>
                  </a:lnTo>
                  <a:lnTo>
                    <a:pt x="39418" y="1097532"/>
                  </a:lnTo>
                  <a:lnTo>
                    <a:pt x="41882" y="1097516"/>
                  </a:lnTo>
                  <a:lnTo>
                    <a:pt x="44345" y="1097492"/>
                  </a:lnTo>
                  <a:lnTo>
                    <a:pt x="46809" y="1097452"/>
                  </a:lnTo>
                  <a:lnTo>
                    <a:pt x="49273" y="1097390"/>
                  </a:lnTo>
                  <a:lnTo>
                    <a:pt x="51736" y="1097296"/>
                  </a:lnTo>
                  <a:lnTo>
                    <a:pt x="54200" y="1097157"/>
                  </a:lnTo>
                  <a:lnTo>
                    <a:pt x="56664" y="1096954"/>
                  </a:lnTo>
                  <a:lnTo>
                    <a:pt x="59127" y="1096664"/>
                  </a:lnTo>
                  <a:lnTo>
                    <a:pt x="61591" y="1096256"/>
                  </a:lnTo>
                  <a:lnTo>
                    <a:pt x="64055" y="1095692"/>
                  </a:lnTo>
                  <a:lnTo>
                    <a:pt x="66518" y="1094927"/>
                  </a:lnTo>
                  <a:lnTo>
                    <a:pt x="68982" y="1093859"/>
                  </a:lnTo>
                  <a:lnTo>
                    <a:pt x="71446" y="1092442"/>
                  </a:lnTo>
                  <a:lnTo>
                    <a:pt x="73909" y="1090599"/>
                  </a:lnTo>
                  <a:lnTo>
                    <a:pt x="76373" y="1088244"/>
                  </a:lnTo>
                  <a:lnTo>
                    <a:pt x="78837" y="1085287"/>
                  </a:lnTo>
                  <a:lnTo>
                    <a:pt x="81300" y="1081637"/>
                  </a:lnTo>
                  <a:lnTo>
                    <a:pt x="83764" y="1077203"/>
                  </a:lnTo>
                  <a:lnTo>
                    <a:pt x="86228" y="1071902"/>
                  </a:lnTo>
                  <a:lnTo>
                    <a:pt x="88691" y="1065665"/>
                  </a:lnTo>
                  <a:lnTo>
                    <a:pt x="91155" y="1058318"/>
                  </a:lnTo>
                  <a:lnTo>
                    <a:pt x="93618" y="1049916"/>
                  </a:lnTo>
                  <a:lnTo>
                    <a:pt x="96082" y="1040491"/>
                  </a:lnTo>
                  <a:lnTo>
                    <a:pt x="98546" y="1030070"/>
                  </a:lnTo>
                  <a:lnTo>
                    <a:pt x="101009" y="1018706"/>
                  </a:lnTo>
                  <a:lnTo>
                    <a:pt x="103473" y="1006466"/>
                  </a:lnTo>
                  <a:lnTo>
                    <a:pt x="105937" y="993433"/>
                  </a:lnTo>
                  <a:lnTo>
                    <a:pt x="108400" y="979691"/>
                  </a:lnTo>
                  <a:lnTo>
                    <a:pt x="110864" y="965320"/>
                  </a:lnTo>
                  <a:lnTo>
                    <a:pt x="113328" y="950339"/>
                  </a:lnTo>
                  <a:lnTo>
                    <a:pt x="115791" y="934815"/>
                  </a:lnTo>
                  <a:lnTo>
                    <a:pt x="118255" y="918765"/>
                  </a:lnTo>
                  <a:lnTo>
                    <a:pt x="120719" y="902149"/>
                  </a:lnTo>
                  <a:lnTo>
                    <a:pt x="123182" y="884893"/>
                  </a:lnTo>
                  <a:lnTo>
                    <a:pt x="125646" y="866899"/>
                  </a:lnTo>
                  <a:lnTo>
                    <a:pt x="128110" y="848053"/>
                  </a:lnTo>
                  <a:lnTo>
                    <a:pt x="130573" y="828237"/>
                  </a:lnTo>
                  <a:lnTo>
                    <a:pt x="133037" y="807338"/>
                  </a:lnTo>
                  <a:lnTo>
                    <a:pt x="135501" y="785179"/>
                  </a:lnTo>
                  <a:lnTo>
                    <a:pt x="137964" y="761722"/>
                  </a:lnTo>
                  <a:lnTo>
                    <a:pt x="140428" y="737067"/>
                  </a:lnTo>
                  <a:lnTo>
                    <a:pt x="142892" y="711293"/>
                  </a:lnTo>
                  <a:lnTo>
                    <a:pt x="145355" y="684528"/>
                  </a:lnTo>
                  <a:lnTo>
                    <a:pt x="147819" y="656944"/>
                  </a:lnTo>
                  <a:lnTo>
                    <a:pt x="150283" y="628750"/>
                  </a:lnTo>
                  <a:lnTo>
                    <a:pt x="152746" y="600175"/>
                  </a:lnTo>
                  <a:lnTo>
                    <a:pt x="155210" y="571455"/>
                  </a:lnTo>
                  <a:lnTo>
                    <a:pt x="157674" y="542838"/>
                  </a:lnTo>
                  <a:lnTo>
                    <a:pt x="160137" y="514572"/>
                  </a:lnTo>
                  <a:lnTo>
                    <a:pt x="162601" y="486789"/>
                  </a:lnTo>
                  <a:lnTo>
                    <a:pt x="165065" y="459581"/>
                  </a:lnTo>
                  <a:lnTo>
                    <a:pt x="167528" y="432986"/>
                  </a:lnTo>
                  <a:lnTo>
                    <a:pt x="169992" y="406992"/>
                  </a:lnTo>
                  <a:lnTo>
                    <a:pt x="172456" y="381543"/>
                  </a:lnTo>
                  <a:lnTo>
                    <a:pt x="174919" y="356546"/>
                  </a:lnTo>
                  <a:lnTo>
                    <a:pt x="177383" y="331884"/>
                  </a:lnTo>
                  <a:lnTo>
                    <a:pt x="179847" y="307429"/>
                  </a:lnTo>
                  <a:lnTo>
                    <a:pt x="182310" y="283038"/>
                  </a:lnTo>
                  <a:lnTo>
                    <a:pt x="184774" y="258598"/>
                  </a:lnTo>
                  <a:lnTo>
                    <a:pt x="187237" y="234063"/>
                  </a:lnTo>
                  <a:lnTo>
                    <a:pt x="189701" y="209436"/>
                  </a:lnTo>
                  <a:lnTo>
                    <a:pt x="192165" y="184785"/>
                  </a:lnTo>
                  <a:lnTo>
                    <a:pt x="194628" y="160243"/>
                  </a:lnTo>
                  <a:lnTo>
                    <a:pt x="197092" y="136014"/>
                  </a:lnTo>
                  <a:lnTo>
                    <a:pt x="199556" y="112374"/>
                  </a:lnTo>
                  <a:lnTo>
                    <a:pt x="202019" y="89690"/>
                  </a:lnTo>
                  <a:lnTo>
                    <a:pt x="204483" y="68599"/>
                  </a:lnTo>
                  <a:lnTo>
                    <a:pt x="206947" y="49457"/>
                  </a:lnTo>
                  <a:lnTo>
                    <a:pt x="209410" y="32758"/>
                  </a:lnTo>
                  <a:lnTo>
                    <a:pt x="211874" y="18997"/>
                  </a:lnTo>
                  <a:lnTo>
                    <a:pt x="214338" y="8658"/>
                  </a:lnTo>
                  <a:lnTo>
                    <a:pt x="216801" y="2192"/>
                  </a:lnTo>
                  <a:lnTo>
                    <a:pt x="219265" y="0"/>
                  </a:lnTo>
                  <a:lnTo>
                    <a:pt x="221729" y="2419"/>
                  </a:lnTo>
                  <a:lnTo>
                    <a:pt x="224192" y="9711"/>
                  </a:lnTo>
                  <a:lnTo>
                    <a:pt x="226656" y="22750"/>
                  </a:lnTo>
                  <a:lnTo>
                    <a:pt x="229120" y="40898"/>
                  </a:lnTo>
                  <a:lnTo>
                    <a:pt x="231583" y="64069"/>
                  </a:lnTo>
                  <a:lnTo>
                    <a:pt x="234047" y="92090"/>
                  </a:lnTo>
                  <a:lnTo>
                    <a:pt x="236511" y="124705"/>
                  </a:lnTo>
                  <a:lnTo>
                    <a:pt x="238974" y="161573"/>
                  </a:lnTo>
                  <a:lnTo>
                    <a:pt x="241438" y="202282"/>
                  </a:lnTo>
                  <a:lnTo>
                    <a:pt x="243902" y="246355"/>
                  </a:lnTo>
                  <a:lnTo>
                    <a:pt x="246365" y="293267"/>
                  </a:lnTo>
                  <a:lnTo>
                    <a:pt x="248829" y="342626"/>
                  </a:lnTo>
                  <a:lnTo>
                    <a:pt x="251293" y="393505"/>
                  </a:lnTo>
                  <a:lnTo>
                    <a:pt x="253756" y="445245"/>
                  </a:lnTo>
                  <a:lnTo>
                    <a:pt x="256220" y="497241"/>
                  </a:lnTo>
                  <a:lnTo>
                    <a:pt x="258684" y="548906"/>
                  </a:lnTo>
                  <a:lnTo>
                    <a:pt x="261147" y="599681"/>
                  </a:lnTo>
                  <a:lnTo>
                    <a:pt x="263611" y="649049"/>
                  </a:lnTo>
                  <a:lnTo>
                    <a:pt x="266075" y="696544"/>
                  </a:lnTo>
                  <a:lnTo>
                    <a:pt x="268538" y="741760"/>
                  </a:lnTo>
                  <a:lnTo>
                    <a:pt x="271002" y="784063"/>
                  </a:lnTo>
                  <a:lnTo>
                    <a:pt x="273465" y="823314"/>
                  </a:lnTo>
                  <a:lnTo>
                    <a:pt x="275929" y="859467"/>
                  </a:lnTo>
                  <a:lnTo>
                    <a:pt x="278393" y="892444"/>
                  </a:lnTo>
                  <a:lnTo>
                    <a:pt x="280856" y="922229"/>
                  </a:lnTo>
                  <a:lnTo>
                    <a:pt x="283320" y="948872"/>
                  </a:lnTo>
                  <a:lnTo>
                    <a:pt x="285784" y="972471"/>
                  </a:lnTo>
                  <a:lnTo>
                    <a:pt x="288247" y="993173"/>
                  </a:lnTo>
                  <a:lnTo>
                    <a:pt x="290711" y="1011158"/>
                  </a:lnTo>
                  <a:lnTo>
                    <a:pt x="293175" y="1026454"/>
                  </a:lnTo>
                  <a:lnTo>
                    <a:pt x="295638" y="1039386"/>
                  </a:lnTo>
                  <a:lnTo>
                    <a:pt x="298102" y="1050336"/>
                  </a:lnTo>
                  <a:lnTo>
                    <a:pt x="300566" y="1059528"/>
                  </a:lnTo>
                  <a:lnTo>
                    <a:pt x="303029" y="1067179"/>
                  </a:lnTo>
                  <a:lnTo>
                    <a:pt x="305493" y="1073494"/>
                  </a:lnTo>
                  <a:lnTo>
                    <a:pt x="307957" y="1078659"/>
                  </a:lnTo>
                  <a:lnTo>
                    <a:pt x="310420" y="1082848"/>
                  </a:lnTo>
                  <a:lnTo>
                    <a:pt x="312884" y="1086213"/>
                  </a:lnTo>
                  <a:lnTo>
                    <a:pt x="315348" y="1088859"/>
                  </a:lnTo>
                  <a:lnTo>
                    <a:pt x="317811" y="1090916"/>
                  </a:lnTo>
                  <a:lnTo>
                    <a:pt x="320275" y="1092532"/>
                  </a:lnTo>
                  <a:lnTo>
                    <a:pt x="322739" y="1093788"/>
                  </a:lnTo>
                  <a:lnTo>
                    <a:pt x="325202" y="1094751"/>
                  </a:lnTo>
                  <a:lnTo>
                    <a:pt x="327666" y="1095479"/>
                  </a:lnTo>
                  <a:lnTo>
                    <a:pt x="330130" y="1096018"/>
                  </a:lnTo>
                  <a:lnTo>
                    <a:pt x="332593" y="1096406"/>
                  </a:lnTo>
                  <a:lnTo>
                    <a:pt x="335057" y="1096674"/>
                  </a:lnTo>
                  <a:lnTo>
                    <a:pt x="337521" y="1096843"/>
                  </a:lnTo>
                  <a:lnTo>
                    <a:pt x="339984" y="1096929"/>
                  </a:lnTo>
                  <a:lnTo>
                    <a:pt x="342448" y="1096956"/>
                  </a:lnTo>
                  <a:lnTo>
                    <a:pt x="344912" y="1096932"/>
                  </a:lnTo>
                  <a:lnTo>
                    <a:pt x="347375" y="1096864"/>
                  </a:lnTo>
                  <a:lnTo>
                    <a:pt x="349839" y="1096758"/>
                  </a:lnTo>
                  <a:lnTo>
                    <a:pt x="352303" y="1096621"/>
                  </a:lnTo>
                  <a:lnTo>
                    <a:pt x="354766" y="1096455"/>
                  </a:lnTo>
                  <a:lnTo>
                    <a:pt x="357230" y="1096266"/>
                  </a:lnTo>
                  <a:lnTo>
                    <a:pt x="359694" y="1096059"/>
                  </a:lnTo>
                  <a:lnTo>
                    <a:pt x="362157" y="1095841"/>
                  </a:lnTo>
                  <a:lnTo>
                    <a:pt x="364621" y="1095620"/>
                  </a:lnTo>
                  <a:lnTo>
                    <a:pt x="367084" y="1095405"/>
                  </a:lnTo>
                  <a:lnTo>
                    <a:pt x="369548" y="1095203"/>
                  </a:lnTo>
                  <a:lnTo>
                    <a:pt x="372012" y="1095022"/>
                  </a:lnTo>
                  <a:lnTo>
                    <a:pt x="374475" y="1094870"/>
                  </a:lnTo>
                  <a:lnTo>
                    <a:pt x="376939" y="1094754"/>
                  </a:lnTo>
                  <a:lnTo>
                    <a:pt x="379403" y="1094678"/>
                  </a:lnTo>
                  <a:lnTo>
                    <a:pt x="381866" y="1094647"/>
                  </a:lnTo>
                  <a:lnTo>
                    <a:pt x="384330" y="1094668"/>
                  </a:lnTo>
                  <a:lnTo>
                    <a:pt x="386794" y="1094734"/>
                  </a:lnTo>
                  <a:lnTo>
                    <a:pt x="389257" y="1094842"/>
                  </a:lnTo>
                  <a:lnTo>
                    <a:pt x="391721" y="1094987"/>
                  </a:lnTo>
                  <a:lnTo>
                    <a:pt x="394185" y="1095163"/>
                  </a:lnTo>
                  <a:lnTo>
                    <a:pt x="396648" y="1095362"/>
                  </a:lnTo>
                  <a:lnTo>
                    <a:pt x="399112" y="1095576"/>
                  </a:lnTo>
                  <a:lnTo>
                    <a:pt x="401576" y="1095799"/>
                  </a:lnTo>
                  <a:lnTo>
                    <a:pt x="404039" y="1096022"/>
                  </a:lnTo>
                  <a:lnTo>
                    <a:pt x="406503" y="1096238"/>
                  </a:lnTo>
                  <a:lnTo>
                    <a:pt x="408967" y="1096441"/>
                  </a:lnTo>
                  <a:lnTo>
                    <a:pt x="411430" y="1096628"/>
                  </a:lnTo>
                  <a:lnTo>
                    <a:pt x="413894" y="1096796"/>
                  </a:lnTo>
                  <a:lnTo>
                    <a:pt x="416358" y="1096943"/>
                  </a:lnTo>
                  <a:lnTo>
                    <a:pt x="418821" y="1097070"/>
                  </a:lnTo>
                  <a:lnTo>
                    <a:pt x="421285" y="1097178"/>
                  </a:lnTo>
                  <a:lnTo>
                    <a:pt x="423749" y="1097266"/>
                  </a:lnTo>
                  <a:lnTo>
                    <a:pt x="426212" y="1097338"/>
                  </a:lnTo>
                  <a:lnTo>
                    <a:pt x="428676" y="1097394"/>
                  </a:lnTo>
                  <a:lnTo>
                    <a:pt x="431140" y="1097437"/>
                  </a:lnTo>
                  <a:lnTo>
                    <a:pt x="433603" y="1097470"/>
                  </a:lnTo>
                  <a:lnTo>
                    <a:pt x="436067" y="1097495"/>
                  </a:lnTo>
                  <a:lnTo>
                    <a:pt x="438531" y="1097514"/>
                  </a:lnTo>
                  <a:lnTo>
                    <a:pt x="440994" y="1097527"/>
                  </a:lnTo>
                  <a:lnTo>
                    <a:pt x="443458" y="1097537"/>
                  </a:lnTo>
                  <a:lnTo>
                    <a:pt x="445922" y="1097543"/>
                  </a:lnTo>
                  <a:lnTo>
                    <a:pt x="448385" y="1097548"/>
                  </a:lnTo>
                  <a:lnTo>
                    <a:pt x="450849" y="1097551"/>
                  </a:lnTo>
                  <a:lnTo>
                    <a:pt x="453312" y="1097553"/>
                  </a:lnTo>
                  <a:lnTo>
                    <a:pt x="455776" y="1097554"/>
                  </a:lnTo>
                  <a:lnTo>
                    <a:pt x="458240" y="1097555"/>
                  </a:lnTo>
                  <a:lnTo>
                    <a:pt x="460703" y="1097555"/>
                  </a:lnTo>
                  <a:lnTo>
                    <a:pt x="463167" y="1097556"/>
                  </a:lnTo>
                  <a:lnTo>
                    <a:pt x="465631" y="1097556"/>
                  </a:lnTo>
                  <a:lnTo>
                    <a:pt x="468094" y="1097556"/>
                  </a:lnTo>
                  <a:lnTo>
                    <a:pt x="470558" y="1097556"/>
                  </a:lnTo>
                  <a:lnTo>
                    <a:pt x="473022" y="1097556"/>
                  </a:lnTo>
                  <a:lnTo>
                    <a:pt x="475485" y="1097556"/>
                  </a:lnTo>
                  <a:lnTo>
                    <a:pt x="477949" y="1097556"/>
                  </a:lnTo>
                  <a:lnTo>
                    <a:pt x="480413" y="1097556"/>
                  </a:lnTo>
                  <a:lnTo>
                    <a:pt x="482876" y="1097556"/>
                  </a:lnTo>
                  <a:lnTo>
                    <a:pt x="485340" y="1097556"/>
                  </a:lnTo>
                  <a:lnTo>
                    <a:pt x="487804" y="1097556"/>
                  </a:lnTo>
                  <a:lnTo>
                    <a:pt x="490267" y="1097556"/>
                  </a:lnTo>
                  <a:lnTo>
                    <a:pt x="492731" y="1097556"/>
                  </a:lnTo>
                  <a:lnTo>
                    <a:pt x="495195" y="1097556"/>
                  </a:lnTo>
                  <a:lnTo>
                    <a:pt x="497658" y="1097556"/>
                  </a:lnTo>
                  <a:lnTo>
                    <a:pt x="500122" y="1097556"/>
                  </a:lnTo>
                  <a:lnTo>
                    <a:pt x="502586" y="1097556"/>
                  </a:lnTo>
                  <a:lnTo>
                    <a:pt x="505049" y="1097556"/>
                  </a:lnTo>
                  <a:lnTo>
                    <a:pt x="507513" y="1097556"/>
                  </a:lnTo>
                  <a:lnTo>
                    <a:pt x="509977" y="1097556"/>
                  </a:lnTo>
                  <a:lnTo>
                    <a:pt x="512440" y="1097556"/>
                  </a:lnTo>
                  <a:lnTo>
                    <a:pt x="514904" y="1097556"/>
                  </a:lnTo>
                  <a:lnTo>
                    <a:pt x="517368" y="1097556"/>
                  </a:lnTo>
                  <a:lnTo>
                    <a:pt x="519831" y="1097556"/>
                  </a:lnTo>
                  <a:lnTo>
                    <a:pt x="522295" y="1097556"/>
                  </a:lnTo>
                  <a:lnTo>
                    <a:pt x="524759" y="1097556"/>
                  </a:lnTo>
                  <a:lnTo>
                    <a:pt x="527222" y="1097556"/>
                  </a:lnTo>
                  <a:lnTo>
                    <a:pt x="529686" y="1097556"/>
                  </a:lnTo>
                  <a:lnTo>
                    <a:pt x="532150" y="1097556"/>
                  </a:lnTo>
                  <a:lnTo>
                    <a:pt x="534613" y="1097556"/>
                  </a:lnTo>
                  <a:lnTo>
                    <a:pt x="537077" y="1097556"/>
                  </a:lnTo>
                  <a:lnTo>
                    <a:pt x="539541" y="1097556"/>
                  </a:lnTo>
                  <a:lnTo>
                    <a:pt x="542004" y="1097556"/>
                  </a:lnTo>
                  <a:lnTo>
                    <a:pt x="544468" y="1097556"/>
                  </a:lnTo>
                  <a:lnTo>
                    <a:pt x="546931" y="1097556"/>
                  </a:lnTo>
                  <a:lnTo>
                    <a:pt x="549395" y="1097556"/>
                  </a:lnTo>
                  <a:lnTo>
                    <a:pt x="551859" y="1097556"/>
                  </a:lnTo>
                  <a:lnTo>
                    <a:pt x="554322" y="1097556"/>
                  </a:lnTo>
                  <a:lnTo>
                    <a:pt x="556786" y="1097556"/>
                  </a:lnTo>
                  <a:lnTo>
                    <a:pt x="559250" y="1097556"/>
                  </a:lnTo>
                  <a:lnTo>
                    <a:pt x="561713" y="1097556"/>
                  </a:lnTo>
                  <a:lnTo>
                    <a:pt x="564177" y="1097556"/>
                  </a:lnTo>
                  <a:lnTo>
                    <a:pt x="566641" y="1097556"/>
                  </a:lnTo>
                  <a:lnTo>
                    <a:pt x="569104" y="1097556"/>
                  </a:lnTo>
                  <a:lnTo>
                    <a:pt x="571568" y="1097556"/>
                  </a:lnTo>
                  <a:lnTo>
                    <a:pt x="574032" y="1097556"/>
                  </a:lnTo>
                  <a:lnTo>
                    <a:pt x="576495" y="1097556"/>
                  </a:lnTo>
                  <a:lnTo>
                    <a:pt x="578959" y="1097556"/>
                  </a:lnTo>
                  <a:lnTo>
                    <a:pt x="581423" y="1097556"/>
                  </a:lnTo>
                  <a:lnTo>
                    <a:pt x="583886" y="1097556"/>
                  </a:lnTo>
                  <a:lnTo>
                    <a:pt x="586350" y="1097556"/>
                  </a:lnTo>
                  <a:lnTo>
                    <a:pt x="588814" y="1097556"/>
                  </a:lnTo>
                  <a:lnTo>
                    <a:pt x="591277" y="1097556"/>
                  </a:lnTo>
                  <a:lnTo>
                    <a:pt x="593741" y="1097556"/>
                  </a:lnTo>
                  <a:lnTo>
                    <a:pt x="596205" y="1097556"/>
                  </a:lnTo>
                  <a:lnTo>
                    <a:pt x="598668" y="1097556"/>
                  </a:lnTo>
                  <a:lnTo>
                    <a:pt x="601132" y="1097556"/>
                  </a:lnTo>
                  <a:lnTo>
                    <a:pt x="603596" y="1097556"/>
                  </a:lnTo>
                  <a:lnTo>
                    <a:pt x="606059" y="1097556"/>
                  </a:lnTo>
                  <a:lnTo>
                    <a:pt x="608523" y="1097556"/>
                  </a:lnTo>
                  <a:lnTo>
                    <a:pt x="610987" y="1097556"/>
                  </a:lnTo>
                  <a:lnTo>
                    <a:pt x="613450" y="1097556"/>
                  </a:lnTo>
                  <a:lnTo>
                    <a:pt x="615914" y="1097556"/>
                  </a:lnTo>
                  <a:lnTo>
                    <a:pt x="618378" y="1097556"/>
                  </a:lnTo>
                  <a:lnTo>
                    <a:pt x="620841" y="1097556"/>
                  </a:lnTo>
                  <a:lnTo>
                    <a:pt x="623305" y="1097556"/>
                  </a:lnTo>
                  <a:lnTo>
                    <a:pt x="625769" y="1097556"/>
                  </a:lnTo>
                  <a:lnTo>
                    <a:pt x="628232" y="1097556"/>
                  </a:lnTo>
                  <a:lnTo>
                    <a:pt x="630696" y="1097556"/>
                  </a:lnTo>
                  <a:lnTo>
                    <a:pt x="633159" y="1097556"/>
                  </a:lnTo>
                  <a:lnTo>
                    <a:pt x="635623" y="1097556"/>
                  </a:lnTo>
                  <a:lnTo>
                    <a:pt x="638087" y="1097556"/>
                  </a:lnTo>
                  <a:lnTo>
                    <a:pt x="640550" y="1097556"/>
                  </a:lnTo>
                  <a:lnTo>
                    <a:pt x="643014" y="1097556"/>
                  </a:lnTo>
                  <a:lnTo>
                    <a:pt x="645478" y="1097556"/>
                  </a:lnTo>
                  <a:lnTo>
                    <a:pt x="647941" y="1097556"/>
                  </a:lnTo>
                  <a:lnTo>
                    <a:pt x="650405" y="1097556"/>
                  </a:lnTo>
                  <a:lnTo>
                    <a:pt x="652869" y="1097556"/>
                  </a:lnTo>
                  <a:lnTo>
                    <a:pt x="655332" y="1097556"/>
                  </a:lnTo>
                  <a:lnTo>
                    <a:pt x="657796" y="1097556"/>
                  </a:lnTo>
                  <a:lnTo>
                    <a:pt x="660260" y="1097556"/>
                  </a:lnTo>
                  <a:lnTo>
                    <a:pt x="662723" y="1097556"/>
                  </a:lnTo>
                  <a:lnTo>
                    <a:pt x="665187" y="1097556"/>
                  </a:lnTo>
                  <a:lnTo>
                    <a:pt x="667651" y="1097556"/>
                  </a:lnTo>
                  <a:lnTo>
                    <a:pt x="670114" y="1097556"/>
                  </a:lnTo>
                  <a:lnTo>
                    <a:pt x="672578" y="1097556"/>
                  </a:lnTo>
                  <a:lnTo>
                    <a:pt x="675042" y="1097556"/>
                  </a:lnTo>
                  <a:lnTo>
                    <a:pt x="677505" y="1097556"/>
                  </a:lnTo>
                  <a:lnTo>
                    <a:pt x="679969" y="1097556"/>
                  </a:lnTo>
                  <a:lnTo>
                    <a:pt x="682433" y="1097556"/>
                  </a:lnTo>
                  <a:lnTo>
                    <a:pt x="684896" y="1097556"/>
                  </a:lnTo>
                  <a:lnTo>
                    <a:pt x="687360" y="1097556"/>
                  </a:lnTo>
                  <a:lnTo>
                    <a:pt x="689824" y="1097556"/>
                  </a:lnTo>
                  <a:lnTo>
                    <a:pt x="692287" y="1097556"/>
                  </a:lnTo>
                  <a:lnTo>
                    <a:pt x="694751" y="1097556"/>
                  </a:lnTo>
                  <a:lnTo>
                    <a:pt x="697215" y="1097556"/>
                  </a:lnTo>
                  <a:lnTo>
                    <a:pt x="699678" y="1097556"/>
                  </a:lnTo>
                  <a:lnTo>
                    <a:pt x="702142" y="1097556"/>
                  </a:lnTo>
                  <a:lnTo>
                    <a:pt x="704606" y="1097556"/>
                  </a:lnTo>
                  <a:lnTo>
                    <a:pt x="707069" y="1097556"/>
                  </a:lnTo>
                  <a:lnTo>
                    <a:pt x="709533" y="1097556"/>
                  </a:lnTo>
                  <a:lnTo>
                    <a:pt x="711997" y="1097556"/>
                  </a:lnTo>
                  <a:lnTo>
                    <a:pt x="714460" y="1097556"/>
                  </a:lnTo>
                  <a:lnTo>
                    <a:pt x="716924" y="1097556"/>
                  </a:lnTo>
                  <a:lnTo>
                    <a:pt x="719388" y="1097556"/>
                  </a:lnTo>
                  <a:lnTo>
                    <a:pt x="721851" y="1097556"/>
                  </a:lnTo>
                  <a:lnTo>
                    <a:pt x="724315" y="1097556"/>
                  </a:lnTo>
                  <a:lnTo>
                    <a:pt x="726778" y="1097556"/>
                  </a:lnTo>
                  <a:lnTo>
                    <a:pt x="729242" y="1097556"/>
                  </a:lnTo>
                  <a:lnTo>
                    <a:pt x="731706" y="1097556"/>
                  </a:lnTo>
                  <a:lnTo>
                    <a:pt x="734169" y="1097556"/>
                  </a:lnTo>
                  <a:lnTo>
                    <a:pt x="736633" y="1097556"/>
                  </a:lnTo>
                  <a:lnTo>
                    <a:pt x="739097" y="1097556"/>
                  </a:lnTo>
                  <a:lnTo>
                    <a:pt x="741560" y="1097556"/>
                  </a:lnTo>
                  <a:lnTo>
                    <a:pt x="744024" y="1097556"/>
                  </a:lnTo>
                  <a:lnTo>
                    <a:pt x="746488" y="1097556"/>
                  </a:lnTo>
                  <a:lnTo>
                    <a:pt x="748951" y="1097556"/>
                  </a:lnTo>
                  <a:lnTo>
                    <a:pt x="751415" y="1097556"/>
                  </a:lnTo>
                  <a:lnTo>
                    <a:pt x="753879" y="1097556"/>
                  </a:lnTo>
                  <a:lnTo>
                    <a:pt x="756342" y="1097556"/>
                  </a:lnTo>
                  <a:lnTo>
                    <a:pt x="758806" y="1097556"/>
                  </a:lnTo>
                  <a:lnTo>
                    <a:pt x="761270" y="1097556"/>
                  </a:lnTo>
                  <a:lnTo>
                    <a:pt x="763733" y="1097556"/>
                  </a:lnTo>
                  <a:lnTo>
                    <a:pt x="766197" y="1097556"/>
                  </a:lnTo>
                  <a:lnTo>
                    <a:pt x="768661" y="1097556"/>
                  </a:lnTo>
                  <a:lnTo>
                    <a:pt x="771124" y="1097556"/>
                  </a:lnTo>
                  <a:lnTo>
                    <a:pt x="773588" y="1097556"/>
                  </a:lnTo>
                  <a:lnTo>
                    <a:pt x="776052" y="1097556"/>
                  </a:lnTo>
                  <a:lnTo>
                    <a:pt x="778515" y="1097556"/>
                  </a:lnTo>
                  <a:lnTo>
                    <a:pt x="780979" y="1097556"/>
                  </a:lnTo>
                  <a:lnTo>
                    <a:pt x="783443" y="1097556"/>
                  </a:lnTo>
                  <a:lnTo>
                    <a:pt x="785906" y="1097556"/>
                  </a:lnTo>
                  <a:lnTo>
                    <a:pt x="788370" y="1097556"/>
                  </a:lnTo>
                  <a:lnTo>
                    <a:pt x="790834" y="1097556"/>
                  </a:lnTo>
                  <a:lnTo>
                    <a:pt x="793297" y="1097556"/>
                  </a:lnTo>
                  <a:lnTo>
                    <a:pt x="795761" y="1097556"/>
                  </a:lnTo>
                  <a:lnTo>
                    <a:pt x="798225" y="1097556"/>
                  </a:lnTo>
                  <a:lnTo>
                    <a:pt x="800688" y="1097556"/>
                  </a:lnTo>
                  <a:lnTo>
                    <a:pt x="803152" y="1097556"/>
                  </a:lnTo>
                  <a:lnTo>
                    <a:pt x="805616" y="1097556"/>
                  </a:lnTo>
                  <a:lnTo>
                    <a:pt x="808079" y="1097556"/>
                  </a:lnTo>
                  <a:lnTo>
                    <a:pt x="810543" y="1097556"/>
                  </a:lnTo>
                  <a:lnTo>
                    <a:pt x="813006" y="1097556"/>
                  </a:lnTo>
                  <a:lnTo>
                    <a:pt x="815470" y="1097556"/>
                  </a:lnTo>
                  <a:lnTo>
                    <a:pt x="817934" y="1097556"/>
                  </a:lnTo>
                  <a:lnTo>
                    <a:pt x="820397" y="1097556"/>
                  </a:lnTo>
                  <a:lnTo>
                    <a:pt x="822861" y="1097556"/>
                  </a:lnTo>
                  <a:lnTo>
                    <a:pt x="825325" y="1097556"/>
                  </a:lnTo>
                  <a:lnTo>
                    <a:pt x="827788" y="1097556"/>
                  </a:lnTo>
                  <a:lnTo>
                    <a:pt x="830252" y="1097556"/>
                  </a:lnTo>
                  <a:lnTo>
                    <a:pt x="832716" y="1097556"/>
                  </a:lnTo>
                  <a:lnTo>
                    <a:pt x="835179" y="1097556"/>
                  </a:lnTo>
                  <a:lnTo>
                    <a:pt x="837643" y="1097556"/>
                  </a:lnTo>
                  <a:lnTo>
                    <a:pt x="840107" y="1097555"/>
                  </a:lnTo>
                  <a:lnTo>
                    <a:pt x="842570" y="1097555"/>
                  </a:lnTo>
                  <a:lnTo>
                    <a:pt x="845034" y="1097554"/>
                  </a:lnTo>
                  <a:lnTo>
                    <a:pt x="847498" y="1097553"/>
                  </a:lnTo>
                  <a:lnTo>
                    <a:pt x="849961" y="1097552"/>
                  </a:lnTo>
                  <a:lnTo>
                    <a:pt x="852425" y="1097549"/>
                  </a:lnTo>
                  <a:lnTo>
                    <a:pt x="854889" y="1097545"/>
                  </a:lnTo>
                  <a:lnTo>
                    <a:pt x="857352" y="1097540"/>
                  </a:lnTo>
                  <a:lnTo>
                    <a:pt x="859816" y="1097531"/>
                  </a:lnTo>
                  <a:lnTo>
                    <a:pt x="862280" y="1097519"/>
                  </a:lnTo>
                  <a:lnTo>
                    <a:pt x="864743" y="1097503"/>
                  </a:lnTo>
                  <a:lnTo>
                    <a:pt x="867207" y="1097481"/>
                  </a:lnTo>
                  <a:lnTo>
                    <a:pt x="869671" y="1097451"/>
                  </a:lnTo>
                  <a:lnTo>
                    <a:pt x="872134" y="1097412"/>
                  </a:lnTo>
                  <a:lnTo>
                    <a:pt x="874598" y="1097361"/>
                  </a:lnTo>
                  <a:lnTo>
                    <a:pt x="877062" y="1097298"/>
                  </a:lnTo>
                  <a:lnTo>
                    <a:pt x="879525" y="1097216"/>
                  </a:lnTo>
                  <a:lnTo>
                    <a:pt x="881989" y="1097116"/>
                  </a:lnTo>
                  <a:lnTo>
                    <a:pt x="884453" y="1096997"/>
                  </a:lnTo>
                  <a:lnTo>
                    <a:pt x="886916" y="1096858"/>
                  </a:lnTo>
                  <a:lnTo>
                    <a:pt x="889380" y="1096698"/>
                  </a:lnTo>
                  <a:lnTo>
                    <a:pt x="891844" y="1096519"/>
                  </a:lnTo>
                  <a:lnTo>
                    <a:pt x="894307" y="1096323"/>
                  </a:lnTo>
                  <a:lnTo>
                    <a:pt x="896771" y="1096113"/>
                  </a:lnTo>
                  <a:lnTo>
                    <a:pt x="899235" y="1095893"/>
                  </a:lnTo>
                  <a:lnTo>
                    <a:pt x="901698" y="1095669"/>
                  </a:lnTo>
                  <a:lnTo>
                    <a:pt x="904162" y="1095451"/>
                  </a:lnTo>
                  <a:lnTo>
                    <a:pt x="906625" y="1095245"/>
                  </a:lnTo>
                  <a:lnTo>
                    <a:pt x="909089" y="1095060"/>
                  </a:lnTo>
                  <a:lnTo>
                    <a:pt x="911553" y="1094902"/>
                  </a:lnTo>
                  <a:lnTo>
                    <a:pt x="914016" y="1094779"/>
                  </a:lnTo>
                  <a:lnTo>
                    <a:pt x="916480" y="1094696"/>
                  </a:lnTo>
                  <a:lnTo>
                    <a:pt x="918944" y="1094657"/>
                  </a:lnTo>
                  <a:lnTo>
                    <a:pt x="921407" y="1094663"/>
                  </a:lnTo>
                  <a:lnTo>
                    <a:pt x="923871" y="1094719"/>
                  </a:lnTo>
                  <a:lnTo>
                    <a:pt x="926335" y="1094820"/>
                  </a:lnTo>
                  <a:lnTo>
                    <a:pt x="928798" y="1094958"/>
                  </a:lnTo>
                  <a:lnTo>
                    <a:pt x="931262" y="1095128"/>
                  </a:lnTo>
                  <a:lnTo>
                    <a:pt x="933726" y="1095322"/>
                  </a:lnTo>
                  <a:lnTo>
                    <a:pt x="936189" y="1095534"/>
                  </a:lnTo>
                  <a:lnTo>
                    <a:pt x="938653" y="1095754"/>
                  </a:lnTo>
                  <a:lnTo>
                    <a:pt x="941117" y="1095977"/>
                  </a:lnTo>
                  <a:lnTo>
                    <a:pt x="943580" y="1096195"/>
                  </a:lnTo>
                  <a:lnTo>
                    <a:pt x="946044" y="1096401"/>
                  </a:lnTo>
                  <a:lnTo>
                    <a:pt x="948508" y="1096591"/>
                  </a:lnTo>
                  <a:lnTo>
                    <a:pt x="950971" y="1096762"/>
                  </a:lnTo>
                  <a:lnTo>
                    <a:pt x="953435" y="1096914"/>
                  </a:lnTo>
                  <a:lnTo>
                    <a:pt x="955899" y="1097044"/>
                  </a:lnTo>
                  <a:lnTo>
                    <a:pt x="958362" y="1097155"/>
                  </a:lnTo>
                  <a:lnTo>
                    <a:pt x="960826" y="1097248"/>
                  </a:lnTo>
                  <a:lnTo>
                    <a:pt x="963290" y="1097323"/>
                  </a:lnTo>
                  <a:lnTo>
                    <a:pt x="965753" y="1097383"/>
                  </a:lnTo>
                  <a:lnTo>
                    <a:pt x="968217" y="1097429"/>
                  </a:lnTo>
                  <a:lnTo>
                    <a:pt x="970681" y="1097464"/>
                  </a:lnTo>
                  <a:lnTo>
                    <a:pt x="973144" y="1097490"/>
                  </a:lnTo>
                  <a:lnTo>
                    <a:pt x="975608" y="1097510"/>
                  </a:lnTo>
                  <a:lnTo>
                    <a:pt x="978072" y="1097524"/>
                  </a:lnTo>
                  <a:lnTo>
                    <a:pt x="980535" y="1097535"/>
                  </a:lnTo>
                  <a:lnTo>
                    <a:pt x="982999" y="1097542"/>
                  </a:lnTo>
                  <a:lnTo>
                    <a:pt x="985463" y="1097547"/>
                  </a:lnTo>
                  <a:lnTo>
                    <a:pt x="987926" y="1097550"/>
                  </a:lnTo>
                  <a:lnTo>
                    <a:pt x="990390" y="1097552"/>
                  </a:lnTo>
                  <a:lnTo>
                    <a:pt x="992853" y="1097554"/>
                  </a:lnTo>
                  <a:lnTo>
                    <a:pt x="995317" y="1097555"/>
                  </a:lnTo>
                  <a:lnTo>
                    <a:pt x="997781" y="1097555"/>
                  </a:lnTo>
                  <a:lnTo>
                    <a:pt x="1000244" y="1097556"/>
                  </a:lnTo>
                  <a:lnTo>
                    <a:pt x="1002708" y="1097556"/>
                  </a:lnTo>
                  <a:lnTo>
                    <a:pt x="1005172" y="1097556"/>
                  </a:lnTo>
                  <a:lnTo>
                    <a:pt x="1007635" y="1097556"/>
                  </a:lnTo>
                  <a:lnTo>
                    <a:pt x="1010099" y="1097556"/>
                  </a:lnTo>
                  <a:lnTo>
                    <a:pt x="1012563" y="1097556"/>
                  </a:lnTo>
                  <a:lnTo>
                    <a:pt x="1015026" y="1097556"/>
                  </a:lnTo>
                  <a:lnTo>
                    <a:pt x="1017490" y="1097556"/>
                  </a:lnTo>
                  <a:lnTo>
                    <a:pt x="1019954" y="1097556"/>
                  </a:lnTo>
                  <a:lnTo>
                    <a:pt x="1022417" y="1097556"/>
                  </a:lnTo>
                  <a:lnTo>
                    <a:pt x="1024881" y="1097556"/>
                  </a:lnTo>
                  <a:lnTo>
                    <a:pt x="1027345" y="1097556"/>
                  </a:lnTo>
                  <a:lnTo>
                    <a:pt x="1029808" y="1097556"/>
                  </a:lnTo>
                  <a:lnTo>
                    <a:pt x="1032272" y="1097556"/>
                  </a:lnTo>
                  <a:lnTo>
                    <a:pt x="1034736" y="1097556"/>
                  </a:lnTo>
                  <a:lnTo>
                    <a:pt x="1037199" y="1097556"/>
                  </a:lnTo>
                  <a:lnTo>
                    <a:pt x="1039663" y="1097556"/>
                  </a:lnTo>
                  <a:lnTo>
                    <a:pt x="1042127" y="1097556"/>
                  </a:lnTo>
                  <a:lnTo>
                    <a:pt x="1044590" y="1097556"/>
                  </a:lnTo>
                  <a:lnTo>
                    <a:pt x="1047054" y="1097556"/>
                  </a:lnTo>
                  <a:lnTo>
                    <a:pt x="1049518" y="1097556"/>
                  </a:lnTo>
                  <a:lnTo>
                    <a:pt x="1051981" y="1097556"/>
                  </a:lnTo>
                  <a:lnTo>
                    <a:pt x="1054445" y="1097556"/>
                  </a:lnTo>
                  <a:lnTo>
                    <a:pt x="1056909" y="1097556"/>
                  </a:lnTo>
                  <a:lnTo>
                    <a:pt x="1059372" y="1097556"/>
                  </a:lnTo>
                  <a:lnTo>
                    <a:pt x="1061836" y="1097556"/>
                  </a:lnTo>
                  <a:lnTo>
                    <a:pt x="1064300" y="1097556"/>
                  </a:lnTo>
                  <a:lnTo>
                    <a:pt x="1066763" y="1097556"/>
                  </a:lnTo>
                  <a:lnTo>
                    <a:pt x="1069227" y="1097556"/>
                  </a:lnTo>
                  <a:lnTo>
                    <a:pt x="1071691" y="1097556"/>
                  </a:lnTo>
                  <a:lnTo>
                    <a:pt x="1074154" y="1097556"/>
                  </a:lnTo>
                  <a:lnTo>
                    <a:pt x="1076618" y="1097556"/>
                  </a:lnTo>
                  <a:lnTo>
                    <a:pt x="1079082" y="1097556"/>
                  </a:lnTo>
                  <a:lnTo>
                    <a:pt x="1081545" y="1097556"/>
                  </a:lnTo>
                  <a:lnTo>
                    <a:pt x="1084009" y="1097556"/>
                  </a:lnTo>
                  <a:lnTo>
                    <a:pt x="1086472" y="1097556"/>
                  </a:lnTo>
                  <a:lnTo>
                    <a:pt x="1088936" y="1097556"/>
                  </a:lnTo>
                  <a:lnTo>
                    <a:pt x="1091400" y="1097556"/>
                  </a:lnTo>
                  <a:lnTo>
                    <a:pt x="1093863" y="1097556"/>
                  </a:lnTo>
                  <a:lnTo>
                    <a:pt x="1096327" y="1097556"/>
                  </a:lnTo>
                  <a:lnTo>
                    <a:pt x="1098791" y="1097556"/>
                  </a:lnTo>
                  <a:lnTo>
                    <a:pt x="1101254" y="1097556"/>
                  </a:lnTo>
                  <a:lnTo>
                    <a:pt x="1103718" y="1097556"/>
                  </a:lnTo>
                  <a:lnTo>
                    <a:pt x="1106182" y="1097556"/>
                  </a:lnTo>
                  <a:lnTo>
                    <a:pt x="1108645" y="1097556"/>
                  </a:lnTo>
                  <a:lnTo>
                    <a:pt x="1111109" y="1097556"/>
                  </a:lnTo>
                  <a:lnTo>
                    <a:pt x="1113573" y="1097556"/>
                  </a:lnTo>
                  <a:lnTo>
                    <a:pt x="1116036" y="1097556"/>
                  </a:lnTo>
                  <a:lnTo>
                    <a:pt x="1118500" y="1097556"/>
                  </a:lnTo>
                  <a:lnTo>
                    <a:pt x="1120964" y="1097556"/>
                  </a:lnTo>
                  <a:lnTo>
                    <a:pt x="1123427" y="1097556"/>
                  </a:lnTo>
                  <a:lnTo>
                    <a:pt x="1125891" y="1097556"/>
                  </a:lnTo>
                  <a:lnTo>
                    <a:pt x="1128355" y="1097556"/>
                  </a:lnTo>
                  <a:lnTo>
                    <a:pt x="1130818" y="1097556"/>
                  </a:lnTo>
                  <a:lnTo>
                    <a:pt x="1133282" y="1097556"/>
                  </a:lnTo>
                  <a:lnTo>
                    <a:pt x="1135746" y="1097556"/>
                  </a:lnTo>
                  <a:lnTo>
                    <a:pt x="1138209" y="1097556"/>
                  </a:lnTo>
                  <a:lnTo>
                    <a:pt x="1140673" y="1097556"/>
                  </a:lnTo>
                  <a:lnTo>
                    <a:pt x="1143137" y="1097556"/>
                  </a:lnTo>
                  <a:lnTo>
                    <a:pt x="1145600" y="1097556"/>
                  </a:lnTo>
                  <a:lnTo>
                    <a:pt x="1148064" y="1097556"/>
                  </a:lnTo>
                  <a:lnTo>
                    <a:pt x="1150528" y="1097556"/>
                  </a:lnTo>
                  <a:lnTo>
                    <a:pt x="1152991" y="1097556"/>
                  </a:lnTo>
                  <a:lnTo>
                    <a:pt x="1155455" y="1097556"/>
                  </a:lnTo>
                  <a:lnTo>
                    <a:pt x="1157919" y="1097556"/>
                  </a:lnTo>
                  <a:lnTo>
                    <a:pt x="1160382" y="1097556"/>
                  </a:lnTo>
                  <a:lnTo>
                    <a:pt x="1162846" y="1097556"/>
                  </a:lnTo>
                  <a:lnTo>
                    <a:pt x="1165310" y="1097556"/>
                  </a:lnTo>
                  <a:lnTo>
                    <a:pt x="1167773" y="1097556"/>
                  </a:lnTo>
                  <a:lnTo>
                    <a:pt x="1170237" y="1097556"/>
                  </a:lnTo>
                  <a:lnTo>
                    <a:pt x="1172701" y="1097556"/>
                  </a:lnTo>
                  <a:lnTo>
                    <a:pt x="1175164" y="1097556"/>
                  </a:lnTo>
                  <a:lnTo>
                    <a:pt x="1177628" y="1097556"/>
                  </a:lnTo>
                  <a:lnTo>
                    <a:pt x="1180091" y="1097556"/>
                  </a:lnTo>
                  <a:lnTo>
                    <a:pt x="1182555" y="1097556"/>
                  </a:lnTo>
                  <a:lnTo>
                    <a:pt x="1185019" y="1097556"/>
                  </a:lnTo>
                  <a:lnTo>
                    <a:pt x="1187482" y="1097556"/>
                  </a:lnTo>
                  <a:lnTo>
                    <a:pt x="1189946" y="1097556"/>
                  </a:lnTo>
                  <a:lnTo>
                    <a:pt x="1192410" y="1097556"/>
                  </a:lnTo>
                  <a:lnTo>
                    <a:pt x="1194873" y="1097556"/>
                  </a:lnTo>
                  <a:lnTo>
                    <a:pt x="1197337" y="1097556"/>
                  </a:lnTo>
                  <a:lnTo>
                    <a:pt x="1199801" y="1097556"/>
                  </a:lnTo>
                  <a:lnTo>
                    <a:pt x="1202264" y="1097556"/>
                  </a:lnTo>
                  <a:lnTo>
                    <a:pt x="1204728" y="1097556"/>
                  </a:lnTo>
                  <a:lnTo>
                    <a:pt x="1207192" y="1097556"/>
                  </a:lnTo>
                  <a:lnTo>
                    <a:pt x="1209655" y="1097556"/>
                  </a:lnTo>
                  <a:lnTo>
                    <a:pt x="1212119" y="1097556"/>
                  </a:lnTo>
                  <a:lnTo>
                    <a:pt x="1214583" y="1097556"/>
                  </a:lnTo>
                  <a:lnTo>
                    <a:pt x="1217046" y="1097556"/>
                  </a:lnTo>
                  <a:lnTo>
                    <a:pt x="1219510" y="1097556"/>
                  </a:lnTo>
                  <a:lnTo>
                    <a:pt x="1221974" y="1097556"/>
                  </a:lnTo>
                  <a:lnTo>
                    <a:pt x="1224437" y="1097556"/>
                  </a:lnTo>
                  <a:lnTo>
                    <a:pt x="1226901" y="1097556"/>
                  </a:lnTo>
                  <a:lnTo>
                    <a:pt x="1229365" y="1097556"/>
                  </a:lnTo>
                  <a:lnTo>
                    <a:pt x="1231828" y="1097556"/>
                  </a:lnTo>
                  <a:lnTo>
                    <a:pt x="1234292" y="1097556"/>
                  </a:lnTo>
                  <a:lnTo>
                    <a:pt x="1236756" y="1097556"/>
                  </a:lnTo>
                  <a:lnTo>
                    <a:pt x="1239219" y="1097556"/>
                  </a:lnTo>
                  <a:lnTo>
                    <a:pt x="1241683" y="1097556"/>
                  </a:lnTo>
                  <a:lnTo>
                    <a:pt x="1244147" y="1097556"/>
                  </a:lnTo>
                  <a:lnTo>
                    <a:pt x="1246610" y="1097556"/>
                  </a:lnTo>
                  <a:lnTo>
                    <a:pt x="1249074" y="1097556"/>
                  </a:lnTo>
                  <a:lnTo>
                    <a:pt x="1251538" y="1097556"/>
                  </a:lnTo>
                  <a:lnTo>
                    <a:pt x="1254001" y="1097556"/>
                  </a:lnTo>
                  <a:lnTo>
                    <a:pt x="1256465" y="1097556"/>
                  </a:lnTo>
                  <a:lnTo>
                    <a:pt x="1258929" y="1097556"/>
                  </a:lnTo>
                  <a:lnTo>
                    <a:pt x="1256465" y="1097556"/>
                  </a:lnTo>
                  <a:lnTo>
                    <a:pt x="1254001" y="1097556"/>
                  </a:lnTo>
                  <a:lnTo>
                    <a:pt x="1251538" y="1097556"/>
                  </a:lnTo>
                  <a:lnTo>
                    <a:pt x="1249074" y="1097556"/>
                  </a:lnTo>
                  <a:lnTo>
                    <a:pt x="1246610" y="1097556"/>
                  </a:lnTo>
                  <a:lnTo>
                    <a:pt x="1244147" y="1097556"/>
                  </a:lnTo>
                  <a:lnTo>
                    <a:pt x="1241683" y="1097556"/>
                  </a:lnTo>
                  <a:lnTo>
                    <a:pt x="1239219" y="1097556"/>
                  </a:lnTo>
                  <a:lnTo>
                    <a:pt x="1236756" y="1097556"/>
                  </a:lnTo>
                  <a:lnTo>
                    <a:pt x="1234292" y="1097556"/>
                  </a:lnTo>
                  <a:lnTo>
                    <a:pt x="1231828" y="1097556"/>
                  </a:lnTo>
                  <a:lnTo>
                    <a:pt x="1229365" y="1097556"/>
                  </a:lnTo>
                  <a:lnTo>
                    <a:pt x="1226901" y="1097556"/>
                  </a:lnTo>
                  <a:lnTo>
                    <a:pt x="1224437" y="1097556"/>
                  </a:lnTo>
                  <a:lnTo>
                    <a:pt x="1221974" y="1097556"/>
                  </a:lnTo>
                  <a:lnTo>
                    <a:pt x="1219510" y="1097556"/>
                  </a:lnTo>
                  <a:lnTo>
                    <a:pt x="1217046" y="1097556"/>
                  </a:lnTo>
                  <a:lnTo>
                    <a:pt x="1214583" y="1097556"/>
                  </a:lnTo>
                  <a:lnTo>
                    <a:pt x="1212119" y="1097556"/>
                  </a:lnTo>
                  <a:lnTo>
                    <a:pt x="1209655" y="1097556"/>
                  </a:lnTo>
                  <a:lnTo>
                    <a:pt x="1207192" y="1097556"/>
                  </a:lnTo>
                  <a:lnTo>
                    <a:pt x="1204728" y="1097556"/>
                  </a:lnTo>
                  <a:lnTo>
                    <a:pt x="1202264" y="1097556"/>
                  </a:lnTo>
                  <a:lnTo>
                    <a:pt x="1199801" y="1097556"/>
                  </a:lnTo>
                  <a:lnTo>
                    <a:pt x="1197337" y="1097556"/>
                  </a:lnTo>
                  <a:lnTo>
                    <a:pt x="1194873" y="1097556"/>
                  </a:lnTo>
                  <a:lnTo>
                    <a:pt x="1192410" y="1097556"/>
                  </a:lnTo>
                  <a:lnTo>
                    <a:pt x="1189946" y="1097556"/>
                  </a:lnTo>
                  <a:lnTo>
                    <a:pt x="1187482" y="1097556"/>
                  </a:lnTo>
                  <a:lnTo>
                    <a:pt x="1185019" y="1097556"/>
                  </a:lnTo>
                  <a:lnTo>
                    <a:pt x="1182555" y="1097556"/>
                  </a:lnTo>
                  <a:lnTo>
                    <a:pt x="1180091" y="1097556"/>
                  </a:lnTo>
                  <a:lnTo>
                    <a:pt x="1177628" y="1097556"/>
                  </a:lnTo>
                  <a:lnTo>
                    <a:pt x="1175164" y="1097556"/>
                  </a:lnTo>
                  <a:lnTo>
                    <a:pt x="1172701" y="1097556"/>
                  </a:lnTo>
                  <a:lnTo>
                    <a:pt x="1170237" y="1097556"/>
                  </a:lnTo>
                  <a:lnTo>
                    <a:pt x="1167773" y="1097556"/>
                  </a:lnTo>
                  <a:lnTo>
                    <a:pt x="1165310" y="1097556"/>
                  </a:lnTo>
                  <a:lnTo>
                    <a:pt x="1162846" y="1097556"/>
                  </a:lnTo>
                  <a:lnTo>
                    <a:pt x="1160382" y="1097556"/>
                  </a:lnTo>
                  <a:lnTo>
                    <a:pt x="1157919" y="1097556"/>
                  </a:lnTo>
                  <a:lnTo>
                    <a:pt x="1155455" y="1097556"/>
                  </a:lnTo>
                  <a:lnTo>
                    <a:pt x="1152991" y="1097556"/>
                  </a:lnTo>
                  <a:lnTo>
                    <a:pt x="1150528" y="1097556"/>
                  </a:lnTo>
                  <a:lnTo>
                    <a:pt x="1148064" y="1097556"/>
                  </a:lnTo>
                  <a:lnTo>
                    <a:pt x="1145600" y="1097556"/>
                  </a:lnTo>
                  <a:lnTo>
                    <a:pt x="1143137" y="1097556"/>
                  </a:lnTo>
                  <a:lnTo>
                    <a:pt x="1140673" y="1097556"/>
                  </a:lnTo>
                  <a:lnTo>
                    <a:pt x="1138209" y="1097556"/>
                  </a:lnTo>
                  <a:lnTo>
                    <a:pt x="1135746" y="1097556"/>
                  </a:lnTo>
                  <a:lnTo>
                    <a:pt x="1133282" y="1097556"/>
                  </a:lnTo>
                  <a:lnTo>
                    <a:pt x="1130818" y="1097556"/>
                  </a:lnTo>
                  <a:lnTo>
                    <a:pt x="1128355" y="1097556"/>
                  </a:lnTo>
                  <a:lnTo>
                    <a:pt x="1125891" y="1097556"/>
                  </a:lnTo>
                  <a:lnTo>
                    <a:pt x="1123427" y="1097556"/>
                  </a:lnTo>
                  <a:lnTo>
                    <a:pt x="1120964" y="1097556"/>
                  </a:lnTo>
                  <a:lnTo>
                    <a:pt x="1118500" y="1097556"/>
                  </a:lnTo>
                  <a:lnTo>
                    <a:pt x="1116036" y="1097556"/>
                  </a:lnTo>
                  <a:lnTo>
                    <a:pt x="1113573" y="1097556"/>
                  </a:lnTo>
                  <a:lnTo>
                    <a:pt x="1111109" y="1097556"/>
                  </a:lnTo>
                  <a:lnTo>
                    <a:pt x="1108645" y="1097556"/>
                  </a:lnTo>
                  <a:lnTo>
                    <a:pt x="1106182" y="1097556"/>
                  </a:lnTo>
                  <a:lnTo>
                    <a:pt x="1103718" y="1097556"/>
                  </a:lnTo>
                  <a:lnTo>
                    <a:pt x="1101254" y="1097556"/>
                  </a:lnTo>
                  <a:lnTo>
                    <a:pt x="1098791" y="1097556"/>
                  </a:lnTo>
                  <a:lnTo>
                    <a:pt x="1096327" y="1097556"/>
                  </a:lnTo>
                  <a:lnTo>
                    <a:pt x="1093863" y="1097556"/>
                  </a:lnTo>
                  <a:lnTo>
                    <a:pt x="1091400" y="1097556"/>
                  </a:lnTo>
                  <a:lnTo>
                    <a:pt x="1088936" y="1097556"/>
                  </a:lnTo>
                  <a:lnTo>
                    <a:pt x="1086472" y="1097556"/>
                  </a:lnTo>
                  <a:lnTo>
                    <a:pt x="1084009" y="1097556"/>
                  </a:lnTo>
                  <a:lnTo>
                    <a:pt x="1081545" y="1097556"/>
                  </a:lnTo>
                  <a:lnTo>
                    <a:pt x="1079082" y="1097556"/>
                  </a:lnTo>
                  <a:lnTo>
                    <a:pt x="1076618" y="1097556"/>
                  </a:lnTo>
                  <a:lnTo>
                    <a:pt x="1074154" y="1097556"/>
                  </a:lnTo>
                  <a:lnTo>
                    <a:pt x="1071691" y="1097556"/>
                  </a:lnTo>
                  <a:lnTo>
                    <a:pt x="1069227" y="1097556"/>
                  </a:lnTo>
                  <a:lnTo>
                    <a:pt x="1066763" y="1097556"/>
                  </a:lnTo>
                  <a:lnTo>
                    <a:pt x="1064300" y="1097556"/>
                  </a:lnTo>
                  <a:lnTo>
                    <a:pt x="1061836" y="1097556"/>
                  </a:lnTo>
                  <a:lnTo>
                    <a:pt x="1059372" y="1097556"/>
                  </a:lnTo>
                  <a:lnTo>
                    <a:pt x="1056909" y="1097556"/>
                  </a:lnTo>
                  <a:lnTo>
                    <a:pt x="1054445" y="1097556"/>
                  </a:lnTo>
                  <a:lnTo>
                    <a:pt x="1051981" y="1097556"/>
                  </a:lnTo>
                  <a:lnTo>
                    <a:pt x="1049518" y="1097556"/>
                  </a:lnTo>
                  <a:lnTo>
                    <a:pt x="1047054" y="1097556"/>
                  </a:lnTo>
                  <a:lnTo>
                    <a:pt x="1044590" y="1097556"/>
                  </a:lnTo>
                  <a:lnTo>
                    <a:pt x="1042127" y="1097556"/>
                  </a:lnTo>
                  <a:lnTo>
                    <a:pt x="1039663" y="1097556"/>
                  </a:lnTo>
                  <a:lnTo>
                    <a:pt x="1037199" y="1097556"/>
                  </a:lnTo>
                  <a:lnTo>
                    <a:pt x="1034736" y="1097556"/>
                  </a:lnTo>
                  <a:lnTo>
                    <a:pt x="1032272" y="1097556"/>
                  </a:lnTo>
                  <a:lnTo>
                    <a:pt x="1029808" y="1097556"/>
                  </a:lnTo>
                  <a:lnTo>
                    <a:pt x="1027345" y="1097556"/>
                  </a:lnTo>
                  <a:lnTo>
                    <a:pt x="1024881" y="1097556"/>
                  </a:lnTo>
                  <a:lnTo>
                    <a:pt x="1022417" y="1097556"/>
                  </a:lnTo>
                  <a:lnTo>
                    <a:pt x="1019954" y="1097556"/>
                  </a:lnTo>
                  <a:lnTo>
                    <a:pt x="1017490" y="1097556"/>
                  </a:lnTo>
                  <a:lnTo>
                    <a:pt x="1015026" y="1097556"/>
                  </a:lnTo>
                  <a:lnTo>
                    <a:pt x="1012563" y="1097556"/>
                  </a:lnTo>
                  <a:lnTo>
                    <a:pt x="1010099" y="1097556"/>
                  </a:lnTo>
                  <a:lnTo>
                    <a:pt x="1007635" y="1097556"/>
                  </a:lnTo>
                  <a:lnTo>
                    <a:pt x="1005172" y="1097556"/>
                  </a:lnTo>
                  <a:lnTo>
                    <a:pt x="1002708" y="1097556"/>
                  </a:lnTo>
                  <a:lnTo>
                    <a:pt x="1000244" y="1097556"/>
                  </a:lnTo>
                  <a:lnTo>
                    <a:pt x="997781" y="1097556"/>
                  </a:lnTo>
                  <a:lnTo>
                    <a:pt x="995317" y="1097556"/>
                  </a:lnTo>
                  <a:lnTo>
                    <a:pt x="992853" y="1097556"/>
                  </a:lnTo>
                  <a:lnTo>
                    <a:pt x="990390" y="1097556"/>
                  </a:lnTo>
                  <a:lnTo>
                    <a:pt x="987926" y="1097556"/>
                  </a:lnTo>
                  <a:lnTo>
                    <a:pt x="985463" y="1097556"/>
                  </a:lnTo>
                  <a:lnTo>
                    <a:pt x="982999" y="1097556"/>
                  </a:lnTo>
                  <a:lnTo>
                    <a:pt x="980535" y="1097556"/>
                  </a:lnTo>
                  <a:lnTo>
                    <a:pt x="978072" y="1097556"/>
                  </a:lnTo>
                  <a:lnTo>
                    <a:pt x="975608" y="1097556"/>
                  </a:lnTo>
                  <a:lnTo>
                    <a:pt x="973144" y="1097556"/>
                  </a:lnTo>
                  <a:lnTo>
                    <a:pt x="970681" y="1097556"/>
                  </a:lnTo>
                  <a:lnTo>
                    <a:pt x="968217" y="1097556"/>
                  </a:lnTo>
                  <a:lnTo>
                    <a:pt x="965753" y="1097556"/>
                  </a:lnTo>
                  <a:lnTo>
                    <a:pt x="963290" y="1097556"/>
                  </a:lnTo>
                  <a:lnTo>
                    <a:pt x="960826" y="1097556"/>
                  </a:lnTo>
                  <a:lnTo>
                    <a:pt x="958362" y="1097556"/>
                  </a:lnTo>
                  <a:lnTo>
                    <a:pt x="955899" y="1097556"/>
                  </a:lnTo>
                  <a:lnTo>
                    <a:pt x="953435" y="1097556"/>
                  </a:lnTo>
                  <a:lnTo>
                    <a:pt x="950971" y="1097556"/>
                  </a:lnTo>
                  <a:lnTo>
                    <a:pt x="948508" y="1097556"/>
                  </a:lnTo>
                  <a:lnTo>
                    <a:pt x="946044" y="1097556"/>
                  </a:lnTo>
                  <a:lnTo>
                    <a:pt x="943580" y="1097556"/>
                  </a:lnTo>
                  <a:lnTo>
                    <a:pt x="941117" y="1097556"/>
                  </a:lnTo>
                  <a:lnTo>
                    <a:pt x="938653" y="1097556"/>
                  </a:lnTo>
                  <a:lnTo>
                    <a:pt x="936189" y="1097556"/>
                  </a:lnTo>
                  <a:lnTo>
                    <a:pt x="933726" y="1097556"/>
                  </a:lnTo>
                  <a:lnTo>
                    <a:pt x="931262" y="1097556"/>
                  </a:lnTo>
                  <a:lnTo>
                    <a:pt x="928798" y="1097556"/>
                  </a:lnTo>
                  <a:lnTo>
                    <a:pt x="926335" y="1097556"/>
                  </a:lnTo>
                  <a:lnTo>
                    <a:pt x="923871" y="1097556"/>
                  </a:lnTo>
                  <a:lnTo>
                    <a:pt x="921407" y="1097556"/>
                  </a:lnTo>
                  <a:lnTo>
                    <a:pt x="918944" y="1097556"/>
                  </a:lnTo>
                  <a:lnTo>
                    <a:pt x="916480" y="1097556"/>
                  </a:lnTo>
                  <a:lnTo>
                    <a:pt x="914016" y="1097556"/>
                  </a:lnTo>
                  <a:lnTo>
                    <a:pt x="911553" y="1097556"/>
                  </a:lnTo>
                  <a:lnTo>
                    <a:pt x="909089" y="1097556"/>
                  </a:lnTo>
                  <a:lnTo>
                    <a:pt x="906625" y="1097556"/>
                  </a:lnTo>
                  <a:lnTo>
                    <a:pt x="904162" y="1097556"/>
                  </a:lnTo>
                  <a:lnTo>
                    <a:pt x="901698" y="1097556"/>
                  </a:lnTo>
                  <a:lnTo>
                    <a:pt x="899235" y="1097556"/>
                  </a:lnTo>
                  <a:lnTo>
                    <a:pt x="896771" y="1097556"/>
                  </a:lnTo>
                  <a:lnTo>
                    <a:pt x="894307" y="1097556"/>
                  </a:lnTo>
                  <a:lnTo>
                    <a:pt x="891844" y="1097556"/>
                  </a:lnTo>
                  <a:lnTo>
                    <a:pt x="889380" y="1097556"/>
                  </a:lnTo>
                  <a:lnTo>
                    <a:pt x="886916" y="1097556"/>
                  </a:lnTo>
                  <a:lnTo>
                    <a:pt x="884453" y="1097556"/>
                  </a:lnTo>
                  <a:lnTo>
                    <a:pt x="881989" y="1097556"/>
                  </a:lnTo>
                  <a:lnTo>
                    <a:pt x="879525" y="1097556"/>
                  </a:lnTo>
                  <a:lnTo>
                    <a:pt x="877062" y="1097556"/>
                  </a:lnTo>
                  <a:lnTo>
                    <a:pt x="874598" y="1097556"/>
                  </a:lnTo>
                  <a:lnTo>
                    <a:pt x="872134" y="1097556"/>
                  </a:lnTo>
                  <a:lnTo>
                    <a:pt x="869671" y="1097556"/>
                  </a:lnTo>
                  <a:lnTo>
                    <a:pt x="867207" y="1097556"/>
                  </a:lnTo>
                  <a:lnTo>
                    <a:pt x="864743" y="1097556"/>
                  </a:lnTo>
                  <a:lnTo>
                    <a:pt x="862280" y="1097556"/>
                  </a:lnTo>
                  <a:lnTo>
                    <a:pt x="859816" y="1097556"/>
                  </a:lnTo>
                  <a:lnTo>
                    <a:pt x="857352" y="1097556"/>
                  </a:lnTo>
                  <a:lnTo>
                    <a:pt x="854889" y="1097556"/>
                  </a:lnTo>
                  <a:lnTo>
                    <a:pt x="852425" y="1097556"/>
                  </a:lnTo>
                  <a:lnTo>
                    <a:pt x="849961" y="1097556"/>
                  </a:lnTo>
                  <a:lnTo>
                    <a:pt x="847498" y="1097556"/>
                  </a:lnTo>
                  <a:lnTo>
                    <a:pt x="845034" y="1097556"/>
                  </a:lnTo>
                  <a:lnTo>
                    <a:pt x="842570" y="1097556"/>
                  </a:lnTo>
                  <a:lnTo>
                    <a:pt x="840107" y="1097556"/>
                  </a:lnTo>
                  <a:lnTo>
                    <a:pt x="837643" y="1097556"/>
                  </a:lnTo>
                  <a:lnTo>
                    <a:pt x="835179" y="1097556"/>
                  </a:lnTo>
                  <a:lnTo>
                    <a:pt x="832716" y="1097556"/>
                  </a:lnTo>
                  <a:lnTo>
                    <a:pt x="830252" y="1097556"/>
                  </a:lnTo>
                  <a:lnTo>
                    <a:pt x="827788" y="1097556"/>
                  </a:lnTo>
                  <a:lnTo>
                    <a:pt x="825325" y="1097556"/>
                  </a:lnTo>
                  <a:lnTo>
                    <a:pt x="822861" y="1097556"/>
                  </a:lnTo>
                  <a:lnTo>
                    <a:pt x="820397" y="1097556"/>
                  </a:lnTo>
                  <a:lnTo>
                    <a:pt x="817934" y="1097556"/>
                  </a:lnTo>
                  <a:lnTo>
                    <a:pt x="815470" y="1097556"/>
                  </a:lnTo>
                  <a:lnTo>
                    <a:pt x="813006" y="1097556"/>
                  </a:lnTo>
                  <a:lnTo>
                    <a:pt x="810543" y="1097556"/>
                  </a:lnTo>
                  <a:lnTo>
                    <a:pt x="808079" y="1097556"/>
                  </a:lnTo>
                  <a:lnTo>
                    <a:pt x="805616" y="1097556"/>
                  </a:lnTo>
                  <a:lnTo>
                    <a:pt x="803152" y="1097556"/>
                  </a:lnTo>
                  <a:lnTo>
                    <a:pt x="800688" y="1097556"/>
                  </a:lnTo>
                  <a:lnTo>
                    <a:pt x="798225" y="1097556"/>
                  </a:lnTo>
                  <a:lnTo>
                    <a:pt x="795761" y="1097556"/>
                  </a:lnTo>
                  <a:lnTo>
                    <a:pt x="793297" y="1097556"/>
                  </a:lnTo>
                  <a:lnTo>
                    <a:pt x="790834" y="1097556"/>
                  </a:lnTo>
                  <a:lnTo>
                    <a:pt x="788370" y="1097556"/>
                  </a:lnTo>
                  <a:lnTo>
                    <a:pt x="785906" y="1097556"/>
                  </a:lnTo>
                  <a:lnTo>
                    <a:pt x="783443" y="1097556"/>
                  </a:lnTo>
                  <a:lnTo>
                    <a:pt x="780979" y="1097556"/>
                  </a:lnTo>
                  <a:lnTo>
                    <a:pt x="778515" y="1097556"/>
                  </a:lnTo>
                  <a:lnTo>
                    <a:pt x="776052" y="1097556"/>
                  </a:lnTo>
                  <a:lnTo>
                    <a:pt x="773588" y="1097556"/>
                  </a:lnTo>
                  <a:lnTo>
                    <a:pt x="771124" y="1097556"/>
                  </a:lnTo>
                  <a:lnTo>
                    <a:pt x="768661" y="1097556"/>
                  </a:lnTo>
                  <a:lnTo>
                    <a:pt x="766197" y="1097556"/>
                  </a:lnTo>
                  <a:lnTo>
                    <a:pt x="763733" y="1097556"/>
                  </a:lnTo>
                  <a:lnTo>
                    <a:pt x="761270" y="1097556"/>
                  </a:lnTo>
                  <a:lnTo>
                    <a:pt x="758806" y="1097556"/>
                  </a:lnTo>
                  <a:lnTo>
                    <a:pt x="756342" y="1097556"/>
                  </a:lnTo>
                  <a:lnTo>
                    <a:pt x="753879" y="1097556"/>
                  </a:lnTo>
                  <a:lnTo>
                    <a:pt x="751415" y="1097556"/>
                  </a:lnTo>
                  <a:lnTo>
                    <a:pt x="748951" y="1097556"/>
                  </a:lnTo>
                  <a:lnTo>
                    <a:pt x="746488" y="1097556"/>
                  </a:lnTo>
                  <a:lnTo>
                    <a:pt x="744024" y="1097556"/>
                  </a:lnTo>
                  <a:lnTo>
                    <a:pt x="741560" y="1097556"/>
                  </a:lnTo>
                  <a:lnTo>
                    <a:pt x="739097" y="1097556"/>
                  </a:lnTo>
                  <a:lnTo>
                    <a:pt x="736633" y="1097556"/>
                  </a:lnTo>
                  <a:lnTo>
                    <a:pt x="734169" y="1097556"/>
                  </a:lnTo>
                  <a:lnTo>
                    <a:pt x="731706" y="1097556"/>
                  </a:lnTo>
                  <a:lnTo>
                    <a:pt x="729242" y="1097556"/>
                  </a:lnTo>
                  <a:lnTo>
                    <a:pt x="726778" y="1097556"/>
                  </a:lnTo>
                  <a:lnTo>
                    <a:pt x="724315" y="1097556"/>
                  </a:lnTo>
                  <a:lnTo>
                    <a:pt x="721851" y="1097556"/>
                  </a:lnTo>
                  <a:lnTo>
                    <a:pt x="719388" y="1097556"/>
                  </a:lnTo>
                  <a:lnTo>
                    <a:pt x="716924" y="1097556"/>
                  </a:lnTo>
                  <a:lnTo>
                    <a:pt x="714460" y="1097556"/>
                  </a:lnTo>
                  <a:lnTo>
                    <a:pt x="711997" y="1097556"/>
                  </a:lnTo>
                  <a:lnTo>
                    <a:pt x="709533" y="1097556"/>
                  </a:lnTo>
                  <a:lnTo>
                    <a:pt x="707069" y="1097556"/>
                  </a:lnTo>
                  <a:lnTo>
                    <a:pt x="704606" y="1097556"/>
                  </a:lnTo>
                  <a:lnTo>
                    <a:pt x="702142" y="1097556"/>
                  </a:lnTo>
                  <a:lnTo>
                    <a:pt x="699678" y="1097556"/>
                  </a:lnTo>
                  <a:lnTo>
                    <a:pt x="697215" y="1097556"/>
                  </a:lnTo>
                  <a:lnTo>
                    <a:pt x="694751" y="1097556"/>
                  </a:lnTo>
                  <a:lnTo>
                    <a:pt x="692287" y="1097556"/>
                  </a:lnTo>
                  <a:lnTo>
                    <a:pt x="689824" y="1097556"/>
                  </a:lnTo>
                  <a:lnTo>
                    <a:pt x="687360" y="1097556"/>
                  </a:lnTo>
                  <a:lnTo>
                    <a:pt x="684896" y="1097556"/>
                  </a:lnTo>
                  <a:lnTo>
                    <a:pt x="682433" y="1097556"/>
                  </a:lnTo>
                  <a:lnTo>
                    <a:pt x="679969" y="1097556"/>
                  </a:lnTo>
                  <a:lnTo>
                    <a:pt x="677505" y="1097556"/>
                  </a:lnTo>
                  <a:lnTo>
                    <a:pt x="675042" y="1097556"/>
                  </a:lnTo>
                  <a:lnTo>
                    <a:pt x="672578" y="1097556"/>
                  </a:lnTo>
                  <a:lnTo>
                    <a:pt x="670114" y="1097556"/>
                  </a:lnTo>
                  <a:lnTo>
                    <a:pt x="667651" y="1097556"/>
                  </a:lnTo>
                  <a:lnTo>
                    <a:pt x="665187" y="1097556"/>
                  </a:lnTo>
                  <a:lnTo>
                    <a:pt x="662723" y="1097556"/>
                  </a:lnTo>
                  <a:lnTo>
                    <a:pt x="660260" y="1097556"/>
                  </a:lnTo>
                  <a:lnTo>
                    <a:pt x="657796" y="1097556"/>
                  </a:lnTo>
                  <a:lnTo>
                    <a:pt x="655332" y="1097556"/>
                  </a:lnTo>
                  <a:lnTo>
                    <a:pt x="652869" y="1097556"/>
                  </a:lnTo>
                  <a:lnTo>
                    <a:pt x="650405" y="1097556"/>
                  </a:lnTo>
                  <a:lnTo>
                    <a:pt x="647941" y="1097556"/>
                  </a:lnTo>
                  <a:lnTo>
                    <a:pt x="645478" y="1097556"/>
                  </a:lnTo>
                  <a:lnTo>
                    <a:pt x="643014" y="1097556"/>
                  </a:lnTo>
                  <a:lnTo>
                    <a:pt x="640550" y="1097556"/>
                  </a:lnTo>
                  <a:lnTo>
                    <a:pt x="638087" y="1097556"/>
                  </a:lnTo>
                  <a:lnTo>
                    <a:pt x="635623" y="1097556"/>
                  </a:lnTo>
                  <a:lnTo>
                    <a:pt x="633159" y="1097556"/>
                  </a:lnTo>
                  <a:lnTo>
                    <a:pt x="630696" y="1097556"/>
                  </a:lnTo>
                  <a:lnTo>
                    <a:pt x="628232" y="1097556"/>
                  </a:lnTo>
                  <a:lnTo>
                    <a:pt x="625769" y="1097556"/>
                  </a:lnTo>
                  <a:lnTo>
                    <a:pt x="623305" y="1097556"/>
                  </a:lnTo>
                  <a:lnTo>
                    <a:pt x="620841" y="1097556"/>
                  </a:lnTo>
                  <a:lnTo>
                    <a:pt x="618378" y="1097556"/>
                  </a:lnTo>
                  <a:lnTo>
                    <a:pt x="615914" y="1097556"/>
                  </a:lnTo>
                  <a:lnTo>
                    <a:pt x="613450" y="1097556"/>
                  </a:lnTo>
                  <a:lnTo>
                    <a:pt x="610987" y="1097556"/>
                  </a:lnTo>
                  <a:lnTo>
                    <a:pt x="608523" y="1097556"/>
                  </a:lnTo>
                  <a:lnTo>
                    <a:pt x="606059" y="1097556"/>
                  </a:lnTo>
                  <a:lnTo>
                    <a:pt x="603596" y="1097556"/>
                  </a:lnTo>
                  <a:lnTo>
                    <a:pt x="601132" y="1097556"/>
                  </a:lnTo>
                  <a:lnTo>
                    <a:pt x="598668" y="1097556"/>
                  </a:lnTo>
                  <a:lnTo>
                    <a:pt x="596205" y="1097556"/>
                  </a:lnTo>
                  <a:lnTo>
                    <a:pt x="593741" y="1097556"/>
                  </a:lnTo>
                  <a:lnTo>
                    <a:pt x="591277" y="1097556"/>
                  </a:lnTo>
                  <a:lnTo>
                    <a:pt x="588814" y="1097556"/>
                  </a:lnTo>
                  <a:lnTo>
                    <a:pt x="586350" y="1097556"/>
                  </a:lnTo>
                  <a:lnTo>
                    <a:pt x="583886" y="1097556"/>
                  </a:lnTo>
                  <a:lnTo>
                    <a:pt x="581423" y="1097556"/>
                  </a:lnTo>
                  <a:lnTo>
                    <a:pt x="578959" y="1097556"/>
                  </a:lnTo>
                  <a:lnTo>
                    <a:pt x="576495" y="1097556"/>
                  </a:lnTo>
                  <a:lnTo>
                    <a:pt x="574032" y="1097556"/>
                  </a:lnTo>
                  <a:lnTo>
                    <a:pt x="571568" y="1097556"/>
                  </a:lnTo>
                  <a:lnTo>
                    <a:pt x="569104" y="1097556"/>
                  </a:lnTo>
                  <a:lnTo>
                    <a:pt x="566641" y="1097556"/>
                  </a:lnTo>
                  <a:lnTo>
                    <a:pt x="564177" y="1097556"/>
                  </a:lnTo>
                  <a:lnTo>
                    <a:pt x="561713" y="1097556"/>
                  </a:lnTo>
                  <a:lnTo>
                    <a:pt x="559250" y="1097556"/>
                  </a:lnTo>
                  <a:lnTo>
                    <a:pt x="556786" y="1097556"/>
                  </a:lnTo>
                  <a:lnTo>
                    <a:pt x="554322" y="1097556"/>
                  </a:lnTo>
                  <a:lnTo>
                    <a:pt x="551859" y="1097556"/>
                  </a:lnTo>
                  <a:lnTo>
                    <a:pt x="549395" y="1097556"/>
                  </a:lnTo>
                  <a:lnTo>
                    <a:pt x="546931" y="1097556"/>
                  </a:lnTo>
                  <a:lnTo>
                    <a:pt x="544468" y="1097556"/>
                  </a:lnTo>
                  <a:lnTo>
                    <a:pt x="542004" y="1097556"/>
                  </a:lnTo>
                  <a:lnTo>
                    <a:pt x="539541" y="1097556"/>
                  </a:lnTo>
                  <a:lnTo>
                    <a:pt x="537077" y="1097556"/>
                  </a:lnTo>
                  <a:lnTo>
                    <a:pt x="534613" y="1097556"/>
                  </a:lnTo>
                  <a:lnTo>
                    <a:pt x="532150" y="1097556"/>
                  </a:lnTo>
                  <a:lnTo>
                    <a:pt x="529686" y="1097556"/>
                  </a:lnTo>
                  <a:lnTo>
                    <a:pt x="527222" y="1097556"/>
                  </a:lnTo>
                  <a:lnTo>
                    <a:pt x="524759" y="1097556"/>
                  </a:lnTo>
                  <a:lnTo>
                    <a:pt x="522295" y="1097556"/>
                  </a:lnTo>
                  <a:lnTo>
                    <a:pt x="519831" y="1097556"/>
                  </a:lnTo>
                  <a:lnTo>
                    <a:pt x="517368" y="1097556"/>
                  </a:lnTo>
                  <a:lnTo>
                    <a:pt x="514904" y="1097556"/>
                  </a:lnTo>
                  <a:lnTo>
                    <a:pt x="512440" y="1097556"/>
                  </a:lnTo>
                  <a:lnTo>
                    <a:pt x="509977" y="1097556"/>
                  </a:lnTo>
                  <a:lnTo>
                    <a:pt x="507513" y="1097556"/>
                  </a:lnTo>
                  <a:lnTo>
                    <a:pt x="505049" y="1097556"/>
                  </a:lnTo>
                  <a:lnTo>
                    <a:pt x="502586" y="1097556"/>
                  </a:lnTo>
                  <a:lnTo>
                    <a:pt x="500122" y="1097556"/>
                  </a:lnTo>
                  <a:lnTo>
                    <a:pt x="497658" y="1097556"/>
                  </a:lnTo>
                  <a:lnTo>
                    <a:pt x="495195" y="1097556"/>
                  </a:lnTo>
                  <a:lnTo>
                    <a:pt x="492731" y="1097556"/>
                  </a:lnTo>
                  <a:lnTo>
                    <a:pt x="490267" y="1097556"/>
                  </a:lnTo>
                  <a:lnTo>
                    <a:pt x="487804" y="1097556"/>
                  </a:lnTo>
                  <a:lnTo>
                    <a:pt x="485340" y="1097556"/>
                  </a:lnTo>
                  <a:lnTo>
                    <a:pt x="482876" y="1097556"/>
                  </a:lnTo>
                  <a:lnTo>
                    <a:pt x="480413" y="1097556"/>
                  </a:lnTo>
                  <a:lnTo>
                    <a:pt x="477949" y="1097556"/>
                  </a:lnTo>
                  <a:lnTo>
                    <a:pt x="475485" y="1097556"/>
                  </a:lnTo>
                  <a:lnTo>
                    <a:pt x="473022" y="1097556"/>
                  </a:lnTo>
                  <a:lnTo>
                    <a:pt x="470558" y="1097556"/>
                  </a:lnTo>
                  <a:lnTo>
                    <a:pt x="468094" y="1097556"/>
                  </a:lnTo>
                  <a:lnTo>
                    <a:pt x="465631" y="1097556"/>
                  </a:lnTo>
                  <a:lnTo>
                    <a:pt x="463167" y="1097556"/>
                  </a:lnTo>
                  <a:lnTo>
                    <a:pt x="460703" y="1097556"/>
                  </a:lnTo>
                  <a:lnTo>
                    <a:pt x="458240" y="1097556"/>
                  </a:lnTo>
                  <a:lnTo>
                    <a:pt x="455776" y="1097556"/>
                  </a:lnTo>
                  <a:lnTo>
                    <a:pt x="453312" y="1097556"/>
                  </a:lnTo>
                  <a:lnTo>
                    <a:pt x="450849" y="1097556"/>
                  </a:lnTo>
                  <a:lnTo>
                    <a:pt x="448385" y="1097556"/>
                  </a:lnTo>
                  <a:lnTo>
                    <a:pt x="445922" y="1097556"/>
                  </a:lnTo>
                  <a:lnTo>
                    <a:pt x="443458" y="1097556"/>
                  </a:lnTo>
                  <a:lnTo>
                    <a:pt x="440994" y="1097556"/>
                  </a:lnTo>
                  <a:lnTo>
                    <a:pt x="438531" y="1097556"/>
                  </a:lnTo>
                  <a:lnTo>
                    <a:pt x="436067" y="1097556"/>
                  </a:lnTo>
                  <a:lnTo>
                    <a:pt x="433603" y="1097556"/>
                  </a:lnTo>
                  <a:lnTo>
                    <a:pt x="431140" y="1097556"/>
                  </a:lnTo>
                  <a:lnTo>
                    <a:pt x="428676" y="1097556"/>
                  </a:lnTo>
                  <a:lnTo>
                    <a:pt x="426212" y="1097556"/>
                  </a:lnTo>
                  <a:lnTo>
                    <a:pt x="423749" y="1097556"/>
                  </a:lnTo>
                  <a:lnTo>
                    <a:pt x="421285" y="1097556"/>
                  </a:lnTo>
                  <a:lnTo>
                    <a:pt x="418821" y="1097556"/>
                  </a:lnTo>
                  <a:lnTo>
                    <a:pt x="416358" y="1097556"/>
                  </a:lnTo>
                  <a:lnTo>
                    <a:pt x="413894" y="1097556"/>
                  </a:lnTo>
                  <a:lnTo>
                    <a:pt x="411430" y="1097556"/>
                  </a:lnTo>
                  <a:lnTo>
                    <a:pt x="408967" y="1097556"/>
                  </a:lnTo>
                  <a:lnTo>
                    <a:pt x="406503" y="1097556"/>
                  </a:lnTo>
                  <a:lnTo>
                    <a:pt x="404039" y="1097556"/>
                  </a:lnTo>
                  <a:lnTo>
                    <a:pt x="401576" y="1097556"/>
                  </a:lnTo>
                  <a:lnTo>
                    <a:pt x="399112" y="1097556"/>
                  </a:lnTo>
                  <a:lnTo>
                    <a:pt x="396648" y="1097556"/>
                  </a:lnTo>
                  <a:lnTo>
                    <a:pt x="394185" y="1097556"/>
                  </a:lnTo>
                  <a:lnTo>
                    <a:pt x="391721" y="1097556"/>
                  </a:lnTo>
                  <a:lnTo>
                    <a:pt x="389257" y="1097556"/>
                  </a:lnTo>
                  <a:lnTo>
                    <a:pt x="386794" y="1097556"/>
                  </a:lnTo>
                  <a:lnTo>
                    <a:pt x="384330" y="1097556"/>
                  </a:lnTo>
                  <a:lnTo>
                    <a:pt x="381866" y="1097556"/>
                  </a:lnTo>
                  <a:lnTo>
                    <a:pt x="379403" y="1097556"/>
                  </a:lnTo>
                  <a:lnTo>
                    <a:pt x="376939" y="1097556"/>
                  </a:lnTo>
                  <a:lnTo>
                    <a:pt x="374475" y="1097556"/>
                  </a:lnTo>
                  <a:lnTo>
                    <a:pt x="372012" y="1097556"/>
                  </a:lnTo>
                  <a:lnTo>
                    <a:pt x="369548" y="1097556"/>
                  </a:lnTo>
                  <a:lnTo>
                    <a:pt x="367084" y="1097556"/>
                  </a:lnTo>
                  <a:lnTo>
                    <a:pt x="364621" y="1097556"/>
                  </a:lnTo>
                  <a:lnTo>
                    <a:pt x="362157" y="1097556"/>
                  </a:lnTo>
                  <a:lnTo>
                    <a:pt x="359694" y="1097556"/>
                  </a:lnTo>
                  <a:lnTo>
                    <a:pt x="357230" y="1097556"/>
                  </a:lnTo>
                  <a:lnTo>
                    <a:pt x="354766" y="1097556"/>
                  </a:lnTo>
                  <a:lnTo>
                    <a:pt x="352303" y="1097556"/>
                  </a:lnTo>
                  <a:lnTo>
                    <a:pt x="349839" y="1097556"/>
                  </a:lnTo>
                  <a:lnTo>
                    <a:pt x="347375" y="1097556"/>
                  </a:lnTo>
                  <a:lnTo>
                    <a:pt x="344912" y="1097556"/>
                  </a:lnTo>
                  <a:lnTo>
                    <a:pt x="342448" y="1097556"/>
                  </a:lnTo>
                  <a:lnTo>
                    <a:pt x="339984" y="1097556"/>
                  </a:lnTo>
                  <a:lnTo>
                    <a:pt x="337521" y="1097556"/>
                  </a:lnTo>
                  <a:lnTo>
                    <a:pt x="335057" y="1097556"/>
                  </a:lnTo>
                  <a:lnTo>
                    <a:pt x="332593" y="1097556"/>
                  </a:lnTo>
                  <a:lnTo>
                    <a:pt x="330130" y="1097556"/>
                  </a:lnTo>
                  <a:lnTo>
                    <a:pt x="327666" y="1097556"/>
                  </a:lnTo>
                  <a:lnTo>
                    <a:pt x="325202" y="1097556"/>
                  </a:lnTo>
                  <a:lnTo>
                    <a:pt x="322739" y="1097556"/>
                  </a:lnTo>
                  <a:lnTo>
                    <a:pt x="320275" y="1097556"/>
                  </a:lnTo>
                  <a:lnTo>
                    <a:pt x="317811" y="1097556"/>
                  </a:lnTo>
                  <a:lnTo>
                    <a:pt x="315348" y="1097556"/>
                  </a:lnTo>
                  <a:lnTo>
                    <a:pt x="312884" y="1097556"/>
                  </a:lnTo>
                  <a:lnTo>
                    <a:pt x="310420" y="1097556"/>
                  </a:lnTo>
                  <a:lnTo>
                    <a:pt x="307957" y="1097556"/>
                  </a:lnTo>
                  <a:lnTo>
                    <a:pt x="305493" y="1097556"/>
                  </a:lnTo>
                  <a:lnTo>
                    <a:pt x="303029" y="1097556"/>
                  </a:lnTo>
                  <a:lnTo>
                    <a:pt x="300566" y="1097556"/>
                  </a:lnTo>
                  <a:lnTo>
                    <a:pt x="298102" y="1097556"/>
                  </a:lnTo>
                  <a:lnTo>
                    <a:pt x="295638" y="1097556"/>
                  </a:lnTo>
                  <a:lnTo>
                    <a:pt x="293175" y="1097556"/>
                  </a:lnTo>
                  <a:lnTo>
                    <a:pt x="290711" y="1097556"/>
                  </a:lnTo>
                  <a:lnTo>
                    <a:pt x="288247" y="1097556"/>
                  </a:lnTo>
                  <a:lnTo>
                    <a:pt x="285784" y="1097556"/>
                  </a:lnTo>
                  <a:lnTo>
                    <a:pt x="283320" y="1097556"/>
                  </a:lnTo>
                  <a:lnTo>
                    <a:pt x="280856" y="1097556"/>
                  </a:lnTo>
                  <a:lnTo>
                    <a:pt x="278393" y="1097556"/>
                  </a:lnTo>
                  <a:lnTo>
                    <a:pt x="275929" y="1097556"/>
                  </a:lnTo>
                  <a:lnTo>
                    <a:pt x="273465" y="1097556"/>
                  </a:lnTo>
                  <a:lnTo>
                    <a:pt x="271002" y="1097556"/>
                  </a:lnTo>
                  <a:lnTo>
                    <a:pt x="268538" y="1097556"/>
                  </a:lnTo>
                  <a:lnTo>
                    <a:pt x="266075" y="1097556"/>
                  </a:lnTo>
                  <a:lnTo>
                    <a:pt x="263611" y="1097556"/>
                  </a:lnTo>
                  <a:lnTo>
                    <a:pt x="261147" y="1097556"/>
                  </a:lnTo>
                  <a:lnTo>
                    <a:pt x="258684" y="1097556"/>
                  </a:lnTo>
                  <a:lnTo>
                    <a:pt x="256220" y="1097556"/>
                  </a:lnTo>
                  <a:lnTo>
                    <a:pt x="253756" y="1097556"/>
                  </a:lnTo>
                  <a:lnTo>
                    <a:pt x="251293" y="1097556"/>
                  </a:lnTo>
                  <a:lnTo>
                    <a:pt x="248829" y="1097556"/>
                  </a:lnTo>
                  <a:lnTo>
                    <a:pt x="246365" y="1097556"/>
                  </a:lnTo>
                  <a:lnTo>
                    <a:pt x="243902" y="1097556"/>
                  </a:lnTo>
                  <a:lnTo>
                    <a:pt x="241438" y="1097556"/>
                  </a:lnTo>
                  <a:lnTo>
                    <a:pt x="238974" y="1097556"/>
                  </a:lnTo>
                  <a:lnTo>
                    <a:pt x="236511" y="1097556"/>
                  </a:lnTo>
                  <a:lnTo>
                    <a:pt x="234047" y="1097556"/>
                  </a:lnTo>
                  <a:lnTo>
                    <a:pt x="231583" y="1097556"/>
                  </a:lnTo>
                  <a:lnTo>
                    <a:pt x="229120" y="1097556"/>
                  </a:lnTo>
                  <a:lnTo>
                    <a:pt x="226656" y="1097556"/>
                  </a:lnTo>
                  <a:lnTo>
                    <a:pt x="224192" y="1097556"/>
                  </a:lnTo>
                  <a:lnTo>
                    <a:pt x="221729" y="1097556"/>
                  </a:lnTo>
                  <a:lnTo>
                    <a:pt x="219265" y="1097556"/>
                  </a:lnTo>
                  <a:lnTo>
                    <a:pt x="216801" y="1097556"/>
                  </a:lnTo>
                  <a:lnTo>
                    <a:pt x="214338" y="1097556"/>
                  </a:lnTo>
                  <a:lnTo>
                    <a:pt x="211874" y="1097556"/>
                  </a:lnTo>
                  <a:lnTo>
                    <a:pt x="209410" y="1097556"/>
                  </a:lnTo>
                  <a:lnTo>
                    <a:pt x="206947" y="1097556"/>
                  </a:lnTo>
                  <a:lnTo>
                    <a:pt x="204483" y="1097556"/>
                  </a:lnTo>
                  <a:lnTo>
                    <a:pt x="202019" y="1097556"/>
                  </a:lnTo>
                  <a:lnTo>
                    <a:pt x="199556" y="1097556"/>
                  </a:lnTo>
                  <a:lnTo>
                    <a:pt x="197092" y="1097556"/>
                  </a:lnTo>
                  <a:lnTo>
                    <a:pt x="194628" y="1097556"/>
                  </a:lnTo>
                  <a:lnTo>
                    <a:pt x="192165" y="1097556"/>
                  </a:lnTo>
                  <a:lnTo>
                    <a:pt x="189701" y="1097556"/>
                  </a:lnTo>
                  <a:lnTo>
                    <a:pt x="187237" y="1097556"/>
                  </a:lnTo>
                  <a:lnTo>
                    <a:pt x="184774" y="1097556"/>
                  </a:lnTo>
                  <a:lnTo>
                    <a:pt x="182310" y="1097556"/>
                  </a:lnTo>
                  <a:lnTo>
                    <a:pt x="179847" y="1097556"/>
                  </a:lnTo>
                  <a:lnTo>
                    <a:pt x="177383" y="1097556"/>
                  </a:lnTo>
                  <a:lnTo>
                    <a:pt x="174919" y="1097556"/>
                  </a:lnTo>
                  <a:lnTo>
                    <a:pt x="172456" y="1097556"/>
                  </a:lnTo>
                  <a:lnTo>
                    <a:pt x="169992" y="1097556"/>
                  </a:lnTo>
                  <a:lnTo>
                    <a:pt x="167528" y="1097556"/>
                  </a:lnTo>
                  <a:lnTo>
                    <a:pt x="165065" y="1097556"/>
                  </a:lnTo>
                  <a:lnTo>
                    <a:pt x="162601" y="1097556"/>
                  </a:lnTo>
                  <a:lnTo>
                    <a:pt x="160137" y="1097556"/>
                  </a:lnTo>
                  <a:lnTo>
                    <a:pt x="157674" y="1097556"/>
                  </a:lnTo>
                  <a:lnTo>
                    <a:pt x="155210" y="1097556"/>
                  </a:lnTo>
                  <a:lnTo>
                    <a:pt x="152746" y="1097556"/>
                  </a:lnTo>
                  <a:lnTo>
                    <a:pt x="150283" y="1097556"/>
                  </a:lnTo>
                  <a:lnTo>
                    <a:pt x="147819" y="1097556"/>
                  </a:lnTo>
                  <a:lnTo>
                    <a:pt x="145355" y="1097556"/>
                  </a:lnTo>
                  <a:lnTo>
                    <a:pt x="142892" y="1097556"/>
                  </a:lnTo>
                  <a:lnTo>
                    <a:pt x="140428" y="1097556"/>
                  </a:lnTo>
                  <a:lnTo>
                    <a:pt x="137964" y="1097556"/>
                  </a:lnTo>
                  <a:lnTo>
                    <a:pt x="135501" y="1097556"/>
                  </a:lnTo>
                  <a:lnTo>
                    <a:pt x="133037" y="1097556"/>
                  </a:lnTo>
                  <a:lnTo>
                    <a:pt x="130573" y="1097556"/>
                  </a:lnTo>
                  <a:lnTo>
                    <a:pt x="128110" y="1097556"/>
                  </a:lnTo>
                  <a:lnTo>
                    <a:pt x="125646" y="1097556"/>
                  </a:lnTo>
                  <a:lnTo>
                    <a:pt x="123182" y="1097556"/>
                  </a:lnTo>
                  <a:lnTo>
                    <a:pt x="120719" y="1097556"/>
                  </a:lnTo>
                  <a:lnTo>
                    <a:pt x="118255" y="1097556"/>
                  </a:lnTo>
                  <a:lnTo>
                    <a:pt x="115791" y="1097556"/>
                  </a:lnTo>
                  <a:lnTo>
                    <a:pt x="113328" y="1097556"/>
                  </a:lnTo>
                  <a:lnTo>
                    <a:pt x="110864" y="1097556"/>
                  </a:lnTo>
                  <a:lnTo>
                    <a:pt x="108400" y="1097556"/>
                  </a:lnTo>
                  <a:lnTo>
                    <a:pt x="105937" y="1097556"/>
                  </a:lnTo>
                  <a:lnTo>
                    <a:pt x="103473" y="1097556"/>
                  </a:lnTo>
                  <a:lnTo>
                    <a:pt x="101009" y="1097556"/>
                  </a:lnTo>
                  <a:lnTo>
                    <a:pt x="98546" y="1097556"/>
                  </a:lnTo>
                  <a:lnTo>
                    <a:pt x="96082" y="1097556"/>
                  </a:lnTo>
                  <a:lnTo>
                    <a:pt x="93618" y="1097556"/>
                  </a:lnTo>
                  <a:lnTo>
                    <a:pt x="91155" y="1097556"/>
                  </a:lnTo>
                  <a:lnTo>
                    <a:pt x="88691" y="1097556"/>
                  </a:lnTo>
                  <a:lnTo>
                    <a:pt x="86228" y="1097556"/>
                  </a:lnTo>
                  <a:lnTo>
                    <a:pt x="83764" y="1097556"/>
                  </a:lnTo>
                  <a:lnTo>
                    <a:pt x="81300" y="1097556"/>
                  </a:lnTo>
                  <a:lnTo>
                    <a:pt x="78837" y="1097556"/>
                  </a:lnTo>
                  <a:lnTo>
                    <a:pt x="76373" y="1097556"/>
                  </a:lnTo>
                  <a:lnTo>
                    <a:pt x="73909" y="1097556"/>
                  </a:lnTo>
                  <a:lnTo>
                    <a:pt x="71446" y="1097556"/>
                  </a:lnTo>
                  <a:lnTo>
                    <a:pt x="68982" y="1097556"/>
                  </a:lnTo>
                  <a:lnTo>
                    <a:pt x="66518" y="1097556"/>
                  </a:lnTo>
                  <a:lnTo>
                    <a:pt x="64055" y="1097556"/>
                  </a:lnTo>
                  <a:lnTo>
                    <a:pt x="61591" y="1097556"/>
                  </a:lnTo>
                  <a:lnTo>
                    <a:pt x="59127" y="1097556"/>
                  </a:lnTo>
                  <a:lnTo>
                    <a:pt x="56664" y="1097556"/>
                  </a:lnTo>
                  <a:lnTo>
                    <a:pt x="54200" y="1097556"/>
                  </a:lnTo>
                  <a:lnTo>
                    <a:pt x="51736" y="1097556"/>
                  </a:lnTo>
                  <a:lnTo>
                    <a:pt x="49273" y="1097556"/>
                  </a:lnTo>
                  <a:lnTo>
                    <a:pt x="46809" y="1097556"/>
                  </a:lnTo>
                  <a:lnTo>
                    <a:pt x="44345" y="1097556"/>
                  </a:lnTo>
                  <a:lnTo>
                    <a:pt x="41882" y="1097556"/>
                  </a:lnTo>
                  <a:lnTo>
                    <a:pt x="39418" y="1097556"/>
                  </a:lnTo>
                  <a:lnTo>
                    <a:pt x="36954" y="1097556"/>
                  </a:lnTo>
                  <a:lnTo>
                    <a:pt x="34491" y="1097556"/>
                  </a:lnTo>
                  <a:lnTo>
                    <a:pt x="32027" y="1097556"/>
                  </a:lnTo>
                  <a:lnTo>
                    <a:pt x="29563" y="1097556"/>
                  </a:lnTo>
                  <a:lnTo>
                    <a:pt x="27100" y="1097556"/>
                  </a:lnTo>
                  <a:lnTo>
                    <a:pt x="24636" y="1097556"/>
                  </a:lnTo>
                  <a:lnTo>
                    <a:pt x="22172" y="1097556"/>
                  </a:lnTo>
                  <a:lnTo>
                    <a:pt x="19709" y="1097556"/>
                  </a:lnTo>
                  <a:lnTo>
                    <a:pt x="17245" y="1097556"/>
                  </a:lnTo>
                  <a:lnTo>
                    <a:pt x="14781" y="1097556"/>
                  </a:lnTo>
                  <a:lnTo>
                    <a:pt x="12318" y="1097556"/>
                  </a:lnTo>
                  <a:lnTo>
                    <a:pt x="9854" y="1097556"/>
                  </a:lnTo>
                  <a:lnTo>
                    <a:pt x="7390" y="1097556"/>
                  </a:lnTo>
                  <a:lnTo>
                    <a:pt x="4927" y="1097556"/>
                  </a:lnTo>
                  <a:lnTo>
                    <a:pt x="2463" y="109755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481616" y="1028230"/>
              <a:ext cx="1258929" cy="1097556"/>
            </a:xfrm>
            <a:custGeom>
              <a:avLst/>
              <a:pathLst>
                <a:path w="1258929" h="1097556">
                  <a:moveTo>
                    <a:pt x="0" y="1097556"/>
                  </a:moveTo>
                  <a:lnTo>
                    <a:pt x="2463" y="1097556"/>
                  </a:lnTo>
                  <a:lnTo>
                    <a:pt x="4927" y="1097556"/>
                  </a:lnTo>
                  <a:lnTo>
                    <a:pt x="7390" y="1097556"/>
                  </a:lnTo>
                  <a:lnTo>
                    <a:pt x="9854" y="1097556"/>
                  </a:lnTo>
                  <a:lnTo>
                    <a:pt x="12318" y="1097556"/>
                  </a:lnTo>
                  <a:lnTo>
                    <a:pt x="14781" y="1097556"/>
                  </a:lnTo>
                  <a:lnTo>
                    <a:pt x="17245" y="1097556"/>
                  </a:lnTo>
                  <a:lnTo>
                    <a:pt x="19709" y="1097556"/>
                  </a:lnTo>
                  <a:lnTo>
                    <a:pt x="22172" y="1097556"/>
                  </a:lnTo>
                  <a:lnTo>
                    <a:pt x="24636" y="1097555"/>
                  </a:lnTo>
                  <a:lnTo>
                    <a:pt x="27100" y="1097555"/>
                  </a:lnTo>
                  <a:lnTo>
                    <a:pt x="29563" y="1097553"/>
                  </a:lnTo>
                  <a:lnTo>
                    <a:pt x="32027" y="1097551"/>
                  </a:lnTo>
                  <a:lnTo>
                    <a:pt x="34491" y="1097548"/>
                  </a:lnTo>
                  <a:lnTo>
                    <a:pt x="36954" y="1097542"/>
                  </a:lnTo>
                  <a:lnTo>
                    <a:pt x="39418" y="1097532"/>
                  </a:lnTo>
                  <a:lnTo>
                    <a:pt x="41882" y="1097516"/>
                  </a:lnTo>
                  <a:lnTo>
                    <a:pt x="44345" y="1097492"/>
                  </a:lnTo>
                  <a:lnTo>
                    <a:pt x="46809" y="1097452"/>
                  </a:lnTo>
                  <a:lnTo>
                    <a:pt x="49273" y="1097390"/>
                  </a:lnTo>
                  <a:lnTo>
                    <a:pt x="51736" y="1097296"/>
                  </a:lnTo>
                  <a:lnTo>
                    <a:pt x="54200" y="1097157"/>
                  </a:lnTo>
                  <a:lnTo>
                    <a:pt x="56664" y="1096954"/>
                  </a:lnTo>
                  <a:lnTo>
                    <a:pt x="59127" y="1096664"/>
                  </a:lnTo>
                  <a:lnTo>
                    <a:pt x="61591" y="1096256"/>
                  </a:lnTo>
                  <a:lnTo>
                    <a:pt x="64055" y="1095692"/>
                  </a:lnTo>
                  <a:lnTo>
                    <a:pt x="66518" y="1094927"/>
                  </a:lnTo>
                  <a:lnTo>
                    <a:pt x="68982" y="1093859"/>
                  </a:lnTo>
                  <a:lnTo>
                    <a:pt x="71446" y="1092442"/>
                  </a:lnTo>
                  <a:lnTo>
                    <a:pt x="73909" y="1090599"/>
                  </a:lnTo>
                  <a:lnTo>
                    <a:pt x="76373" y="1088244"/>
                  </a:lnTo>
                  <a:lnTo>
                    <a:pt x="78837" y="1085287"/>
                  </a:lnTo>
                  <a:lnTo>
                    <a:pt x="81300" y="1081637"/>
                  </a:lnTo>
                  <a:lnTo>
                    <a:pt x="83764" y="1077203"/>
                  </a:lnTo>
                  <a:lnTo>
                    <a:pt x="86228" y="1071902"/>
                  </a:lnTo>
                  <a:lnTo>
                    <a:pt x="88691" y="1065665"/>
                  </a:lnTo>
                  <a:lnTo>
                    <a:pt x="91155" y="1058318"/>
                  </a:lnTo>
                  <a:lnTo>
                    <a:pt x="93618" y="1049916"/>
                  </a:lnTo>
                  <a:lnTo>
                    <a:pt x="96082" y="1040491"/>
                  </a:lnTo>
                  <a:lnTo>
                    <a:pt x="98546" y="1030070"/>
                  </a:lnTo>
                  <a:lnTo>
                    <a:pt x="101009" y="1018706"/>
                  </a:lnTo>
                  <a:lnTo>
                    <a:pt x="103473" y="1006466"/>
                  </a:lnTo>
                  <a:lnTo>
                    <a:pt x="105937" y="993433"/>
                  </a:lnTo>
                  <a:lnTo>
                    <a:pt x="108400" y="979691"/>
                  </a:lnTo>
                  <a:lnTo>
                    <a:pt x="110864" y="965320"/>
                  </a:lnTo>
                  <a:lnTo>
                    <a:pt x="113328" y="950339"/>
                  </a:lnTo>
                  <a:lnTo>
                    <a:pt x="115791" y="934815"/>
                  </a:lnTo>
                  <a:lnTo>
                    <a:pt x="118255" y="918765"/>
                  </a:lnTo>
                  <a:lnTo>
                    <a:pt x="120719" y="902149"/>
                  </a:lnTo>
                  <a:lnTo>
                    <a:pt x="123182" y="884893"/>
                  </a:lnTo>
                  <a:lnTo>
                    <a:pt x="125646" y="866899"/>
                  </a:lnTo>
                  <a:lnTo>
                    <a:pt x="128110" y="848053"/>
                  </a:lnTo>
                  <a:lnTo>
                    <a:pt x="130573" y="828237"/>
                  </a:lnTo>
                  <a:lnTo>
                    <a:pt x="133037" y="807338"/>
                  </a:lnTo>
                  <a:lnTo>
                    <a:pt x="135501" y="785179"/>
                  </a:lnTo>
                  <a:lnTo>
                    <a:pt x="137964" y="761722"/>
                  </a:lnTo>
                  <a:lnTo>
                    <a:pt x="140428" y="737067"/>
                  </a:lnTo>
                  <a:lnTo>
                    <a:pt x="142892" y="711293"/>
                  </a:lnTo>
                  <a:lnTo>
                    <a:pt x="145355" y="684528"/>
                  </a:lnTo>
                  <a:lnTo>
                    <a:pt x="147819" y="656944"/>
                  </a:lnTo>
                  <a:lnTo>
                    <a:pt x="150283" y="628750"/>
                  </a:lnTo>
                  <a:lnTo>
                    <a:pt x="152746" y="600175"/>
                  </a:lnTo>
                  <a:lnTo>
                    <a:pt x="155210" y="571455"/>
                  </a:lnTo>
                  <a:lnTo>
                    <a:pt x="157674" y="542838"/>
                  </a:lnTo>
                  <a:lnTo>
                    <a:pt x="160137" y="514572"/>
                  </a:lnTo>
                  <a:lnTo>
                    <a:pt x="162601" y="486789"/>
                  </a:lnTo>
                  <a:lnTo>
                    <a:pt x="165065" y="459581"/>
                  </a:lnTo>
                  <a:lnTo>
                    <a:pt x="167528" y="432986"/>
                  </a:lnTo>
                  <a:lnTo>
                    <a:pt x="169992" y="406992"/>
                  </a:lnTo>
                  <a:lnTo>
                    <a:pt x="172456" y="381543"/>
                  </a:lnTo>
                  <a:lnTo>
                    <a:pt x="174919" y="356546"/>
                  </a:lnTo>
                  <a:lnTo>
                    <a:pt x="177383" y="331884"/>
                  </a:lnTo>
                  <a:lnTo>
                    <a:pt x="179847" y="307429"/>
                  </a:lnTo>
                  <a:lnTo>
                    <a:pt x="182310" y="283038"/>
                  </a:lnTo>
                  <a:lnTo>
                    <a:pt x="184774" y="258598"/>
                  </a:lnTo>
                  <a:lnTo>
                    <a:pt x="187237" y="234063"/>
                  </a:lnTo>
                  <a:lnTo>
                    <a:pt x="189701" y="209436"/>
                  </a:lnTo>
                  <a:lnTo>
                    <a:pt x="192165" y="184785"/>
                  </a:lnTo>
                  <a:lnTo>
                    <a:pt x="194628" y="160243"/>
                  </a:lnTo>
                  <a:lnTo>
                    <a:pt x="197092" y="136014"/>
                  </a:lnTo>
                  <a:lnTo>
                    <a:pt x="199556" y="112374"/>
                  </a:lnTo>
                  <a:lnTo>
                    <a:pt x="202019" y="89690"/>
                  </a:lnTo>
                  <a:lnTo>
                    <a:pt x="204483" y="68599"/>
                  </a:lnTo>
                  <a:lnTo>
                    <a:pt x="206947" y="49457"/>
                  </a:lnTo>
                  <a:lnTo>
                    <a:pt x="209410" y="32758"/>
                  </a:lnTo>
                  <a:lnTo>
                    <a:pt x="211874" y="18997"/>
                  </a:lnTo>
                  <a:lnTo>
                    <a:pt x="214338" y="8658"/>
                  </a:lnTo>
                  <a:lnTo>
                    <a:pt x="216801" y="2192"/>
                  </a:lnTo>
                  <a:lnTo>
                    <a:pt x="219265" y="0"/>
                  </a:lnTo>
                  <a:lnTo>
                    <a:pt x="221729" y="2419"/>
                  </a:lnTo>
                  <a:lnTo>
                    <a:pt x="224192" y="9711"/>
                  </a:lnTo>
                  <a:lnTo>
                    <a:pt x="226656" y="22750"/>
                  </a:lnTo>
                  <a:lnTo>
                    <a:pt x="229120" y="40898"/>
                  </a:lnTo>
                  <a:lnTo>
                    <a:pt x="231583" y="64069"/>
                  </a:lnTo>
                  <a:lnTo>
                    <a:pt x="234047" y="92090"/>
                  </a:lnTo>
                  <a:lnTo>
                    <a:pt x="236511" y="124705"/>
                  </a:lnTo>
                  <a:lnTo>
                    <a:pt x="238974" y="161573"/>
                  </a:lnTo>
                  <a:lnTo>
                    <a:pt x="241438" y="202282"/>
                  </a:lnTo>
                  <a:lnTo>
                    <a:pt x="243902" y="246355"/>
                  </a:lnTo>
                  <a:lnTo>
                    <a:pt x="246365" y="293267"/>
                  </a:lnTo>
                  <a:lnTo>
                    <a:pt x="248829" y="342626"/>
                  </a:lnTo>
                  <a:lnTo>
                    <a:pt x="251293" y="393505"/>
                  </a:lnTo>
                  <a:lnTo>
                    <a:pt x="253756" y="445245"/>
                  </a:lnTo>
                  <a:lnTo>
                    <a:pt x="256220" y="497241"/>
                  </a:lnTo>
                  <a:lnTo>
                    <a:pt x="258684" y="548906"/>
                  </a:lnTo>
                  <a:lnTo>
                    <a:pt x="261147" y="599681"/>
                  </a:lnTo>
                  <a:lnTo>
                    <a:pt x="263611" y="649049"/>
                  </a:lnTo>
                  <a:lnTo>
                    <a:pt x="266075" y="696544"/>
                  </a:lnTo>
                  <a:lnTo>
                    <a:pt x="268538" y="741760"/>
                  </a:lnTo>
                  <a:lnTo>
                    <a:pt x="271002" y="784063"/>
                  </a:lnTo>
                  <a:lnTo>
                    <a:pt x="273465" y="823314"/>
                  </a:lnTo>
                  <a:lnTo>
                    <a:pt x="275929" y="859467"/>
                  </a:lnTo>
                  <a:lnTo>
                    <a:pt x="278393" y="892444"/>
                  </a:lnTo>
                  <a:lnTo>
                    <a:pt x="280856" y="922229"/>
                  </a:lnTo>
                  <a:lnTo>
                    <a:pt x="283320" y="948872"/>
                  </a:lnTo>
                  <a:lnTo>
                    <a:pt x="285784" y="972471"/>
                  </a:lnTo>
                  <a:lnTo>
                    <a:pt x="288247" y="993173"/>
                  </a:lnTo>
                  <a:lnTo>
                    <a:pt x="290711" y="1011158"/>
                  </a:lnTo>
                  <a:lnTo>
                    <a:pt x="293175" y="1026454"/>
                  </a:lnTo>
                  <a:lnTo>
                    <a:pt x="295638" y="1039386"/>
                  </a:lnTo>
                  <a:lnTo>
                    <a:pt x="298102" y="1050336"/>
                  </a:lnTo>
                  <a:lnTo>
                    <a:pt x="300566" y="1059528"/>
                  </a:lnTo>
                  <a:lnTo>
                    <a:pt x="303029" y="1067179"/>
                  </a:lnTo>
                  <a:lnTo>
                    <a:pt x="305493" y="1073494"/>
                  </a:lnTo>
                  <a:lnTo>
                    <a:pt x="307957" y="1078659"/>
                  </a:lnTo>
                  <a:lnTo>
                    <a:pt x="310420" y="1082848"/>
                  </a:lnTo>
                  <a:lnTo>
                    <a:pt x="312884" y="1086213"/>
                  </a:lnTo>
                  <a:lnTo>
                    <a:pt x="315348" y="1088859"/>
                  </a:lnTo>
                  <a:lnTo>
                    <a:pt x="317811" y="1090916"/>
                  </a:lnTo>
                  <a:lnTo>
                    <a:pt x="320275" y="1092532"/>
                  </a:lnTo>
                  <a:lnTo>
                    <a:pt x="322739" y="1093788"/>
                  </a:lnTo>
                  <a:lnTo>
                    <a:pt x="325202" y="1094751"/>
                  </a:lnTo>
                  <a:lnTo>
                    <a:pt x="327666" y="1095479"/>
                  </a:lnTo>
                  <a:lnTo>
                    <a:pt x="330130" y="1096018"/>
                  </a:lnTo>
                  <a:lnTo>
                    <a:pt x="332593" y="1096406"/>
                  </a:lnTo>
                  <a:lnTo>
                    <a:pt x="335057" y="1096674"/>
                  </a:lnTo>
                  <a:lnTo>
                    <a:pt x="337521" y="1096843"/>
                  </a:lnTo>
                  <a:lnTo>
                    <a:pt x="339984" y="1096929"/>
                  </a:lnTo>
                  <a:lnTo>
                    <a:pt x="342448" y="1096956"/>
                  </a:lnTo>
                  <a:lnTo>
                    <a:pt x="344912" y="1096932"/>
                  </a:lnTo>
                  <a:lnTo>
                    <a:pt x="347375" y="1096864"/>
                  </a:lnTo>
                  <a:lnTo>
                    <a:pt x="349839" y="1096758"/>
                  </a:lnTo>
                  <a:lnTo>
                    <a:pt x="352303" y="1096621"/>
                  </a:lnTo>
                  <a:lnTo>
                    <a:pt x="354766" y="1096455"/>
                  </a:lnTo>
                  <a:lnTo>
                    <a:pt x="357230" y="1096266"/>
                  </a:lnTo>
                  <a:lnTo>
                    <a:pt x="359694" y="1096059"/>
                  </a:lnTo>
                  <a:lnTo>
                    <a:pt x="362157" y="1095841"/>
                  </a:lnTo>
                  <a:lnTo>
                    <a:pt x="364621" y="1095620"/>
                  </a:lnTo>
                  <a:lnTo>
                    <a:pt x="367084" y="1095405"/>
                  </a:lnTo>
                  <a:lnTo>
                    <a:pt x="369548" y="1095203"/>
                  </a:lnTo>
                  <a:lnTo>
                    <a:pt x="372012" y="1095022"/>
                  </a:lnTo>
                  <a:lnTo>
                    <a:pt x="374475" y="1094870"/>
                  </a:lnTo>
                  <a:lnTo>
                    <a:pt x="376939" y="1094754"/>
                  </a:lnTo>
                  <a:lnTo>
                    <a:pt x="379403" y="1094678"/>
                  </a:lnTo>
                  <a:lnTo>
                    <a:pt x="381866" y="1094647"/>
                  </a:lnTo>
                  <a:lnTo>
                    <a:pt x="384330" y="1094668"/>
                  </a:lnTo>
                  <a:lnTo>
                    <a:pt x="386794" y="1094734"/>
                  </a:lnTo>
                  <a:lnTo>
                    <a:pt x="389257" y="1094842"/>
                  </a:lnTo>
                  <a:lnTo>
                    <a:pt x="391721" y="1094987"/>
                  </a:lnTo>
                  <a:lnTo>
                    <a:pt x="394185" y="1095163"/>
                  </a:lnTo>
                  <a:lnTo>
                    <a:pt x="396648" y="1095362"/>
                  </a:lnTo>
                  <a:lnTo>
                    <a:pt x="399112" y="1095576"/>
                  </a:lnTo>
                  <a:lnTo>
                    <a:pt x="401576" y="1095799"/>
                  </a:lnTo>
                  <a:lnTo>
                    <a:pt x="404039" y="1096022"/>
                  </a:lnTo>
                  <a:lnTo>
                    <a:pt x="406503" y="1096238"/>
                  </a:lnTo>
                  <a:lnTo>
                    <a:pt x="408967" y="1096441"/>
                  </a:lnTo>
                  <a:lnTo>
                    <a:pt x="411430" y="1096628"/>
                  </a:lnTo>
                  <a:lnTo>
                    <a:pt x="413894" y="1096796"/>
                  </a:lnTo>
                  <a:lnTo>
                    <a:pt x="416358" y="1096943"/>
                  </a:lnTo>
                  <a:lnTo>
                    <a:pt x="418821" y="1097070"/>
                  </a:lnTo>
                  <a:lnTo>
                    <a:pt x="421285" y="1097178"/>
                  </a:lnTo>
                  <a:lnTo>
                    <a:pt x="423749" y="1097266"/>
                  </a:lnTo>
                  <a:lnTo>
                    <a:pt x="426212" y="1097338"/>
                  </a:lnTo>
                  <a:lnTo>
                    <a:pt x="428676" y="1097394"/>
                  </a:lnTo>
                  <a:lnTo>
                    <a:pt x="431140" y="1097437"/>
                  </a:lnTo>
                  <a:lnTo>
                    <a:pt x="433603" y="1097470"/>
                  </a:lnTo>
                  <a:lnTo>
                    <a:pt x="436067" y="1097495"/>
                  </a:lnTo>
                  <a:lnTo>
                    <a:pt x="438531" y="1097514"/>
                  </a:lnTo>
                  <a:lnTo>
                    <a:pt x="440994" y="1097527"/>
                  </a:lnTo>
                  <a:lnTo>
                    <a:pt x="443458" y="1097537"/>
                  </a:lnTo>
                  <a:lnTo>
                    <a:pt x="445922" y="1097543"/>
                  </a:lnTo>
                  <a:lnTo>
                    <a:pt x="448385" y="1097548"/>
                  </a:lnTo>
                  <a:lnTo>
                    <a:pt x="450849" y="1097551"/>
                  </a:lnTo>
                  <a:lnTo>
                    <a:pt x="453312" y="1097553"/>
                  </a:lnTo>
                  <a:lnTo>
                    <a:pt x="455776" y="1097554"/>
                  </a:lnTo>
                  <a:lnTo>
                    <a:pt x="458240" y="1097555"/>
                  </a:lnTo>
                  <a:lnTo>
                    <a:pt x="460703" y="1097555"/>
                  </a:lnTo>
                  <a:lnTo>
                    <a:pt x="463167" y="1097556"/>
                  </a:lnTo>
                  <a:lnTo>
                    <a:pt x="465631" y="1097556"/>
                  </a:lnTo>
                  <a:lnTo>
                    <a:pt x="468094" y="1097556"/>
                  </a:lnTo>
                  <a:lnTo>
                    <a:pt x="470558" y="1097556"/>
                  </a:lnTo>
                  <a:lnTo>
                    <a:pt x="473022" y="1097556"/>
                  </a:lnTo>
                  <a:lnTo>
                    <a:pt x="475485" y="1097556"/>
                  </a:lnTo>
                  <a:lnTo>
                    <a:pt x="477949" y="1097556"/>
                  </a:lnTo>
                  <a:lnTo>
                    <a:pt x="480413" y="1097556"/>
                  </a:lnTo>
                  <a:lnTo>
                    <a:pt x="482876" y="1097556"/>
                  </a:lnTo>
                  <a:lnTo>
                    <a:pt x="485340" y="1097556"/>
                  </a:lnTo>
                  <a:lnTo>
                    <a:pt x="487804" y="1097556"/>
                  </a:lnTo>
                  <a:lnTo>
                    <a:pt x="490267" y="1097556"/>
                  </a:lnTo>
                  <a:lnTo>
                    <a:pt x="492731" y="1097556"/>
                  </a:lnTo>
                  <a:lnTo>
                    <a:pt x="495195" y="1097556"/>
                  </a:lnTo>
                  <a:lnTo>
                    <a:pt x="497658" y="1097556"/>
                  </a:lnTo>
                  <a:lnTo>
                    <a:pt x="500122" y="1097556"/>
                  </a:lnTo>
                  <a:lnTo>
                    <a:pt x="502586" y="1097556"/>
                  </a:lnTo>
                  <a:lnTo>
                    <a:pt x="505049" y="1097556"/>
                  </a:lnTo>
                  <a:lnTo>
                    <a:pt x="507513" y="1097556"/>
                  </a:lnTo>
                  <a:lnTo>
                    <a:pt x="509977" y="1097556"/>
                  </a:lnTo>
                  <a:lnTo>
                    <a:pt x="512440" y="1097556"/>
                  </a:lnTo>
                  <a:lnTo>
                    <a:pt x="514904" y="1097556"/>
                  </a:lnTo>
                  <a:lnTo>
                    <a:pt x="517368" y="1097556"/>
                  </a:lnTo>
                  <a:lnTo>
                    <a:pt x="519831" y="1097556"/>
                  </a:lnTo>
                  <a:lnTo>
                    <a:pt x="522295" y="1097556"/>
                  </a:lnTo>
                  <a:lnTo>
                    <a:pt x="524759" y="1097556"/>
                  </a:lnTo>
                  <a:lnTo>
                    <a:pt x="527222" y="1097556"/>
                  </a:lnTo>
                  <a:lnTo>
                    <a:pt x="529686" y="1097556"/>
                  </a:lnTo>
                  <a:lnTo>
                    <a:pt x="532150" y="1097556"/>
                  </a:lnTo>
                  <a:lnTo>
                    <a:pt x="534613" y="1097556"/>
                  </a:lnTo>
                  <a:lnTo>
                    <a:pt x="537077" y="1097556"/>
                  </a:lnTo>
                  <a:lnTo>
                    <a:pt x="539541" y="1097556"/>
                  </a:lnTo>
                  <a:lnTo>
                    <a:pt x="542004" y="1097556"/>
                  </a:lnTo>
                  <a:lnTo>
                    <a:pt x="544468" y="1097556"/>
                  </a:lnTo>
                  <a:lnTo>
                    <a:pt x="546931" y="1097556"/>
                  </a:lnTo>
                  <a:lnTo>
                    <a:pt x="549395" y="1097556"/>
                  </a:lnTo>
                  <a:lnTo>
                    <a:pt x="551859" y="1097556"/>
                  </a:lnTo>
                  <a:lnTo>
                    <a:pt x="554322" y="1097556"/>
                  </a:lnTo>
                  <a:lnTo>
                    <a:pt x="556786" y="1097556"/>
                  </a:lnTo>
                  <a:lnTo>
                    <a:pt x="559250" y="1097556"/>
                  </a:lnTo>
                  <a:lnTo>
                    <a:pt x="561713" y="1097556"/>
                  </a:lnTo>
                  <a:lnTo>
                    <a:pt x="564177" y="1097556"/>
                  </a:lnTo>
                  <a:lnTo>
                    <a:pt x="566641" y="1097556"/>
                  </a:lnTo>
                  <a:lnTo>
                    <a:pt x="569104" y="1097556"/>
                  </a:lnTo>
                  <a:lnTo>
                    <a:pt x="571568" y="1097556"/>
                  </a:lnTo>
                  <a:lnTo>
                    <a:pt x="574032" y="1097556"/>
                  </a:lnTo>
                  <a:lnTo>
                    <a:pt x="576495" y="1097556"/>
                  </a:lnTo>
                  <a:lnTo>
                    <a:pt x="578959" y="1097556"/>
                  </a:lnTo>
                  <a:lnTo>
                    <a:pt x="581423" y="1097556"/>
                  </a:lnTo>
                  <a:lnTo>
                    <a:pt x="583886" y="1097556"/>
                  </a:lnTo>
                  <a:lnTo>
                    <a:pt x="586350" y="1097556"/>
                  </a:lnTo>
                  <a:lnTo>
                    <a:pt x="588814" y="1097556"/>
                  </a:lnTo>
                  <a:lnTo>
                    <a:pt x="591277" y="1097556"/>
                  </a:lnTo>
                  <a:lnTo>
                    <a:pt x="593741" y="1097556"/>
                  </a:lnTo>
                  <a:lnTo>
                    <a:pt x="596205" y="1097556"/>
                  </a:lnTo>
                  <a:lnTo>
                    <a:pt x="598668" y="1097556"/>
                  </a:lnTo>
                  <a:lnTo>
                    <a:pt x="601132" y="1097556"/>
                  </a:lnTo>
                  <a:lnTo>
                    <a:pt x="603596" y="1097556"/>
                  </a:lnTo>
                  <a:lnTo>
                    <a:pt x="606059" y="1097556"/>
                  </a:lnTo>
                  <a:lnTo>
                    <a:pt x="608523" y="1097556"/>
                  </a:lnTo>
                  <a:lnTo>
                    <a:pt x="610987" y="1097556"/>
                  </a:lnTo>
                  <a:lnTo>
                    <a:pt x="613450" y="1097556"/>
                  </a:lnTo>
                  <a:lnTo>
                    <a:pt x="615914" y="1097556"/>
                  </a:lnTo>
                  <a:lnTo>
                    <a:pt x="618378" y="1097556"/>
                  </a:lnTo>
                  <a:lnTo>
                    <a:pt x="620841" y="1097556"/>
                  </a:lnTo>
                  <a:lnTo>
                    <a:pt x="623305" y="1097556"/>
                  </a:lnTo>
                  <a:lnTo>
                    <a:pt x="625769" y="1097556"/>
                  </a:lnTo>
                  <a:lnTo>
                    <a:pt x="628232" y="1097556"/>
                  </a:lnTo>
                  <a:lnTo>
                    <a:pt x="630696" y="1097556"/>
                  </a:lnTo>
                  <a:lnTo>
                    <a:pt x="633159" y="1097556"/>
                  </a:lnTo>
                  <a:lnTo>
                    <a:pt x="635623" y="1097556"/>
                  </a:lnTo>
                  <a:lnTo>
                    <a:pt x="638087" y="1097556"/>
                  </a:lnTo>
                  <a:lnTo>
                    <a:pt x="640550" y="1097556"/>
                  </a:lnTo>
                  <a:lnTo>
                    <a:pt x="643014" y="1097556"/>
                  </a:lnTo>
                  <a:lnTo>
                    <a:pt x="645478" y="1097556"/>
                  </a:lnTo>
                  <a:lnTo>
                    <a:pt x="647941" y="1097556"/>
                  </a:lnTo>
                  <a:lnTo>
                    <a:pt x="650405" y="1097556"/>
                  </a:lnTo>
                  <a:lnTo>
                    <a:pt x="652869" y="1097556"/>
                  </a:lnTo>
                  <a:lnTo>
                    <a:pt x="655332" y="1097556"/>
                  </a:lnTo>
                  <a:lnTo>
                    <a:pt x="657796" y="1097556"/>
                  </a:lnTo>
                  <a:lnTo>
                    <a:pt x="660260" y="1097556"/>
                  </a:lnTo>
                  <a:lnTo>
                    <a:pt x="662723" y="1097556"/>
                  </a:lnTo>
                  <a:lnTo>
                    <a:pt x="665187" y="1097556"/>
                  </a:lnTo>
                  <a:lnTo>
                    <a:pt x="667651" y="1097556"/>
                  </a:lnTo>
                  <a:lnTo>
                    <a:pt x="670114" y="1097556"/>
                  </a:lnTo>
                  <a:lnTo>
                    <a:pt x="672578" y="1097556"/>
                  </a:lnTo>
                  <a:lnTo>
                    <a:pt x="675042" y="1097556"/>
                  </a:lnTo>
                  <a:lnTo>
                    <a:pt x="677505" y="1097556"/>
                  </a:lnTo>
                  <a:lnTo>
                    <a:pt x="679969" y="1097556"/>
                  </a:lnTo>
                  <a:lnTo>
                    <a:pt x="682433" y="1097556"/>
                  </a:lnTo>
                  <a:lnTo>
                    <a:pt x="684896" y="1097556"/>
                  </a:lnTo>
                  <a:lnTo>
                    <a:pt x="687360" y="1097556"/>
                  </a:lnTo>
                  <a:lnTo>
                    <a:pt x="689824" y="1097556"/>
                  </a:lnTo>
                  <a:lnTo>
                    <a:pt x="692287" y="1097556"/>
                  </a:lnTo>
                  <a:lnTo>
                    <a:pt x="694751" y="1097556"/>
                  </a:lnTo>
                  <a:lnTo>
                    <a:pt x="697215" y="1097556"/>
                  </a:lnTo>
                  <a:lnTo>
                    <a:pt x="699678" y="1097556"/>
                  </a:lnTo>
                  <a:lnTo>
                    <a:pt x="702142" y="1097556"/>
                  </a:lnTo>
                  <a:lnTo>
                    <a:pt x="704606" y="1097556"/>
                  </a:lnTo>
                  <a:lnTo>
                    <a:pt x="707069" y="1097556"/>
                  </a:lnTo>
                  <a:lnTo>
                    <a:pt x="709533" y="1097556"/>
                  </a:lnTo>
                  <a:lnTo>
                    <a:pt x="711997" y="1097556"/>
                  </a:lnTo>
                  <a:lnTo>
                    <a:pt x="714460" y="1097556"/>
                  </a:lnTo>
                  <a:lnTo>
                    <a:pt x="716924" y="1097556"/>
                  </a:lnTo>
                  <a:lnTo>
                    <a:pt x="719388" y="1097556"/>
                  </a:lnTo>
                  <a:lnTo>
                    <a:pt x="721851" y="1097556"/>
                  </a:lnTo>
                  <a:lnTo>
                    <a:pt x="724315" y="1097556"/>
                  </a:lnTo>
                  <a:lnTo>
                    <a:pt x="726778" y="1097556"/>
                  </a:lnTo>
                  <a:lnTo>
                    <a:pt x="729242" y="1097556"/>
                  </a:lnTo>
                  <a:lnTo>
                    <a:pt x="731706" y="1097556"/>
                  </a:lnTo>
                  <a:lnTo>
                    <a:pt x="734169" y="1097556"/>
                  </a:lnTo>
                  <a:lnTo>
                    <a:pt x="736633" y="1097556"/>
                  </a:lnTo>
                  <a:lnTo>
                    <a:pt x="739097" y="1097556"/>
                  </a:lnTo>
                  <a:lnTo>
                    <a:pt x="741560" y="1097556"/>
                  </a:lnTo>
                  <a:lnTo>
                    <a:pt x="744024" y="1097556"/>
                  </a:lnTo>
                  <a:lnTo>
                    <a:pt x="746488" y="1097556"/>
                  </a:lnTo>
                  <a:lnTo>
                    <a:pt x="748951" y="1097556"/>
                  </a:lnTo>
                  <a:lnTo>
                    <a:pt x="751415" y="1097556"/>
                  </a:lnTo>
                  <a:lnTo>
                    <a:pt x="753879" y="1097556"/>
                  </a:lnTo>
                  <a:lnTo>
                    <a:pt x="756342" y="1097556"/>
                  </a:lnTo>
                  <a:lnTo>
                    <a:pt x="758806" y="1097556"/>
                  </a:lnTo>
                  <a:lnTo>
                    <a:pt x="761270" y="1097556"/>
                  </a:lnTo>
                  <a:lnTo>
                    <a:pt x="763733" y="1097556"/>
                  </a:lnTo>
                  <a:lnTo>
                    <a:pt x="766197" y="1097556"/>
                  </a:lnTo>
                  <a:lnTo>
                    <a:pt x="768661" y="1097556"/>
                  </a:lnTo>
                  <a:lnTo>
                    <a:pt x="771124" y="1097556"/>
                  </a:lnTo>
                  <a:lnTo>
                    <a:pt x="773588" y="1097556"/>
                  </a:lnTo>
                  <a:lnTo>
                    <a:pt x="776052" y="1097556"/>
                  </a:lnTo>
                  <a:lnTo>
                    <a:pt x="778515" y="1097556"/>
                  </a:lnTo>
                  <a:lnTo>
                    <a:pt x="780979" y="1097556"/>
                  </a:lnTo>
                  <a:lnTo>
                    <a:pt x="783443" y="1097556"/>
                  </a:lnTo>
                  <a:lnTo>
                    <a:pt x="785906" y="1097556"/>
                  </a:lnTo>
                  <a:lnTo>
                    <a:pt x="788370" y="1097556"/>
                  </a:lnTo>
                  <a:lnTo>
                    <a:pt x="790834" y="1097556"/>
                  </a:lnTo>
                  <a:lnTo>
                    <a:pt x="793297" y="1097556"/>
                  </a:lnTo>
                  <a:lnTo>
                    <a:pt x="795761" y="1097556"/>
                  </a:lnTo>
                  <a:lnTo>
                    <a:pt x="798225" y="1097556"/>
                  </a:lnTo>
                  <a:lnTo>
                    <a:pt x="800688" y="1097556"/>
                  </a:lnTo>
                  <a:lnTo>
                    <a:pt x="803152" y="1097556"/>
                  </a:lnTo>
                  <a:lnTo>
                    <a:pt x="805616" y="1097556"/>
                  </a:lnTo>
                  <a:lnTo>
                    <a:pt x="808079" y="1097556"/>
                  </a:lnTo>
                  <a:lnTo>
                    <a:pt x="810543" y="1097556"/>
                  </a:lnTo>
                  <a:lnTo>
                    <a:pt x="813006" y="1097556"/>
                  </a:lnTo>
                  <a:lnTo>
                    <a:pt x="815470" y="1097556"/>
                  </a:lnTo>
                  <a:lnTo>
                    <a:pt x="817934" y="1097556"/>
                  </a:lnTo>
                  <a:lnTo>
                    <a:pt x="820397" y="1097556"/>
                  </a:lnTo>
                  <a:lnTo>
                    <a:pt x="822861" y="1097556"/>
                  </a:lnTo>
                  <a:lnTo>
                    <a:pt x="825325" y="1097556"/>
                  </a:lnTo>
                  <a:lnTo>
                    <a:pt x="827788" y="1097556"/>
                  </a:lnTo>
                  <a:lnTo>
                    <a:pt x="830252" y="1097556"/>
                  </a:lnTo>
                  <a:lnTo>
                    <a:pt x="832716" y="1097556"/>
                  </a:lnTo>
                  <a:lnTo>
                    <a:pt x="835179" y="1097556"/>
                  </a:lnTo>
                  <a:lnTo>
                    <a:pt x="837643" y="1097556"/>
                  </a:lnTo>
                  <a:lnTo>
                    <a:pt x="840107" y="1097555"/>
                  </a:lnTo>
                  <a:lnTo>
                    <a:pt x="842570" y="1097555"/>
                  </a:lnTo>
                  <a:lnTo>
                    <a:pt x="845034" y="1097554"/>
                  </a:lnTo>
                  <a:lnTo>
                    <a:pt x="847498" y="1097553"/>
                  </a:lnTo>
                  <a:lnTo>
                    <a:pt x="849961" y="1097552"/>
                  </a:lnTo>
                  <a:lnTo>
                    <a:pt x="852425" y="1097549"/>
                  </a:lnTo>
                  <a:lnTo>
                    <a:pt x="854889" y="1097545"/>
                  </a:lnTo>
                  <a:lnTo>
                    <a:pt x="857352" y="1097540"/>
                  </a:lnTo>
                  <a:lnTo>
                    <a:pt x="859816" y="1097531"/>
                  </a:lnTo>
                  <a:lnTo>
                    <a:pt x="862280" y="1097519"/>
                  </a:lnTo>
                  <a:lnTo>
                    <a:pt x="864743" y="1097503"/>
                  </a:lnTo>
                  <a:lnTo>
                    <a:pt x="867207" y="1097481"/>
                  </a:lnTo>
                  <a:lnTo>
                    <a:pt x="869671" y="1097451"/>
                  </a:lnTo>
                  <a:lnTo>
                    <a:pt x="872134" y="1097412"/>
                  </a:lnTo>
                  <a:lnTo>
                    <a:pt x="874598" y="1097361"/>
                  </a:lnTo>
                  <a:lnTo>
                    <a:pt x="877062" y="1097298"/>
                  </a:lnTo>
                  <a:lnTo>
                    <a:pt x="879525" y="1097216"/>
                  </a:lnTo>
                  <a:lnTo>
                    <a:pt x="881989" y="1097116"/>
                  </a:lnTo>
                  <a:lnTo>
                    <a:pt x="884453" y="1096997"/>
                  </a:lnTo>
                  <a:lnTo>
                    <a:pt x="886916" y="1096858"/>
                  </a:lnTo>
                  <a:lnTo>
                    <a:pt x="889380" y="1096698"/>
                  </a:lnTo>
                  <a:lnTo>
                    <a:pt x="891844" y="1096519"/>
                  </a:lnTo>
                  <a:lnTo>
                    <a:pt x="894307" y="1096323"/>
                  </a:lnTo>
                  <a:lnTo>
                    <a:pt x="896771" y="1096113"/>
                  </a:lnTo>
                  <a:lnTo>
                    <a:pt x="899235" y="1095893"/>
                  </a:lnTo>
                  <a:lnTo>
                    <a:pt x="901698" y="1095669"/>
                  </a:lnTo>
                  <a:lnTo>
                    <a:pt x="904162" y="1095451"/>
                  </a:lnTo>
                  <a:lnTo>
                    <a:pt x="906625" y="1095245"/>
                  </a:lnTo>
                  <a:lnTo>
                    <a:pt x="909089" y="1095060"/>
                  </a:lnTo>
                  <a:lnTo>
                    <a:pt x="911553" y="1094902"/>
                  </a:lnTo>
                  <a:lnTo>
                    <a:pt x="914016" y="1094779"/>
                  </a:lnTo>
                  <a:lnTo>
                    <a:pt x="916480" y="1094696"/>
                  </a:lnTo>
                  <a:lnTo>
                    <a:pt x="918944" y="1094657"/>
                  </a:lnTo>
                  <a:lnTo>
                    <a:pt x="921407" y="1094663"/>
                  </a:lnTo>
                  <a:lnTo>
                    <a:pt x="923871" y="1094719"/>
                  </a:lnTo>
                  <a:lnTo>
                    <a:pt x="926335" y="1094820"/>
                  </a:lnTo>
                  <a:lnTo>
                    <a:pt x="928798" y="1094958"/>
                  </a:lnTo>
                  <a:lnTo>
                    <a:pt x="931262" y="1095128"/>
                  </a:lnTo>
                  <a:lnTo>
                    <a:pt x="933726" y="1095322"/>
                  </a:lnTo>
                  <a:lnTo>
                    <a:pt x="936189" y="1095534"/>
                  </a:lnTo>
                  <a:lnTo>
                    <a:pt x="938653" y="1095754"/>
                  </a:lnTo>
                  <a:lnTo>
                    <a:pt x="941117" y="1095977"/>
                  </a:lnTo>
                  <a:lnTo>
                    <a:pt x="943580" y="1096195"/>
                  </a:lnTo>
                  <a:lnTo>
                    <a:pt x="946044" y="1096401"/>
                  </a:lnTo>
                  <a:lnTo>
                    <a:pt x="948508" y="1096591"/>
                  </a:lnTo>
                  <a:lnTo>
                    <a:pt x="950971" y="1096762"/>
                  </a:lnTo>
                  <a:lnTo>
                    <a:pt x="953435" y="1096914"/>
                  </a:lnTo>
                  <a:lnTo>
                    <a:pt x="955899" y="1097044"/>
                  </a:lnTo>
                  <a:lnTo>
                    <a:pt x="958362" y="1097155"/>
                  </a:lnTo>
                  <a:lnTo>
                    <a:pt x="960826" y="1097248"/>
                  </a:lnTo>
                  <a:lnTo>
                    <a:pt x="963290" y="1097323"/>
                  </a:lnTo>
                  <a:lnTo>
                    <a:pt x="965753" y="1097383"/>
                  </a:lnTo>
                  <a:lnTo>
                    <a:pt x="968217" y="1097429"/>
                  </a:lnTo>
                  <a:lnTo>
                    <a:pt x="970681" y="1097464"/>
                  </a:lnTo>
                  <a:lnTo>
                    <a:pt x="973144" y="1097490"/>
                  </a:lnTo>
                  <a:lnTo>
                    <a:pt x="975608" y="1097510"/>
                  </a:lnTo>
                  <a:lnTo>
                    <a:pt x="978072" y="1097524"/>
                  </a:lnTo>
                  <a:lnTo>
                    <a:pt x="980535" y="1097535"/>
                  </a:lnTo>
                  <a:lnTo>
                    <a:pt x="982999" y="1097542"/>
                  </a:lnTo>
                  <a:lnTo>
                    <a:pt x="985463" y="1097547"/>
                  </a:lnTo>
                  <a:lnTo>
                    <a:pt x="987926" y="1097550"/>
                  </a:lnTo>
                  <a:lnTo>
                    <a:pt x="990390" y="1097552"/>
                  </a:lnTo>
                  <a:lnTo>
                    <a:pt x="992853" y="1097554"/>
                  </a:lnTo>
                  <a:lnTo>
                    <a:pt x="995317" y="1097555"/>
                  </a:lnTo>
                  <a:lnTo>
                    <a:pt x="997781" y="1097555"/>
                  </a:lnTo>
                  <a:lnTo>
                    <a:pt x="1000244" y="1097556"/>
                  </a:lnTo>
                  <a:lnTo>
                    <a:pt x="1002708" y="1097556"/>
                  </a:lnTo>
                  <a:lnTo>
                    <a:pt x="1005172" y="1097556"/>
                  </a:lnTo>
                  <a:lnTo>
                    <a:pt x="1007635" y="1097556"/>
                  </a:lnTo>
                  <a:lnTo>
                    <a:pt x="1010099" y="1097556"/>
                  </a:lnTo>
                  <a:lnTo>
                    <a:pt x="1012563" y="1097556"/>
                  </a:lnTo>
                  <a:lnTo>
                    <a:pt x="1015026" y="1097556"/>
                  </a:lnTo>
                  <a:lnTo>
                    <a:pt x="1017490" y="1097556"/>
                  </a:lnTo>
                  <a:lnTo>
                    <a:pt x="1019954" y="1097556"/>
                  </a:lnTo>
                  <a:lnTo>
                    <a:pt x="1022417" y="1097556"/>
                  </a:lnTo>
                  <a:lnTo>
                    <a:pt x="1024881" y="1097556"/>
                  </a:lnTo>
                  <a:lnTo>
                    <a:pt x="1027345" y="1097556"/>
                  </a:lnTo>
                  <a:lnTo>
                    <a:pt x="1029808" y="1097556"/>
                  </a:lnTo>
                  <a:lnTo>
                    <a:pt x="1032272" y="1097556"/>
                  </a:lnTo>
                  <a:lnTo>
                    <a:pt x="1034736" y="1097556"/>
                  </a:lnTo>
                  <a:lnTo>
                    <a:pt x="1037199" y="1097556"/>
                  </a:lnTo>
                  <a:lnTo>
                    <a:pt x="1039663" y="1097556"/>
                  </a:lnTo>
                  <a:lnTo>
                    <a:pt x="1042127" y="1097556"/>
                  </a:lnTo>
                  <a:lnTo>
                    <a:pt x="1044590" y="1097556"/>
                  </a:lnTo>
                  <a:lnTo>
                    <a:pt x="1047054" y="1097556"/>
                  </a:lnTo>
                  <a:lnTo>
                    <a:pt x="1049518" y="1097556"/>
                  </a:lnTo>
                  <a:lnTo>
                    <a:pt x="1051981" y="1097556"/>
                  </a:lnTo>
                  <a:lnTo>
                    <a:pt x="1054445" y="1097556"/>
                  </a:lnTo>
                  <a:lnTo>
                    <a:pt x="1056909" y="1097556"/>
                  </a:lnTo>
                  <a:lnTo>
                    <a:pt x="1059372" y="1097556"/>
                  </a:lnTo>
                  <a:lnTo>
                    <a:pt x="1061836" y="1097556"/>
                  </a:lnTo>
                  <a:lnTo>
                    <a:pt x="1064300" y="1097556"/>
                  </a:lnTo>
                  <a:lnTo>
                    <a:pt x="1066763" y="1097556"/>
                  </a:lnTo>
                  <a:lnTo>
                    <a:pt x="1069227" y="1097556"/>
                  </a:lnTo>
                  <a:lnTo>
                    <a:pt x="1071691" y="1097556"/>
                  </a:lnTo>
                  <a:lnTo>
                    <a:pt x="1074154" y="1097556"/>
                  </a:lnTo>
                  <a:lnTo>
                    <a:pt x="1076618" y="1097556"/>
                  </a:lnTo>
                  <a:lnTo>
                    <a:pt x="1079082" y="1097556"/>
                  </a:lnTo>
                  <a:lnTo>
                    <a:pt x="1081545" y="1097556"/>
                  </a:lnTo>
                  <a:lnTo>
                    <a:pt x="1084009" y="1097556"/>
                  </a:lnTo>
                  <a:lnTo>
                    <a:pt x="1086472" y="1097556"/>
                  </a:lnTo>
                  <a:lnTo>
                    <a:pt x="1088936" y="1097556"/>
                  </a:lnTo>
                  <a:lnTo>
                    <a:pt x="1091400" y="1097556"/>
                  </a:lnTo>
                  <a:lnTo>
                    <a:pt x="1093863" y="1097556"/>
                  </a:lnTo>
                  <a:lnTo>
                    <a:pt x="1096327" y="1097556"/>
                  </a:lnTo>
                  <a:lnTo>
                    <a:pt x="1098791" y="1097556"/>
                  </a:lnTo>
                  <a:lnTo>
                    <a:pt x="1101254" y="1097556"/>
                  </a:lnTo>
                  <a:lnTo>
                    <a:pt x="1103718" y="1097556"/>
                  </a:lnTo>
                  <a:lnTo>
                    <a:pt x="1106182" y="1097556"/>
                  </a:lnTo>
                  <a:lnTo>
                    <a:pt x="1108645" y="1097556"/>
                  </a:lnTo>
                  <a:lnTo>
                    <a:pt x="1111109" y="1097556"/>
                  </a:lnTo>
                  <a:lnTo>
                    <a:pt x="1113573" y="1097556"/>
                  </a:lnTo>
                  <a:lnTo>
                    <a:pt x="1116036" y="1097556"/>
                  </a:lnTo>
                  <a:lnTo>
                    <a:pt x="1118500" y="1097556"/>
                  </a:lnTo>
                  <a:lnTo>
                    <a:pt x="1120964" y="1097556"/>
                  </a:lnTo>
                  <a:lnTo>
                    <a:pt x="1123427" y="1097556"/>
                  </a:lnTo>
                  <a:lnTo>
                    <a:pt x="1125891" y="1097556"/>
                  </a:lnTo>
                  <a:lnTo>
                    <a:pt x="1128355" y="1097556"/>
                  </a:lnTo>
                  <a:lnTo>
                    <a:pt x="1130818" y="1097556"/>
                  </a:lnTo>
                  <a:lnTo>
                    <a:pt x="1133282" y="1097556"/>
                  </a:lnTo>
                  <a:lnTo>
                    <a:pt x="1135746" y="1097556"/>
                  </a:lnTo>
                  <a:lnTo>
                    <a:pt x="1138209" y="1097556"/>
                  </a:lnTo>
                  <a:lnTo>
                    <a:pt x="1140673" y="1097556"/>
                  </a:lnTo>
                  <a:lnTo>
                    <a:pt x="1143137" y="1097556"/>
                  </a:lnTo>
                  <a:lnTo>
                    <a:pt x="1145600" y="1097556"/>
                  </a:lnTo>
                  <a:lnTo>
                    <a:pt x="1148064" y="1097556"/>
                  </a:lnTo>
                  <a:lnTo>
                    <a:pt x="1150528" y="1097556"/>
                  </a:lnTo>
                  <a:lnTo>
                    <a:pt x="1152991" y="1097556"/>
                  </a:lnTo>
                  <a:lnTo>
                    <a:pt x="1155455" y="1097556"/>
                  </a:lnTo>
                  <a:lnTo>
                    <a:pt x="1157919" y="1097556"/>
                  </a:lnTo>
                  <a:lnTo>
                    <a:pt x="1160382" y="1097556"/>
                  </a:lnTo>
                  <a:lnTo>
                    <a:pt x="1162846" y="1097556"/>
                  </a:lnTo>
                  <a:lnTo>
                    <a:pt x="1165310" y="1097556"/>
                  </a:lnTo>
                  <a:lnTo>
                    <a:pt x="1167773" y="1097556"/>
                  </a:lnTo>
                  <a:lnTo>
                    <a:pt x="1170237" y="1097556"/>
                  </a:lnTo>
                  <a:lnTo>
                    <a:pt x="1172701" y="1097556"/>
                  </a:lnTo>
                  <a:lnTo>
                    <a:pt x="1175164" y="1097556"/>
                  </a:lnTo>
                  <a:lnTo>
                    <a:pt x="1177628" y="1097556"/>
                  </a:lnTo>
                  <a:lnTo>
                    <a:pt x="1180091" y="1097556"/>
                  </a:lnTo>
                  <a:lnTo>
                    <a:pt x="1182555" y="1097556"/>
                  </a:lnTo>
                  <a:lnTo>
                    <a:pt x="1185019" y="1097556"/>
                  </a:lnTo>
                  <a:lnTo>
                    <a:pt x="1187482" y="1097556"/>
                  </a:lnTo>
                  <a:lnTo>
                    <a:pt x="1189946" y="1097556"/>
                  </a:lnTo>
                  <a:lnTo>
                    <a:pt x="1192410" y="1097556"/>
                  </a:lnTo>
                  <a:lnTo>
                    <a:pt x="1194873" y="1097556"/>
                  </a:lnTo>
                  <a:lnTo>
                    <a:pt x="1197337" y="1097556"/>
                  </a:lnTo>
                  <a:lnTo>
                    <a:pt x="1199801" y="1097556"/>
                  </a:lnTo>
                  <a:lnTo>
                    <a:pt x="1202264" y="1097556"/>
                  </a:lnTo>
                  <a:lnTo>
                    <a:pt x="1204728" y="1097556"/>
                  </a:lnTo>
                  <a:lnTo>
                    <a:pt x="1207192" y="1097556"/>
                  </a:lnTo>
                  <a:lnTo>
                    <a:pt x="1209655" y="1097556"/>
                  </a:lnTo>
                  <a:lnTo>
                    <a:pt x="1212119" y="1097556"/>
                  </a:lnTo>
                  <a:lnTo>
                    <a:pt x="1214583" y="1097556"/>
                  </a:lnTo>
                  <a:lnTo>
                    <a:pt x="1217046" y="1097556"/>
                  </a:lnTo>
                  <a:lnTo>
                    <a:pt x="1219510" y="1097556"/>
                  </a:lnTo>
                  <a:lnTo>
                    <a:pt x="1221974" y="1097556"/>
                  </a:lnTo>
                  <a:lnTo>
                    <a:pt x="1224437" y="1097556"/>
                  </a:lnTo>
                  <a:lnTo>
                    <a:pt x="1226901" y="1097556"/>
                  </a:lnTo>
                  <a:lnTo>
                    <a:pt x="1229365" y="1097556"/>
                  </a:lnTo>
                  <a:lnTo>
                    <a:pt x="1231828" y="1097556"/>
                  </a:lnTo>
                  <a:lnTo>
                    <a:pt x="1234292" y="1097556"/>
                  </a:lnTo>
                  <a:lnTo>
                    <a:pt x="1236756" y="1097556"/>
                  </a:lnTo>
                  <a:lnTo>
                    <a:pt x="1239219" y="1097556"/>
                  </a:lnTo>
                  <a:lnTo>
                    <a:pt x="1241683" y="1097556"/>
                  </a:lnTo>
                  <a:lnTo>
                    <a:pt x="1244147" y="1097556"/>
                  </a:lnTo>
                  <a:lnTo>
                    <a:pt x="1246610" y="1097556"/>
                  </a:lnTo>
                  <a:lnTo>
                    <a:pt x="1249074" y="1097556"/>
                  </a:lnTo>
                  <a:lnTo>
                    <a:pt x="1251538" y="1097556"/>
                  </a:lnTo>
                  <a:lnTo>
                    <a:pt x="1254001" y="1097556"/>
                  </a:lnTo>
                  <a:lnTo>
                    <a:pt x="1256465" y="1097556"/>
                  </a:lnTo>
                  <a:lnTo>
                    <a:pt x="1258929" y="1097556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5481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79"/>
                  </a:lnTo>
                  <a:lnTo>
                    <a:pt x="12318" y="1188079"/>
                  </a:lnTo>
                  <a:lnTo>
                    <a:pt x="14781" y="1188079"/>
                  </a:lnTo>
                  <a:lnTo>
                    <a:pt x="17245" y="1188078"/>
                  </a:lnTo>
                  <a:lnTo>
                    <a:pt x="19709" y="1188077"/>
                  </a:lnTo>
                  <a:lnTo>
                    <a:pt x="22172" y="1188076"/>
                  </a:lnTo>
                  <a:lnTo>
                    <a:pt x="24636" y="1188073"/>
                  </a:lnTo>
                  <a:lnTo>
                    <a:pt x="27100" y="1188070"/>
                  </a:lnTo>
                  <a:lnTo>
                    <a:pt x="29563" y="1188065"/>
                  </a:lnTo>
                  <a:lnTo>
                    <a:pt x="32027" y="1188057"/>
                  </a:lnTo>
                  <a:lnTo>
                    <a:pt x="34491" y="1188046"/>
                  </a:lnTo>
                  <a:lnTo>
                    <a:pt x="36954" y="1188031"/>
                  </a:lnTo>
                  <a:lnTo>
                    <a:pt x="39418" y="1188008"/>
                  </a:lnTo>
                  <a:lnTo>
                    <a:pt x="41882" y="1187978"/>
                  </a:lnTo>
                  <a:lnTo>
                    <a:pt x="44345" y="1187935"/>
                  </a:lnTo>
                  <a:lnTo>
                    <a:pt x="46809" y="1187878"/>
                  </a:lnTo>
                  <a:lnTo>
                    <a:pt x="49273" y="1187797"/>
                  </a:lnTo>
                  <a:lnTo>
                    <a:pt x="51736" y="1187689"/>
                  </a:lnTo>
                  <a:lnTo>
                    <a:pt x="54200" y="1187545"/>
                  </a:lnTo>
                  <a:lnTo>
                    <a:pt x="56664" y="1187358"/>
                  </a:lnTo>
                  <a:lnTo>
                    <a:pt x="59127" y="1187117"/>
                  </a:lnTo>
                  <a:lnTo>
                    <a:pt x="61591" y="1186810"/>
                  </a:lnTo>
                  <a:lnTo>
                    <a:pt x="64055" y="1186425"/>
                  </a:lnTo>
                  <a:lnTo>
                    <a:pt x="66518" y="1185946"/>
                  </a:lnTo>
                  <a:lnTo>
                    <a:pt x="68982" y="1185335"/>
                  </a:lnTo>
                  <a:lnTo>
                    <a:pt x="71446" y="1184588"/>
                  </a:lnTo>
                  <a:lnTo>
                    <a:pt x="73909" y="1183684"/>
                  </a:lnTo>
                  <a:lnTo>
                    <a:pt x="76373" y="1182604"/>
                  </a:lnTo>
                  <a:lnTo>
                    <a:pt x="78837" y="1181328"/>
                  </a:lnTo>
                  <a:lnTo>
                    <a:pt x="81300" y="1179833"/>
                  </a:lnTo>
                  <a:lnTo>
                    <a:pt x="83764" y="1178100"/>
                  </a:lnTo>
                  <a:lnTo>
                    <a:pt x="86228" y="1176105"/>
                  </a:lnTo>
                  <a:lnTo>
                    <a:pt x="88691" y="1173784"/>
                  </a:lnTo>
                  <a:lnTo>
                    <a:pt x="91155" y="1171160"/>
                  </a:lnTo>
                  <a:lnTo>
                    <a:pt x="93618" y="1168219"/>
                  </a:lnTo>
                  <a:lnTo>
                    <a:pt x="96082" y="1164948"/>
                  </a:lnTo>
                  <a:lnTo>
                    <a:pt x="98546" y="1161333"/>
                  </a:lnTo>
                  <a:lnTo>
                    <a:pt x="101009" y="1157366"/>
                  </a:lnTo>
                  <a:lnTo>
                    <a:pt x="103473" y="1153037"/>
                  </a:lnTo>
                  <a:lnTo>
                    <a:pt x="105937" y="1148326"/>
                  </a:lnTo>
                  <a:lnTo>
                    <a:pt x="108400" y="1143185"/>
                  </a:lnTo>
                  <a:lnTo>
                    <a:pt x="110864" y="1137659"/>
                  </a:lnTo>
                  <a:lnTo>
                    <a:pt x="113328" y="1131746"/>
                  </a:lnTo>
                  <a:lnTo>
                    <a:pt x="115791" y="1125442"/>
                  </a:lnTo>
                  <a:lnTo>
                    <a:pt x="118255" y="1118749"/>
                  </a:lnTo>
                  <a:lnTo>
                    <a:pt x="120719" y="1111668"/>
                  </a:lnTo>
                  <a:lnTo>
                    <a:pt x="123182" y="1104204"/>
                  </a:lnTo>
                  <a:lnTo>
                    <a:pt x="125646" y="1096352"/>
                  </a:lnTo>
                  <a:lnTo>
                    <a:pt x="128110" y="1088106"/>
                  </a:lnTo>
                  <a:lnTo>
                    <a:pt x="130573" y="1079539"/>
                  </a:lnTo>
                  <a:lnTo>
                    <a:pt x="133037" y="1070686"/>
                  </a:lnTo>
                  <a:lnTo>
                    <a:pt x="135501" y="1061590"/>
                  </a:lnTo>
                  <a:lnTo>
                    <a:pt x="137964" y="1052302"/>
                  </a:lnTo>
                  <a:lnTo>
                    <a:pt x="140428" y="1042881"/>
                  </a:lnTo>
                  <a:lnTo>
                    <a:pt x="142892" y="1033397"/>
                  </a:lnTo>
                  <a:lnTo>
                    <a:pt x="145355" y="1023933"/>
                  </a:lnTo>
                  <a:lnTo>
                    <a:pt x="147819" y="1014600"/>
                  </a:lnTo>
                  <a:lnTo>
                    <a:pt x="150283" y="1005486"/>
                  </a:lnTo>
                  <a:lnTo>
                    <a:pt x="152746" y="996683"/>
                  </a:lnTo>
                  <a:lnTo>
                    <a:pt x="155210" y="988280"/>
                  </a:lnTo>
                  <a:lnTo>
                    <a:pt x="157674" y="980366"/>
                  </a:lnTo>
                  <a:lnTo>
                    <a:pt x="160137" y="973025"/>
                  </a:lnTo>
                  <a:lnTo>
                    <a:pt x="162601" y="966337"/>
                  </a:lnTo>
                  <a:lnTo>
                    <a:pt x="165065" y="960445"/>
                  </a:lnTo>
                  <a:lnTo>
                    <a:pt x="167528" y="955416"/>
                  </a:lnTo>
                  <a:lnTo>
                    <a:pt x="169992" y="951235"/>
                  </a:lnTo>
                  <a:lnTo>
                    <a:pt x="172456" y="947932"/>
                  </a:lnTo>
                  <a:lnTo>
                    <a:pt x="174919" y="945521"/>
                  </a:lnTo>
                  <a:lnTo>
                    <a:pt x="177383" y="944006"/>
                  </a:lnTo>
                  <a:lnTo>
                    <a:pt x="179847" y="943374"/>
                  </a:lnTo>
                  <a:lnTo>
                    <a:pt x="182310" y="943595"/>
                  </a:lnTo>
                  <a:lnTo>
                    <a:pt x="184774" y="944709"/>
                  </a:lnTo>
                  <a:lnTo>
                    <a:pt x="187237" y="946588"/>
                  </a:lnTo>
                  <a:lnTo>
                    <a:pt x="189701" y="949100"/>
                  </a:lnTo>
                  <a:lnTo>
                    <a:pt x="192165" y="952149"/>
                  </a:lnTo>
                  <a:lnTo>
                    <a:pt x="194628" y="955623"/>
                  </a:lnTo>
                  <a:lnTo>
                    <a:pt x="197092" y="959401"/>
                  </a:lnTo>
                  <a:lnTo>
                    <a:pt x="199556" y="963351"/>
                  </a:lnTo>
                  <a:lnTo>
                    <a:pt x="202019" y="967335"/>
                  </a:lnTo>
                  <a:lnTo>
                    <a:pt x="204483" y="971169"/>
                  </a:lnTo>
                  <a:lnTo>
                    <a:pt x="206947" y="974685"/>
                  </a:lnTo>
                  <a:lnTo>
                    <a:pt x="209410" y="977744"/>
                  </a:lnTo>
                  <a:lnTo>
                    <a:pt x="211874" y="980212"/>
                  </a:lnTo>
                  <a:lnTo>
                    <a:pt x="214338" y="981959"/>
                  </a:lnTo>
                  <a:lnTo>
                    <a:pt x="216801" y="982868"/>
                  </a:lnTo>
                  <a:lnTo>
                    <a:pt x="219265" y="982832"/>
                  </a:lnTo>
                  <a:lnTo>
                    <a:pt x="221729" y="981759"/>
                  </a:lnTo>
                  <a:lnTo>
                    <a:pt x="224192" y="979385"/>
                  </a:lnTo>
                  <a:lnTo>
                    <a:pt x="226656" y="975795"/>
                  </a:lnTo>
                  <a:lnTo>
                    <a:pt x="229120" y="970962"/>
                  </a:lnTo>
                  <a:lnTo>
                    <a:pt x="231583" y="964853"/>
                  </a:lnTo>
                  <a:lnTo>
                    <a:pt x="234047" y="957443"/>
                  </a:lnTo>
                  <a:lnTo>
                    <a:pt x="236511" y="948711"/>
                  </a:lnTo>
                  <a:lnTo>
                    <a:pt x="238974" y="938636"/>
                  </a:lnTo>
                  <a:lnTo>
                    <a:pt x="241438" y="927192"/>
                  </a:lnTo>
                  <a:lnTo>
                    <a:pt x="243902" y="914122"/>
                  </a:lnTo>
                  <a:lnTo>
                    <a:pt x="246365" y="899611"/>
                  </a:lnTo>
                  <a:lnTo>
                    <a:pt x="248829" y="883608"/>
                  </a:lnTo>
                  <a:lnTo>
                    <a:pt x="251293" y="866050"/>
                  </a:lnTo>
                  <a:lnTo>
                    <a:pt x="253756" y="846860"/>
                  </a:lnTo>
                  <a:lnTo>
                    <a:pt x="256220" y="825951"/>
                  </a:lnTo>
                  <a:lnTo>
                    <a:pt x="258684" y="803224"/>
                  </a:lnTo>
                  <a:lnTo>
                    <a:pt x="261147" y="778522"/>
                  </a:lnTo>
                  <a:lnTo>
                    <a:pt x="263611" y="751471"/>
                  </a:lnTo>
                  <a:lnTo>
                    <a:pt x="266075" y="722248"/>
                  </a:lnTo>
                  <a:lnTo>
                    <a:pt x="268538" y="690770"/>
                  </a:lnTo>
                  <a:lnTo>
                    <a:pt x="271002" y="656977"/>
                  </a:lnTo>
                  <a:lnTo>
                    <a:pt x="273465" y="620844"/>
                  </a:lnTo>
                  <a:lnTo>
                    <a:pt x="275929" y="582386"/>
                  </a:lnTo>
                  <a:lnTo>
                    <a:pt x="278393" y="541672"/>
                  </a:lnTo>
                  <a:lnTo>
                    <a:pt x="280856" y="498746"/>
                  </a:lnTo>
                  <a:lnTo>
                    <a:pt x="283320" y="453762"/>
                  </a:lnTo>
                  <a:lnTo>
                    <a:pt x="285784" y="407336"/>
                  </a:lnTo>
                  <a:lnTo>
                    <a:pt x="288247" y="359925"/>
                  </a:lnTo>
                  <a:lnTo>
                    <a:pt x="290711" y="312083"/>
                  </a:lnTo>
                  <a:lnTo>
                    <a:pt x="293175" y="264465"/>
                  </a:lnTo>
                  <a:lnTo>
                    <a:pt x="295638" y="217819"/>
                  </a:lnTo>
                  <a:lnTo>
                    <a:pt x="298102" y="172980"/>
                  </a:lnTo>
                  <a:lnTo>
                    <a:pt x="300566" y="131128"/>
                  </a:lnTo>
                  <a:lnTo>
                    <a:pt x="303029" y="93643"/>
                  </a:lnTo>
                  <a:lnTo>
                    <a:pt x="305493" y="61227"/>
                  </a:lnTo>
                  <a:lnTo>
                    <a:pt x="307957" y="34829"/>
                  </a:lnTo>
                  <a:lnTo>
                    <a:pt x="310420" y="15329"/>
                  </a:lnTo>
                  <a:lnTo>
                    <a:pt x="312884" y="3505"/>
                  </a:lnTo>
                  <a:lnTo>
                    <a:pt x="315348" y="0"/>
                  </a:lnTo>
                  <a:lnTo>
                    <a:pt x="317811" y="5291"/>
                  </a:lnTo>
                  <a:lnTo>
                    <a:pt x="320275" y="20475"/>
                  </a:lnTo>
                  <a:lnTo>
                    <a:pt x="322739" y="45449"/>
                  </a:lnTo>
                  <a:lnTo>
                    <a:pt x="325202" y="79150"/>
                  </a:lnTo>
                  <a:lnTo>
                    <a:pt x="327666" y="121023"/>
                  </a:lnTo>
                  <a:lnTo>
                    <a:pt x="330130" y="170311"/>
                  </a:lnTo>
                  <a:lnTo>
                    <a:pt x="332593" y="226077"/>
                  </a:lnTo>
                  <a:lnTo>
                    <a:pt x="335057" y="287234"/>
                  </a:lnTo>
                  <a:lnTo>
                    <a:pt x="337521" y="352580"/>
                  </a:lnTo>
                  <a:lnTo>
                    <a:pt x="339984" y="420968"/>
                  </a:lnTo>
                  <a:lnTo>
                    <a:pt x="342448" y="490606"/>
                  </a:lnTo>
                  <a:lnTo>
                    <a:pt x="344912" y="560094"/>
                  </a:lnTo>
                  <a:lnTo>
                    <a:pt x="347375" y="628292"/>
                  </a:lnTo>
                  <a:lnTo>
                    <a:pt x="349839" y="694179"/>
                  </a:lnTo>
                  <a:lnTo>
                    <a:pt x="352303" y="756878"/>
                  </a:lnTo>
                  <a:lnTo>
                    <a:pt x="354766" y="815671"/>
                  </a:lnTo>
                  <a:lnTo>
                    <a:pt x="357230" y="870006"/>
                  </a:lnTo>
                  <a:lnTo>
                    <a:pt x="359694" y="918837"/>
                  </a:lnTo>
                  <a:lnTo>
                    <a:pt x="362157" y="962425"/>
                  </a:lnTo>
                  <a:lnTo>
                    <a:pt x="364621" y="1000992"/>
                  </a:lnTo>
                  <a:lnTo>
                    <a:pt x="367084" y="1034683"/>
                  </a:lnTo>
                  <a:lnTo>
                    <a:pt x="369548" y="1063736"/>
                  </a:lnTo>
                  <a:lnTo>
                    <a:pt x="372012" y="1088465"/>
                  </a:lnTo>
                  <a:lnTo>
                    <a:pt x="374475" y="1109233"/>
                  </a:lnTo>
                  <a:lnTo>
                    <a:pt x="376939" y="1126440"/>
                  </a:lnTo>
                  <a:lnTo>
                    <a:pt x="379403" y="1140104"/>
                  </a:lnTo>
                  <a:lnTo>
                    <a:pt x="381866" y="1151137"/>
                  </a:lnTo>
                  <a:lnTo>
                    <a:pt x="384330" y="1159971"/>
                  </a:lnTo>
                  <a:lnTo>
                    <a:pt x="386794" y="1166955"/>
                  </a:lnTo>
                  <a:lnTo>
                    <a:pt x="389257" y="1172404"/>
                  </a:lnTo>
                  <a:lnTo>
                    <a:pt x="391721" y="1176597"/>
                  </a:lnTo>
                  <a:lnTo>
                    <a:pt x="394185" y="1179780"/>
                  </a:lnTo>
                  <a:lnTo>
                    <a:pt x="396648" y="1182160"/>
                  </a:lnTo>
                  <a:lnTo>
                    <a:pt x="399112" y="1183842"/>
                  </a:lnTo>
                  <a:lnTo>
                    <a:pt x="401576" y="1185086"/>
                  </a:lnTo>
                  <a:lnTo>
                    <a:pt x="404039" y="1185993"/>
                  </a:lnTo>
                  <a:lnTo>
                    <a:pt x="406503" y="1186645"/>
                  </a:lnTo>
                  <a:lnTo>
                    <a:pt x="408967" y="1187107"/>
                  </a:lnTo>
                  <a:lnTo>
                    <a:pt x="411430" y="1187430"/>
                  </a:lnTo>
                  <a:lnTo>
                    <a:pt x="413894" y="1187652"/>
                  </a:lnTo>
                  <a:lnTo>
                    <a:pt x="416358" y="1187801"/>
                  </a:lnTo>
                  <a:lnTo>
                    <a:pt x="418821" y="1187896"/>
                  </a:lnTo>
                  <a:lnTo>
                    <a:pt x="421285" y="1187961"/>
                  </a:lnTo>
                  <a:lnTo>
                    <a:pt x="423749" y="1188004"/>
                  </a:lnTo>
                  <a:lnTo>
                    <a:pt x="426212" y="1188032"/>
                  </a:lnTo>
                  <a:lnTo>
                    <a:pt x="428676" y="1188050"/>
                  </a:lnTo>
                  <a:lnTo>
                    <a:pt x="431140" y="1188062"/>
                  </a:lnTo>
                  <a:lnTo>
                    <a:pt x="433603" y="1188069"/>
                  </a:lnTo>
                  <a:lnTo>
                    <a:pt x="436067" y="1188073"/>
                  </a:lnTo>
                  <a:lnTo>
                    <a:pt x="438531" y="1188076"/>
                  </a:lnTo>
                  <a:lnTo>
                    <a:pt x="440994" y="1188077"/>
                  </a:lnTo>
                  <a:lnTo>
                    <a:pt x="443458" y="1188078"/>
                  </a:lnTo>
                  <a:lnTo>
                    <a:pt x="445922" y="1188079"/>
                  </a:lnTo>
                  <a:lnTo>
                    <a:pt x="448385" y="1188079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79"/>
                  </a:lnTo>
                  <a:lnTo>
                    <a:pt x="583886" y="1188079"/>
                  </a:lnTo>
                  <a:lnTo>
                    <a:pt x="586350" y="1188079"/>
                  </a:lnTo>
                  <a:lnTo>
                    <a:pt x="588814" y="1188079"/>
                  </a:lnTo>
                  <a:lnTo>
                    <a:pt x="591277" y="1188078"/>
                  </a:lnTo>
                  <a:lnTo>
                    <a:pt x="593741" y="1188077"/>
                  </a:lnTo>
                  <a:lnTo>
                    <a:pt x="596205" y="1188076"/>
                  </a:lnTo>
                  <a:lnTo>
                    <a:pt x="598668" y="1188074"/>
                  </a:lnTo>
                  <a:lnTo>
                    <a:pt x="601132" y="1188072"/>
                  </a:lnTo>
                  <a:lnTo>
                    <a:pt x="603596" y="1188069"/>
                  </a:lnTo>
                  <a:lnTo>
                    <a:pt x="606059" y="1188064"/>
                  </a:lnTo>
                  <a:lnTo>
                    <a:pt x="608523" y="1188058"/>
                  </a:lnTo>
                  <a:lnTo>
                    <a:pt x="610987" y="1188049"/>
                  </a:lnTo>
                  <a:lnTo>
                    <a:pt x="613450" y="1188038"/>
                  </a:lnTo>
                  <a:lnTo>
                    <a:pt x="615914" y="1188023"/>
                  </a:lnTo>
                  <a:lnTo>
                    <a:pt x="618378" y="1188004"/>
                  </a:lnTo>
                  <a:lnTo>
                    <a:pt x="620841" y="1187980"/>
                  </a:lnTo>
                  <a:lnTo>
                    <a:pt x="623305" y="1187949"/>
                  </a:lnTo>
                  <a:lnTo>
                    <a:pt x="625769" y="1187912"/>
                  </a:lnTo>
                  <a:lnTo>
                    <a:pt x="628232" y="1187866"/>
                  </a:lnTo>
                  <a:lnTo>
                    <a:pt x="630696" y="1187810"/>
                  </a:lnTo>
                  <a:lnTo>
                    <a:pt x="633159" y="1187743"/>
                  </a:lnTo>
                  <a:lnTo>
                    <a:pt x="635623" y="1187665"/>
                  </a:lnTo>
                  <a:lnTo>
                    <a:pt x="638087" y="1187574"/>
                  </a:lnTo>
                  <a:lnTo>
                    <a:pt x="640550" y="1187471"/>
                  </a:lnTo>
                  <a:lnTo>
                    <a:pt x="643014" y="1187356"/>
                  </a:lnTo>
                  <a:lnTo>
                    <a:pt x="645478" y="1187229"/>
                  </a:lnTo>
                  <a:lnTo>
                    <a:pt x="647941" y="1187090"/>
                  </a:lnTo>
                  <a:lnTo>
                    <a:pt x="650405" y="1186942"/>
                  </a:lnTo>
                  <a:lnTo>
                    <a:pt x="652869" y="1186786"/>
                  </a:lnTo>
                  <a:lnTo>
                    <a:pt x="655332" y="1186626"/>
                  </a:lnTo>
                  <a:lnTo>
                    <a:pt x="657796" y="1186465"/>
                  </a:lnTo>
                  <a:lnTo>
                    <a:pt x="660260" y="1186306"/>
                  </a:lnTo>
                  <a:lnTo>
                    <a:pt x="662723" y="1186153"/>
                  </a:lnTo>
                  <a:lnTo>
                    <a:pt x="665187" y="1186009"/>
                  </a:lnTo>
                  <a:lnTo>
                    <a:pt x="667651" y="1185879"/>
                  </a:lnTo>
                  <a:lnTo>
                    <a:pt x="670114" y="1185767"/>
                  </a:lnTo>
                  <a:lnTo>
                    <a:pt x="672578" y="1185676"/>
                  </a:lnTo>
                  <a:lnTo>
                    <a:pt x="675042" y="1185606"/>
                  </a:lnTo>
                  <a:lnTo>
                    <a:pt x="677505" y="1185559"/>
                  </a:lnTo>
                  <a:lnTo>
                    <a:pt x="679969" y="1185535"/>
                  </a:lnTo>
                  <a:lnTo>
                    <a:pt x="682433" y="1185533"/>
                  </a:lnTo>
                  <a:lnTo>
                    <a:pt x="684896" y="1185550"/>
                  </a:lnTo>
                  <a:lnTo>
                    <a:pt x="687360" y="1185585"/>
                  </a:lnTo>
                  <a:lnTo>
                    <a:pt x="689824" y="1185635"/>
                  </a:lnTo>
                  <a:lnTo>
                    <a:pt x="692287" y="1185693"/>
                  </a:lnTo>
                  <a:lnTo>
                    <a:pt x="694751" y="1185755"/>
                  </a:lnTo>
                  <a:lnTo>
                    <a:pt x="697215" y="1185817"/>
                  </a:lnTo>
                  <a:lnTo>
                    <a:pt x="699678" y="1185873"/>
                  </a:lnTo>
                  <a:lnTo>
                    <a:pt x="702142" y="1185920"/>
                  </a:lnTo>
                  <a:lnTo>
                    <a:pt x="704606" y="1185956"/>
                  </a:lnTo>
                  <a:lnTo>
                    <a:pt x="707069" y="1185976"/>
                  </a:lnTo>
                  <a:lnTo>
                    <a:pt x="709533" y="1185978"/>
                  </a:lnTo>
                  <a:lnTo>
                    <a:pt x="711997" y="1185963"/>
                  </a:lnTo>
                  <a:lnTo>
                    <a:pt x="714460" y="1185933"/>
                  </a:lnTo>
                  <a:lnTo>
                    <a:pt x="716924" y="1185890"/>
                  </a:lnTo>
                  <a:lnTo>
                    <a:pt x="719388" y="1185837"/>
                  </a:lnTo>
                  <a:lnTo>
                    <a:pt x="721851" y="1185777"/>
                  </a:lnTo>
                  <a:lnTo>
                    <a:pt x="724315" y="1185715"/>
                  </a:lnTo>
                  <a:lnTo>
                    <a:pt x="726778" y="1185654"/>
                  </a:lnTo>
                  <a:lnTo>
                    <a:pt x="729242" y="1185602"/>
                  </a:lnTo>
                  <a:lnTo>
                    <a:pt x="731706" y="1185563"/>
                  </a:lnTo>
                  <a:lnTo>
                    <a:pt x="734169" y="1185540"/>
                  </a:lnTo>
                  <a:lnTo>
                    <a:pt x="736633" y="1185535"/>
                  </a:lnTo>
                  <a:lnTo>
                    <a:pt x="739097" y="1185552"/>
                  </a:lnTo>
                  <a:lnTo>
                    <a:pt x="741560" y="1185591"/>
                  </a:lnTo>
                  <a:lnTo>
                    <a:pt x="744024" y="1185652"/>
                  </a:lnTo>
                  <a:lnTo>
                    <a:pt x="746488" y="1185737"/>
                  </a:lnTo>
                  <a:lnTo>
                    <a:pt x="748951" y="1185844"/>
                  </a:lnTo>
                  <a:lnTo>
                    <a:pt x="751415" y="1185969"/>
                  </a:lnTo>
                  <a:lnTo>
                    <a:pt x="753879" y="1186107"/>
                  </a:lnTo>
                  <a:lnTo>
                    <a:pt x="756342" y="1186257"/>
                  </a:lnTo>
                  <a:lnTo>
                    <a:pt x="758806" y="1186414"/>
                  </a:lnTo>
                  <a:lnTo>
                    <a:pt x="761270" y="1186574"/>
                  </a:lnTo>
                  <a:lnTo>
                    <a:pt x="763733" y="1186735"/>
                  </a:lnTo>
                  <a:lnTo>
                    <a:pt x="766197" y="1186893"/>
                  </a:lnTo>
                  <a:lnTo>
                    <a:pt x="768661" y="1187043"/>
                  </a:lnTo>
                  <a:lnTo>
                    <a:pt x="771124" y="1187184"/>
                  </a:lnTo>
                  <a:lnTo>
                    <a:pt x="773588" y="1187315"/>
                  </a:lnTo>
                  <a:lnTo>
                    <a:pt x="776052" y="1187434"/>
                  </a:lnTo>
                  <a:lnTo>
                    <a:pt x="778515" y="1187542"/>
                  </a:lnTo>
                  <a:lnTo>
                    <a:pt x="780979" y="1187637"/>
                  </a:lnTo>
                  <a:lnTo>
                    <a:pt x="783443" y="1187719"/>
                  </a:lnTo>
                  <a:lnTo>
                    <a:pt x="785906" y="1187789"/>
                  </a:lnTo>
                  <a:lnTo>
                    <a:pt x="788370" y="1187848"/>
                  </a:lnTo>
                  <a:lnTo>
                    <a:pt x="790834" y="1187897"/>
                  </a:lnTo>
                  <a:lnTo>
                    <a:pt x="793297" y="1187937"/>
                  </a:lnTo>
                  <a:lnTo>
                    <a:pt x="795761" y="1187970"/>
                  </a:lnTo>
                  <a:lnTo>
                    <a:pt x="798225" y="1187996"/>
                  </a:lnTo>
                  <a:lnTo>
                    <a:pt x="800688" y="1188017"/>
                  </a:lnTo>
                  <a:lnTo>
                    <a:pt x="803152" y="1188034"/>
                  </a:lnTo>
                  <a:lnTo>
                    <a:pt x="805616" y="1188046"/>
                  </a:lnTo>
                  <a:lnTo>
                    <a:pt x="808079" y="1188055"/>
                  </a:lnTo>
                  <a:lnTo>
                    <a:pt x="810543" y="1188062"/>
                  </a:lnTo>
                  <a:lnTo>
                    <a:pt x="813006" y="1188067"/>
                  </a:lnTo>
                  <a:lnTo>
                    <a:pt x="815470" y="1188071"/>
                  </a:lnTo>
                  <a:lnTo>
                    <a:pt x="817934" y="1188074"/>
                  </a:lnTo>
                  <a:lnTo>
                    <a:pt x="820397" y="1188076"/>
                  </a:lnTo>
                  <a:lnTo>
                    <a:pt x="822861" y="1188077"/>
                  </a:lnTo>
                  <a:lnTo>
                    <a:pt x="825325" y="1188078"/>
                  </a:lnTo>
                  <a:lnTo>
                    <a:pt x="827788" y="1188079"/>
                  </a:lnTo>
                  <a:lnTo>
                    <a:pt x="830252" y="1188079"/>
                  </a:lnTo>
                  <a:lnTo>
                    <a:pt x="832716" y="1188079"/>
                  </a:lnTo>
                  <a:lnTo>
                    <a:pt x="835179" y="1188079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481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79"/>
                  </a:lnTo>
                  <a:lnTo>
                    <a:pt x="12318" y="1188079"/>
                  </a:lnTo>
                  <a:lnTo>
                    <a:pt x="14781" y="1188079"/>
                  </a:lnTo>
                  <a:lnTo>
                    <a:pt x="17245" y="1188078"/>
                  </a:lnTo>
                  <a:lnTo>
                    <a:pt x="19709" y="1188077"/>
                  </a:lnTo>
                  <a:lnTo>
                    <a:pt x="22172" y="1188076"/>
                  </a:lnTo>
                  <a:lnTo>
                    <a:pt x="24636" y="1188073"/>
                  </a:lnTo>
                  <a:lnTo>
                    <a:pt x="27100" y="1188070"/>
                  </a:lnTo>
                  <a:lnTo>
                    <a:pt x="29563" y="1188065"/>
                  </a:lnTo>
                  <a:lnTo>
                    <a:pt x="32027" y="1188057"/>
                  </a:lnTo>
                  <a:lnTo>
                    <a:pt x="34491" y="1188046"/>
                  </a:lnTo>
                  <a:lnTo>
                    <a:pt x="36954" y="1188031"/>
                  </a:lnTo>
                  <a:lnTo>
                    <a:pt x="39418" y="1188008"/>
                  </a:lnTo>
                  <a:lnTo>
                    <a:pt x="41882" y="1187978"/>
                  </a:lnTo>
                  <a:lnTo>
                    <a:pt x="44345" y="1187935"/>
                  </a:lnTo>
                  <a:lnTo>
                    <a:pt x="46809" y="1187878"/>
                  </a:lnTo>
                  <a:lnTo>
                    <a:pt x="49273" y="1187797"/>
                  </a:lnTo>
                  <a:lnTo>
                    <a:pt x="51736" y="1187689"/>
                  </a:lnTo>
                  <a:lnTo>
                    <a:pt x="54200" y="1187545"/>
                  </a:lnTo>
                  <a:lnTo>
                    <a:pt x="56664" y="1187358"/>
                  </a:lnTo>
                  <a:lnTo>
                    <a:pt x="59127" y="1187117"/>
                  </a:lnTo>
                  <a:lnTo>
                    <a:pt x="61591" y="1186810"/>
                  </a:lnTo>
                  <a:lnTo>
                    <a:pt x="64055" y="1186425"/>
                  </a:lnTo>
                  <a:lnTo>
                    <a:pt x="66518" y="1185946"/>
                  </a:lnTo>
                  <a:lnTo>
                    <a:pt x="68982" y="1185335"/>
                  </a:lnTo>
                  <a:lnTo>
                    <a:pt x="71446" y="1184588"/>
                  </a:lnTo>
                  <a:lnTo>
                    <a:pt x="73909" y="1183684"/>
                  </a:lnTo>
                  <a:lnTo>
                    <a:pt x="76373" y="1182604"/>
                  </a:lnTo>
                  <a:lnTo>
                    <a:pt x="78837" y="1181328"/>
                  </a:lnTo>
                  <a:lnTo>
                    <a:pt x="81300" y="1179833"/>
                  </a:lnTo>
                  <a:lnTo>
                    <a:pt x="83764" y="1178100"/>
                  </a:lnTo>
                  <a:lnTo>
                    <a:pt x="86228" y="1176105"/>
                  </a:lnTo>
                  <a:lnTo>
                    <a:pt x="88691" y="1173784"/>
                  </a:lnTo>
                  <a:lnTo>
                    <a:pt x="91155" y="1171160"/>
                  </a:lnTo>
                  <a:lnTo>
                    <a:pt x="93618" y="1168219"/>
                  </a:lnTo>
                  <a:lnTo>
                    <a:pt x="96082" y="1164948"/>
                  </a:lnTo>
                  <a:lnTo>
                    <a:pt x="98546" y="1161333"/>
                  </a:lnTo>
                  <a:lnTo>
                    <a:pt x="101009" y="1157366"/>
                  </a:lnTo>
                  <a:lnTo>
                    <a:pt x="103473" y="1153037"/>
                  </a:lnTo>
                  <a:lnTo>
                    <a:pt x="105937" y="1148326"/>
                  </a:lnTo>
                  <a:lnTo>
                    <a:pt x="108400" y="1143185"/>
                  </a:lnTo>
                  <a:lnTo>
                    <a:pt x="110864" y="1137659"/>
                  </a:lnTo>
                  <a:lnTo>
                    <a:pt x="113328" y="1131746"/>
                  </a:lnTo>
                  <a:lnTo>
                    <a:pt x="115791" y="1125442"/>
                  </a:lnTo>
                  <a:lnTo>
                    <a:pt x="118255" y="1118749"/>
                  </a:lnTo>
                  <a:lnTo>
                    <a:pt x="120719" y="1111668"/>
                  </a:lnTo>
                  <a:lnTo>
                    <a:pt x="123182" y="1104204"/>
                  </a:lnTo>
                  <a:lnTo>
                    <a:pt x="125646" y="1096352"/>
                  </a:lnTo>
                  <a:lnTo>
                    <a:pt x="128110" y="1088106"/>
                  </a:lnTo>
                  <a:lnTo>
                    <a:pt x="130573" y="1079539"/>
                  </a:lnTo>
                  <a:lnTo>
                    <a:pt x="133037" y="1070686"/>
                  </a:lnTo>
                  <a:lnTo>
                    <a:pt x="135501" y="1061590"/>
                  </a:lnTo>
                  <a:lnTo>
                    <a:pt x="137964" y="1052302"/>
                  </a:lnTo>
                  <a:lnTo>
                    <a:pt x="140428" y="1042881"/>
                  </a:lnTo>
                  <a:lnTo>
                    <a:pt x="142892" y="1033397"/>
                  </a:lnTo>
                  <a:lnTo>
                    <a:pt x="145355" y="1023933"/>
                  </a:lnTo>
                  <a:lnTo>
                    <a:pt x="147819" y="1014600"/>
                  </a:lnTo>
                  <a:lnTo>
                    <a:pt x="150283" y="1005486"/>
                  </a:lnTo>
                  <a:lnTo>
                    <a:pt x="152746" y="996683"/>
                  </a:lnTo>
                  <a:lnTo>
                    <a:pt x="155210" y="988280"/>
                  </a:lnTo>
                  <a:lnTo>
                    <a:pt x="157674" y="980366"/>
                  </a:lnTo>
                  <a:lnTo>
                    <a:pt x="160137" y="973025"/>
                  </a:lnTo>
                  <a:lnTo>
                    <a:pt x="162601" y="966337"/>
                  </a:lnTo>
                  <a:lnTo>
                    <a:pt x="165065" y="960445"/>
                  </a:lnTo>
                  <a:lnTo>
                    <a:pt x="167528" y="955416"/>
                  </a:lnTo>
                  <a:lnTo>
                    <a:pt x="169992" y="951235"/>
                  </a:lnTo>
                  <a:lnTo>
                    <a:pt x="172456" y="947932"/>
                  </a:lnTo>
                  <a:lnTo>
                    <a:pt x="174919" y="945521"/>
                  </a:lnTo>
                  <a:lnTo>
                    <a:pt x="177383" y="944006"/>
                  </a:lnTo>
                  <a:lnTo>
                    <a:pt x="179847" y="943374"/>
                  </a:lnTo>
                  <a:lnTo>
                    <a:pt x="182310" y="943595"/>
                  </a:lnTo>
                  <a:lnTo>
                    <a:pt x="184774" y="944709"/>
                  </a:lnTo>
                  <a:lnTo>
                    <a:pt x="187237" y="946588"/>
                  </a:lnTo>
                  <a:lnTo>
                    <a:pt x="189701" y="949100"/>
                  </a:lnTo>
                  <a:lnTo>
                    <a:pt x="192165" y="952149"/>
                  </a:lnTo>
                  <a:lnTo>
                    <a:pt x="194628" y="955623"/>
                  </a:lnTo>
                  <a:lnTo>
                    <a:pt x="197092" y="959401"/>
                  </a:lnTo>
                  <a:lnTo>
                    <a:pt x="199556" y="963351"/>
                  </a:lnTo>
                  <a:lnTo>
                    <a:pt x="202019" y="967335"/>
                  </a:lnTo>
                  <a:lnTo>
                    <a:pt x="204483" y="971169"/>
                  </a:lnTo>
                  <a:lnTo>
                    <a:pt x="206947" y="974685"/>
                  </a:lnTo>
                  <a:lnTo>
                    <a:pt x="209410" y="977744"/>
                  </a:lnTo>
                  <a:lnTo>
                    <a:pt x="211874" y="980212"/>
                  </a:lnTo>
                  <a:lnTo>
                    <a:pt x="214338" y="981959"/>
                  </a:lnTo>
                  <a:lnTo>
                    <a:pt x="216801" y="982868"/>
                  </a:lnTo>
                  <a:lnTo>
                    <a:pt x="219265" y="982832"/>
                  </a:lnTo>
                  <a:lnTo>
                    <a:pt x="221729" y="981759"/>
                  </a:lnTo>
                  <a:lnTo>
                    <a:pt x="224192" y="979385"/>
                  </a:lnTo>
                  <a:lnTo>
                    <a:pt x="226656" y="975795"/>
                  </a:lnTo>
                  <a:lnTo>
                    <a:pt x="229120" y="970962"/>
                  </a:lnTo>
                  <a:lnTo>
                    <a:pt x="231583" y="964853"/>
                  </a:lnTo>
                  <a:lnTo>
                    <a:pt x="234047" y="957443"/>
                  </a:lnTo>
                  <a:lnTo>
                    <a:pt x="236511" y="948711"/>
                  </a:lnTo>
                  <a:lnTo>
                    <a:pt x="238974" y="938636"/>
                  </a:lnTo>
                  <a:lnTo>
                    <a:pt x="241438" y="927192"/>
                  </a:lnTo>
                  <a:lnTo>
                    <a:pt x="243902" y="914122"/>
                  </a:lnTo>
                  <a:lnTo>
                    <a:pt x="246365" y="899611"/>
                  </a:lnTo>
                  <a:lnTo>
                    <a:pt x="248829" y="883608"/>
                  </a:lnTo>
                  <a:lnTo>
                    <a:pt x="251293" y="866050"/>
                  </a:lnTo>
                  <a:lnTo>
                    <a:pt x="253756" y="846860"/>
                  </a:lnTo>
                  <a:lnTo>
                    <a:pt x="256220" y="825951"/>
                  </a:lnTo>
                  <a:lnTo>
                    <a:pt x="258684" y="803224"/>
                  </a:lnTo>
                  <a:lnTo>
                    <a:pt x="261147" y="778522"/>
                  </a:lnTo>
                  <a:lnTo>
                    <a:pt x="263611" y="751471"/>
                  </a:lnTo>
                  <a:lnTo>
                    <a:pt x="266075" y="722248"/>
                  </a:lnTo>
                  <a:lnTo>
                    <a:pt x="268538" y="690770"/>
                  </a:lnTo>
                  <a:lnTo>
                    <a:pt x="271002" y="656977"/>
                  </a:lnTo>
                  <a:lnTo>
                    <a:pt x="273465" y="620844"/>
                  </a:lnTo>
                  <a:lnTo>
                    <a:pt x="275929" y="582386"/>
                  </a:lnTo>
                  <a:lnTo>
                    <a:pt x="278393" y="541672"/>
                  </a:lnTo>
                  <a:lnTo>
                    <a:pt x="280856" y="498746"/>
                  </a:lnTo>
                  <a:lnTo>
                    <a:pt x="283320" y="453762"/>
                  </a:lnTo>
                  <a:lnTo>
                    <a:pt x="285784" y="407336"/>
                  </a:lnTo>
                  <a:lnTo>
                    <a:pt x="288247" y="359925"/>
                  </a:lnTo>
                  <a:lnTo>
                    <a:pt x="290711" y="312083"/>
                  </a:lnTo>
                  <a:lnTo>
                    <a:pt x="293175" y="264465"/>
                  </a:lnTo>
                  <a:lnTo>
                    <a:pt x="295638" y="217819"/>
                  </a:lnTo>
                  <a:lnTo>
                    <a:pt x="298102" y="172980"/>
                  </a:lnTo>
                  <a:lnTo>
                    <a:pt x="300566" y="131128"/>
                  </a:lnTo>
                  <a:lnTo>
                    <a:pt x="303029" y="93643"/>
                  </a:lnTo>
                  <a:lnTo>
                    <a:pt x="305493" y="61227"/>
                  </a:lnTo>
                  <a:lnTo>
                    <a:pt x="307957" y="34829"/>
                  </a:lnTo>
                  <a:lnTo>
                    <a:pt x="310420" y="15329"/>
                  </a:lnTo>
                  <a:lnTo>
                    <a:pt x="312884" y="3505"/>
                  </a:lnTo>
                  <a:lnTo>
                    <a:pt x="315348" y="0"/>
                  </a:lnTo>
                  <a:lnTo>
                    <a:pt x="317811" y="5291"/>
                  </a:lnTo>
                  <a:lnTo>
                    <a:pt x="320275" y="20475"/>
                  </a:lnTo>
                  <a:lnTo>
                    <a:pt x="322739" y="45449"/>
                  </a:lnTo>
                  <a:lnTo>
                    <a:pt x="325202" y="79150"/>
                  </a:lnTo>
                  <a:lnTo>
                    <a:pt x="327666" y="121023"/>
                  </a:lnTo>
                  <a:lnTo>
                    <a:pt x="330130" y="170311"/>
                  </a:lnTo>
                  <a:lnTo>
                    <a:pt x="332593" y="226077"/>
                  </a:lnTo>
                  <a:lnTo>
                    <a:pt x="335057" y="287234"/>
                  </a:lnTo>
                  <a:lnTo>
                    <a:pt x="337521" y="352580"/>
                  </a:lnTo>
                  <a:lnTo>
                    <a:pt x="339984" y="420968"/>
                  </a:lnTo>
                  <a:lnTo>
                    <a:pt x="342448" y="490606"/>
                  </a:lnTo>
                  <a:lnTo>
                    <a:pt x="344912" y="560094"/>
                  </a:lnTo>
                  <a:lnTo>
                    <a:pt x="347375" y="628292"/>
                  </a:lnTo>
                  <a:lnTo>
                    <a:pt x="349839" y="694179"/>
                  </a:lnTo>
                  <a:lnTo>
                    <a:pt x="352303" y="756878"/>
                  </a:lnTo>
                  <a:lnTo>
                    <a:pt x="354766" y="815671"/>
                  </a:lnTo>
                  <a:lnTo>
                    <a:pt x="357230" y="870006"/>
                  </a:lnTo>
                  <a:lnTo>
                    <a:pt x="359694" y="918837"/>
                  </a:lnTo>
                  <a:lnTo>
                    <a:pt x="362157" y="962425"/>
                  </a:lnTo>
                  <a:lnTo>
                    <a:pt x="364621" y="1000992"/>
                  </a:lnTo>
                  <a:lnTo>
                    <a:pt x="367084" y="1034683"/>
                  </a:lnTo>
                  <a:lnTo>
                    <a:pt x="369548" y="1063736"/>
                  </a:lnTo>
                  <a:lnTo>
                    <a:pt x="372012" y="1088465"/>
                  </a:lnTo>
                  <a:lnTo>
                    <a:pt x="374475" y="1109233"/>
                  </a:lnTo>
                  <a:lnTo>
                    <a:pt x="376939" y="1126440"/>
                  </a:lnTo>
                  <a:lnTo>
                    <a:pt x="379403" y="1140104"/>
                  </a:lnTo>
                  <a:lnTo>
                    <a:pt x="381866" y="1151137"/>
                  </a:lnTo>
                  <a:lnTo>
                    <a:pt x="384330" y="1159971"/>
                  </a:lnTo>
                  <a:lnTo>
                    <a:pt x="386794" y="1166955"/>
                  </a:lnTo>
                  <a:lnTo>
                    <a:pt x="389257" y="1172404"/>
                  </a:lnTo>
                  <a:lnTo>
                    <a:pt x="391721" y="1176597"/>
                  </a:lnTo>
                  <a:lnTo>
                    <a:pt x="394185" y="1179780"/>
                  </a:lnTo>
                  <a:lnTo>
                    <a:pt x="396648" y="1182160"/>
                  </a:lnTo>
                  <a:lnTo>
                    <a:pt x="399112" y="1183842"/>
                  </a:lnTo>
                  <a:lnTo>
                    <a:pt x="401576" y="1185086"/>
                  </a:lnTo>
                  <a:lnTo>
                    <a:pt x="404039" y="1185993"/>
                  </a:lnTo>
                  <a:lnTo>
                    <a:pt x="406503" y="1186645"/>
                  </a:lnTo>
                  <a:lnTo>
                    <a:pt x="408967" y="1187107"/>
                  </a:lnTo>
                  <a:lnTo>
                    <a:pt x="411430" y="1187430"/>
                  </a:lnTo>
                  <a:lnTo>
                    <a:pt x="413894" y="1187652"/>
                  </a:lnTo>
                  <a:lnTo>
                    <a:pt x="416358" y="1187801"/>
                  </a:lnTo>
                  <a:lnTo>
                    <a:pt x="418821" y="1187896"/>
                  </a:lnTo>
                  <a:lnTo>
                    <a:pt x="421285" y="1187961"/>
                  </a:lnTo>
                  <a:lnTo>
                    <a:pt x="423749" y="1188004"/>
                  </a:lnTo>
                  <a:lnTo>
                    <a:pt x="426212" y="1188032"/>
                  </a:lnTo>
                  <a:lnTo>
                    <a:pt x="428676" y="1188050"/>
                  </a:lnTo>
                  <a:lnTo>
                    <a:pt x="431140" y="1188062"/>
                  </a:lnTo>
                  <a:lnTo>
                    <a:pt x="433603" y="1188069"/>
                  </a:lnTo>
                  <a:lnTo>
                    <a:pt x="436067" y="1188073"/>
                  </a:lnTo>
                  <a:lnTo>
                    <a:pt x="438531" y="1188076"/>
                  </a:lnTo>
                  <a:lnTo>
                    <a:pt x="440994" y="1188077"/>
                  </a:lnTo>
                  <a:lnTo>
                    <a:pt x="443458" y="1188078"/>
                  </a:lnTo>
                  <a:lnTo>
                    <a:pt x="445922" y="1188079"/>
                  </a:lnTo>
                  <a:lnTo>
                    <a:pt x="448385" y="1188079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79"/>
                  </a:lnTo>
                  <a:lnTo>
                    <a:pt x="583886" y="1188079"/>
                  </a:lnTo>
                  <a:lnTo>
                    <a:pt x="586350" y="1188079"/>
                  </a:lnTo>
                  <a:lnTo>
                    <a:pt x="588814" y="1188079"/>
                  </a:lnTo>
                  <a:lnTo>
                    <a:pt x="591277" y="1188078"/>
                  </a:lnTo>
                  <a:lnTo>
                    <a:pt x="593741" y="1188077"/>
                  </a:lnTo>
                  <a:lnTo>
                    <a:pt x="596205" y="1188076"/>
                  </a:lnTo>
                  <a:lnTo>
                    <a:pt x="598668" y="1188074"/>
                  </a:lnTo>
                  <a:lnTo>
                    <a:pt x="601132" y="1188072"/>
                  </a:lnTo>
                  <a:lnTo>
                    <a:pt x="603596" y="1188069"/>
                  </a:lnTo>
                  <a:lnTo>
                    <a:pt x="606059" y="1188064"/>
                  </a:lnTo>
                  <a:lnTo>
                    <a:pt x="608523" y="1188058"/>
                  </a:lnTo>
                  <a:lnTo>
                    <a:pt x="610987" y="1188049"/>
                  </a:lnTo>
                  <a:lnTo>
                    <a:pt x="613450" y="1188038"/>
                  </a:lnTo>
                  <a:lnTo>
                    <a:pt x="615914" y="1188023"/>
                  </a:lnTo>
                  <a:lnTo>
                    <a:pt x="618378" y="1188004"/>
                  </a:lnTo>
                  <a:lnTo>
                    <a:pt x="620841" y="1187980"/>
                  </a:lnTo>
                  <a:lnTo>
                    <a:pt x="623305" y="1187949"/>
                  </a:lnTo>
                  <a:lnTo>
                    <a:pt x="625769" y="1187912"/>
                  </a:lnTo>
                  <a:lnTo>
                    <a:pt x="628232" y="1187866"/>
                  </a:lnTo>
                  <a:lnTo>
                    <a:pt x="630696" y="1187810"/>
                  </a:lnTo>
                  <a:lnTo>
                    <a:pt x="633159" y="1187743"/>
                  </a:lnTo>
                  <a:lnTo>
                    <a:pt x="635623" y="1187665"/>
                  </a:lnTo>
                  <a:lnTo>
                    <a:pt x="638087" y="1187574"/>
                  </a:lnTo>
                  <a:lnTo>
                    <a:pt x="640550" y="1187471"/>
                  </a:lnTo>
                  <a:lnTo>
                    <a:pt x="643014" y="1187356"/>
                  </a:lnTo>
                  <a:lnTo>
                    <a:pt x="645478" y="1187229"/>
                  </a:lnTo>
                  <a:lnTo>
                    <a:pt x="647941" y="1187090"/>
                  </a:lnTo>
                  <a:lnTo>
                    <a:pt x="650405" y="1186942"/>
                  </a:lnTo>
                  <a:lnTo>
                    <a:pt x="652869" y="1186786"/>
                  </a:lnTo>
                  <a:lnTo>
                    <a:pt x="655332" y="1186626"/>
                  </a:lnTo>
                  <a:lnTo>
                    <a:pt x="657796" y="1186465"/>
                  </a:lnTo>
                  <a:lnTo>
                    <a:pt x="660260" y="1186306"/>
                  </a:lnTo>
                  <a:lnTo>
                    <a:pt x="662723" y="1186153"/>
                  </a:lnTo>
                  <a:lnTo>
                    <a:pt x="665187" y="1186009"/>
                  </a:lnTo>
                  <a:lnTo>
                    <a:pt x="667651" y="1185879"/>
                  </a:lnTo>
                  <a:lnTo>
                    <a:pt x="670114" y="1185767"/>
                  </a:lnTo>
                  <a:lnTo>
                    <a:pt x="672578" y="1185676"/>
                  </a:lnTo>
                  <a:lnTo>
                    <a:pt x="675042" y="1185606"/>
                  </a:lnTo>
                  <a:lnTo>
                    <a:pt x="677505" y="1185559"/>
                  </a:lnTo>
                  <a:lnTo>
                    <a:pt x="679969" y="1185535"/>
                  </a:lnTo>
                  <a:lnTo>
                    <a:pt x="682433" y="1185533"/>
                  </a:lnTo>
                  <a:lnTo>
                    <a:pt x="684896" y="1185550"/>
                  </a:lnTo>
                  <a:lnTo>
                    <a:pt x="687360" y="1185585"/>
                  </a:lnTo>
                  <a:lnTo>
                    <a:pt x="689824" y="1185635"/>
                  </a:lnTo>
                  <a:lnTo>
                    <a:pt x="692287" y="1185693"/>
                  </a:lnTo>
                  <a:lnTo>
                    <a:pt x="694751" y="1185755"/>
                  </a:lnTo>
                  <a:lnTo>
                    <a:pt x="697215" y="1185817"/>
                  </a:lnTo>
                  <a:lnTo>
                    <a:pt x="699678" y="1185873"/>
                  </a:lnTo>
                  <a:lnTo>
                    <a:pt x="702142" y="1185920"/>
                  </a:lnTo>
                  <a:lnTo>
                    <a:pt x="704606" y="1185956"/>
                  </a:lnTo>
                  <a:lnTo>
                    <a:pt x="707069" y="1185976"/>
                  </a:lnTo>
                  <a:lnTo>
                    <a:pt x="709533" y="1185978"/>
                  </a:lnTo>
                  <a:lnTo>
                    <a:pt x="711997" y="1185963"/>
                  </a:lnTo>
                  <a:lnTo>
                    <a:pt x="714460" y="1185933"/>
                  </a:lnTo>
                  <a:lnTo>
                    <a:pt x="716924" y="1185890"/>
                  </a:lnTo>
                  <a:lnTo>
                    <a:pt x="719388" y="1185837"/>
                  </a:lnTo>
                  <a:lnTo>
                    <a:pt x="721851" y="1185777"/>
                  </a:lnTo>
                  <a:lnTo>
                    <a:pt x="724315" y="1185715"/>
                  </a:lnTo>
                  <a:lnTo>
                    <a:pt x="726778" y="1185654"/>
                  </a:lnTo>
                  <a:lnTo>
                    <a:pt x="729242" y="1185602"/>
                  </a:lnTo>
                  <a:lnTo>
                    <a:pt x="731706" y="1185563"/>
                  </a:lnTo>
                  <a:lnTo>
                    <a:pt x="734169" y="1185540"/>
                  </a:lnTo>
                  <a:lnTo>
                    <a:pt x="736633" y="1185535"/>
                  </a:lnTo>
                  <a:lnTo>
                    <a:pt x="739097" y="1185552"/>
                  </a:lnTo>
                  <a:lnTo>
                    <a:pt x="741560" y="1185591"/>
                  </a:lnTo>
                  <a:lnTo>
                    <a:pt x="744024" y="1185652"/>
                  </a:lnTo>
                  <a:lnTo>
                    <a:pt x="746488" y="1185737"/>
                  </a:lnTo>
                  <a:lnTo>
                    <a:pt x="748951" y="1185844"/>
                  </a:lnTo>
                  <a:lnTo>
                    <a:pt x="751415" y="1185969"/>
                  </a:lnTo>
                  <a:lnTo>
                    <a:pt x="753879" y="1186107"/>
                  </a:lnTo>
                  <a:lnTo>
                    <a:pt x="756342" y="1186257"/>
                  </a:lnTo>
                  <a:lnTo>
                    <a:pt x="758806" y="1186414"/>
                  </a:lnTo>
                  <a:lnTo>
                    <a:pt x="761270" y="1186574"/>
                  </a:lnTo>
                  <a:lnTo>
                    <a:pt x="763733" y="1186735"/>
                  </a:lnTo>
                  <a:lnTo>
                    <a:pt x="766197" y="1186893"/>
                  </a:lnTo>
                  <a:lnTo>
                    <a:pt x="768661" y="1187043"/>
                  </a:lnTo>
                  <a:lnTo>
                    <a:pt x="771124" y="1187184"/>
                  </a:lnTo>
                  <a:lnTo>
                    <a:pt x="773588" y="1187315"/>
                  </a:lnTo>
                  <a:lnTo>
                    <a:pt x="776052" y="1187434"/>
                  </a:lnTo>
                  <a:lnTo>
                    <a:pt x="778515" y="1187542"/>
                  </a:lnTo>
                  <a:lnTo>
                    <a:pt x="780979" y="1187637"/>
                  </a:lnTo>
                  <a:lnTo>
                    <a:pt x="783443" y="1187719"/>
                  </a:lnTo>
                  <a:lnTo>
                    <a:pt x="785906" y="1187789"/>
                  </a:lnTo>
                  <a:lnTo>
                    <a:pt x="788370" y="1187848"/>
                  </a:lnTo>
                  <a:lnTo>
                    <a:pt x="790834" y="1187897"/>
                  </a:lnTo>
                  <a:lnTo>
                    <a:pt x="793297" y="1187937"/>
                  </a:lnTo>
                  <a:lnTo>
                    <a:pt x="795761" y="1187970"/>
                  </a:lnTo>
                  <a:lnTo>
                    <a:pt x="798225" y="1187996"/>
                  </a:lnTo>
                  <a:lnTo>
                    <a:pt x="800688" y="1188017"/>
                  </a:lnTo>
                  <a:lnTo>
                    <a:pt x="803152" y="1188034"/>
                  </a:lnTo>
                  <a:lnTo>
                    <a:pt x="805616" y="1188046"/>
                  </a:lnTo>
                  <a:lnTo>
                    <a:pt x="808079" y="1188055"/>
                  </a:lnTo>
                  <a:lnTo>
                    <a:pt x="810543" y="1188062"/>
                  </a:lnTo>
                  <a:lnTo>
                    <a:pt x="813006" y="1188067"/>
                  </a:lnTo>
                  <a:lnTo>
                    <a:pt x="815470" y="1188071"/>
                  </a:lnTo>
                  <a:lnTo>
                    <a:pt x="817934" y="1188074"/>
                  </a:lnTo>
                  <a:lnTo>
                    <a:pt x="820397" y="1188076"/>
                  </a:lnTo>
                  <a:lnTo>
                    <a:pt x="822861" y="1188077"/>
                  </a:lnTo>
                  <a:lnTo>
                    <a:pt x="825325" y="1188078"/>
                  </a:lnTo>
                  <a:lnTo>
                    <a:pt x="827788" y="1188079"/>
                  </a:lnTo>
                  <a:lnTo>
                    <a:pt x="830252" y="1188079"/>
                  </a:lnTo>
                  <a:lnTo>
                    <a:pt x="832716" y="1188079"/>
                  </a:lnTo>
                  <a:lnTo>
                    <a:pt x="835179" y="1188079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5481616" y="1393629"/>
              <a:ext cx="1258929" cy="732158"/>
            </a:xfrm>
            <a:custGeom>
              <a:avLst/>
              <a:pathLst>
                <a:path w="1258929" h="732158">
                  <a:moveTo>
                    <a:pt x="0" y="732149"/>
                  </a:moveTo>
                  <a:lnTo>
                    <a:pt x="2463" y="732146"/>
                  </a:lnTo>
                  <a:lnTo>
                    <a:pt x="4927" y="732142"/>
                  </a:lnTo>
                  <a:lnTo>
                    <a:pt x="7390" y="732137"/>
                  </a:lnTo>
                  <a:lnTo>
                    <a:pt x="9854" y="732130"/>
                  </a:lnTo>
                  <a:lnTo>
                    <a:pt x="12318" y="732122"/>
                  </a:lnTo>
                  <a:lnTo>
                    <a:pt x="14781" y="732111"/>
                  </a:lnTo>
                  <a:lnTo>
                    <a:pt x="17245" y="732098"/>
                  </a:lnTo>
                  <a:lnTo>
                    <a:pt x="19709" y="732081"/>
                  </a:lnTo>
                  <a:lnTo>
                    <a:pt x="22172" y="732060"/>
                  </a:lnTo>
                  <a:lnTo>
                    <a:pt x="24636" y="732034"/>
                  </a:lnTo>
                  <a:lnTo>
                    <a:pt x="27100" y="732001"/>
                  </a:lnTo>
                  <a:lnTo>
                    <a:pt x="29563" y="731962"/>
                  </a:lnTo>
                  <a:lnTo>
                    <a:pt x="32027" y="731914"/>
                  </a:lnTo>
                  <a:lnTo>
                    <a:pt x="34491" y="731854"/>
                  </a:lnTo>
                  <a:lnTo>
                    <a:pt x="36954" y="731782"/>
                  </a:lnTo>
                  <a:lnTo>
                    <a:pt x="39418" y="731695"/>
                  </a:lnTo>
                  <a:lnTo>
                    <a:pt x="41882" y="731593"/>
                  </a:lnTo>
                  <a:lnTo>
                    <a:pt x="44345" y="731472"/>
                  </a:lnTo>
                  <a:lnTo>
                    <a:pt x="46809" y="731330"/>
                  </a:lnTo>
                  <a:lnTo>
                    <a:pt x="49273" y="731159"/>
                  </a:lnTo>
                  <a:lnTo>
                    <a:pt x="51736" y="730958"/>
                  </a:lnTo>
                  <a:lnTo>
                    <a:pt x="54200" y="730727"/>
                  </a:lnTo>
                  <a:lnTo>
                    <a:pt x="56664" y="730461"/>
                  </a:lnTo>
                  <a:lnTo>
                    <a:pt x="59127" y="730158"/>
                  </a:lnTo>
                  <a:lnTo>
                    <a:pt x="61591" y="729811"/>
                  </a:lnTo>
                  <a:lnTo>
                    <a:pt x="64055" y="729408"/>
                  </a:lnTo>
                  <a:lnTo>
                    <a:pt x="66518" y="728953"/>
                  </a:lnTo>
                  <a:lnTo>
                    <a:pt x="68982" y="728444"/>
                  </a:lnTo>
                  <a:lnTo>
                    <a:pt x="71446" y="727875"/>
                  </a:lnTo>
                  <a:lnTo>
                    <a:pt x="73909" y="727245"/>
                  </a:lnTo>
                  <a:lnTo>
                    <a:pt x="76373" y="726545"/>
                  </a:lnTo>
                  <a:lnTo>
                    <a:pt x="78837" y="725761"/>
                  </a:lnTo>
                  <a:lnTo>
                    <a:pt x="81300" y="724902"/>
                  </a:lnTo>
                  <a:lnTo>
                    <a:pt x="83764" y="723966"/>
                  </a:lnTo>
                  <a:lnTo>
                    <a:pt x="86228" y="722952"/>
                  </a:lnTo>
                  <a:lnTo>
                    <a:pt x="88691" y="721857"/>
                  </a:lnTo>
                  <a:lnTo>
                    <a:pt x="91155" y="720674"/>
                  </a:lnTo>
                  <a:lnTo>
                    <a:pt x="93618" y="719392"/>
                  </a:lnTo>
                  <a:lnTo>
                    <a:pt x="96082" y="718026"/>
                  </a:lnTo>
                  <a:lnTo>
                    <a:pt x="98546" y="716576"/>
                  </a:lnTo>
                  <a:lnTo>
                    <a:pt x="101009" y="715043"/>
                  </a:lnTo>
                  <a:lnTo>
                    <a:pt x="103473" y="713428"/>
                  </a:lnTo>
                  <a:lnTo>
                    <a:pt x="105937" y="711727"/>
                  </a:lnTo>
                  <a:lnTo>
                    <a:pt x="108400" y="709937"/>
                  </a:lnTo>
                  <a:lnTo>
                    <a:pt x="110864" y="708075"/>
                  </a:lnTo>
                  <a:lnTo>
                    <a:pt x="113328" y="706144"/>
                  </a:lnTo>
                  <a:lnTo>
                    <a:pt x="115791" y="704148"/>
                  </a:lnTo>
                  <a:lnTo>
                    <a:pt x="118255" y="702091"/>
                  </a:lnTo>
                  <a:lnTo>
                    <a:pt x="120719" y="699973"/>
                  </a:lnTo>
                  <a:lnTo>
                    <a:pt x="123182" y="697799"/>
                  </a:lnTo>
                  <a:lnTo>
                    <a:pt x="125646" y="695582"/>
                  </a:lnTo>
                  <a:lnTo>
                    <a:pt x="128110" y="693327"/>
                  </a:lnTo>
                  <a:lnTo>
                    <a:pt x="130573" y="691039"/>
                  </a:lnTo>
                  <a:lnTo>
                    <a:pt x="133037" y="688723"/>
                  </a:lnTo>
                  <a:lnTo>
                    <a:pt x="135501" y="686382"/>
                  </a:lnTo>
                  <a:lnTo>
                    <a:pt x="137964" y="684023"/>
                  </a:lnTo>
                  <a:lnTo>
                    <a:pt x="140428" y="681651"/>
                  </a:lnTo>
                  <a:lnTo>
                    <a:pt x="142892" y="679271"/>
                  </a:lnTo>
                  <a:lnTo>
                    <a:pt x="145355" y="676885"/>
                  </a:lnTo>
                  <a:lnTo>
                    <a:pt x="147819" y="674495"/>
                  </a:lnTo>
                  <a:lnTo>
                    <a:pt x="150283" y="672104"/>
                  </a:lnTo>
                  <a:lnTo>
                    <a:pt x="152746" y="669713"/>
                  </a:lnTo>
                  <a:lnTo>
                    <a:pt x="155210" y="667322"/>
                  </a:lnTo>
                  <a:lnTo>
                    <a:pt x="157674" y="664930"/>
                  </a:lnTo>
                  <a:lnTo>
                    <a:pt x="160137" y="662538"/>
                  </a:lnTo>
                  <a:lnTo>
                    <a:pt x="162601" y="660144"/>
                  </a:lnTo>
                  <a:lnTo>
                    <a:pt x="165065" y="657745"/>
                  </a:lnTo>
                  <a:lnTo>
                    <a:pt x="167528" y="655339"/>
                  </a:lnTo>
                  <a:lnTo>
                    <a:pt x="169992" y="652924"/>
                  </a:lnTo>
                  <a:lnTo>
                    <a:pt x="172456" y="650500"/>
                  </a:lnTo>
                  <a:lnTo>
                    <a:pt x="174919" y="648063"/>
                  </a:lnTo>
                  <a:lnTo>
                    <a:pt x="177383" y="645614"/>
                  </a:lnTo>
                  <a:lnTo>
                    <a:pt x="179847" y="643149"/>
                  </a:lnTo>
                  <a:lnTo>
                    <a:pt x="182310" y="640670"/>
                  </a:lnTo>
                  <a:lnTo>
                    <a:pt x="184774" y="638180"/>
                  </a:lnTo>
                  <a:lnTo>
                    <a:pt x="187237" y="635680"/>
                  </a:lnTo>
                  <a:lnTo>
                    <a:pt x="189701" y="633174"/>
                  </a:lnTo>
                  <a:lnTo>
                    <a:pt x="192165" y="630665"/>
                  </a:lnTo>
                  <a:lnTo>
                    <a:pt x="194628" y="628163"/>
                  </a:lnTo>
                  <a:lnTo>
                    <a:pt x="197092" y="625673"/>
                  </a:lnTo>
                  <a:lnTo>
                    <a:pt x="199556" y="623204"/>
                  </a:lnTo>
                  <a:lnTo>
                    <a:pt x="202019" y="620763"/>
                  </a:lnTo>
                  <a:lnTo>
                    <a:pt x="204483" y="618359"/>
                  </a:lnTo>
                  <a:lnTo>
                    <a:pt x="206947" y="616001"/>
                  </a:lnTo>
                  <a:lnTo>
                    <a:pt x="209410" y="613714"/>
                  </a:lnTo>
                  <a:lnTo>
                    <a:pt x="211874" y="611497"/>
                  </a:lnTo>
                  <a:lnTo>
                    <a:pt x="214338" y="609357"/>
                  </a:lnTo>
                  <a:lnTo>
                    <a:pt x="216801" y="607302"/>
                  </a:lnTo>
                  <a:lnTo>
                    <a:pt x="219265" y="605338"/>
                  </a:lnTo>
                  <a:lnTo>
                    <a:pt x="221729" y="603473"/>
                  </a:lnTo>
                  <a:lnTo>
                    <a:pt x="224192" y="601734"/>
                  </a:lnTo>
                  <a:lnTo>
                    <a:pt x="226656" y="600100"/>
                  </a:lnTo>
                  <a:lnTo>
                    <a:pt x="229120" y="598569"/>
                  </a:lnTo>
                  <a:lnTo>
                    <a:pt x="231583" y="597139"/>
                  </a:lnTo>
                  <a:lnTo>
                    <a:pt x="234047" y="595805"/>
                  </a:lnTo>
                  <a:lnTo>
                    <a:pt x="236511" y="594565"/>
                  </a:lnTo>
                  <a:lnTo>
                    <a:pt x="238974" y="593420"/>
                  </a:lnTo>
                  <a:lnTo>
                    <a:pt x="241438" y="592338"/>
                  </a:lnTo>
                  <a:lnTo>
                    <a:pt x="243902" y="591305"/>
                  </a:lnTo>
                  <a:lnTo>
                    <a:pt x="246365" y="590306"/>
                  </a:lnTo>
                  <a:lnTo>
                    <a:pt x="248829" y="589325"/>
                  </a:lnTo>
                  <a:lnTo>
                    <a:pt x="251293" y="588342"/>
                  </a:lnTo>
                  <a:lnTo>
                    <a:pt x="253756" y="587325"/>
                  </a:lnTo>
                  <a:lnTo>
                    <a:pt x="256220" y="586257"/>
                  </a:lnTo>
                  <a:lnTo>
                    <a:pt x="258684" y="585116"/>
                  </a:lnTo>
                  <a:lnTo>
                    <a:pt x="261147" y="583883"/>
                  </a:lnTo>
                  <a:lnTo>
                    <a:pt x="263611" y="582537"/>
                  </a:lnTo>
                  <a:lnTo>
                    <a:pt x="266075" y="581048"/>
                  </a:lnTo>
                  <a:lnTo>
                    <a:pt x="268538" y="579374"/>
                  </a:lnTo>
                  <a:lnTo>
                    <a:pt x="271002" y="577524"/>
                  </a:lnTo>
                  <a:lnTo>
                    <a:pt x="273465" y="575483"/>
                  </a:lnTo>
                  <a:lnTo>
                    <a:pt x="275929" y="573238"/>
                  </a:lnTo>
                  <a:lnTo>
                    <a:pt x="278393" y="570777"/>
                  </a:lnTo>
                  <a:lnTo>
                    <a:pt x="280856" y="568066"/>
                  </a:lnTo>
                  <a:lnTo>
                    <a:pt x="283320" y="565082"/>
                  </a:lnTo>
                  <a:lnTo>
                    <a:pt x="285784" y="561854"/>
                  </a:lnTo>
                  <a:lnTo>
                    <a:pt x="288247" y="558379"/>
                  </a:lnTo>
                  <a:lnTo>
                    <a:pt x="290711" y="554652"/>
                  </a:lnTo>
                  <a:lnTo>
                    <a:pt x="293175" y="550672"/>
                  </a:lnTo>
                  <a:lnTo>
                    <a:pt x="295638" y="546404"/>
                  </a:lnTo>
                  <a:lnTo>
                    <a:pt x="298102" y="541847"/>
                  </a:lnTo>
                  <a:lnTo>
                    <a:pt x="300566" y="537031"/>
                  </a:lnTo>
                  <a:lnTo>
                    <a:pt x="303029" y="531955"/>
                  </a:lnTo>
                  <a:lnTo>
                    <a:pt x="305493" y="526616"/>
                  </a:lnTo>
                  <a:lnTo>
                    <a:pt x="307957" y="521011"/>
                  </a:lnTo>
                  <a:lnTo>
                    <a:pt x="310420" y="515095"/>
                  </a:lnTo>
                  <a:lnTo>
                    <a:pt x="312884" y="508868"/>
                  </a:lnTo>
                  <a:lnTo>
                    <a:pt x="315348" y="502351"/>
                  </a:lnTo>
                  <a:lnTo>
                    <a:pt x="317811" y="495533"/>
                  </a:lnTo>
                  <a:lnTo>
                    <a:pt x="320275" y="488402"/>
                  </a:lnTo>
                  <a:lnTo>
                    <a:pt x="322739" y="480944"/>
                  </a:lnTo>
                  <a:lnTo>
                    <a:pt x="325202" y="473080"/>
                  </a:lnTo>
                  <a:lnTo>
                    <a:pt x="327666" y="464815"/>
                  </a:lnTo>
                  <a:lnTo>
                    <a:pt x="330130" y="456159"/>
                  </a:lnTo>
                  <a:lnTo>
                    <a:pt x="332593" y="447091"/>
                  </a:lnTo>
                  <a:lnTo>
                    <a:pt x="335057" y="437593"/>
                  </a:lnTo>
                  <a:lnTo>
                    <a:pt x="337521" y="427643"/>
                  </a:lnTo>
                  <a:lnTo>
                    <a:pt x="339984" y="417126"/>
                  </a:lnTo>
                  <a:lnTo>
                    <a:pt x="342448" y="406078"/>
                  </a:lnTo>
                  <a:lnTo>
                    <a:pt x="344912" y="394514"/>
                  </a:lnTo>
                  <a:lnTo>
                    <a:pt x="347375" y="382423"/>
                  </a:lnTo>
                  <a:lnTo>
                    <a:pt x="349839" y="369796"/>
                  </a:lnTo>
                  <a:lnTo>
                    <a:pt x="352303" y="356626"/>
                  </a:lnTo>
                  <a:lnTo>
                    <a:pt x="354766" y="342798"/>
                  </a:lnTo>
                  <a:lnTo>
                    <a:pt x="357230" y="328418"/>
                  </a:lnTo>
                  <a:lnTo>
                    <a:pt x="359694" y="313525"/>
                  </a:lnTo>
                  <a:lnTo>
                    <a:pt x="362157" y="298142"/>
                  </a:lnTo>
                  <a:lnTo>
                    <a:pt x="364621" y="282299"/>
                  </a:lnTo>
                  <a:lnTo>
                    <a:pt x="367084" y="266032"/>
                  </a:lnTo>
                  <a:lnTo>
                    <a:pt x="369548" y="249318"/>
                  </a:lnTo>
                  <a:lnTo>
                    <a:pt x="372012" y="232316"/>
                  </a:lnTo>
                  <a:lnTo>
                    <a:pt x="374475" y="215104"/>
                  </a:lnTo>
                  <a:lnTo>
                    <a:pt x="376939" y="197757"/>
                  </a:lnTo>
                  <a:lnTo>
                    <a:pt x="379403" y="180362"/>
                  </a:lnTo>
                  <a:lnTo>
                    <a:pt x="381866" y="163009"/>
                  </a:lnTo>
                  <a:lnTo>
                    <a:pt x="384330" y="145879"/>
                  </a:lnTo>
                  <a:lnTo>
                    <a:pt x="386794" y="129073"/>
                  </a:lnTo>
                  <a:lnTo>
                    <a:pt x="389257" y="112706"/>
                  </a:lnTo>
                  <a:lnTo>
                    <a:pt x="391721" y="96895"/>
                  </a:lnTo>
                  <a:lnTo>
                    <a:pt x="394185" y="81763"/>
                  </a:lnTo>
                  <a:lnTo>
                    <a:pt x="396648" y="67455"/>
                  </a:lnTo>
                  <a:lnTo>
                    <a:pt x="399112" y="54335"/>
                  </a:lnTo>
                  <a:lnTo>
                    <a:pt x="401576" y="42338"/>
                  </a:lnTo>
                  <a:lnTo>
                    <a:pt x="404039" y="31575"/>
                  </a:lnTo>
                  <a:lnTo>
                    <a:pt x="406503" y="22155"/>
                  </a:lnTo>
                  <a:lnTo>
                    <a:pt x="408967" y="14180"/>
                  </a:lnTo>
                  <a:lnTo>
                    <a:pt x="411430" y="7825"/>
                  </a:lnTo>
                  <a:lnTo>
                    <a:pt x="413894" y="3463"/>
                  </a:lnTo>
                  <a:lnTo>
                    <a:pt x="416358" y="839"/>
                  </a:lnTo>
                  <a:lnTo>
                    <a:pt x="418821" y="0"/>
                  </a:lnTo>
                  <a:lnTo>
                    <a:pt x="421285" y="984"/>
                  </a:lnTo>
                  <a:lnTo>
                    <a:pt x="423749" y="3817"/>
                  </a:lnTo>
                  <a:lnTo>
                    <a:pt x="426212" y="8643"/>
                  </a:lnTo>
                  <a:lnTo>
                    <a:pt x="428676" y="15660"/>
                  </a:lnTo>
                  <a:lnTo>
                    <a:pt x="431140" y="24492"/>
                  </a:lnTo>
                  <a:lnTo>
                    <a:pt x="433603" y="35095"/>
                  </a:lnTo>
                  <a:lnTo>
                    <a:pt x="436067" y="47410"/>
                  </a:lnTo>
                  <a:lnTo>
                    <a:pt x="438531" y="61372"/>
                  </a:lnTo>
                  <a:lnTo>
                    <a:pt x="440994" y="77032"/>
                  </a:lnTo>
                  <a:lnTo>
                    <a:pt x="443458" y="94351"/>
                  </a:lnTo>
                  <a:lnTo>
                    <a:pt x="445922" y="112964"/>
                  </a:lnTo>
                  <a:lnTo>
                    <a:pt x="448385" y="132755"/>
                  </a:lnTo>
                  <a:lnTo>
                    <a:pt x="450849" y="153602"/>
                  </a:lnTo>
                  <a:lnTo>
                    <a:pt x="453312" y="175377"/>
                  </a:lnTo>
                  <a:lnTo>
                    <a:pt x="455776" y="198019"/>
                  </a:lnTo>
                  <a:lnTo>
                    <a:pt x="458240" y="221341"/>
                  </a:lnTo>
                  <a:lnTo>
                    <a:pt x="460703" y="245100"/>
                  </a:lnTo>
                  <a:lnTo>
                    <a:pt x="463167" y="269163"/>
                  </a:lnTo>
                  <a:lnTo>
                    <a:pt x="465631" y="293400"/>
                  </a:lnTo>
                  <a:lnTo>
                    <a:pt x="468094" y="317685"/>
                  </a:lnTo>
                  <a:lnTo>
                    <a:pt x="470558" y="341858"/>
                  </a:lnTo>
                  <a:lnTo>
                    <a:pt x="473022" y="365751"/>
                  </a:lnTo>
                  <a:lnTo>
                    <a:pt x="475485" y="389272"/>
                  </a:lnTo>
                  <a:lnTo>
                    <a:pt x="477949" y="412325"/>
                  </a:lnTo>
                  <a:lnTo>
                    <a:pt x="480413" y="434821"/>
                  </a:lnTo>
                  <a:lnTo>
                    <a:pt x="482876" y="456679"/>
                  </a:lnTo>
                  <a:lnTo>
                    <a:pt x="485340" y="477698"/>
                  </a:lnTo>
                  <a:lnTo>
                    <a:pt x="487804" y="497837"/>
                  </a:lnTo>
                  <a:lnTo>
                    <a:pt x="490267" y="517122"/>
                  </a:lnTo>
                  <a:lnTo>
                    <a:pt x="492731" y="535515"/>
                  </a:lnTo>
                  <a:lnTo>
                    <a:pt x="495195" y="552987"/>
                  </a:lnTo>
                  <a:lnTo>
                    <a:pt x="497658" y="569517"/>
                  </a:lnTo>
                  <a:lnTo>
                    <a:pt x="500122" y="584915"/>
                  </a:lnTo>
                  <a:lnTo>
                    <a:pt x="502586" y="599282"/>
                  </a:lnTo>
                  <a:lnTo>
                    <a:pt x="505049" y="612699"/>
                  </a:lnTo>
                  <a:lnTo>
                    <a:pt x="507513" y="625177"/>
                  </a:lnTo>
                  <a:lnTo>
                    <a:pt x="509977" y="636735"/>
                  </a:lnTo>
                  <a:lnTo>
                    <a:pt x="512440" y="647395"/>
                  </a:lnTo>
                  <a:lnTo>
                    <a:pt x="514904" y="657018"/>
                  </a:lnTo>
                  <a:lnTo>
                    <a:pt x="517368" y="665782"/>
                  </a:lnTo>
                  <a:lnTo>
                    <a:pt x="519831" y="673769"/>
                  </a:lnTo>
                  <a:lnTo>
                    <a:pt x="522295" y="681015"/>
                  </a:lnTo>
                  <a:lnTo>
                    <a:pt x="524759" y="687561"/>
                  </a:lnTo>
                  <a:lnTo>
                    <a:pt x="527222" y="693448"/>
                  </a:lnTo>
                  <a:lnTo>
                    <a:pt x="529686" y="698592"/>
                  </a:lnTo>
                  <a:lnTo>
                    <a:pt x="532150" y="703171"/>
                  </a:lnTo>
                  <a:lnTo>
                    <a:pt x="534613" y="707241"/>
                  </a:lnTo>
                  <a:lnTo>
                    <a:pt x="537077" y="710842"/>
                  </a:lnTo>
                  <a:lnTo>
                    <a:pt x="539541" y="714014"/>
                  </a:lnTo>
                  <a:lnTo>
                    <a:pt x="542004" y="716793"/>
                  </a:lnTo>
                  <a:lnTo>
                    <a:pt x="544468" y="719139"/>
                  </a:lnTo>
                  <a:lnTo>
                    <a:pt x="546931" y="721181"/>
                  </a:lnTo>
                  <a:lnTo>
                    <a:pt x="549395" y="722951"/>
                  </a:lnTo>
                  <a:lnTo>
                    <a:pt x="551859" y="724477"/>
                  </a:lnTo>
                  <a:lnTo>
                    <a:pt x="554322" y="725786"/>
                  </a:lnTo>
                  <a:lnTo>
                    <a:pt x="556786" y="726899"/>
                  </a:lnTo>
                  <a:lnTo>
                    <a:pt x="559250" y="727810"/>
                  </a:lnTo>
                  <a:lnTo>
                    <a:pt x="561713" y="728584"/>
                  </a:lnTo>
                  <a:lnTo>
                    <a:pt x="564177" y="729237"/>
                  </a:lnTo>
                  <a:lnTo>
                    <a:pt x="566641" y="729785"/>
                  </a:lnTo>
                  <a:lnTo>
                    <a:pt x="569104" y="730242"/>
                  </a:lnTo>
                  <a:lnTo>
                    <a:pt x="571568" y="730619"/>
                  </a:lnTo>
                  <a:lnTo>
                    <a:pt x="574032" y="730918"/>
                  </a:lnTo>
                  <a:lnTo>
                    <a:pt x="576495" y="731165"/>
                  </a:lnTo>
                  <a:lnTo>
                    <a:pt x="578959" y="731369"/>
                  </a:lnTo>
                  <a:lnTo>
                    <a:pt x="581423" y="731534"/>
                  </a:lnTo>
                  <a:lnTo>
                    <a:pt x="583886" y="731669"/>
                  </a:lnTo>
                  <a:lnTo>
                    <a:pt x="586350" y="731776"/>
                  </a:lnTo>
                  <a:lnTo>
                    <a:pt x="588814" y="731858"/>
                  </a:lnTo>
                  <a:lnTo>
                    <a:pt x="591277" y="731925"/>
                  </a:lnTo>
                  <a:lnTo>
                    <a:pt x="593741" y="731978"/>
                  </a:lnTo>
                  <a:lnTo>
                    <a:pt x="596205" y="732020"/>
                  </a:lnTo>
                  <a:lnTo>
                    <a:pt x="598668" y="732053"/>
                  </a:lnTo>
                  <a:lnTo>
                    <a:pt x="601132" y="732078"/>
                  </a:lnTo>
                  <a:lnTo>
                    <a:pt x="603596" y="732097"/>
                  </a:lnTo>
                  <a:lnTo>
                    <a:pt x="606059" y="732112"/>
                  </a:lnTo>
                  <a:lnTo>
                    <a:pt x="608523" y="732123"/>
                  </a:lnTo>
                  <a:lnTo>
                    <a:pt x="610987" y="732132"/>
                  </a:lnTo>
                  <a:lnTo>
                    <a:pt x="613450" y="732139"/>
                  </a:lnTo>
                  <a:lnTo>
                    <a:pt x="615914" y="732144"/>
                  </a:lnTo>
                  <a:lnTo>
                    <a:pt x="618378" y="732147"/>
                  </a:lnTo>
                  <a:lnTo>
                    <a:pt x="620841" y="732150"/>
                  </a:lnTo>
                  <a:lnTo>
                    <a:pt x="623305" y="732152"/>
                  </a:lnTo>
                  <a:lnTo>
                    <a:pt x="625769" y="732154"/>
                  </a:lnTo>
                  <a:lnTo>
                    <a:pt x="628232" y="732155"/>
                  </a:lnTo>
                  <a:lnTo>
                    <a:pt x="630696" y="732156"/>
                  </a:lnTo>
                  <a:lnTo>
                    <a:pt x="633159" y="732156"/>
                  </a:lnTo>
                  <a:lnTo>
                    <a:pt x="635623" y="732157"/>
                  </a:lnTo>
                  <a:lnTo>
                    <a:pt x="638087" y="732157"/>
                  </a:lnTo>
                  <a:lnTo>
                    <a:pt x="640550" y="732157"/>
                  </a:lnTo>
                  <a:lnTo>
                    <a:pt x="643014" y="732157"/>
                  </a:lnTo>
                  <a:lnTo>
                    <a:pt x="645478" y="732157"/>
                  </a:lnTo>
                  <a:lnTo>
                    <a:pt x="647941" y="732157"/>
                  </a:lnTo>
                  <a:lnTo>
                    <a:pt x="650405" y="732157"/>
                  </a:lnTo>
                  <a:lnTo>
                    <a:pt x="652869" y="732158"/>
                  </a:lnTo>
                  <a:lnTo>
                    <a:pt x="655332" y="732158"/>
                  </a:lnTo>
                  <a:lnTo>
                    <a:pt x="657796" y="732158"/>
                  </a:lnTo>
                  <a:lnTo>
                    <a:pt x="660260" y="732158"/>
                  </a:lnTo>
                  <a:lnTo>
                    <a:pt x="662723" y="732158"/>
                  </a:lnTo>
                  <a:lnTo>
                    <a:pt x="665187" y="732158"/>
                  </a:lnTo>
                  <a:lnTo>
                    <a:pt x="667651" y="732158"/>
                  </a:lnTo>
                  <a:lnTo>
                    <a:pt x="670114" y="732158"/>
                  </a:lnTo>
                  <a:lnTo>
                    <a:pt x="672578" y="732158"/>
                  </a:lnTo>
                  <a:lnTo>
                    <a:pt x="675042" y="732158"/>
                  </a:lnTo>
                  <a:lnTo>
                    <a:pt x="677505" y="732158"/>
                  </a:lnTo>
                  <a:lnTo>
                    <a:pt x="679969" y="732158"/>
                  </a:lnTo>
                  <a:lnTo>
                    <a:pt x="682433" y="732158"/>
                  </a:lnTo>
                  <a:lnTo>
                    <a:pt x="684896" y="732158"/>
                  </a:lnTo>
                  <a:lnTo>
                    <a:pt x="687360" y="732158"/>
                  </a:lnTo>
                  <a:lnTo>
                    <a:pt x="689824" y="732158"/>
                  </a:lnTo>
                  <a:lnTo>
                    <a:pt x="692287" y="732158"/>
                  </a:lnTo>
                  <a:lnTo>
                    <a:pt x="694751" y="732158"/>
                  </a:lnTo>
                  <a:lnTo>
                    <a:pt x="697215" y="732158"/>
                  </a:lnTo>
                  <a:lnTo>
                    <a:pt x="699678" y="732158"/>
                  </a:lnTo>
                  <a:lnTo>
                    <a:pt x="702142" y="732158"/>
                  </a:lnTo>
                  <a:lnTo>
                    <a:pt x="704606" y="732158"/>
                  </a:lnTo>
                  <a:lnTo>
                    <a:pt x="707069" y="732158"/>
                  </a:lnTo>
                  <a:lnTo>
                    <a:pt x="709533" y="732158"/>
                  </a:lnTo>
                  <a:lnTo>
                    <a:pt x="711997" y="732158"/>
                  </a:lnTo>
                  <a:lnTo>
                    <a:pt x="714460" y="732158"/>
                  </a:lnTo>
                  <a:lnTo>
                    <a:pt x="716924" y="732158"/>
                  </a:lnTo>
                  <a:lnTo>
                    <a:pt x="719388" y="732158"/>
                  </a:lnTo>
                  <a:lnTo>
                    <a:pt x="721851" y="732158"/>
                  </a:lnTo>
                  <a:lnTo>
                    <a:pt x="724315" y="732158"/>
                  </a:lnTo>
                  <a:lnTo>
                    <a:pt x="726778" y="732158"/>
                  </a:lnTo>
                  <a:lnTo>
                    <a:pt x="729242" y="732158"/>
                  </a:lnTo>
                  <a:lnTo>
                    <a:pt x="731706" y="732158"/>
                  </a:lnTo>
                  <a:lnTo>
                    <a:pt x="734169" y="732158"/>
                  </a:lnTo>
                  <a:lnTo>
                    <a:pt x="736633" y="732158"/>
                  </a:lnTo>
                  <a:lnTo>
                    <a:pt x="739097" y="732158"/>
                  </a:lnTo>
                  <a:lnTo>
                    <a:pt x="741560" y="732158"/>
                  </a:lnTo>
                  <a:lnTo>
                    <a:pt x="744024" y="732158"/>
                  </a:lnTo>
                  <a:lnTo>
                    <a:pt x="746488" y="732158"/>
                  </a:lnTo>
                  <a:lnTo>
                    <a:pt x="748951" y="732158"/>
                  </a:lnTo>
                  <a:lnTo>
                    <a:pt x="751415" y="732158"/>
                  </a:lnTo>
                  <a:lnTo>
                    <a:pt x="753879" y="732158"/>
                  </a:lnTo>
                  <a:lnTo>
                    <a:pt x="756342" y="732158"/>
                  </a:lnTo>
                  <a:lnTo>
                    <a:pt x="758806" y="732158"/>
                  </a:lnTo>
                  <a:lnTo>
                    <a:pt x="761270" y="732158"/>
                  </a:lnTo>
                  <a:lnTo>
                    <a:pt x="763733" y="732158"/>
                  </a:lnTo>
                  <a:lnTo>
                    <a:pt x="766197" y="732158"/>
                  </a:lnTo>
                  <a:lnTo>
                    <a:pt x="768661" y="732158"/>
                  </a:lnTo>
                  <a:lnTo>
                    <a:pt x="771124" y="732158"/>
                  </a:lnTo>
                  <a:lnTo>
                    <a:pt x="773588" y="732158"/>
                  </a:lnTo>
                  <a:lnTo>
                    <a:pt x="776052" y="732158"/>
                  </a:lnTo>
                  <a:lnTo>
                    <a:pt x="778515" y="732158"/>
                  </a:lnTo>
                  <a:lnTo>
                    <a:pt x="780979" y="732158"/>
                  </a:lnTo>
                  <a:lnTo>
                    <a:pt x="783443" y="732158"/>
                  </a:lnTo>
                  <a:lnTo>
                    <a:pt x="785906" y="732158"/>
                  </a:lnTo>
                  <a:lnTo>
                    <a:pt x="788370" y="732158"/>
                  </a:lnTo>
                  <a:lnTo>
                    <a:pt x="790834" y="732158"/>
                  </a:lnTo>
                  <a:lnTo>
                    <a:pt x="793297" y="732158"/>
                  </a:lnTo>
                  <a:lnTo>
                    <a:pt x="795761" y="732158"/>
                  </a:lnTo>
                  <a:lnTo>
                    <a:pt x="798225" y="732158"/>
                  </a:lnTo>
                  <a:lnTo>
                    <a:pt x="800688" y="732158"/>
                  </a:lnTo>
                  <a:lnTo>
                    <a:pt x="803152" y="732158"/>
                  </a:lnTo>
                  <a:lnTo>
                    <a:pt x="805616" y="732158"/>
                  </a:lnTo>
                  <a:lnTo>
                    <a:pt x="808079" y="732158"/>
                  </a:lnTo>
                  <a:lnTo>
                    <a:pt x="810543" y="732158"/>
                  </a:lnTo>
                  <a:lnTo>
                    <a:pt x="813006" y="732158"/>
                  </a:lnTo>
                  <a:lnTo>
                    <a:pt x="815470" y="732158"/>
                  </a:lnTo>
                  <a:lnTo>
                    <a:pt x="817934" y="732158"/>
                  </a:lnTo>
                  <a:lnTo>
                    <a:pt x="820397" y="732158"/>
                  </a:lnTo>
                  <a:lnTo>
                    <a:pt x="822861" y="732158"/>
                  </a:lnTo>
                  <a:lnTo>
                    <a:pt x="825325" y="732158"/>
                  </a:lnTo>
                  <a:lnTo>
                    <a:pt x="827788" y="732158"/>
                  </a:lnTo>
                  <a:lnTo>
                    <a:pt x="830252" y="732158"/>
                  </a:lnTo>
                  <a:lnTo>
                    <a:pt x="832716" y="732158"/>
                  </a:lnTo>
                  <a:lnTo>
                    <a:pt x="835179" y="732158"/>
                  </a:lnTo>
                  <a:lnTo>
                    <a:pt x="837643" y="732158"/>
                  </a:lnTo>
                  <a:lnTo>
                    <a:pt x="840107" y="732158"/>
                  </a:lnTo>
                  <a:lnTo>
                    <a:pt x="842570" y="732158"/>
                  </a:lnTo>
                  <a:lnTo>
                    <a:pt x="845034" y="732158"/>
                  </a:lnTo>
                  <a:lnTo>
                    <a:pt x="847498" y="732158"/>
                  </a:lnTo>
                  <a:lnTo>
                    <a:pt x="849961" y="732158"/>
                  </a:lnTo>
                  <a:lnTo>
                    <a:pt x="852425" y="732158"/>
                  </a:lnTo>
                  <a:lnTo>
                    <a:pt x="854889" y="732158"/>
                  </a:lnTo>
                  <a:lnTo>
                    <a:pt x="857352" y="732158"/>
                  </a:lnTo>
                  <a:lnTo>
                    <a:pt x="859816" y="732158"/>
                  </a:lnTo>
                  <a:lnTo>
                    <a:pt x="862280" y="732158"/>
                  </a:lnTo>
                  <a:lnTo>
                    <a:pt x="864743" y="732158"/>
                  </a:lnTo>
                  <a:lnTo>
                    <a:pt x="867207" y="732158"/>
                  </a:lnTo>
                  <a:lnTo>
                    <a:pt x="869671" y="732158"/>
                  </a:lnTo>
                  <a:lnTo>
                    <a:pt x="872134" y="732158"/>
                  </a:lnTo>
                  <a:lnTo>
                    <a:pt x="874598" y="732158"/>
                  </a:lnTo>
                  <a:lnTo>
                    <a:pt x="877062" y="732158"/>
                  </a:lnTo>
                  <a:lnTo>
                    <a:pt x="879525" y="732158"/>
                  </a:lnTo>
                  <a:lnTo>
                    <a:pt x="881989" y="732158"/>
                  </a:lnTo>
                  <a:lnTo>
                    <a:pt x="884453" y="732158"/>
                  </a:lnTo>
                  <a:lnTo>
                    <a:pt x="886916" y="732158"/>
                  </a:lnTo>
                  <a:lnTo>
                    <a:pt x="889380" y="732158"/>
                  </a:lnTo>
                  <a:lnTo>
                    <a:pt x="891844" y="732158"/>
                  </a:lnTo>
                  <a:lnTo>
                    <a:pt x="894307" y="732158"/>
                  </a:lnTo>
                  <a:lnTo>
                    <a:pt x="896771" y="732158"/>
                  </a:lnTo>
                  <a:lnTo>
                    <a:pt x="899235" y="732158"/>
                  </a:lnTo>
                  <a:lnTo>
                    <a:pt x="901698" y="732158"/>
                  </a:lnTo>
                  <a:lnTo>
                    <a:pt x="904162" y="732158"/>
                  </a:lnTo>
                  <a:lnTo>
                    <a:pt x="906625" y="732158"/>
                  </a:lnTo>
                  <a:lnTo>
                    <a:pt x="909089" y="732158"/>
                  </a:lnTo>
                  <a:lnTo>
                    <a:pt x="911553" y="732158"/>
                  </a:lnTo>
                  <a:lnTo>
                    <a:pt x="914016" y="732158"/>
                  </a:lnTo>
                  <a:lnTo>
                    <a:pt x="916480" y="732158"/>
                  </a:lnTo>
                  <a:lnTo>
                    <a:pt x="918944" y="732158"/>
                  </a:lnTo>
                  <a:lnTo>
                    <a:pt x="921407" y="732158"/>
                  </a:lnTo>
                  <a:lnTo>
                    <a:pt x="923871" y="732158"/>
                  </a:lnTo>
                  <a:lnTo>
                    <a:pt x="926335" y="732158"/>
                  </a:lnTo>
                  <a:lnTo>
                    <a:pt x="928798" y="732158"/>
                  </a:lnTo>
                  <a:lnTo>
                    <a:pt x="931262" y="732158"/>
                  </a:lnTo>
                  <a:lnTo>
                    <a:pt x="933726" y="732158"/>
                  </a:lnTo>
                  <a:lnTo>
                    <a:pt x="936189" y="732158"/>
                  </a:lnTo>
                  <a:lnTo>
                    <a:pt x="938653" y="732158"/>
                  </a:lnTo>
                  <a:lnTo>
                    <a:pt x="941117" y="732158"/>
                  </a:lnTo>
                  <a:lnTo>
                    <a:pt x="943580" y="732158"/>
                  </a:lnTo>
                  <a:lnTo>
                    <a:pt x="946044" y="732158"/>
                  </a:lnTo>
                  <a:lnTo>
                    <a:pt x="948508" y="732158"/>
                  </a:lnTo>
                  <a:lnTo>
                    <a:pt x="950971" y="732158"/>
                  </a:lnTo>
                  <a:lnTo>
                    <a:pt x="953435" y="732158"/>
                  </a:lnTo>
                  <a:lnTo>
                    <a:pt x="955899" y="732158"/>
                  </a:lnTo>
                  <a:lnTo>
                    <a:pt x="958362" y="732158"/>
                  </a:lnTo>
                  <a:lnTo>
                    <a:pt x="960826" y="732158"/>
                  </a:lnTo>
                  <a:lnTo>
                    <a:pt x="963290" y="732158"/>
                  </a:lnTo>
                  <a:lnTo>
                    <a:pt x="965753" y="732158"/>
                  </a:lnTo>
                  <a:lnTo>
                    <a:pt x="968217" y="732158"/>
                  </a:lnTo>
                  <a:lnTo>
                    <a:pt x="970681" y="732158"/>
                  </a:lnTo>
                  <a:lnTo>
                    <a:pt x="973144" y="732158"/>
                  </a:lnTo>
                  <a:lnTo>
                    <a:pt x="975608" y="732158"/>
                  </a:lnTo>
                  <a:lnTo>
                    <a:pt x="978072" y="732158"/>
                  </a:lnTo>
                  <a:lnTo>
                    <a:pt x="980535" y="732158"/>
                  </a:lnTo>
                  <a:lnTo>
                    <a:pt x="982999" y="732158"/>
                  </a:lnTo>
                  <a:lnTo>
                    <a:pt x="985463" y="732158"/>
                  </a:lnTo>
                  <a:lnTo>
                    <a:pt x="987926" y="732158"/>
                  </a:lnTo>
                  <a:lnTo>
                    <a:pt x="990390" y="732158"/>
                  </a:lnTo>
                  <a:lnTo>
                    <a:pt x="992853" y="732158"/>
                  </a:lnTo>
                  <a:lnTo>
                    <a:pt x="995317" y="732158"/>
                  </a:lnTo>
                  <a:lnTo>
                    <a:pt x="997781" y="732158"/>
                  </a:lnTo>
                  <a:lnTo>
                    <a:pt x="1000244" y="732158"/>
                  </a:lnTo>
                  <a:lnTo>
                    <a:pt x="1002708" y="732158"/>
                  </a:lnTo>
                  <a:lnTo>
                    <a:pt x="1005172" y="732158"/>
                  </a:lnTo>
                  <a:lnTo>
                    <a:pt x="1007635" y="732158"/>
                  </a:lnTo>
                  <a:lnTo>
                    <a:pt x="1010099" y="732158"/>
                  </a:lnTo>
                  <a:lnTo>
                    <a:pt x="1012563" y="732158"/>
                  </a:lnTo>
                  <a:lnTo>
                    <a:pt x="1015026" y="732158"/>
                  </a:lnTo>
                  <a:lnTo>
                    <a:pt x="1017490" y="732158"/>
                  </a:lnTo>
                  <a:lnTo>
                    <a:pt x="1019954" y="732158"/>
                  </a:lnTo>
                  <a:lnTo>
                    <a:pt x="1022417" y="732158"/>
                  </a:lnTo>
                  <a:lnTo>
                    <a:pt x="1024881" y="732158"/>
                  </a:lnTo>
                  <a:lnTo>
                    <a:pt x="1027345" y="732158"/>
                  </a:lnTo>
                  <a:lnTo>
                    <a:pt x="1029808" y="732158"/>
                  </a:lnTo>
                  <a:lnTo>
                    <a:pt x="1032272" y="732158"/>
                  </a:lnTo>
                  <a:lnTo>
                    <a:pt x="1034736" y="732158"/>
                  </a:lnTo>
                  <a:lnTo>
                    <a:pt x="1037199" y="732158"/>
                  </a:lnTo>
                  <a:lnTo>
                    <a:pt x="1039663" y="732158"/>
                  </a:lnTo>
                  <a:lnTo>
                    <a:pt x="1042127" y="732158"/>
                  </a:lnTo>
                  <a:lnTo>
                    <a:pt x="1044590" y="732158"/>
                  </a:lnTo>
                  <a:lnTo>
                    <a:pt x="1047054" y="732158"/>
                  </a:lnTo>
                  <a:lnTo>
                    <a:pt x="1049518" y="732158"/>
                  </a:lnTo>
                  <a:lnTo>
                    <a:pt x="1051981" y="732158"/>
                  </a:lnTo>
                  <a:lnTo>
                    <a:pt x="1054445" y="732158"/>
                  </a:lnTo>
                  <a:lnTo>
                    <a:pt x="1056909" y="732158"/>
                  </a:lnTo>
                  <a:lnTo>
                    <a:pt x="1059372" y="732158"/>
                  </a:lnTo>
                  <a:lnTo>
                    <a:pt x="1061836" y="732158"/>
                  </a:lnTo>
                  <a:lnTo>
                    <a:pt x="1064300" y="732158"/>
                  </a:lnTo>
                  <a:lnTo>
                    <a:pt x="1066763" y="732158"/>
                  </a:lnTo>
                  <a:lnTo>
                    <a:pt x="1069227" y="732158"/>
                  </a:lnTo>
                  <a:lnTo>
                    <a:pt x="1071691" y="732158"/>
                  </a:lnTo>
                  <a:lnTo>
                    <a:pt x="1074154" y="732158"/>
                  </a:lnTo>
                  <a:lnTo>
                    <a:pt x="1076618" y="732158"/>
                  </a:lnTo>
                  <a:lnTo>
                    <a:pt x="1079082" y="732158"/>
                  </a:lnTo>
                  <a:lnTo>
                    <a:pt x="1081545" y="732158"/>
                  </a:lnTo>
                  <a:lnTo>
                    <a:pt x="1084009" y="732158"/>
                  </a:lnTo>
                  <a:lnTo>
                    <a:pt x="1086472" y="732158"/>
                  </a:lnTo>
                  <a:lnTo>
                    <a:pt x="1088936" y="732158"/>
                  </a:lnTo>
                  <a:lnTo>
                    <a:pt x="1091400" y="732158"/>
                  </a:lnTo>
                  <a:lnTo>
                    <a:pt x="1093863" y="732158"/>
                  </a:lnTo>
                  <a:lnTo>
                    <a:pt x="1096327" y="732158"/>
                  </a:lnTo>
                  <a:lnTo>
                    <a:pt x="1098791" y="732158"/>
                  </a:lnTo>
                  <a:lnTo>
                    <a:pt x="1101254" y="732158"/>
                  </a:lnTo>
                  <a:lnTo>
                    <a:pt x="1103718" y="732158"/>
                  </a:lnTo>
                  <a:lnTo>
                    <a:pt x="1106182" y="732158"/>
                  </a:lnTo>
                  <a:lnTo>
                    <a:pt x="1108645" y="732158"/>
                  </a:lnTo>
                  <a:lnTo>
                    <a:pt x="1111109" y="732158"/>
                  </a:lnTo>
                  <a:lnTo>
                    <a:pt x="1113573" y="732158"/>
                  </a:lnTo>
                  <a:lnTo>
                    <a:pt x="1116036" y="732158"/>
                  </a:lnTo>
                  <a:lnTo>
                    <a:pt x="1118500" y="732158"/>
                  </a:lnTo>
                  <a:lnTo>
                    <a:pt x="1120964" y="732158"/>
                  </a:lnTo>
                  <a:lnTo>
                    <a:pt x="1123427" y="732158"/>
                  </a:lnTo>
                  <a:lnTo>
                    <a:pt x="1125891" y="732158"/>
                  </a:lnTo>
                  <a:lnTo>
                    <a:pt x="1128355" y="732158"/>
                  </a:lnTo>
                  <a:lnTo>
                    <a:pt x="1130818" y="732158"/>
                  </a:lnTo>
                  <a:lnTo>
                    <a:pt x="1133282" y="732158"/>
                  </a:lnTo>
                  <a:lnTo>
                    <a:pt x="1135746" y="732158"/>
                  </a:lnTo>
                  <a:lnTo>
                    <a:pt x="1138209" y="732158"/>
                  </a:lnTo>
                  <a:lnTo>
                    <a:pt x="1140673" y="732158"/>
                  </a:lnTo>
                  <a:lnTo>
                    <a:pt x="1143137" y="732158"/>
                  </a:lnTo>
                  <a:lnTo>
                    <a:pt x="1145600" y="732158"/>
                  </a:lnTo>
                  <a:lnTo>
                    <a:pt x="1148064" y="732158"/>
                  </a:lnTo>
                  <a:lnTo>
                    <a:pt x="1150528" y="732158"/>
                  </a:lnTo>
                  <a:lnTo>
                    <a:pt x="1152991" y="732158"/>
                  </a:lnTo>
                  <a:lnTo>
                    <a:pt x="1155455" y="732158"/>
                  </a:lnTo>
                  <a:lnTo>
                    <a:pt x="1157919" y="732158"/>
                  </a:lnTo>
                  <a:lnTo>
                    <a:pt x="1160382" y="732158"/>
                  </a:lnTo>
                  <a:lnTo>
                    <a:pt x="1162846" y="732158"/>
                  </a:lnTo>
                  <a:lnTo>
                    <a:pt x="1165310" y="732158"/>
                  </a:lnTo>
                  <a:lnTo>
                    <a:pt x="1167773" y="732158"/>
                  </a:lnTo>
                  <a:lnTo>
                    <a:pt x="1170237" y="732158"/>
                  </a:lnTo>
                  <a:lnTo>
                    <a:pt x="1172701" y="732158"/>
                  </a:lnTo>
                  <a:lnTo>
                    <a:pt x="1175164" y="732158"/>
                  </a:lnTo>
                  <a:lnTo>
                    <a:pt x="1177628" y="732158"/>
                  </a:lnTo>
                  <a:lnTo>
                    <a:pt x="1180091" y="732158"/>
                  </a:lnTo>
                  <a:lnTo>
                    <a:pt x="1182555" y="732158"/>
                  </a:lnTo>
                  <a:lnTo>
                    <a:pt x="1185019" y="732158"/>
                  </a:lnTo>
                  <a:lnTo>
                    <a:pt x="1187482" y="732158"/>
                  </a:lnTo>
                  <a:lnTo>
                    <a:pt x="1189946" y="732158"/>
                  </a:lnTo>
                  <a:lnTo>
                    <a:pt x="1192410" y="732158"/>
                  </a:lnTo>
                  <a:lnTo>
                    <a:pt x="1194873" y="732158"/>
                  </a:lnTo>
                  <a:lnTo>
                    <a:pt x="1197337" y="732158"/>
                  </a:lnTo>
                  <a:lnTo>
                    <a:pt x="1199801" y="732158"/>
                  </a:lnTo>
                  <a:lnTo>
                    <a:pt x="1202264" y="732158"/>
                  </a:lnTo>
                  <a:lnTo>
                    <a:pt x="1204728" y="732158"/>
                  </a:lnTo>
                  <a:lnTo>
                    <a:pt x="1207192" y="732158"/>
                  </a:lnTo>
                  <a:lnTo>
                    <a:pt x="1209655" y="732158"/>
                  </a:lnTo>
                  <a:lnTo>
                    <a:pt x="1212119" y="732158"/>
                  </a:lnTo>
                  <a:lnTo>
                    <a:pt x="1214583" y="732158"/>
                  </a:lnTo>
                  <a:lnTo>
                    <a:pt x="1217046" y="732158"/>
                  </a:lnTo>
                  <a:lnTo>
                    <a:pt x="1219510" y="732158"/>
                  </a:lnTo>
                  <a:lnTo>
                    <a:pt x="1221974" y="732158"/>
                  </a:lnTo>
                  <a:lnTo>
                    <a:pt x="1224437" y="732158"/>
                  </a:lnTo>
                  <a:lnTo>
                    <a:pt x="1226901" y="732158"/>
                  </a:lnTo>
                  <a:lnTo>
                    <a:pt x="1229365" y="732158"/>
                  </a:lnTo>
                  <a:lnTo>
                    <a:pt x="1231828" y="732158"/>
                  </a:lnTo>
                  <a:lnTo>
                    <a:pt x="1234292" y="732158"/>
                  </a:lnTo>
                  <a:lnTo>
                    <a:pt x="1236756" y="732158"/>
                  </a:lnTo>
                  <a:lnTo>
                    <a:pt x="1239219" y="732158"/>
                  </a:lnTo>
                  <a:lnTo>
                    <a:pt x="1241683" y="732158"/>
                  </a:lnTo>
                  <a:lnTo>
                    <a:pt x="1244147" y="732158"/>
                  </a:lnTo>
                  <a:lnTo>
                    <a:pt x="1246610" y="732158"/>
                  </a:lnTo>
                  <a:lnTo>
                    <a:pt x="1249074" y="732158"/>
                  </a:lnTo>
                  <a:lnTo>
                    <a:pt x="1251538" y="732158"/>
                  </a:lnTo>
                  <a:lnTo>
                    <a:pt x="1254001" y="732158"/>
                  </a:lnTo>
                  <a:lnTo>
                    <a:pt x="1256465" y="732158"/>
                  </a:lnTo>
                  <a:lnTo>
                    <a:pt x="1258929" y="732158"/>
                  </a:lnTo>
                  <a:lnTo>
                    <a:pt x="1256465" y="732158"/>
                  </a:lnTo>
                  <a:lnTo>
                    <a:pt x="1254001" y="732158"/>
                  </a:lnTo>
                  <a:lnTo>
                    <a:pt x="1251538" y="732158"/>
                  </a:lnTo>
                  <a:lnTo>
                    <a:pt x="1249074" y="732158"/>
                  </a:lnTo>
                  <a:lnTo>
                    <a:pt x="1246610" y="732158"/>
                  </a:lnTo>
                  <a:lnTo>
                    <a:pt x="1244147" y="732158"/>
                  </a:lnTo>
                  <a:lnTo>
                    <a:pt x="1241683" y="732158"/>
                  </a:lnTo>
                  <a:lnTo>
                    <a:pt x="1239219" y="732158"/>
                  </a:lnTo>
                  <a:lnTo>
                    <a:pt x="1236756" y="732158"/>
                  </a:lnTo>
                  <a:lnTo>
                    <a:pt x="1234292" y="732158"/>
                  </a:lnTo>
                  <a:lnTo>
                    <a:pt x="1231828" y="732158"/>
                  </a:lnTo>
                  <a:lnTo>
                    <a:pt x="1229365" y="732158"/>
                  </a:lnTo>
                  <a:lnTo>
                    <a:pt x="1226901" y="732158"/>
                  </a:lnTo>
                  <a:lnTo>
                    <a:pt x="1224437" y="732158"/>
                  </a:lnTo>
                  <a:lnTo>
                    <a:pt x="1221974" y="732158"/>
                  </a:lnTo>
                  <a:lnTo>
                    <a:pt x="1219510" y="732158"/>
                  </a:lnTo>
                  <a:lnTo>
                    <a:pt x="1217046" y="732158"/>
                  </a:lnTo>
                  <a:lnTo>
                    <a:pt x="1214583" y="732158"/>
                  </a:lnTo>
                  <a:lnTo>
                    <a:pt x="1212119" y="732158"/>
                  </a:lnTo>
                  <a:lnTo>
                    <a:pt x="1209655" y="732158"/>
                  </a:lnTo>
                  <a:lnTo>
                    <a:pt x="1207192" y="732158"/>
                  </a:lnTo>
                  <a:lnTo>
                    <a:pt x="1204728" y="732158"/>
                  </a:lnTo>
                  <a:lnTo>
                    <a:pt x="1202264" y="732158"/>
                  </a:lnTo>
                  <a:lnTo>
                    <a:pt x="1199801" y="732158"/>
                  </a:lnTo>
                  <a:lnTo>
                    <a:pt x="1197337" y="732158"/>
                  </a:lnTo>
                  <a:lnTo>
                    <a:pt x="1194873" y="732158"/>
                  </a:lnTo>
                  <a:lnTo>
                    <a:pt x="1192410" y="732158"/>
                  </a:lnTo>
                  <a:lnTo>
                    <a:pt x="1189946" y="732158"/>
                  </a:lnTo>
                  <a:lnTo>
                    <a:pt x="1187482" y="732158"/>
                  </a:lnTo>
                  <a:lnTo>
                    <a:pt x="1185019" y="732158"/>
                  </a:lnTo>
                  <a:lnTo>
                    <a:pt x="1182555" y="732158"/>
                  </a:lnTo>
                  <a:lnTo>
                    <a:pt x="1180091" y="732158"/>
                  </a:lnTo>
                  <a:lnTo>
                    <a:pt x="1177628" y="732158"/>
                  </a:lnTo>
                  <a:lnTo>
                    <a:pt x="1175164" y="732158"/>
                  </a:lnTo>
                  <a:lnTo>
                    <a:pt x="1172701" y="732158"/>
                  </a:lnTo>
                  <a:lnTo>
                    <a:pt x="1170237" y="732158"/>
                  </a:lnTo>
                  <a:lnTo>
                    <a:pt x="1167773" y="732158"/>
                  </a:lnTo>
                  <a:lnTo>
                    <a:pt x="1165310" y="732158"/>
                  </a:lnTo>
                  <a:lnTo>
                    <a:pt x="1162846" y="732158"/>
                  </a:lnTo>
                  <a:lnTo>
                    <a:pt x="1160382" y="732158"/>
                  </a:lnTo>
                  <a:lnTo>
                    <a:pt x="1157919" y="732158"/>
                  </a:lnTo>
                  <a:lnTo>
                    <a:pt x="1155455" y="732158"/>
                  </a:lnTo>
                  <a:lnTo>
                    <a:pt x="1152991" y="732158"/>
                  </a:lnTo>
                  <a:lnTo>
                    <a:pt x="1150528" y="732158"/>
                  </a:lnTo>
                  <a:lnTo>
                    <a:pt x="1148064" y="732158"/>
                  </a:lnTo>
                  <a:lnTo>
                    <a:pt x="1145600" y="732158"/>
                  </a:lnTo>
                  <a:lnTo>
                    <a:pt x="1143137" y="732158"/>
                  </a:lnTo>
                  <a:lnTo>
                    <a:pt x="1140673" y="732158"/>
                  </a:lnTo>
                  <a:lnTo>
                    <a:pt x="1138209" y="732158"/>
                  </a:lnTo>
                  <a:lnTo>
                    <a:pt x="1135746" y="732158"/>
                  </a:lnTo>
                  <a:lnTo>
                    <a:pt x="1133282" y="732158"/>
                  </a:lnTo>
                  <a:lnTo>
                    <a:pt x="1130818" y="732158"/>
                  </a:lnTo>
                  <a:lnTo>
                    <a:pt x="1128355" y="732158"/>
                  </a:lnTo>
                  <a:lnTo>
                    <a:pt x="1125891" y="732158"/>
                  </a:lnTo>
                  <a:lnTo>
                    <a:pt x="1123427" y="732158"/>
                  </a:lnTo>
                  <a:lnTo>
                    <a:pt x="1120964" y="732158"/>
                  </a:lnTo>
                  <a:lnTo>
                    <a:pt x="1118500" y="732158"/>
                  </a:lnTo>
                  <a:lnTo>
                    <a:pt x="1116036" y="732158"/>
                  </a:lnTo>
                  <a:lnTo>
                    <a:pt x="1113573" y="732158"/>
                  </a:lnTo>
                  <a:lnTo>
                    <a:pt x="1111109" y="732158"/>
                  </a:lnTo>
                  <a:lnTo>
                    <a:pt x="1108645" y="732158"/>
                  </a:lnTo>
                  <a:lnTo>
                    <a:pt x="1106182" y="732158"/>
                  </a:lnTo>
                  <a:lnTo>
                    <a:pt x="1103718" y="732158"/>
                  </a:lnTo>
                  <a:lnTo>
                    <a:pt x="1101254" y="732158"/>
                  </a:lnTo>
                  <a:lnTo>
                    <a:pt x="1098791" y="732158"/>
                  </a:lnTo>
                  <a:lnTo>
                    <a:pt x="1096327" y="732158"/>
                  </a:lnTo>
                  <a:lnTo>
                    <a:pt x="1093863" y="732158"/>
                  </a:lnTo>
                  <a:lnTo>
                    <a:pt x="1091400" y="732158"/>
                  </a:lnTo>
                  <a:lnTo>
                    <a:pt x="1088936" y="732158"/>
                  </a:lnTo>
                  <a:lnTo>
                    <a:pt x="1086472" y="732158"/>
                  </a:lnTo>
                  <a:lnTo>
                    <a:pt x="1084009" y="732158"/>
                  </a:lnTo>
                  <a:lnTo>
                    <a:pt x="1081545" y="732158"/>
                  </a:lnTo>
                  <a:lnTo>
                    <a:pt x="1079082" y="732158"/>
                  </a:lnTo>
                  <a:lnTo>
                    <a:pt x="1076618" y="732158"/>
                  </a:lnTo>
                  <a:lnTo>
                    <a:pt x="1074154" y="732158"/>
                  </a:lnTo>
                  <a:lnTo>
                    <a:pt x="1071691" y="732158"/>
                  </a:lnTo>
                  <a:lnTo>
                    <a:pt x="1069227" y="732158"/>
                  </a:lnTo>
                  <a:lnTo>
                    <a:pt x="1066763" y="732158"/>
                  </a:lnTo>
                  <a:lnTo>
                    <a:pt x="1064300" y="732158"/>
                  </a:lnTo>
                  <a:lnTo>
                    <a:pt x="1061836" y="732158"/>
                  </a:lnTo>
                  <a:lnTo>
                    <a:pt x="1059372" y="732158"/>
                  </a:lnTo>
                  <a:lnTo>
                    <a:pt x="1056909" y="732158"/>
                  </a:lnTo>
                  <a:lnTo>
                    <a:pt x="1054445" y="732158"/>
                  </a:lnTo>
                  <a:lnTo>
                    <a:pt x="1051981" y="732158"/>
                  </a:lnTo>
                  <a:lnTo>
                    <a:pt x="1049518" y="732158"/>
                  </a:lnTo>
                  <a:lnTo>
                    <a:pt x="1047054" y="732158"/>
                  </a:lnTo>
                  <a:lnTo>
                    <a:pt x="1044590" y="732158"/>
                  </a:lnTo>
                  <a:lnTo>
                    <a:pt x="1042127" y="732158"/>
                  </a:lnTo>
                  <a:lnTo>
                    <a:pt x="1039663" y="732158"/>
                  </a:lnTo>
                  <a:lnTo>
                    <a:pt x="1037199" y="732158"/>
                  </a:lnTo>
                  <a:lnTo>
                    <a:pt x="1034736" y="732158"/>
                  </a:lnTo>
                  <a:lnTo>
                    <a:pt x="1032272" y="732158"/>
                  </a:lnTo>
                  <a:lnTo>
                    <a:pt x="1029808" y="732158"/>
                  </a:lnTo>
                  <a:lnTo>
                    <a:pt x="1027345" y="732158"/>
                  </a:lnTo>
                  <a:lnTo>
                    <a:pt x="1024881" y="732158"/>
                  </a:lnTo>
                  <a:lnTo>
                    <a:pt x="1022417" y="732158"/>
                  </a:lnTo>
                  <a:lnTo>
                    <a:pt x="1019954" y="732158"/>
                  </a:lnTo>
                  <a:lnTo>
                    <a:pt x="1017490" y="732158"/>
                  </a:lnTo>
                  <a:lnTo>
                    <a:pt x="1015026" y="732158"/>
                  </a:lnTo>
                  <a:lnTo>
                    <a:pt x="1012563" y="732158"/>
                  </a:lnTo>
                  <a:lnTo>
                    <a:pt x="1010099" y="732158"/>
                  </a:lnTo>
                  <a:lnTo>
                    <a:pt x="1007635" y="732158"/>
                  </a:lnTo>
                  <a:lnTo>
                    <a:pt x="1005172" y="732158"/>
                  </a:lnTo>
                  <a:lnTo>
                    <a:pt x="1002708" y="732158"/>
                  </a:lnTo>
                  <a:lnTo>
                    <a:pt x="1000244" y="732158"/>
                  </a:lnTo>
                  <a:lnTo>
                    <a:pt x="997781" y="732158"/>
                  </a:lnTo>
                  <a:lnTo>
                    <a:pt x="995317" y="732158"/>
                  </a:lnTo>
                  <a:lnTo>
                    <a:pt x="992853" y="732158"/>
                  </a:lnTo>
                  <a:lnTo>
                    <a:pt x="990390" y="732158"/>
                  </a:lnTo>
                  <a:lnTo>
                    <a:pt x="987926" y="732158"/>
                  </a:lnTo>
                  <a:lnTo>
                    <a:pt x="985463" y="732158"/>
                  </a:lnTo>
                  <a:lnTo>
                    <a:pt x="982999" y="732158"/>
                  </a:lnTo>
                  <a:lnTo>
                    <a:pt x="980535" y="732158"/>
                  </a:lnTo>
                  <a:lnTo>
                    <a:pt x="978072" y="732158"/>
                  </a:lnTo>
                  <a:lnTo>
                    <a:pt x="975608" y="732158"/>
                  </a:lnTo>
                  <a:lnTo>
                    <a:pt x="973144" y="732158"/>
                  </a:lnTo>
                  <a:lnTo>
                    <a:pt x="970681" y="732158"/>
                  </a:lnTo>
                  <a:lnTo>
                    <a:pt x="968217" y="732158"/>
                  </a:lnTo>
                  <a:lnTo>
                    <a:pt x="965753" y="732158"/>
                  </a:lnTo>
                  <a:lnTo>
                    <a:pt x="963290" y="732158"/>
                  </a:lnTo>
                  <a:lnTo>
                    <a:pt x="960826" y="732158"/>
                  </a:lnTo>
                  <a:lnTo>
                    <a:pt x="958362" y="732158"/>
                  </a:lnTo>
                  <a:lnTo>
                    <a:pt x="955899" y="732158"/>
                  </a:lnTo>
                  <a:lnTo>
                    <a:pt x="953435" y="732158"/>
                  </a:lnTo>
                  <a:lnTo>
                    <a:pt x="950971" y="732158"/>
                  </a:lnTo>
                  <a:lnTo>
                    <a:pt x="948508" y="732158"/>
                  </a:lnTo>
                  <a:lnTo>
                    <a:pt x="946044" y="732158"/>
                  </a:lnTo>
                  <a:lnTo>
                    <a:pt x="943580" y="732158"/>
                  </a:lnTo>
                  <a:lnTo>
                    <a:pt x="941117" y="732158"/>
                  </a:lnTo>
                  <a:lnTo>
                    <a:pt x="938653" y="732158"/>
                  </a:lnTo>
                  <a:lnTo>
                    <a:pt x="936189" y="732158"/>
                  </a:lnTo>
                  <a:lnTo>
                    <a:pt x="933726" y="732158"/>
                  </a:lnTo>
                  <a:lnTo>
                    <a:pt x="931262" y="732158"/>
                  </a:lnTo>
                  <a:lnTo>
                    <a:pt x="928798" y="732158"/>
                  </a:lnTo>
                  <a:lnTo>
                    <a:pt x="926335" y="732158"/>
                  </a:lnTo>
                  <a:lnTo>
                    <a:pt x="923871" y="732158"/>
                  </a:lnTo>
                  <a:lnTo>
                    <a:pt x="921407" y="732158"/>
                  </a:lnTo>
                  <a:lnTo>
                    <a:pt x="918944" y="732158"/>
                  </a:lnTo>
                  <a:lnTo>
                    <a:pt x="916480" y="732158"/>
                  </a:lnTo>
                  <a:lnTo>
                    <a:pt x="914016" y="732158"/>
                  </a:lnTo>
                  <a:lnTo>
                    <a:pt x="911553" y="732158"/>
                  </a:lnTo>
                  <a:lnTo>
                    <a:pt x="909089" y="732158"/>
                  </a:lnTo>
                  <a:lnTo>
                    <a:pt x="906625" y="732158"/>
                  </a:lnTo>
                  <a:lnTo>
                    <a:pt x="904162" y="732158"/>
                  </a:lnTo>
                  <a:lnTo>
                    <a:pt x="901698" y="732158"/>
                  </a:lnTo>
                  <a:lnTo>
                    <a:pt x="899235" y="732158"/>
                  </a:lnTo>
                  <a:lnTo>
                    <a:pt x="896771" y="732158"/>
                  </a:lnTo>
                  <a:lnTo>
                    <a:pt x="894307" y="732158"/>
                  </a:lnTo>
                  <a:lnTo>
                    <a:pt x="891844" y="732158"/>
                  </a:lnTo>
                  <a:lnTo>
                    <a:pt x="889380" y="732158"/>
                  </a:lnTo>
                  <a:lnTo>
                    <a:pt x="886916" y="732158"/>
                  </a:lnTo>
                  <a:lnTo>
                    <a:pt x="884453" y="732158"/>
                  </a:lnTo>
                  <a:lnTo>
                    <a:pt x="881989" y="732158"/>
                  </a:lnTo>
                  <a:lnTo>
                    <a:pt x="879525" y="732158"/>
                  </a:lnTo>
                  <a:lnTo>
                    <a:pt x="877062" y="732158"/>
                  </a:lnTo>
                  <a:lnTo>
                    <a:pt x="874598" y="732158"/>
                  </a:lnTo>
                  <a:lnTo>
                    <a:pt x="872134" y="732158"/>
                  </a:lnTo>
                  <a:lnTo>
                    <a:pt x="869671" y="732158"/>
                  </a:lnTo>
                  <a:lnTo>
                    <a:pt x="867207" y="732158"/>
                  </a:lnTo>
                  <a:lnTo>
                    <a:pt x="864743" y="732158"/>
                  </a:lnTo>
                  <a:lnTo>
                    <a:pt x="862280" y="732158"/>
                  </a:lnTo>
                  <a:lnTo>
                    <a:pt x="859816" y="732158"/>
                  </a:lnTo>
                  <a:lnTo>
                    <a:pt x="857352" y="732158"/>
                  </a:lnTo>
                  <a:lnTo>
                    <a:pt x="854889" y="732158"/>
                  </a:lnTo>
                  <a:lnTo>
                    <a:pt x="852425" y="732158"/>
                  </a:lnTo>
                  <a:lnTo>
                    <a:pt x="849961" y="732158"/>
                  </a:lnTo>
                  <a:lnTo>
                    <a:pt x="847498" y="732158"/>
                  </a:lnTo>
                  <a:lnTo>
                    <a:pt x="845034" y="732158"/>
                  </a:lnTo>
                  <a:lnTo>
                    <a:pt x="842570" y="732158"/>
                  </a:lnTo>
                  <a:lnTo>
                    <a:pt x="840107" y="732158"/>
                  </a:lnTo>
                  <a:lnTo>
                    <a:pt x="837643" y="732158"/>
                  </a:lnTo>
                  <a:lnTo>
                    <a:pt x="835179" y="732158"/>
                  </a:lnTo>
                  <a:lnTo>
                    <a:pt x="832716" y="732158"/>
                  </a:lnTo>
                  <a:lnTo>
                    <a:pt x="830252" y="732158"/>
                  </a:lnTo>
                  <a:lnTo>
                    <a:pt x="827788" y="732158"/>
                  </a:lnTo>
                  <a:lnTo>
                    <a:pt x="825325" y="732158"/>
                  </a:lnTo>
                  <a:lnTo>
                    <a:pt x="822861" y="732158"/>
                  </a:lnTo>
                  <a:lnTo>
                    <a:pt x="820397" y="732158"/>
                  </a:lnTo>
                  <a:lnTo>
                    <a:pt x="817934" y="732158"/>
                  </a:lnTo>
                  <a:lnTo>
                    <a:pt x="815470" y="732158"/>
                  </a:lnTo>
                  <a:lnTo>
                    <a:pt x="813006" y="732158"/>
                  </a:lnTo>
                  <a:lnTo>
                    <a:pt x="810543" y="732158"/>
                  </a:lnTo>
                  <a:lnTo>
                    <a:pt x="808079" y="732158"/>
                  </a:lnTo>
                  <a:lnTo>
                    <a:pt x="805616" y="732158"/>
                  </a:lnTo>
                  <a:lnTo>
                    <a:pt x="803152" y="732158"/>
                  </a:lnTo>
                  <a:lnTo>
                    <a:pt x="800688" y="732158"/>
                  </a:lnTo>
                  <a:lnTo>
                    <a:pt x="798225" y="732158"/>
                  </a:lnTo>
                  <a:lnTo>
                    <a:pt x="795761" y="732158"/>
                  </a:lnTo>
                  <a:lnTo>
                    <a:pt x="793297" y="732158"/>
                  </a:lnTo>
                  <a:lnTo>
                    <a:pt x="790834" y="732158"/>
                  </a:lnTo>
                  <a:lnTo>
                    <a:pt x="788370" y="732158"/>
                  </a:lnTo>
                  <a:lnTo>
                    <a:pt x="785906" y="732158"/>
                  </a:lnTo>
                  <a:lnTo>
                    <a:pt x="783443" y="732158"/>
                  </a:lnTo>
                  <a:lnTo>
                    <a:pt x="780979" y="732158"/>
                  </a:lnTo>
                  <a:lnTo>
                    <a:pt x="778515" y="732158"/>
                  </a:lnTo>
                  <a:lnTo>
                    <a:pt x="776052" y="732158"/>
                  </a:lnTo>
                  <a:lnTo>
                    <a:pt x="773588" y="732158"/>
                  </a:lnTo>
                  <a:lnTo>
                    <a:pt x="771124" y="732158"/>
                  </a:lnTo>
                  <a:lnTo>
                    <a:pt x="768661" y="732158"/>
                  </a:lnTo>
                  <a:lnTo>
                    <a:pt x="766197" y="732158"/>
                  </a:lnTo>
                  <a:lnTo>
                    <a:pt x="763733" y="732158"/>
                  </a:lnTo>
                  <a:lnTo>
                    <a:pt x="761270" y="732158"/>
                  </a:lnTo>
                  <a:lnTo>
                    <a:pt x="758806" y="732158"/>
                  </a:lnTo>
                  <a:lnTo>
                    <a:pt x="756342" y="732158"/>
                  </a:lnTo>
                  <a:lnTo>
                    <a:pt x="753879" y="732158"/>
                  </a:lnTo>
                  <a:lnTo>
                    <a:pt x="751415" y="732158"/>
                  </a:lnTo>
                  <a:lnTo>
                    <a:pt x="748951" y="732158"/>
                  </a:lnTo>
                  <a:lnTo>
                    <a:pt x="746488" y="732158"/>
                  </a:lnTo>
                  <a:lnTo>
                    <a:pt x="744024" y="732158"/>
                  </a:lnTo>
                  <a:lnTo>
                    <a:pt x="741560" y="732158"/>
                  </a:lnTo>
                  <a:lnTo>
                    <a:pt x="739097" y="732158"/>
                  </a:lnTo>
                  <a:lnTo>
                    <a:pt x="736633" y="732158"/>
                  </a:lnTo>
                  <a:lnTo>
                    <a:pt x="734169" y="732158"/>
                  </a:lnTo>
                  <a:lnTo>
                    <a:pt x="731706" y="732158"/>
                  </a:lnTo>
                  <a:lnTo>
                    <a:pt x="729242" y="732158"/>
                  </a:lnTo>
                  <a:lnTo>
                    <a:pt x="726778" y="732158"/>
                  </a:lnTo>
                  <a:lnTo>
                    <a:pt x="724315" y="732158"/>
                  </a:lnTo>
                  <a:lnTo>
                    <a:pt x="721851" y="732158"/>
                  </a:lnTo>
                  <a:lnTo>
                    <a:pt x="719388" y="732158"/>
                  </a:lnTo>
                  <a:lnTo>
                    <a:pt x="716924" y="732158"/>
                  </a:lnTo>
                  <a:lnTo>
                    <a:pt x="714460" y="732158"/>
                  </a:lnTo>
                  <a:lnTo>
                    <a:pt x="711997" y="732158"/>
                  </a:lnTo>
                  <a:lnTo>
                    <a:pt x="709533" y="732158"/>
                  </a:lnTo>
                  <a:lnTo>
                    <a:pt x="707069" y="732158"/>
                  </a:lnTo>
                  <a:lnTo>
                    <a:pt x="704606" y="732158"/>
                  </a:lnTo>
                  <a:lnTo>
                    <a:pt x="702142" y="732158"/>
                  </a:lnTo>
                  <a:lnTo>
                    <a:pt x="699678" y="732158"/>
                  </a:lnTo>
                  <a:lnTo>
                    <a:pt x="697215" y="732158"/>
                  </a:lnTo>
                  <a:lnTo>
                    <a:pt x="694751" y="732158"/>
                  </a:lnTo>
                  <a:lnTo>
                    <a:pt x="692287" y="732158"/>
                  </a:lnTo>
                  <a:lnTo>
                    <a:pt x="689824" y="732158"/>
                  </a:lnTo>
                  <a:lnTo>
                    <a:pt x="687360" y="732158"/>
                  </a:lnTo>
                  <a:lnTo>
                    <a:pt x="684896" y="732158"/>
                  </a:lnTo>
                  <a:lnTo>
                    <a:pt x="682433" y="732158"/>
                  </a:lnTo>
                  <a:lnTo>
                    <a:pt x="679969" y="732158"/>
                  </a:lnTo>
                  <a:lnTo>
                    <a:pt x="677505" y="732158"/>
                  </a:lnTo>
                  <a:lnTo>
                    <a:pt x="675042" y="732158"/>
                  </a:lnTo>
                  <a:lnTo>
                    <a:pt x="672578" y="732158"/>
                  </a:lnTo>
                  <a:lnTo>
                    <a:pt x="670114" y="732158"/>
                  </a:lnTo>
                  <a:lnTo>
                    <a:pt x="667651" y="732158"/>
                  </a:lnTo>
                  <a:lnTo>
                    <a:pt x="665187" y="732158"/>
                  </a:lnTo>
                  <a:lnTo>
                    <a:pt x="662723" y="732158"/>
                  </a:lnTo>
                  <a:lnTo>
                    <a:pt x="660260" y="732158"/>
                  </a:lnTo>
                  <a:lnTo>
                    <a:pt x="657796" y="732158"/>
                  </a:lnTo>
                  <a:lnTo>
                    <a:pt x="655332" y="732158"/>
                  </a:lnTo>
                  <a:lnTo>
                    <a:pt x="652869" y="732158"/>
                  </a:lnTo>
                  <a:lnTo>
                    <a:pt x="650405" y="732158"/>
                  </a:lnTo>
                  <a:lnTo>
                    <a:pt x="647941" y="732158"/>
                  </a:lnTo>
                  <a:lnTo>
                    <a:pt x="645478" y="732158"/>
                  </a:lnTo>
                  <a:lnTo>
                    <a:pt x="643014" y="732158"/>
                  </a:lnTo>
                  <a:lnTo>
                    <a:pt x="640550" y="732158"/>
                  </a:lnTo>
                  <a:lnTo>
                    <a:pt x="638087" y="732158"/>
                  </a:lnTo>
                  <a:lnTo>
                    <a:pt x="635623" y="732158"/>
                  </a:lnTo>
                  <a:lnTo>
                    <a:pt x="633159" y="732158"/>
                  </a:lnTo>
                  <a:lnTo>
                    <a:pt x="630696" y="732158"/>
                  </a:lnTo>
                  <a:lnTo>
                    <a:pt x="628232" y="732158"/>
                  </a:lnTo>
                  <a:lnTo>
                    <a:pt x="625769" y="732158"/>
                  </a:lnTo>
                  <a:lnTo>
                    <a:pt x="623305" y="732158"/>
                  </a:lnTo>
                  <a:lnTo>
                    <a:pt x="620841" y="732158"/>
                  </a:lnTo>
                  <a:lnTo>
                    <a:pt x="618378" y="732158"/>
                  </a:lnTo>
                  <a:lnTo>
                    <a:pt x="615914" y="732158"/>
                  </a:lnTo>
                  <a:lnTo>
                    <a:pt x="613450" y="732158"/>
                  </a:lnTo>
                  <a:lnTo>
                    <a:pt x="610987" y="732158"/>
                  </a:lnTo>
                  <a:lnTo>
                    <a:pt x="608523" y="732158"/>
                  </a:lnTo>
                  <a:lnTo>
                    <a:pt x="606059" y="732158"/>
                  </a:lnTo>
                  <a:lnTo>
                    <a:pt x="603596" y="732158"/>
                  </a:lnTo>
                  <a:lnTo>
                    <a:pt x="601132" y="732158"/>
                  </a:lnTo>
                  <a:lnTo>
                    <a:pt x="598668" y="732158"/>
                  </a:lnTo>
                  <a:lnTo>
                    <a:pt x="596205" y="732158"/>
                  </a:lnTo>
                  <a:lnTo>
                    <a:pt x="593741" y="732158"/>
                  </a:lnTo>
                  <a:lnTo>
                    <a:pt x="591277" y="732158"/>
                  </a:lnTo>
                  <a:lnTo>
                    <a:pt x="588814" y="732158"/>
                  </a:lnTo>
                  <a:lnTo>
                    <a:pt x="586350" y="732158"/>
                  </a:lnTo>
                  <a:lnTo>
                    <a:pt x="583886" y="732158"/>
                  </a:lnTo>
                  <a:lnTo>
                    <a:pt x="581423" y="732158"/>
                  </a:lnTo>
                  <a:lnTo>
                    <a:pt x="578959" y="732158"/>
                  </a:lnTo>
                  <a:lnTo>
                    <a:pt x="576495" y="732158"/>
                  </a:lnTo>
                  <a:lnTo>
                    <a:pt x="574032" y="732158"/>
                  </a:lnTo>
                  <a:lnTo>
                    <a:pt x="571568" y="732158"/>
                  </a:lnTo>
                  <a:lnTo>
                    <a:pt x="569104" y="732158"/>
                  </a:lnTo>
                  <a:lnTo>
                    <a:pt x="566641" y="732158"/>
                  </a:lnTo>
                  <a:lnTo>
                    <a:pt x="564177" y="732158"/>
                  </a:lnTo>
                  <a:lnTo>
                    <a:pt x="561713" y="732158"/>
                  </a:lnTo>
                  <a:lnTo>
                    <a:pt x="559250" y="732158"/>
                  </a:lnTo>
                  <a:lnTo>
                    <a:pt x="556786" y="732158"/>
                  </a:lnTo>
                  <a:lnTo>
                    <a:pt x="554322" y="732158"/>
                  </a:lnTo>
                  <a:lnTo>
                    <a:pt x="551859" y="732158"/>
                  </a:lnTo>
                  <a:lnTo>
                    <a:pt x="549395" y="732158"/>
                  </a:lnTo>
                  <a:lnTo>
                    <a:pt x="546931" y="732158"/>
                  </a:lnTo>
                  <a:lnTo>
                    <a:pt x="544468" y="732158"/>
                  </a:lnTo>
                  <a:lnTo>
                    <a:pt x="542004" y="732158"/>
                  </a:lnTo>
                  <a:lnTo>
                    <a:pt x="539541" y="732158"/>
                  </a:lnTo>
                  <a:lnTo>
                    <a:pt x="537077" y="732158"/>
                  </a:lnTo>
                  <a:lnTo>
                    <a:pt x="534613" y="732158"/>
                  </a:lnTo>
                  <a:lnTo>
                    <a:pt x="532150" y="732158"/>
                  </a:lnTo>
                  <a:lnTo>
                    <a:pt x="529686" y="732158"/>
                  </a:lnTo>
                  <a:lnTo>
                    <a:pt x="527222" y="732158"/>
                  </a:lnTo>
                  <a:lnTo>
                    <a:pt x="524759" y="732158"/>
                  </a:lnTo>
                  <a:lnTo>
                    <a:pt x="522295" y="732158"/>
                  </a:lnTo>
                  <a:lnTo>
                    <a:pt x="519831" y="732158"/>
                  </a:lnTo>
                  <a:lnTo>
                    <a:pt x="517368" y="732158"/>
                  </a:lnTo>
                  <a:lnTo>
                    <a:pt x="514904" y="732158"/>
                  </a:lnTo>
                  <a:lnTo>
                    <a:pt x="512440" y="732158"/>
                  </a:lnTo>
                  <a:lnTo>
                    <a:pt x="509977" y="732158"/>
                  </a:lnTo>
                  <a:lnTo>
                    <a:pt x="507513" y="732158"/>
                  </a:lnTo>
                  <a:lnTo>
                    <a:pt x="505049" y="732158"/>
                  </a:lnTo>
                  <a:lnTo>
                    <a:pt x="502586" y="732158"/>
                  </a:lnTo>
                  <a:lnTo>
                    <a:pt x="500122" y="732158"/>
                  </a:lnTo>
                  <a:lnTo>
                    <a:pt x="497658" y="732158"/>
                  </a:lnTo>
                  <a:lnTo>
                    <a:pt x="495195" y="732158"/>
                  </a:lnTo>
                  <a:lnTo>
                    <a:pt x="492731" y="732158"/>
                  </a:lnTo>
                  <a:lnTo>
                    <a:pt x="490267" y="732158"/>
                  </a:lnTo>
                  <a:lnTo>
                    <a:pt x="487804" y="732158"/>
                  </a:lnTo>
                  <a:lnTo>
                    <a:pt x="485340" y="732158"/>
                  </a:lnTo>
                  <a:lnTo>
                    <a:pt x="482876" y="732158"/>
                  </a:lnTo>
                  <a:lnTo>
                    <a:pt x="480413" y="732158"/>
                  </a:lnTo>
                  <a:lnTo>
                    <a:pt x="477949" y="732158"/>
                  </a:lnTo>
                  <a:lnTo>
                    <a:pt x="475485" y="732158"/>
                  </a:lnTo>
                  <a:lnTo>
                    <a:pt x="473022" y="732158"/>
                  </a:lnTo>
                  <a:lnTo>
                    <a:pt x="470558" y="732158"/>
                  </a:lnTo>
                  <a:lnTo>
                    <a:pt x="468094" y="732158"/>
                  </a:lnTo>
                  <a:lnTo>
                    <a:pt x="465631" y="732158"/>
                  </a:lnTo>
                  <a:lnTo>
                    <a:pt x="463167" y="732158"/>
                  </a:lnTo>
                  <a:lnTo>
                    <a:pt x="460703" y="732158"/>
                  </a:lnTo>
                  <a:lnTo>
                    <a:pt x="458240" y="732158"/>
                  </a:lnTo>
                  <a:lnTo>
                    <a:pt x="455776" y="732158"/>
                  </a:lnTo>
                  <a:lnTo>
                    <a:pt x="453312" y="732158"/>
                  </a:lnTo>
                  <a:lnTo>
                    <a:pt x="450849" y="732158"/>
                  </a:lnTo>
                  <a:lnTo>
                    <a:pt x="448385" y="732158"/>
                  </a:lnTo>
                  <a:lnTo>
                    <a:pt x="445922" y="732158"/>
                  </a:lnTo>
                  <a:lnTo>
                    <a:pt x="443458" y="732158"/>
                  </a:lnTo>
                  <a:lnTo>
                    <a:pt x="440994" y="732158"/>
                  </a:lnTo>
                  <a:lnTo>
                    <a:pt x="438531" y="732158"/>
                  </a:lnTo>
                  <a:lnTo>
                    <a:pt x="436067" y="732158"/>
                  </a:lnTo>
                  <a:lnTo>
                    <a:pt x="433603" y="732158"/>
                  </a:lnTo>
                  <a:lnTo>
                    <a:pt x="431140" y="732158"/>
                  </a:lnTo>
                  <a:lnTo>
                    <a:pt x="428676" y="732158"/>
                  </a:lnTo>
                  <a:lnTo>
                    <a:pt x="426212" y="732158"/>
                  </a:lnTo>
                  <a:lnTo>
                    <a:pt x="423749" y="732158"/>
                  </a:lnTo>
                  <a:lnTo>
                    <a:pt x="421285" y="732158"/>
                  </a:lnTo>
                  <a:lnTo>
                    <a:pt x="418821" y="732158"/>
                  </a:lnTo>
                  <a:lnTo>
                    <a:pt x="416358" y="732158"/>
                  </a:lnTo>
                  <a:lnTo>
                    <a:pt x="413894" y="732158"/>
                  </a:lnTo>
                  <a:lnTo>
                    <a:pt x="411430" y="732158"/>
                  </a:lnTo>
                  <a:lnTo>
                    <a:pt x="408967" y="732158"/>
                  </a:lnTo>
                  <a:lnTo>
                    <a:pt x="406503" y="732158"/>
                  </a:lnTo>
                  <a:lnTo>
                    <a:pt x="404039" y="732158"/>
                  </a:lnTo>
                  <a:lnTo>
                    <a:pt x="401576" y="732158"/>
                  </a:lnTo>
                  <a:lnTo>
                    <a:pt x="399112" y="732158"/>
                  </a:lnTo>
                  <a:lnTo>
                    <a:pt x="396648" y="732158"/>
                  </a:lnTo>
                  <a:lnTo>
                    <a:pt x="394185" y="732158"/>
                  </a:lnTo>
                  <a:lnTo>
                    <a:pt x="391721" y="732158"/>
                  </a:lnTo>
                  <a:lnTo>
                    <a:pt x="389257" y="732158"/>
                  </a:lnTo>
                  <a:lnTo>
                    <a:pt x="386794" y="732158"/>
                  </a:lnTo>
                  <a:lnTo>
                    <a:pt x="384330" y="732158"/>
                  </a:lnTo>
                  <a:lnTo>
                    <a:pt x="381866" y="732158"/>
                  </a:lnTo>
                  <a:lnTo>
                    <a:pt x="379403" y="732158"/>
                  </a:lnTo>
                  <a:lnTo>
                    <a:pt x="376939" y="732158"/>
                  </a:lnTo>
                  <a:lnTo>
                    <a:pt x="374475" y="732158"/>
                  </a:lnTo>
                  <a:lnTo>
                    <a:pt x="372012" y="732158"/>
                  </a:lnTo>
                  <a:lnTo>
                    <a:pt x="369548" y="732158"/>
                  </a:lnTo>
                  <a:lnTo>
                    <a:pt x="367084" y="732158"/>
                  </a:lnTo>
                  <a:lnTo>
                    <a:pt x="364621" y="732158"/>
                  </a:lnTo>
                  <a:lnTo>
                    <a:pt x="362157" y="732158"/>
                  </a:lnTo>
                  <a:lnTo>
                    <a:pt x="359694" y="732158"/>
                  </a:lnTo>
                  <a:lnTo>
                    <a:pt x="357230" y="732158"/>
                  </a:lnTo>
                  <a:lnTo>
                    <a:pt x="354766" y="732158"/>
                  </a:lnTo>
                  <a:lnTo>
                    <a:pt x="352303" y="732158"/>
                  </a:lnTo>
                  <a:lnTo>
                    <a:pt x="349839" y="732158"/>
                  </a:lnTo>
                  <a:lnTo>
                    <a:pt x="347375" y="732158"/>
                  </a:lnTo>
                  <a:lnTo>
                    <a:pt x="344912" y="732158"/>
                  </a:lnTo>
                  <a:lnTo>
                    <a:pt x="342448" y="732158"/>
                  </a:lnTo>
                  <a:lnTo>
                    <a:pt x="339984" y="732158"/>
                  </a:lnTo>
                  <a:lnTo>
                    <a:pt x="337521" y="732158"/>
                  </a:lnTo>
                  <a:lnTo>
                    <a:pt x="335057" y="732158"/>
                  </a:lnTo>
                  <a:lnTo>
                    <a:pt x="332593" y="732158"/>
                  </a:lnTo>
                  <a:lnTo>
                    <a:pt x="330130" y="732158"/>
                  </a:lnTo>
                  <a:lnTo>
                    <a:pt x="327666" y="732158"/>
                  </a:lnTo>
                  <a:lnTo>
                    <a:pt x="325202" y="732158"/>
                  </a:lnTo>
                  <a:lnTo>
                    <a:pt x="322739" y="732158"/>
                  </a:lnTo>
                  <a:lnTo>
                    <a:pt x="320275" y="732158"/>
                  </a:lnTo>
                  <a:lnTo>
                    <a:pt x="317811" y="732158"/>
                  </a:lnTo>
                  <a:lnTo>
                    <a:pt x="315348" y="732158"/>
                  </a:lnTo>
                  <a:lnTo>
                    <a:pt x="312884" y="732158"/>
                  </a:lnTo>
                  <a:lnTo>
                    <a:pt x="310420" y="732158"/>
                  </a:lnTo>
                  <a:lnTo>
                    <a:pt x="307957" y="732158"/>
                  </a:lnTo>
                  <a:lnTo>
                    <a:pt x="305493" y="732158"/>
                  </a:lnTo>
                  <a:lnTo>
                    <a:pt x="303029" y="732158"/>
                  </a:lnTo>
                  <a:lnTo>
                    <a:pt x="300566" y="732158"/>
                  </a:lnTo>
                  <a:lnTo>
                    <a:pt x="298102" y="732158"/>
                  </a:lnTo>
                  <a:lnTo>
                    <a:pt x="295638" y="732158"/>
                  </a:lnTo>
                  <a:lnTo>
                    <a:pt x="293175" y="732158"/>
                  </a:lnTo>
                  <a:lnTo>
                    <a:pt x="290711" y="732158"/>
                  </a:lnTo>
                  <a:lnTo>
                    <a:pt x="288247" y="732158"/>
                  </a:lnTo>
                  <a:lnTo>
                    <a:pt x="285784" y="732158"/>
                  </a:lnTo>
                  <a:lnTo>
                    <a:pt x="283320" y="732158"/>
                  </a:lnTo>
                  <a:lnTo>
                    <a:pt x="280856" y="732158"/>
                  </a:lnTo>
                  <a:lnTo>
                    <a:pt x="278393" y="732158"/>
                  </a:lnTo>
                  <a:lnTo>
                    <a:pt x="275929" y="732158"/>
                  </a:lnTo>
                  <a:lnTo>
                    <a:pt x="273465" y="732158"/>
                  </a:lnTo>
                  <a:lnTo>
                    <a:pt x="271002" y="732158"/>
                  </a:lnTo>
                  <a:lnTo>
                    <a:pt x="268538" y="732158"/>
                  </a:lnTo>
                  <a:lnTo>
                    <a:pt x="266075" y="732158"/>
                  </a:lnTo>
                  <a:lnTo>
                    <a:pt x="263611" y="732158"/>
                  </a:lnTo>
                  <a:lnTo>
                    <a:pt x="261147" y="732158"/>
                  </a:lnTo>
                  <a:lnTo>
                    <a:pt x="258684" y="732158"/>
                  </a:lnTo>
                  <a:lnTo>
                    <a:pt x="256220" y="732158"/>
                  </a:lnTo>
                  <a:lnTo>
                    <a:pt x="253756" y="732158"/>
                  </a:lnTo>
                  <a:lnTo>
                    <a:pt x="251293" y="732158"/>
                  </a:lnTo>
                  <a:lnTo>
                    <a:pt x="248829" y="732158"/>
                  </a:lnTo>
                  <a:lnTo>
                    <a:pt x="246365" y="732158"/>
                  </a:lnTo>
                  <a:lnTo>
                    <a:pt x="243902" y="732158"/>
                  </a:lnTo>
                  <a:lnTo>
                    <a:pt x="241438" y="732158"/>
                  </a:lnTo>
                  <a:lnTo>
                    <a:pt x="238974" y="732158"/>
                  </a:lnTo>
                  <a:lnTo>
                    <a:pt x="236511" y="732158"/>
                  </a:lnTo>
                  <a:lnTo>
                    <a:pt x="234047" y="732158"/>
                  </a:lnTo>
                  <a:lnTo>
                    <a:pt x="231583" y="732158"/>
                  </a:lnTo>
                  <a:lnTo>
                    <a:pt x="229120" y="732158"/>
                  </a:lnTo>
                  <a:lnTo>
                    <a:pt x="226656" y="732158"/>
                  </a:lnTo>
                  <a:lnTo>
                    <a:pt x="224192" y="732158"/>
                  </a:lnTo>
                  <a:lnTo>
                    <a:pt x="221729" y="732158"/>
                  </a:lnTo>
                  <a:lnTo>
                    <a:pt x="219265" y="732158"/>
                  </a:lnTo>
                  <a:lnTo>
                    <a:pt x="216801" y="732158"/>
                  </a:lnTo>
                  <a:lnTo>
                    <a:pt x="214338" y="732158"/>
                  </a:lnTo>
                  <a:lnTo>
                    <a:pt x="211874" y="732158"/>
                  </a:lnTo>
                  <a:lnTo>
                    <a:pt x="209410" y="732158"/>
                  </a:lnTo>
                  <a:lnTo>
                    <a:pt x="206947" y="732158"/>
                  </a:lnTo>
                  <a:lnTo>
                    <a:pt x="204483" y="732158"/>
                  </a:lnTo>
                  <a:lnTo>
                    <a:pt x="202019" y="732158"/>
                  </a:lnTo>
                  <a:lnTo>
                    <a:pt x="199556" y="732158"/>
                  </a:lnTo>
                  <a:lnTo>
                    <a:pt x="197092" y="732158"/>
                  </a:lnTo>
                  <a:lnTo>
                    <a:pt x="194628" y="732158"/>
                  </a:lnTo>
                  <a:lnTo>
                    <a:pt x="192165" y="732158"/>
                  </a:lnTo>
                  <a:lnTo>
                    <a:pt x="189701" y="732158"/>
                  </a:lnTo>
                  <a:lnTo>
                    <a:pt x="187237" y="732158"/>
                  </a:lnTo>
                  <a:lnTo>
                    <a:pt x="184774" y="732158"/>
                  </a:lnTo>
                  <a:lnTo>
                    <a:pt x="182310" y="732158"/>
                  </a:lnTo>
                  <a:lnTo>
                    <a:pt x="179847" y="732158"/>
                  </a:lnTo>
                  <a:lnTo>
                    <a:pt x="177383" y="732158"/>
                  </a:lnTo>
                  <a:lnTo>
                    <a:pt x="174919" y="732158"/>
                  </a:lnTo>
                  <a:lnTo>
                    <a:pt x="172456" y="732158"/>
                  </a:lnTo>
                  <a:lnTo>
                    <a:pt x="169992" y="732158"/>
                  </a:lnTo>
                  <a:lnTo>
                    <a:pt x="167528" y="732158"/>
                  </a:lnTo>
                  <a:lnTo>
                    <a:pt x="165065" y="732158"/>
                  </a:lnTo>
                  <a:lnTo>
                    <a:pt x="162601" y="732158"/>
                  </a:lnTo>
                  <a:lnTo>
                    <a:pt x="160137" y="732158"/>
                  </a:lnTo>
                  <a:lnTo>
                    <a:pt x="157674" y="732158"/>
                  </a:lnTo>
                  <a:lnTo>
                    <a:pt x="155210" y="732158"/>
                  </a:lnTo>
                  <a:lnTo>
                    <a:pt x="152746" y="732158"/>
                  </a:lnTo>
                  <a:lnTo>
                    <a:pt x="150283" y="732158"/>
                  </a:lnTo>
                  <a:lnTo>
                    <a:pt x="147819" y="732158"/>
                  </a:lnTo>
                  <a:lnTo>
                    <a:pt x="145355" y="732158"/>
                  </a:lnTo>
                  <a:lnTo>
                    <a:pt x="142892" y="732158"/>
                  </a:lnTo>
                  <a:lnTo>
                    <a:pt x="140428" y="732158"/>
                  </a:lnTo>
                  <a:lnTo>
                    <a:pt x="137964" y="732158"/>
                  </a:lnTo>
                  <a:lnTo>
                    <a:pt x="135501" y="732158"/>
                  </a:lnTo>
                  <a:lnTo>
                    <a:pt x="133037" y="732158"/>
                  </a:lnTo>
                  <a:lnTo>
                    <a:pt x="130573" y="732158"/>
                  </a:lnTo>
                  <a:lnTo>
                    <a:pt x="128110" y="732158"/>
                  </a:lnTo>
                  <a:lnTo>
                    <a:pt x="125646" y="732158"/>
                  </a:lnTo>
                  <a:lnTo>
                    <a:pt x="123182" y="732158"/>
                  </a:lnTo>
                  <a:lnTo>
                    <a:pt x="120719" y="732158"/>
                  </a:lnTo>
                  <a:lnTo>
                    <a:pt x="118255" y="732158"/>
                  </a:lnTo>
                  <a:lnTo>
                    <a:pt x="115791" y="732158"/>
                  </a:lnTo>
                  <a:lnTo>
                    <a:pt x="113328" y="732158"/>
                  </a:lnTo>
                  <a:lnTo>
                    <a:pt x="110864" y="732158"/>
                  </a:lnTo>
                  <a:lnTo>
                    <a:pt x="108400" y="732158"/>
                  </a:lnTo>
                  <a:lnTo>
                    <a:pt x="105937" y="732158"/>
                  </a:lnTo>
                  <a:lnTo>
                    <a:pt x="103473" y="732158"/>
                  </a:lnTo>
                  <a:lnTo>
                    <a:pt x="101009" y="732158"/>
                  </a:lnTo>
                  <a:lnTo>
                    <a:pt x="98546" y="732158"/>
                  </a:lnTo>
                  <a:lnTo>
                    <a:pt x="96082" y="732158"/>
                  </a:lnTo>
                  <a:lnTo>
                    <a:pt x="93618" y="732158"/>
                  </a:lnTo>
                  <a:lnTo>
                    <a:pt x="91155" y="732158"/>
                  </a:lnTo>
                  <a:lnTo>
                    <a:pt x="88691" y="732158"/>
                  </a:lnTo>
                  <a:lnTo>
                    <a:pt x="86228" y="732158"/>
                  </a:lnTo>
                  <a:lnTo>
                    <a:pt x="83764" y="732158"/>
                  </a:lnTo>
                  <a:lnTo>
                    <a:pt x="81300" y="732158"/>
                  </a:lnTo>
                  <a:lnTo>
                    <a:pt x="78837" y="732158"/>
                  </a:lnTo>
                  <a:lnTo>
                    <a:pt x="76373" y="732158"/>
                  </a:lnTo>
                  <a:lnTo>
                    <a:pt x="73909" y="732158"/>
                  </a:lnTo>
                  <a:lnTo>
                    <a:pt x="71446" y="732158"/>
                  </a:lnTo>
                  <a:lnTo>
                    <a:pt x="68982" y="732158"/>
                  </a:lnTo>
                  <a:lnTo>
                    <a:pt x="66518" y="732158"/>
                  </a:lnTo>
                  <a:lnTo>
                    <a:pt x="64055" y="732158"/>
                  </a:lnTo>
                  <a:lnTo>
                    <a:pt x="61591" y="732158"/>
                  </a:lnTo>
                  <a:lnTo>
                    <a:pt x="59127" y="732158"/>
                  </a:lnTo>
                  <a:lnTo>
                    <a:pt x="56664" y="732158"/>
                  </a:lnTo>
                  <a:lnTo>
                    <a:pt x="54200" y="732158"/>
                  </a:lnTo>
                  <a:lnTo>
                    <a:pt x="51736" y="732158"/>
                  </a:lnTo>
                  <a:lnTo>
                    <a:pt x="49273" y="732158"/>
                  </a:lnTo>
                  <a:lnTo>
                    <a:pt x="46809" y="732158"/>
                  </a:lnTo>
                  <a:lnTo>
                    <a:pt x="44345" y="732158"/>
                  </a:lnTo>
                  <a:lnTo>
                    <a:pt x="41882" y="732158"/>
                  </a:lnTo>
                  <a:lnTo>
                    <a:pt x="39418" y="732158"/>
                  </a:lnTo>
                  <a:lnTo>
                    <a:pt x="36954" y="732158"/>
                  </a:lnTo>
                  <a:lnTo>
                    <a:pt x="34491" y="732158"/>
                  </a:lnTo>
                  <a:lnTo>
                    <a:pt x="32027" y="732158"/>
                  </a:lnTo>
                  <a:lnTo>
                    <a:pt x="29563" y="732158"/>
                  </a:lnTo>
                  <a:lnTo>
                    <a:pt x="27100" y="732158"/>
                  </a:lnTo>
                  <a:lnTo>
                    <a:pt x="24636" y="732158"/>
                  </a:lnTo>
                  <a:lnTo>
                    <a:pt x="22172" y="732158"/>
                  </a:lnTo>
                  <a:lnTo>
                    <a:pt x="19709" y="732158"/>
                  </a:lnTo>
                  <a:lnTo>
                    <a:pt x="17245" y="732158"/>
                  </a:lnTo>
                  <a:lnTo>
                    <a:pt x="14781" y="732158"/>
                  </a:lnTo>
                  <a:lnTo>
                    <a:pt x="12318" y="732158"/>
                  </a:lnTo>
                  <a:lnTo>
                    <a:pt x="9854" y="732158"/>
                  </a:lnTo>
                  <a:lnTo>
                    <a:pt x="7390" y="732158"/>
                  </a:lnTo>
                  <a:lnTo>
                    <a:pt x="4927" y="732158"/>
                  </a:lnTo>
                  <a:lnTo>
                    <a:pt x="2463" y="73215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481616" y="1393629"/>
              <a:ext cx="1258929" cy="732158"/>
            </a:xfrm>
            <a:custGeom>
              <a:avLst/>
              <a:pathLst>
                <a:path w="1258929" h="732158">
                  <a:moveTo>
                    <a:pt x="0" y="732149"/>
                  </a:moveTo>
                  <a:lnTo>
                    <a:pt x="2463" y="732146"/>
                  </a:lnTo>
                  <a:lnTo>
                    <a:pt x="4927" y="732142"/>
                  </a:lnTo>
                  <a:lnTo>
                    <a:pt x="7390" y="732137"/>
                  </a:lnTo>
                  <a:lnTo>
                    <a:pt x="9854" y="732130"/>
                  </a:lnTo>
                  <a:lnTo>
                    <a:pt x="12318" y="732122"/>
                  </a:lnTo>
                  <a:lnTo>
                    <a:pt x="14781" y="732111"/>
                  </a:lnTo>
                  <a:lnTo>
                    <a:pt x="17245" y="732098"/>
                  </a:lnTo>
                  <a:lnTo>
                    <a:pt x="19709" y="732081"/>
                  </a:lnTo>
                  <a:lnTo>
                    <a:pt x="22172" y="732060"/>
                  </a:lnTo>
                  <a:lnTo>
                    <a:pt x="24636" y="732034"/>
                  </a:lnTo>
                  <a:lnTo>
                    <a:pt x="27100" y="732001"/>
                  </a:lnTo>
                  <a:lnTo>
                    <a:pt x="29563" y="731962"/>
                  </a:lnTo>
                  <a:lnTo>
                    <a:pt x="32027" y="731914"/>
                  </a:lnTo>
                  <a:lnTo>
                    <a:pt x="34491" y="731854"/>
                  </a:lnTo>
                  <a:lnTo>
                    <a:pt x="36954" y="731782"/>
                  </a:lnTo>
                  <a:lnTo>
                    <a:pt x="39418" y="731695"/>
                  </a:lnTo>
                  <a:lnTo>
                    <a:pt x="41882" y="731593"/>
                  </a:lnTo>
                  <a:lnTo>
                    <a:pt x="44345" y="731472"/>
                  </a:lnTo>
                  <a:lnTo>
                    <a:pt x="46809" y="731330"/>
                  </a:lnTo>
                  <a:lnTo>
                    <a:pt x="49273" y="731159"/>
                  </a:lnTo>
                  <a:lnTo>
                    <a:pt x="51736" y="730958"/>
                  </a:lnTo>
                  <a:lnTo>
                    <a:pt x="54200" y="730727"/>
                  </a:lnTo>
                  <a:lnTo>
                    <a:pt x="56664" y="730461"/>
                  </a:lnTo>
                  <a:lnTo>
                    <a:pt x="59127" y="730158"/>
                  </a:lnTo>
                  <a:lnTo>
                    <a:pt x="61591" y="729811"/>
                  </a:lnTo>
                  <a:lnTo>
                    <a:pt x="64055" y="729408"/>
                  </a:lnTo>
                  <a:lnTo>
                    <a:pt x="66518" y="728953"/>
                  </a:lnTo>
                  <a:lnTo>
                    <a:pt x="68982" y="728444"/>
                  </a:lnTo>
                  <a:lnTo>
                    <a:pt x="71446" y="727875"/>
                  </a:lnTo>
                  <a:lnTo>
                    <a:pt x="73909" y="727245"/>
                  </a:lnTo>
                  <a:lnTo>
                    <a:pt x="76373" y="726545"/>
                  </a:lnTo>
                  <a:lnTo>
                    <a:pt x="78837" y="725761"/>
                  </a:lnTo>
                  <a:lnTo>
                    <a:pt x="81300" y="724902"/>
                  </a:lnTo>
                  <a:lnTo>
                    <a:pt x="83764" y="723966"/>
                  </a:lnTo>
                  <a:lnTo>
                    <a:pt x="86228" y="722952"/>
                  </a:lnTo>
                  <a:lnTo>
                    <a:pt x="88691" y="721857"/>
                  </a:lnTo>
                  <a:lnTo>
                    <a:pt x="91155" y="720674"/>
                  </a:lnTo>
                  <a:lnTo>
                    <a:pt x="93618" y="719392"/>
                  </a:lnTo>
                  <a:lnTo>
                    <a:pt x="96082" y="718026"/>
                  </a:lnTo>
                  <a:lnTo>
                    <a:pt x="98546" y="716576"/>
                  </a:lnTo>
                  <a:lnTo>
                    <a:pt x="101009" y="715043"/>
                  </a:lnTo>
                  <a:lnTo>
                    <a:pt x="103473" y="713428"/>
                  </a:lnTo>
                  <a:lnTo>
                    <a:pt x="105937" y="711727"/>
                  </a:lnTo>
                  <a:lnTo>
                    <a:pt x="108400" y="709937"/>
                  </a:lnTo>
                  <a:lnTo>
                    <a:pt x="110864" y="708075"/>
                  </a:lnTo>
                  <a:lnTo>
                    <a:pt x="113328" y="706144"/>
                  </a:lnTo>
                  <a:lnTo>
                    <a:pt x="115791" y="704148"/>
                  </a:lnTo>
                  <a:lnTo>
                    <a:pt x="118255" y="702091"/>
                  </a:lnTo>
                  <a:lnTo>
                    <a:pt x="120719" y="699973"/>
                  </a:lnTo>
                  <a:lnTo>
                    <a:pt x="123182" y="697799"/>
                  </a:lnTo>
                  <a:lnTo>
                    <a:pt x="125646" y="695582"/>
                  </a:lnTo>
                  <a:lnTo>
                    <a:pt x="128110" y="693327"/>
                  </a:lnTo>
                  <a:lnTo>
                    <a:pt x="130573" y="691039"/>
                  </a:lnTo>
                  <a:lnTo>
                    <a:pt x="133037" y="688723"/>
                  </a:lnTo>
                  <a:lnTo>
                    <a:pt x="135501" y="686382"/>
                  </a:lnTo>
                  <a:lnTo>
                    <a:pt x="137964" y="684023"/>
                  </a:lnTo>
                  <a:lnTo>
                    <a:pt x="140428" y="681651"/>
                  </a:lnTo>
                  <a:lnTo>
                    <a:pt x="142892" y="679271"/>
                  </a:lnTo>
                  <a:lnTo>
                    <a:pt x="145355" y="676885"/>
                  </a:lnTo>
                  <a:lnTo>
                    <a:pt x="147819" y="674495"/>
                  </a:lnTo>
                  <a:lnTo>
                    <a:pt x="150283" y="672104"/>
                  </a:lnTo>
                  <a:lnTo>
                    <a:pt x="152746" y="669713"/>
                  </a:lnTo>
                  <a:lnTo>
                    <a:pt x="155210" y="667322"/>
                  </a:lnTo>
                  <a:lnTo>
                    <a:pt x="157674" y="664930"/>
                  </a:lnTo>
                  <a:lnTo>
                    <a:pt x="160137" y="662538"/>
                  </a:lnTo>
                  <a:lnTo>
                    <a:pt x="162601" y="660144"/>
                  </a:lnTo>
                  <a:lnTo>
                    <a:pt x="165065" y="657745"/>
                  </a:lnTo>
                  <a:lnTo>
                    <a:pt x="167528" y="655339"/>
                  </a:lnTo>
                  <a:lnTo>
                    <a:pt x="169992" y="652924"/>
                  </a:lnTo>
                  <a:lnTo>
                    <a:pt x="172456" y="650500"/>
                  </a:lnTo>
                  <a:lnTo>
                    <a:pt x="174919" y="648063"/>
                  </a:lnTo>
                  <a:lnTo>
                    <a:pt x="177383" y="645614"/>
                  </a:lnTo>
                  <a:lnTo>
                    <a:pt x="179847" y="643149"/>
                  </a:lnTo>
                  <a:lnTo>
                    <a:pt x="182310" y="640670"/>
                  </a:lnTo>
                  <a:lnTo>
                    <a:pt x="184774" y="638180"/>
                  </a:lnTo>
                  <a:lnTo>
                    <a:pt x="187237" y="635680"/>
                  </a:lnTo>
                  <a:lnTo>
                    <a:pt x="189701" y="633174"/>
                  </a:lnTo>
                  <a:lnTo>
                    <a:pt x="192165" y="630665"/>
                  </a:lnTo>
                  <a:lnTo>
                    <a:pt x="194628" y="628163"/>
                  </a:lnTo>
                  <a:lnTo>
                    <a:pt x="197092" y="625673"/>
                  </a:lnTo>
                  <a:lnTo>
                    <a:pt x="199556" y="623204"/>
                  </a:lnTo>
                  <a:lnTo>
                    <a:pt x="202019" y="620763"/>
                  </a:lnTo>
                  <a:lnTo>
                    <a:pt x="204483" y="618359"/>
                  </a:lnTo>
                  <a:lnTo>
                    <a:pt x="206947" y="616001"/>
                  </a:lnTo>
                  <a:lnTo>
                    <a:pt x="209410" y="613714"/>
                  </a:lnTo>
                  <a:lnTo>
                    <a:pt x="211874" y="611497"/>
                  </a:lnTo>
                  <a:lnTo>
                    <a:pt x="214338" y="609357"/>
                  </a:lnTo>
                  <a:lnTo>
                    <a:pt x="216801" y="607302"/>
                  </a:lnTo>
                  <a:lnTo>
                    <a:pt x="219265" y="605338"/>
                  </a:lnTo>
                  <a:lnTo>
                    <a:pt x="221729" y="603473"/>
                  </a:lnTo>
                  <a:lnTo>
                    <a:pt x="224192" y="601734"/>
                  </a:lnTo>
                  <a:lnTo>
                    <a:pt x="226656" y="600100"/>
                  </a:lnTo>
                  <a:lnTo>
                    <a:pt x="229120" y="598569"/>
                  </a:lnTo>
                  <a:lnTo>
                    <a:pt x="231583" y="597139"/>
                  </a:lnTo>
                  <a:lnTo>
                    <a:pt x="234047" y="595805"/>
                  </a:lnTo>
                  <a:lnTo>
                    <a:pt x="236511" y="594565"/>
                  </a:lnTo>
                  <a:lnTo>
                    <a:pt x="238974" y="593420"/>
                  </a:lnTo>
                  <a:lnTo>
                    <a:pt x="241438" y="592338"/>
                  </a:lnTo>
                  <a:lnTo>
                    <a:pt x="243902" y="591305"/>
                  </a:lnTo>
                  <a:lnTo>
                    <a:pt x="246365" y="590306"/>
                  </a:lnTo>
                  <a:lnTo>
                    <a:pt x="248829" y="589325"/>
                  </a:lnTo>
                  <a:lnTo>
                    <a:pt x="251293" y="588342"/>
                  </a:lnTo>
                  <a:lnTo>
                    <a:pt x="253756" y="587325"/>
                  </a:lnTo>
                  <a:lnTo>
                    <a:pt x="256220" y="586257"/>
                  </a:lnTo>
                  <a:lnTo>
                    <a:pt x="258684" y="585116"/>
                  </a:lnTo>
                  <a:lnTo>
                    <a:pt x="261147" y="583883"/>
                  </a:lnTo>
                  <a:lnTo>
                    <a:pt x="263611" y="582537"/>
                  </a:lnTo>
                  <a:lnTo>
                    <a:pt x="266075" y="581048"/>
                  </a:lnTo>
                  <a:lnTo>
                    <a:pt x="268538" y="579374"/>
                  </a:lnTo>
                  <a:lnTo>
                    <a:pt x="271002" y="577524"/>
                  </a:lnTo>
                  <a:lnTo>
                    <a:pt x="273465" y="575483"/>
                  </a:lnTo>
                  <a:lnTo>
                    <a:pt x="275929" y="573238"/>
                  </a:lnTo>
                  <a:lnTo>
                    <a:pt x="278393" y="570777"/>
                  </a:lnTo>
                  <a:lnTo>
                    <a:pt x="280856" y="568066"/>
                  </a:lnTo>
                  <a:lnTo>
                    <a:pt x="283320" y="565082"/>
                  </a:lnTo>
                  <a:lnTo>
                    <a:pt x="285784" y="561854"/>
                  </a:lnTo>
                  <a:lnTo>
                    <a:pt x="288247" y="558379"/>
                  </a:lnTo>
                  <a:lnTo>
                    <a:pt x="290711" y="554652"/>
                  </a:lnTo>
                  <a:lnTo>
                    <a:pt x="293175" y="550672"/>
                  </a:lnTo>
                  <a:lnTo>
                    <a:pt x="295638" y="546404"/>
                  </a:lnTo>
                  <a:lnTo>
                    <a:pt x="298102" y="541847"/>
                  </a:lnTo>
                  <a:lnTo>
                    <a:pt x="300566" y="537031"/>
                  </a:lnTo>
                  <a:lnTo>
                    <a:pt x="303029" y="531955"/>
                  </a:lnTo>
                  <a:lnTo>
                    <a:pt x="305493" y="526616"/>
                  </a:lnTo>
                  <a:lnTo>
                    <a:pt x="307957" y="521011"/>
                  </a:lnTo>
                  <a:lnTo>
                    <a:pt x="310420" y="515095"/>
                  </a:lnTo>
                  <a:lnTo>
                    <a:pt x="312884" y="508868"/>
                  </a:lnTo>
                  <a:lnTo>
                    <a:pt x="315348" y="502351"/>
                  </a:lnTo>
                  <a:lnTo>
                    <a:pt x="317811" y="495533"/>
                  </a:lnTo>
                  <a:lnTo>
                    <a:pt x="320275" y="488402"/>
                  </a:lnTo>
                  <a:lnTo>
                    <a:pt x="322739" y="480944"/>
                  </a:lnTo>
                  <a:lnTo>
                    <a:pt x="325202" y="473080"/>
                  </a:lnTo>
                  <a:lnTo>
                    <a:pt x="327666" y="464815"/>
                  </a:lnTo>
                  <a:lnTo>
                    <a:pt x="330130" y="456159"/>
                  </a:lnTo>
                  <a:lnTo>
                    <a:pt x="332593" y="447091"/>
                  </a:lnTo>
                  <a:lnTo>
                    <a:pt x="335057" y="437593"/>
                  </a:lnTo>
                  <a:lnTo>
                    <a:pt x="337521" y="427643"/>
                  </a:lnTo>
                  <a:lnTo>
                    <a:pt x="339984" y="417126"/>
                  </a:lnTo>
                  <a:lnTo>
                    <a:pt x="342448" y="406078"/>
                  </a:lnTo>
                  <a:lnTo>
                    <a:pt x="344912" y="394514"/>
                  </a:lnTo>
                  <a:lnTo>
                    <a:pt x="347375" y="382423"/>
                  </a:lnTo>
                  <a:lnTo>
                    <a:pt x="349839" y="369796"/>
                  </a:lnTo>
                  <a:lnTo>
                    <a:pt x="352303" y="356626"/>
                  </a:lnTo>
                  <a:lnTo>
                    <a:pt x="354766" y="342798"/>
                  </a:lnTo>
                  <a:lnTo>
                    <a:pt x="357230" y="328418"/>
                  </a:lnTo>
                  <a:lnTo>
                    <a:pt x="359694" y="313525"/>
                  </a:lnTo>
                  <a:lnTo>
                    <a:pt x="362157" y="298142"/>
                  </a:lnTo>
                  <a:lnTo>
                    <a:pt x="364621" y="282299"/>
                  </a:lnTo>
                  <a:lnTo>
                    <a:pt x="367084" y="266032"/>
                  </a:lnTo>
                  <a:lnTo>
                    <a:pt x="369548" y="249318"/>
                  </a:lnTo>
                  <a:lnTo>
                    <a:pt x="372012" y="232316"/>
                  </a:lnTo>
                  <a:lnTo>
                    <a:pt x="374475" y="215104"/>
                  </a:lnTo>
                  <a:lnTo>
                    <a:pt x="376939" y="197757"/>
                  </a:lnTo>
                  <a:lnTo>
                    <a:pt x="379403" y="180362"/>
                  </a:lnTo>
                  <a:lnTo>
                    <a:pt x="381866" y="163009"/>
                  </a:lnTo>
                  <a:lnTo>
                    <a:pt x="384330" y="145879"/>
                  </a:lnTo>
                  <a:lnTo>
                    <a:pt x="386794" y="129073"/>
                  </a:lnTo>
                  <a:lnTo>
                    <a:pt x="389257" y="112706"/>
                  </a:lnTo>
                  <a:lnTo>
                    <a:pt x="391721" y="96895"/>
                  </a:lnTo>
                  <a:lnTo>
                    <a:pt x="394185" y="81763"/>
                  </a:lnTo>
                  <a:lnTo>
                    <a:pt x="396648" y="67455"/>
                  </a:lnTo>
                  <a:lnTo>
                    <a:pt x="399112" y="54335"/>
                  </a:lnTo>
                  <a:lnTo>
                    <a:pt x="401576" y="42338"/>
                  </a:lnTo>
                  <a:lnTo>
                    <a:pt x="404039" y="31575"/>
                  </a:lnTo>
                  <a:lnTo>
                    <a:pt x="406503" y="22155"/>
                  </a:lnTo>
                  <a:lnTo>
                    <a:pt x="408967" y="14180"/>
                  </a:lnTo>
                  <a:lnTo>
                    <a:pt x="411430" y="7825"/>
                  </a:lnTo>
                  <a:lnTo>
                    <a:pt x="413894" y="3463"/>
                  </a:lnTo>
                  <a:lnTo>
                    <a:pt x="416358" y="839"/>
                  </a:lnTo>
                  <a:lnTo>
                    <a:pt x="418821" y="0"/>
                  </a:lnTo>
                  <a:lnTo>
                    <a:pt x="421285" y="984"/>
                  </a:lnTo>
                  <a:lnTo>
                    <a:pt x="423749" y="3817"/>
                  </a:lnTo>
                  <a:lnTo>
                    <a:pt x="426212" y="8643"/>
                  </a:lnTo>
                  <a:lnTo>
                    <a:pt x="428676" y="15660"/>
                  </a:lnTo>
                  <a:lnTo>
                    <a:pt x="431140" y="24492"/>
                  </a:lnTo>
                  <a:lnTo>
                    <a:pt x="433603" y="35095"/>
                  </a:lnTo>
                  <a:lnTo>
                    <a:pt x="436067" y="47410"/>
                  </a:lnTo>
                  <a:lnTo>
                    <a:pt x="438531" y="61372"/>
                  </a:lnTo>
                  <a:lnTo>
                    <a:pt x="440994" y="77032"/>
                  </a:lnTo>
                  <a:lnTo>
                    <a:pt x="443458" y="94351"/>
                  </a:lnTo>
                  <a:lnTo>
                    <a:pt x="445922" y="112964"/>
                  </a:lnTo>
                  <a:lnTo>
                    <a:pt x="448385" y="132755"/>
                  </a:lnTo>
                  <a:lnTo>
                    <a:pt x="450849" y="153602"/>
                  </a:lnTo>
                  <a:lnTo>
                    <a:pt x="453312" y="175377"/>
                  </a:lnTo>
                  <a:lnTo>
                    <a:pt x="455776" y="198019"/>
                  </a:lnTo>
                  <a:lnTo>
                    <a:pt x="458240" y="221341"/>
                  </a:lnTo>
                  <a:lnTo>
                    <a:pt x="460703" y="245100"/>
                  </a:lnTo>
                  <a:lnTo>
                    <a:pt x="463167" y="269163"/>
                  </a:lnTo>
                  <a:lnTo>
                    <a:pt x="465631" y="293400"/>
                  </a:lnTo>
                  <a:lnTo>
                    <a:pt x="468094" y="317685"/>
                  </a:lnTo>
                  <a:lnTo>
                    <a:pt x="470558" y="341858"/>
                  </a:lnTo>
                  <a:lnTo>
                    <a:pt x="473022" y="365751"/>
                  </a:lnTo>
                  <a:lnTo>
                    <a:pt x="475485" y="389272"/>
                  </a:lnTo>
                  <a:lnTo>
                    <a:pt x="477949" y="412325"/>
                  </a:lnTo>
                  <a:lnTo>
                    <a:pt x="480413" y="434821"/>
                  </a:lnTo>
                  <a:lnTo>
                    <a:pt x="482876" y="456679"/>
                  </a:lnTo>
                  <a:lnTo>
                    <a:pt x="485340" y="477698"/>
                  </a:lnTo>
                  <a:lnTo>
                    <a:pt x="487804" y="497837"/>
                  </a:lnTo>
                  <a:lnTo>
                    <a:pt x="490267" y="517122"/>
                  </a:lnTo>
                  <a:lnTo>
                    <a:pt x="492731" y="535515"/>
                  </a:lnTo>
                  <a:lnTo>
                    <a:pt x="495195" y="552987"/>
                  </a:lnTo>
                  <a:lnTo>
                    <a:pt x="497658" y="569517"/>
                  </a:lnTo>
                  <a:lnTo>
                    <a:pt x="500122" y="584915"/>
                  </a:lnTo>
                  <a:lnTo>
                    <a:pt x="502586" y="599282"/>
                  </a:lnTo>
                  <a:lnTo>
                    <a:pt x="505049" y="612699"/>
                  </a:lnTo>
                  <a:lnTo>
                    <a:pt x="507513" y="625177"/>
                  </a:lnTo>
                  <a:lnTo>
                    <a:pt x="509977" y="636735"/>
                  </a:lnTo>
                  <a:lnTo>
                    <a:pt x="512440" y="647395"/>
                  </a:lnTo>
                  <a:lnTo>
                    <a:pt x="514904" y="657018"/>
                  </a:lnTo>
                  <a:lnTo>
                    <a:pt x="517368" y="665782"/>
                  </a:lnTo>
                  <a:lnTo>
                    <a:pt x="519831" y="673769"/>
                  </a:lnTo>
                  <a:lnTo>
                    <a:pt x="522295" y="681015"/>
                  </a:lnTo>
                  <a:lnTo>
                    <a:pt x="524759" y="687561"/>
                  </a:lnTo>
                  <a:lnTo>
                    <a:pt x="527222" y="693448"/>
                  </a:lnTo>
                  <a:lnTo>
                    <a:pt x="529686" y="698592"/>
                  </a:lnTo>
                  <a:lnTo>
                    <a:pt x="532150" y="703171"/>
                  </a:lnTo>
                  <a:lnTo>
                    <a:pt x="534613" y="707241"/>
                  </a:lnTo>
                  <a:lnTo>
                    <a:pt x="537077" y="710842"/>
                  </a:lnTo>
                  <a:lnTo>
                    <a:pt x="539541" y="714014"/>
                  </a:lnTo>
                  <a:lnTo>
                    <a:pt x="542004" y="716793"/>
                  </a:lnTo>
                  <a:lnTo>
                    <a:pt x="544468" y="719139"/>
                  </a:lnTo>
                  <a:lnTo>
                    <a:pt x="546931" y="721181"/>
                  </a:lnTo>
                  <a:lnTo>
                    <a:pt x="549395" y="722951"/>
                  </a:lnTo>
                  <a:lnTo>
                    <a:pt x="551859" y="724477"/>
                  </a:lnTo>
                  <a:lnTo>
                    <a:pt x="554322" y="725786"/>
                  </a:lnTo>
                  <a:lnTo>
                    <a:pt x="556786" y="726899"/>
                  </a:lnTo>
                  <a:lnTo>
                    <a:pt x="559250" y="727810"/>
                  </a:lnTo>
                  <a:lnTo>
                    <a:pt x="561713" y="728584"/>
                  </a:lnTo>
                  <a:lnTo>
                    <a:pt x="564177" y="729237"/>
                  </a:lnTo>
                  <a:lnTo>
                    <a:pt x="566641" y="729785"/>
                  </a:lnTo>
                  <a:lnTo>
                    <a:pt x="569104" y="730242"/>
                  </a:lnTo>
                  <a:lnTo>
                    <a:pt x="571568" y="730619"/>
                  </a:lnTo>
                  <a:lnTo>
                    <a:pt x="574032" y="730918"/>
                  </a:lnTo>
                  <a:lnTo>
                    <a:pt x="576495" y="731165"/>
                  </a:lnTo>
                  <a:lnTo>
                    <a:pt x="578959" y="731369"/>
                  </a:lnTo>
                  <a:lnTo>
                    <a:pt x="581423" y="731534"/>
                  </a:lnTo>
                  <a:lnTo>
                    <a:pt x="583886" y="731669"/>
                  </a:lnTo>
                  <a:lnTo>
                    <a:pt x="586350" y="731776"/>
                  </a:lnTo>
                  <a:lnTo>
                    <a:pt x="588814" y="731858"/>
                  </a:lnTo>
                  <a:lnTo>
                    <a:pt x="591277" y="731925"/>
                  </a:lnTo>
                  <a:lnTo>
                    <a:pt x="593741" y="731978"/>
                  </a:lnTo>
                  <a:lnTo>
                    <a:pt x="596205" y="732020"/>
                  </a:lnTo>
                  <a:lnTo>
                    <a:pt x="598668" y="732053"/>
                  </a:lnTo>
                  <a:lnTo>
                    <a:pt x="601132" y="732078"/>
                  </a:lnTo>
                  <a:lnTo>
                    <a:pt x="603596" y="732097"/>
                  </a:lnTo>
                  <a:lnTo>
                    <a:pt x="606059" y="732112"/>
                  </a:lnTo>
                  <a:lnTo>
                    <a:pt x="608523" y="732123"/>
                  </a:lnTo>
                  <a:lnTo>
                    <a:pt x="610987" y="732132"/>
                  </a:lnTo>
                  <a:lnTo>
                    <a:pt x="613450" y="732139"/>
                  </a:lnTo>
                  <a:lnTo>
                    <a:pt x="615914" y="732144"/>
                  </a:lnTo>
                  <a:lnTo>
                    <a:pt x="618378" y="732147"/>
                  </a:lnTo>
                  <a:lnTo>
                    <a:pt x="620841" y="732150"/>
                  </a:lnTo>
                  <a:lnTo>
                    <a:pt x="623305" y="732152"/>
                  </a:lnTo>
                  <a:lnTo>
                    <a:pt x="625769" y="732154"/>
                  </a:lnTo>
                  <a:lnTo>
                    <a:pt x="628232" y="732155"/>
                  </a:lnTo>
                  <a:lnTo>
                    <a:pt x="630696" y="732156"/>
                  </a:lnTo>
                  <a:lnTo>
                    <a:pt x="633159" y="732156"/>
                  </a:lnTo>
                  <a:lnTo>
                    <a:pt x="635623" y="732157"/>
                  </a:lnTo>
                  <a:lnTo>
                    <a:pt x="638087" y="732157"/>
                  </a:lnTo>
                  <a:lnTo>
                    <a:pt x="640550" y="732157"/>
                  </a:lnTo>
                  <a:lnTo>
                    <a:pt x="643014" y="732157"/>
                  </a:lnTo>
                  <a:lnTo>
                    <a:pt x="645478" y="732157"/>
                  </a:lnTo>
                  <a:lnTo>
                    <a:pt x="647941" y="732157"/>
                  </a:lnTo>
                  <a:lnTo>
                    <a:pt x="650405" y="732157"/>
                  </a:lnTo>
                  <a:lnTo>
                    <a:pt x="652869" y="732158"/>
                  </a:lnTo>
                  <a:lnTo>
                    <a:pt x="655332" y="732158"/>
                  </a:lnTo>
                  <a:lnTo>
                    <a:pt x="657796" y="732158"/>
                  </a:lnTo>
                  <a:lnTo>
                    <a:pt x="660260" y="732158"/>
                  </a:lnTo>
                  <a:lnTo>
                    <a:pt x="662723" y="732158"/>
                  </a:lnTo>
                  <a:lnTo>
                    <a:pt x="665187" y="732158"/>
                  </a:lnTo>
                  <a:lnTo>
                    <a:pt x="667651" y="732158"/>
                  </a:lnTo>
                  <a:lnTo>
                    <a:pt x="670114" y="732158"/>
                  </a:lnTo>
                  <a:lnTo>
                    <a:pt x="672578" y="732158"/>
                  </a:lnTo>
                  <a:lnTo>
                    <a:pt x="675042" y="732158"/>
                  </a:lnTo>
                  <a:lnTo>
                    <a:pt x="677505" y="732158"/>
                  </a:lnTo>
                  <a:lnTo>
                    <a:pt x="679969" y="732158"/>
                  </a:lnTo>
                  <a:lnTo>
                    <a:pt x="682433" y="732158"/>
                  </a:lnTo>
                  <a:lnTo>
                    <a:pt x="684896" y="732158"/>
                  </a:lnTo>
                  <a:lnTo>
                    <a:pt x="687360" y="732158"/>
                  </a:lnTo>
                  <a:lnTo>
                    <a:pt x="689824" y="732158"/>
                  </a:lnTo>
                  <a:lnTo>
                    <a:pt x="692287" y="732158"/>
                  </a:lnTo>
                  <a:lnTo>
                    <a:pt x="694751" y="732158"/>
                  </a:lnTo>
                  <a:lnTo>
                    <a:pt x="697215" y="732158"/>
                  </a:lnTo>
                  <a:lnTo>
                    <a:pt x="699678" y="732158"/>
                  </a:lnTo>
                  <a:lnTo>
                    <a:pt x="702142" y="732158"/>
                  </a:lnTo>
                  <a:lnTo>
                    <a:pt x="704606" y="732158"/>
                  </a:lnTo>
                  <a:lnTo>
                    <a:pt x="707069" y="732158"/>
                  </a:lnTo>
                  <a:lnTo>
                    <a:pt x="709533" y="732158"/>
                  </a:lnTo>
                  <a:lnTo>
                    <a:pt x="711997" y="732158"/>
                  </a:lnTo>
                  <a:lnTo>
                    <a:pt x="714460" y="732158"/>
                  </a:lnTo>
                  <a:lnTo>
                    <a:pt x="716924" y="732158"/>
                  </a:lnTo>
                  <a:lnTo>
                    <a:pt x="719388" y="732158"/>
                  </a:lnTo>
                  <a:lnTo>
                    <a:pt x="721851" y="732158"/>
                  </a:lnTo>
                  <a:lnTo>
                    <a:pt x="724315" y="732158"/>
                  </a:lnTo>
                  <a:lnTo>
                    <a:pt x="726778" y="732158"/>
                  </a:lnTo>
                  <a:lnTo>
                    <a:pt x="729242" y="732158"/>
                  </a:lnTo>
                  <a:lnTo>
                    <a:pt x="731706" y="732158"/>
                  </a:lnTo>
                  <a:lnTo>
                    <a:pt x="734169" y="732158"/>
                  </a:lnTo>
                  <a:lnTo>
                    <a:pt x="736633" y="732158"/>
                  </a:lnTo>
                  <a:lnTo>
                    <a:pt x="739097" y="732158"/>
                  </a:lnTo>
                  <a:lnTo>
                    <a:pt x="741560" y="732158"/>
                  </a:lnTo>
                  <a:lnTo>
                    <a:pt x="744024" y="732158"/>
                  </a:lnTo>
                  <a:lnTo>
                    <a:pt x="746488" y="732158"/>
                  </a:lnTo>
                  <a:lnTo>
                    <a:pt x="748951" y="732158"/>
                  </a:lnTo>
                  <a:lnTo>
                    <a:pt x="751415" y="732158"/>
                  </a:lnTo>
                  <a:lnTo>
                    <a:pt x="753879" y="732158"/>
                  </a:lnTo>
                  <a:lnTo>
                    <a:pt x="756342" y="732158"/>
                  </a:lnTo>
                  <a:lnTo>
                    <a:pt x="758806" y="732158"/>
                  </a:lnTo>
                  <a:lnTo>
                    <a:pt x="761270" y="732158"/>
                  </a:lnTo>
                  <a:lnTo>
                    <a:pt x="763733" y="732158"/>
                  </a:lnTo>
                  <a:lnTo>
                    <a:pt x="766197" y="732158"/>
                  </a:lnTo>
                  <a:lnTo>
                    <a:pt x="768661" y="732158"/>
                  </a:lnTo>
                  <a:lnTo>
                    <a:pt x="771124" y="732158"/>
                  </a:lnTo>
                  <a:lnTo>
                    <a:pt x="773588" y="732158"/>
                  </a:lnTo>
                  <a:lnTo>
                    <a:pt x="776052" y="732158"/>
                  </a:lnTo>
                  <a:lnTo>
                    <a:pt x="778515" y="732158"/>
                  </a:lnTo>
                  <a:lnTo>
                    <a:pt x="780979" y="732158"/>
                  </a:lnTo>
                  <a:lnTo>
                    <a:pt x="783443" y="732158"/>
                  </a:lnTo>
                  <a:lnTo>
                    <a:pt x="785906" y="732158"/>
                  </a:lnTo>
                  <a:lnTo>
                    <a:pt x="788370" y="732158"/>
                  </a:lnTo>
                  <a:lnTo>
                    <a:pt x="790834" y="732158"/>
                  </a:lnTo>
                  <a:lnTo>
                    <a:pt x="793297" y="732158"/>
                  </a:lnTo>
                  <a:lnTo>
                    <a:pt x="795761" y="732158"/>
                  </a:lnTo>
                  <a:lnTo>
                    <a:pt x="798225" y="732158"/>
                  </a:lnTo>
                  <a:lnTo>
                    <a:pt x="800688" y="732158"/>
                  </a:lnTo>
                  <a:lnTo>
                    <a:pt x="803152" y="732158"/>
                  </a:lnTo>
                  <a:lnTo>
                    <a:pt x="805616" y="732158"/>
                  </a:lnTo>
                  <a:lnTo>
                    <a:pt x="808079" y="732158"/>
                  </a:lnTo>
                  <a:lnTo>
                    <a:pt x="810543" y="732158"/>
                  </a:lnTo>
                  <a:lnTo>
                    <a:pt x="813006" y="732158"/>
                  </a:lnTo>
                  <a:lnTo>
                    <a:pt x="815470" y="732158"/>
                  </a:lnTo>
                  <a:lnTo>
                    <a:pt x="817934" y="732158"/>
                  </a:lnTo>
                  <a:lnTo>
                    <a:pt x="820397" y="732158"/>
                  </a:lnTo>
                  <a:lnTo>
                    <a:pt x="822861" y="732158"/>
                  </a:lnTo>
                  <a:lnTo>
                    <a:pt x="825325" y="732158"/>
                  </a:lnTo>
                  <a:lnTo>
                    <a:pt x="827788" y="732158"/>
                  </a:lnTo>
                  <a:lnTo>
                    <a:pt x="830252" y="732158"/>
                  </a:lnTo>
                  <a:lnTo>
                    <a:pt x="832716" y="732158"/>
                  </a:lnTo>
                  <a:lnTo>
                    <a:pt x="835179" y="732158"/>
                  </a:lnTo>
                  <a:lnTo>
                    <a:pt x="837643" y="732158"/>
                  </a:lnTo>
                  <a:lnTo>
                    <a:pt x="840107" y="732158"/>
                  </a:lnTo>
                  <a:lnTo>
                    <a:pt x="842570" y="732158"/>
                  </a:lnTo>
                  <a:lnTo>
                    <a:pt x="845034" y="732158"/>
                  </a:lnTo>
                  <a:lnTo>
                    <a:pt x="847498" y="732158"/>
                  </a:lnTo>
                  <a:lnTo>
                    <a:pt x="849961" y="732158"/>
                  </a:lnTo>
                  <a:lnTo>
                    <a:pt x="852425" y="732158"/>
                  </a:lnTo>
                  <a:lnTo>
                    <a:pt x="854889" y="732158"/>
                  </a:lnTo>
                  <a:lnTo>
                    <a:pt x="857352" y="732158"/>
                  </a:lnTo>
                  <a:lnTo>
                    <a:pt x="859816" y="732158"/>
                  </a:lnTo>
                  <a:lnTo>
                    <a:pt x="862280" y="732158"/>
                  </a:lnTo>
                  <a:lnTo>
                    <a:pt x="864743" y="732158"/>
                  </a:lnTo>
                  <a:lnTo>
                    <a:pt x="867207" y="732158"/>
                  </a:lnTo>
                  <a:lnTo>
                    <a:pt x="869671" y="732158"/>
                  </a:lnTo>
                  <a:lnTo>
                    <a:pt x="872134" y="732158"/>
                  </a:lnTo>
                  <a:lnTo>
                    <a:pt x="874598" y="732158"/>
                  </a:lnTo>
                  <a:lnTo>
                    <a:pt x="877062" y="732158"/>
                  </a:lnTo>
                  <a:lnTo>
                    <a:pt x="879525" y="732158"/>
                  </a:lnTo>
                  <a:lnTo>
                    <a:pt x="881989" y="732158"/>
                  </a:lnTo>
                  <a:lnTo>
                    <a:pt x="884453" y="732158"/>
                  </a:lnTo>
                  <a:lnTo>
                    <a:pt x="886916" y="732158"/>
                  </a:lnTo>
                  <a:lnTo>
                    <a:pt x="889380" y="732158"/>
                  </a:lnTo>
                  <a:lnTo>
                    <a:pt x="891844" y="732158"/>
                  </a:lnTo>
                  <a:lnTo>
                    <a:pt x="894307" y="732158"/>
                  </a:lnTo>
                  <a:lnTo>
                    <a:pt x="896771" y="732158"/>
                  </a:lnTo>
                  <a:lnTo>
                    <a:pt x="899235" y="732158"/>
                  </a:lnTo>
                  <a:lnTo>
                    <a:pt x="901698" y="732158"/>
                  </a:lnTo>
                  <a:lnTo>
                    <a:pt x="904162" y="732158"/>
                  </a:lnTo>
                  <a:lnTo>
                    <a:pt x="906625" y="732158"/>
                  </a:lnTo>
                  <a:lnTo>
                    <a:pt x="909089" y="732158"/>
                  </a:lnTo>
                  <a:lnTo>
                    <a:pt x="911553" y="732158"/>
                  </a:lnTo>
                  <a:lnTo>
                    <a:pt x="914016" y="732158"/>
                  </a:lnTo>
                  <a:lnTo>
                    <a:pt x="916480" y="732158"/>
                  </a:lnTo>
                  <a:lnTo>
                    <a:pt x="918944" y="732158"/>
                  </a:lnTo>
                  <a:lnTo>
                    <a:pt x="921407" y="732158"/>
                  </a:lnTo>
                  <a:lnTo>
                    <a:pt x="923871" y="732158"/>
                  </a:lnTo>
                  <a:lnTo>
                    <a:pt x="926335" y="732158"/>
                  </a:lnTo>
                  <a:lnTo>
                    <a:pt x="928798" y="732158"/>
                  </a:lnTo>
                  <a:lnTo>
                    <a:pt x="931262" y="732158"/>
                  </a:lnTo>
                  <a:lnTo>
                    <a:pt x="933726" y="732158"/>
                  </a:lnTo>
                  <a:lnTo>
                    <a:pt x="936189" y="732158"/>
                  </a:lnTo>
                  <a:lnTo>
                    <a:pt x="938653" y="732158"/>
                  </a:lnTo>
                  <a:lnTo>
                    <a:pt x="941117" y="732158"/>
                  </a:lnTo>
                  <a:lnTo>
                    <a:pt x="943580" y="732158"/>
                  </a:lnTo>
                  <a:lnTo>
                    <a:pt x="946044" y="732158"/>
                  </a:lnTo>
                  <a:lnTo>
                    <a:pt x="948508" y="732158"/>
                  </a:lnTo>
                  <a:lnTo>
                    <a:pt x="950971" y="732158"/>
                  </a:lnTo>
                  <a:lnTo>
                    <a:pt x="953435" y="732158"/>
                  </a:lnTo>
                  <a:lnTo>
                    <a:pt x="955899" y="732158"/>
                  </a:lnTo>
                  <a:lnTo>
                    <a:pt x="958362" y="732158"/>
                  </a:lnTo>
                  <a:lnTo>
                    <a:pt x="960826" y="732158"/>
                  </a:lnTo>
                  <a:lnTo>
                    <a:pt x="963290" y="732158"/>
                  </a:lnTo>
                  <a:lnTo>
                    <a:pt x="965753" y="732158"/>
                  </a:lnTo>
                  <a:lnTo>
                    <a:pt x="968217" y="732158"/>
                  </a:lnTo>
                  <a:lnTo>
                    <a:pt x="970681" y="732158"/>
                  </a:lnTo>
                  <a:lnTo>
                    <a:pt x="973144" y="732158"/>
                  </a:lnTo>
                  <a:lnTo>
                    <a:pt x="975608" y="732158"/>
                  </a:lnTo>
                  <a:lnTo>
                    <a:pt x="978072" y="732158"/>
                  </a:lnTo>
                  <a:lnTo>
                    <a:pt x="980535" y="732158"/>
                  </a:lnTo>
                  <a:lnTo>
                    <a:pt x="982999" y="732158"/>
                  </a:lnTo>
                  <a:lnTo>
                    <a:pt x="985463" y="732158"/>
                  </a:lnTo>
                  <a:lnTo>
                    <a:pt x="987926" y="732158"/>
                  </a:lnTo>
                  <a:lnTo>
                    <a:pt x="990390" y="732158"/>
                  </a:lnTo>
                  <a:lnTo>
                    <a:pt x="992853" y="732158"/>
                  </a:lnTo>
                  <a:lnTo>
                    <a:pt x="995317" y="732158"/>
                  </a:lnTo>
                  <a:lnTo>
                    <a:pt x="997781" y="732158"/>
                  </a:lnTo>
                  <a:lnTo>
                    <a:pt x="1000244" y="732158"/>
                  </a:lnTo>
                  <a:lnTo>
                    <a:pt x="1002708" y="732158"/>
                  </a:lnTo>
                  <a:lnTo>
                    <a:pt x="1005172" y="732158"/>
                  </a:lnTo>
                  <a:lnTo>
                    <a:pt x="1007635" y="732158"/>
                  </a:lnTo>
                  <a:lnTo>
                    <a:pt x="1010099" y="732158"/>
                  </a:lnTo>
                  <a:lnTo>
                    <a:pt x="1012563" y="732158"/>
                  </a:lnTo>
                  <a:lnTo>
                    <a:pt x="1015026" y="732158"/>
                  </a:lnTo>
                  <a:lnTo>
                    <a:pt x="1017490" y="732158"/>
                  </a:lnTo>
                  <a:lnTo>
                    <a:pt x="1019954" y="732158"/>
                  </a:lnTo>
                  <a:lnTo>
                    <a:pt x="1022417" y="732158"/>
                  </a:lnTo>
                  <a:lnTo>
                    <a:pt x="1024881" y="732158"/>
                  </a:lnTo>
                  <a:lnTo>
                    <a:pt x="1027345" y="732158"/>
                  </a:lnTo>
                  <a:lnTo>
                    <a:pt x="1029808" y="732158"/>
                  </a:lnTo>
                  <a:lnTo>
                    <a:pt x="1032272" y="732158"/>
                  </a:lnTo>
                  <a:lnTo>
                    <a:pt x="1034736" y="732158"/>
                  </a:lnTo>
                  <a:lnTo>
                    <a:pt x="1037199" y="732158"/>
                  </a:lnTo>
                  <a:lnTo>
                    <a:pt x="1039663" y="732158"/>
                  </a:lnTo>
                  <a:lnTo>
                    <a:pt x="1042127" y="732158"/>
                  </a:lnTo>
                  <a:lnTo>
                    <a:pt x="1044590" y="732158"/>
                  </a:lnTo>
                  <a:lnTo>
                    <a:pt x="1047054" y="732158"/>
                  </a:lnTo>
                  <a:lnTo>
                    <a:pt x="1049518" y="732158"/>
                  </a:lnTo>
                  <a:lnTo>
                    <a:pt x="1051981" y="732158"/>
                  </a:lnTo>
                  <a:lnTo>
                    <a:pt x="1054445" y="732158"/>
                  </a:lnTo>
                  <a:lnTo>
                    <a:pt x="1056909" y="732158"/>
                  </a:lnTo>
                  <a:lnTo>
                    <a:pt x="1059372" y="732158"/>
                  </a:lnTo>
                  <a:lnTo>
                    <a:pt x="1061836" y="732158"/>
                  </a:lnTo>
                  <a:lnTo>
                    <a:pt x="1064300" y="732158"/>
                  </a:lnTo>
                  <a:lnTo>
                    <a:pt x="1066763" y="732158"/>
                  </a:lnTo>
                  <a:lnTo>
                    <a:pt x="1069227" y="732158"/>
                  </a:lnTo>
                  <a:lnTo>
                    <a:pt x="1071691" y="732158"/>
                  </a:lnTo>
                  <a:lnTo>
                    <a:pt x="1074154" y="732158"/>
                  </a:lnTo>
                  <a:lnTo>
                    <a:pt x="1076618" y="732158"/>
                  </a:lnTo>
                  <a:lnTo>
                    <a:pt x="1079082" y="732158"/>
                  </a:lnTo>
                  <a:lnTo>
                    <a:pt x="1081545" y="732158"/>
                  </a:lnTo>
                  <a:lnTo>
                    <a:pt x="1084009" y="732158"/>
                  </a:lnTo>
                  <a:lnTo>
                    <a:pt x="1086472" y="732158"/>
                  </a:lnTo>
                  <a:lnTo>
                    <a:pt x="1088936" y="732158"/>
                  </a:lnTo>
                  <a:lnTo>
                    <a:pt x="1091400" y="732158"/>
                  </a:lnTo>
                  <a:lnTo>
                    <a:pt x="1093863" y="732158"/>
                  </a:lnTo>
                  <a:lnTo>
                    <a:pt x="1096327" y="732158"/>
                  </a:lnTo>
                  <a:lnTo>
                    <a:pt x="1098791" y="732158"/>
                  </a:lnTo>
                  <a:lnTo>
                    <a:pt x="1101254" y="732158"/>
                  </a:lnTo>
                  <a:lnTo>
                    <a:pt x="1103718" y="732158"/>
                  </a:lnTo>
                  <a:lnTo>
                    <a:pt x="1106182" y="732158"/>
                  </a:lnTo>
                  <a:lnTo>
                    <a:pt x="1108645" y="732158"/>
                  </a:lnTo>
                  <a:lnTo>
                    <a:pt x="1111109" y="732158"/>
                  </a:lnTo>
                  <a:lnTo>
                    <a:pt x="1113573" y="732158"/>
                  </a:lnTo>
                  <a:lnTo>
                    <a:pt x="1116036" y="732158"/>
                  </a:lnTo>
                  <a:lnTo>
                    <a:pt x="1118500" y="732158"/>
                  </a:lnTo>
                  <a:lnTo>
                    <a:pt x="1120964" y="732158"/>
                  </a:lnTo>
                  <a:lnTo>
                    <a:pt x="1123427" y="732158"/>
                  </a:lnTo>
                  <a:lnTo>
                    <a:pt x="1125891" y="732158"/>
                  </a:lnTo>
                  <a:lnTo>
                    <a:pt x="1128355" y="732158"/>
                  </a:lnTo>
                  <a:lnTo>
                    <a:pt x="1130818" y="732158"/>
                  </a:lnTo>
                  <a:lnTo>
                    <a:pt x="1133282" y="732158"/>
                  </a:lnTo>
                  <a:lnTo>
                    <a:pt x="1135746" y="732158"/>
                  </a:lnTo>
                  <a:lnTo>
                    <a:pt x="1138209" y="732158"/>
                  </a:lnTo>
                  <a:lnTo>
                    <a:pt x="1140673" y="732158"/>
                  </a:lnTo>
                  <a:lnTo>
                    <a:pt x="1143137" y="732158"/>
                  </a:lnTo>
                  <a:lnTo>
                    <a:pt x="1145600" y="732158"/>
                  </a:lnTo>
                  <a:lnTo>
                    <a:pt x="1148064" y="732158"/>
                  </a:lnTo>
                  <a:lnTo>
                    <a:pt x="1150528" y="732158"/>
                  </a:lnTo>
                  <a:lnTo>
                    <a:pt x="1152991" y="732158"/>
                  </a:lnTo>
                  <a:lnTo>
                    <a:pt x="1155455" y="732158"/>
                  </a:lnTo>
                  <a:lnTo>
                    <a:pt x="1157919" y="732158"/>
                  </a:lnTo>
                  <a:lnTo>
                    <a:pt x="1160382" y="732158"/>
                  </a:lnTo>
                  <a:lnTo>
                    <a:pt x="1162846" y="732158"/>
                  </a:lnTo>
                  <a:lnTo>
                    <a:pt x="1165310" y="732158"/>
                  </a:lnTo>
                  <a:lnTo>
                    <a:pt x="1167773" y="732158"/>
                  </a:lnTo>
                  <a:lnTo>
                    <a:pt x="1170237" y="732158"/>
                  </a:lnTo>
                  <a:lnTo>
                    <a:pt x="1172701" y="732158"/>
                  </a:lnTo>
                  <a:lnTo>
                    <a:pt x="1175164" y="732158"/>
                  </a:lnTo>
                  <a:lnTo>
                    <a:pt x="1177628" y="732158"/>
                  </a:lnTo>
                  <a:lnTo>
                    <a:pt x="1180091" y="732158"/>
                  </a:lnTo>
                  <a:lnTo>
                    <a:pt x="1182555" y="732158"/>
                  </a:lnTo>
                  <a:lnTo>
                    <a:pt x="1185019" y="732158"/>
                  </a:lnTo>
                  <a:lnTo>
                    <a:pt x="1187482" y="732158"/>
                  </a:lnTo>
                  <a:lnTo>
                    <a:pt x="1189946" y="732158"/>
                  </a:lnTo>
                  <a:lnTo>
                    <a:pt x="1192410" y="732158"/>
                  </a:lnTo>
                  <a:lnTo>
                    <a:pt x="1194873" y="732158"/>
                  </a:lnTo>
                  <a:lnTo>
                    <a:pt x="1197337" y="732158"/>
                  </a:lnTo>
                  <a:lnTo>
                    <a:pt x="1199801" y="732158"/>
                  </a:lnTo>
                  <a:lnTo>
                    <a:pt x="1202264" y="732158"/>
                  </a:lnTo>
                  <a:lnTo>
                    <a:pt x="1204728" y="732158"/>
                  </a:lnTo>
                  <a:lnTo>
                    <a:pt x="1207192" y="732158"/>
                  </a:lnTo>
                  <a:lnTo>
                    <a:pt x="1209655" y="732158"/>
                  </a:lnTo>
                  <a:lnTo>
                    <a:pt x="1212119" y="732158"/>
                  </a:lnTo>
                  <a:lnTo>
                    <a:pt x="1214583" y="732158"/>
                  </a:lnTo>
                  <a:lnTo>
                    <a:pt x="1217046" y="732158"/>
                  </a:lnTo>
                  <a:lnTo>
                    <a:pt x="1219510" y="732158"/>
                  </a:lnTo>
                  <a:lnTo>
                    <a:pt x="1221974" y="732158"/>
                  </a:lnTo>
                  <a:lnTo>
                    <a:pt x="1224437" y="732158"/>
                  </a:lnTo>
                  <a:lnTo>
                    <a:pt x="1226901" y="732158"/>
                  </a:lnTo>
                  <a:lnTo>
                    <a:pt x="1229365" y="732158"/>
                  </a:lnTo>
                  <a:lnTo>
                    <a:pt x="1231828" y="732158"/>
                  </a:lnTo>
                  <a:lnTo>
                    <a:pt x="1234292" y="732158"/>
                  </a:lnTo>
                  <a:lnTo>
                    <a:pt x="1236756" y="732158"/>
                  </a:lnTo>
                  <a:lnTo>
                    <a:pt x="1239219" y="732158"/>
                  </a:lnTo>
                  <a:lnTo>
                    <a:pt x="1241683" y="732158"/>
                  </a:lnTo>
                  <a:lnTo>
                    <a:pt x="1244147" y="732158"/>
                  </a:lnTo>
                  <a:lnTo>
                    <a:pt x="1246610" y="732158"/>
                  </a:lnTo>
                  <a:lnTo>
                    <a:pt x="1249074" y="732158"/>
                  </a:lnTo>
                  <a:lnTo>
                    <a:pt x="1251538" y="732158"/>
                  </a:lnTo>
                  <a:lnTo>
                    <a:pt x="1254001" y="732158"/>
                  </a:lnTo>
                  <a:lnTo>
                    <a:pt x="1256465" y="732158"/>
                  </a:lnTo>
                  <a:lnTo>
                    <a:pt x="1258929" y="732158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5481616" y="1690610"/>
              <a:ext cx="1258929" cy="435177"/>
            </a:xfrm>
            <a:custGeom>
              <a:avLst/>
              <a:pathLst>
                <a:path w="1258929" h="435177">
                  <a:moveTo>
                    <a:pt x="0" y="435034"/>
                  </a:moveTo>
                  <a:lnTo>
                    <a:pt x="2463" y="435011"/>
                  </a:lnTo>
                  <a:lnTo>
                    <a:pt x="4927" y="434986"/>
                  </a:lnTo>
                  <a:lnTo>
                    <a:pt x="7390" y="434958"/>
                  </a:lnTo>
                  <a:lnTo>
                    <a:pt x="9854" y="434925"/>
                  </a:lnTo>
                  <a:lnTo>
                    <a:pt x="12318" y="434889"/>
                  </a:lnTo>
                  <a:lnTo>
                    <a:pt x="14781" y="434848"/>
                  </a:lnTo>
                  <a:lnTo>
                    <a:pt x="17245" y="434802"/>
                  </a:lnTo>
                  <a:lnTo>
                    <a:pt x="19709" y="434750"/>
                  </a:lnTo>
                  <a:lnTo>
                    <a:pt x="22172" y="434693"/>
                  </a:lnTo>
                  <a:lnTo>
                    <a:pt x="24636" y="434630"/>
                  </a:lnTo>
                  <a:lnTo>
                    <a:pt x="27100" y="434560"/>
                  </a:lnTo>
                  <a:lnTo>
                    <a:pt x="29563" y="434480"/>
                  </a:lnTo>
                  <a:lnTo>
                    <a:pt x="32027" y="434393"/>
                  </a:lnTo>
                  <a:lnTo>
                    <a:pt x="34491" y="434298"/>
                  </a:lnTo>
                  <a:lnTo>
                    <a:pt x="36954" y="434195"/>
                  </a:lnTo>
                  <a:lnTo>
                    <a:pt x="39418" y="434079"/>
                  </a:lnTo>
                  <a:lnTo>
                    <a:pt x="41882" y="433953"/>
                  </a:lnTo>
                  <a:lnTo>
                    <a:pt x="44345" y="433816"/>
                  </a:lnTo>
                  <a:lnTo>
                    <a:pt x="46809" y="433668"/>
                  </a:lnTo>
                  <a:lnTo>
                    <a:pt x="49273" y="433507"/>
                  </a:lnTo>
                  <a:lnTo>
                    <a:pt x="51736" y="433330"/>
                  </a:lnTo>
                  <a:lnTo>
                    <a:pt x="54200" y="433140"/>
                  </a:lnTo>
                  <a:lnTo>
                    <a:pt x="56664" y="432937"/>
                  </a:lnTo>
                  <a:lnTo>
                    <a:pt x="59127" y="432719"/>
                  </a:lnTo>
                  <a:lnTo>
                    <a:pt x="61591" y="432481"/>
                  </a:lnTo>
                  <a:lnTo>
                    <a:pt x="64055" y="432228"/>
                  </a:lnTo>
                  <a:lnTo>
                    <a:pt x="66518" y="431959"/>
                  </a:lnTo>
                  <a:lnTo>
                    <a:pt x="68982" y="431675"/>
                  </a:lnTo>
                  <a:lnTo>
                    <a:pt x="71446" y="431367"/>
                  </a:lnTo>
                  <a:lnTo>
                    <a:pt x="73909" y="431041"/>
                  </a:lnTo>
                  <a:lnTo>
                    <a:pt x="76373" y="430698"/>
                  </a:lnTo>
                  <a:lnTo>
                    <a:pt x="78837" y="430337"/>
                  </a:lnTo>
                  <a:lnTo>
                    <a:pt x="81300" y="429954"/>
                  </a:lnTo>
                  <a:lnTo>
                    <a:pt x="83764" y="429549"/>
                  </a:lnTo>
                  <a:lnTo>
                    <a:pt x="86228" y="429126"/>
                  </a:lnTo>
                  <a:lnTo>
                    <a:pt x="88691" y="428684"/>
                  </a:lnTo>
                  <a:lnTo>
                    <a:pt x="91155" y="428221"/>
                  </a:lnTo>
                  <a:lnTo>
                    <a:pt x="93618" y="427734"/>
                  </a:lnTo>
                  <a:lnTo>
                    <a:pt x="96082" y="427228"/>
                  </a:lnTo>
                  <a:lnTo>
                    <a:pt x="98546" y="426704"/>
                  </a:lnTo>
                  <a:lnTo>
                    <a:pt x="101009" y="426160"/>
                  </a:lnTo>
                  <a:lnTo>
                    <a:pt x="103473" y="425591"/>
                  </a:lnTo>
                  <a:lnTo>
                    <a:pt x="105937" y="425003"/>
                  </a:lnTo>
                  <a:lnTo>
                    <a:pt x="108400" y="424398"/>
                  </a:lnTo>
                  <a:lnTo>
                    <a:pt x="110864" y="423774"/>
                  </a:lnTo>
                  <a:lnTo>
                    <a:pt x="113328" y="423128"/>
                  </a:lnTo>
                  <a:lnTo>
                    <a:pt x="115791" y="422463"/>
                  </a:lnTo>
                  <a:lnTo>
                    <a:pt x="118255" y="421781"/>
                  </a:lnTo>
                  <a:lnTo>
                    <a:pt x="120719" y="421082"/>
                  </a:lnTo>
                  <a:lnTo>
                    <a:pt x="123182" y="420364"/>
                  </a:lnTo>
                  <a:lnTo>
                    <a:pt x="125646" y="419626"/>
                  </a:lnTo>
                  <a:lnTo>
                    <a:pt x="128110" y="418873"/>
                  </a:lnTo>
                  <a:lnTo>
                    <a:pt x="130573" y="418105"/>
                  </a:lnTo>
                  <a:lnTo>
                    <a:pt x="133037" y="417321"/>
                  </a:lnTo>
                  <a:lnTo>
                    <a:pt x="135501" y="416517"/>
                  </a:lnTo>
                  <a:lnTo>
                    <a:pt x="137964" y="415700"/>
                  </a:lnTo>
                  <a:lnTo>
                    <a:pt x="140428" y="414868"/>
                  </a:lnTo>
                  <a:lnTo>
                    <a:pt x="142892" y="414023"/>
                  </a:lnTo>
                  <a:lnTo>
                    <a:pt x="145355" y="413159"/>
                  </a:lnTo>
                  <a:lnTo>
                    <a:pt x="147819" y="412282"/>
                  </a:lnTo>
                  <a:lnTo>
                    <a:pt x="150283" y="411392"/>
                  </a:lnTo>
                  <a:lnTo>
                    <a:pt x="152746" y="410488"/>
                  </a:lnTo>
                  <a:lnTo>
                    <a:pt x="155210" y="409570"/>
                  </a:lnTo>
                  <a:lnTo>
                    <a:pt x="157674" y="408636"/>
                  </a:lnTo>
                  <a:lnTo>
                    <a:pt x="160137" y="407690"/>
                  </a:lnTo>
                  <a:lnTo>
                    <a:pt x="162601" y="406731"/>
                  </a:lnTo>
                  <a:lnTo>
                    <a:pt x="165065" y="405758"/>
                  </a:lnTo>
                  <a:lnTo>
                    <a:pt x="167528" y="404769"/>
                  </a:lnTo>
                  <a:lnTo>
                    <a:pt x="169992" y="403768"/>
                  </a:lnTo>
                  <a:lnTo>
                    <a:pt x="172456" y="402753"/>
                  </a:lnTo>
                  <a:lnTo>
                    <a:pt x="174919" y="401727"/>
                  </a:lnTo>
                  <a:lnTo>
                    <a:pt x="177383" y="400682"/>
                  </a:lnTo>
                  <a:lnTo>
                    <a:pt x="179847" y="399624"/>
                  </a:lnTo>
                  <a:lnTo>
                    <a:pt x="182310" y="398553"/>
                  </a:lnTo>
                  <a:lnTo>
                    <a:pt x="184774" y="397468"/>
                  </a:lnTo>
                  <a:lnTo>
                    <a:pt x="187237" y="396367"/>
                  </a:lnTo>
                  <a:lnTo>
                    <a:pt x="189701" y="395251"/>
                  </a:lnTo>
                  <a:lnTo>
                    <a:pt x="192165" y="394121"/>
                  </a:lnTo>
                  <a:lnTo>
                    <a:pt x="194628" y="392977"/>
                  </a:lnTo>
                  <a:lnTo>
                    <a:pt x="197092" y="391818"/>
                  </a:lnTo>
                  <a:lnTo>
                    <a:pt x="199556" y="390641"/>
                  </a:lnTo>
                  <a:lnTo>
                    <a:pt x="202019" y="389451"/>
                  </a:lnTo>
                  <a:lnTo>
                    <a:pt x="204483" y="388248"/>
                  </a:lnTo>
                  <a:lnTo>
                    <a:pt x="206947" y="387031"/>
                  </a:lnTo>
                  <a:lnTo>
                    <a:pt x="209410" y="385796"/>
                  </a:lnTo>
                  <a:lnTo>
                    <a:pt x="211874" y="384548"/>
                  </a:lnTo>
                  <a:lnTo>
                    <a:pt x="214338" y="383289"/>
                  </a:lnTo>
                  <a:lnTo>
                    <a:pt x="216801" y="382017"/>
                  </a:lnTo>
                  <a:lnTo>
                    <a:pt x="219265" y="380730"/>
                  </a:lnTo>
                  <a:lnTo>
                    <a:pt x="221729" y="379431"/>
                  </a:lnTo>
                  <a:lnTo>
                    <a:pt x="224192" y="378123"/>
                  </a:lnTo>
                  <a:lnTo>
                    <a:pt x="226656" y="376806"/>
                  </a:lnTo>
                  <a:lnTo>
                    <a:pt x="229120" y="375479"/>
                  </a:lnTo>
                  <a:lnTo>
                    <a:pt x="231583" y="374144"/>
                  </a:lnTo>
                  <a:lnTo>
                    <a:pt x="234047" y="372803"/>
                  </a:lnTo>
                  <a:lnTo>
                    <a:pt x="236511" y="371457"/>
                  </a:lnTo>
                  <a:lnTo>
                    <a:pt x="238974" y="370107"/>
                  </a:lnTo>
                  <a:lnTo>
                    <a:pt x="241438" y="368754"/>
                  </a:lnTo>
                  <a:lnTo>
                    <a:pt x="243902" y="367401"/>
                  </a:lnTo>
                  <a:lnTo>
                    <a:pt x="246365" y="366049"/>
                  </a:lnTo>
                  <a:lnTo>
                    <a:pt x="248829" y="364698"/>
                  </a:lnTo>
                  <a:lnTo>
                    <a:pt x="251293" y="363352"/>
                  </a:lnTo>
                  <a:lnTo>
                    <a:pt x="253756" y="362012"/>
                  </a:lnTo>
                  <a:lnTo>
                    <a:pt x="256220" y="360677"/>
                  </a:lnTo>
                  <a:lnTo>
                    <a:pt x="258684" y="359350"/>
                  </a:lnTo>
                  <a:lnTo>
                    <a:pt x="261147" y="358033"/>
                  </a:lnTo>
                  <a:lnTo>
                    <a:pt x="263611" y="356728"/>
                  </a:lnTo>
                  <a:lnTo>
                    <a:pt x="266075" y="355433"/>
                  </a:lnTo>
                  <a:lnTo>
                    <a:pt x="268538" y="354148"/>
                  </a:lnTo>
                  <a:lnTo>
                    <a:pt x="271002" y="352877"/>
                  </a:lnTo>
                  <a:lnTo>
                    <a:pt x="273465" y="351621"/>
                  </a:lnTo>
                  <a:lnTo>
                    <a:pt x="275929" y="350376"/>
                  </a:lnTo>
                  <a:lnTo>
                    <a:pt x="278393" y="349142"/>
                  </a:lnTo>
                  <a:lnTo>
                    <a:pt x="280856" y="347920"/>
                  </a:lnTo>
                  <a:lnTo>
                    <a:pt x="283320" y="346712"/>
                  </a:lnTo>
                  <a:lnTo>
                    <a:pt x="285784" y="345511"/>
                  </a:lnTo>
                  <a:lnTo>
                    <a:pt x="288247" y="344318"/>
                  </a:lnTo>
                  <a:lnTo>
                    <a:pt x="290711" y="343130"/>
                  </a:lnTo>
                  <a:lnTo>
                    <a:pt x="293175" y="341947"/>
                  </a:lnTo>
                  <a:lnTo>
                    <a:pt x="295638" y="340763"/>
                  </a:lnTo>
                  <a:lnTo>
                    <a:pt x="298102" y="339576"/>
                  </a:lnTo>
                  <a:lnTo>
                    <a:pt x="300566" y="338384"/>
                  </a:lnTo>
                  <a:lnTo>
                    <a:pt x="303029" y="337182"/>
                  </a:lnTo>
                  <a:lnTo>
                    <a:pt x="305493" y="335963"/>
                  </a:lnTo>
                  <a:lnTo>
                    <a:pt x="307957" y="334726"/>
                  </a:lnTo>
                  <a:lnTo>
                    <a:pt x="310420" y="333468"/>
                  </a:lnTo>
                  <a:lnTo>
                    <a:pt x="312884" y="332183"/>
                  </a:lnTo>
                  <a:lnTo>
                    <a:pt x="315348" y="330856"/>
                  </a:lnTo>
                  <a:lnTo>
                    <a:pt x="317811" y="329493"/>
                  </a:lnTo>
                  <a:lnTo>
                    <a:pt x="320275" y="328089"/>
                  </a:lnTo>
                  <a:lnTo>
                    <a:pt x="322739" y="326642"/>
                  </a:lnTo>
                  <a:lnTo>
                    <a:pt x="325202" y="325124"/>
                  </a:lnTo>
                  <a:lnTo>
                    <a:pt x="327666" y="323547"/>
                  </a:lnTo>
                  <a:lnTo>
                    <a:pt x="330130" y="321909"/>
                  </a:lnTo>
                  <a:lnTo>
                    <a:pt x="332593" y="320208"/>
                  </a:lnTo>
                  <a:lnTo>
                    <a:pt x="335057" y="318417"/>
                  </a:lnTo>
                  <a:lnTo>
                    <a:pt x="337521" y="316539"/>
                  </a:lnTo>
                  <a:lnTo>
                    <a:pt x="339984" y="314581"/>
                  </a:lnTo>
                  <a:lnTo>
                    <a:pt x="342448" y="312541"/>
                  </a:lnTo>
                  <a:lnTo>
                    <a:pt x="344912" y="310401"/>
                  </a:lnTo>
                  <a:lnTo>
                    <a:pt x="347375" y="308145"/>
                  </a:lnTo>
                  <a:lnTo>
                    <a:pt x="349839" y="305794"/>
                  </a:lnTo>
                  <a:lnTo>
                    <a:pt x="352303" y="303346"/>
                  </a:lnTo>
                  <a:lnTo>
                    <a:pt x="354766" y="300798"/>
                  </a:lnTo>
                  <a:lnTo>
                    <a:pt x="357230" y="298106"/>
                  </a:lnTo>
                  <a:lnTo>
                    <a:pt x="359694" y="295310"/>
                  </a:lnTo>
                  <a:lnTo>
                    <a:pt x="362157" y="292410"/>
                  </a:lnTo>
                  <a:lnTo>
                    <a:pt x="364621" y="289404"/>
                  </a:lnTo>
                  <a:lnTo>
                    <a:pt x="367084" y="286257"/>
                  </a:lnTo>
                  <a:lnTo>
                    <a:pt x="369548" y="282991"/>
                  </a:lnTo>
                  <a:lnTo>
                    <a:pt x="372012" y="279619"/>
                  </a:lnTo>
                  <a:lnTo>
                    <a:pt x="374475" y="276141"/>
                  </a:lnTo>
                  <a:lnTo>
                    <a:pt x="376939" y="272536"/>
                  </a:lnTo>
                  <a:lnTo>
                    <a:pt x="379403" y="268802"/>
                  </a:lnTo>
                  <a:lnTo>
                    <a:pt x="381866" y="264965"/>
                  </a:lnTo>
                  <a:lnTo>
                    <a:pt x="384330" y="261026"/>
                  </a:lnTo>
                  <a:lnTo>
                    <a:pt x="386794" y="256980"/>
                  </a:lnTo>
                  <a:lnTo>
                    <a:pt x="389257" y="252801"/>
                  </a:lnTo>
                  <a:lnTo>
                    <a:pt x="391721" y="248527"/>
                  </a:lnTo>
                  <a:lnTo>
                    <a:pt x="394185" y="244160"/>
                  </a:lnTo>
                  <a:lnTo>
                    <a:pt x="396648" y="239703"/>
                  </a:lnTo>
                  <a:lnTo>
                    <a:pt x="399112" y="235124"/>
                  </a:lnTo>
                  <a:lnTo>
                    <a:pt x="401576" y="230458"/>
                  </a:lnTo>
                  <a:lnTo>
                    <a:pt x="404039" y="225711"/>
                  </a:lnTo>
                  <a:lnTo>
                    <a:pt x="406503" y="220884"/>
                  </a:lnTo>
                  <a:lnTo>
                    <a:pt x="408967" y="215963"/>
                  </a:lnTo>
                  <a:lnTo>
                    <a:pt x="411430" y="210959"/>
                  </a:lnTo>
                  <a:lnTo>
                    <a:pt x="413894" y="205887"/>
                  </a:lnTo>
                  <a:lnTo>
                    <a:pt x="416358" y="200751"/>
                  </a:lnTo>
                  <a:lnTo>
                    <a:pt x="418821" y="195545"/>
                  </a:lnTo>
                  <a:lnTo>
                    <a:pt x="421285" y="190265"/>
                  </a:lnTo>
                  <a:lnTo>
                    <a:pt x="423749" y="184933"/>
                  </a:lnTo>
                  <a:lnTo>
                    <a:pt x="426212" y="179552"/>
                  </a:lnTo>
                  <a:lnTo>
                    <a:pt x="428676" y="174125"/>
                  </a:lnTo>
                  <a:lnTo>
                    <a:pt x="431140" y="168641"/>
                  </a:lnTo>
                  <a:lnTo>
                    <a:pt x="433603" y="163122"/>
                  </a:lnTo>
                  <a:lnTo>
                    <a:pt x="436067" y="157573"/>
                  </a:lnTo>
                  <a:lnTo>
                    <a:pt x="438531" y="151996"/>
                  </a:lnTo>
                  <a:lnTo>
                    <a:pt x="440994" y="146392"/>
                  </a:lnTo>
                  <a:lnTo>
                    <a:pt x="443458" y="140772"/>
                  </a:lnTo>
                  <a:lnTo>
                    <a:pt x="445922" y="135143"/>
                  </a:lnTo>
                  <a:lnTo>
                    <a:pt x="448385" y="129510"/>
                  </a:lnTo>
                  <a:lnTo>
                    <a:pt x="450849" y="123879"/>
                  </a:lnTo>
                  <a:lnTo>
                    <a:pt x="453312" y="118260"/>
                  </a:lnTo>
                  <a:lnTo>
                    <a:pt x="455776" y="112660"/>
                  </a:lnTo>
                  <a:lnTo>
                    <a:pt x="458240" y="107082"/>
                  </a:lnTo>
                  <a:lnTo>
                    <a:pt x="460703" y="101536"/>
                  </a:lnTo>
                  <a:lnTo>
                    <a:pt x="463167" y="96044"/>
                  </a:lnTo>
                  <a:lnTo>
                    <a:pt x="465631" y="90601"/>
                  </a:lnTo>
                  <a:lnTo>
                    <a:pt x="468094" y="85214"/>
                  </a:lnTo>
                  <a:lnTo>
                    <a:pt x="470558" y="79889"/>
                  </a:lnTo>
                  <a:lnTo>
                    <a:pt x="473022" y="74665"/>
                  </a:lnTo>
                  <a:lnTo>
                    <a:pt x="475485" y="69531"/>
                  </a:lnTo>
                  <a:lnTo>
                    <a:pt x="477949" y="64491"/>
                  </a:lnTo>
                  <a:lnTo>
                    <a:pt x="480413" y="59550"/>
                  </a:lnTo>
                  <a:lnTo>
                    <a:pt x="482876" y="54747"/>
                  </a:lnTo>
                  <a:lnTo>
                    <a:pt x="485340" y="50090"/>
                  </a:lnTo>
                  <a:lnTo>
                    <a:pt x="487804" y="45566"/>
                  </a:lnTo>
                  <a:lnTo>
                    <a:pt x="490267" y="41181"/>
                  </a:lnTo>
                  <a:lnTo>
                    <a:pt x="492731" y="36964"/>
                  </a:lnTo>
                  <a:lnTo>
                    <a:pt x="495195" y="32958"/>
                  </a:lnTo>
                  <a:lnTo>
                    <a:pt x="497658" y="29125"/>
                  </a:lnTo>
                  <a:lnTo>
                    <a:pt x="500122" y="25471"/>
                  </a:lnTo>
                  <a:lnTo>
                    <a:pt x="502586" y="22003"/>
                  </a:lnTo>
                  <a:lnTo>
                    <a:pt x="505049" y="18816"/>
                  </a:lnTo>
                  <a:lnTo>
                    <a:pt x="507513" y="15839"/>
                  </a:lnTo>
                  <a:lnTo>
                    <a:pt x="509977" y="13076"/>
                  </a:lnTo>
                  <a:lnTo>
                    <a:pt x="512440" y="10533"/>
                  </a:lnTo>
                  <a:lnTo>
                    <a:pt x="514904" y="8286"/>
                  </a:lnTo>
                  <a:lnTo>
                    <a:pt x="517368" y="6308"/>
                  </a:lnTo>
                  <a:lnTo>
                    <a:pt x="519831" y="4572"/>
                  </a:lnTo>
                  <a:lnTo>
                    <a:pt x="522295" y="3082"/>
                  </a:lnTo>
                  <a:lnTo>
                    <a:pt x="524759" y="1887"/>
                  </a:lnTo>
                  <a:lnTo>
                    <a:pt x="527222" y="1017"/>
                  </a:lnTo>
                  <a:lnTo>
                    <a:pt x="529686" y="409"/>
                  </a:lnTo>
                  <a:lnTo>
                    <a:pt x="532150" y="64"/>
                  </a:lnTo>
                  <a:lnTo>
                    <a:pt x="534613" y="0"/>
                  </a:lnTo>
                  <a:lnTo>
                    <a:pt x="537077" y="309"/>
                  </a:lnTo>
                  <a:lnTo>
                    <a:pt x="539541" y="889"/>
                  </a:lnTo>
                  <a:lnTo>
                    <a:pt x="542004" y="1742"/>
                  </a:lnTo>
                  <a:lnTo>
                    <a:pt x="544468" y="2868"/>
                  </a:lnTo>
                  <a:lnTo>
                    <a:pt x="546931" y="4365"/>
                  </a:lnTo>
                  <a:lnTo>
                    <a:pt x="549395" y="6156"/>
                  </a:lnTo>
                  <a:lnTo>
                    <a:pt x="551859" y="8218"/>
                  </a:lnTo>
                  <a:lnTo>
                    <a:pt x="554322" y="10551"/>
                  </a:lnTo>
                  <a:lnTo>
                    <a:pt x="556786" y="13215"/>
                  </a:lnTo>
                  <a:lnTo>
                    <a:pt x="559250" y="16199"/>
                  </a:lnTo>
                  <a:lnTo>
                    <a:pt x="561713" y="19446"/>
                  </a:lnTo>
                  <a:lnTo>
                    <a:pt x="564177" y="22952"/>
                  </a:lnTo>
                  <a:lnTo>
                    <a:pt x="566641" y="26742"/>
                  </a:lnTo>
                  <a:lnTo>
                    <a:pt x="569104" y="30866"/>
                  </a:lnTo>
                  <a:lnTo>
                    <a:pt x="571568" y="35235"/>
                  </a:lnTo>
                  <a:lnTo>
                    <a:pt x="574032" y="39846"/>
                  </a:lnTo>
                  <a:lnTo>
                    <a:pt x="576495" y="44694"/>
                  </a:lnTo>
                  <a:lnTo>
                    <a:pt x="578959" y="49866"/>
                  </a:lnTo>
                  <a:lnTo>
                    <a:pt x="581423" y="55263"/>
                  </a:lnTo>
                  <a:lnTo>
                    <a:pt x="583886" y="60874"/>
                  </a:lnTo>
                  <a:lnTo>
                    <a:pt x="586350" y="66694"/>
                  </a:lnTo>
                  <a:lnTo>
                    <a:pt x="588814" y="72771"/>
                  </a:lnTo>
                  <a:lnTo>
                    <a:pt x="591277" y="79064"/>
                  </a:lnTo>
                  <a:lnTo>
                    <a:pt x="593741" y="85536"/>
                  </a:lnTo>
                  <a:lnTo>
                    <a:pt x="596205" y="92181"/>
                  </a:lnTo>
                  <a:lnTo>
                    <a:pt x="598668" y="99014"/>
                  </a:lnTo>
                  <a:lnTo>
                    <a:pt x="601132" y="106037"/>
                  </a:lnTo>
                  <a:lnTo>
                    <a:pt x="603596" y="113196"/>
                  </a:lnTo>
                  <a:lnTo>
                    <a:pt x="606059" y="120483"/>
                  </a:lnTo>
                  <a:lnTo>
                    <a:pt x="608523" y="127893"/>
                  </a:lnTo>
                  <a:lnTo>
                    <a:pt x="610987" y="135447"/>
                  </a:lnTo>
                  <a:lnTo>
                    <a:pt x="613450" y="143088"/>
                  </a:lnTo>
                  <a:lnTo>
                    <a:pt x="615914" y="150806"/>
                  </a:lnTo>
                  <a:lnTo>
                    <a:pt x="618378" y="158592"/>
                  </a:lnTo>
                  <a:lnTo>
                    <a:pt x="620841" y="166449"/>
                  </a:lnTo>
                  <a:lnTo>
                    <a:pt x="623305" y="174343"/>
                  </a:lnTo>
                  <a:lnTo>
                    <a:pt x="625769" y="182262"/>
                  </a:lnTo>
                  <a:lnTo>
                    <a:pt x="628232" y="190194"/>
                  </a:lnTo>
                  <a:lnTo>
                    <a:pt x="630696" y="198127"/>
                  </a:lnTo>
                  <a:lnTo>
                    <a:pt x="633159" y="206040"/>
                  </a:lnTo>
                  <a:lnTo>
                    <a:pt x="635623" y="213923"/>
                  </a:lnTo>
                  <a:lnTo>
                    <a:pt x="638087" y="221768"/>
                  </a:lnTo>
                  <a:lnTo>
                    <a:pt x="640550" y="229559"/>
                  </a:lnTo>
                  <a:lnTo>
                    <a:pt x="643014" y="237262"/>
                  </a:lnTo>
                  <a:lnTo>
                    <a:pt x="645478" y="244887"/>
                  </a:lnTo>
                  <a:lnTo>
                    <a:pt x="647941" y="252425"/>
                  </a:lnTo>
                  <a:lnTo>
                    <a:pt x="650405" y="259870"/>
                  </a:lnTo>
                  <a:lnTo>
                    <a:pt x="652869" y="267165"/>
                  </a:lnTo>
                  <a:lnTo>
                    <a:pt x="655332" y="274337"/>
                  </a:lnTo>
                  <a:lnTo>
                    <a:pt x="657796" y="281384"/>
                  </a:lnTo>
                  <a:lnTo>
                    <a:pt x="660260" y="288299"/>
                  </a:lnTo>
                  <a:lnTo>
                    <a:pt x="662723" y="295037"/>
                  </a:lnTo>
                  <a:lnTo>
                    <a:pt x="665187" y="301603"/>
                  </a:lnTo>
                  <a:lnTo>
                    <a:pt x="667651" y="308016"/>
                  </a:lnTo>
                  <a:lnTo>
                    <a:pt x="670114" y="314272"/>
                  </a:lnTo>
                  <a:lnTo>
                    <a:pt x="672578" y="320343"/>
                  </a:lnTo>
                  <a:lnTo>
                    <a:pt x="675042" y="326199"/>
                  </a:lnTo>
                  <a:lnTo>
                    <a:pt x="677505" y="331886"/>
                  </a:lnTo>
                  <a:lnTo>
                    <a:pt x="679969" y="337401"/>
                  </a:lnTo>
                  <a:lnTo>
                    <a:pt x="682433" y="342740"/>
                  </a:lnTo>
                  <a:lnTo>
                    <a:pt x="684896" y="347833"/>
                  </a:lnTo>
                  <a:lnTo>
                    <a:pt x="687360" y="352750"/>
                  </a:lnTo>
                  <a:lnTo>
                    <a:pt x="689824" y="357494"/>
                  </a:lnTo>
                  <a:lnTo>
                    <a:pt x="692287" y="362063"/>
                  </a:lnTo>
                  <a:lnTo>
                    <a:pt x="694751" y="366402"/>
                  </a:lnTo>
                  <a:lnTo>
                    <a:pt x="697215" y="370553"/>
                  </a:lnTo>
                  <a:lnTo>
                    <a:pt x="699678" y="374536"/>
                  </a:lnTo>
                  <a:lnTo>
                    <a:pt x="702142" y="378352"/>
                  </a:lnTo>
                  <a:lnTo>
                    <a:pt x="704606" y="381971"/>
                  </a:lnTo>
                  <a:lnTo>
                    <a:pt x="707069" y="385394"/>
                  </a:lnTo>
                  <a:lnTo>
                    <a:pt x="709533" y="388661"/>
                  </a:lnTo>
                  <a:lnTo>
                    <a:pt x="711997" y="391776"/>
                  </a:lnTo>
                  <a:lnTo>
                    <a:pt x="714460" y="394730"/>
                  </a:lnTo>
                  <a:lnTo>
                    <a:pt x="716924" y="397489"/>
                  </a:lnTo>
                  <a:lnTo>
                    <a:pt x="719388" y="400110"/>
                  </a:lnTo>
                  <a:lnTo>
                    <a:pt x="721851" y="402596"/>
                  </a:lnTo>
                  <a:lnTo>
                    <a:pt x="724315" y="404952"/>
                  </a:lnTo>
                  <a:lnTo>
                    <a:pt x="726778" y="407134"/>
                  </a:lnTo>
                  <a:lnTo>
                    <a:pt x="729242" y="409192"/>
                  </a:lnTo>
                  <a:lnTo>
                    <a:pt x="731706" y="411136"/>
                  </a:lnTo>
                  <a:lnTo>
                    <a:pt x="734169" y="412968"/>
                  </a:lnTo>
                  <a:lnTo>
                    <a:pt x="736633" y="414667"/>
                  </a:lnTo>
                  <a:lnTo>
                    <a:pt x="739097" y="416250"/>
                  </a:lnTo>
                  <a:lnTo>
                    <a:pt x="741560" y="417737"/>
                  </a:lnTo>
                  <a:lnTo>
                    <a:pt x="744024" y="419134"/>
                  </a:lnTo>
                  <a:lnTo>
                    <a:pt x="746488" y="420432"/>
                  </a:lnTo>
                  <a:lnTo>
                    <a:pt x="748951" y="421625"/>
                  </a:lnTo>
                  <a:lnTo>
                    <a:pt x="751415" y="422742"/>
                  </a:lnTo>
                  <a:lnTo>
                    <a:pt x="753879" y="423786"/>
                  </a:lnTo>
                  <a:lnTo>
                    <a:pt x="756342" y="424759"/>
                  </a:lnTo>
                  <a:lnTo>
                    <a:pt x="758806" y="425641"/>
                  </a:lnTo>
                  <a:lnTo>
                    <a:pt x="761270" y="426463"/>
                  </a:lnTo>
                  <a:lnTo>
                    <a:pt x="763733" y="427229"/>
                  </a:lnTo>
                  <a:lnTo>
                    <a:pt x="766197" y="427940"/>
                  </a:lnTo>
                  <a:lnTo>
                    <a:pt x="768661" y="428586"/>
                  </a:lnTo>
                  <a:lnTo>
                    <a:pt x="771124" y="429180"/>
                  </a:lnTo>
                  <a:lnTo>
                    <a:pt x="773588" y="429730"/>
                  </a:lnTo>
                  <a:lnTo>
                    <a:pt x="776052" y="430240"/>
                  </a:lnTo>
                  <a:lnTo>
                    <a:pt x="778515" y="430705"/>
                  </a:lnTo>
                  <a:lnTo>
                    <a:pt x="780979" y="431126"/>
                  </a:lnTo>
                  <a:lnTo>
                    <a:pt x="783443" y="431515"/>
                  </a:lnTo>
                  <a:lnTo>
                    <a:pt x="785906" y="431873"/>
                  </a:lnTo>
                  <a:lnTo>
                    <a:pt x="788370" y="432201"/>
                  </a:lnTo>
                  <a:lnTo>
                    <a:pt x="790834" y="432494"/>
                  </a:lnTo>
                  <a:lnTo>
                    <a:pt x="793297" y="432763"/>
                  </a:lnTo>
                  <a:lnTo>
                    <a:pt x="795761" y="433010"/>
                  </a:lnTo>
                  <a:lnTo>
                    <a:pt x="798225" y="433237"/>
                  </a:lnTo>
                  <a:lnTo>
                    <a:pt x="800688" y="433437"/>
                  </a:lnTo>
                  <a:lnTo>
                    <a:pt x="803152" y="433620"/>
                  </a:lnTo>
                  <a:lnTo>
                    <a:pt x="805616" y="433787"/>
                  </a:lnTo>
                  <a:lnTo>
                    <a:pt x="808079" y="433939"/>
                  </a:lnTo>
                  <a:lnTo>
                    <a:pt x="810543" y="434074"/>
                  </a:lnTo>
                  <a:lnTo>
                    <a:pt x="813006" y="434195"/>
                  </a:lnTo>
                  <a:lnTo>
                    <a:pt x="815470" y="434306"/>
                  </a:lnTo>
                  <a:lnTo>
                    <a:pt x="817934" y="434406"/>
                  </a:lnTo>
                  <a:lnTo>
                    <a:pt x="820397" y="434495"/>
                  </a:lnTo>
                  <a:lnTo>
                    <a:pt x="822861" y="434573"/>
                  </a:lnTo>
                  <a:lnTo>
                    <a:pt x="825325" y="434644"/>
                  </a:lnTo>
                  <a:lnTo>
                    <a:pt x="827788" y="434709"/>
                  </a:lnTo>
                  <a:lnTo>
                    <a:pt x="830252" y="434766"/>
                  </a:lnTo>
                  <a:lnTo>
                    <a:pt x="832716" y="434816"/>
                  </a:lnTo>
                  <a:lnTo>
                    <a:pt x="835179" y="434860"/>
                  </a:lnTo>
                  <a:lnTo>
                    <a:pt x="837643" y="434900"/>
                  </a:lnTo>
                  <a:lnTo>
                    <a:pt x="840107" y="434936"/>
                  </a:lnTo>
                  <a:lnTo>
                    <a:pt x="842570" y="434967"/>
                  </a:lnTo>
                  <a:lnTo>
                    <a:pt x="845034" y="434994"/>
                  </a:lnTo>
                  <a:lnTo>
                    <a:pt x="847498" y="435018"/>
                  </a:lnTo>
                  <a:lnTo>
                    <a:pt x="849961" y="435040"/>
                  </a:lnTo>
                  <a:lnTo>
                    <a:pt x="852425" y="435058"/>
                  </a:lnTo>
                  <a:lnTo>
                    <a:pt x="854889" y="435074"/>
                  </a:lnTo>
                  <a:lnTo>
                    <a:pt x="857352" y="435089"/>
                  </a:lnTo>
                  <a:lnTo>
                    <a:pt x="859816" y="435101"/>
                  </a:lnTo>
                  <a:lnTo>
                    <a:pt x="862280" y="435112"/>
                  </a:lnTo>
                  <a:lnTo>
                    <a:pt x="864743" y="435121"/>
                  </a:lnTo>
                  <a:lnTo>
                    <a:pt x="867207" y="435129"/>
                  </a:lnTo>
                  <a:lnTo>
                    <a:pt x="869671" y="435136"/>
                  </a:lnTo>
                  <a:lnTo>
                    <a:pt x="872134" y="435143"/>
                  </a:lnTo>
                  <a:lnTo>
                    <a:pt x="874598" y="435148"/>
                  </a:lnTo>
                  <a:lnTo>
                    <a:pt x="877062" y="435152"/>
                  </a:lnTo>
                  <a:lnTo>
                    <a:pt x="879525" y="435156"/>
                  </a:lnTo>
                  <a:lnTo>
                    <a:pt x="881989" y="435159"/>
                  </a:lnTo>
                  <a:lnTo>
                    <a:pt x="884453" y="435162"/>
                  </a:lnTo>
                  <a:lnTo>
                    <a:pt x="886916" y="435164"/>
                  </a:lnTo>
                  <a:lnTo>
                    <a:pt x="889380" y="435166"/>
                  </a:lnTo>
                  <a:lnTo>
                    <a:pt x="891844" y="435168"/>
                  </a:lnTo>
                  <a:lnTo>
                    <a:pt x="894307" y="435170"/>
                  </a:lnTo>
                  <a:lnTo>
                    <a:pt x="896771" y="435171"/>
                  </a:lnTo>
                  <a:lnTo>
                    <a:pt x="899235" y="435172"/>
                  </a:lnTo>
                  <a:lnTo>
                    <a:pt x="901698" y="435173"/>
                  </a:lnTo>
                  <a:lnTo>
                    <a:pt x="904162" y="435173"/>
                  </a:lnTo>
                  <a:lnTo>
                    <a:pt x="906625" y="435174"/>
                  </a:lnTo>
                  <a:lnTo>
                    <a:pt x="909089" y="435175"/>
                  </a:lnTo>
                  <a:lnTo>
                    <a:pt x="911553" y="435175"/>
                  </a:lnTo>
                  <a:lnTo>
                    <a:pt x="914016" y="435175"/>
                  </a:lnTo>
                  <a:lnTo>
                    <a:pt x="916480" y="435176"/>
                  </a:lnTo>
                  <a:lnTo>
                    <a:pt x="918944" y="435176"/>
                  </a:lnTo>
                  <a:lnTo>
                    <a:pt x="921407" y="435176"/>
                  </a:lnTo>
                  <a:lnTo>
                    <a:pt x="923871" y="435176"/>
                  </a:lnTo>
                  <a:lnTo>
                    <a:pt x="926335" y="435176"/>
                  </a:lnTo>
                  <a:lnTo>
                    <a:pt x="928798" y="435176"/>
                  </a:lnTo>
                  <a:lnTo>
                    <a:pt x="931262" y="435177"/>
                  </a:lnTo>
                  <a:lnTo>
                    <a:pt x="933726" y="435177"/>
                  </a:lnTo>
                  <a:lnTo>
                    <a:pt x="936189" y="435177"/>
                  </a:lnTo>
                  <a:lnTo>
                    <a:pt x="938653" y="435177"/>
                  </a:lnTo>
                  <a:lnTo>
                    <a:pt x="941117" y="435177"/>
                  </a:lnTo>
                  <a:lnTo>
                    <a:pt x="943580" y="435177"/>
                  </a:lnTo>
                  <a:lnTo>
                    <a:pt x="946044" y="435177"/>
                  </a:lnTo>
                  <a:lnTo>
                    <a:pt x="948508" y="435177"/>
                  </a:lnTo>
                  <a:lnTo>
                    <a:pt x="950971" y="435177"/>
                  </a:lnTo>
                  <a:lnTo>
                    <a:pt x="953435" y="435177"/>
                  </a:lnTo>
                  <a:lnTo>
                    <a:pt x="955899" y="435177"/>
                  </a:lnTo>
                  <a:lnTo>
                    <a:pt x="958362" y="435177"/>
                  </a:lnTo>
                  <a:lnTo>
                    <a:pt x="960826" y="435177"/>
                  </a:lnTo>
                  <a:lnTo>
                    <a:pt x="963290" y="435177"/>
                  </a:lnTo>
                  <a:lnTo>
                    <a:pt x="965753" y="435177"/>
                  </a:lnTo>
                  <a:lnTo>
                    <a:pt x="968217" y="435176"/>
                  </a:lnTo>
                  <a:lnTo>
                    <a:pt x="970681" y="435176"/>
                  </a:lnTo>
                  <a:lnTo>
                    <a:pt x="973144" y="435176"/>
                  </a:lnTo>
                  <a:lnTo>
                    <a:pt x="975608" y="435176"/>
                  </a:lnTo>
                  <a:lnTo>
                    <a:pt x="978072" y="435176"/>
                  </a:lnTo>
                  <a:lnTo>
                    <a:pt x="980535" y="435176"/>
                  </a:lnTo>
                  <a:lnTo>
                    <a:pt x="982999" y="435176"/>
                  </a:lnTo>
                  <a:lnTo>
                    <a:pt x="985463" y="435175"/>
                  </a:lnTo>
                  <a:lnTo>
                    <a:pt x="987926" y="435175"/>
                  </a:lnTo>
                  <a:lnTo>
                    <a:pt x="990390" y="435175"/>
                  </a:lnTo>
                  <a:lnTo>
                    <a:pt x="992853" y="435174"/>
                  </a:lnTo>
                  <a:lnTo>
                    <a:pt x="995317" y="435174"/>
                  </a:lnTo>
                  <a:lnTo>
                    <a:pt x="997781" y="435173"/>
                  </a:lnTo>
                  <a:lnTo>
                    <a:pt x="1000244" y="435173"/>
                  </a:lnTo>
                  <a:lnTo>
                    <a:pt x="1002708" y="435172"/>
                  </a:lnTo>
                  <a:lnTo>
                    <a:pt x="1005172" y="435171"/>
                  </a:lnTo>
                  <a:lnTo>
                    <a:pt x="1007635" y="435170"/>
                  </a:lnTo>
                  <a:lnTo>
                    <a:pt x="1010099" y="435168"/>
                  </a:lnTo>
                  <a:lnTo>
                    <a:pt x="1012563" y="435167"/>
                  </a:lnTo>
                  <a:lnTo>
                    <a:pt x="1015026" y="435165"/>
                  </a:lnTo>
                  <a:lnTo>
                    <a:pt x="1017490" y="435163"/>
                  </a:lnTo>
                  <a:lnTo>
                    <a:pt x="1019954" y="435161"/>
                  </a:lnTo>
                  <a:lnTo>
                    <a:pt x="1022417" y="435159"/>
                  </a:lnTo>
                  <a:lnTo>
                    <a:pt x="1024881" y="435156"/>
                  </a:lnTo>
                  <a:lnTo>
                    <a:pt x="1027345" y="435152"/>
                  </a:lnTo>
                  <a:lnTo>
                    <a:pt x="1029808" y="435149"/>
                  </a:lnTo>
                  <a:lnTo>
                    <a:pt x="1032272" y="435144"/>
                  </a:lnTo>
                  <a:lnTo>
                    <a:pt x="1034736" y="435139"/>
                  </a:lnTo>
                  <a:lnTo>
                    <a:pt x="1037199" y="435134"/>
                  </a:lnTo>
                  <a:lnTo>
                    <a:pt x="1039663" y="435128"/>
                  </a:lnTo>
                  <a:lnTo>
                    <a:pt x="1042127" y="435122"/>
                  </a:lnTo>
                  <a:lnTo>
                    <a:pt x="1044590" y="435114"/>
                  </a:lnTo>
                  <a:lnTo>
                    <a:pt x="1047054" y="435106"/>
                  </a:lnTo>
                  <a:lnTo>
                    <a:pt x="1049518" y="435097"/>
                  </a:lnTo>
                  <a:lnTo>
                    <a:pt x="1051981" y="435087"/>
                  </a:lnTo>
                  <a:lnTo>
                    <a:pt x="1054445" y="435076"/>
                  </a:lnTo>
                  <a:lnTo>
                    <a:pt x="1056909" y="435064"/>
                  </a:lnTo>
                  <a:lnTo>
                    <a:pt x="1059372" y="435050"/>
                  </a:lnTo>
                  <a:lnTo>
                    <a:pt x="1061836" y="435036"/>
                  </a:lnTo>
                  <a:lnTo>
                    <a:pt x="1064300" y="435021"/>
                  </a:lnTo>
                  <a:lnTo>
                    <a:pt x="1066763" y="435004"/>
                  </a:lnTo>
                  <a:lnTo>
                    <a:pt x="1069227" y="434986"/>
                  </a:lnTo>
                  <a:lnTo>
                    <a:pt x="1071691" y="434966"/>
                  </a:lnTo>
                  <a:lnTo>
                    <a:pt x="1074154" y="434945"/>
                  </a:lnTo>
                  <a:lnTo>
                    <a:pt x="1076618" y="434923"/>
                  </a:lnTo>
                  <a:lnTo>
                    <a:pt x="1079082" y="434900"/>
                  </a:lnTo>
                  <a:lnTo>
                    <a:pt x="1081545" y="434875"/>
                  </a:lnTo>
                  <a:lnTo>
                    <a:pt x="1084009" y="434849"/>
                  </a:lnTo>
                  <a:lnTo>
                    <a:pt x="1086472" y="434821"/>
                  </a:lnTo>
                  <a:lnTo>
                    <a:pt x="1088936" y="434792"/>
                  </a:lnTo>
                  <a:lnTo>
                    <a:pt x="1091400" y="434761"/>
                  </a:lnTo>
                  <a:lnTo>
                    <a:pt x="1093863" y="434730"/>
                  </a:lnTo>
                  <a:lnTo>
                    <a:pt x="1096327" y="434697"/>
                  </a:lnTo>
                  <a:lnTo>
                    <a:pt x="1098791" y="434664"/>
                  </a:lnTo>
                  <a:lnTo>
                    <a:pt x="1101254" y="434629"/>
                  </a:lnTo>
                  <a:lnTo>
                    <a:pt x="1103718" y="434594"/>
                  </a:lnTo>
                  <a:lnTo>
                    <a:pt x="1106182" y="434558"/>
                  </a:lnTo>
                  <a:lnTo>
                    <a:pt x="1108645" y="434522"/>
                  </a:lnTo>
                  <a:lnTo>
                    <a:pt x="1111109" y="434485"/>
                  </a:lnTo>
                  <a:lnTo>
                    <a:pt x="1113573" y="434449"/>
                  </a:lnTo>
                  <a:lnTo>
                    <a:pt x="1116036" y="434412"/>
                  </a:lnTo>
                  <a:lnTo>
                    <a:pt x="1118500" y="434376"/>
                  </a:lnTo>
                  <a:lnTo>
                    <a:pt x="1120964" y="434340"/>
                  </a:lnTo>
                  <a:lnTo>
                    <a:pt x="1123427" y="434305"/>
                  </a:lnTo>
                  <a:lnTo>
                    <a:pt x="1125891" y="434270"/>
                  </a:lnTo>
                  <a:lnTo>
                    <a:pt x="1128355" y="434237"/>
                  </a:lnTo>
                  <a:lnTo>
                    <a:pt x="1130818" y="434206"/>
                  </a:lnTo>
                  <a:lnTo>
                    <a:pt x="1133282" y="434176"/>
                  </a:lnTo>
                  <a:lnTo>
                    <a:pt x="1135746" y="434147"/>
                  </a:lnTo>
                  <a:lnTo>
                    <a:pt x="1138209" y="434121"/>
                  </a:lnTo>
                  <a:lnTo>
                    <a:pt x="1140673" y="434097"/>
                  </a:lnTo>
                  <a:lnTo>
                    <a:pt x="1143137" y="434075"/>
                  </a:lnTo>
                  <a:lnTo>
                    <a:pt x="1145600" y="434056"/>
                  </a:lnTo>
                  <a:lnTo>
                    <a:pt x="1148064" y="434039"/>
                  </a:lnTo>
                  <a:lnTo>
                    <a:pt x="1150528" y="434025"/>
                  </a:lnTo>
                  <a:lnTo>
                    <a:pt x="1152991" y="434015"/>
                  </a:lnTo>
                  <a:lnTo>
                    <a:pt x="1155455" y="434007"/>
                  </a:lnTo>
                  <a:lnTo>
                    <a:pt x="1157919" y="434001"/>
                  </a:lnTo>
                  <a:lnTo>
                    <a:pt x="1160382" y="434000"/>
                  </a:lnTo>
                  <a:lnTo>
                    <a:pt x="1162846" y="434002"/>
                  </a:lnTo>
                  <a:lnTo>
                    <a:pt x="1165310" y="434006"/>
                  </a:lnTo>
                  <a:lnTo>
                    <a:pt x="1167773" y="434014"/>
                  </a:lnTo>
                  <a:lnTo>
                    <a:pt x="1170237" y="434024"/>
                  </a:lnTo>
                  <a:lnTo>
                    <a:pt x="1172701" y="434038"/>
                  </a:lnTo>
                  <a:lnTo>
                    <a:pt x="1175164" y="434055"/>
                  </a:lnTo>
                  <a:lnTo>
                    <a:pt x="1177628" y="434073"/>
                  </a:lnTo>
                  <a:lnTo>
                    <a:pt x="1180091" y="434095"/>
                  </a:lnTo>
                  <a:lnTo>
                    <a:pt x="1182555" y="434119"/>
                  </a:lnTo>
                  <a:lnTo>
                    <a:pt x="1185019" y="434145"/>
                  </a:lnTo>
                  <a:lnTo>
                    <a:pt x="1187482" y="434174"/>
                  </a:lnTo>
                  <a:lnTo>
                    <a:pt x="1189946" y="434203"/>
                  </a:lnTo>
                  <a:lnTo>
                    <a:pt x="1192410" y="434235"/>
                  </a:lnTo>
                  <a:lnTo>
                    <a:pt x="1194873" y="434268"/>
                  </a:lnTo>
                  <a:lnTo>
                    <a:pt x="1197337" y="434302"/>
                  </a:lnTo>
                  <a:lnTo>
                    <a:pt x="1199801" y="434337"/>
                  </a:lnTo>
                  <a:lnTo>
                    <a:pt x="1202264" y="434373"/>
                  </a:lnTo>
                  <a:lnTo>
                    <a:pt x="1204728" y="434410"/>
                  </a:lnTo>
                  <a:lnTo>
                    <a:pt x="1207192" y="434446"/>
                  </a:lnTo>
                  <a:lnTo>
                    <a:pt x="1209655" y="434483"/>
                  </a:lnTo>
                  <a:lnTo>
                    <a:pt x="1212119" y="434520"/>
                  </a:lnTo>
                  <a:lnTo>
                    <a:pt x="1214583" y="434556"/>
                  </a:lnTo>
                  <a:lnTo>
                    <a:pt x="1217046" y="434592"/>
                  </a:lnTo>
                  <a:lnTo>
                    <a:pt x="1219510" y="434627"/>
                  </a:lnTo>
                  <a:lnTo>
                    <a:pt x="1221974" y="434662"/>
                  </a:lnTo>
                  <a:lnTo>
                    <a:pt x="1224437" y="434695"/>
                  </a:lnTo>
                  <a:lnTo>
                    <a:pt x="1226901" y="434728"/>
                  </a:lnTo>
                  <a:lnTo>
                    <a:pt x="1229365" y="434759"/>
                  </a:lnTo>
                  <a:lnTo>
                    <a:pt x="1231828" y="434790"/>
                  </a:lnTo>
                  <a:lnTo>
                    <a:pt x="1234292" y="434819"/>
                  </a:lnTo>
                  <a:lnTo>
                    <a:pt x="1236756" y="434846"/>
                  </a:lnTo>
                  <a:lnTo>
                    <a:pt x="1239219" y="434873"/>
                  </a:lnTo>
                  <a:lnTo>
                    <a:pt x="1241683" y="434898"/>
                  </a:lnTo>
                  <a:lnTo>
                    <a:pt x="1244147" y="434922"/>
                  </a:lnTo>
                  <a:lnTo>
                    <a:pt x="1246610" y="434944"/>
                  </a:lnTo>
                  <a:lnTo>
                    <a:pt x="1249074" y="434965"/>
                  </a:lnTo>
                  <a:lnTo>
                    <a:pt x="1251538" y="434984"/>
                  </a:lnTo>
                  <a:lnTo>
                    <a:pt x="1254001" y="435003"/>
                  </a:lnTo>
                  <a:lnTo>
                    <a:pt x="1256465" y="435019"/>
                  </a:lnTo>
                  <a:lnTo>
                    <a:pt x="1258929" y="435035"/>
                  </a:lnTo>
                  <a:lnTo>
                    <a:pt x="1258929" y="435177"/>
                  </a:lnTo>
                  <a:lnTo>
                    <a:pt x="1256465" y="435177"/>
                  </a:lnTo>
                  <a:lnTo>
                    <a:pt x="1254001" y="435177"/>
                  </a:lnTo>
                  <a:lnTo>
                    <a:pt x="1251538" y="435177"/>
                  </a:lnTo>
                  <a:lnTo>
                    <a:pt x="1249074" y="435177"/>
                  </a:lnTo>
                  <a:lnTo>
                    <a:pt x="1246610" y="435177"/>
                  </a:lnTo>
                  <a:lnTo>
                    <a:pt x="1244147" y="435177"/>
                  </a:lnTo>
                  <a:lnTo>
                    <a:pt x="1241683" y="435177"/>
                  </a:lnTo>
                  <a:lnTo>
                    <a:pt x="1239219" y="435177"/>
                  </a:lnTo>
                  <a:lnTo>
                    <a:pt x="1236756" y="435177"/>
                  </a:lnTo>
                  <a:lnTo>
                    <a:pt x="1234292" y="435177"/>
                  </a:lnTo>
                  <a:lnTo>
                    <a:pt x="1231828" y="435177"/>
                  </a:lnTo>
                  <a:lnTo>
                    <a:pt x="1229365" y="435177"/>
                  </a:lnTo>
                  <a:lnTo>
                    <a:pt x="1226901" y="435177"/>
                  </a:lnTo>
                  <a:lnTo>
                    <a:pt x="1224437" y="435177"/>
                  </a:lnTo>
                  <a:lnTo>
                    <a:pt x="1221974" y="435177"/>
                  </a:lnTo>
                  <a:lnTo>
                    <a:pt x="1219510" y="435177"/>
                  </a:lnTo>
                  <a:lnTo>
                    <a:pt x="1217046" y="435177"/>
                  </a:lnTo>
                  <a:lnTo>
                    <a:pt x="1214583" y="435177"/>
                  </a:lnTo>
                  <a:lnTo>
                    <a:pt x="1212119" y="435177"/>
                  </a:lnTo>
                  <a:lnTo>
                    <a:pt x="1209655" y="435177"/>
                  </a:lnTo>
                  <a:lnTo>
                    <a:pt x="1207192" y="435177"/>
                  </a:lnTo>
                  <a:lnTo>
                    <a:pt x="1204728" y="435177"/>
                  </a:lnTo>
                  <a:lnTo>
                    <a:pt x="1202264" y="435177"/>
                  </a:lnTo>
                  <a:lnTo>
                    <a:pt x="1199801" y="435177"/>
                  </a:lnTo>
                  <a:lnTo>
                    <a:pt x="1197337" y="435177"/>
                  </a:lnTo>
                  <a:lnTo>
                    <a:pt x="1194873" y="435177"/>
                  </a:lnTo>
                  <a:lnTo>
                    <a:pt x="1192410" y="435177"/>
                  </a:lnTo>
                  <a:lnTo>
                    <a:pt x="1189946" y="435177"/>
                  </a:lnTo>
                  <a:lnTo>
                    <a:pt x="1187482" y="435177"/>
                  </a:lnTo>
                  <a:lnTo>
                    <a:pt x="1185019" y="435177"/>
                  </a:lnTo>
                  <a:lnTo>
                    <a:pt x="1182555" y="435177"/>
                  </a:lnTo>
                  <a:lnTo>
                    <a:pt x="1180091" y="435177"/>
                  </a:lnTo>
                  <a:lnTo>
                    <a:pt x="1177628" y="435177"/>
                  </a:lnTo>
                  <a:lnTo>
                    <a:pt x="1175164" y="435177"/>
                  </a:lnTo>
                  <a:lnTo>
                    <a:pt x="1172701" y="435177"/>
                  </a:lnTo>
                  <a:lnTo>
                    <a:pt x="1170237" y="435177"/>
                  </a:lnTo>
                  <a:lnTo>
                    <a:pt x="1167773" y="435177"/>
                  </a:lnTo>
                  <a:lnTo>
                    <a:pt x="1165310" y="435177"/>
                  </a:lnTo>
                  <a:lnTo>
                    <a:pt x="1162846" y="435177"/>
                  </a:lnTo>
                  <a:lnTo>
                    <a:pt x="1160382" y="435177"/>
                  </a:lnTo>
                  <a:lnTo>
                    <a:pt x="1157919" y="435177"/>
                  </a:lnTo>
                  <a:lnTo>
                    <a:pt x="1155455" y="435177"/>
                  </a:lnTo>
                  <a:lnTo>
                    <a:pt x="1152991" y="435177"/>
                  </a:lnTo>
                  <a:lnTo>
                    <a:pt x="1150528" y="435177"/>
                  </a:lnTo>
                  <a:lnTo>
                    <a:pt x="1148064" y="435177"/>
                  </a:lnTo>
                  <a:lnTo>
                    <a:pt x="1145600" y="435177"/>
                  </a:lnTo>
                  <a:lnTo>
                    <a:pt x="1143137" y="435177"/>
                  </a:lnTo>
                  <a:lnTo>
                    <a:pt x="1140673" y="435177"/>
                  </a:lnTo>
                  <a:lnTo>
                    <a:pt x="1138209" y="435177"/>
                  </a:lnTo>
                  <a:lnTo>
                    <a:pt x="1135746" y="435177"/>
                  </a:lnTo>
                  <a:lnTo>
                    <a:pt x="1133282" y="435177"/>
                  </a:lnTo>
                  <a:lnTo>
                    <a:pt x="1130818" y="435177"/>
                  </a:lnTo>
                  <a:lnTo>
                    <a:pt x="1128355" y="435177"/>
                  </a:lnTo>
                  <a:lnTo>
                    <a:pt x="1125891" y="435177"/>
                  </a:lnTo>
                  <a:lnTo>
                    <a:pt x="1123427" y="435177"/>
                  </a:lnTo>
                  <a:lnTo>
                    <a:pt x="1120964" y="435177"/>
                  </a:lnTo>
                  <a:lnTo>
                    <a:pt x="1118500" y="435177"/>
                  </a:lnTo>
                  <a:lnTo>
                    <a:pt x="1116036" y="435177"/>
                  </a:lnTo>
                  <a:lnTo>
                    <a:pt x="1113573" y="435177"/>
                  </a:lnTo>
                  <a:lnTo>
                    <a:pt x="1111109" y="435177"/>
                  </a:lnTo>
                  <a:lnTo>
                    <a:pt x="1108645" y="435177"/>
                  </a:lnTo>
                  <a:lnTo>
                    <a:pt x="1106182" y="435177"/>
                  </a:lnTo>
                  <a:lnTo>
                    <a:pt x="1103718" y="435177"/>
                  </a:lnTo>
                  <a:lnTo>
                    <a:pt x="1101254" y="435177"/>
                  </a:lnTo>
                  <a:lnTo>
                    <a:pt x="1098791" y="435177"/>
                  </a:lnTo>
                  <a:lnTo>
                    <a:pt x="1096327" y="435177"/>
                  </a:lnTo>
                  <a:lnTo>
                    <a:pt x="1093863" y="435177"/>
                  </a:lnTo>
                  <a:lnTo>
                    <a:pt x="1091400" y="435177"/>
                  </a:lnTo>
                  <a:lnTo>
                    <a:pt x="1088936" y="435177"/>
                  </a:lnTo>
                  <a:lnTo>
                    <a:pt x="1086472" y="435177"/>
                  </a:lnTo>
                  <a:lnTo>
                    <a:pt x="1084009" y="435177"/>
                  </a:lnTo>
                  <a:lnTo>
                    <a:pt x="1081545" y="435177"/>
                  </a:lnTo>
                  <a:lnTo>
                    <a:pt x="1079082" y="435177"/>
                  </a:lnTo>
                  <a:lnTo>
                    <a:pt x="1076618" y="435177"/>
                  </a:lnTo>
                  <a:lnTo>
                    <a:pt x="1074154" y="435177"/>
                  </a:lnTo>
                  <a:lnTo>
                    <a:pt x="1071691" y="435177"/>
                  </a:lnTo>
                  <a:lnTo>
                    <a:pt x="1069227" y="435177"/>
                  </a:lnTo>
                  <a:lnTo>
                    <a:pt x="1066763" y="435177"/>
                  </a:lnTo>
                  <a:lnTo>
                    <a:pt x="1064300" y="435177"/>
                  </a:lnTo>
                  <a:lnTo>
                    <a:pt x="1061836" y="435177"/>
                  </a:lnTo>
                  <a:lnTo>
                    <a:pt x="1059372" y="435177"/>
                  </a:lnTo>
                  <a:lnTo>
                    <a:pt x="1056909" y="435177"/>
                  </a:lnTo>
                  <a:lnTo>
                    <a:pt x="1054445" y="435177"/>
                  </a:lnTo>
                  <a:lnTo>
                    <a:pt x="1051981" y="435177"/>
                  </a:lnTo>
                  <a:lnTo>
                    <a:pt x="1049518" y="435177"/>
                  </a:lnTo>
                  <a:lnTo>
                    <a:pt x="1047054" y="435177"/>
                  </a:lnTo>
                  <a:lnTo>
                    <a:pt x="1044590" y="435177"/>
                  </a:lnTo>
                  <a:lnTo>
                    <a:pt x="1042127" y="435177"/>
                  </a:lnTo>
                  <a:lnTo>
                    <a:pt x="1039663" y="435177"/>
                  </a:lnTo>
                  <a:lnTo>
                    <a:pt x="1037199" y="435177"/>
                  </a:lnTo>
                  <a:lnTo>
                    <a:pt x="1034736" y="435177"/>
                  </a:lnTo>
                  <a:lnTo>
                    <a:pt x="1032272" y="435177"/>
                  </a:lnTo>
                  <a:lnTo>
                    <a:pt x="1029808" y="435177"/>
                  </a:lnTo>
                  <a:lnTo>
                    <a:pt x="1027345" y="435177"/>
                  </a:lnTo>
                  <a:lnTo>
                    <a:pt x="1024881" y="435177"/>
                  </a:lnTo>
                  <a:lnTo>
                    <a:pt x="1022417" y="435177"/>
                  </a:lnTo>
                  <a:lnTo>
                    <a:pt x="1019954" y="435177"/>
                  </a:lnTo>
                  <a:lnTo>
                    <a:pt x="1017490" y="435177"/>
                  </a:lnTo>
                  <a:lnTo>
                    <a:pt x="1015026" y="435177"/>
                  </a:lnTo>
                  <a:lnTo>
                    <a:pt x="1012563" y="435177"/>
                  </a:lnTo>
                  <a:lnTo>
                    <a:pt x="1010099" y="435177"/>
                  </a:lnTo>
                  <a:lnTo>
                    <a:pt x="1007635" y="435177"/>
                  </a:lnTo>
                  <a:lnTo>
                    <a:pt x="1005172" y="435177"/>
                  </a:lnTo>
                  <a:lnTo>
                    <a:pt x="1002708" y="435177"/>
                  </a:lnTo>
                  <a:lnTo>
                    <a:pt x="1000244" y="435177"/>
                  </a:lnTo>
                  <a:lnTo>
                    <a:pt x="997781" y="435177"/>
                  </a:lnTo>
                  <a:lnTo>
                    <a:pt x="995317" y="435177"/>
                  </a:lnTo>
                  <a:lnTo>
                    <a:pt x="992853" y="435177"/>
                  </a:lnTo>
                  <a:lnTo>
                    <a:pt x="990390" y="435177"/>
                  </a:lnTo>
                  <a:lnTo>
                    <a:pt x="987926" y="435177"/>
                  </a:lnTo>
                  <a:lnTo>
                    <a:pt x="985463" y="435177"/>
                  </a:lnTo>
                  <a:lnTo>
                    <a:pt x="982999" y="435177"/>
                  </a:lnTo>
                  <a:lnTo>
                    <a:pt x="980535" y="435177"/>
                  </a:lnTo>
                  <a:lnTo>
                    <a:pt x="978072" y="435177"/>
                  </a:lnTo>
                  <a:lnTo>
                    <a:pt x="975608" y="435177"/>
                  </a:lnTo>
                  <a:lnTo>
                    <a:pt x="973144" y="435177"/>
                  </a:lnTo>
                  <a:lnTo>
                    <a:pt x="970681" y="435177"/>
                  </a:lnTo>
                  <a:lnTo>
                    <a:pt x="968217" y="435177"/>
                  </a:lnTo>
                  <a:lnTo>
                    <a:pt x="965753" y="435177"/>
                  </a:lnTo>
                  <a:lnTo>
                    <a:pt x="963290" y="435177"/>
                  </a:lnTo>
                  <a:lnTo>
                    <a:pt x="960826" y="435177"/>
                  </a:lnTo>
                  <a:lnTo>
                    <a:pt x="958362" y="435177"/>
                  </a:lnTo>
                  <a:lnTo>
                    <a:pt x="955899" y="435177"/>
                  </a:lnTo>
                  <a:lnTo>
                    <a:pt x="953435" y="435177"/>
                  </a:lnTo>
                  <a:lnTo>
                    <a:pt x="950971" y="435177"/>
                  </a:lnTo>
                  <a:lnTo>
                    <a:pt x="948508" y="435177"/>
                  </a:lnTo>
                  <a:lnTo>
                    <a:pt x="946044" y="435177"/>
                  </a:lnTo>
                  <a:lnTo>
                    <a:pt x="943580" y="435177"/>
                  </a:lnTo>
                  <a:lnTo>
                    <a:pt x="941117" y="435177"/>
                  </a:lnTo>
                  <a:lnTo>
                    <a:pt x="938653" y="435177"/>
                  </a:lnTo>
                  <a:lnTo>
                    <a:pt x="936189" y="435177"/>
                  </a:lnTo>
                  <a:lnTo>
                    <a:pt x="933726" y="435177"/>
                  </a:lnTo>
                  <a:lnTo>
                    <a:pt x="931262" y="435177"/>
                  </a:lnTo>
                  <a:lnTo>
                    <a:pt x="928798" y="435177"/>
                  </a:lnTo>
                  <a:lnTo>
                    <a:pt x="926335" y="435177"/>
                  </a:lnTo>
                  <a:lnTo>
                    <a:pt x="923871" y="435177"/>
                  </a:lnTo>
                  <a:lnTo>
                    <a:pt x="921407" y="435177"/>
                  </a:lnTo>
                  <a:lnTo>
                    <a:pt x="918944" y="435177"/>
                  </a:lnTo>
                  <a:lnTo>
                    <a:pt x="916480" y="435177"/>
                  </a:lnTo>
                  <a:lnTo>
                    <a:pt x="914016" y="435177"/>
                  </a:lnTo>
                  <a:lnTo>
                    <a:pt x="911553" y="435177"/>
                  </a:lnTo>
                  <a:lnTo>
                    <a:pt x="909089" y="435177"/>
                  </a:lnTo>
                  <a:lnTo>
                    <a:pt x="906625" y="435177"/>
                  </a:lnTo>
                  <a:lnTo>
                    <a:pt x="904162" y="435177"/>
                  </a:lnTo>
                  <a:lnTo>
                    <a:pt x="901698" y="435177"/>
                  </a:lnTo>
                  <a:lnTo>
                    <a:pt x="899235" y="435177"/>
                  </a:lnTo>
                  <a:lnTo>
                    <a:pt x="896771" y="435177"/>
                  </a:lnTo>
                  <a:lnTo>
                    <a:pt x="894307" y="435177"/>
                  </a:lnTo>
                  <a:lnTo>
                    <a:pt x="891844" y="435177"/>
                  </a:lnTo>
                  <a:lnTo>
                    <a:pt x="889380" y="435177"/>
                  </a:lnTo>
                  <a:lnTo>
                    <a:pt x="886916" y="435177"/>
                  </a:lnTo>
                  <a:lnTo>
                    <a:pt x="884453" y="435177"/>
                  </a:lnTo>
                  <a:lnTo>
                    <a:pt x="881989" y="435177"/>
                  </a:lnTo>
                  <a:lnTo>
                    <a:pt x="879525" y="435177"/>
                  </a:lnTo>
                  <a:lnTo>
                    <a:pt x="877062" y="435177"/>
                  </a:lnTo>
                  <a:lnTo>
                    <a:pt x="874598" y="435177"/>
                  </a:lnTo>
                  <a:lnTo>
                    <a:pt x="872134" y="435177"/>
                  </a:lnTo>
                  <a:lnTo>
                    <a:pt x="869671" y="435177"/>
                  </a:lnTo>
                  <a:lnTo>
                    <a:pt x="867207" y="435177"/>
                  </a:lnTo>
                  <a:lnTo>
                    <a:pt x="864743" y="435177"/>
                  </a:lnTo>
                  <a:lnTo>
                    <a:pt x="862280" y="435177"/>
                  </a:lnTo>
                  <a:lnTo>
                    <a:pt x="859816" y="435177"/>
                  </a:lnTo>
                  <a:lnTo>
                    <a:pt x="857352" y="435177"/>
                  </a:lnTo>
                  <a:lnTo>
                    <a:pt x="854889" y="435177"/>
                  </a:lnTo>
                  <a:lnTo>
                    <a:pt x="852425" y="435177"/>
                  </a:lnTo>
                  <a:lnTo>
                    <a:pt x="849961" y="435177"/>
                  </a:lnTo>
                  <a:lnTo>
                    <a:pt x="847498" y="435177"/>
                  </a:lnTo>
                  <a:lnTo>
                    <a:pt x="845034" y="435177"/>
                  </a:lnTo>
                  <a:lnTo>
                    <a:pt x="842570" y="435177"/>
                  </a:lnTo>
                  <a:lnTo>
                    <a:pt x="840107" y="435177"/>
                  </a:lnTo>
                  <a:lnTo>
                    <a:pt x="837643" y="435177"/>
                  </a:lnTo>
                  <a:lnTo>
                    <a:pt x="835179" y="435177"/>
                  </a:lnTo>
                  <a:lnTo>
                    <a:pt x="832716" y="435177"/>
                  </a:lnTo>
                  <a:lnTo>
                    <a:pt x="830252" y="435177"/>
                  </a:lnTo>
                  <a:lnTo>
                    <a:pt x="827788" y="435177"/>
                  </a:lnTo>
                  <a:lnTo>
                    <a:pt x="825325" y="435177"/>
                  </a:lnTo>
                  <a:lnTo>
                    <a:pt x="822861" y="435177"/>
                  </a:lnTo>
                  <a:lnTo>
                    <a:pt x="820397" y="435177"/>
                  </a:lnTo>
                  <a:lnTo>
                    <a:pt x="817934" y="435177"/>
                  </a:lnTo>
                  <a:lnTo>
                    <a:pt x="815470" y="435177"/>
                  </a:lnTo>
                  <a:lnTo>
                    <a:pt x="813006" y="435177"/>
                  </a:lnTo>
                  <a:lnTo>
                    <a:pt x="810543" y="435177"/>
                  </a:lnTo>
                  <a:lnTo>
                    <a:pt x="808079" y="435177"/>
                  </a:lnTo>
                  <a:lnTo>
                    <a:pt x="805616" y="435177"/>
                  </a:lnTo>
                  <a:lnTo>
                    <a:pt x="803152" y="435177"/>
                  </a:lnTo>
                  <a:lnTo>
                    <a:pt x="800688" y="435177"/>
                  </a:lnTo>
                  <a:lnTo>
                    <a:pt x="798225" y="435177"/>
                  </a:lnTo>
                  <a:lnTo>
                    <a:pt x="795761" y="435177"/>
                  </a:lnTo>
                  <a:lnTo>
                    <a:pt x="793297" y="435177"/>
                  </a:lnTo>
                  <a:lnTo>
                    <a:pt x="790834" y="435177"/>
                  </a:lnTo>
                  <a:lnTo>
                    <a:pt x="788370" y="435177"/>
                  </a:lnTo>
                  <a:lnTo>
                    <a:pt x="785906" y="435177"/>
                  </a:lnTo>
                  <a:lnTo>
                    <a:pt x="783443" y="435177"/>
                  </a:lnTo>
                  <a:lnTo>
                    <a:pt x="780979" y="435177"/>
                  </a:lnTo>
                  <a:lnTo>
                    <a:pt x="778515" y="435177"/>
                  </a:lnTo>
                  <a:lnTo>
                    <a:pt x="776052" y="435177"/>
                  </a:lnTo>
                  <a:lnTo>
                    <a:pt x="773588" y="435177"/>
                  </a:lnTo>
                  <a:lnTo>
                    <a:pt x="771124" y="435177"/>
                  </a:lnTo>
                  <a:lnTo>
                    <a:pt x="768661" y="435177"/>
                  </a:lnTo>
                  <a:lnTo>
                    <a:pt x="766197" y="435177"/>
                  </a:lnTo>
                  <a:lnTo>
                    <a:pt x="763733" y="435177"/>
                  </a:lnTo>
                  <a:lnTo>
                    <a:pt x="761270" y="435177"/>
                  </a:lnTo>
                  <a:lnTo>
                    <a:pt x="758806" y="435177"/>
                  </a:lnTo>
                  <a:lnTo>
                    <a:pt x="756342" y="435177"/>
                  </a:lnTo>
                  <a:lnTo>
                    <a:pt x="753879" y="435177"/>
                  </a:lnTo>
                  <a:lnTo>
                    <a:pt x="751415" y="435177"/>
                  </a:lnTo>
                  <a:lnTo>
                    <a:pt x="748951" y="435177"/>
                  </a:lnTo>
                  <a:lnTo>
                    <a:pt x="746488" y="435177"/>
                  </a:lnTo>
                  <a:lnTo>
                    <a:pt x="744024" y="435177"/>
                  </a:lnTo>
                  <a:lnTo>
                    <a:pt x="741560" y="435177"/>
                  </a:lnTo>
                  <a:lnTo>
                    <a:pt x="739097" y="435177"/>
                  </a:lnTo>
                  <a:lnTo>
                    <a:pt x="736633" y="435177"/>
                  </a:lnTo>
                  <a:lnTo>
                    <a:pt x="734169" y="435177"/>
                  </a:lnTo>
                  <a:lnTo>
                    <a:pt x="731706" y="435177"/>
                  </a:lnTo>
                  <a:lnTo>
                    <a:pt x="729242" y="435177"/>
                  </a:lnTo>
                  <a:lnTo>
                    <a:pt x="726778" y="435177"/>
                  </a:lnTo>
                  <a:lnTo>
                    <a:pt x="724315" y="435177"/>
                  </a:lnTo>
                  <a:lnTo>
                    <a:pt x="721851" y="435177"/>
                  </a:lnTo>
                  <a:lnTo>
                    <a:pt x="719388" y="435177"/>
                  </a:lnTo>
                  <a:lnTo>
                    <a:pt x="716924" y="435177"/>
                  </a:lnTo>
                  <a:lnTo>
                    <a:pt x="714460" y="435177"/>
                  </a:lnTo>
                  <a:lnTo>
                    <a:pt x="711997" y="435177"/>
                  </a:lnTo>
                  <a:lnTo>
                    <a:pt x="709533" y="435177"/>
                  </a:lnTo>
                  <a:lnTo>
                    <a:pt x="707069" y="435177"/>
                  </a:lnTo>
                  <a:lnTo>
                    <a:pt x="704606" y="435177"/>
                  </a:lnTo>
                  <a:lnTo>
                    <a:pt x="702142" y="435177"/>
                  </a:lnTo>
                  <a:lnTo>
                    <a:pt x="699678" y="435177"/>
                  </a:lnTo>
                  <a:lnTo>
                    <a:pt x="697215" y="435177"/>
                  </a:lnTo>
                  <a:lnTo>
                    <a:pt x="694751" y="435177"/>
                  </a:lnTo>
                  <a:lnTo>
                    <a:pt x="692287" y="435177"/>
                  </a:lnTo>
                  <a:lnTo>
                    <a:pt x="689824" y="435177"/>
                  </a:lnTo>
                  <a:lnTo>
                    <a:pt x="687360" y="435177"/>
                  </a:lnTo>
                  <a:lnTo>
                    <a:pt x="684896" y="435177"/>
                  </a:lnTo>
                  <a:lnTo>
                    <a:pt x="682433" y="435177"/>
                  </a:lnTo>
                  <a:lnTo>
                    <a:pt x="679969" y="435177"/>
                  </a:lnTo>
                  <a:lnTo>
                    <a:pt x="677505" y="435177"/>
                  </a:lnTo>
                  <a:lnTo>
                    <a:pt x="675042" y="435177"/>
                  </a:lnTo>
                  <a:lnTo>
                    <a:pt x="672578" y="435177"/>
                  </a:lnTo>
                  <a:lnTo>
                    <a:pt x="670114" y="435177"/>
                  </a:lnTo>
                  <a:lnTo>
                    <a:pt x="667651" y="435177"/>
                  </a:lnTo>
                  <a:lnTo>
                    <a:pt x="665187" y="435177"/>
                  </a:lnTo>
                  <a:lnTo>
                    <a:pt x="662723" y="435177"/>
                  </a:lnTo>
                  <a:lnTo>
                    <a:pt x="660260" y="435177"/>
                  </a:lnTo>
                  <a:lnTo>
                    <a:pt x="657796" y="435177"/>
                  </a:lnTo>
                  <a:lnTo>
                    <a:pt x="655332" y="435177"/>
                  </a:lnTo>
                  <a:lnTo>
                    <a:pt x="652869" y="435177"/>
                  </a:lnTo>
                  <a:lnTo>
                    <a:pt x="650405" y="435177"/>
                  </a:lnTo>
                  <a:lnTo>
                    <a:pt x="647941" y="435177"/>
                  </a:lnTo>
                  <a:lnTo>
                    <a:pt x="645478" y="435177"/>
                  </a:lnTo>
                  <a:lnTo>
                    <a:pt x="643014" y="435177"/>
                  </a:lnTo>
                  <a:lnTo>
                    <a:pt x="640550" y="435177"/>
                  </a:lnTo>
                  <a:lnTo>
                    <a:pt x="638087" y="435177"/>
                  </a:lnTo>
                  <a:lnTo>
                    <a:pt x="635623" y="435177"/>
                  </a:lnTo>
                  <a:lnTo>
                    <a:pt x="633159" y="435177"/>
                  </a:lnTo>
                  <a:lnTo>
                    <a:pt x="630696" y="435177"/>
                  </a:lnTo>
                  <a:lnTo>
                    <a:pt x="628232" y="435177"/>
                  </a:lnTo>
                  <a:lnTo>
                    <a:pt x="625769" y="435177"/>
                  </a:lnTo>
                  <a:lnTo>
                    <a:pt x="623305" y="435177"/>
                  </a:lnTo>
                  <a:lnTo>
                    <a:pt x="620841" y="435177"/>
                  </a:lnTo>
                  <a:lnTo>
                    <a:pt x="618378" y="435177"/>
                  </a:lnTo>
                  <a:lnTo>
                    <a:pt x="615914" y="435177"/>
                  </a:lnTo>
                  <a:lnTo>
                    <a:pt x="613450" y="435177"/>
                  </a:lnTo>
                  <a:lnTo>
                    <a:pt x="610987" y="435177"/>
                  </a:lnTo>
                  <a:lnTo>
                    <a:pt x="608523" y="435177"/>
                  </a:lnTo>
                  <a:lnTo>
                    <a:pt x="606059" y="435177"/>
                  </a:lnTo>
                  <a:lnTo>
                    <a:pt x="603596" y="435177"/>
                  </a:lnTo>
                  <a:lnTo>
                    <a:pt x="601132" y="435177"/>
                  </a:lnTo>
                  <a:lnTo>
                    <a:pt x="598668" y="435177"/>
                  </a:lnTo>
                  <a:lnTo>
                    <a:pt x="596205" y="435177"/>
                  </a:lnTo>
                  <a:lnTo>
                    <a:pt x="593741" y="435177"/>
                  </a:lnTo>
                  <a:lnTo>
                    <a:pt x="591277" y="435177"/>
                  </a:lnTo>
                  <a:lnTo>
                    <a:pt x="588814" y="435177"/>
                  </a:lnTo>
                  <a:lnTo>
                    <a:pt x="586350" y="435177"/>
                  </a:lnTo>
                  <a:lnTo>
                    <a:pt x="583886" y="435177"/>
                  </a:lnTo>
                  <a:lnTo>
                    <a:pt x="581423" y="435177"/>
                  </a:lnTo>
                  <a:lnTo>
                    <a:pt x="578959" y="435177"/>
                  </a:lnTo>
                  <a:lnTo>
                    <a:pt x="576495" y="435177"/>
                  </a:lnTo>
                  <a:lnTo>
                    <a:pt x="574032" y="435177"/>
                  </a:lnTo>
                  <a:lnTo>
                    <a:pt x="571568" y="435177"/>
                  </a:lnTo>
                  <a:lnTo>
                    <a:pt x="569104" y="435177"/>
                  </a:lnTo>
                  <a:lnTo>
                    <a:pt x="566641" y="435177"/>
                  </a:lnTo>
                  <a:lnTo>
                    <a:pt x="564177" y="435177"/>
                  </a:lnTo>
                  <a:lnTo>
                    <a:pt x="561713" y="435177"/>
                  </a:lnTo>
                  <a:lnTo>
                    <a:pt x="559250" y="435177"/>
                  </a:lnTo>
                  <a:lnTo>
                    <a:pt x="556786" y="435177"/>
                  </a:lnTo>
                  <a:lnTo>
                    <a:pt x="554322" y="435177"/>
                  </a:lnTo>
                  <a:lnTo>
                    <a:pt x="551859" y="435177"/>
                  </a:lnTo>
                  <a:lnTo>
                    <a:pt x="549395" y="435177"/>
                  </a:lnTo>
                  <a:lnTo>
                    <a:pt x="546931" y="435177"/>
                  </a:lnTo>
                  <a:lnTo>
                    <a:pt x="544468" y="435177"/>
                  </a:lnTo>
                  <a:lnTo>
                    <a:pt x="542004" y="435177"/>
                  </a:lnTo>
                  <a:lnTo>
                    <a:pt x="539541" y="435177"/>
                  </a:lnTo>
                  <a:lnTo>
                    <a:pt x="537077" y="435177"/>
                  </a:lnTo>
                  <a:lnTo>
                    <a:pt x="534613" y="435177"/>
                  </a:lnTo>
                  <a:lnTo>
                    <a:pt x="532150" y="435177"/>
                  </a:lnTo>
                  <a:lnTo>
                    <a:pt x="529686" y="435177"/>
                  </a:lnTo>
                  <a:lnTo>
                    <a:pt x="527222" y="435177"/>
                  </a:lnTo>
                  <a:lnTo>
                    <a:pt x="524759" y="435177"/>
                  </a:lnTo>
                  <a:lnTo>
                    <a:pt x="522295" y="435177"/>
                  </a:lnTo>
                  <a:lnTo>
                    <a:pt x="519831" y="435177"/>
                  </a:lnTo>
                  <a:lnTo>
                    <a:pt x="517368" y="435177"/>
                  </a:lnTo>
                  <a:lnTo>
                    <a:pt x="514904" y="435177"/>
                  </a:lnTo>
                  <a:lnTo>
                    <a:pt x="512440" y="435177"/>
                  </a:lnTo>
                  <a:lnTo>
                    <a:pt x="509977" y="435177"/>
                  </a:lnTo>
                  <a:lnTo>
                    <a:pt x="507513" y="435177"/>
                  </a:lnTo>
                  <a:lnTo>
                    <a:pt x="505049" y="435177"/>
                  </a:lnTo>
                  <a:lnTo>
                    <a:pt x="502586" y="435177"/>
                  </a:lnTo>
                  <a:lnTo>
                    <a:pt x="500122" y="435177"/>
                  </a:lnTo>
                  <a:lnTo>
                    <a:pt x="497658" y="435177"/>
                  </a:lnTo>
                  <a:lnTo>
                    <a:pt x="495195" y="435177"/>
                  </a:lnTo>
                  <a:lnTo>
                    <a:pt x="492731" y="435177"/>
                  </a:lnTo>
                  <a:lnTo>
                    <a:pt x="490267" y="435177"/>
                  </a:lnTo>
                  <a:lnTo>
                    <a:pt x="487804" y="435177"/>
                  </a:lnTo>
                  <a:lnTo>
                    <a:pt x="485340" y="435177"/>
                  </a:lnTo>
                  <a:lnTo>
                    <a:pt x="482876" y="435177"/>
                  </a:lnTo>
                  <a:lnTo>
                    <a:pt x="480413" y="435177"/>
                  </a:lnTo>
                  <a:lnTo>
                    <a:pt x="477949" y="435177"/>
                  </a:lnTo>
                  <a:lnTo>
                    <a:pt x="475485" y="435177"/>
                  </a:lnTo>
                  <a:lnTo>
                    <a:pt x="473022" y="435177"/>
                  </a:lnTo>
                  <a:lnTo>
                    <a:pt x="470558" y="435177"/>
                  </a:lnTo>
                  <a:lnTo>
                    <a:pt x="468094" y="435177"/>
                  </a:lnTo>
                  <a:lnTo>
                    <a:pt x="465631" y="435177"/>
                  </a:lnTo>
                  <a:lnTo>
                    <a:pt x="463167" y="435177"/>
                  </a:lnTo>
                  <a:lnTo>
                    <a:pt x="460703" y="435177"/>
                  </a:lnTo>
                  <a:lnTo>
                    <a:pt x="458240" y="435177"/>
                  </a:lnTo>
                  <a:lnTo>
                    <a:pt x="455776" y="435177"/>
                  </a:lnTo>
                  <a:lnTo>
                    <a:pt x="453312" y="435177"/>
                  </a:lnTo>
                  <a:lnTo>
                    <a:pt x="450849" y="435177"/>
                  </a:lnTo>
                  <a:lnTo>
                    <a:pt x="448385" y="435177"/>
                  </a:lnTo>
                  <a:lnTo>
                    <a:pt x="445922" y="435177"/>
                  </a:lnTo>
                  <a:lnTo>
                    <a:pt x="443458" y="435177"/>
                  </a:lnTo>
                  <a:lnTo>
                    <a:pt x="440994" y="435177"/>
                  </a:lnTo>
                  <a:lnTo>
                    <a:pt x="438531" y="435177"/>
                  </a:lnTo>
                  <a:lnTo>
                    <a:pt x="436067" y="435177"/>
                  </a:lnTo>
                  <a:lnTo>
                    <a:pt x="433603" y="435177"/>
                  </a:lnTo>
                  <a:lnTo>
                    <a:pt x="431140" y="435177"/>
                  </a:lnTo>
                  <a:lnTo>
                    <a:pt x="428676" y="435177"/>
                  </a:lnTo>
                  <a:lnTo>
                    <a:pt x="426212" y="435177"/>
                  </a:lnTo>
                  <a:lnTo>
                    <a:pt x="423749" y="435177"/>
                  </a:lnTo>
                  <a:lnTo>
                    <a:pt x="421285" y="435177"/>
                  </a:lnTo>
                  <a:lnTo>
                    <a:pt x="418821" y="435177"/>
                  </a:lnTo>
                  <a:lnTo>
                    <a:pt x="416358" y="435177"/>
                  </a:lnTo>
                  <a:lnTo>
                    <a:pt x="413894" y="435177"/>
                  </a:lnTo>
                  <a:lnTo>
                    <a:pt x="411430" y="435177"/>
                  </a:lnTo>
                  <a:lnTo>
                    <a:pt x="408967" y="435177"/>
                  </a:lnTo>
                  <a:lnTo>
                    <a:pt x="406503" y="435177"/>
                  </a:lnTo>
                  <a:lnTo>
                    <a:pt x="404039" y="435177"/>
                  </a:lnTo>
                  <a:lnTo>
                    <a:pt x="401576" y="435177"/>
                  </a:lnTo>
                  <a:lnTo>
                    <a:pt x="399112" y="435177"/>
                  </a:lnTo>
                  <a:lnTo>
                    <a:pt x="396648" y="435177"/>
                  </a:lnTo>
                  <a:lnTo>
                    <a:pt x="394185" y="435177"/>
                  </a:lnTo>
                  <a:lnTo>
                    <a:pt x="391721" y="435177"/>
                  </a:lnTo>
                  <a:lnTo>
                    <a:pt x="389257" y="435177"/>
                  </a:lnTo>
                  <a:lnTo>
                    <a:pt x="386794" y="435177"/>
                  </a:lnTo>
                  <a:lnTo>
                    <a:pt x="384330" y="435177"/>
                  </a:lnTo>
                  <a:lnTo>
                    <a:pt x="381866" y="435177"/>
                  </a:lnTo>
                  <a:lnTo>
                    <a:pt x="379403" y="435177"/>
                  </a:lnTo>
                  <a:lnTo>
                    <a:pt x="376939" y="435177"/>
                  </a:lnTo>
                  <a:lnTo>
                    <a:pt x="374475" y="435177"/>
                  </a:lnTo>
                  <a:lnTo>
                    <a:pt x="372012" y="435177"/>
                  </a:lnTo>
                  <a:lnTo>
                    <a:pt x="369548" y="435177"/>
                  </a:lnTo>
                  <a:lnTo>
                    <a:pt x="367084" y="435177"/>
                  </a:lnTo>
                  <a:lnTo>
                    <a:pt x="364621" y="435177"/>
                  </a:lnTo>
                  <a:lnTo>
                    <a:pt x="362157" y="435177"/>
                  </a:lnTo>
                  <a:lnTo>
                    <a:pt x="359694" y="435177"/>
                  </a:lnTo>
                  <a:lnTo>
                    <a:pt x="357230" y="435177"/>
                  </a:lnTo>
                  <a:lnTo>
                    <a:pt x="354766" y="435177"/>
                  </a:lnTo>
                  <a:lnTo>
                    <a:pt x="352303" y="435177"/>
                  </a:lnTo>
                  <a:lnTo>
                    <a:pt x="349839" y="435177"/>
                  </a:lnTo>
                  <a:lnTo>
                    <a:pt x="347375" y="435177"/>
                  </a:lnTo>
                  <a:lnTo>
                    <a:pt x="344912" y="435177"/>
                  </a:lnTo>
                  <a:lnTo>
                    <a:pt x="342448" y="435177"/>
                  </a:lnTo>
                  <a:lnTo>
                    <a:pt x="339984" y="435177"/>
                  </a:lnTo>
                  <a:lnTo>
                    <a:pt x="337521" y="435177"/>
                  </a:lnTo>
                  <a:lnTo>
                    <a:pt x="335057" y="435177"/>
                  </a:lnTo>
                  <a:lnTo>
                    <a:pt x="332593" y="435177"/>
                  </a:lnTo>
                  <a:lnTo>
                    <a:pt x="330130" y="435177"/>
                  </a:lnTo>
                  <a:lnTo>
                    <a:pt x="327666" y="435177"/>
                  </a:lnTo>
                  <a:lnTo>
                    <a:pt x="325202" y="435177"/>
                  </a:lnTo>
                  <a:lnTo>
                    <a:pt x="322739" y="435177"/>
                  </a:lnTo>
                  <a:lnTo>
                    <a:pt x="320275" y="435177"/>
                  </a:lnTo>
                  <a:lnTo>
                    <a:pt x="317811" y="435177"/>
                  </a:lnTo>
                  <a:lnTo>
                    <a:pt x="315348" y="435177"/>
                  </a:lnTo>
                  <a:lnTo>
                    <a:pt x="312884" y="435177"/>
                  </a:lnTo>
                  <a:lnTo>
                    <a:pt x="310420" y="435177"/>
                  </a:lnTo>
                  <a:lnTo>
                    <a:pt x="307957" y="435177"/>
                  </a:lnTo>
                  <a:lnTo>
                    <a:pt x="305493" y="435177"/>
                  </a:lnTo>
                  <a:lnTo>
                    <a:pt x="303029" y="435177"/>
                  </a:lnTo>
                  <a:lnTo>
                    <a:pt x="300566" y="435177"/>
                  </a:lnTo>
                  <a:lnTo>
                    <a:pt x="298102" y="435177"/>
                  </a:lnTo>
                  <a:lnTo>
                    <a:pt x="295638" y="435177"/>
                  </a:lnTo>
                  <a:lnTo>
                    <a:pt x="293175" y="435177"/>
                  </a:lnTo>
                  <a:lnTo>
                    <a:pt x="290711" y="435177"/>
                  </a:lnTo>
                  <a:lnTo>
                    <a:pt x="288247" y="435177"/>
                  </a:lnTo>
                  <a:lnTo>
                    <a:pt x="285784" y="435177"/>
                  </a:lnTo>
                  <a:lnTo>
                    <a:pt x="283320" y="435177"/>
                  </a:lnTo>
                  <a:lnTo>
                    <a:pt x="280856" y="435177"/>
                  </a:lnTo>
                  <a:lnTo>
                    <a:pt x="278393" y="435177"/>
                  </a:lnTo>
                  <a:lnTo>
                    <a:pt x="275929" y="435177"/>
                  </a:lnTo>
                  <a:lnTo>
                    <a:pt x="273465" y="435177"/>
                  </a:lnTo>
                  <a:lnTo>
                    <a:pt x="271002" y="435177"/>
                  </a:lnTo>
                  <a:lnTo>
                    <a:pt x="268538" y="435177"/>
                  </a:lnTo>
                  <a:lnTo>
                    <a:pt x="266075" y="435177"/>
                  </a:lnTo>
                  <a:lnTo>
                    <a:pt x="263611" y="435177"/>
                  </a:lnTo>
                  <a:lnTo>
                    <a:pt x="261147" y="435177"/>
                  </a:lnTo>
                  <a:lnTo>
                    <a:pt x="258684" y="435177"/>
                  </a:lnTo>
                  <a:lnTo>
                    <a:pt x="256220" y="435177"/>
                  </a:lnTo>
                  <a:lnTo>
                    <a:pt x="253756" y="435177"/>
                  </a:lnTo>
                  <a:lnTo>
                    <a:pt x="251293" y="435177"/>
                  </a:lnTo>
                  <a:lnTo>
                    <a:pt x="248829" y="435177"/>
                  </a:lnTo>
                  <a:lnTo>
                    <a:pt x="246365" y="435177"/>
                  </a:lnTo>
                  <a:lnTo>
                    <a:pt x="243902" y="435177"/>
                  </a:lnTo>
                  <a:lnTo>
                    <a:pt x="241438" y="435177"/>
                  </a:lnTo>
                  <a:lnTo>
                    <a:pt x="238974" y="435177"/>
                  </a:lnTo>
                  <a:lnTo>
                    <a:pt x="236511" y="435177"/>
                  </a:lnTo>
                  <a:lnTo>
                    <a:pt x="234047" y="435177"/>
                  </a:lnTo>
                  <a:lnTo>
                    <a:pt x="231583" y="435177"/>
                  </a:lnTo>
                  <a:lnTo>
                    <a:pt x="229120" y="435177"/>
                  </a:lnTo>
                  <a:lnTo>
                    <a:pt x="226656" y="435177"/>
                  </a:lnTo>
                  <a:lnTo>
                    <a:pt x="224192" y="435177"/>
                  </a:lnTo>
                  <a:lnTo>
                    <a:pt x="221729" y="435177"/>
                  </a:lnTo>
                  <a:lnTo>
                    <a:pt x="219265" y="435177"/>
                  </a:lnTo>
                  <a:lnTo>
                    <a:pt x="216801" y="435177"/>
                  </a:lnTo>
                  <a:lnTo>
                    <a:pt x="214338" y="435177"/>
                  </a:lnTo>
                  <a:lnTo>
                    <a:pt x="211874" y="435177"/>
                  </a:lnTo>
                  <a:lnTo>
                    <a:pt x="209410" y="435177"/>
                  </a:lnTo>
                  <a:lnTo>
                    <a:pt x="206947" y="435177"/>
                  </a:lnTo>
                  <a:lnTo>
                    <a:pt x="204483" y="435177"/>
                  </a:lnTo>
                  <a:lnTo>
                    <a:pt x="202019" y="435177"/>
                  </a:lnTo>
                  <a:lnTo>
                    <a:pt x="199556" y="435177"/>
                  </a:lnTo>
                  <a:lnTo>
                    <a:pt x="197092" y="435177"/>
                  </a:lnTo>
                  <a:lnTo>
                    <a:pt x="194628" y="435177"/>
                  </a:lnTo>
                  <a:lnTo>
                    <a:pt x="192165" y="435177"/>
                  </a:lnTo>
                  <a:lnTo>
                    <a:pt x="189701" y="435177"/>
                  </a:lnTo>
                  <a:lnTo>
                    <a:pt x="187237" y="435177"/>
                  </a:lnTo>
                  <a:lnTo>
                    <a:pt x="184774" y="435177"/>
                  </a:lnTo>
                  <a:lnTo>
                    <a:pt x="182310" y="435177"/>
                  </a:lnTo>
                  <a:lnTo>
                    <a:pt x="179847" y="435177"/>
                  </a:lnTo>
                  <a:lnTo>
                    <a:pt x="177383" y="435177"/>
                  </a:lnTo>
                  <a:lnTo>
                    <a:pt x="174919" y="435177"/>
                  </a:lnTo>
                  <a:lnTo>
                    <a:pt x="172456" y="435177"/>
                  </a:lnTo>
                  <a:lnTo>
                    <a:pt x="169992" y="435177"/>
                  </a:lnTo>
                  <a:lnTo>
                    <a:pt x="167528" y="435177"/>
                  </a:lnTo>
                  <a:lnTo>
                    <a:pt x="165065" y="435177"/>
                  </a:lnTo>
                  <a:lnTo>
                    <a:pt x="162601" y="435177"/>
                  </a:lnTo>
                  <a:lnTo>
                    <a:pt x="160137" y="435177"/>
                  </a:lnTo>
                  <a:lnTo>
                    <a:pt x="157674" y="435177"/>
                  </a:lnTo>
                  <a:lnTo>
                    <a:pt x="155210" y="435177"/>
                  </a:lnTo>
                  <a:lnTo>
                    <a:pt x="152746" y="435177"/>
                  </a:lnTo>
                  <a:lnTo>
                    <a:pt x="150283" y="435177"/>
                  </a:lnTo>
                  <a:lnTo>
                    <a:pt x="147819" y="435177"/>
                  </a:lnTo>
                  <a:lnTo>
                    <a:pt x="145355" y="435177"/>
                  </a:lnTo>
                  <a:lnTo>
                    <a:pt x="142892" y="435177"/>
                  </a:lnTo>
                  <a:lnTo>
                    <a:pt x="140428" y="435177"/>
                  </a:lnTo>
                  <a:lnTo>
                    <a:pt x="137964" y="435177"/>
                  </a:lnTo>
                  <a:lnTo>
                    <a:pt x="135501" y="435177"/>
                  </a:lnTo>
                  <a:lnTo>
                    <a:pt x="133037" y="435177"/>
                  </a:lnTo>
                  <a:lnTo>
                    <a:pt x="130573" y="435177"/>
                  </a:lnTo>
                  <a:lnTo>
                    <a:pt x="128110" y="435177"/>
                  </a:lnTo>
                  <a:lnTo>
                    <a:pt x="125646" y="435177"/>
                  </a:lnTo>
                  <a:lnTo>
                    <a:pt x="123182" y="435177"/>
                  </a:lnTo>
                  <a:lnTo>
                    <a:pt x="120719" y="435177"/>
                  </a:lnTo>
                  <a:lnTo>
                    <a:pt x="118255" y="435177"/>
                  </a:lnTo>
                  <a:lnTo>
                    <a:pt x="115791" y="435177"/>
                  </a:lnTo>
                  <a:lnTo>
                    <a:pt x="113328" y="435177"/>
                  </a:lnTo>
                  <a:lnTo>
                    <a:pt x="110864" y="435177"/>
                  </a:lnTo>
                  <a:lnTo>
                    <a:pt x="108400" y="435177"/>
                  </a:lnTo>
                  <a:lnTo>
                    <a:pt x="105937" y="435177"/>
                  </a:lnTo>
                  <a:lnTo>
                    <a:pt x="103473" y="435177"/>
                  </a:lnTo>
                  <a:lnTo>
                    <a:pt x="101009" y="435177"/>
                  </a:lnTo>
                  <a:lnTo>
                    <a:pt x="98546" y="435177"/>
                  </a:lnTo>
                  <a:lnTo>
                    <a:pt x="96082" y="435177"/>
                  </a:lnTo>
                  <a:lnTo>
                    <a:pt x="93618" y="435177"/>
                  </a:lnTo>
                  <a:lnTo>
                    <a:pt x="91155" y="435177"/>
                  </a:lnTo>
                  <a:lnTo>
                    <a:pt x="88691" y="435177"/>
                  </a:lnTo>
                  <a:lnTo>
                    <a:pt x="86228" y="435177"/>
                  </a:lnTo>
                  <a:lnTo>
                    <a:pt x="83764" y="435177"/>
                  </a:lnTo>
                  <a:lnTo>
                    <a:pt x="81300" y="435177"/>
                  </a:lnTo>
                  <a:lnTo>
                    <a:pt x="78837" y="435177"/>
                  </a:lnTo>
                  <a:lnTo>
                    <a:pt x="76373" y="435177"/>
                  </a:lnTo>
                  <a:lnTo>
                    <a:pt x="73909" y="435177"/>
                  </a:lnTo>
                  <a:lnTo>
                    <a:pt x="71446" y="435177"/>
                  </a:lnTo>
                  <a:lnTo>
                    <a:pt x="68982" y="435177"/>
                  </a:lnTo>
                  <a:lnTo>
                    <a:pt x="66518" y="435177"/>
                  </a:lnTo>
                  <a:lnTo>
                    <a:pt x="64055" y="435177"/>
                  </a:lnTo>
                  <a:lnTo>
                    <a:pt x="61591" y="435177"/>
                  </a:lnTo>
                  <a:lnTo>
                    <a:pt x="59127" y="435177"/>
                  </a:lnTo>
                  <a:lnTo>
                    <a:pt x="56664" y="435177"/>
                  </a:lnTo>
                  <a:lnTo>
                    <a:pt x="54200" y="435177"/>
                  </a:lnTo>
                  <a:lnTo>
                    <a:pt x="51736" y="435177"/>
                  </a:lnTo>
                  <a:lnTo>
                    <a:pt x="49273" y="435177"/>
                  </a:lnTo>
                  <a:lnTo>
                    <a:pt x="46809" y="435177"/>
                  </a:lnTo>
                  <a:lnTo>
                    <a:pt x="44345" y="435177"/>
                  </a:lnTo>
                  <a:lnTo>
                    <a:pt x="41882" y="435177"/>
                  </a:lnTo>
                  <a:lnTo>
                    <a:pt x="39418" y="435177"/>
                  </a:lnTo>
                  <a:lnTo>
                    <a:pt x="36954" y="435177"/>
                  </a:lnTo>
                  <a:lnTo>
                    <a:pt x="34491" y="435177"/>
                  </a:lnTo>
                  <a:lnTo>
                    <a:pt x="32027" y="435177"/>
                  </a:lnTo>
                  <a:lnTo>
                    <a:pt x="29563" y="435177"/>
                  </a:lnTo>
                  <a:lnTo>
                    <a:pt x="27100" y="435177"/>
                  </a:lnTo>
                  <a:lnTo>
                    <a:pt x="24636" y="435177"/>
                  </a:lnTo>
                  <a:lnTo>
                    <a:pt x="22172" y="435177"/>
                  </a:lnTo>
                  <a:lnTo>
                    <a:pt x="19709" y="435177"/>
                  </a:lnTo>
                  <a:lnTo>
                    <a:pt x="17245" y="435177"/>
                  </a:lnTo>
                  <a:lnTo>
                    <a:pt x="14781" y="435177"/>
                  </a:lnTo>
                  <a:lnTo>
                    <a:pt x="12318" y="435177"/>
                  </a:lnTo>
                  <a:lnTo>
                    <a:pt x="9854" y="435177"/>
                  </a:lnTo>
                  <a:lnTo>
                    <a:pt x="7390" y="435177"/>
                  </a:lnTo>
                  <a:lnTo>
                    <a:pt x="4927" y="435177"/>
                  </a:lnTo>
                  <a:lnTo>
                    <a:pt x="2463" y="435177"/>
                  </a:lnTo>
                  <a:lnTo>
                    <a:pt x="0" y="43517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481616" y="1690610"/>
              <a:ext cx="1258929" cy="435177"/>
            </a:xfrm>
            <a:custGeom>
              <a:avLst/>
              <a:pathLst>
                <a:path w="1258929" h="435177">
                  <a:moveTo>
                    <a:pt x="0" y="435034"/>
                  </a:moveTo>
                  <a:lnTo>
                    <a:pt x="2463" y="435011"/>
                  </a:lnTo>
                  <a:lnTo>
                    <a:pt x="4927" y="434986"/>
                  </a:lnTo>
                  <a:lnTo>
                    <a:pt x="7390" y="434958"/>
                  </a:lnTo>
                  <a:lnTo>
                    <a:pt x="9854" y="434925"/>
                  </a:lnTo>
                  <a:lnTo>
                    <a:pt x="12318" y="434889"/>
                  </a:lnTo>
                  <a:lnTo>
                    <a:pt x="14781" y="434848"/>
                  </a:lnTo>
                  <a:lnTo>
                    <a:pt x="17245" y="434802"/>
                  </a:lnTo>
                  <a:lnTo>
                    <a:pt x="19709" y="434750"/>
                  </a:lnTo>
                  <a:lnTo>
                    <a:pt x="22172" y="434693"/>
                  </a:lnTo>
                  <a:lnTo>
                    <a:pt x="24636" y="434630"/>
                  </a:lnTo>
                  <a:lnTo>
                    <a:pt x="27100" y="434560"/>
                  </a:lnTo>
                  <a:lnTo>
                    <a:pt x="29563" y="434480"/>
                  </a:lnTo>
                  <a:lnTo>
                    <a:pt x="32027" y="434393"/>
                  </a:lnTo>
                  <a:lnTo>
                    <a:pt x="34491" y="434298"/>
                  </a:lnTo>
                  <a:lnTo>
                    <a:pt x="36954" y="434195"/>
                  </a:lnTo>
                  <a:lnTo>
                    <a:pt x="39418" y="434079"/>
                  </a:lnTo>
                  <a:lnTo>
                    <a:pt x="41882" y="433953"/>
                  </a:lnTo>
                  <a:lnTo>
                    <a:pt x="44345" y="433816"/>
                  </a:lnTo>
                  <a:lnTo>
                    <a:pt x="46809" y="433668"/>
                  </a:lnTo>
                  <a:lnTo>
                    <a:pt x="49273" y="433507"/>
                  </a:lnTo>
                  <a:lnTo>
                    <a:pt x="51736" y="433330"/>
                  </a:lnTo>
                  <a:lnTo>
                    <a:pt x="54200" y="433140"/>
                  </a:lnTo>
                  <a:lnTo>
                    <a:pt x="56664" y="432937"/>
                  </a:lnTo>
                  <a:lnTo>
                    <a:pt x="59127" y="432719"/>
                  </a:lnTo>
                  <a:lnTo>
                    <a:pt x="61591" y="432481"/>
                  </a:lnTo>
                  <a:lnTo>
                    <a:pt x="64055" y="432228"/>
                  </a:lnTo>
                  <a:lnTo>
                    <a:pt x="66518" y="431959"/>
                  </a:lnTo>
                  <a:lnTo>
                    <a:pt x="68982" y="431675"/>
                  </a:lnTo>
                  <a:lnTo>
                    <a:pt x="71446" y="431367"/>
                  </a:lnTo>
                  <a:lnTo>
                    <a:pt x="73909" y="431041"/>
                  </a:lnTo>
                  <a:lnTo>
                    <a:pt x="76373" y="430698"/>
                  </a:lnTo>
                  <a:lnTo>
                    <a:pt x="78837" y="430337"/>
                  </a:lnTo>
                  <a:lnTo>
                    <a:pt x="81300" y="429954"/>
                  </a:lnTo>
                  <a:lnTo>
                    <a:pt x="83764" y="429549"/>
                  </a:lnTo>
                  <a:lnTo>
                    <a:pt x="86228" y="429126"/>
                  </a:lnTo>
                  <a:lnTo>
                    <a:pt x="88691" y="428684"/>
                  </a:lnTo>
                  <a:lnTo>
                    <a:pt x="91155" y="428221"/>
                  </a:lnTo>
                  <a:lnTo>
                    <a:pt x="93618" y="427734"/>
                  </a:lnTo>
                  <a:lnTo>
                    <a:pt x="96082" y="427228"/>
                  </a:lnTo>
                  <a:lnTo>
                    <a:pt x="98546" y="426704"/>
                  </a:lnTo>
                  <a:lnTo>
                    <a:pt x="101009" y="426160"/>
                  </a:lnTo>
                  <a:lnTo>
                    <a:pt x="103473" y="425591"/>
                  </a:lnTo>
                  <a:lnTo>
                    <a:pt x="105937" y="425003"/>
                  </a:lnTo>
                  <a:lnTo>
                    <a:pt x="108400" y="424398"/>
                  </a:lnTo>
                  <a:lnTo>
                    <a:pt x="110864" y="423774"/>
                  </a:lnTo>
                  <a:lnTo>
                    <a:pt x="113328" y="423128"/>
                  </a:lnTo>
                  <a:lnTo>
                    <a:pt x="115791" y="422463"/>
                  </a:lnTo>
                  <a:lnTo>
                    <a:pt x="118255" y="421781"/>
                  </a:lnTo>
                  <a:lnTo>
                    <a:pt x="120719" y="421082"/>
                  </a:lnTo>
                  <a:lnTo>
                    <a:pt x="123182" y="420364"/>
                  </a:lnTo>
                  <a:lnTo>
                    <a:pt x="125646" y="419626"/>
                  </a:lnTo>
                  <a:lnTo>
                    <a:pt x="128110" y="418873"/>
                  </a:lnTo>
                  <a:lnTo>
                    <a:pt x="130573" y="418105"/>
                  </a:lnTo>
                  <a:lnTo>
                    <a:pt x="133037" y="417321"/>
                  </a:lnTo>
                  <a:lnTo>
                    <a:pt x="135501" y="416517"/>
                  </a:lnTo>
                  <a:lnTo>
                    <a:pt x="137964" y="415700"/>
                  </a:lnTo>
                  <a:lnTo>
                    <a:pt x="140428" y="414868"/>
                  </a:lnTo>
                  <a:lnTo>
                    <a:pt x="142892" y="414023"/>
                  </a:lnTo>
                  <a:lnTo>
                    <a:pt x="145355" y="413159"/>
                  </a:lnTo>
                  <a:lnTo>
                    <a:pt x="147819" y="412282"/>
                  </a:lnTo>
                  <a:lnTo>
                    <a:pt x="150283" y="411392"/>
                  </a:lnTo>
                  <a:lnTo>
                    <a:pt x="152746" y="410488"/>
                  </a:lnTo>
                  <a:lnTo>
                    <a:pt x="155210" y="409570"/>
                  </a:lnTo>
                  <a:lnTo>
                    <a:pt x="157674" y="408636"/>
                  </a:lnTo>
                  <a:lnTo>
                    <a:pt x="160137" y="407690"/>
                  </a:lnTo>
                  <a:lnTo>
                    <a:pt x="162601" y="406731"/>
                  </a:lnTo>
                  <a:lnTo>
                    <a:pt x="165065" y="405758"/>
                  </a:lnTo>
                  <a:lnTo>
                    <a:pt x="167528" y="404769"/>
                  </a:lnTo>
                  <a:lnTo>
                    <a:pt x="169992" y="403768"/>
                  </a:lnTo>
                  <a:lnTo>
                    <a:pt x="172456" y="402753"/>
                  </a:lnTo>
                  <a:lnTo>
                    <a:pt x="174919" y="401727"/>
                  </a:lnTo>
                  <a:lnTo>
                    <a:pt x="177383" y="400682"/>
                  </a:lnTo>
                  <a:lnTo>
                    <a:pt x="179847" y="399624"/>
                  </a:lnTo>
                  <a:lnTo>
                    <a:pt x="182310" y="398553"/>
                  </a:lnTo>
                  <a:lnTo>
                    <a:pt x="184774" y="397468"/>
                  </a:lnTo>
                  <a:lnTo>
                    <a:pt x="187237" y="396367"/>
                  </a:lnTo>
                  <a:lnTo>
                    <a:pt x="189701" y="395251"/>
                  </a:lnTo>
                  <a:lnTo>
                    <a:pt x="192165" y="394121"/>
                  </a:lnTo>
                  <a:lnTo>
                    <a:pt x="194628" y="392977"/>
                  </a:lnTo>
                  <a:lnTo>
                    <a:pt x="197092" y="391818"/>
                  </a:lnTo>
                  <a:lnTo>
                    <a:pt x="199556" y="390641"/>
                  </a:lnTo>
                  <a:lnTo>
                    <a:pt x="202019" y="389451"/>
                  </a:lnTo>
                  <a:lnTo>
                    <a:pt x="204483" y="388248"/>
                  </a:lnTo>
                  <a:lnTo>
                    <a:pt x="206947" y="387031"/>
                  </a:lnTo>
                  <a:lnTo>
                    <a:pt x="209410" y="385796"/>
                  </a:lnTo>
                  <a:lnTo>
                    <a:pt x="211874" y="384548"/>
                  </a:lnTo>
                  <a:lnTo>
                    <a:pt x="214338" y="383289"/>
                  </a:lnTo>
                  <a:lnTo>
                    <a:pt x="216801" y="382017"/>
                  </a:lnTo>
                  <a:lnTo>
                    <a:pt x="219265" y="380730"/>
                  </a:lnTo>
                  <a:lnTo>
                    <a:pt x="221729" y="379431"/>
                  </a:lnTo>
                  <a:lnTo>
                    <a:pt x="224192" y="378123"/>
                  </a:lnTo>
                  <a:lnTo>
                    <a:pt x="226656" y="376806"/>
                  </a:lnTo>
                  <a:lnTo>
                    <a:pt x="229120" y="375479"/>
                  </a:lnTo>
                  <a:lnTo>
                    <a:pt x="231583" y="374144"/>
                  </a:lnTo>
                  <a:lnTo>
                    <a:pt x="234047" y="372803"/>
                  </a:lnTo>
                  <a:lnTo>
                    <a:pt x="236511" y="371457"/>
                  </a:lnTo>
                  <a:lnTo>
                    <a:pt x="238974" y="370107"/>
                  </a:lnTo>
                  <a:lnTo>
                    <a:pt x="241438" y="368754"/>
                  </a:lnTo>
                  <a:lnTo>
                    <a:pt x="243902" y="367401"/>
                  </a:lnTo>
                  <a:lnTo>
                    <a:pt x="246365" y="366049"/>
                  </a:lnTo>
                  <a:lnTo>
                    <a:pt x="248829" y="364698"/>
                  </a:lnTo>
                  <a:lnTo>
                    <a:pt x="251293" y="363352"/>
                  </a:lnTo>
                  <a:lnTo>
                    <a:pt x="253756" y="362012"/>
                  </a:lnTo>
                  <a:lnTo>
                    <a:pt x="256220" y="360677"/>
                  </a:lnTo>
                  <a:lnTo>
                    <a:pt x="258684" y="359350"/>
                  </a:lnTo>
                  <a:lnTo>
                    <a:pt x="261147" y="358033"/>
                  </a:lnTo>
                  <a:lnTo>
                    <a:pt x="263611" y="356728"/>
                  </a:lnTo>
                  <a:lnTo>
                    <a:pt x="266075" y="355433"/>
                  </a:lnTo>
                  <a:lnTo>
                    <a:pt x="268538" y="354148"/>
                  </a:lnTo>
                  <a:lnTo>
                    <a:pt x="271002" y="352877"/>
                  </a:lnTo>
                  <a:lnTo>
                    <a:pt x="273465" y="351621"/>
                  </a:lnTo>
                  <a:lnTo>
                    <a:pt x="275929" y="350376"/>
                  </a:lnTo>
                  <a:lnTo>
                    <a:pt x="278393" y="349142"/>
                  </a:lnTo>
                  <a:lnTo>
                    <a:pt x="280856" y="347920"/>
                  </a:lnTo>
                  <a:lnTo>
                    <a:pt x="283320" y="346712"/>
                  </a:lnTo>
                  <a:lnTo>
                    <a:pt x="285784" y="345511"/>
                  </a:lnTo>
                  <a:lnTo>
                    <a:pt x="288247" y="344318"/>
                  </a:lnTo>
                  <a:lnTo>
                    <a:pt x="290711" y="343130"/>
                  </a:lnTo>
                  <a:lnTo>
                    <a:pt x="293175" y="341947"/>
                  </a:lnTo>
                  <a:lnTo>
                    <a:pt x="295638" y="340763"/>
                  </a:lnTo>
                  <a:lnTo>
                    <a:pt x="298102" y="339576"/>
                  </a:lnTo>
                  <a:lnTo>
                    <a:pt x="300566" y="338384"/>
                  </a:lnTo>
                  <a:lnTo>
                    <a:pt x="303029" y="337182"/>
                  </a:lnTo>
                  <a:lnTo>
                    <a:pt x="305493" y="335963"/>
                  </a:lnTo>
                  <a:lnTo>
                    <a:pt x="307957" y="334726"/>
                  </a:lnTo>
                  <a:lnTo>
                    <a:pt x="310420" y="333468"/>
                  </a:lnTo>
                  <a:lnTo>
                    <a:pt x="312884" y="332183"/>
                  </a:lnTo>
                  <a:lnTo>
                    <a:pt x="315348" y="330856"/>
                  </a:lnTo>
                  <a:lnTo>
                    <a:pt x="317811" y="329493"/>
                  </a:lnTo>
                  <a:lnTo>
                    <a:pt x="320275" y="328089"/>
                  </a:lnTo>
                  <a:lnTo>
                    <a:pt x="322739" y="326642"/>
                  </a:lnTo>
                  <a:lnTo>
                    <a:pt x="325202" y="325124"/>
                  </a:lnTo>
                  <a:lnTo>
                    <a:pt x="327666" y="323547"/>
                  </a:lnTo>
                  <a:lnTo>
                    <a:pt x="330130" y="321909"/>
                  </a:lnTo>
                  <a:lnTo>
                    <a:pt x="332593" y="320208"/>
                  </a:lnTo>
                  <a:lnTo>
                    <a:pt x="335057" y="318417"/>
                  </a:lnTo>
                  <a:lnTo>
                    <a:pt x="337521" y="316539"/>
                  </a:lnTo>
                  <a:lnTo>
                    <a:pt x="339984" y="314581"/>
                  </a:lnTo>
                  <a:lnTo>
                    <a:pt x="342448" y="312541"/>
                  </a:lnTo>
                  <a:lnTo>
                    <a:pt x="344912" y="310401"/>
                  </a:lnTo>
                  <a:lnTo>
                    <a:pt x="347375" y="308145"/>
                  </a:lnTo>
                  <a:lnTo>
                    <a:pt x="349839" y="305794"/>
                  </a:lnTo>
                  <a:lnTo>
                    <a:pt x="352303" y="303346"/>
                  </a:lnTo>
                  <a:lnTo>
                    <a:pt x="354766" y="300798"/>
                  </a:lnTo>
                  <a:lnTo>
                    <a:pt x="357230" y="298106"/>
                  </a:lnTo>
                  <a:lnTo>
                    <a:pt x="359694" y="295310"/>
                  </a:lnTo>
                  <a:lnTo>
                    <a:pt x="362157" y="292410"/>
                  </a:lnTo>
                  <a:lnTo>
                    <a:pt x="364621" y="289404"/>
                  </a:lnTo>
                  <a:lnTo>
                    <a:pt x="367084" y="286257"/>
                  </a:lnTo>
                  <a:lnTo>
                    <a:pt x="369548" y="282991"/>
                  </a:lnTo>
                  <a:lnTo>
                    <a:pt x="372012" y="279619"/>
                  </a:lnTo>
                  <a:lnTo>
                    <a:pt x="374475" y="276141"/>
                  </a:lnTo>
                  <a:lnTo>
                    <a:pt x="376939" y="272536"/>
                  </a:lnTo>
                  <a:lnTo>
                    <a:pt x="379403" y="268802"/>
                  </a:lnTo>
                  <a:lnTo>
                    <a:pt x="381866" y="264965"/>
                  </a:lnTo>
                  <a:lnTo>
                    <a:pt x="384330" y="261026"/>
                  </a:lnTo>
                  <a:lnTo>
                    <a:pt x="386794" y="256980"/>
                  </a:lnTo>
                  <a:lnTo>
                    <a:pt x="389257" y="252801"/>
                  </a:lnTo>
                  <a:lnTo>
                    <a:pt x="391721" y="248527"/>
                  </a:lnTo>
                  <a:lnTo>
                    <a:pt x="394185" y="244160"/>
                  </a:lnTo>
                  <a:lnTo>
                    <a:pt x="396648" y="239703"/>
                  </a:lnTo>
                  <a:lnTo>
                    <a:pt x="399112" y="235124"/>
                  </a:lnTo>
                  <a:lnTo>
                    <a:pt x="401576" y="230458"/>
                  </a:lnTo>
                  <a:lnTo>
                    <a:pt x="404039" y="225711"/>
                  </a:lnTo>
                  <a:lnTo>
                    <a:pt x="406503" y="220884"/>
                  </a:lnTo>
                  <a:lnTo>
                    <a:pt x="408967" y="215963"/>
                  </a:lnTo>
                  <a:lnTo>
                    <a:pt x="411430" y="210959"/>
                  </a:lnTo>
                  <a:lnTo>
                    <a:pt x="413894" y="205887"/>
                  </a:lnTo>
                  <a:lnTo>
                    <a:pt x="416358" y="200751"/>
                  </a:lnTo>
                  <a:lnTo>
                    <a:pt x="418821" y="195545"/>
                  </a:lnTo>
                  <a:lnTo>
                    <a:pt x="421285" y="190265"/>
                  </a:lnTo>
                  <a:lnTo>
                    <a:pt x="423749" y="184933"/>
                  </a:lnTo>
                  <a:lnTo>
                    <a:pt x="426212" y="179552"/>
                  </a:lnTo>
                  <a:lnTo>
                    <a:pt x="428676" y="174125"/>
                  </a:lnTo>
                  <a:lnTo>
                    <a:pt x="431140" y="168641"/>
                  </a:lnTo>
                  <a:lnTo>
                    <a:pt x="433603" y="163122"/>
                  </a:lnTo>
                  <a:lnTo>
                    <a:pt x="436067" y="157573"/>
                  </a:lnTo>
                  <a:lnTo>
                    <a:pt x="438531" y="151996"/>
                  </a:lnTo>
                  <a:lnTo>
                    <a:pt x="440994" y="146392"/>
                  </a:lnTo>
                  <a:lnTo>
                    <a:pt x="443458" y="140772"/>
                  </a:lnTo>
                  <a:lnTo>
                    <a:pt x="445922" y="135143"/>
                  </a:lnTo>
                  <a:lnTo>
                    <a:pt x="448385" y="129510"/>
                  </a:lnTo>
                  <a:lnTo>
                    <a:pt x="450849" y="123879"/>
                  </a:lnTo>
                  <a:lnTo>
                    <a:pt x="453312" y="118260"/>
                  </a:lnTo>
                  <a:lnTo>
                    <a:pt x="455776" y="112660"/>
                  </a:lnTo>
                  <a:lnTo>
                    <a:pt x="458240" y="107082"/>
                  </a:lnTo>
                  <a:lnTo>
                    <a:pt x="460703" y="101536"/>
                  </a:lnTo>
                  <a:lnTo>
                    <a:pt x="463167" y="96044"/>
                  </a:lnTo>
                  <a:lnTo>
                    <a:pt x="465631" y="90601"/>
                  </a:lnTo>
                  <a:lnTo>
                    <a:pt x="468094" y="85214"/>
                  </a:lnTo>
                  <a:lnTo>
                    <a:pt x="470558" y="79889"/>
                  </a:lnTo>
                  <a:lnTo>
                    <a:pt x="473022" y="74665"/>
                  </a:lnTo>
                  <a:lnTo>
                    <a:pt x="475485" y="69531"/>
                  </a:lnTo>
                  <a:lnTo>
                    <a:pt x="477949" y="64491"/>
                  </a:lnTo>
                  <a:lnTo>
                    <a:pt x="480413" y="59550"/>
                  </a:lnTo>
                  <a:lnTo>
                    <a:pt x="482876" y="54747"/>
                  </a:lnTo>
                  <a:lnTo>
                    <a:pt x="485340" y="50090"/>
                  </a:lnTo>
                  <a:lnTo>
                    <a:pt x="487804" y="45566"/>
                  </a:lnTo>
                  <a:lnTo>
                    <a:pt x="490267" y="41181"/>
                  </a:lnTo>
                  <a:lnTo>
                    <a:pt x="492731" y="36964"/>
                  </a:lnTo>
                  <a:lnTo>
                    <a:pt x="495195" y="32958"/>
                  </a:lnTo>
                  <a:lnTo>
                    <a:pt x="497658" y="29125"/>
                  </a:lnTo>
                  <a:lnTo>
                    <a:pt x="500122" y="25471"/>
                  </a:lnTo>
                  <a:lnTo>
                    <a:pt x="502586" y="22003"/>
                  </a:lnTo>
                  <a:lnTo>
                    <a:pt x="505049" y="18816"/>
                  </a:lnTo>
                  <a:lnTo>
                    <a:pt x="507513" y="15839"/>
                  </a:lnTo>
                  <a:lnTo>
                    <a:pt x="509977" y="13076"/>
                  </a:lnTo>
                  <a:lnTo>
                    <a:pt x="512440" y="10533"/>
                  </a:lnTo>
                  <a:lnTo>
                    <a:pt x="514904" y="8286"/>
                  </a:lnTo>
                  <a:lnTo>
                    <a:pt x="517368" y="6308"/>
                  </a:lnTo>
                  <a:lnTo>
                    <a:pt x="519831" y="4572"/>
                  </a:lnTo>
                  <a:lnTo>
                    <a:pt x="522295" y="3082"/>
                  </a:lnTo>
                  <a:lnTo>
                    <a:pt x="524759" y="1887"/>
                  </a:lnTo>
                  <a:lnTo>
                    <a:pt x="527222" y="1017"/>
                  </a:lnTo>
                  <a:lnTo>
                    <a:pt x="529686" y="409"/>
                  </a:lnTo>
                  <a:lnTo>
                    <a:pt x="532150" y="64"/>
                  </a:lnTo>
                  <a:lnTo>
                    <a:pt x="534613" y="0"/>
                  </a:lnTo>
                  <a:lnTo>
                    <a:pt x="537077" y="309"/>
                  </a:lnTo>
                  <a:lnTo>
                    <a:pt x="539541" y="889"/>
                  </a:lnTo>
                  <a:lnTo>
                    <a:pt x="542004" y="1742"/>
                  </a:lnTo>
                  <a:lnTo>
                    <a:pt x="544468" y="2868"/>
                  </a:lnTo>
                  <a:lnTo>
                    <a:pt x="546931" y="4365"/>
                  </a:lnTo>
                  <a:lnTo>
                    <a:pt x="549395" y="6156"/>
                  </a:lnTo>
                  <a:lnTo>
                    <a:pt x="551859" y="8218"/>
                  </a:lnTo>
                  <a:lnTo>
                    <a:pt x="554322" y="10551"/>
                  </a:lnTo>
                  <a:lnTo>
                    <a:pt x="556786" y="13215"/>
                  </a:lnTo>
                  <a:lnTo>
                    <a:pt x="559250" y="16199"/>
                  </a:lnTo>
                  <a:lnTo>
                    <a:pt x="561713" y="19446"/>
                  </a:lnTo>
                  <a:lnTo>
                    <a:pt x="564177" y="22952"/>
                  </a:lnTo>
                  <a:lnTo>
                    <a:pt x="566641" y="26742"/>
                  </a:lnTo>
                  <a:lnTo>
                    <a:pt x="569104" y="30866"/>
                  </a:lnTo>
                  <a:lnTo>
                    <a:pt x="571568" y="35235"/>
                  </a:lnTo>
                  <a:lnTo>
                    <a:pt x="574032" y="39846"/>
                  </a:lnTo>
                  <a:lnTo>
                    <a:pt x="576495" y="44694"/>
                  </a:lnTo>
                  <a:lnTo>
                    <a:pt x="578959" y="49866"/>
                  </a:lnTo>
                  <a:lnTo>
                    <a:pt x="581423" y="55263"/>
                  </a:lnTo>
                  <a:lnTo>
                    <a:pt x="583886" y="60874"/>
                  </a:lnTo>
                  <a:lnTo>
                    <a:pt x="586350" y="66694"/>
                  </a:lnTo>
                  <a:lnTo>
                    <a:pt x="588814" y="72771"/>
                  </a:lnTo>
                  <a:lnTo>
                    <a:pt x="591277" y="79064"/>
                  </a:lnTo>
                  <a:lnTo>
                    <a:pt x="593741" y="85536"/>
                  </a:lnTo>
                  <a:lnTo>
                    <a:pt x="596205" y="92181"/>
                  </a:lnTo>
                  <a:lnTo>
                    <a:pt x="598668" y="99014"/>
                  </a:lnTo>
                  <a:lnTo>
                    <a:pt x="601132" y="106037"/>
                  </a:lnTo>
                  <a:lnTo>
                    <a:pt x="603596" y="113196"/>
                  </a:lnTo>
                  <a:lnTo>
                    <a:pt x="606059" y="120483"/>
                  </a:lnTo>
                  <a:lnTo>
                    <a:pt x="608523" y="127893"/>
                  </a:lnTo>
                  <a:lnTo>
                    <a:pt x="610987" y="135447"/>
                  </a:lnTo>
                  <a:lnTo>
                    <a:pt x="613450" y="143088"/>
                  </a:lnTo>
                  <a:lnTo>
                    <a:pt x="615914" y="150806"/>
                  </a:lnTo>
                  <a:lnTo>
                    <a:pt x="618378" y="158592"/>
                  </a:lnTo>
                  <a:lnTo>
                    <a:pt x="620841" y="166449"/>
                  </a:lnTo>
                  <a:lnTo>
                    <a:pt x="623305" y="174343"/>
                  </a:lnTo>
                  <a:lnTo>
                    <a:pt x="625769" y="182262"/>
                  </a:lnTo>
                  <a:lnTo>
                    <a:pt x="628232" y="190194"/>
                  </a:lnTo>
                  <a:lnTo>
                    <a:pt x="630696" y="198127"/>
                  </a:lnTo>
                  <a:lnTo>
                    <a:pt x="633159" y="206040"/>
                  </a:lnTo>
                  <a:lnTo>
                    <a:pt x="635623" y="213923"/>
                  </a:lnTo>
                  <a:lnTo>
                    <a:pt x="638087" y="221768"/>
                  </a:lnTo>
                  <a:lnTo>
                    <a:pt x="640550" y="229559"/>
                  </a:lnTo>
                  <a:lnTo>
                    <a:pt x="643014" y="237262"/>
                  </a:lnTo>
                  <a:lnTo>
                    <a:pt x="645478" y="244887"/>
                  </a:lnTo>
                  <a:lnTo>
                    <a:pt x="647941" y="252425"/>
                  </a:lnTo>
                  <a:lnTo>
                    <a:pt x="650405" y="259870"/>
                  </a:lnTo>
                  <a:lnTo>
                    <a:pt x="652869" y="267165"/>
                  </a:lnTo>
                  <a:lnTo>
                    <a:pt x="655332" y="274337"/>
                  </a:lnTo>
                  <a:lnTo>
                    <a:pt x="657796" y="281384"/>
                  </a:lnTo>
                  <a:lnTo>
                    <a:pt x="660260" y="288299"/>
                  </a:lnTo>
                  <a:lnTo>
                    <a:pt x="662723" y="295037"/>
                  </a:lnTo>
                  <a:lnTo>
                    <a:pt x="665187" y="301603"/>
                  </a:lnTo>
                  <a:lnTo>
                    <a:pt x="667651" y="308016"/>
                  </a:lnTo>
                  <a:lnTo>
                    <a:pt x="670114" y="314272"/>
                  </a:lnTo>
                  <a:lnTo>
                    <a:pt x="672578" y="320343"/>
                  </a:lnTo>
                  <a:lnTo>
                    <a:pt x="675042" y="326199"/>
                  </a:lnTo>
                  <a:lnTo>
                    <a:pt x="677505" y="331886"/>
                  </a:lnTo>
                  <a:lnTo>
                    <a:pt x="679969" y="337401"/>
                  </a:lnTo>
                  <a:lnTo>
                    <a:pt x="682433" y="342740"/>
                  </a:lnTo>
                  <a:lnTo>
                    <a:pt x="684896" y="347833"/>
                  </a:lnTo>
                  <a:lnTo>
                    <a:pt x="687360" y="352750"/>
                  </a:lnTo>
                  <a:lnTo>
                    <a:pt x="689824" y="357494"/>
                  </a:lnTo>
                  <a:lnTo>
                    <a:pt x="692287" y="362063"/>
                  </a:lnTo>
                  <a:lnTo>
                    <a:pt x="694751" y="366402"/>
                  </a:lnTo>
                  <a:lnTo>
                    <a:pt x="697215" y="370553"/>
                  </a:lnTo>
                  <a:lnTo>
                    <a:pt x="699678" y="374536"/>
                  </a:lnTo>
                  <a:lnTo>
                    <a:pt x="702142" y="378352"/>
                  </a:lnTo>
                  <a:lnTo>
                    <a:pt x="704606" y="381971"/>
                  </a:lnTo>
                  <a:lnTo>
                    <a:pt x="707069" y="385394"/>
                  </a:lnTo>
                  <a:lnTo>
                    <a:pt x="709533" y="388661"/>
                  </a:lnTo>
                  <a:lnTo>
                    <a:pt x="711997" y="391776"/>
                  </a:lnTo>
                  <a:lnTo>
                    <a:pt x="714460" y="394730"/>
                  </a:lnTo>
                  <a:lnTo>
                    <a:pt x="716924" y="397489"/>
                  </a:lnTo>
                  <a:lnTo>
                    <a:pt x="719388" y="400110"/>
                  </a:lnTo>
                  <a:lnTo>
                    <a:pt x="721851" y="402596"/>
                  </a:lnTo>
                  <a:lnTo>
                    <a:pt x="724315" y="404952"/>
                  </a:lnTo>
                  <a:lnTo>
                    <a:pt x="726778" y="407134"/>
                  </a:lnTo>
                  <a:lnTo>
                    <a:pt x="729242" y="409192"/>
                  </a:lnTo>
                  <a:lnTo>
                    <a:pt x="731706" y="411136"/>
                  </a:lnTo>
                  <a:lnTo>
                    <a:pt x="734169" y="412968"/>
                  </a:lnTo>
                  <a:lnTo>
                    <a:pt x="736633" y="414667"/>
                  </a:lnTo>
                  <a:lnTo>
                    <a:pt x="739097" y="416250"/>
                  </a:lnTo>
                  <a:lnTo>
                    <a:pt x="741560" y="417737"/>
                  </a:lnTo>
                  <a:lnTo>
                    <a:pt x="744024" y="419134"/>
                  </a:lnTo>
                  <a:lnTo>
                    <a:pt x="746488" y="420432"/>
                  </a:lnTo>
                  <a:lnTo>
                    <a:pt x="748951" y="421625"/>
                  </a:lnTo>
                  <a:lnTo>
                    <a:pt x="751415" y="422742"/>
                  </a:lnTo>
                  <a:lnTo>
                    <a:pt x="753879" y="423786"/>
                  </a:lnTo>
                  <a:lnTo>
                    <a:pt x="756342" y="424759"/>
                  </a:lnTo>
                  <a:lnTo>
                    <a:pt x="758806" y="425641"/>
                  </a:lnTo>
                  <a:lnTo>
                    <a:pt x="761270" y="426463"/>
                  </a:lnTo>
                  <a:lnTo>
                    <a:pt x="763733" y="427229"/>
                  </a:lnTo>
                  <a:lnTo>
                    <a:pt x="766197" y="427940"/>
                  </a:lnTo>
                  <a:lnTo>
                    <a:pt x="768661" y="428586"/>
                  </a:lnTo>
                  <a:lnTo>
                    <a:pt x="771124" y="429180"/>
                  </a:lnTo>
                  <a:lnTo>
                    <a:pt x="773588" y="429730"/>
                  </a:lnTo>
                  <a:lnTo>
                    <a:pt x="776052" y="430240"/>
                  </a:lnTo>
                  <a:lnTo>
                    <a:pt x="778515" y="430705"/>
                  </a:lnTo>
                  <a:lnTo>
                    <a:pt x="780979" y="431126"/>
                  </a:lnTo>
                  <a:lnTo>
                    <a:pt x="783443" y="431515"/>
                  </a:lnTo>
                  <a:lnTo>
                    <a:pt x="785906" y="431873"/>
                  </a:lnTo>
                  <a:lnTo>
                    <a:pt x="788370" y="432201"/>
                  </a:lnTo>
                  <a:lnTo>
                    <a:pt x="790834" y="432494"/>
                  </a:lnTo>
                  <a:lnTo>
                    <a:pt x="793297" y="432763"/>
                  </a:lnTo>
                  <a:lnTo>
                    <a:pt x="795761" y="433010"/>
                  </a:lnTo>
                  <a:lnTo>
                    <a:pt x="798225" y="433237"/>
                  </a:lnTo>
                  <a:lnTo>
                    <a:pt x="800688" y="433437"/>
                  </a:lnTo>
                  <a:lnTo>
                    <a:pt x="803152" y="433620"/>
                  </a:lnTo>
                  <a:lnTo>
                    <a:pt x="805616" y="433787"/>
                  </a:lnTo>
                  <a:lnTo>
                    <a:pt x="808079" y="433939"/>
                  </a:lnTo>
                  <a:lnTo>
                    <a:pt x="810543" y="434074"/>
                  </a:lnTo>
                  <a:lnTo>
                    <a:pt x="813006" y="434195"/>
                  </a:lnTo>
                  <a:lnTo>
                    <a:pt x="815470" y="434306"/>
                  </a:lnTo>
                  <a:lnTo>
                    <a:pt x="817934" y="434406"/>
                  </a:lnTo>
                  <a:lnTo>
                    <a:pt x="820397" y="434495"/>
                  </a:lnTo>
                  <a:lnTo>
                    <a:pt x="822861" y="434573"/>
                  </a:lnTo>
                  <a:lnTo>
                    <a:pt x="825325" y="434644"/>
                  </a:lnTo>
                  <a:lnTo>
                    <a:pt x="827788" y="434709"/>
                  </a:lnTo>
                  <a:lnTo>
                    <a:pt x="830252" y="434766"/>
                  </a:lnTo>
                  <a:lnTo>
                    <a:pt x="832716" y="434816"/>
                  </a:lnTo>
                  <a:lnTo>
                    <a:pt x="835179" y="434860"/>
                  </a:lnTo>
                  <a:lnTo>
                    <a:pt x="837643" y="434900"/>
                  </a:lnTo>
                  <a:lnTo>
                    <a:pt x="840107" y="434936"/>
                  </a:lnTo>
                  <a:lnTo>
                    <a:pt x="842570" y="434967"/>
                  </a:lnTo>
                  <a:lnTo>
                    <a:pt x="845034" y="434994"/>
                  </a:lnTo>
                  <a:lnTo>
                    <a:pt x="847498" y="435018"/>
                  </a:lnTo>
                  <a:lnTo>
                    <a:pt x="849961" y="435040"/>
                  </a:lnTo>
                  <a:lnTo>
                    <a:pt x="852425" y="435058"/>
                  </a:lnTo>
                  <a:lnTo>
                    <a:pt x="854889" y="435074"/>
                  </a:lnTo>
                  <a:lnTo>
                    <a:pt x="857352" y="435089"/>
                  </a:lnTo>
                  <a:lnTo>
                    <a:pt x="859816" y="435101"/>
                  </a:lnTo>
                  <a:lnTo>
                    <a:pt x="862280" y="435112"/>
                  </a:lnTo>
                  <a:lnTo>
                    <a:pt x="864743" y="435121"/>
                  </a:lnTo>
                  <a:lnTo>
                    <a:pt x="867207" y="435129"/>
                  </a:lnTo>
                  <a:lnTo>
                    <a:pt x="869671" y="435136"/>
                  </a:lnTo>
                  <a:lnTo>
                    <a:pt x="872134" y="435143"/>
                  </a:lnTo>
                  <a:lnTo>
                    <a:pt x="874598" y="435148"/>
                  </a:lnTo>
                  <a:lnTo>
                    <a:pt x="877062" y="435152"/>
                  </a:lnTo>
                  <a:lnTo>
                    <a:pt x="879525" y="435156"/>
                  </a:lnTo>
                  <a:lnTo>
                    <a:pt x="881989" y="435159"/>
                  </a:lnTo>
                  <a:lnTo>
                    <a:pt x="884453" y="435162"/>
                  </a:lnTo>
                  <a:lnTo>
                    <a:pt x="886916" y="435164"/>
                  </a:lnTo>
                  <a:lnTo>
                    <a:pt x="889380" y="435166"/>
                  </a:lnTo>
                  <a:lnTo>
                    <a:pt x="891844" y="435168"/>
                  </a:lnTo>
                  <a:lnTo>
                    <a:pt x="894307" y="435170"/>
                  </a:lnTo>
                  <a:lnTo>
                    <a:pt x="896771" y="435171"/>
                  </a:lnTo>
                  <a:lnTo>
                    <a:pt x="899235" y="435172"/>
                  </a:lnTo>
                  <a:lnTo>
                    <a:pt x="901698" y="435173"/>
                  </a:lnTo>
                  <a:lnTo>
                    <a:pt x="904162" y="435173"/>
                  </a:lnTo>
                  <a:lnTo>
                    <a:pt x="906625" y="435174"/>
                  </a:lnTo>
                  <a:lnTo>
                    <a:pt x="909089" y="435175"/>
                  </a:lnTo>
                  <a:lnTo>
                    <a:pt x="911553" y="435175"/>
                  </a:lnTo>
                  <a:lnTo>
                    <a:pt x="914016" y="435175"/>
                  </a:lnTo>
                  <a:lnTo>
                    <a:pt x="916480" y="435176"/>
                  </a:lnTo>
                  <a:lnTo>
                    <a:pt x="918944" y="435176"/>
                  </a:lnTo>
                  <a:lnTo>
                    <a:pt x="921407" y="435176"/>
                  </a:lnTo>
                  <a:lnTo>
                    <a:pt x="923871" y="435176"/>
                  </a:lnTo>
                  <a:lnTo>
                    <a:pt x="926335" y="435176"/>
                  </a:lnTo>
                  <a:lnTo>
                    <a:pt x="928798" y="435176"/>
                  </a:lnTo>
                  <a:lnTo>
                    <a:pt x="931262" y="435177"/>
                  </a:lnTo>
                  <a:lnTo>
                    <a:pt x="933726" y="435177"/>
                  </a:lnTo>
                  <a:lnTo>
                    <a:pt x="936189" y="435177"/>
                  </a:lnTo>
                  <a:lnTo>
                    <a:pt x="938653" y="435177"/>
                  </a:lnTo>
                  <a:lnTo>
                    <a:pt x="941117" y="435177"/>
                  </a:lnTo>
                  <a:lnTo>
                    <a:pt x="943580" y="435177"/>
                  </a:lnTo>
                  <a:lnTo>
                    <a:pt x="946044" y="435177"/>
                  </a:lnTo>
                  <a:lnTo>
                    <a:pt x="948508" y="435177"/>
                  </a:lnTo>
                  <a:lnTo>
                    <a:pt x="950971" y="435177"/>
                  </a:lnTo>
                  <a:lnTo>
                    <a:pt x="953435" y="435177"/>
                  </a:lnTo>
                  <a:lnTo>
                    <a:pt x="955899" y="435177"/>
                  </a:lnTo>
                  <a:lnTo>
                    <a:pt x="958362" y="435177"/>
                  </a:lnTo>
                  <a:lnTo>
                    <a:pt x="960826" y="435177"/>
                  </a:lnTo>
                  <a:lnTo>
                    <a:pt x="963290" y="435177"/>
                  </a:lnTo>
                  <a:lnTo>
                    <a:pt x="965753" y="435177"/>
                  </a:lnTo>
                  <a:lnTo>
                    <a:pt x="968217" y="435176"/>
                  </a:lnTo>
                  <a:lnTo>
                    <a:pt x="970681" y="435176"/>
                  </a:lnTo>
                  <a:lnTo>
                    <a:pt x="973144" y="435176"/>
                  </a:lnTo>
                  <a:lnTo>
                    <a:pt x="975608" y="435176"/>
                  </a:lnTo>
                  <a:lnTo>
                    <a:pt x="978072" y="435176"/>
                  </a:lnTo>
                  <a:lnTo>
                    <a:pt x="980535" y="435176"/>
                  </a:lnTo>
                  <a:lnTo>
                    <a:pt x="982999" y="435176"/>
                  </a:lnTo>
                  <a:lnTo>
                    <a:pt x="985463" y="435175"/>
                  </a:lnTo>
                  <a:lnTo>
                    <a:pt x="987926" y="435175"/>
                  </a:lnTo>
                  <a:lnTo>
                    <a:pt x="990390" y="435175"/>
                  </a:lnTo>
                  <a:lnTo>
                    <a:pt x="992853" y="435174"/>
                  </a:lnTo>
                  <a:lnTo>
                    <a:pt x="995317" y="435174"/>
                  </a:lnTo>
                  <a:lnTo>
                    <a:pt x="997781" y="435173"/>
                  </a:lnTo>
                  <a:lnTo>
                    <a:pt x="1000244" y="435173"/>
                  </a:lnTo>
                  <a:lnTo>
                    <a:pt x="1002708" y="435172"/>
                  </a:lnTo>
                  <a:lnTo>
                    <a:pt x="1005172" y="435171"/>
                  </a:lnTo>
                  <a:lnTo>
                    <a:pt x="1007635" y="435170"/>
                  </a:lnTo>
                  <a:lnTo>
                    <a:pt x="1010099" y="435168"/>
                  </a:lnTo>
                  <a:lnTo>
                    <a:pt x="1012563" y="435167"/>
                  </a:lnTo>
                  <a:lnTo>
                    <a:pt x="1015026" y="435165"/>
                  </a:lnTo>
                  <a:lnTo>
                    <a:pt x="1017490" y="435163"/>
                  </a:lnTo>
                  <a:lnTo>
                    <a:pt x="1019954" y="435161"/>
                  </a:lnTo>
                  <a:lnTo>
                    <a:pt x="1022417" y="435159"/>
                  </a:lnTo>
                  <a:lnTo>
                    <a:pt x="1024881" y="435156"/>
                  </a:lnTo>
                  <a:lnTo>
                    <a:pt x="1027345" y="435152"/>
                  </a:lnTo>
                  <a:lnTo>
                    <a:pt x="1029808" y="435149"/>
                  </a:lnTo>
                  <a:lnTo>
                    <a:pt x="1032272" y="435144"/>
                  </a:lnTo>
                  <a:lnTo>
                    <a:pt x="1034736" y="435139"/>
                  </a:lnTo>
                  <a:lnTo>
                    <a:pt x="1037199" y="435134"/>
                  </a:lnTo>
                  <a:lnTo>
                    <a:pt x="1039663" y="435128"/>
                  </a:lnTo>
                  <a:lnTo>
                    <a:pt x="1042127" y="435122"/>
                  </a:lnTo>
                  <a:lnTo>
                    <a:pt x="1044590" y="435114"/>
                  </a:lnTo>
                  <a:lnTo>
                    <a:pt x="1047054" y="435106"/>
                  </a:lnTo>
                  <a:lnTo>
                    <a:pt x="1049518" y="435097"/>
                  </a:lnTo>
                  <a:lnTo>
                    <a:pt x="1051981" y="435087"/>
                  </a:lnTo>
                  <a:lnTo>
                    <a:pt x="1054445" y="435076"/>
                  </a:lnTo>
                  <a:lnTo>
                    <a:pt x="1056909" y="435064"/>
                  </a:lnTo>
                  <a:lnTo>
                    <a:pt x="1059372" y="435050"/>
                  </a:lnTo>
                  <a:lnTo>
                    <a:pt x="1061836" y="435036"/>
                  </a:lnTo>
                  <a:lnTo>
                    <a:pt x="1064300" y="435021"/>
                  </a:lnTo>
                  <a:lnTo>
                    <a:pt x="1066763" y="435004"/>
                  </a:lnTo>
                  <a:lnTo>
                    <a:pt x="1069227" y="434986"/>
                  </a:lnTo>
                  <a:lnTo>
                    <a:pt x="1071691" y="434966"/>
                  </a:lnTo>
                  <a:lnTo>
                    <a:pt x="1074154" y="434945"/>
                  </a:lnTo>
                  <a:lnTo>
                    <a:pt x="1076618" y="434923"/>
                  </a:lnTo>
                  <a:lnTo>
                    <a:pt x="1079082" y="434900"/>
                  </a:lnTo>
                  <a:lnTo>
                    <a:pt x="1081545" y="434875"/>
                  </a:lnTo>
                  <a:lnTo>
                    <a:pt x="1084009" y="434849"/>
                  </a:lnTo>
                  <a:lnTo>
                    <a:pt x="1086472" y="434821"/>
                  </a:lnTo>
                  <a:lnTo>
                    <a:pt x="1088936" y="434792"/>
                  </a:lnTo>
                  <a:lnTo>
                    <a:pt x="1091400" y="434761"/>
                  </a:lnTo>
                  <a:lnTo>
                    <a:pt x="1093863" y="434730"/>
                  </a:lnTo>
                  <a:lnTo>
                    <a:pt x="1096327" y="434697"/>
                  </a:lnTo>
                  <a:lnTo>
                    <a:pt x="1098791" y="434664"/>
                  </a:lnTo>
                  <a:lnTo>
                    <a:pt x="1101254" y="434629"/>
                  </a:lnTo>
                  <a:lnTo>
                    <a:pt x="1103718" y="434594"/>
                  </a:lnTo>
                  <a:lnTo>
                    <a:pt x="1106182" y="434558"/>
                  </a:lnTo>
                  <a:lnTo>
                    <a:pt x="1108645" y="434522"/>
                  </a:lnTo>
                  <a:lnTo>
                    <a:pt x="1111109" y="434485"/>
                  </a:lnTo>
                  <a:lnTo>
                    <a:pt x="1113573" y="434449"/>
                  </a:lnTo>
                  <a:lnTo>
                    <a:pt x="1116036" y="434412"/>
                  </a:lnTo>
                  <a:lnTo>
                    <a:pt x="1118500" y="434376"/>
                  </a:lnTo>
                  <a:lnTo>
                    <a:pt x="1120964" y="434340"/>
                  </a:lnTo>
                  <a:lnTo>
                    <a:pt x="1123427" y="434305"/>
                  </a:lnTo>
                  <a:lnTo>
                    <a:pt x="1125891" y="434270"/>
                  </a:lnTo>
                  <a:lnTo>
                    <a:pt x="1128355" y="434237"/>
                  </a:lnTo>
                  <a:lnTo>
                    <a:pt x="1130818" y="434206"/>
                  </a:lnTo>
                  <a:lnTo>
                    <a:pt x="1133282" y="434176"/>
                  </a:lnTo>
                  <a:lnTo>
                    <a:pt x="1135746" y="434147"/>
                  </a:lnTo>
                  <a:lnTo>
                    <a:pt x="1138209" y="434121"/>
                  </a:lnTo>
                  <a:lnTo>
                    <a:pt x="1140673" y="434097"/>
                  </a:lnTo>
                  <a:lnTo>
                    <a:pt x="1143137" y="434075"/>
                  </a:lnTo>
                  <a:lnTo>
                    <a:pt x="1145600" y="434056"/>
                  </a:lnTo>
                  <a:lnTo>
                    <a:pt x="1148064" y="434039"/>
                  </a:lnTo>
                  <a:lnTo>
                    <a:pt x="1150528" y="434025"/>
                  </a:lnTo>
                  <a:lnTo>
                    <a:pt x="1152991" y="434015"/>
                  </a:lnTo>
                  <a:lnTo>
                    <a:pt x="1155455" y="434007"/>
                  </a:lnTo>
                  <a:lnTo>
                    <a:pt x="1157919" y="434001"/>
                  </a:lnTo>
                  <a:lnTo>
                    <a:pt x="1160382" y="434000"/>
                  </a:lnTo>
                  <a:lnTo>
                    <a:pt x="1162846" y="434002"/>
                  </a:lnTo>
                  <a:lnTo>
                    <a:pt x="1165310" y="434006"/>
                  </a:lnTo>
                  <a:lnTo>
                    <a:pt x="1167773" y="434014"/>
                  </a:lnTo>
                  <a:lnTo>
                    <a:pt x="1170237" y="434024"/>
                  </a:lnTo>
                  <a:lnTo>
                    <a:pt x="1172701" y="434038"/>
                  </a:lnTo>
                  <a:lnTo>
                    <a:pt x="1175164" y="434055"/>
                  </a:lnTo>
                  <a:lnTo>
                    <a:pt x="1177628" y="434073"/>
                  </a:lnTo>
                  <a:lnTo>
                    <a:pt x="1180091" y="434095"/>
                  </a:lnTo>
                  <a:lnTo>
                    <a:pt x="1182555" y="434119"/>
                  </a:lnTo>
                  <a:lnTo>
                    <a:pt x="1185019" y="434145"/>
                  </a:lnTo>
                  <a:lnTo>
                    <a:pt x="1187482" y="434174"/>
                  </a:lnTo>
                  <a:lnTo>
                    <a:pt x="1189946" y="434203"/>
                  </a:lnTo>
                  <a:lnTo>
                    <a:pt x="1192410" y="434235"/>
                  </a:lnTo>
                  <a:lnTo>
                    <a:pt x="1194873" y="434268"/>
                  </a:lnTo>
                  <a:lnTo>
                    <a:pt x="1197337" y="434302"/>
                  </a:lnTo>
                  <a:lnTo>
                    <a:pt x="1199801" y="434337"/>
                  </a:lnTo>
                  <a:lnTo>
                    <a:pt x="1202264" y="434373"/>
                  </a:lnTo>
                  <a:lnTo>
                    <a:pt x="1204728" y="434410"/>
                  </a:lnTo>
                  <a:lnTo>
                    <a:pt x="1207192" y="434446"/>
                  </a:lnTo>
                  <a:lnTo>
                    <a:pt x="1209655" y="434483"/>
                  </a:lnTo>
                  <a:lnTo>
                    <a:pt x="1212119" y="434520"/>
                  </a:lnTo>
                  <a:lnTo>
                    <a:pt x="1214583" y="434556"/>
                  </a:lnTo>
                  <a:lnTo>
                    <a:pt x="1217046" y="434592"/>
                  </a:lnTo>
                  <a:lnTo>
                    <a:pt x="1219510" y="434627"/>
                  </a:lnTo>
                  <a:lnTo>
                    <a:pt x="1221974" y="434662"/>
                  </a:lnTo>
                  <a:lnTo>
                    <a:pt x="1224437" y="434695"/>
                  </a:lnTo>
                  <a:lnTo>
                    <a:pt x="1226901" y="434728"/>
                  </a:lnTo>
                  <a:lnTo>
                    <a:pt x="1229365" y="434759"/>
                  </a:lnTo>
                  <a:lnTo>
                    <a:pt x="1231828" y="434790"/>
                  </a:lnTo>
                  <a:lnTo>
                    <a:pt x="1234292" y="434819"/>
                  </a:lnTo>
                  <a:lnTo>
                    <a:pt x="1236756" y="434846"/>
                  </a:lnTo>
                  <a:lnTo>
                    <a:pt x="1239219" y="434873"/>
                  </a:lnTo>
                  <a:lnTo>
                    <a:pt x="1241683" y="434898"/>
                  </a:lnTo>
                  <a:lnTo>
                    <a:pt x="1244147" y="434922"/>
                  </a:lnTo>
                  <a:lnTo>
                    <a:pt x="1246610" y="434944"/>
                  </a:lnTo>
                  <a:lnTo>
                    <a:pt x="1249074" y="434965"/>
                  </a:lnTo>
                  <a:lnTo>
                    <a:pt x="1251538" y="434984"/>
                  </a:lnTo>
                  <a:lnTo>
                    <a:pt x="1254001" y="435003"/>
                  </a:lnTo>
                  <a:lnTo>
                    <a:pt x="1256465" y="435019"/>
                  </a:lnTo>
                  <a:lnTo>
                    <a:pt x="1258929" y="435035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5481616" y="1845834"/>
              <a:ext cx="1258929" cy="279952"/>
            </a:xfrm>
            <a:custGeom>
              <a:avLst/>
              <a:pathLst>
                <a:path w="1258929" h="279952">
                  <a:moveTo>
                    <a:pt x="0" y="279232"/>
                  </a:moveTo>
                  <a:lnTo>
                    <a:pt x="2463" y="279181"/>
                  </a:lnTo>
                  <a:lnTo>
                    <a:pt x="4927" y="279128"/>
                  </a:lnTo>
                  <a:lnTo>
                    <a:pt x="7390" y="279072"/>
                  </a:lnTo>
                  <a:lnTo>
                    <a:pt x="9854" y="279012"/>
                  </a:lnTo>
                  <a:lnTo>
                    <a:pt x="12318" y="278950"/>
                  </a:lnTo>
                  <a:lnTo>
                    <a:pt x="14781" y="278885"/>
                  </a:lnTo>
                  <a:lnTo>
                    <a:pt x="17245" y="278816"/>
                  </a:lnTo>
                  <a:lnTo>
                    <a:pt x="19709" y="278745"/>
                  </a:lnTo>
                  <a:lnTo>
                    <a:pt x="22172" y="278670"/>
                  </a:lnTo>
                  <a:lnTo>
                    <a:pt x="24636" y="278591"/>
                  </a:lnTo>
                  <a:lnTo>
                    <a:pt x="27100" y="278509"/>
                  </a:lnTo>
                  <a:lnTo>
                    <a:pt x="29563" y="278424"/>
                  </a:lnTo>
                  <a:lnTo>
                    <a:pt x="32027" y="278334"/>
                  </a:lnTo>
                  <a:lnTo>
                    <a:pt x="34491" y="278241"/>
                  </a:lnTo>
                  <a:lnTo>
                    <a:pt x="36954" y="278145"/>
                  </a:lnTo>
                  <a:lnTo>
                    <a:pt x="39418" y="278045"/>
                  </a:lnTo>
                  <a:lnTo>
                    <a:pt x="41882" y="277940"/>
                  </a:lnTo>
                  <a:lnTo>
                    <a:pt x="44345" y="277833"/>
                  </a:lnTo>
                  <a:lnTo>
                    <a:pt x="46809" y="277721"/>
                  </a:lnTo>
                  <a:lnTo>
                    <a:pt x="49273" y="277604"/>
                  </a:lnTo>
                  <a:lnTo>
                    <a:pt x="51736" y="277485"/>
                  </a:lnTo>
                  <a:lnTo>
                    <a:pt x="54200" y="277362"/>
                  </a:lnTo>
                  <a:lnTo>
                    <a:pt x="56664" y="277233"/>
                  </a:lnTo>
                  <a:lnTo>
                    <a:pt x="59127" y="277102"/>
                  </a:lnTo>
                  <a:lnTo>
                    <a:pt x="61591" y="276967"/>
                  </a:lnTo>
                  <a:lnTo>
                    <a:pt x="64055" y="276826"/>
                  </a:lnTo>
                  <a:lnTo>
                    <a:pt x="66518" y="276683"/>
                  </a:lnTo>
                  <a:lnTo>
                    <a:pt x="68982" y="276536"/>
                  </a:lnTo>
                  <a:lnTo>
                    <a:pt x="71446" y="276383"/>
                  </a:lnTo>
                  <a:lnTo>
                    <a:pt x="73909" y="276227"/>
                  </a:lnTo>
                  <a:lnTo>
                    <a:pt x="76373" y="276068"/>
                  </a:lnTo>
                  <a:lnTo>
                    <a:pt x="78837" y="275903"/>
                  </a:lnTo>
                  <a:lnTo>
                    <a:pt x="81300" y="275735"/>
                  </a:lnTo>
                  <a:lnTo>
                    <a:pt x="83764" y="275563"/>
                  </a:lnTo>
                  <a:lnTo>
                    <a:pt x="86228" y="275386"/>
                  </a:lnTo>
                  <a:lnTo>
                    <a:pt x="88691" y="275206"/>
                  </a:lnTo>
                  <a:lnTo>
                    <a:pt x="91155" y="275022"/>
                  </a:lnTo>
                  <a:lnTo>
                    <a:pt x="93618" y="274833"/>
                  </a:lnTo>
                  <a:lnTo>
                    <a:pt x="96082" y="274640"/>
                  </a:lnTo>
                  <a:lnTo>
                    <a:pt x="98546" y="274444"/>
                  </a:lnTo>
                  <a:lnTo>
                    <a:pt x="101009" y="274243"/>
                  </a:lnTo>
                  <a:lnTo>
                    <a:pt x="103473" y="274038"/>
                  </a:lnTo>
                  <a:lnTo>
                    <a:pt x="105937" y="273829"/>
                  </a:lnTo>
                  <a:lnTo>
                    <a:pt x="108400" y="273616"/>
                  </a:lnTo>
                  <a:lnTo>
                    <a:pt x="110864" y="273397"/>
                  </a:lnTo>
                  <a:lnTo>
                    <a:pt x="113328" y="273175"/>
                  </a:lnTo>
                  <a:lnTo>
                    <a:pt x="115791" y="272949"/>
                  </a:lnTo>
                  <a:lnTo>
                    <a:pt x="118255" y="272717"/>
                  </a:lnTo>
                  <a:lnTo>
                    <a:pt x="120719" y="272481"/>
                  </a:lnTo>
                  <a:lnTo>
                    <a:pt x="123182" y="272241"/>
                  </a:lnTo>
                  <a:lnTo>
                    <a:pt x="125646" y="271994"/>
                  </a:lnTo>
                  <a:lnTo>
                    <a:pt x="128110" y="271743"/>
                  </a:lnTo>
                  <a:lnTo>
                    <a:pt x="130573" y="271488"/>
                  </a:lnTo>
                  <a:lnTo>
                    <a:pt x="133037" y="271227"/>
                  </a:lnTo>
                  <a:lnTo>
                    <a:pt x="135501" y="270960"/>
                  </a:lnTo>
                  <a:lnTo>
                    <a:pt x="137964" y="270688"/>
                  </a:lnTo>
                  <a:lnTo>
                    <a:pt x="140428" y="270410"/>
                  </a:lnTo>
                  <a:lnTo>
                    <a:pt x="142892" y="270125"/>
                  </a:lnTo>
                  <a:lnTo>
                    <a:pt x="145355" y="269836"/>
                  </a:lnTo>
                  <a:lnTo>
                    <a:pt x="147819" y="269539"/>
                  </a:lnTo>
                  <a:lnTo>
                    <a:pt x="150283" y="269235"/>
                  </a:lnTo>
                  <a:lnTo>
                    <a:pt x="152746" y="268925"/>
                  </a:lnTo>
                  <a:lnTo>
                    <a:pt x="155210" y="268608"/>
                  </a:lnTo>
                  <a:lnTo>
                    <a:pt x="157674" y="268282"/>
                  </a:lnTo>
                  <a:lnTo>
                    <a:pt x="160137" y="267950"/>
                  </a:lnTo>
                  <a:lnTo>
                    <a:pt x="162601" y="267611"/>
                  </a:lnTo>
                  <a:lnTo>
                    <a:pt x="165065" y="267261"/>
                  </a:lnTo>
                  <a:lnTo>
                    <a:pt x="167528" y="266904"/>
                  </a:lnTo>
                  <a:lnTo>
                    <a:pt x="169992" y="266540"/>
                  </a:lnTo>
                  <a:lnTo>
                    <a:pt x="172456" y="266163"/>
                  </a:lnTo>
                  <a:lnTo>
                    <a:pt x="174919" y="265779"/>
                  </a:lnTo>
                  <a:lnTo>
                    <a:pt x="177383" y="265388"/>
                  </a:lnTo>
                  <a:lnTo>
                    <a:pt x="179847" y="264983"/>
                  </a:lnTo>
                  <a:lnTo>
                    <a:pt x="182310" y="264569"/>
                  </a:lnTo>
                  <a:lnTo>
                    <a:pt x="184774" y="264147"/>
                  </a:lnTo>
                  <a:lnTo>
                    <a:pt x="187237" y="263712"/>
                  </a:lnTo>
                  <a:lnTo>
                    <a:pt x="189701" y="263266"/>
                  </a:lnTo>
                  <a:lnTo>
                    <a:pt x="192165" y="262811"/>
                  </a:lnTo>
                  <a:lnTo>
                    <a:pt x="194628" y="262344"/>
                  </a:lnTo>
                  <a:lnTo>
                    <a:pt x="197092" y="261863"/>
                  </a:lnTo>
                  <a:lnTo>
                    <a:pt x="199556" y="261373"/>
                  </a:lnTo>
                  <a:lnTo>
                    <a:pt x="202019" y="260872"/>
                  </a:lnTo>
                  <a:lnTo>
                    <a:pt x="204483" y="260355"/>
                  </a:lnTo>
                  <a:lnTo>
                    <a:pt x="206947" y="259829"/>
                  </a:lnTo>
                  <a:lnTo>
                    <a:pt x="209410" y="259291"/>
                  </a:lnTo>
                  <a:lnTo>
                    <a:pt x="211874" y="258737"/>
                  </a:lnTo>
                  <a:lnTo>
                    <a:pt x="214338" y="258172"/>
                  </a:lnTo>
                  <a:lnTo>
                    <a:pt x="216801" y="257598"/>
                  </a:lnTo>
                  <a:lnTo>
                    <a:pt x="219265" y="257005"/>
                  </a:lnTo>
                  <a:lnTo>
                    <a:pt x="221729" y="256402"/>
                  </a:lnTo>
                  <a:lnTo>
                    <a:pt x="224192" y="255788"/>
                  </a:lnTo>
                  <a:lnTo>
                    <a:pt x="226656" y="255157"/>
                  </a:lnTo>
                  <a:lnTo>
                    <a:pt x="229120" y="254515"/>
                  </a:lnTo>
                  <a:lnTo>
                    <a:pt x="231583" y="253862"/>
                  </a:lnTo>
                  <a:lnTo>
                    <a:pt x="234047" y="253194"/>
                  </a:lnTo>
                  <a:lnTo>
                    <a:pt x="236511" y="252512"/>
                  </a:lnTo>
                  <a:lnTo>
                    <a:pt x="238974" y="251821"/>
                  </a:lnTo>
                  <a:lnTo>
                    <a:pt x="241438" y="251115"/>
                  </a:lnTo>
                  <a:lnTo>
                    <a:pt x="243902" y="250396"/>
                  </a:lnTo>
                  <a:lnTo>
                    <a:pt x="246365" y="249666"/>
                  </a:lnTo>
                  <a:lnTo>
                    <a:pt x="248829" y="248925"/>
                  </a:lnTo>
                  <a:lnTo>
                    <a:pt x="251293" y="248169"/>
                  </a:lnTo>
                  <a:lnTo>
                    <a:pt x="253756" y="247403"/>
                  </a:lnTo>
                  <a:lnTo>
                    <a:pt x="256220" y="246627"/>
                  </a:lnTo>
                  <a:lnTo>
                    <a:pt x="258684" y="245836"/>
                  </a:lnTo>
                  <a:lnTo>
                    <a:pt x="261147" y="245036"/>
                  </a:lnTo>
                  <a:lnTo>
                    <a:pt x="263611" y="244227"/>
                  </a:lnTo>
                  <a:lnTo>
                    <a:pt x="266075" y="243403"/>
                  </a:lnTo>
                  <a:lnTo>
                    <a:pt x="268538" y="242571"/>
                  </a:lnTo>
                  <a:lnTo>
                    <a:pt x="271002" y="241731"/>
                  </a:lnTo>
                  <a:lnTo>
                    <a:pt x="273465" y="240877"/>
                  </a:lnTo>
                  <a:lnTo>
                    <a:pt x="275929" y="240016"/>
                  </a:lnTo>
                  <a:lnTo>
                    <a:pt x="278393" y="239147"/>
                  </a:lnTo>
                  <a:lnTo>
                    <a:pt x="280856" y="238267"/>
                  </a:lnTo>
                  <a:lnTo>
                    <a:pt x="283320" y="237378"/>
                  </a:lnTo>
                  <a:lnTo>
                    <a:pt x="285784" y="236483"/>
                  </a:lnTo>
                  <a:lnTo>
                    <a:pt x="288247" y="235579"/>
                  </a:lnTo>
                  <a:lnTo>
                    <a:pt x="290711" y="234666"/>
                  </a:lnTo>
                  <a:lnTo>
                    <a:pt x="293175" y="233748"/>
                  </a:lnTo>
                  <a:lnTo>
                    <a:pt x="295638" y="232822"/>
                  </a:lnTo>
                  <a:lnTo>
                    <a:pt x="298102" y="231887"/>
                  </a:lnTo>
                  <a:lnTo>
                    <a:pt x="300566" y="230947"/>
                  </a:lnTo>
                  <a:lnTo>
                    <a:pt x="303029" y="230001"/>
                  </a:lnTo>
                  <a:lnTo>
                    <a:pt x="305493" y="229047"/>
                  </a:lnTo>
                  <a:lnTo>
                    <a:pt x="307957" y="228088"/>
                  </a:lnTo>
                  <a:lnTo>
                    <a:pt x="310420" y="227124"/>
                  </a:lnTo>
                  <a:lnTo>
                    <a:pt x="312884" y="226151"/>
                  </a:lnTo>
                  <a:lnTo>
                    <a:pt x="315348" y="225175"/>
                  </a:lnTo>
                  <a:lnTo>
                    <a:pt x="317811" y="224193"/>
                  </a:lnTo>
                  <a:lnTo>
                    <a:pt x="320275" y="223204"/>
                  </a:lnTo>
                  <a:lnTo>
                    <a:pt x="322739" y="222211"/>
                  </a:lnTo>
                  <a:lnTo>
                    <a:pt x="325202" y="221212"/>
                  </a:lnTo>
                  <a:lnTo>
                    <a:pt x="327666" y="220207"/>
                  </a:lnTo>
                  <a:lnTo>
                    <a:pt x="330130" y="219196"/>
                  </a:lnTo>
                  <a:lnTo>
                    <a:pt x="332593" y="218181"/>
                  </a:lnTo>
                  <a:lnTo>
                    <a:pt x="335057" y="217159"/>
                  </a:lnTo>
                  <a:lnTo>
                    <a:pt x="337521" y="216130"/>
                  </a:lnTo>
                  <a:lnTo>
                    <a:pt x="339984" y="215096"/>
                  </a:lnTo>
                  <a:lnTo>
                    <a:pt x="342448" y="214056"/>
                  </a:lnTo>
                  <a:lnTo>
                    <a:pt x="344912" y="213007"/>
                  </a:lnTo>
                  <a:lnTo>
                    <a:pt x="347375" y="211953"/>
                  </a:lnTo>
                  <a:lnTo>
                    <a:pt x="349839" y="210892"/>
                  </a:lnTo>
                  <a:lnTo>
                    <a:pt x="352303" y="209821"/>
                  </a:lnTo>
                  <a:lnTo>
                    <a:pt x="354766" y="208744"/>
                  </a:lnTo>
                  <a:lnTo>
                    <a:pt x="357230" y="207659"/>
                  </a:lnTo>
                  <a:lnTo>
                    <a:pt x="359694" y="206562"/>
                  </a:lnTo>
                  <a:lnTo>
                    <a:pt x="362157" y="205456"/>
                  </a:lnTo>
                  <a:lnTo>
                    <a:pt x="364621" y="204344"/>
                  </a:lnTo>
                  <a:lnTo>
                    <a:pt x="367084" y="203216"/>
                  </a:lnTo>
                  <a:lnTo>
                    <a:pt x="369548" y="202078"/>
                  </a:lnTo>
                  <a:lnTo>
                    <a:pt x="372012" y="200931"/>
                  </a:lnTo>
                  <a:lnTo>
                    <a:pt x="374475" y="199768"/>
                  </a:lnTo>
                  <a:lnTo>
                    <a:pt x="376939" y="198593"/>
                  </a:lnTo>
                  <a:lnTo>
                    <a:pt x="379403" y="197407"/>
                  </a:lnTo>
                  <a:lnTo>
                    <a:pt x="381866" y="196203"/>
                  </a:lnTo>
                  <a:lnTo>
                    <a:pt x="384330" y="194984"/>
                  </a:lnTo>
                  <a:lnTo>
                    <a:pt x="386794" y="193752"/>
                  </a:lnTo>
                  <a:lnTo>
                    <a:pt x="389257" y="192502"/>
                  </a:lnTo>
                  <a:lnTo>
                    <a:pt x="391721" y="191232"/>
                  </a:lnTo>
                  <a:lnTo>
                    <a:pt x="394185" y="189948"/>
                  </a:lnTo>
                  <a:lnTo>
                    <a:pt x="396648" y="188645"/>
                  </a:lnTo>
                  <a:lnTo>
                    <a:pt x="399112" y="187318"/>
                  </a:lnTo>
                  <a:lnTo>
                    <a:pt x="401576" y="185976"/>
                  </a:lnTo>
                  <a:lnTo>
                    <a:pt x="404039" y="184615"/>
                  </a:lnTo>
                  <a:lnTo>
                    <a:pt x="406503" y="183225"/>
                  </a:lnTo>
                  <a:lnTo>
                    <a:pt x="408967" y="181817"/>
                  </a:lnTo>
                  <a:lnTo>
                    <a:pt x="411430" y="180392"/>
                  </a:lnTo>
                  <a:lnTo>
                    <a:pt x="413894" y="178933"/>
                  </a:lnTo>
                  <a:lnTo>
                    <a:pt x="416358" y="177455"/>
                  </a:lnTo>
                  <a:lnTo>
                    <a:pt x="418821" y="175958"/>
                  </a:lnTo>
                  <a:lnTo>
                    <a:pt x="421285" y="174429"/>
                  </a:lnTo>
                  <a:lnTo>
                    <a:pt x="423749" y="172876"/>
                  </a:lnTo>
                  <a:lnTo>
                    <a:pt x="426212" y="171303"/>
                  </a:lnTo>
                  <a:lnTo>
                    <a:pt x="428676" y="169698"/>
                  </a:lnTo>
                  <a:lnTo>
                    <a:pt x="431140" y="168067"/>
                  </a:lnTo>
                  <a:lnTo>
                    <a:pt x="433603" y="166414"/>
                  </a:lnTo>
                  <a:lnTo>
                    <a:pt x="436067" y="164732"/>
                  </a:lnTo>
                  <a:lnTo>
                    <a:pt x="438531" y="163020"/>
                  </a:lnTo>
                  <a:lnTo>
                    <a:pt x="440994" y="161287"/>
                  </a:lnTo>
                  <a:lnTo>
                    <a:pt x="443458" y="159526"/>
                  </a:lnTo>
                  <a:lnTo>
                    <a:pt x="445922" y="157732"/>
                  </a:lnTo>
                  <a:lnTo>
                    <a:pt x="448385" y="155917"/>
                  </a:lnTo>
                  <a:lnTo>
                    <a:pt x="450849" y="154078"/>
                  </a:lnTo>
                  <a:lnTo>
                    <a:pt x="453312" y="152203"/>
                  </a:lnTo>
                  <a:lnTo>
                    <a:pt x="455776" y="150308"/>
                  </a:lnTo>
                  <a:lnTo>
                    <a:pt x="458240" y="148392"/>
                  </a:lnTo>
                  <a:lnTo>
                    <a:pt x="460703" y="146439"/>
                  </a:lnTo>
                  <a:lnTo>
                    <a:pt x="463167" y="144466"/>
                  </a:lnTo>
                  <a:lnTo>
                    <a:pt x="465631" y="142474"/>
                  </a:lnTo>
                  <a:lnTo>
                    <a:pt x="468094" y="140449"/>
                  </a:lnTo>
                  <a:lnTo>
                    <a:pt x="470558" y="138403"/>
                  </a:lnTo>
                  <a:lnTo>
                    <a:pt x="473022" y="136339"/>
                  </a:lnTo>
                  <a:lnTo>
                    <a:pt x="475485" y="134248"/>
                  </a:lnTo>
                  <a:lnTo>
                    <a:pt x="477949" y="132135"/>
                  </a:lnTo>
                  <a:lnTo>
                    <a:pt x="480413" y="130006"/>
                  </a:lnTo>
                  <a:lnTo>
                    <a:pt x="482876" y="127854"/>
                  </a:lnTo>
                  <a:lnTo>
                    <a:pt x="485340" y="125682"/>
                  </a:lnTo>
                  <a:lnTo>
                    <a:pt x="487804" y="123496"/>
                  </a:lnTo>
                  <a:lnTo>
                    <a:pt x="490267" y="121292"/>
                  </a:lnTo>
                  <a:lnTo>
                    <a:pt x="492731" y="119068"/>
                  </a:lnTo>
                  <a:lnTo>
                    <a:pt x="495195" y="116834"/>
                  </a:lnTo>
                  <a:lnTo>
                    <a:pt x="497658" y="114586"/>
                  </a:lnTo>
                  <a:lnTo>
                    <a:pt x="500122" y="112322"/>
                  </a:lnTo>
                  <a:lnTo>
                    <a:pt x="502586" y="110048"/>
                  </a:lnTo>
                  <a:lnTo>
                    <a:pt x="505049" y="107766"/>
                  </a:lnTo>
                  <a:lnTo>
                    <a:pt x="507513" y="105471"/>
                  </a:lnTo>
                  <a:lnTo>
                    <a:pt x="509977" y="103171"/>
                  </a:lnTo>
                  <a:lnTo>
                    <a:pt x="512440" y="100864"/>
                  </a:lnTo>
                  <a:lnTo>
                    <a:pt x="514904" y="98551"/>
                  </a:lnTo>
                  <a:lnTo>
                    <a:pt x="517368" y="96234"/>
                  </a:lnTo>
                  <a:lnTo>
                    <a:pt x="519831" y="93915"/>
                  </a:lnTo>
                  <a:lnTo>
                    <a:pt x="522295" y="91594"/>
                  </a:lnTo>
                  <a:lnTo>
                    <a:pt x="524759" y="89273"/>
                  </a:lnTo>
                  <a:lnTo>
                    <a:pt x="527222" y="86954"/>
                  </a:lnTo>
                  <a:lnTo>
                    <a:pt x="529686" y="84637"/>
                  </a:lnTo>
                  <a:lnTo>
                    <a:pt x="532150" y="82325"/>
                  </a:lnTo>
                  <a:lnTo>
                    <a:pt x="534613" y="80018"/>
                  </a:lnTo>
                  <a:lnTo>
                    <a:pt x="537077" y="77717"/>
                  </a:lnTo>
                  <a:lnTo>
                    <a:pt x="539541" y="75427"/>
                  </a:lnTo>
                  <a:lnTo>
                    <a:pt x="542004" y="73144"/>
                  </a:lnTo>
                  <a:lnTo>
                    <a:pt x="544468" y="70872"/>
                  </a:lnTo>
                  <a:lnTo>
                    <a:pt x="546931" y="68617"/>
                  </a:lnTo>
                  <a:lnTo>
                    <a:pt x="549395" y="66372"/>
                  </a:lnTo>
                  <a:lnTo>
                    <a:pt x="551859" y="64141"/>
                  </a:lnTo>
                  <a:lnTo>
                    <a:pt x="554322" y="61933"/>
                  </a:lnTo>
                  <a:lnTo>
                    <a:pt x="556786" y="59740"/>
                  </a:lnTo>
                  <a:lnTo>
                    <a:pt x="559250" y="57562"/>
                  </a:lnTo>
                  <a:lnTo>
                    <a:pt x="561713" y="55414"/>
                  </a:lnTo>
                  <a:lnTo>
                    <a:pt x="564177" y="53286"/>
                  </a:lnTo>
                  <a:lnTo>
                    <a:pt x="566641" y="51176"/>
                  </a:lnTo>
                  <a:lnTo>
                    <a:pt x="569104" y="49099"/>
                  </a:lnTo>
                  <a:lnTo>
                    <a:pt x="571568" y="47048"/>
                  </a:lnTo>
                  <a:lnTo>
                    <a:pt x="574032" y="45019"/>
                  </a:lnTo>
                  <a:lnTo>
                    <a:pt x="576495" y="43025"/>
                  </a:lnTo>
                  <a:lnTo>
                    <a:pt x="578959" y="41065"/>
                  </a:lnTo>
                  <a:lnTo>
                    <a:pt x="581423" y="39129"/>
                  </a:lnTo>
                  <a:lnTo>
                    <a:pt x="583886" y="37230"/>
                  </a:lnTo>
                  <a:lnTo>
                    <a:pt x="586350" y="35372"/>
                  </a:lnTo>
                  <a:lnTo>
                    <a:pt x="588814" y="33543"/>
                  </a:lnTo>
                  <a:lnTo>
                    <a:pt x="591277" y="31750"/>
                  </a:lnTo>
                  <a:lnTo>
                    <a:pt x="593741" y="30006"/>
                  </a:lnTo>
                  <a:lnTo>
                    <a:pt x="596205" y="28294"/>
                  </a:lnTo>
                  <a:lnTo>
                    <a:pt x="598668" y="26617"/>
                  </a:lnTo>
                  <a:lnTo>
                    <a:pt x="601132" y="24999"/>
                  </a:lnTo>
                  <a:lnTo>
                    <a:pt x="603596" y="23415"/>
                  </a:lnTo>
                  <a:lnTo>
                    <a:pt x="606059" y="21866"/>
                  </a:lnTo>
                  <a:lnTo>
                    <a:pt x="608523" y="20382"/>
                  </a:lnTo>
                  <a:lnTo>
                    <a:pt x="610987" y="18936"/>
                  </a:lnTo>
                  <a:lnTo>
                    <a:pt x="613450" y="17527"/>
                  </a:lnTo>
                  <a:lnTo>
                    <a:pt x="615914" y="16183"/>
                  </a:lnTo>
                  <a:lnTo>
                    <a:pt x="618378" y="14884"/>
                  </a:lnTo>
                  <a:lnTo>
                    <a:pt x="620841" y="13625"/>
                  </a:lnTo>
                  <a:lnTo>
                    <a:pt x="623305" y="12428"/>
                  </a:lnTo>
                  <a:lnTo>
                    <a:pt x="625769" y="11283"/>
                  </a:lnTo>
                  <a:lnTo>
                    <a:pt x="628232" y="10180"/>
                  </a:lnTo>
                  <a:lnTo>
                    <a:pt x="630696" y="9137"/>
                  </a:lnTo>
                  <a:lnTo>
                    <a:pt x="633159" y="8154"/>
                  </a:lnTo>
                  <a:lnTo>
                    <a:pt x="635623" y="7213"/>
                  </a:lnTo>
                  <a:lnTo>
                    <a:pt x="638087" y="6329"/>
                  </a:lnTo>
                  <a:lnTo>
                    <a:pt x="640550" y="5512"/>
                  </a:lnTo>
                  <a:lnTo>
                    <a:pt x="643014" y="4740"/>
                  </a:lnTo>
                  <a:lnTo>
                    <a:pt x="645478" y="4019"/>
                  </a:lnTo>
                  <a:lnTo>
                    <a:pt x="647941" y="3374"/>
                  </a:lnTo>
                  <a:lnTo>
                    <a:pt x="650405" y="2774"/>
                  </a:lnTo>
                  <a:lnTo>
                    <a:pt x="652869" y="2220"/>
                  </a:lnTo>
                  <a:lnTo>
                    <a:pt x="655332" y="1750"/>
                  </a:lnTo>
                  <a:lnTo>
                    <a:pt x="657796" y="1326"/>
                  </a:lnTo>
                  <a:lnTo>
                    <a:pt x="660260" y="948"/>
                  </a:lnTo>
                  <a:lnTo>
                    <a:pt x="662723" y="650"/>
                  </a:lnTo>
                  <a:lnTo>
                    <a:pt x="665187" y="405"/>
                  </a:lnTo>
                  <a:lnTo>
                    <a:pt x="667651" y="206"/>
                  </a:lnTo>
                  <a:lnTo>
                    <a:pt x="670114" y="82"/>
                  </a:lnTo>
                  <a:lnTo>
                    <a:pt x="672578" y="17"/>
                  </a:lnTo>
                  <a:lnTo>
                    <a:pt x="675042" y="0"/>
                  </a:lnTo>
                  <a:lnTo>
                    <a:pt x="677505" y="51"/>
                  </a:lnTo>
                  <a:lnTo>
                    <a:pt x="679969" y="170"/>
                  </a:lnTo>
                  <a:lnTo>
                    <a:pt x="682433" y="336"/>
                  </a:lnTo>
                  <a:lnTo>
                    <a:pt x="684896" y="566"/>
                  </a:lnTo>
                  <a:lnTo>
                    <a:pt x="687360" y="870"/>
                  </a:lnTo>
                  <a:lnTo>
                    <a:pt x="689824" y="1222"/>
                  </a:lnTo>
                  <a:lnTo>
                    <a:pt x="692287" y="1632"/>
                  </a:lnTo>
                  <a:lnTo>
                    <a:pt x="694751" y="2123"/>
                  </a:lnTo>
                  <a:lnTo>
                    <a:pt x="697215" y="2664"/>
                  </a:lnTo>
                  <a:lnTo>
                    <a:pt x="699678" y="3256"/>
                  </a:lnTo>
                  <a:lnTo>
                    <a:pt x="702142" y="3937"/>
                  </a:lnTo>
                  <a:lnTo>
                    <a:pt x="704606" y="4668"/>
                  </a:lnTo>
                  <a:lnTo>
                    <a:pt x="707069" y="5448"/>
                  </a:lnTo>
                  <a:lnTo>
                    <a:pt x="709533" y="6318"/>
                  </a:lnTo>
                  <a:lnTo>
                    <a:pt x="711997" y="7241"/>
                  </a:lnTo>
                  <a:lnTo>
                    <a:pt x="714460" y="8216"/>
                  </a:lnTo>
                  <a:lnTo>
                    <a:pt x="716924" y="9273"/>
                  </a:lnTo>
                  <a:lnTo>
                    <a:pt x="719388" y="10392"/>
                  </a:lnTo>
                  <a:lnTo>
                    <a:pt x="721851" y="11562"/>
                  </a:lnTo>
                  <a:lnTo>
                    <a:pt x="724315" y="12808"/>
                  </a:lnTo>
                  <a:lnTo>
                    <a:pt x="726778" y="14124"/>
                  </a:lnTo>
                  <a:lnTo>
                    <a:pt x="729242" y="15492"/>
                  </a:lnTo>
                  <a:lnTo>
                    <a:pt x="731706" y="16929"/>
                  </a:lnTo>
                  <a:lnTo>
                    <a:pt x="734169" y="18443"/>
                  </a:lnTo>
                  <a:lnTo>
                    <a:pt x="736633" y="20009"/>
                  </a:lnTo>
                  <a:lnTo>
                    <a:pt x="739097" y="21637"/>
                  </a:lnTo>
                  <a:lnTo>
                    <a:pt x="741560" y="23349"/>
                  </a:lnTo>
                  <a:lnTo>
                    <a:pt x="744024" y="25113"/>
                  </a:lnTo>
                  <a:lnTo>
                    <a:pt x="746488" y="26932"/>
                  </a:lnTo>
                  <a:lnTo>
                    <a:pt x="748951" y="28840"/>
                  </a:lnTo>
                  <a:lnTo>
                    <a:pt x="751415" y="30799"/>
                  </a:lnTo>
                  <a:lnTo>
                    <a:pt x="753879" y="32809"/>
                  </a:lnTo>
                  <a:lnTo>
                    <a:pt x="756342" y="34908"/>
                  </a:lnTo>
                  <a:lnTo>
                    <a:pt x="758806" y="37059"/>
                  </a:lnTo>
                  <a:lnTo>
                    <a:pt x="761270" y="39258"/>
                  </a:lnTo>
                  <a:lnTo>
                    <a:pt x="763733" y="41538"/>
                  </a:lnTo>
                  <a:lnTo>
                    <a:pt x="766197" y="43874"/>
                  </a:lnTo>
                  <a:lnTo>
                    <a:pt x="768661" y="46256"/>
                  </a:lnTo>
                  <a:lnTo>
                    <a:pt x="771124" y="48709"/>
                  </a:lnTo>
                  <a:lnTo>
                    <a:pt x="773588" y="51221"/>
                  </a:lnTo>
                  <a:lnTo>
                    <a:pt x="776052" y="53777"/>
                  </a:lnTo>
                  <a:lnTo>
                    <a:pt x="778515" y="56392"/>
                  </a:lnTo>
                  <a:lnTo>
                    <a:pt x="780979" y="59068"/>
                  </a:lnTo>
                  <a:lnTo>
                    <a:pt x="783443" y="61785"/>
                  </a:lnTo>
                  <a:lnTo>
                    <a:pt x="785906" y="64550"/>
                  </a:lnTo>
                  <a:lnTo>
                    <a:pt x="788370" y="67376"/>
                  </a:lnTo>
                  <a:lnTo>
                    <a:pt x="790834" y="70238"/>
                  </a:lnTo>
                  <a:lnTo>
                    <a:pt x="793297" y="73139"/>
                  </a:lnTo>
                  <a:lnTo>
                    <a:pt x="795761" y="76097"/>
                  </a:lnTo>
                  <a:lnTo>
                    <a:pt x="798225" y="79086"/>
                  </a:lnTo>
                  <a:lnTo>
                    <a:pt x="800688" y="82105"/>
                  </a:lnTo>
                  <a:lnTo>
                    <a:pt x="803152" y="85175"/>
                  </a:lnTo>
                  <a:lnTo>
                    <a:pt x="805616" y="88271"/>
                  </a:lnTo>
                  <a:lnTo>
                    <a:pt x="808079" y="91391"/>
                  </a:lnTo>
                  <a:lnTo>
                    <a:pt x="810543" y="94550"/>
                  </a:lnTo>
                  <a:lnTo>
                    <a:pt x="813006" y="97730"/>
                  </a:lnTo>
                  <a:lnTo>
                    <a:pt x="815470" y="100929"/>
                  </a:lnTo>
                  <a:lnTo>
                    <a:pt x="817934" y="104153"/>
                  </a:lnTo>
                  <a:lnTo>
                    <a:pt x="820397" y="107394"/>
                  </a:lnTo>
                  <a:lnTo>
                    <a:pt x="822861" y="110647"/>
                  </a:lnTo>
                  <a:lnTo>
                    <a:pt x="825325" y="113914"/>
                  </a:lnTo>
                  <a:lnTo>
                    <a:pt x="827788" y="117191"/>
                  </a:lnTo>
                  <a:lnTo>
                    <a:pt x="830252" y="120473"/>
                  </a:lnTo>
                  <a:lnTo>
                    <a:pt x="832716" y="123760"/>
                  </a:lnTo>
                  <a:lnTo>
                    <a:pt x="835179" y="127047"/>
                  </a:lnTo>
                  <a:lnTo>
                    <a:pt x="837643" y="130333"/>
                  </a:lnTo>
                  <a:lnTo>
                    <a:pt x="840107" y="133615"/>
                  </a:lnTo>
                  <a:lnTo>
                    <a:pt x="842570" y="136887"/>
                  </a:lnTo>
                  <a:lnTo>
                    <a:pt x="845034" y="140151"/>
                  </a:lnTo>
                  <a:lnTo>
                    <a:pt x="847498" y="143406"/>
                  </a:lnTo>
                  <a:lnTo>
                    <a:pt x="849961" y="146639"/>
                  </a:lnTo>
                  <a:lnTo>
                    <a:pt x="852425" y="149857"/>
                  </a:lnTo>
                  <a:lnTo>
                    <a:pt x="854889" y="153060"/>
                  </a:lnTo>
                  <a:lnTo>
                    <a:pt x="857352" y="156232"/>
                  </a:lnTo>
                  <a:lnTo>
                    <a:pt x="859816" y="159381"/>
                  </a:lnTo>
                  <a:lnTo>
                    <a:pt x="862280" y="162509"/>
                  </a:lnTo>
                  <a:lnTo>
                    <a:pt x="864743" y="165600"/>
                  </a:lnTo>
                  <a:lnTo>
                    <a:pt x="867207" y="168659"/>
                  </a:lnTo>
                  <a:lnTo>
                    <a:pt x="869671" y="171692"/>
                  </a:lnTo>
                  <a:lnTo>
                    <a:pt x="872134" y="174684"/>
                  </a:lnTo>
                  <a:lnTo>
                    <a:pt x="874598" y="177635"/>
                  </a:lnTo>
                  <a:lnTo>
                    <a:pt x="877062" y="180554"/>
                  </a:lnTo>
                  <a:lnTo>
                    <a:pt x="879525" y="183431"/>
                  </a:lnTo>
                  <a:lnTo>
                    <a:pt x="881989" y="186257"/>
                  </a:lnTo>
                  <a:lnTo>
                    <a:pt x="884453" y="189047"/>
                  </a:lnTo>
                  <a:lnTo>
                    <a:pt x="886916" y="191796"/>
                  </a:lnTo>
                  <a:lnTo>
                    <a:pt x="889380" y="194483"/>
                  </a:lnTo>
                  <a:lnTo>
                    <a:pt x="891844" y="197133"/>
                  </a:lnTo>
                  <a:lnTo>
                    <a:pt x="894307" y="199742"/>
                  </a:lnTo>
                  <a:lnTo>
                    <a:pt x="896771" y="202280"/>
                  </a:lnTo>
                  <a:lnTo>
                    <a:pt x="899235" y="204779"/>
                  </a:lnTo>
                  <a:lnTo>
                    <a:pt x="901698" y="207237"/>
                  </a:lnTo>
                  <a:lnTo>
                    <a:pt x="904162" y="209622"/>
                  </a:lnTo>
                  <a:lnTo>
                    <a:pt x="906625" y="211962"/>
                  </a:lnTo>
                  <a:lnTo>
                    <a:pt x="909089" y="214261"/>
                  </a:lnTo>
                  <a:lnTo>
                    <a:pt x="911553" y="216492"/>
                  </a:lnTo>
                  <a:lnTo>
                    <a:pt x="914016" y="218670"/>
                  </a:lnTo>
                  <a:lnTo>
                    <a:pt x="916480" y="220807"/>
                  </a:lnTo>
                  <a:lnTo>
                    <a:pt x="918944" y="222880"/>
                  </a:lnTo>
                  <a:lnTo>
                    <a:pt x="921407" y="224896"/>
                  </a:lnTo>
                  <a:lnTo>
                    <a:pt x="923871" y="226870"/>
                  </a:lnTo>
                  <a:lnTo>
                    <a:pt x="926335" y="228787"/>
                  </a:lnTo>
                  <a:lnTo>
                    <a:pt x="928798" y="230641"/>
                  </a:lnTo>
                  <a:lnTo>
                    <a:pt x="931262" y="232454"/>
                  </a:lnTo>
                  <a:lnTo>
                    <a:pt x="933726" y="234217"/>
                  </a:lnTo>
                  <a:lnTo>
                    <a:pt x="936189" y="235913"/>
                  </a:lnTo>
                  <a:lnTo>
                    <a:pt x="938653" y="237569"/>
                  </a:lnTo>
                  <a:lnTo>
                    <a:pt x="941117" y="239182"/>
                  </a:lnTo>
                  <a:lnTo>
                    <a:pt x="943580" y="240725"/>
                  </a:lnTo>
                  <a:lnTo>
                    <a:pt x="946044" y="242230"/>
                  </a:lnTo>
                  <a:lnTo>
                    <a:pt x="948508" y="243697"/>
                  </a:lnTo>
                  <a:lnTo>
                    <a:pt x="950971" y="245097"/>
                  </a:lnTo>
                  <a:lnTo>
                    <a:pt x="953435" y="246458"/>
                  </a:lnTo>
                  <a:lnTo>
                    <a:pt x="955899" y="247783"/>
                  </a:lnTo>
                  <a:lnTo>
                    <a:pt x="958362" y="249049"/>
                  </a:lnTo>
                  <a:lnTo>
                    <a:pt x="960826" y="250275"/>
                  </a:lnTo>
                  <a:lnTo>
                    <a:pt x="963290" y="251467"/>
                  </a:lnTo>
                  <a:lnTo>
                    <a:pt x="965753" y="252608"/>
                  </a:lnTo>
                  <a:lnTo>
                    <a:pt x="968217" y="253707"/>
                  </a:lnTo>
                  <a:lnTo>
                    <a:pt x="970681" y="254775"/>
                  </a:lnTo>
                  <a:lnTo>
                    <a:pt x="973144" y="255800"/>
                  </a:lnTo>
                  <a:lnTo>
                    <a:pt x="975608" y="256782"/>
                  </a:lnTo>
                  <a:lnTo>
                    <a:pt x="978072" y="257735"/>
                  </a:lnTo>
                  <a:lnTo>
                    <a:pt x="980535" y="258653"/>
                  </a:lnTo>
                  <a:lnTo>
                    <a:pt x="982999" y="259528"/>
                  </a:lnTo>
                  <a:lnTo>
                    <a:pt x="985463" y="260376"/>
                  </a:lnTo>
                  <a:lnTo>
                    <a:pt x="987926" y="261196"/>
                  </a:lnTo>
                  <a:lnTo>
                    <a:pt x="990390" y="261973"/>
                  </a:lnTo>
                  <a:lnTo>
                    <a:pt x="992853" y="262726"/>
                  </a:lnTo>
                  <a:lnTo>
                    <a:pt x="995317" y="263455"/>
                  </a:lnTo>
                  <a:lnTo>
                    <a:pt x="997781" y="264144"/>
                  </a:lnTo>
                  <a:lnTo>
                    <a:pt x="1000244" y="264811"/>
                  </a:lnTo>
                  <a:lnTo>
                    <a:pt x="1002708" y="265457"/>
                  </a:lnTo>
                  <a:lnTo>
                    <a:pt x="1005172" y="266069"/>
                  </a:lnTo>
                  <a:lnTo>
                    <a:pt x="1007635" y="266658"/>
                  </a:lnTo>
                  <a:lnTo>
                    <a:pt x="1010099" y="267229"/>
                  </a:lnTo>
                  <a:lnTo>
                    <a:pt x="1012563" y="267772"/>
                  </a:lnTo>
                  <a:lnTo>
                    <a:pt x="1015026" y="268292"/>
                  </a:lnTo>
                  <a:lnTo>
                    <a:pt x="1017490" y="268796"/>
                  </a:lnTo>
                  <a:lnTo>
                    <a:pt x="1019954" y="269276"/>
                  </a:lnTo>
                  <a:lnTo>
                    <a:pt x="1022417" y="269735"/>
                  </a:lnTo>
                  <a:lnTo>
                    <a:pt x="1024881" y="270179"/>
                  </a:lnTo>
                  <a:lnTo>
                    <a:pt x="1027345" y="270604"/>
                  </a:lnTo>
                  <a:lnTo>
                    <a:pt x="1029808" y="271009"/>
                  </a:lnTo>
                  <a:lnTo>
                    <a:pt x="1032272" y="271400"/>
                  </a:lnTo>
                  <a:lnTo>
                    <a:pt x="1034736" y="271776"/>
                  </a:lnTo>
                  <a:lnTo>
                    <a:pt x="1037199" y="272131"/>
                  </a:lnTo>
                  <a:lnTo>
                    <a:pt x="1039663" y="272476"/>
                  </a:lnTo>
                  <a:lnTo>
                    <a:pt x="1042127" y="272808"/>
                  </a:lnTo>
                  <a:lnTo>
                    <a:pt x="1044590" y="273121"/>
                  </a:lnTo>
                  <a:lnTo>
                    <a:pt x="1047054" y="273424"/>
                  </a:lnTo>
                  <a:lnTo>
                    <a:pt x="1049518" y="273716"/>
                  </a:lnTo>
                  <a:lnTo>
                    <a:pt x="1051981" y="273992"/>
                  </a:lnTo>
                  <a:lnTo>
                    <a:pt x="1054445" y="274259"/>
                  </a:lnTo>
                  <a:lnTo>
                    <a:pt x="1056909" y="274516"/>
                  </a:lnTo>
                  <a:lnTo>
                    <a:pt x="1059372" y="274760"/>
                  </a:lnTo>
                  <a:lnTo>
                    <a:pt x="1061836" y="274994"/>
                  </a:lnTo>
                  <a:lnTo>
                    <a:pt x="1064300" y="275220"/>
                  </a:lnTo>
                  <a:lnTo>
                    <a:pt x="1066763" y="275435"/>
                  </a:lnTo>
                  <a:lnTo>
                    <a:pt x="1069227" y="275641"/>
                  </a:lnTo>
                  <a:lnTo>
                    <a:pt x="1071691" y="275839"/>
                  </a:lnTo>
                  <a:lnTo>
                    <a:pt x="1074154" y="276029"/>
                  </a:lnTo>
                  <a:lnTo>
                    <a:pt x="1076618" y="276210"/>
                  </a:lnTo>
                  <a:lnTo>
                    <a:pt x="1079082" y="276384"/>
                  </a:lnTo>
                  <a:lnTo>
                    <a:pt x="1081545" y="276552"/>
                  </a:lnTo>
                  <a:lnTo>
                    <a:pt x="1084009" y="276710"/>
                  </a:lnTo>
                  <a:lnTo>
                    <a:pt x="1086472" y="276863"/>
                  </a:lnTo>
                  <a:lnTo>
                    <a:pt x="1088936" y="277011"/>
                  </a:lnTo>
                  <a:lnTo>
                    <a:pt x="1091400" y="277149"/>
                  </a:lnTo>
                  <a:lnTo>
                    <a:pt x="1093863" y="277283"/>
                  </a:lnTo>
                  <a:lnTo>
                    <a:pt x="1096327" y="277413"/>
                  </a:lnTo>
                  <a:lnTo>
                    <a:pt x="1098791" y="277535"/>
                  </a:lnTo>
                  <a:lnTo>
                    <a:pt x="1101254" y="277653"/>
                  </a:lnTo>
                  <a:lnTo>
                    <a:pt x="1103718" y="277766"/>
                  </a:lnTo>
                  <a:lnTo>
                    <a:pt x="1106182" y="277873"/>
                  </a:lnTo>
                  <a:lnTo>
                    <a:pt x="1108645" y="277976"/>
                  </a:lnTo>
                  <a:lnTo>
                    <a:pt x="1111109" y="278075"/>
                  </a:lnTo>
                  <a:lnTo>
                    <a:pt x="1113573" y="278170"/>
                  </a:lnTo>
                  <a:lnTo>
                    <a:pt x="1116036" y="278259"/>
                  </a:lnTo>
                  <a:lnTo>
                    <a:pt x="1118500" y="278346"/>
                  </a:lnTo>
                  <a:lnTo>
                    <a:pt x="1120964" y="278429"/>
                  </a:lnTo>
                  <a:lnTo>
                    <a:pt x="1123427" y="278507"/>
                  </a:lnTo>
                  <a:lnTo>
                    <a:pt x="1125891" y="278582"/>
                  </a:lnTo>
                  <a:lnTo>
                    <a:pt x="1128355" y="278655"/>
                  </a:lnTo>
                  <a:lnTo>
                    <a:pt x="1130818" y="278723"/>
                  </a:lnTo>
                  <a:lnTo>
                    <a:pt x="1133282" y="278788"/>
                  </a:lnTo>
                  <a:lnTo>
                    <a:pt x="1135746" y="278851"/>
                  </a:lnTo>
                  <a:lnTo>
                    <a:pt x="1138209" y="278911"/>
                  </a:lnTo>
                  <a:lnTo>
                    <a:pt x="1140673" y="278967"/>
                  </a:lnTo>
                  <a:lnTo>
                    <a:pt x="1143137" y="279022"/>
                  </a:lnTo>
                  <a:lnTo>
                    <a:pt x="1145600" y="279074"/>
                  </a:lnTo>
                  <a:lnTo>
                    <a:pt x="1148064" y="279123"/>
                  </a:lnTo>
                  <a:lnTo>
                    <a:pt x="1150528" y="279170"/>
                  </a:lnTo>
                  <a:lnTo>
                    <a:pt x="1152991" y="279214"/>
                  </a:lnTo>
                  <a:lnTo>
                    <a:pt x="1155455" y="279257"/>
                  </a:lnTo>
                  <a:lnTo>
                    <a:pt x="1157919" y="279298"/>
                  </a:lnTo>
                  <a:lnTo>
                    <a:pt x="1160382" y="279336"/>
                  </a:lnTo>
                  <a:lnTo>
                    <a:pt x="1162846" y="279372"/>
                  </a:lnTo>
                  <a:lnTo>
                    <a:pt x="1165310" y="279407"/>
                  </a:lnTo>
                  <a:lnTo>
                    <a:pt x="1167773" y="279440"/>
                  </a:lnTo>
                  <a:lnTo>
                    <a:pt x="1170237" y="279471"/>
                  </a:lnTo>
                  <a:lnTo>
                    <a:pt x="1172701" y="279501"/>
                  </a:lnTo>
                  <a:lnTo>
                    <a:pt x="1175164" y="279529"/>
                  </a:lnTo>
                  <a:lnTo>
                    <a:pt x="1177628" y="279556"/>
                  </a:lnTo>
                  <a:lnTo>
                    <a:pt x="1180091" y="279581"/>
                  </a:lnTo>
                  <a:lnTo>
                    <a:pt x="1182555" y="279605"/>
                  </a:lnTo>
                  <a:lnTo>
                    <a:pt x="1185019" y="279627"/>
                  </a:lnTo>
                  <a:lnTo>
                    <a:pt x="1187482" y="279648"/>
                  </a:lnTo>
                  <a:lnTo>
                    <a:pt x="1189946" y="279669"/>
                  </a:lnTo>
                  <a:lnTo>
                    <a:pt x="1192410" y="279688"/>
                  </a:lnTo>
                  <a:lnTo>
                    <a:pt x="1194873" y="279705"/>
                  </a:lnTo>
                  <a:lnTo>
                    <a:pt x="1197337" y="279722"/>
                  </a:lnTo>
                  <a:lnTo>
                    <a:pt x="1199801" y="279738"/>
                  </a:lnTo>
                  <a:lnTo>
                    <a:pt x="1202264" y="279753"/>
                  </a:lnTo>
                  <a:lnTo>
                    <a:pt x="1204728" y="279767"/>
                  </a:lnTo>
                  <a:lnTo>
                    <a:pt x="1207192" y="279780"/>
                  </a:lnTo>
                  <a:lnTo>
                    <a:pt x="1209655" y="279793"/>
                  </a:lnTo>
                  <a:lnTo>
                    <a:pt x="1212119" y="279804"/>
                  </a:lnTo>
                  <a:lnTo>
                    <a:pt x="1214583" y="279815"/>
                  </a:lnTo>
                  <a:lnTo>
                    <a:pt x="1217046" y="279825"/>
                  </a:lnTo>
                  <a:lnTo>
                    <a:pt x="1219510" y="279835"/>
                  </a:lnTo>
                  <a:lnTo>
                    <a:pt x="1221974" y="279844"/>
                  </a:lnTo>
                  <a:lnTo>
                    <a:pt x="1224437" y="279852"/>
                  </a:lnTo>
                  <a:lnTo>
                    <a:pt x="1226901" y="279860"/>
                  </a:lnTo>
                  <a:lnTo>
                    <a:pt x="1229365" y="279867"/>
                  </a:lnTo>
                  <a:lnTo>
                    <a:pt x="1231828" y="279874"/>
                  </a:lnTo>
                  <a:lnTo>
                    <a:pt x="1234292" y="279880"/>
                  </a:lnTo>
                  <a:lnTo>
                    <a:pt x="1236756" y="279886"/>
                  </a:lnTo>
                  <a:lnTo>
                    <a:pt x="1239219" y="279891"/>
                  </a:lnTo>
                  <a:lnTo>
                    <a:pt x="1241683" y="279896"/>
                  </a:lnTo>
                  <a:lnTo>
                    <a:pt x="1244147" y="279901"/>
                  </a:lnTo>
                  <a:lnTo>
                    <a:pt x="1246610" y="279905"/>
                  </a:lnTo>
                  <a:lnTo>
                    <a:pt x="1249074" y="279909"/>
                  </a:lnTo>
                  <a:lnTo>
                    <a:pt x="1251538" y="279913"/>
                  </a:lnTo>
                  <a:lnTo>
                    <a:pt x="1254001" y="279916"/>
                  </a:lnTo>
                  <a:lnTo>
                    <a:pt x="1256465" y="279920"/>
                  </a:lnTo>
                  <a:lnTo>
                    <a:pt x="1258929" y="279952"/>
                  </a:lnTo>
                  <a:lnTo>
                    <a:pt x="1256465" y="279952"/>
                  </a:lnTo>
                  <a:lnTo>
                    <a:pt x="1254001" y="279952"/>
                  </a:lnTo>
                  <a:lnTo>
                    <a:pt x="1251538" y="279952"/>
                  </a:lnTo>
                  <a:lnTo>
                    <a:pt x="1249074" y="279952"/>
                  </a:lnTo>
                  <a:lnTo>
                    <a:pt x="1246610" y="279952"/>
                  </a:lnTo>
                  <a:lnTo>
                    <a:pt x="1244147" y="279952"/>
                  </a:lnTo>
                  <a:lnTo>
                    <a:pt x="1241683" y="279952"/>
                  </a:lnTo>
                  <a:lnTo>
                    <a:pt x="1239219" y="279952"/>
                  </a:lnTo>
                  <a:lnTo>
                    <a:pt x="1236756" y="279952"/>
                  </a:lnTo>
                  <a:lnTo>
                    <a:pt x="1234292" y="279952"/>
                  </a:lnTo>
                  <a:lnTo>
                    <a:pt x="1231828" y="279952"/>
                  </a:lnTo>
                  <a:lnTo>
                    <a:pt x="1229365" y="279952"/>
                  </a:lnTo>
                  <a:lnTo>
                    <a:pt x="1226901" y="279952"/>
                  </a:lnTo>
                  <a:lnTo>
                    <a:pt x="1224437" y="279952"/>
                  </a:lnTo>
                  <a:lnTo>
                    <a:pt x="1221974" y="279952"/>
                  </a:lnTo>
                  <a:lnTo>
                    <a:pt x="1219510" y="279952"/>
                  </a:lnTo>
                  <a:lnTo>
                    <a:pt x="1217046" y="279952"/>
                  </a:lnTo>
                  <a:lnTo>
                    <a:pt x="1214583" y="279952"/>
                  </a:lnTo>
                  <a:lnTo>
                    <a:pt x="1212119" y="279952"/>
                  </a:lnTo>
                  <a:lnTo>
                    <a:pt x="1209655" y="279952"/>
                  </a:lnTo>
                  <a:lnTo>
                    <a:pt x="1207192" y="279952"/>
                  </a:lnTo>
                  <a:lnTo>
                    <a:pt x="1204728" y="279952"/>
                  </a:lnTo>
                  <a:lnTo>
                    <a:pt x="1202264" y="279952"/>
                  </a:lnTo>
                  <a:lnTo>
                    <a:pt x="1199801" y="279952"/>
                  </a:lnTo>
                  <a:lnTo>
                    <a:pt x="1197337" y="279952"/>
                  </a:lnTo>
                  <a:lnTo>
                    <a:pt x="1194873" y="279952"/>
                  </a:lnTo>
                  <a:lnTo>
                    <a:pt x="1192410" y="279952"/>
                  </a:lnTo>
                  <a:lnTo>
                    <a:pt x="1189946" y="279952"/>
                  </a:lnTo>
                  <a:lnTo>
                    <a:pt x="1187482" y="279952"/>
                  </a:lnTo>
                  <a:lnTo>
                    <a:pt x="1185019" y="279952"/>
                  </a:lnTo>
                  <a:lnTo>
                    <a:pt x="1182555" y="279952"/>
                  </a:lnTo>
                  <a:lnTo>
                    <a:pt x="1180091" y="279952"/>
                  </a:lnTo>
                  <a:lnTo>
                    <a:pt x="1177628" y="279952"/>
                  </a:lnTo>
                  <a:lnTo>
                    <a:pt x="1175164" y="279952"/>
                  </a:lnTo>
                  <a:lnTo>
                    <a:pt x="1172701" y="279952"/>
                  </a:lnTo>
                  <a:lnTo>
                    <a:pt x="1170237" y="279952"/>
                  </a:lnTo>
                  <a:lnTo>
                    <a:pt x="1167773" y="279952"/>
                  </a:lnTo>
                  <a:lnTo>
                    <a:pt x="1165310" y="279952"/>
                  </a:lnTo>
                  <a:lnTo>
                    <a:pt x="1162846" y="279952"/>
                  </a:lnTo>
                  <a:lnTo>
                    <a:pt x="1160382" y="279952"/>
                  </a:lnTo>
                  <a:lnTo>
                    <a:pt x="1157919" y="279952"/>
                  </a:lnTo>
                  <a:lnTo>
                    <a:pt x="1155455" y="279952"/>
                  </a:lnTo>
                  <a:lnTo>
                    <a:pt x="1152991" y="279952"/>
                  </a:lnTo>
                  <a:lnTo>
                    <a:pt x="1150528" y="279952"/>
                  </a:lnTo>
                  <a:lnTo>
                    <a:pt x="1148064" y="279952"/>
                  </a:lnTo>
                  <a:lnTo>
                    <a:pt x="1145600" y="279952"/>
                  </a:lnTo>
                  <a:lnTo>
                    <a:pt x="1143137" y="279952"/>
                  </a:lnTo>
                  <a:lnTo>
                    <a:pt x="1140673" y="279952"/>
                  </a:lnTo>
                  <a:lnTo>
                    <a:pt x="1138209" y="279952"/>
                  </a:lnTo>
                  <a:lnTo>
                    <a:pt x="1135746" y="279952"/>
                  </a:lnTo>
                  <a:lnTo>
                    <a:pt x="1133282" y="279952"/>
                  </a:lnTo>
                  <a:lnTo>
                    <a:pt x="1130818" y="279952"/>
                  </a:lnTo>
                  <a:lnTo>
                    <a:pt x="1128355" y="279952"/>
                  </a:lnTo>
                  <a:lnTo>
                    <a:pt x="1125891" y="279952"/>
                  </a:lnTo>
                  <a:lnTo>
                    <a:pt x="1123427" y="279952"/>
                  </a:lnTo>
                  <a:lnTo>
                    <a:pt x="1120964" y="279952"/>
                  </a:lnTo>
                  <a:lnTo>
                    <a:pt x="1118500" y="279952"/>
                  </a:lnTo>
                  <a:lnTo>
                    <a:pt x="1116036" y="279952"/>
                  </a:lnTo>
                  <a:lnTo>
                    <a:pt x="1113573" y="279952"/>
                  </a:lnTo>
                  <a:lnTo>
                    <a:pt x="1111109" y="279952"/>
                  </a:lnTo>
                  <a:lnTo>
                    <a:pt x="1108645" y="279952"/>
                  </a:lnTo>
                  <a:lnTo>
                    <a:pt x="1106182" y="279952"/>
                  </a:lnTo>
                  <a:lnTo>
                    <a:pt x="1103718" y="279952"/>
                  </a:lnTo>
                  <a:lnTo>
                    <a:pt x="1101254" y="279952"/>
                  </a:lnTo>
                  <a:lnTo>
                    <a:pt x="1098791" y="279952"/>
                  </a:lnTo>
                  <a:lnTo>
                    <a:pt x="1096327" y="279952"/>
                  </a:lnTo>
                  <a:lnTo>
                    <a:pt x="1093863" y="279952"/>
                  </a:lnTo>
                  <a:lnTo>
                    <a:pt x="1091400" y="279952"/>
                  </a:lnTo>
                  <a:lnTo>
                    <a:pt x="1088936" y="279952"/>
                  </a:lnTo>
                  <a:lnTo>
                    <a:pt x="1086472" y="279952"/>
                  </a:lnTo>
                  <a:lnTo>
                    <a:pt x="1084009" y="279952"/>
                  </a:lnTo>
                  <a:lnTo>
                    <a:pt x="1081545" y="279952"/>
                  </a:lnTo>
                  <a:lnTo>
                    <a:pt x="1079082" y="279952"/>
                  </a:lnTo>
                  <a:lnTo>
                    <a:pt x="1076618" y="279952"/>
                  </a:lnTo>
                  <a:lnTo>
                    <a:pt x="1074154" y="279952"/>
                  </a:lnTo>
                  <a:lnTo>
                    <a:pt x="1071691" y="279952"/>
                  </a:lnTo>
                  <a:lnTo>
                    <a:pt x="1069227" y="279952"/>
                  </a:lnTo>
                  <a:lnTo>
                    <a:pt x="1066763" y="279952"/>
                  </a:lnTo>
                  <a:lnTo>
                    <a:pt x="1064300" y="279952"/>
                  </a:lnTo>
                  <a:lnTo>
                    <a:pt x="1061836" y="279952"/>
                  </a:lnTo>
                  <a:lnTo>
                    <a:pt x="1059372" y="279952"/>
                  </a:lnTo>
                  <a:lnTo>
                    <a:pt x="1056909" y="279952"/>
                  </a:lnTo>
                  <a:lnTo>
                    <a:pt x="1054445" y="279952"/>
                  </a:lnTo>
                  <a:lnTo>
                    <a:pt x="1051981" y="279952"/>
                  </a:lnTo>
                  <a:lnTo>
                    <a:pt x="1049518" y="279952"/>
                  </a:lnTo>
                  <a:lnTo>
                    <a:pt x="1047054" y="279952"/>
                  </a:lnTo>
                  <a:lnTo>
                    <a:pt x="1044590" y="279952"/>
                  </a:lnTo>
                  <a:lnTo>
                    <a:pt x="1042127" y="279952"/>
                  </a:lnTo>
                  <a:lnTo>
                    <a:pt x="1039663" y="279952"/>
                  </a:lnTo>
                  <a:lnTo>
                    <a:pt x="1037199" y="279952"/>
                  </a:lnTo>
                  <a:lnTo>
                    <a:pt x="1034736" y="279952"/>
                  </a:lnTo>
                  <a:lnTo>
                    <a:pt x="1032272" y="279952"/>
                  </a:lnTo>
                  <a:lnTo>
                    <a:pt x="1029808" y="279952"/>
                  </a:lnTo>
                  <a:lnTo>
                    <a:pt x="1027345" y="279952"/>
                  </a:lnTo>
                  <a:lnTo>
                    <a:pt x="1024881" y="279952"/>
                  </a:lnTo>
                  <a:lnTo>
                    <a:pt x="1022417" y="279952"/>
                  </a:lnTo>
                  <a:lnTo>
                    <a:pt x="1019954" y="279952"/>
                  </a:lnTo>
                  <a:lnTo>
                    <a:pt x="1017490" y="279952"/>
                  </a:lnTo>
                  <a:lnTo>
                    <a:pt x="1015026" y="279952"/>
                  </a:lnTo>
                  <a:lnTo>
                    <a:pt x="1012563" y="279952"/>
                  </a:lnTo>
                  <a:lnTo>
                    <a:pt x="1010099" y="279952"/>
                  </a:lnTo>
                  <a:lnTo>
                    <a:pt x="1007635" y="279952"/>
                  </a:lnTo>
                  <a:lnTo>
                    <a:pt x="1005172" y="279952"/>
                  </a:lnTo>
                  <a:lnTo>
                    <a:pt x="1002708" y="279952"/>
                  </a:lnTo>
                  <a:lnTo>
                    <a:pt x="1000244" y="279952"/>
                  </a:lnTo>
                  <a:lnTo>
                    <a:pt x="997781" y="279952"/>
                  </a:lnTo>
                  <a:lnTo>
                    <a:pt x="995317" y="279952"/>
                  </a:lnTo>
                  <a:lnTo>
                    <a:pt x="992853" y="279952"/>
                  </a:lnTo>
                  <a:lnTo>
                    <a:pt x="990390" y="279952"/>
                  </a:lnTo>
                  <a:lnTo>
                    <a:pt x="987926" y="279952"/>
                  </a:lnTo>
                  <a:lnTo>
                    <a:pt x="985463" y="279952"/>
                  </a:lnTo>
                  <a:lnTo>
                    <a:pt x="982999" y="279952"/>
                  </a:lnTo>
                  <a:lnTo>
                    <a:pt x="980535" y="279952"/>
                  </a:lnTo>
                  <a:lnTo>
                    <a:pt x="978072" y="279952"/>
                  </a:lnTo>
                  <a:lnTo>
                    <a:pt x="975608" y="279952"/>
                  </a:lnTo>
                  <a:lnTo>
                    <a:pt x="973144" y="279952"/>
                  </a:lnTo>
                  <a:lnTo>
                    <a:pt x="970681" y="279952"/>
                  </a:lnTo>
                  <a:lnTo>
                    <a:pt x="968217" y="279952"/>
                  </a:lnTo>
                  <a:lnTo>
                    <a:pt x="965753" y="279952"/>
                  </a:lnTo>
                  <a:lnTo>
                    <a:pt x="963290" y="279952"/>
                  </a:lnTo>
                  <a:lnTo>
                    <a:pt x="960826" y="279952"/>
                  </a:lnTo>
                  <a:lnTo>
                    <a:pt x="958362" y="279952"/>
                  </a:lnTo>
                  <a:lnTo>
                    <a:pt x="955899" y="279952"/>
                  </a:lnTo>
                  <a:lnTo>
                    <a:pt x="953435" y="279952"/>
                  </a:lnTo>
                  <a:lnTo>
                    <a:pt x="950971" y="279952"/>
                  </a:lnTo>
                  <a:lnTo>
                    <a:pt x="948508" y="279952"/>
                  </a:lnTo>
                  <a:lnTo>
                    <a:pt x="946044" y="279952"/>
                  </a:lnTo>
                  <a:lnTo>
                    <a:pt x="943580" y="279952"/>
                  </a:lnTo>
                  <a:lnTo>
                    <a:pt x="941117" y="279952"/>
                  </a:lnTo>
                  <a:lnTo>
                    <a:pt x="938653" y="279952"/>
                  </a:lnTo>
                  <a:lnTo>
                    <a:pt x="936189" y="279952"/>
                  </a:lnTo>
                  <a:lnTo>
                    <a:pt x="933726" y="279952"/>
                  </a:lnTo>
                  <a:lnTo>
                    <a:pt x="931262" y="279952"/>
                  </a:lnTo>
                  <a:lnTo>
                    <a:pt x="928798" y="279952"/>
                  </a:lnTo>
                  <a:lnTo>
                    <a:pt x="926335" y="279952"/>
                  </a:lnTo>
                  <a:lnTo>
                    <a:pt x="923871" y="279952"/>
                  </a:lnTo>
                  <a:lnTo>
                    <a:pt x="921407" y="279952"/>
                  </a:lnTo>
                  <a:lnTo>
                    <a:pt x="918944" y="279952"/>
                  </a:lnTo>
                  <a:lnTo>
                    <a:pt x="916480" y="279952"/>
                  </a:lnTo>
                  <a:lnTo>
                    <a:pt x="914016" y="279952"/>
                  </a:lnTo>
                  <a:lnTo>
                    <a:pt x="911553" y="279952"/>
                  </a:lnTo>
                  <a:lnTo>
                    <a:pt x="909089" y="279952"/>
                  </a:lnTo>
                  <a:lnTo>
                    <a:pt x="906625" y="279952"/>
                  </a:lnTo>
                  <a:lnTo>
                    <a:pt x="904162" y="279952"/>
                  </a:lnTo>
                  <a:lnTo>
                    <a:pt x="901698" y="279952"/>
                  </a:lnTo>
                  <a:lnTo>
                    <a:pt x="899235" y="279952"/>
                  </a:lnTo>
                  <a:lnTo>
                    <a:pt x="896771" y="279952"/>
                  </a:lnTo>
                  <a:lnTo>
                    <a:pt x="894307" y="279952"/>
                  </a:lnTo>
                  <a:lnTo>
                    <a:pt x="891844" y="279952"/>
                  </a:lnTo>
                  <a:lnTo>
                    <a:pt x="889380" y="279952"/>
                  </a:lnTo>
                  <a:lnTo>
                    <a:pt x="886916" y="279952"/>
                  </a:lnTo>
                  <a:lnTo>
                    <a:pt x="884453" y="279952"/>
                  </a:lnTo>
                  <a:lnTo>
                    <a:pt x="881989" y="279952"/>
                  </a:lnTo>
                  <a:lnTo>
                    <a:pt x="879525" y="279952"/>
                  </a:lnTo>
                  <a:lnTo>
                    <a:pt x="877062" y="279952"/>
                  </a:lnTo>
                  <a:lnTo>
                    <a:pt x="874598" y="279952"/>
                  </a:lnTo>
                  <a:lnTo>
                    <a:pt x="872134" y="279952"/>
                  </a:lnTo>
                  <a:lnTo>
                    <a:pt x="869671" y="279952"/>
                  </a:lnTo>
                  <a:lnTo>
                    <a:pt x="867207" y="279952"/>
                  </a:lnTo>
                  <a:lnTo>
                    <a:pt x="864743" y="279952"/>
                  </a:lnTo>
                  <a:lnTo>
                    <a:pt x="862280" y="279952"/>
                  </a:lnTo>
                  <a:lnTo>
                    <a:pt x="859816" y="279952"/>
                  </a:lnTo>
                  <a:lnTo>
                    <a:pt x="857352" y="279952"/>
                  </a:lnTo>
                  <a:lnTo>
                    <a:pt x="854889" y="279952"/>
                  </a:lnTo>
                  <a:lnTo>
                    <a:pt x="852425" y="279952"/>
                  </a:lnTo>
                  <a:lnTo>
                    <a:pt x="849961" y="279952"/>
                  </a:lnTo>
                  <a:lnTo>
                    <a:pt x="847498" y="279952"/>
                  </a:lnTo>
                  <a:lnTo>
                    <a:pt x="845034" y="279952"/>
                  </a:lnTo>
                  <a:lnTo>
                    <a:pt x="842570" y="279952"/>
                  </a:lnTo>
                  <a:lnTo>
                    <a:pt x="840107" y="279952"/>
                  </a:lnTo>
                  <a:lnTo>
                    <a:pt x="837643" y="279952"/>
                  </a:lnTo>
                  <a:lnTo>
                    <a:pt x="835179" y="279952"/>
                  </a:lnTo>
                  <a:lnTo>
                    <a:pt x="832716" y="279952"/>
                  </a:lnTo>
                  <a:lnTo>
                    <a:pt x="830252" y="279952"/>
                  </a:lnTo>
                  <a:lnTo>
                    <a:pt x="827788" y="279952"/>
                  </a:lnTo>
                  <a:lnTo>
                    <a:pt x="825325" y="279952"/>
                  </a:lnTo>
                  <a:lnTo>
                    <a:pt x="822861" y="279952"/>
                  </a:lnTo>
                  <a:lnTo>
                    <a:pt x="820397" y="279952"/>
                  </a:lnTo>
                  <a:lnTo>
                    <a:pt x="817934" y="279952"/>
                  </a:lnTo>
                  <a:lnTo>
                    <a:pt x="815470" y="279952"/>
                  </a:lnTo>
                  <a:lnTo>
                    <a:pt x="813006" y="279952"/>
                  </a:lnTo>
                  <a:lnTo>
                    <a:pt x="810543" y="279952"/>
                  </a:lnTo>
                  <a:lnTo>
                    <a:pt x="808079" y="279952"/>
                  </a:lnTo>
                  <a:lnTo>
                    <a:pt x="805616" y="279952"/>
                  </a:lnTo>
                  <a:lnTo>
                    <a:pt x="803152" y="279952"/>
                  </a:lnTo>
                  <a:lnTo>
                    <a:pt x="800688" y="279952"/>
                  </a:lnTo>
                  <a:lnTo>
                    <a:pt x="798225" y="279952"/>
                  </a:lnTo>
                  <a:lnTo>
                    <a:pt x="795761" y="279952"/>
                  </a:lnTo>
                  <a:lnTo>
                    <a:pt x="793297" y="279952"/>
                  </a:lnTo>
                  <a:lnTo>
                    <a:pt x="790834" y="279952"/>
                  </a:lnTo>
                  <a:lnTo>
                    <a:pt x="788370" y="279952"/>
                  </a:lnTo>
                  <a:lnTo>
                    <a:pt x="785906" y="279952"/>
                  </a:lnTo>
                  <a:lnTo>
                    <a:pt x="783443" y="279952"/>
                  </a:lnTo>
                  <a:lnTo>
                    <a:pt x="780979" y="279952"/>
                  </a:lnTo>
                  <a:lnTo>
                    <a:pt x="778515" y="279952"/>
                  </a:lnTo>
                  <a:lnTo>
                    <a:pt x="776052" y="279952"/>
                  </a:lnTo>
                  <a:lnTo>
                    <a:pt x="773588" y="279952"/>
                  </a:lnTo>
                  <a:lnTo>
                    <a:pt x="771124" y="279952"/>
                  </a:lnTo>
                  <a:lnTo>
                    <a:pt x="768661" y="279952"/>
                  </a:lnTo>
                  <a:lnTo>
                    <a:pt x="766197" y="279952"/>
                  </a:lnTo>
                  <a:lnTo>
                    <a:pt x="763733" y="279952"/>
                  </a:lnTo>
                  <a:lnTo>
                    <a:pt x="761270" y="279952"/>
                  </a:lnTo>
                  <a:lnTo>
                    <a:pt x="758806" y="279952"/>
                  </a:lnTo>
                  <a:lnTo>
                    <a:pt x="756342" y="279952"/>
                  </a:lnTo>
                  <a:lnTo>
                    <a:pt x="753879" y="279952"/>
                  </a:lnTo>
                  <a:lnTo>
                    <a:pt x="751415" y="279952"/>
                  </a:lnTo>
                  <a:lnTo>
                    <a:pt x="748951" y="279952"/>
                  </a:lnTo>
                  <a:lnTo>
                    <a:pt x="746488" y="279952"/>
                  </a:lnTo>
                  <a:lnTo>
                    <a:pt x="744024" y="279952"/>
                  </a:lnTo>
                  <a:lnTo>
                    <a:pt x="741560" y="279952"/>
                  </a:lnTo>
                  <a:lnTo>
                    <a:pt x="739097" y="279952"/>
                  </a:lnTo>
                  <a:lnTo>
                    <a:pt x="736633" y="279952"/>
                  </a:lnTo>
                  <a:lnTo>
                    <a:pt x="734169" y="279952"/>
                  </a:lnTo>
                  <a:lnTo>
                    <a:pt x="731706" y="279952"/>
                  </a:lnTo>
                  <a:lnTo>
                    <a:pt x="729242" y="279952"/>
                  </a:lnTo>
                  <a:lnTo>
                    <a:pt x="726778" y="279952"/>
                  </a:lnTo>
                  <a:lnTo>
                    <a:pt x="724315" y="279952"/>
                  </a:lnTo>
                  <a:lnTo>
                    <a:pt x="721851" y="279952"/>
                  </a:lnTo>
                  <a:lnTo>
                    <a:pt x="719388" y="279952"/>
                  </a:lnTo>
                  <a:lnTo>
                    <a:pt x="716924" y="279952"/>
                  </a:lnTo>
                  <a:lnTo>
                    <a:pt x="714460" y="279952"/>
                  </a:lnTo>
                  <a:lnTo>
                    <a:pt x="711997" y="279952"/>
                  </a:lnTo>
                  <a:lnTo>
                    <a:pt x="709533" y="279952"/>
                  </a:lnTo>
                  <a:lnTo>
                    <a:pt x="707069" y="279952"/>
                  </a:lnTo>
                  <a:lnTo>
                    <a:pt x="704606" y="279952"/>
                  </a:lnTo>
                  <a:lnTo>
                    <a:pt x="702142" y="279952"/>
                  </a:lnTo>
                  <a:lnTo>
                    <a:pt x="699678" y="279952"/>
                  </a:lnTo>
                  <a:lnTo>
                    <a:pt x="697215" y="279952"/>
                  </a:lnTo>
                  <a:lnTo>
                    <a:pt x="694751" y="279952"/>
                  </a:lnTo>
                  <a:lnTo>
                    <a:pt x="692287" y="279952"/>
                  </a:lnTo>
                  <a:lnTo>
                    <a:pt x="689824" y="279952"/>
                  </a:lnTo>
                  <a:lnTo>
                    <a:pt x="687360" y="279952"/>
                  </a:lnTo>
                  <a:lnTo>
                    <a:pt x="684896" y="279952"/>
                  </a:lnTo>
                  <a:lnTo>
                    <a:pt x="682433" y="279952"/>
                  </a:lnTo>
                  <a:lnTo>
                    <a:pt x="679969" y="279952"/>
                  </a:lnTo>
                  <a:lnTo>
                    <a:pt x="677505" y="279952"/>
                  </a:lnTo>
                  <a:lnTo>
                    <a:pt x="675042" y="279952"/>
                  </a:lnTo>
                  <a:lnTo>
                    <a:pt x="672578" y="279952"/>
                  </a:lnTo>
                  <a:lnTo>
                    <a:pt x="670114" y="279952"/>
                  </a:lnTo>
                  <a:lnTo>
                    <a:pt x="667651" y="279952"/>
                  </a:lnTo>
                  <a:lnTo>
                    <a:pt x="665187" y="279952"/>
                  </a:lnTo>
                  <a:lnTo>
                    <a:pt x="662723" y="279952"/>
                  </a:lnTo>
                  <a:lnTo>
                    <a:pt x="660260" y="279952"/>
                  </a:lnTo>
                  <a:lnTo>
                    <a:pt x="657796" y="279952"/>
                  </a:lnTo>
                  <a:lnTo>
                    <a:pt x="655332" y="279952"/>
                  </a:lnTo>
                  <a:lnTo>
                    <a:pt x="652869" y="279952"/>
                  </a:lnTo>
                  <a:lnTo>
                    <a:pt x="650405" y="279952"/>
                  </a:lnTo>
                  <a:lnTo>
                    <a:pt x="647941" y="279952"/>
                  </a:lnTo>
                  <a:lnTo>
                    <a:pt x="645478" y="279952"/>
                  </a:lnTo>
                  <a:lnTo>
                    <a:pt x="643014" y="279952"/>
                  </a:lnTo>
                  <a:lnTo>
                    <a:pt x="640550" y="279952"/>
                  </a:lnTo>
                  <a:lnTo>
                    <a:pt x="638087" y="279952"/>
                  </a:lnTo>
                  <a:lnTo>
                    <a:pt x="635623" y="279952"/>
                  </a:lnTo>
                  <a:lnTo>
                    <a:pt x="633159" y="279952"/>
                  </a:lnTo>
                  <a:lnTo>
                    <a:pt x="630696" y="279952"/>
                  </a:lnTo>
                  <a:lnTo>
                    <a:pt x="628232" y="279952"/>
                  </a:lnTo>
                  <a:lnTo>
                    <a:pt x="625769" y="279952"/>
                  </a:lnTo>
                  <a:lnTo>
                    <a:pt x="623305" y="279952"/>
                  </a:lnTo>
                  <a:lnTo>
                    <a:pt x="620841" y="279952"/>
                  </a:lnTo>
                  <a:lnTo>
                    <a:pt x="618378" y="279952"/>
                  </a:lnTo>
                  <a:lnTo>
                    <a:pt x="615914" y="279952"/>
                  </a:lnTo>
                  <a:lnTo>
                    <a:pt x="613450" y="279952"/>
                  </a:lnTo>
                  <a:lnTo>
                    <a:pt x="610987" y="279952"/>
                  </a:lnTo>
                  <a:lnTo>
                    <a:pt x="608523" y="279952"/>
                  </a:lnTo>
                  <a:lnTo>
                    <a:pt x="606059" y="279952"/>
                  </a:lnTo>
                  <a:lnTo>
                    <a:pt x="603596" y="279952"/>
                  </a:lnTo>
                  <a:lnTo>
                    <a:pt x="601132" y="279952"/>
                  </a:lnTo>
                  <a:lnTo>
                    <a:pt x="598668" y="279952"/>
                  </a:lnTo>
                  <a:lnTo>
                    <a:pt x="596205" y="279952"/>
                  </a:lnTo>
                  <a:lnTo>
                    <a:pt x="593741" y="279952"/>
                  </a:lnTo>
                  <a:lnTo>
                    <a:pt x="591277" y="279952"/>
                  </a:lnTo>
                  <a:lnTo>
                    <a:pt x="588814" y="279952"/>
                  </a:lnTo>
                  <a:lnTo>
                    <a:pt x="586350" y="279952"/>
                  </a:lnTo>
                  <a:lnTo>
                    <a:pt x="583886" y="279952"/>
                  </a:lnTo>
                  <a:lnTo>
                    <a:pt x="581423" y="279952"/>
                  </a:lnTo>
                  <a:lnTo>
                    <a:pt x="578959" y="279952"/>
                  </a:lnTo>
                  <a:lnTo>
                    <a:pt x="576495" y="279952"/>
                  </a:lnTo>
                  <a:lnTo>
                    <a:pt x="574032" y="279952"/>
                  </a:lnTo>
                  <a:lnTo>
                    <a:pt x="571568" y="279952"/>
                  </a:lnTo>
                  <a:lnTo>
                    <a:pt x="569104" y="279952"/>
                  </a:lnTo>
                  <a:lnTo>
                    <a:pt x="566641" y="279952"/>
                  </a:lnTo>
                  <a:lnTo>
                    <a:pt x="564177" y="279952"/>
                  </a:lnTo>
                  <a:lnTo>
                    <a:pt x="561713" y="279952"/>
                  </a:lnTo>
                  <a:lnTo>
                    <a:pt x="559250" y="279952"/>
                  </a:lnTo>
                  <a:lnTo>
                    <a:pt x="556786" y="279952"/>
                  </a:lnTo>
                  <a:lnTo>
                    <a:pt x="554322" y="279952"/>
                  </a:lnTo>
                  <a:lnTo>
                    <a:pt x="551859" y="279952"/>
                  </a:lnTo>
                  <a:lnTo>
                    <a:pt x="549395" y="279952"/>
                  </a:lnTo>
                  <a:lnTo>
                    <a:pt x="546931" y="279952"/>
                  </a:lnTo>
                  <a:lnTo>
                    <a:pt x="544468" y="279952"/>
                  </a:lnTo>
                  <a:lnTo>
                    <a:pt x="542004" y="279952"/>
                  </a:lnTo>
                  <a:lnTo>
                    <a:pt x="539541" y="279952"/>
                  </a:lnTo>
                  <a:lnTo>
                    <a:pt x="537077" y="279952"/>
                  </a:lnTo>
                  <a:lnTo>
                    <a:pt x="534613" y="279952"/>
                  </a:lnTo>
                  <a:lnTo>
                    <a:pt x="532150" y="279952"/>
                  </a:lnTo>
                  <a:lnTo>
                    <a:pt x="529686" y="279952"/>
                  </a:lnTo>
                  <a:lnTo>
                    <a:pt x="527222" y="279952"/>
                  </a:lnTo>
                  <a:lnTo>
                    <a:pt x="524759" y="279952"/>
                  </a:lnTo>
                  <a:lnTo>
                    <a:pt x="522295" y="279952"/>
                  </a:lnTo>
                  <a:lnTo>
                    <a:pt x="519831" y="279952"/>
                  </a:lnTo>
                  <a:lnTo>
                    <a:pt x="517368" y="279952"/>
                  </a:lnTo>
                  <a:lnTo>
                    <a:pt x="514904" y="279952"/>
                  </a:lnTo>
                  <a:lnTo>
                    <a:pt x="512440" y="279952"/>
                  </a:lnTo>
                  <a:lnTo>
                    <a:pt x="509977" y="279952"/>
                  </a:lnTo>
                  <a:lnTo>
                    <a:pt x="507513" y="279952"/>
                  </a:lnTo>
                  <a:lnTo>
                    <a:pt x="505049" y="279952"/>
                  </a:lnTo>
                  <a:lnTo>
                    <a:pt x="502586" y="279952"/>
                  </a:lnTo>
                  <a:lnTo>
                    <a:pt x="500122" y="279952"/>
                  </a:lnTo>
                  <a:lnTo>
                    <a:pt x="497658" y="279952"/>
                  </a:lnTo>
                  <a:lnTo>
                    <a:pt x="495195" y="279952"/>
                  </a:lnTo>
                  <a:lnTo>
                    <a:pt x="492731" y="279952"/>
                  </a:lnTo>
                  <a:lnTo>
                    <a:pt x="490267" y="279952"/>
                  </a:lnTo>
                  <a:lnTo>
                    <a:pt x="487804" y="279952"/>
                  </a:lnTo>
                  <a:lnTo>
                    <a:pt x="485340" y="279952"/>
                  </a:lnTo>
                  <a:lnTo>
                    <a:pt x="482876" y="279952"/>
                  </a:lnTo>
                  <a:lnTo>
                    <a:pt x="480413" y="279952"/>
                  </a:lnTo>
                  <a:lnTo>
                    <a:pt x="477949" y="279952"/>
                  </a:lnTo>
                  <a:lnTo>
                    <a:pt x="475485" y="279952"/>
                  </a:lnTo>
                  <a:lnTo>
                    <a:pt x="473022" y="279952"/>
                  </a:lnTo>
                  <a:lnTo>
                    <a:pt x="470558" y="279952"/>
                  </a:lnTo>
                  <a:lnTo>
                    <a:pt x="468094" y="279952"/>
                  </a:lnTo>
                  <a:lnTo>
                    <a:pt x="465631" y="279952"/>
                  </a:lnTo>
                  <a:lnTo>
                    <a:pt x="463167" y="279952"/>
                  </a:lnTo>
                  <a:lnTo>
                    <a:pt x="460703" y="279952"/>
                  </a:lnTo>
                  <a:lnTo>
                    <a:pt x="458240" y="279952"/>
                  </a:lnTo>
                  <a:lnTo>
                    <a:pt x="455776" y="279952"/>
                  </a:lnTo>
                  <a:lnTo>
                    <a:pt x="453312" y="279952"/>
                  </a:lnTo>
                  <a:lnTo>
                    <a:pt x="450849" y="279952"/>
                  </a:lnTo>
                  <a:lnTo>
                    <a:pt x="448385" y="279952"/>
                  </a:lnTo>
                  <a:lnTo>
                    <a:pt x="445922" y="279952"/>
                  </a:lnTo>
                  <a:lnTo>
                    <a:pt x="443458" y="279952"/>
                  </a:lnTo>
                  <a:lnTo>
                    <a:pt x="440994" y="279952"/>
                  </a:lnTo>
                  <a:lnTo>
                    <a:pt x="438531" y="279952"/>
                  </a:lnTo>
                  <a:lnTo>
                    <a:pt x="436067" y="279952"/>
                  </a:lnTo>
                  <a:lnTo>
                    <a:pt x="433603" y="279952"/>
                  </a:lnTo>
                  <a:lnTo>
                    <a:pt x="431140" y="279952"/>
                  </a:lnTo>
                  <a:lnTo>
                    <a:pt x="428676" y="279952"/>
                  </a:lnTo>
                  <a:lnTo>
                    <a:pt x="426212" y="279952"/>
                  </a:lnTo>
                  <a:lnTo>
                    <a:pt x="423749" y="279952"/>
                  </a:lnTo>
                  <a:lnTo>
                    <a:pt x="421285" y="279952"/>
                  </a:lnTo>
                  <a:lnTo>
                    <a:pt x="418821" y="279952"/>
                  </a:lnTo>
                  <a:lnTo>
                    <a:pt x="416358" y="279952"/>
                  </a:lnTo>
                  <a:lnTo>
                    <a:pt x="413894" y="279952"/>
                  </a:lnTo>
                  <a:lnTo>
                    <a:pt x="411430" y="279952"/>
                  </a:lnTo>
                  <a:lnTo>
                    <a:pt x="408967" y="279952"/>
                  </a:lnTo>
                  <a:lnTo>
                    <a:pt x="406503" y="279952"/>
                  </a:lnTo>
                  <a:lnTo>
                    <a:pt x="404039" y="279952"/>
                  </a:lnTo>
                  <a:lnTo>
                    <a:pt x="401576" y="279952"/>
                  </a:lnTo>
                  <a:lnTo>
                    <a:pt x="399112" y="279952"/>
                  </a:lnTo>
                  <a:lnTo>
                    <a:pt x="396648" y="279952"/>
                  </a:lnTo>
                  <a:lnTo>
                    <a:pt x="394185" y="279952"/>
                  </a:lnTo>
                  <a:lnTo>
                    <a:pt x="391721" y="279952"/>
                  </a:lnTo>
                  <a:lnTo>
                    <a:pt x="389257" y="279952"/>
                  </a:lnTo>
                  <a:lnTo>
                    <a:pt x="386794" y="279952"/>
                  </a:lnTo>
                  <a:lnTo>
                    <a:pt x="384330" y="279952"/>
                  </a:lnTo>
                  <a:lnTo>
                    <a:pt x="381866" y="279952"/>
                  </a:lnTo>
                  <a:lnTo>
                    <a:pt x="379403" y="279952"/>
                  </a:lnTo>
                  <a:lnTo>
                    <a:pt x="376939" y="279952"/>
                  </a:lnTo>
                  <a:lnTo>
                    <a:pt x="374475" y="279952"/>
                  </a:lnTo>
                  <a:lnTo>
                    <a:pt x="372012" y="279952"/>
                  </a:lnTo>
                  <a:lnTo>
                    <a:pt x="369548" y="279952"/>
                  </a:lnTo>
                  <a:lnTo>
                    <a:pt x="367084" y="279952"/>
                  </a:lnTo>
                  <a:lnTo>
                    <a:pt x="364621" y="279952"/>
                  </a:lnTo>
                  <a:lnTo>
                    <a:pt x="362157" y="279952"/>
                  </a:lnTo>
                  <a:lnTo>
                    <a:pt x="359694" y="279952"/>
                  </a:lnTo>
                  <a:lnTo>
                    <a:pt x="357230" y="279952"/>
                  </a:lnTo>
                  <a:lnTo>
                    <a:pt x="354766" y="279952"/>
                  </a:lnTo>
                  <a:lnTo>
                    <a:pt x="352303" y="279952"/>
                  </a:lnTo>
                  <a:lnTo>
                    <a:pt x="349839" y="279952"/>
                  </a:lnTo>
                  <a:lnTo>
                    <a:pt x="347375" y="279952"/>
                  </a:lnTo>
                  <a:lnTo>
                    <a:pt x="344912" y="279952"/>
                  </a:lnTo>
                  <a:lnTo>
                    <a:pt x="342448" y="279952"/>
                  </a:lnTo>
                  <a:lnTo>
                    <a:pt x="339984" y="279952"/>
                  </a:lnTo>
                  <a:lnTo>
                    <a:pt x="337521" y="279952"/>
                  </a:lnTo>
                  <a:lnTo>
                    <a:pt x="335057" y="279952"/>
                  </a:lnTo>
                  <a:lnTo>
                    <a:pt x="332593" y="279952"/>
                  </a:lnTo>
                  <a:lnTo>
                    <a:pt x="330130" y="279952"/>
                  </a:lnTo>
                  <a:lnTo>
                    <a:pt x="327666" y="279952"/>
                  </a:lnTo>
                  <a:lnTo>
                    <a:pt x="325202" y="279952"/>
                  </a:lnTo>
                  <a:lnTo>
                    <a:pt x="322739" y="279952"/>
                  </a:lnTo>
                  <a:lnTo>
                    <a:pt x="320275" y="279952"/>
                  </a:lnTo>
                  <a:lnTo>
                    <a:pt x="317811" y="279952"/>
                  </a:lnTo>
                  <a:lnTo>
                    <a:pt x="315348" y="279952"/>
                  </a:lnTo>
                  <a:lnTo>
                    <a:pt x="312884" y="279952"/>
                  </a:lnTo>
                  <a:lnTo>
                    <a:pt x="310420" y="279952"/>
                  </a:lnTo>
                  <a:lnTo>
                    <a:pt x="307957" y="279952"/>
                  </a:lnTo>
                  <a:lnTo>
                    <a:pt x="305493" y="279952"/>
                  </a:lnTo>
                  <a:lnTo>
                    <a:pt x="303029" y="279952"/>
                  </a:lnTo>
                  <a:lnTo>
                    <a:pt x="300566" y="279952"/>
                  </a:lnTo>
                  <a:lnTo>
                    <a:pt x="298102" y="279952"/>
                  </a:lnTo>
                  <a:lnTo>
                    <a:pt x="295638" y="279952"/>
                  </a:lnTo>
                  <a:lnTo>
                    <a:pt x="293175" y="279952"/>
                  </a:lnTo>
                  <a:lnTo>
                    <a:pt x="290711" y="279952"/>
                  </a:lnTo>
                  <a:lnTo>
                    <a:pt x="288247" y="279952"/>
                  </a:lnTo>
                  <a:lnTo>
                    <a:pt x="285784" y="279952"/>
                  </a:lnTo>
                  <a:lnTo>
                    <a:pt x="283320" y="279952"/>
                  </a:lnTo>
                  <a:lnTo>
                    <a:pt x="280856" y="279952"/>
                  </a:lnTo>
                  <a:lnTo>
                    <a:pt x="278393" y="279952"/>
                  </a:lnTo>
                  <a:lnTo>
                    <a:pt x="275929" y="279952"/>
                  </a:lnTo>
                  <a:lnTo>
                    <a:pt x="273465" y="279952"/>
                  </a:lnTo>
                  <a:lnTo>
                    <a:pt x="271002" y="279952"/>
                  </a:lnTo>
                  <a:lnTo>
                    <a:pt x="268538" y="279952"/>
                  </a:lnTo>
                  <a:lnTo>
                    <a:pt x="266075" y="279952"/>
                  </a:lnTo>
                  <a:lnTo>
                    <a:pt x="263611" y="279952"/>
                  </a:lnTo>
                  <a:lnTo>
                    <a:pt x="261147" y="279952"/>
                  </a:lnTo>
                  <a:lnTo>
                    <a:pt x="258684" y="279952"/>
                  </a:lnTo>
                  <a:lnTo>
                    <a:pt x="256220" y="279952"/>
                  </a:lnTo>
                  <a:lnTo>
                    <a:pt x="253756" y="279952"/>
                  </a:lnTo>
                  <a:lnTo>
                    <a:pt x="251293" y="279952"/>
                  </a:lnTo>
                  <a:lnTo>
                    <a:pt x="248829" y="279952"/>
                  </a:lnTo>
                  <a:lnTo>
                    <a:pt x="246365" y="279952"/>
                  </a:lnTo>
                  <a:lnTo>
                    <a:pt x="243902" y="279952"/>
                  </a:lnTo>
                  <a:lnTo>
                    <a:pt x="241438" y="279952"/>
                  </a:lnTo>
                  <a:lnTo>
                    <a:pt x="238974" y="279952"/>
                  </a:lnTo>
                  <a:lnTo>
                    <a:pt x="236511" y="279952"/>
                  </a:lnTo>
                  <a:lnTo>
                    <a:pt x="234047" y="279952"/>
                  </a:lnTo>
                  <a:lnTo>
                    <a:pt x="231583" y="279952"/>
                  </a:lnTo>
                  <a:lnTo>
                    <a:pt x="229120" y="279952"/>
                  </a:lnTo>
                  <a:lnTo>
                    <a:pt x="226656" y="279952"/>
                  </a:lnTo>
                  <a:lnTo>
                    <a:pt x="224192" y="279952"/>
                  </a:lnTo>
                  <a:lnTo>
                    <a:pt x="221729" y="279952"/>
                  </a:lnTo>
                  <a:lnTo>
                    <a:pt x="219265" y="279952"/>
                  </a:lnTo>
                  <a:lnTo>
                    <a:pt x="216801" y="279952"/>
                  </a:lnTo>
                  <a:lnTo>
                    <a:pt x="214338" y="279952"/>
                  </a:lnTo>
                  <a:lnTo>
                    <a:pt x="211874" y="279952"/>
                  </a:lnTo>
                  <a:lnTo>
                    <a:pt x="209410" y="279952"/>
                  </a:lnTo>
                  <a:lnTo>
                    <a:pt x="206947" y="279952"/>
                  </a:lnTo>
                  <a:lnTo>
                    <a:pt x="204483" y="279952"/>
                  </a:lnTo>
                  <a:lnTo>
                    <a:pt x="202019" y="279952"/>
                  </a:lnTo>
                  <a:lnTo>
                    <a:pt x="199556" y="279952"/>
                  </a:lnTo>
                  <a:lnTo>
                    <a:pt x="197092" y="279952"/>
                  </a:lnTo>
                  <a:lnTo>
                    <a:pt x="194628" y="279952"/>
                  </a:lnTo>
                  <a:lnTo>
                    <a:pt x="192165" y="279952"/>
                  </a:lnTo>
                  <a:lnTo>
                    <a:pt x="189701" y="279952"/>
                  </a:lnTo>
                  <a:lnTo>
                    <a:pt x="187237" y="279952"/>
                  </a:lnTo>
                  <a:lnTo>
                    <a:pt x="184774" y="279952"/>
                  </a:lnTo>
                  <a:lnTo>
                    <a:pt x="182310" y="279952"/>
                  </a:lnTo>
                  <a:lnTo>
                    <a:pt x="179847" y="279952"/>
                  </a:lnTo>
                  <a:lnTo>
                    <a:pt x="177383" y="279952"/>
                  </a:lnTo>
                  <a:lnTo>
                    <a:pt x="174919" y="279952"/>
                  </a:lnTo>
                  <a:lnTo>
                    <a:pt x="172456" y="279952"/>
                  </a:lnTo>
                  <a:lnTo>
                    <a:pt x="169992" y="279952"/>
                  </a:lnTo>
                  <a:lnTo>
                    <a:pt x="167528" y="279952"/>
                  </a:lnTo>
                  <a:lnTo>
                    <a:pt x="165065" y="279952"/>
                  </a:lnTo>
                  <a:lnTo>
                    <a:pt x="162601" y="279952"/>
                  </a:lnTo>
                  <a:lnTo>
                    <a:pt x="160137" y="279952"/>
                  </a:lnTo>
                  <a:lnTo>
                    <a:pt x="157674" y="279952"/>
                  </a:lnTo>
                  <a:lnTo>
                    <a:pt x="155210" y="279952"/>
                  </a:lnTo>
                  <a:lnTo>
                    <a:pt x="152746" y="279952"/>
                  </a:lnTo>
                  <a:lnTo>
                    <a:pt x="150283" y="279952"/>
                  </a:lnTo>
                  <a:lnTo>
                    <a:pt x="147819" y="279952"/>
                  </a:lnTo>
                  <a:lnTo>
                    <a:pt x="145355" y="279952"/>
                  </a:lnTo>
                  <a:lnTo>
                    <a:pt x="142892" y="279952"/>
                  </a:lnTo>
                  <a:lnTo>
                    <a:pt x="140428" y="279952"/>
                  </a:lnTo>
                  <a:lnTo>
                    <a:pt x="137964" y="279952"/>
                  </a:lnTo>
                  <a:lnTo>
                    <a:pt x="135501" y="279952"/>
                  </a:lnTo>
                  <a:lnTo>
                    <a:pt x="133037" y="279952"/>
                  </a:lnTo>
                  <a:lnTo>
                    <a:pt x="130573" y="279952"/>
                  </a:lnTo>
                  <a:lnTo>
                    <a:pt x="128110" y="279952"/>
                  </a:lnTo>
                  <a:lnTo>
                    <a:pt x="125646" y="279952"/>
                  </a:lnTo>
                  <a:lnTo>
                    <a:pt x="123182" y="279952"/>
                  </a:lnTo>
                  <a:lnTo>
                    <a:pt x="120719" y="279952"/>
                  </a:lnTo>
                  <a:lnTo>
                    <a:pt x="118255" y="279952"/>
                  </a:lnTo>
                  <a:lnTo>
                    <a:pt x="115791" y="279952"/>
                  </a:lnTo>
                  <a:lnTo>
                    <a:pt x="113328" y="279952"/>
                  </a:lnTo>
                  <a:lnTo>
                    <a:pt x="110864" y="279952"/>
                  </a:lnTo>
                  <a:lnTo>
                    <a:pt x="108400" y="279952"/>
                  </a:lnTo>
                  <a:lnTo>
                    <a:pt x="105937" y="279952"/>
                  </a:lnTo>
                  <a:lnTo>
                    <a:pt x="103473" y="279952"/>
                  </a:lnTo>
                  <a:lnTo>
                    <a:pt x="101009" y="279952"/>
                  </a:lnTo>
                  <a:lnTo>
                    <a:pt x="98546" y="279952"/>
                  </a:lnTo>
                  <a:lnTo>
                    <a:pt x="96082" y="279952"/>
                  </a:lnTo>
                  <a:lnTo>
                    <a:pt x="93618" y="279952"/>
                  </a:lnTo>
                  <a:lnTo>
                    <a:pt x="91155" y="279952"/>
                  </a:lnTo>
                  <a:lnTo>
                    <a:pt x="88691" y="279952"/>
                  </a:lnTo>
                  <a:lnTo>
                    <a:pt x="86228" y="279952"/>
                  </a:lnTo>
                  <a:lnTo>
                    <a:pt x="83764" y="279952"/>
                  </a:lnTo>
                  <a:lnTo>
                    <a:pt x="81300" y="279952"/>
                  </a:lnTo>
                  <a:lnTo>
                    <a:pt x="78837" y="279952"/>
                  </a:lnTo>
                  <a:lnTo>
                    <a:pt x="76373" y="279952"/>
                  </a:lnTo>
                  <a:lnTo>
                    <a:pt x="73909" y="279952"/>
                  </a:lnTo>
                  <a:lnTo>
                    <a:pt x="71446" y="279952"/>
                  </a:lnTo>
                  <a:lnTo>
                    <a:pt x="68982" y="279952"/>
                  </a:lnTo>
                  <a:lnTo>
                    <a:pt x="66518" y="279952"/>
                  </a:lnTo>
                  <a:lnTo>
                    <a:pt x="64055" y="279952"/>
                  </a:lnTo>
                  <a:lnTo>
                    <a:pt x="61591" y="279952"/>
                  </a:lnTo>
                  <a:lnTo>
                    <a:pt x="59127" y="279952"/>
                  </a:lnTo>
                  <a:lnTo>
                    <a:pt x="56664" y="279952"/>
                  </a:lnTo>
                  <a:lnTo>
                    <a:pt x="54200" y="279952"/>
                  </a:lnTo>
                  <a:lnTo>
                    <a:pt x="51736" y="279952"/>
                  </a:lnTo>
                  <a:lnTo>
                    <a:pt x="49273" y="279952"/>
                  </a:lnTo>
                  <a:lnTo>
                    <a:pt x="46809" y="279952"/>
                  </a:lnTo>
                  <a:lnTo>
                    <a:pt x="44345" y="279952"/>
                  </a:lnTo>
                  <a:lnTo>
                    <a:pt x="41882" y="279952"/>
                  </a:lnTo>
                  <a:lnTo>
                    <a:pt x="39418" y="279952"/>
                  </a:lnTo>
                  <a:lnTo>
                    <a:pt x="36954" y="279952"/>
                  </a:lnTo>
                  <a:lnTo>
                    <a:pt x="34491" y="279952"/>
                  </a:lnTo>
                  <a:lnTo>
                    <a:pt x="32027" y="279952"/>
                  </a:lnTo>
                  <a:lnTo>
                    <a:pt x="29563" y="279952"/>
                  </a:lnTo>
                  <a:lnTo>
                    <a:pt x="27100" y="279952"/>
                  </a:lnTo>
                  <a:lnTo>
                    <a:pt x="24636" y="279952"/>
                  </a:lnTo>
                  <a:lnTo>
                    <a:pt x="22172" y="279952"/>
                  </a:lnTo>
                  <a:lnTo>
                    <a:pt x="19709" y="279952"/>
                  </a:lnTo>
                  <a:lnTo>
                    <a:pt x="17245" y="279952"/>
                  </a:lnTo>
                  <a:lnTo>
                    <a:pt x="14781" y="279952"/>
                  </a:lnTo>
                  <a:lnTo>
                    <a:pt x="12318" y="279952"/>
                  </a:lnTo>
                  <a:lnTo>
                    <a:pt x="9854" y="279952"/>
                  </a:lnTo>
                  <a:lnTo>
                    <a:pt x="7390" y="279952"/>
                  </a:lnTo>
                  <a:lnTo>
                    <a:pt x="4927" y="279952"/>
                  </a:lnTo>
                  <a:lnTo>
                    <a:pt x="2463" y="279952"/>
                  </a:lnTo>
                  <a:lnTo>
                    <a:pt x="0" y="27995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481616" y="1845834"/>
              <a:ext cx="1258929" cy="279923"/>
            </a:xfrm>
            <a:custGeom>
              <a:avLst/>
              <a:pathLst>
                <a:path w="1258929" h="279923">
                  <a:moveTo>
                    <a:pt x="0" y="279232"/>
                  </a:moveTo>
                  <a:lnTo>
                    <a:pt x="2463" y="279181"/>
                  </a:lnTo>
                  <a:lnTo>
                    <a:pt x="4927" y="279128"/>
                  </a:lnTo>
                  <a:lnTo>
                    <a:pt x="7390" y="279072"/>
                  </a:lnTo>
                  <a:lnTo>
                    <a:pt x="9854" y="279012"/>
                  </a:lnTo>
                  <a:lnTo>
                    <a:pt x="12318" y="278950"/>
                  </a:lnTo>
                  <a:lnTo>
                    <a:pt x="14781" y="278885"/>
                  </a:lnTo>
                  <a:lnTo>
                    <a:pt x="17245" y="278816"/>
                  </a:lnTo>
                  <a:lnTo>
                    <a:pt x="19709" y="278745"/>
                  </a:lnTo>
                  <a:lnTo>
                    <a:pt x="22172" y="278670"/>
                  </a:lnTo>
                  <a:lnTo>
                    <a:pt x="24636" y="278591"/>
                  </a:lnTo>
                  <a:lnTo>
                    <a:pt x="27100" y="278509"/>
                  </a:lnTo>
                  <a:lnTo>
                    <a:pt x="29563" y="278424"/>
                  </a:lnTo>
                  <a:lnTo>
                    <a:pt x="32027" y="278334"/>
                  </a:lnTo>
                  <a:lnTo>
                    <a:pt x="34491" y="278241"/>
                  </a:lnTo>
                  <a:lnTo>
                    <a:pt x="36954" y="278145"/>
                  </a:lnTo>
                  <a:lnTo>
                    <a:pt x="39418" y="278045"/>
                  </a:lnTo>
                  <a:lnTo>
                    <a:pt x="41882" y="277940"/>
                  </a:lnTo>
                  <a:lnTo>
                    <a:pt x="44345" y="277833"/>
                  </a:lnTo>
                  <a:lnTo>
                    <a:pt x="46809" y="277721"/>
                  </a:lnTo>
                  <a:lnTo>
                    <a:pt x="49273" y="277604"/>
                  </a:lnTo>
                  <a:lnTo>
                    <a:pt x="51736" y="277485"/>
                  </a:lnTo>
                  <a:lnTo>
                    <a:pt x="54200" y="277362"/>
                  </a:lnTo>
                  <a:lnTo>
                    <a:pt x="56664" y="277233"/>
                  </a:lnTo>
                  <a:lnTo>
                    <a:pt x="59127" y="277102"/>
                  </a:lnTo>
                  <a:lnTo>
                    <a:pt x="61591" y="276967"/>
                  </a:lnTo>
                  <a:lnTo>
                    <a:pt x="64055" y="276826"/>
                  </a:lnTo>
                  <a:lnTo>
                    <a:pt x="66518" y="276683"/>
                  </a:lnTo>
                  <a:lnTo>
                    <a:pt x="68982" y="276536"/>
                  </a:lnTo>
                  <a:lnTo>
                    <a:pt x="71446" y="276383"/>
                  </a:lnTo>
                  <a:lnTo>
                    <a:pt x="73909" y="276227"/>
                  </a:lnTo>
                  <a:lnTo>
                    <a:pt x="76373" y="276068"/>
                  </a:lnTo>
                  <a:lnTo>
                    <a:pt x="78837" y="275903"/>
                  </a:lnTo>
                  <a:lnTo>
                    <a:pt x="81300" y="275735"/>
                  </a:lnTo>
                  <a:lnTo>
                    <a:pt x="83764" y="275563"/>
                  </a:lnTo>
                  <a:lnTo>
                    <a:pt x="86228" y="275386"/>
                  </a:lnTo>
                  <a:lnTo>
                    <a:pt x="88691" y="275206"/>
                  </a:lnTo>
                  <a:lnTo>
                    <a:pt x="91155" y="275022"/>
                  </a:lnTo>
                  <a:lnTo>
                    <a:pt x="93618" y="274833"/>
                  </a:lnTo>
                  <a:lnTo>
                    <a:pt x="96082" y="274640"/>
                  </a:lnTo>
                  <a:lnTo>
                    <a:pt x="98546" y="274444"/>
                  </a:lnTo>
                  <a:lnTo>
                    <a:pt x="101009" y="274243"/>
                  </a:lnTo>
                  <a:lnTo>
                    <a:pt x="103473" y="274038"/>
                  </a:lnTo>
                  <a:lnTo>
                    <a:pt x="105937" y="273829"/>
                  </a:lnTo>
                  <a:lnTo>
                    <a:pt x="108400" y="273616"/>
                  </a:lnTo>
                  <a:lnTo>
                    <a:pt x="110864" y="273397"/>
                  </a:lnTo>
                  <a:lnTo>
                    <a:pt x="113328" y="273175"/>
                  </a:lnTo>
                  <a:lnTo>
                    <a:pt x="115791" y="272949"/>
                  </a:lnTo>
                  <a:lnTo>
                    <a:pt x="118255" y="272717"/>
                  </a:lnTo>
                  <a:lnTo>
                    <a:pt x="120719" y="272481"/>
                  </a:lnTo>
                  <a:lnTo>
                    <a:pt x="123182" y="272241"/>
                  </a:lnTo>
                  <a:lnTo>
                    <a:pt x="125646" y="271994"/>
                  </a:lnTo>
                  <a:lnTo>
                    <a:pt x="128110" y="271743"/>
                  </a:lnTo>
                  <a:lnTo>
                    <a:pt x="130573" y="271488"/>
                  </a:lnTo>
                  <a:lnTo>
                    <a:pt x="133037" y="271227"/>
                  </a:lnTo>
                  <a:lnTo>
                    <a:pt x="135501" y="270960"/>
                  </a:lnTo>
                  <a:lnTo>
                    <a:pt x="137964" y="270688"/>
                  </a:lnTo>
                  <a:lnTo>
                    <a:pt x="140428" y="270410"/>
                  </a:lnTo>
                  <a:lnTo>
                    <a:pt x="142892" y="270125"/>
                  </a:lnTo>
                  <a:lnTo>
                    <a:pt x="145355" y="269836"/>
                  </a:lnTo>
                  <a:lnTo>
                    <a:pt x="147819" y="269539"/>
                  </a:lnTo>
                  <a:lnTo>
                    <a:pt x="150283" y="269235"/>
                  </a:lnTo>
                  <a:lnTo>
                    <a:pt x="152746" y="268925"/>
                  </a:lnTo>
                  <a:lnTo>
                    <a:pt x="155210" y="268608"/>
                  </a:lnTo>
                  <a:lnTo>
                    <a:pt x="157674" y="268282"/>
                  </a:lnTo>
                  <a:lnTo>
                    <a:pt x="160137" y="267950"/>
                  </a:lnTo>
                  <a:lnTo>
                    <a:pt x="162601" y="267611"/>
                  </a:lnTo>
                  <a:lnTo>
                    <a:pt x="165065" y="267261"/>
                  </a:lnTo>
                  <a:lnTo>
                    <a:pt x="167528" y="266904"/>
                  </a:lnTo>
                  <a:lnTo>
                    <a:pt x="169992" y="266540"/>
                  </a:lnTo>
                  <a:lnTo>
                    <a:pt x="172456" y="266163"/>
                  </a:lnTo>
                  <a:lnTo>
                    <a:pt x="174919" y="265779"/>
                  </a:lnTo>
                  <a:lnTo>
                    <a:pt x="177383" y="265388"/>
                  </a:lnTo>
                  <a:lnTo>
                    <a:pt x="179847" y="264983"/>
                  </a:lnTo>
                  <a:lnTo>
                    <a:pt x="182310" y="264569"/>
                  </a:lnTo>
                  <a:lnTo>
                    <a:pt x="184774" y="264147"/>
                  </a:lnTo>
                  <a:lnTo>
                    <a:pt x="187237" y="263712"/>
                  </a:lnTo>
                  <a:lnTo>
                    <a:pt x="189701" y="263266"/>
                  </a:lnTo>
                  <a:lnTo>
                    <a:pt x="192165" y="262811"/>
                  </a:lnTo>
                  <a:lnTo>
                    <a:pt x="194628" y="262344"/>
                  </a:lnTo>
                  <a:lnTo>
                    <a:pt x="197092" y="261863"/>
                  </a:lnTo>
                  <a:lnTo>
                    <a:pt x="199556" y="261373"/>
                  </a:lnTo>
                  <a:lnTo>
                    <a:pt x="202019" y="260872"/>
                  </a:lnTo>
                  <a:lnTo>
                    <a:pt x="204483" y="260355"/>
                  </a:lnTo>
                  <a:lnTo>
                    <a:pt x="206947" y="259829"/>
                  </a:lnTo>
                  <a:lnTo>
                    <a:pt x="209410" y="259291"/>
                  </a:lnTo>
                  <a:lnTo>
                    <a:pt x="211874" y="258737"/>
                  </a:lnTo>
                  <a:lnTo>
                    <a:pt x="214338" y="258172"/>
                  </a:lnTo>
                  <a:lnTo>
                    <a:pt x="216801" y="257598"/>
                  </a:lnTo>
                  <a:lnTo>
                    <a:pt x="219265" y="257005"/>
                  </a:lnTo>
                  <a:lnTo>
                    <a:pt x="221729" y="256402"/>
                  </a:lnTo>
                  <a:lnTo>
                    <a:pt x="224192" y="255788"/>
                  </a:lnTo>
                  <a:lnTo>
                    <a:pt x="226656" y="255157"/>
                  </a:lnTo>
                  <a:lnTo>
                    <a:pt x="229120" y="254515"/>
                  </a:lnTo>
                  <a:lnTo>
                    <a:pt x="231583" y="253862"/>
                  </a:lnTo>
                  <a:lnTo>
                    <a:pt x="234047" y="253194"/>
                  </a:lnTo>
                  <a:lnTo>
                    <a:pt x="236511" y="252512"/>
                  </a:lnTo>
                  <a:lnTo>
                    <a:pt x="238974" y="251821"/>
                  </a:lnTo>
                  <a:lnTo>
                    <a:pt x="241438" y="251115"/>
                  </a:lnTo>
                  <a:lnTo>
                    <a:pt x="243902" y="250396"/>
                  </a:lnTo>
                  <a:lnTo>
                    <a:pt x="246365" y="249666"/>
                  </a:lnTo>
                  <a:lnTo>
                    <a:pt x="248829" y="248925"/>
                  </a:lnTo>
                  <a:lnTo>
                    <a:pt x="251293" y="248169"/>
                  </a:lnTo>
                  <a:lnTo>
                    <a:pt x="253756" y="247403"/>
                  </a:lnTo>
                  <a:lnTo>
                    <a:pt x="256220" y="246627"/>
                  </a:lnTo>
                  <a:lnTo>
                    <a:pt x="258684" y="245836"/>
                  </a:lnTo>
                  <a:lnTo>
                    <a:pt x="261147" y="245036"/>
                  </a:lnTo>
                  <a:lnTo>
                    <a:pt x="263611" y="244227"/>
                  </a:lnTo>
                  <a:lnTo>
                    <a:pt x="266075" y="243403"/>
                  </a:lnTo>
                  <a:lnTo>
                    <a:pt x="268538" y="242571"/>
                  </a:lnTo>
                  <a:lnTo>
                    <a:pt x="271002" y="241731"/>
                  </a:lnTo>
                  <a:lnTo>
                    <a:pt x="273465" y="240877"/>
                  </a:lnTo>
                  <a:lnTo>
                    <a:pt x="275929" y="240016"/>
                  </a:lnTo>
                  <a:lnTo>
                    <a:pt x="278393" y="239147"/>
                  </a:lnTo>
                  <a:lnTo>
                    <a:pt x="280856" y="238267"/>
                  </a:lnTo>
                  <a:lnTo>
                    <a:pt x="283320" y="237378"/>
                  </a:lnTo>
                  <a:lnTo>
                    <a:pt x="285784" y="236483"/>
                  </a:lnTo>
                  <a:lnTo>
                    <a:pt x="288247" y="235579"/>
                  </a:lnTo>
                  <a:lnTo>
                    <a:pt x="290711" y="234666"/>
                  </a:lnTo>
                  <a:lnTo>
                    <a:pt x="293175" y="233748"/>
                  </a:lnTo>
                  <a:lnTo>
                    <a:pt x="295638" y="232822"/>
                  </a:lnTo>
                  <a:lnTo>
                    <a:pt x="298102" y="231887"/>
                  </a:lnTo>
                  <a:lnTo>
                    <a:pt x="300566" y="230947"/>
                  </a:lnTo>
                  <a:lnTo>
                    <a:pt x="303029" y="230001"/>
                  </a:lnTo>
                  <a:lnTo>
                    <a:pt x="305493" y="229047"/>
                  </a:lnTo>
                  <a:lnTo>
                    <a:pt x="307957" y="228088"/>
                  </a:lnTo>
                  <a:lnTo>
                    <a:pt x="310420" y="227124"/>
                  </a:lnTo>
                  <a:lnTo>
                    <a:pt x="312884" y="226151"/>
                  </a:lnTo>
                  <a:lnTo>
                    <a:pt x="315348" y="225175"/>
                  </a:lnTo>
                  <a:lnTo>
                    <a:pt x="317811" y="224193"/>
                  </a:lnTo>
                  <a:lnTo>
                    <a:pt x="320275" y="223204"/>
                  </a:lnTo>
                  <a:lnTo>
                    <a:pt x="322739" y="222211"/>
                  </a:lnTo>
                  <a:lnTo>
                    <a:pt x="325202" y="221212"/>
                  </a:lnTo>
                  <a:lnTo>
                    <a:pt x="327666" y="220207"/>
                  </a:lnTo>
                  <a:lnTo>
                    <a:pt x="330130" y="219196"/>
                  </a:lnTo>
                  <a:lnTo>
                    <a:pt x="332593" y="218181"/>
                  </a:lnTo>
                  <a:lnTo>
                    <a:pt x="335057" y="217159"/>
                  </a:lnTo>
                  <a:lnTo>
                    <a:pt x="337521" y="216130"/>
                  </a:lnTo>
                  <a:lnTo>
                    <a:pt x="339984" y="215096"/>
                  </a:lnTo>
                  <a:lnTo>
                    <a:pt x="342448" y="214056"/>
                  </a:lnTo>
                  <a:lnTo>
                    <a:pt x="344912" y="213007"/>
                  </a:lnTo>
                  <a:lnTo>
                    <a:pt x="347375" y="211953"/>
                  </a:lnTo>
                  <a:lnTo>
                    <a:pt x="349839" y="210892"/>
                  </a:lnTo>
                  <a:lnTo>
                    <a:pt x="352303" y="209821"/>
                  </a:lnTo>
                  <a:lnTo>
                    <a:pt x="354766" y="208744"/>
                  </a:lnTo>
                  <a:lnTo>
                    <a:pt x="357230" y="207659"/>
                  </a:lnTo>
                  <a:lnTo>
                    <a:pt x="359694" y="206562"/>
                  </a:lnTo>
                  <a:lnTo>
                    <a:pt x="362157" y="205456"/>
                  </a:lnTo>
                  <a:lnTo>
                    <a:pt x="364621" y="204344"/>
                  </a:lnTo>
                  <a:lnTo>
                    <a:pt x="367084" y="203216"/>
                  </a:lnTo>
                  <a:lnTo>
                    <a:pt x="369548" y="202078"/>
                  </a:lnTo>
                  <a:lnTo>
                    <a:pt x="372012" y="200931"/>
                  </a:lnTo>
                  <a:lnTo>
                    <a:pt x="374475" y="199768"/>
                  </a:lnTo>
                  <a:lnTo>
                    <a:pt x="376939" y="198593"/>
                  </a:lnTo>
                  <a:lnTo>
                    <a:pt x="379403" y="197407"/>
                  </a:lnTo>
                  <a:lnTo>
                    <a:pt x="381866" y="196203"/>
                  </a:lnTo>
                  <a:lnTo>
                    <a:pt x="384330" y="194984"/>
                  </a:lnTo>
                  <a:lnTo>
                    <a:pt x="386794" y="193752"/>
                  </a:lnTo>
                  <a:lnTo>
                    <a:pt x="389257" y="192502"/>
                  </a:lnTo>
                  <a:lnTo>
                    <a:pt x="391721" y="191232"/>
                  </a:lnTo>
                  <a:lnTo>
                    <a:pt x="394185" y="189948"/>
                  </a:lnTo>
                  <a:lnTo>
                    <a:pt x="396648" y="188645"/>
                  </a:lnTo>
                  <a:lnTo>
                    <a:pt x="399112" y="187318"/>
                  </a:lnTo>
                  <a:lnTo>
                    <a:pt x="401576" y="185976"/>
                  </a:lnTo>
                  <a:lnTo>
                    <a:pt x="404039" y="184615"/>
                  </a:lnTo>
                  <a:lnTo>
                    <a:pt x="406503" y="183225"/>
                  </a:lnTo>
                  <a:lnTo>
                    <a:pt x="408967" y="181817"/>
                  </a:lnTo>
                  <a:lnTo>
                    <a:pt x="411430" y="180392"/>
                  </a:lnTo>
                  <a:lnTo>
                    <a:pt x="413894" y="178933"/>
                  </a:lnTo>
                  <a:lnTo>
                    <a:pt x="416358" y="177455"/>
                  </a:lnTo>
                  <a:lnTo>
                    <a:pt x="418821" y="175958"/>
                  </a:lnTo>
                  <a:lnTo>
                    <a:pt x="421285" y="174429"/>
                  </a:lnTo>
                  <a:lnTo>
                    <a:pt x="423749" y="172876"/>
                  </a:lnTo>
                  <a:lnTo>
                    <a:pt x="426212" y="171303"/>
                  </a:lnTo>
                  <a:lnTo>
                    <a:pt x="428676" y="169698"/>
                  </a:lnTo>
                  <a:lnTo>
                    <a:pt x="431140" y="168067"/>
                  </a:lnTo>
                  <a:lnTo>
                    <a:pt x="433603" y="166414"/>
                  </a:lnTo>
                  <a:lnTo>
                    <a:pt x="436067" y="164732"/>
                  </a:lnTo>
                  <a:lnTo>
                    <a:pt x="438531" y="163020"/>
                  </a:lnTo>
                  <a:lnTo>
                    <a:pt x="440994" y="161287"/>
                  </a:lnTo>
                  <a:lnTo>
                    <a:pt x="443458" y="159526"/>
                  </a:lnTo>
                  <a:lnTo>
                    <a:pt x="445922" y="157732"/>
                  </a:lnTo>
                  <a:lnTo>
                    <a:pt x="448385" y="155917"/>
                  </a:lnTo>
                  <a:lnTo>
                    <a:pt x="450849" y="154078"/>
                  </a:lnTo>
                  <a:lnTo>
                    <a:pt x="453312" y="152203"/>
                  </a:lnTo>
                  <a:lnTo>
                    <a:pt x="455776" y="150308"/>
                  </a:lnTo>
                  <a:lnTo>
                    <a:pt x="458240" y="148392"/>
                  </a:lnTo>
                  <a:lnTo>
                    <a:pt x="460703" y="146439"/>
                  </a:lnTo>
                  <a:lnTo>
                    <a:pt x="463167" y="144466"/>
                  </a:lnTo>
                  <a:lnTo>
                    <a:pt x="465631" y="142474"/>
                  </a:lnTo>
                  <a:lnTo>
                    <a:pt x="468094" y="140449"/>
                  </a:lnTo>
                  <a:lnTo>
                    <a:pt x="470558" y="138403"/>
                  </a:lnTo>
                  <a:lnTo>
                    <a:pt x="473022" y="136339"/>
                  </a:lnTo>
                  <a:lnTo>
                    <a:pt x="475485" y="134248"/>
                  </a:lnTo>
                  <a:lnTo>
                    <a:pt x="477949" y="132135"/>
                  </a:lnTo>
                  <a:lnTo>
                    <a:pt x="480413" y="130006"/>
                  </a:lnTo>
                  <a:lnTo>
                    <a:pt x="482876" y="127854"/>
                  </a:lnTo>
                  <a:lnTo>
                    <a:pt x="485340" y="125682"/>
                  </a:lnTo>
                  <a:lnTo>
                    <a:pt x="487804" y="123496"/>
                  </a:lnTo>
                  <a:lnTo>
                    <a:pt x="490267" y="121292"/>
                  </a:lnTo>
                  <a:lnTo>
                    <a:pt x="492731" y="119068"/>
                  </a:lnTo>
                  <a:lnTo>
                    <a:pt x="495195" y="116834"/>
                  </a:lnTo>
                  <a:lnTo>
                    <a:pt x="497658" y="114586"/>
                  </a:lnTo>
                  <a:lnTo>
                    <a:pt x="500122" y="112322"/>
                  </a:lnTo>
                  <a:lnTo>
                    <a:pt x="502586" y="110048"/>
                  </a:lnTo>
                  <a:lnTo>
                    <a:pt x="505049" y="107766"/>
                  </a:lnTo>
                  <a:lnTo>
                    <a:pt x="507513" y="105471"/>
                  </a:lnTo>
                  <a:lnTo>
                    <a:pt x="509977" y="103171"/>
                  </a:lnTo>
                  <a:lnTo>
                    <a:pt x="512440" y="100864"/>
                  </a:lnTo>
                  <a:lnTo>
                    <a:pt x="514904" y="98551"/>
                  </a:lnTo>
                  <a:lnTo>
                    <a:pt x="517368" y="96234"/>
                  </a:lnTo>
                  <a:lnTo>
                    <a:pt x="519831" y="93915"/>
                  </a:lnTo>
                  <a:lnTo>
                    <a:pt x="522295" y="91594"/>
                  </a:lnTo>
                  <a:lnTo>
                    <a:pt x="524759" y="89273"/>
                  </a:lnTo>
                  <a:lnTo>
                    <a:pt x="527222" y="86954"/>
                  </a:lnTo>
                  <a:lnTo>
                    <a:pt x="529686" y="84637"/>
                  </a:lnTo>
                  <a:lnTo>
                    <a:pt x="532150" y="82325"/>
                  </a:lnTo>
                  <a:lnTo>
                    <a:pt x="534613" y="80018"/>
                  </a:lnTo>
                  <a:lnTo>
                    <a:pt x="537077" y="77717"/>
                  </a:lnTo>
                  <a:lnTo>
                    <a:pt x="539541" y="75427"/>
                  </a:lnTo>
                  <a:lnTo>
                    <a:pt x="542004" y="73144"/>
                  </a:lnTo>
                  <a:lnTo>
                    <a:pt x="544468" y="70872"/>
                  </a:lnTo>
                  <a:lnTo>
                    <a:pt x="546931" y="68617"/>
                  </a:lnTo>
                  <a:lnTo>
                    <a:pt x="549395" y="66372"/>
                  </a:lnTo>
                  <a:lnTo>
                    <a:pt x="551859" y="64141"/>
                  </a:lnTo>
                  <a:lnTo>
                    <a:pt x="554322" y="61933"/>
                  </a:lnTo>
                  <a:lnTo>
                    <a:pt x="556786" y="59740"/>
                  </a:lnTo>
                  <a:lnTo>
                    <a:pt x="559250" y="57562"/>
                  </a:lnTo>
                  <a:lnTo>
                    <a:pt x="561713" y="55414"/>
                  </a:lnTo>
                  <a:lnTo>
                    <a:pt x="564177" y="53286"/>
                  </a:lnTo>
                  <a:lnTo>
                    <a:pt x="566641" y="51176"/>
                  </a:lnTo>
                  <a:lnTo>
                    <a:pt x="569104" y="49099"/>
                  </a:lnTo>
                  <a:lnTo>
                    <a:pt x="571568" y="47048"/>
                  </a:lnTo>
                  <a:lnTo>
                    <a:pt x="574032" y="45019"/>
                  </a:lnTo>
                  <a:lnTo>
                    <a:pt x="576495" y="43025"/>
                  </a:lnTo>
                  <a:lnTo>
                    <a:pt x="578959" y="41065"/>
                  </a:lnTo>
                  <a:lnTo>
                    <a:pt x="581423" y="39129"/>
                  </a:lnTo>
                  <a:lnTo>
                    <a:pt x="583886" y="37230"/>
                  </a:lnTo>
                  <a:lnTo>
                    <a:pt x="586350" y="35372"/>
                  </a:lnTo>
                  <a:lnTo>
                    <a:pt x="588814" y="33543"/>
                  </a:lnTo>
                  <a:lnTo>
                    <a:pt x="591277" y="31750"/>
                  </a:lnTo>
                  <a:lnTo>
                    <a:pt x="593741" y="30006"/>
                  </a:lnTo>
                  <a:lnTo>
                    <a:pt x="596205" y="28294"/>
                  </a:lnTo>
                  <a:lnTo>
                    <a:pt x="598668" y="26617"/>
                  </a:lnTo>
                  <a:lnTo>
                    <a:pt x="601132" y="24999"/>
                  </a:lnTo>
                  <a:lnTo>
                    <a:pt x="603596" y="23415"/>
                  </a:lnTo>
                  <a:lnTo>
                    <a:pt x="606059" y="21866"/>
                  </a:lnTo>
                  <a:lnTo>
                    <a:pt x="608523" y="20382"/>
                  </a:lnTo>
                  <a:lnTo>
                    <a:pt x="610987" y="18936"/>
                  </a:lnTo>
                  <a:lnTo>
                    <a:pt x="613450" y="17527"/>
                  </a:lnTo>
                  <a:lnTo>
                    <a:pt x="615914" y="16183"/>
                  </a:lnTo>
                  <a:lnTo>
                    <a:pt x="618378" y="14884"/>
                  </a:lnTo>
                  <a:lnTo>
                    <a:pt x="620841" y="13625"/>
                  </a:lnTo>
                  <a:lnTo>
                    <a:pt x="623305" y="12428"/>
                  </a:lnTo>
                  <a:lnTo>
                    <a:pt x="625769" y="11283"/>
                  </a:lnTo>
                  <a:lnTo>
                    <a:pt x="628232" y="10180"/>
                  </a:lnTo>
                  <a:lnTo>
                    <a:pt x="630696" y="9137"/>
                  </a:lnTo>
                  <a:lnTo>
                    <a:pt x="633159" y="8154"/>
                  </a:lnTo>
                  <a:lnTo>
                    <a:pt x="635623" y="7213"/>
                  </a:lnTo>
                  <a:lnTo>
                    <a:pt x="638087" y="6329"/>
                  </a:lnTo>
                  <a:lnTo>
                    <a:pt x="640550" y="5512"/>
                  </a:lnTo>
                  <a:lnTo>
                    <a:pt x="643014" y="4740"/>
                  </a:lnTo>
                  <a:lnTo>
                    <a:pt x="645478" y="4019"/>
                  </a:lnTo>
                  <a:lnTo>
                    <a:pt x="647941" y="3374"/>
                  </a:lnTo>
                  <a:lnTo>
                    <a:pt x="650405" y="2774"/>
                  </a:lnTo>
                  <a:lnTo>
                    <a:pt x="652869" y="2220"/>
                  </a:lnTo>
                  <a:lnTo>
                    <a:pt x="655332" y="1750"/>
                  </a:lnTo>
                  <a:lnTo>
                    <a:pt x="657796" y="1326"/>
                  </a:lnTo>
                  <a:lnTo>
                    <a:pt x="660260" y="948"/>
                  </a:lnTo>
                  <a:lnTo>
                    <a:pt x="662723" y="650"/>
                  </a:lnTo>
                  <a:lnTo>
                    <a:pt x="665187" y="405"/>
                  </a:lnTo>
                  <a:lnTo>
                    <a:pt x="667651" y="206"/>
                  </a:lnTo>
                  <a:lnTo>
                    <a:pt x="670114" y="82"/>
                  </a:lnTo>
                  <a:lnTo>
                    <a:pt x="672578" y="17"/>
                  </a:lnTo>
                  <a:lnTo>
                    <a:pt x="675042" y="0"/>
                  </a:lnTo>
                  <a:lnTo>
                    <a:pt x="677505" y="51"/>
                  </a:lnTo>
                  <a:lnTo>
                    <a:pt x="679969" y="170"/>
                  </a:lnTo>
                  <a:lnTo>
                    <a:pt x="682433" y="336"/>
                  </a:lnTo>
                  <a:lnTo>
                    <a:pt x="684896" y="566"/>
                  </a:lnTo>
                  <a:lnTo>
                    <a:pt x="687360" y="870"/>
                  </a:lnTo>
                  <a:lnTo>
                    <a:pt x="689824" y="1222"/>
                  </a:lnTo>
                  <a:lnTo>
                    <a:pt x="692287" y="1632"/>
                  </a:lnTo>
                  <a:lnTo>
                    <a:pt x="694751" y="2123"/>
                  </a:lnTo>
                  <a:lnTo>
                    <a:pt x="697215" y="2664"/>
                  </a:lnTo>
                  <a:lnTo>
                    <a:pt x="699678" y="3256"/>
                  </a:lnTo>
                  <a:lnTo>
                    <a:pt x="702142" y="3937"/>
                  </a:lnTo>
                  <a:lnTo>
                    <a:pt x="704606" y="4668"/>
                  </a:lnTo>
                  <a:lnTo>
                    <a:pt x="707069" y="5448"/>
                  </a:lnTo>
                  <a:lnTo>
                    <a:pt x="709533" y="6318"/>
                  </a:lnTo>
                  <a:lnTo>
                    <a:pt x="711997" y="7241"/>
                  </a:lnTo>
                  <a:lnTo>
                    <a:pt x="714460" y="8216"/>
                  </a:lnTo>
                  <a:lnTo>
                    <a:pt x="716924" y="9273"/>
                  </a:lnTo>
                  <a:lnTo>
                    <a:pt x="719388" y="10392"/>
                  </a:lnTo>
                  <a:lnTo>
                    <a:pt x="721851" y="11562"/>
                  </a:lnTo>
                  <a:lnTo>
                    <a:pt x="724315" y="12808"/>
                  </a:lnTo>
                  <a:lnTo>
                    <a:pt x="726778" y="14124"/>
                  </a:lnTo>
                  <a:lnTo>
                    <a:pt x="729242" y="15492"/>
                  </a:lnTo>
                  <a:lnTo>
                    <a:pt x="731706" y="16929"/>
                  </a:lnTo>
                  <a:lnTo>
                    <a:pt x="734169" y="18443"/>
                  </a:lnTo>
                  <a:lnTo>
                    <a:pt x="736633" y="20009"/>
                  </a:lnTo>
                  <a:lnTo>
                    <a:pt x="739097" y="21637"/>
                  </a:lnTo>
                  <a:lnTo>
                    <a:pt x="741560" y="23349"/>
                  </a:lnTo>
                  <a:lnTo>
                    <a:pt x="744024" y="25113"/>
                  </a:lnTo>
                  <a:lnTo>
                    <a:pt x="746488" y="26932"/>
                  </a:lnTo>
                  <a:lnTo>
                    <a:pt x="748951" y="28840"/>
                  </a:lnTo>
                  <a:lnTo>
                    <a:pt x="751415" y="30799"/>
                  </a:lnTo>
                  <a:lnTo>
                    <a:pt x="753879" y="32809"/>
                  </a:lnTo>
                  <a:lnTo>
                    <a:pt x="756342" y="34908"/>
                  </a:lnTo>
                  <a:lnTo>
                    <a:pt x="758806" y="37059"/>
                  </a:lnTo>
                  <a:lnTo>
                    <a:pt x="761270" y="39258"/>
                  </a:lnTo>
                  <a:lnTo>
                    <a:pt x="763733" y="41538"/>
                  </a:lnTo>
                  <a:lnTo>
                    <a:pt x="766197" y="43874"/>
                  </a:lnTo>
                  <a:lnTo>
                    <a:pt x="768661" y="46256"/>
                  </a:lnTo>
                  <a:lnTo>
                    <a:pt x="771124" y="48709"/>
                  </a:lnTo>
                  <a:lnTo>
                    <a:pt x="773588" y="51221"/>
                  </a:lnTo>
                  <a:lnTo>
                    <a:pt x="776052" y="53777"/>
                  </a:lnTo>
                  <a:lnTo>
                    <a:pt x="778515" y="56392"/>
                  </a:lnTo>
                  <a:lnTo>
                    <a:pt x="780979" y="59068"/>
                  </a:lnTo>
                  <a:lnTo>
                    <a:pt x="783443" y="61785"/>
                  </a:lnTo>
                  <a:lnTo>
                    <a:pt x="785906" y="64550"/>
                  </a:lnTo>
                  <a:lnTo>
                    <a:pt x="788370" y="67376"/>
                  </a:lnTo>
                  <a:lnTo>
                    <a:pt x="790834" y="70238"/>
                  </a:lnTo>
                  <a:lnTo>
                    <a:pt x="793297" y="73139"/>
                  </a:lnTo>
                  <a:lnTo>
                    <a:pt x="795761" y="76097"/>
                  </a:lnTo>
                  <a:lnTo>
                    <a:pt x="798225" y="79086"/>
                  </a:lnTo>
                  <a:lnTo>
                    <a:pt x="800688" y="82105"/>
                  </a:lnTo>
                  <a:lnTo>
                    <a:pt x="803152" y="85175"/>
                  </a:lnTo>
                  <a:lnTo>
                    <a:pt x="805616" y="88271"/>
                  </a:lnTo>
                  <a:lnTo>
                    <a:pt x="808079" y="91391"/>
                  </a:lnTo>
                  <a:lnTo>
                    <a:pt x="810543" y="94550"/>
                  </a:lnTo>
                  <a:lnTo>
                    <a:pt x="813006" y="97730"/>
                  </a:lnTo>
                  <a:lnTo>
                    <a:pt x="815470" y="100929"/>
                  </a:lnTo>
                  <a:lnTo>
                    <a:pt x="817934" y="104153"/>
                  </a:lnTo>
                  <a:lnTo>
                    <a:pt x="820397" y="107394"/>
                  </a:lnTo>
                  <a:lnTo>
                    <a:pt x="822861" y="110647"/>
                  </a:lnTo>
                  <a:lnTo>
                    <a:pt x="825325" y="113914"/>
                  </a:lnTo>
                  <a:lnTo>
                    <a:pt x="827788" y="117191"/>
                  </a:lnTo>
                  <a:lnTo>
                    <a:pt x="830252" y="120473"/>
                  </a:lnTo>
                  <a:lnTo>
                    <a:pt x="832716" y="123760"/>
                  </a:lnTo>
                  <a:lnTo>
                    <a:pt x="835179" y="127047"/>
                  </a:lnTo>
                  <a:lnTo>
                    <a:pt x="837643" y="130333"/>
                  </a:lnTo>
                  <a:lnTo>
                    <a:pt x="840107" y="133615"/>
                  </a:lnTo>
                  <a:lnTo>
                    <a:pt x="842570" y="136887"/>
                  </a:lnTo>
                  <a:lnTo>
                    <a:pt x="845034" y="140151"/>
                  </a:lnTo>
                  <a:lnTo>
                    <a:pt x="847498" y="143406"/>
                  </a:lnTo>
                  <a:lnTo>
                    <a:pt x="849961" y="146639"/>
                  </a:lnTo>
                  <a:lnTo>
                    <a:pt x="852425" y="149857"/>
                  </a:lnTo>
                  <a:lnTo>
                    <a:pt x="854889" y="153060"/>
                  </a:lnTo>
                  <a:lnTo>
                    <a:pt x="857352" y="156232"/>
                  </a:lnTo>
                  <a:lnTo>
                    <a:pt x="859816" y="159381"/>
                  </a:lnTo>
                  <a:lnTo>
                    <a:pt x="862280" y="162509"/>
                  </a:lnTo>
                  <a:lnTo>
                    <a:pt x="864743" y="165600"/>
                  </a:lnTo>
                  <a:lnTo>
                    <a:pt x="867207" y="168659"/>
                  </a:lnTo>
                  <a:lnTo>
                    <a:pt x="869671" y="171692"/>
                  </a:lnTo>
                  <a:lnTo>
                    <a:pt x="872134" y="174684"/>
                  </a:lnTo>
                  <a:lnTo>
                    <a:pt x="874598" y="177635"/>
                  </a:lnTo>
                  <a:lnTo>
                    <a:pt x="877062" y="180554"/>
                  </a:lnTo>
                  <a:lnTo>
                    <a:pt x="879525" y="183431"/>
                  </a:lnTo>
                  <a:lnTo>
                    <a:pt x="881989" y="186257"/>
                  </a:lnTo>
                  <a:lnTo>
                    <a:pt x="884453" y="189047"/>
                  </a:lnTo>
                  <a:lnTo>
                    <a:pt x="886916" y="191796"/>
                  </a:lnTo>
                  <a:lnTo>
                    <a:pt x="889380" y="194483"/>
                  </a:lnTo>
                  <a:lnTo>
                    <a:pt x="891844" y="197133"/>
                  </a:lnTo>
                  <a:lnTo>
                    <a:pt x="894307" y="199742"/>
                  </a:lnTo>
                  <a:lnTo>
                    <a:pt x="896771" y="202280"/>
                  </a:lnTo>
                  <a:lnTo>
                    <a:pt x="899235" y="204779"/>
                  </a:lnTo>
                  <a:lnTo>
                    <a:pt x="901698" y="207237"/>
                  </a:lnTo>
                  <a:lnTo>
                    <a:pt x="904162" y="209622"/>
                  </a:lnTo>
                  <a:lnTo>
                    <a:pt x="906625" y="211962"/>
                  </a:lnTo>
                  <a:lnTo>
                    <a:pt x="909089" y="214261"/>
                  </a:lnTo>
                  <a:lnTo>
                    <a:pt x="911553" y="216492"/>
                  </a:lnTo>
                  <a:lnTo>
                    <a:pt x="914016" y="218670"/>
                  </a:lnTo>
                  <a:lnTo>
                    <a:pt x="916480" y="220807"/>
                  </a:lnTo>
                  <a:lnTo>
                    <a:pt x="918944" y="222880"/>
                  </a:lnTo>
                  <a:lnTo>
                    <a:pt x="921407" y="224896"/>
                  </a:lnTo>
                  <a:lnTo>
                    <a:pt x="923871" y="226870"/>
                  </a:lnTo>
                  <a:lnTo>
                    <a:pt x="926335" y="228787"/>
                  </a:lnTo>
                  <a:lnTo>
                    <a:pt x="928798" y="230641"/>
                  </a:lnTo>
                  <a:lnTo>
                    <a:pt x="931262" y="232454"/>
                  </a:lnTo>
                  <a:lnTo>
                    <a:pt x="933726" y="234217"/>
                  </a:lnTo>
                  <a:lnTo>
                    <a:pt x="936189" y="235913"/>
                  </a:lnTo>
                  <a:lnTo>
                    <a:pt x="938653" y="237569"/>
                  </a:lnTo>
                  <a:lnTo>
                    <a:pt x="941117" y="239182"/>
                  </a:lnTo>
                  <a:lnTo>
                    <a:pt x="943580" y="240725"/>
                  </a:lnTo>
                  <a:lnTo>
                    <a:pt x="946044" y="242230"/>
                  </a:lnTo>
                  <a:lnTo>
                    <a:pt x="948508" y="243697"/>
                  </a:lnTo>
                  <a:lnTo>
                    <a:pt x="950971" y="245097"/>
                  </a:lnTo>
                  <a:lnTo>
                    <a:pt x="953435" y="246458"/>
                  </a:lnTo>
                  <a:lnTo>
                    <a:pt x="955899" y="247783"/>
                  </a:lnTo>
                  <a:lnTo>
                    <a:pt x="958362" y="249049"/>
                  </a:lnTo>
                  <a:lnTo>
                    <a:pt x="960826" y="250275"/>
                  </a:lnTo>
                  <a:lnTo>
                    <a:pt x="963290" y="251467"/>
                  </a:lnTo>
                  <a:lnTo>
                    <a:pt x="965753" y="252608"/>
                  </a:lnTo>
                  <a:lnTo>
                    <a:pt x="968217" y="253707"/>
                  </a:lnTo>
                  <a:lnTo>
                    <a:pt x="970681" y="254775"/>
                  </a:lnTo>
                  <a:lnTo>
                    <a:pt x="973144" y="255800"/>
                  </a:lnTo>
                  <a:lnTo>
                    <a:pt x="975608" y="256782"/>
                  </a:lnTo>
                  <a:lnTo>
                    <a:pt x="978072" y="257735"/>
                  </a:lnTo>
                  <a:lnTo>
                    <a:pt x="980535" y="258653"/>
                  </a:lnTo>
                  <a:lnTo>
                    <a:pt x="982999" y="259528"/>
                  </a:lnTo>
                  <a:lnTo>
                    <a:pt x="985463" y="260376"/>
                  </a:lnTo>
                  <a:lnTo>
                    <a:pt x="987926" y="261196"/>
                  </a:lnTo>
                  <a:lnTo>
                    <a:pt x="990390" y="261973"/>
                  </a:lnTo>
                  <a:lnTo>
                    <a:pt x="992853" y="262726"/>
                  </a:lnTo>
                  <a:lnTo>
                    <a:pt x="995317" y="263455"/>
                  </a:lnTo>
                  <a:lnTo>
                    <a:pt x="997781" y="264144"/>
                  </a:lnTo>
                  <a:lnTo>
                    <a:pt x="1000244" y="264811"/>
                  </a:lnTo>
                  <a:lnTo>
                    <a:pt x="1002708" y="265457"/>
                  </a:lnTo>
                  <a:lnTo>
                    <a:pt x="1005172" y="266069"/>
                  </a:lnTo>
                  <a:lnTo>
                    <a:pt x="1007635" y="266658"/>
                  </a:lnTo>
                  <a:lnTo>
                    <a:pt x="1010099" y="267229"/>
                  </a:lnTo>
                  <a:lnTo>
                    <a:pt x="1012563" y="267772"/>
                  </a:lnTo>
                  <a:lnTo>
                    <a:pt x="1015026" y="268292"/>
                  </a:lnTo>
                  <a:lnTo>
                    <a:pt x="1017490" y="268796"/>
                  </a:lnTo>
                  <a:lnTo>
                    <a:pt x="1019954" y="269276"/>
                  </a:lnTo>
                  <a:lnTo>
                    <a:pt x="1022417" y="269735"/>
                  </a:lnTo>
                  <a:lnTo>
                    <a:pt x="1024881" y="270179"/>
                  </a:lnTo>
                  <a:lnTo>
                    <a:pt x="1027345" y="270604"/>
                  </a:lnTo>
                  <a:lnTo>
                    <a:pt x="1029808" y="271009"/>
                  </a:lnTo>
                  <a:lnTo>
                    <a:pt x="1032272" y="271400"/>
                  </a:lnTo>
                  <a:lnTo>
                    <a:pt x="1034736" y="271776"/>
                  </a:lnTo>
                  <a:lnTo>
                    <a:pt x="1037199" y="272131"/>
                  </a:lnTo>
                  <a:lnTo>
                    <a:pt x="1039663" y="272476"/>
                  </a:lnTo>
                  <a:lnTo>
                    <a:pt x="1042127" y="272808"/>
                  </a:lnTo>
                  <a:lnTo>
                    <a:pt x="1044590" y="273121"/>
                  </a:lnTo>
                  <a:lnTo>
                    <a:pt x="1047054" y="273424"/>
                  </a:lnTo>
                  <a:lnTo>
                    <a:pt x="1049518" y="273716"/>
                  </a:lnTo>
                  <a:lnTo>
                    <a:pt x="1051981" y="273992"/>
                  </a:lnTo>
                  <a:lnTo>
                    <a:pt x="1054445" y="274259"/>
                  </a:lnTo>
                  <a:lnTo>
                    <a:pt x="1056909" y="274516"/>
                  </a:lnTo>
                  <a:lnTo>
                    <a:pt x="1059372" y="274760"/>
                  </a:lnTo>
                  <a:lnTo>
                    <a:pt x="1061836" y="274994"/>
                  </a:lnTo>
                  <a:lnTo>
                    <a:pt x="1064300" y="275220"/>
                  </a:lnTo>
                  <a:lnTo>
                    <a:pt x="1066763" y="275435"/>
                  </a:lnTo>
                  <a:lnTo>
                    <a:pt x="1069227" y="275641"/>
                  </a:lnTo>
                  <a:lnTo>
                    <a:pt x="1071691" y="275839"/>
                  </a:lnTo>
                  <a:lnTo>
                    <a:pt x="1074154" y="276029"/>
                  </a:lnTo>
                  <a:lnTo>
                    <a:pt x="1076618" y="276210"/>
                  </a:lnTo>
                  <a:lnTo>
                    <a:pt x="1079082" y="276384"/>
                  </a:lnTo>
                  <a:lnTo>
                    <a:pt x="1081545" y="276552"/>
                  </a:lnTo>
                  <a:lnTo>
                    <a:pt x="1084009" y="276710"/>
                  </a:lnTo>
                  <a:lnTo>
                    <a:pt x="1086472" y="276863"/>
                  </a:lnTo>
                  <a:lnTo>
                    <a:pt x="1088936" y="277011"/>
                  </a:lnTo>
                  <a:lnTo>
                    <a:pt x="1091400" y="277149"/>
                  </a:lnTo>
                  <a:lnTo>
                    <a:pt x="1093863" y="277283"/>
                  </a:lnTo>
                  <a:lnTo>
                    <a:pt x="1096327" y="277413"/>
                  </a:lnTo>
                  <a:lnTo>
                    <a:pt x="1098791" y="277535"/>
                  </a:lnTo>
                  <a:lnTo>
                    <a:pt x="1101254" y="277653"/>
                  </a:lnTo>
                  <a:lnTo>
                    <a:pt x="1103718" y="277766"/>
                  </a:lnTo>
                  <a:lnTo>
                    <a:pt x="1106182" y="277873"/>
                  </a:lnTo>
                  <a:lnTo>
                    <a:pt x="1108645" y="277976"/>
                  </a:lnTo>
                  <a:lnTo>
                    <a:pt x="1111109" y="278075"/>
                  </a:lnTo>
                  <a:lnTo>
                    <a:pt x="1113573" y="278170"/>
                  </a:lnTo>
                  <a:lnTo>
                    <a:pt x="1116036" y="278259"/>
                  </a:lnTo>
                  <a:lnTo>
                    <a:pt x="1118500" y="278346"/>
                  </a:lnTo>
                  <a:lnTo>
                    <a:pt x="1120964" y="278429"/>
                  </a:lnTo>
                  <a:lnTo>
                    <a:pt x="1123427" y="278507"/>
                  </a:lnTo>
                  <a:lnTo>
                    <a:pt x="1125891" y="278582"/>
                  </a:lnTo>
                  <a:lnTo>
                    <a:pt x="1128355" y="278655"/>
                  </a:lnTo>
                  <a:lnTo>
                    <a:pt x="1130818" y="278723"/>
                  </a:lnTo>
                  <a:lnTo>
                    <a:pt x="1133282" y="278788"/>
                  </a:lnTo>
                  <a:lnTo>
                    <a:pt x="1135746" y="278851"/>
                  </a:lnTo>
                  <a:lnTo>
                    <a:pt x="1138209" y="278911"/>
                  </a:lnTo>
                  <a:lnTo>
                    <a:pt x="1140673" y="278967"/>
                  </a:lnTo>
                  <a:lnTo>
                    <a:pt x="1143137" y="279022"/>
                  </a:lnTo>
                  <a:lnTo>
                    <a:pt x="1145600" y="279074"/>
                  </a:lnTo>
                  <a:lnTo>
                    <a:pt x="1148064" y="279123"/>
                  </a:lnTo>
                  <a:lnTo>
                    <a:pt x="1150528" y="279170"/>
                  </a:lnTo>
                  <a:lnTo>
                    <a:pt x="1152991" y="279214"/>
                  </a:lnTo>
                  <a:lnTo>
                    <a:pt x="1155455" y="279257"/>
                  </a:lnTo>
                  <a:lnTo>
                    <a:pt x="1157919" y="279298"/>
                  </a:lnTo>
                  <a:lnTo>
                    <a:pt x="1160382" y="279336"/>
                  </a:lnTo>
                  <a:lnTo>
                    <a:pt x="1162846" y="279372"/>
                  </a:lnTo>
                  <a:lnTo>
                    <a:pt x="1165310" y="279407"/>
                  </a:lnTo>
                  <a:lnTo>
                    <a:pt x="1167773" y="279440"/>
                  </a:lnTo>
                  <a:lnTo>
                    <a:pt x="1170237" y="279471"/>
                  </a:lnTo>
                  <a:lnTo>
                    <a:pt x="1172701" y="279501"/>
                  </a:lnTo>
                  <a:lnTo>
                    <a:pt x="1175164" y="279529"/>
                  </a:lnTo>
                  <a:lnTo>
                    <a:pt x="1177628" y="279556"/>
                  </a:lnTo>
                  <a:lnTo>
                    <a:pt x="1180091" y="279581"/>
                  </a:lnTo>
                  <a:lnTo>
                    <a:pt x="1182555" y="279605"/>
                  </a:lnTo>
                  <a:lnTo>
                    <a:pt x="1185019" y="279627"/>
                  </a:lnTo>
                  <a:lnTo>
                    <a:pt x="1187482" y="279648"/>
                  </a:lnTo>
                  <a:lnTo>
                    <a:pt x="1189946" y="279669"/>
                  </a:lnTo>
                  <a:lnTo>
                    <a:pt x="1192410" y="279688"/>
                  </a:lnTo>
                  <a:lnTo>
                    <a:pt x="1194873" y="279705"/>
                  </a:lnTo>
                  <a:lnTo>
                    <a:pt x="1197337" y="279722"/>
                  </a:lnTo>
                  <a:lnTo>
                    <a:pt x="1199801" y="279738"/>
                  </a:lnTo>
                  <a:lnTo>
                    <a:pt x="1202264" y="279753"/>
                  </a:lnTo>
                  <a:lnTo>
                    <a:pt x="1204728" y="279767"/>
                  </a:lnTo>
                  <a:lnTo>
                    <a:pt x="1207192" y="279780"/>
                  </a:lnTo>
                  <a:lnTo>
                    <a:pt x="1209655" y="279793"/>
                  </a:lnTo>
                  <a:lnTo>
                    <a:pt x="1212119" y="279804"/>
                  </a:lnTo>
                  <a:lnTo>
                    <a:pt x="1214583" y="279815"/>
                  </a:lnTo>
                  <a:lnTo>
                    <a:pt x="1217046" y="279825"/>
                  </a:lnTo>
                  <a:lnTo>
                    <a:pt x="1219510" y="279835"/>
                  </a:lnTo>
                  <a:lnTo>
                    <a:pt x="1221974" y="279844"/>
                  </a:lnTo>
                  <a:lnTo>
                    <a:pt x="1224437" y="279852"/>
                  </a:lnTo>
                  <a:lnTo>
                    <a:pt x="1226901" y="279860"/>
                  </a:lnTo>
                  <a:lnTo>
                    <a:pt x="1229365" y="279867"/>
                  </a:lnTo>
                  <a:lnTo>
                    <a:pt x="1231828" y="279874"/>
                  </a:lnTo>
                  <a:lnTo>
                    <a:pt x="1234292" y="279880"/>
                  </a:lnTo>
                  <a:lnTo>
                    <a:pt x="1236756" y="279886"/>
                  </a:lnTo>
                  <a:lnTo>
                    <a:pt x="1239219" y="279891"/>
                  </a:lnTo>
                  <a:lnTo>
                    <a:pt x="1241683" y="279896"/>
                  </a:lnTo>
                  <a:lnTo>
                    <a:pt x="1244147" y="279901"/>
                  </a:lnTo>
                  <a:lnTo>
                    <a:pt x="1246610" y="279905"/>
                  </a:lnTo>
                  <a:lnTo>
                    <a:pt x="1249074" y="279909"/>
                  </a:lnTo>
                  <a:lnTo>
                    <a:pt x="1251538" y="279913"/>
                  </a:lnTo>
                  <a:lnTo>
                    <a:pt x="1254001" y="279916"/>
                  </a:lnTo>
                  <a:lnTo>
                    <a:pt x="1256465" y="279920"/>
                  </a:lnTo>
                  <a:lnTo>
                    <a:pt x="1258929" y="279923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418670" y="2185191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48161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796349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111081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425813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74054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5403936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5718668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033400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348132" y="224749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631787" y="2246129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068414" y="239691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00" name="rc100"/>
            <p:cNvSpPr/>
            <p:nvPr/>
          </p:nvSpPr>
          <p:spPr>
            <a:xfrm>
              <a:off x="6873081" y="581025"/>
              <a:ext cx="1524000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6942670" y="87830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7005616" y="1420585"/>
              <a:ext cx="1258929" cy="705202"/>
            </a:xfrm>
            <a:custGeom>
              <a:avLst/>
              <a:pathLst>
                <a:path w="1258929" h="705202">
                  <a:moveTo>
                    <a:pt x="0" y="705202"/>
                  </a:moveTo>
                  <a:lnTo>
                    <a:pt x="2463" y="705202"/>
                  </a:lnTo>
                  <a:lnTo>
                    <a:pt x="4927" y="705202"/>
                  </a:lnTo>
                  <a:lnTo>
                    <a:pt x="7390" y="705202"/>
                  </a:lnTo>
                  <a:lnTo>
                    <a:pt x="9854" y="705202"/>
                  </a:lnTo>
                  <a:lnTo>
                    <a:pt x="12318" y="705202"/>
                  </a:lnTo>
                  <a:lnTo>
                    <a:pt x="14781" y="705202"/>
                  </a:lnTo>
                  <a:lnTo>
                    <a:pt x="17245" y="705202"/>
                  </a:lnTo>
                  <a:lnTo>
                    <a:pt x="19709" y="705201"/>
                  </a:lnTo>
                  <a:lnTo>
                    <a:pt x="22172" y="705201"/>
                  </a:lnTo>
                  <a:lnTo>
                    <a:pt x="24636" y="705200"/>
                  </a:lnTo>
                  <a:lnTo>
                    <a:pt x="27100" y="705198"/>
                  </a:lnTo>
                  <a:lnTo>
                    <a:pt x="29563" y="705195"/>
                  </a:lnTo>
                  <a:lnTo>
                    <a:pt x="32027" y="705191"/>
                  </a:lnTo>
                  <a:lnTo>
                    <a:pt x="34491" y="705183"/>
                  </a:lnTo>
                  <a:lnTo>
                    <a:pt x="36954" y="705170"/>
                  </a:lnTo>
                  <a:lnTo>
                    <a:pt x="39418" y="705150"/>
                  </a:lnTo>
                  <a:lnTo>
                    <a:pt x="41882" y="705119"/>
                  </a:lnTo>
                  <a:lnTo>
                    <a:pt x="44345" y="705071"/>
                  </a:lnTo>
                  <a:lnTo>
                    <a:pt x="46809" y="704995"/>
                  </a:lnTo>
                  <a:lnTo>
                    <a:pt x="49273" y="704878"/>
                  </a:lnTo>
                  <a:lnTo>
                    <a:pt x="51736" y="704704"/>
                  </a:lnTo>
                  <a:lnTo>
                    <a:pt x="54200" y="704450"/>
                  </a:lnTo>
                  <a:lnTo>
                    <a:pt x="56664" y="704085"/>
                  </a:lnTo>
                  <a:lnTo>
                    <a:pt x="59127" y="703571"/>
                  </a:lnTo>
                  <a:lnTo>
                    <a:pt x="61591" y="702857"/>
                  </a:lnTo>
                  <a:lnTo>
                    <a:pt x="64055" y="701882"/>
                  </a:lnTo>
                  <a:lnTo>
                    <a:pt x="66518" y="700563"/>
                  </a:lnTo>
                  <a:lnTo>
                    <a:pt x="68982" y="698744"/>
                  </a:lnTo>
                  <a:lnTo>
                    <a:pt x="71446" y="696355"/>
                  </a:lnTo>
                  <a:lnTo>
                    <a:pt x="73909" y="693273"/>
                  </a:lnTo>
                  <a:lnTo>
                    <a:pt x="76373" y="689361"/>
                  </a:lnTo>
                  <a:lnTo>
                    <a:pt x="78837" y="684479"/>
                  </a:lnTo>
                  <a:lnTo>
                    <a:pt x="81300" y="678485"/>
                  </a:lnTo>
                  <a:lnTo>
                    <a:pt x="83764" y="671241"/>
                  </a:lnTo>
                  <a:lnTo>
                    <a:pt x="86228" y="662623"/>
                  </a:lnTo>
                  <a:lnTo>
                    <a:pt x="88691" y="652443"/>
                  </a:lnTo>
                  <a:lnTo>
                    <a:pt x="91155" y="640563"/>
                  </a:lnTo>
                  <a:lnTo>
                    <a:pt x="93618" y="627117"/>
                  </a:lnTo>
                  <a:lnTo>
                    <a:pt x="96082" y="612155"/>
                  </a:lnTo>
                  <a:lnTo>
                    <a:pt x="98546" y="595779"/>
                  </a:lnTo>
                  <a:lnTo>
                    <a:pt x="101009" y="578150"/>
                  </a:lnTo>
                  <a:lnTo>
                    <a:pt x="103473" y="559480"/>
                  </a:lnTo>
                  <a:lnTo>
                    <a:pt x="105937" y="540024"/>
                  </a:lnTo>
                  <a:lnTo>
                    <a:pt x="108400" y="520077"/>
                  </a:lnTo>
                  <a:lnTo>
                    <a:pt x="110864" y="499971"/>
                  </a:lnTo>
                  <a:lnTo>
                    <a:pt x="113328" y="480098"/>
                  </a:lnTo>
                  <a:lnTo>
                    <a:pt x="115791" y="460750"/>
                  </a:lnTo>
                  <a:lnTo>
                    <a:pt x="118255" y="442159"/>
                  </a:lnTo>
                  <a:lnTo>
                    <a:pt x="120719" y="424498"/>
                  </a:lnTo>
                  <a:lnTo>
                    <a:pt x="123182" y="407872"/>
                  </a:lnTo>
                  <a:lnTo>
                    <a:pt x="125646" y="392308"/>
                  </a:lnTo>
                  <a:lnTo>
                    <a:pt x="128110" y="377760"/>
                  </a:lnTo>
                  <a:lnTo>
                    <a:pt x="130573" y="364109"/>
                  </a:lnTo>
                  <a:lnTo>
                    <a:pt x="133037" y="351227"/>
                  </a:lnTo>
                  <a:lnTo>
                    <a:pt x="135501" y="338777"/>
                  </a:lnTo>
                  <a:lnTo>
                    <a:pt x="137964" y="326485"/>
                  </a:lnTo>
                  <a:lnTo>
                    <a:pt x="140428" y="314107"/>
                  </a:lnTo>
                  <a:lnTo>
                    <a:pt x="142892" y="301422"/>
                  </a:lnTo>
                  <a:lnTo>
                    <a:pt x="145355" y="288249"/>
                  </a:lnTo>
                  <a:lnTo>
                    <a:pt x="147819" y="274451"/>
                  </a:lnTo>
                  <a:lnTo>
                    <a:pt x="150283" y="259946"/>
                  </a:lnTo>
                  <a:lnTo>
                    <a:pt x="152746" y="244707"/>
                  </a:lnTo>
                  <a:lnTo>
                    <a:pt x="155210" y="228678"/>
                  </a:lnTo>
                  <a:lnTo>
                    <a:pt x="157674" y="212064"/>
                  </a:lnTo>
                  <a:lnTo>
                    <a:pt x="160137" y="195002"/>
                  </a:lnTo>
                  <a:lnTo>
                    <a:pt x="162601" y="177650"/>
                  </a:lnTo>
                  <a:lnTo>
                    <a:pt x="165065" y="160181"/>
                  </a:lnTo>
                  <a:lnTo>
                    <a:pt x="167528" y="142777"/>
                  </a:lnTo>
                  <a:lnTo>
                    <a:pt x="169992" y="125621"/>
                  </a:lnTo>
                  <a:lnTo>
                    <a:pt x="172456" y="108893"/>
                  </a:lnTo>
                  <a:lnTo>
                    <a:pt x="174919" y="92787"/>
                  </a:lnTo>
                  <a:lnTo>
                    <a:pt x="177383" y="77576"/>
                  </a:lnTo>
                  <a:lnTo>
                    <a:pt x="179847" y="63337"/>
                  </a:lnTo>
                  <a:lnTo>
                    <a:pt x="182310" y="50211"/>
                  </a:lnTo>
                  <a:lnTo>
                    <a:pt x="184774" y="38333"/>
                  </a:lnTo>
                  <a:lnTo>
                    <a:pt x="187237" y="27828"/>
                  </a:lnTo>
                  <a:lnTo>
                    <a:pt x="189701" y="18810"/>
                  </a:lnTo>
                  <a:lnTo>
                    <a:pt x="192165" y="11387"/>
                  </a:lnTo>
                  <a:lnTo>
                    <a:pt x="194628" y="5656"/>
                  </a:lnTo>
                  <a:lnTo>
                    <a:pt x="197092" y="1810"/>
                  </a:lnTo>
                  <a:lnTo>
                    <a:pt x="199556" y="0"/>
                  </a:lnTo>
                  <a:lnTo>
                    <a:pt x="202019" y="122"/>
                  </a:lnTo>
                  <a:lnTo>
                    <a:pt x="204483" y="2224"/>
                  </a:lnTo>
                  <a:lnTo>
                    <a:pt x="206947" y="6343"/>
                  </a:lnTo>
                  <a:lnTo>
                    <a:pt x="209410" y="12507"/>
                  </a:lnTo>
                  <a:lnTo>
                    <a:pt x="211874" y="20735"/>
                  </a:lnTo>
                  <a:lnTo>
                    <a:pt x="214338" y="31038"/>
                  </a:lnTo>
                  <a:lnTo>
                    <a:pt x="216801" y="43416"/>
                  </a:lnTo>
                  <a:lnTo>
                    <a:pt x="219265" y="58039"/>
                  </a:lnTo>
                  <a:lnTo>
                    <a:pt x="221729" y="74818"/>
                  </a:lnTo>
                  <a:lnTo>
                    <a:pt x="224192" y="93582"/>
                  </a:lnTo>
                  <a:lnTo>
                    <a:pt x="226656" y="114263"/>
                  </a:lnTo>
                  <a:lnTo>
                    <a:pt x="229120" y="136767"/>
                  </a:lnTo>
                  <a:lnTo>
                    <a:pt x="231583" y="160973"/>
                  </a:lnTo>
                  <a:lnTo>
                    <a:pt x="234047" y="186730"/>
                  </a:lnTo>
                  <a:lnTo>
                    <a:pt x="236511" y="213855"/>
                  </a:lnTo>
                  <a:lnTo>
                    <a:pt x="238974" y="242137"/>
                  </a:lnTo>
                  <a:lnTo>
                    <a:pt x="241438" y="271399"/>
                  </a:lnTo>
                  <a:lnTo>
                    <a:pt x="243902" y="301232"/>
                  </a:lnTo>
                  <a:lnTo>
                    <a:pt x="246365" y="331320"/>
                  </a:lnTo>
                  <a:lnTo>
                    <a:pt x="248829" y="361363"/>
                  </a:lnTo>
                  <a:lnTo>
                    <a:pt x="251293" y="391063"/>
                  </a:lnTo>
                  <a:lnTo>
                    <a:pt x="253756" y="420136"/>
                  </a:lnTo>
                  <a:lnTo>
                    <a:pt x="256220" y="448313"/>
                  </a:lnTo>
                  <a:lnTo>
                    <a:pt x="258684" y="475351"/>
                  </a:lnTo>
                  <a:lnTo>
                    <a:pt x="261147" y="501035"/>
                  </a:lnTo>
                  <a:lnTo>
                    <a:pt x="263611" y="524943"/>
                  </a:lnTo>
                  <a:lnTo>
                    <a:pt x="266075" y="547162"/>
                  </a:lnTo>
                  <a:lnTo>
                    <a:pt x="268538" y="567619"/>
                  </a:lnTo>
                  <a:lnTo>
                    <a:pt x="271002" y="586280"/>
                  </a:lnTo>
                  <a:lnTo>
                    <a:pt x="273465" y="603148"/>
                  </a:lnTo>
                  <a:lnTo>
                    <a:pt x="275929" y="618257"/>
                  </a:lnTo>
                  <a:lnTo>
                    <a:pt x="278393" y="631668"/>
                  </a:lnTo>
                  <a:lnTo>
                    <a:pt x="280856" y="643463"/>
                  </a:lnTo>
                  <a:lnTo>
                    <a:pt x="283320" y="653704"/>
                  </a:lnTo>
                  <a:lnTo>
                    <a:pt x="285784" y="662412"/>
                  </a:lnTo>
                  <a:lnTo>
                    <a:pt x="288247" y="669888"/>
                  </a:lnTo>
                  <a:lnTo>
                    <a:pt x="290711" y="676256"/>
                  </a:lnTo>
                  <a:lnTo>
                    <a:pt x="293175" y="681639"/>
                  </a:lnTo>
                  <a:lnTo>
                    <a:pt x="295638" y="686154"/>
                  </a:lnTo>
                  <a:lnTo>
                    <a:pt x="298102" y="689912"/>
                  </a:lnTo>
                  <a:lnTo>
                    <a:pt x="300566" y="693016"/>
                  </a:lnTo>
                  <a:lnTo>
                    <a:pt x="303029" y="695560"/>
                  </a:lnTo>
                  <a:lnTo>
                    <a:pt x="305493" y="697607"/>
                  </a:lnTo>
                  <a:lnTo>
                    <a:pt x="307957" y="699236"/>
                  </a:lnTo>
                  <a:lnTo>
                    <a:pt x="310420" y="700550"/>
                  </a:lnTo>
                  <a:lnTo>
                    <a:pt x="312884" y="701603"/>
                  </a:lnTo>
                  <a:lnTo>
                    <a:pt x="315348" y="702439"/>
                  </a:lnTo>
                  <a:lnTo>
                    <a:pt x="317811" y="703099"/>
                  </a:lnTo>
                  <a:lnTo>
                    <a:pt x="320275" y="703615"/>
                  </a:lnTo>
                  <a:lnTo>
                    <a:pt x="322739" y="704015"/>
                  </a:lnTo>
                  <a:lnTo>
                    <a:pt x="325202" y="704323"/>
                  </a:lnTo>
                  <a:lnTo>
                    <a:pt x="327666" y="704553"/>
                  </a:lnTo>
                  <a:lnTo>
                    <a:pt x="330130" y="704725"/>
                  </a:lnTo>
                  <a:lnTo>
                    <a:pt x="332593" y="704855"/>
                  </a:lnTo>
                  <a:lnTo>
                    <a:pt x="335057" y="704952"/>
                  </a:lnTo>
                  <a:lnTo>
                    <a:pt x="337521" y="705024"/>
                  </a:lnTo>
                  <a:lnTo>
                    <a:pt x="339984" y="705077"/>
                  </a:lnTo>
                  <a:lnTo>
                    <a:pt x="342448" y="705115"/>
                  </a:lnTo>
                  <a:lnTo>
                    <a:pt x="344912" y="705142"/>
                  </a:lnTo>
                  <a:lnTo>
                    <a:pt x="347375" y="705161"/>
                  </a:lnTo>
                  <a:lnTo>
                    <a:pt x="349839" y="705174"/>
                  </a:lnTo>
                  <a:lnTo>
                    <a:pt x="352303" y="705182"/>
                  </a:lnTo>
                  <a:lnTo>
                    <a:pt x="354766" y="705187"/>
                  </a:lnTo>
                  <a:lnTo>
                    <a:pt x="357230" y="705190"/>
                  </a:lnTo>
                  <a:lnTo>
                    <a:pt x="359694" y="705190"/>
                  </a:lnTo>
                  <a:lnTo>
                    <a:pt x="362157" y="705189"/>
                  </a:lnTo>
                  <a:lnTo>
                    <a:pt x="364621" y="705186"/>
                  </a:lnTo>
                  <a:lnTo>
                    <a:pt x="367084" y="705181"/>
                  </a:lnTo>
                  <a:lnTo>
                    <a:pt x="369548" y="705173"/>
                  </a:lnTo>
                  <a:lnTo>
                    <a:pt x="372012" y="705161"/>
                  </a:lnTo>
                  <a:lnTo>
                    <a:pt x="374475" y="705145"/>
                  </a:lnTo>
                  <a:lnTo>
                    <a:pt x="376939" y="705125"/>
                  </a:lnTo>
                  <a:lnTo>
                    <a:pt x="379403" y="705098"/>
                  </a:lnTo>
                  <a:lnTo>
                    <a:pt x="381866" y="705065"/>
                  </a:lnTo>
                  <a:lnTo>
                    <a:pt x="384330" y="705023"/>
                  </a:lnTo>
                  <a:lnTo>
                    <a:pt x="386794" y="704972"/>
                  </a:lnTo>
                  <a:lnTo>
                    <a:pt x="389257" y="704911"/>
                  </a:lnTo>
                  <a:lnTo>
                    <a:pt x="391721" y="704839"/>
                  </a:lnTo>
                  <a:lnTo>
                    <a:pt x="394185" y="704754"/>
                  </a:lnTo>
                  <a:lnTo>
                    <a:pt x="396648" y="704658"/>
                  </a:lnTo>
                  <a:lnTo>
                    <a:pt x="399112" y="704551"/>
                  </a:lnTo>
                  <a:lnTo>
                    <a:pt x="401576" y="704436"/>
                  </a:lnTo>
                  <a:lnTo>
                    <a:pt x="404039" y="704314"/>
                  </a:lnTo>
                  <a:lnTo>
                    <a:pt x="406503" y="704187"/>
                  </a:lnTo>
                  <a:lnTo>
                    <a:pt x="408967" y="704058"/>
                  </a:lnTo>
                  <a:lnTo>
                    <a:pt x="411430" y="703932"/>
                  </a:lnTo>
                  <a:lnTo>
                    <a:pt x="413894" y="703813"/>
                  </a:lnTo>
                  <a:lnTo>
                    <a:pt x="416358" y="703706"/>
                  </a:lnTo>
                  <a:lnTo>
                    <a:pt x="418821" y="703615"/>
                  </a:lnTo>
                  <a:lnTo>
                    <a:pt x="421285" y="703542"/>
                  </a:lnTo>
                  <a:lnTo>
                    <a:pt x="423749" y="703492"/>
                  </a:lnTo>
                  <a:lnTo>
                    <a:pt x="426212" y="703465"/>
                  </a:lnTo>
                  <a:lnTo>
                    <a:pt x="428676" y="703464"/>
                  </a:lnTo>
                  <a:lnTo>
                    <a:pt x="431140" y="703487"/>
                  </a:lnTo>
                  <a:lnTo>
                    <a:pt x="433603" y="703535"/>
                  </a:lnTo>
                  <a:lnTo>
                    <a:pt x="436067" y="703607"/>
                  </a:lnTo>
                  <a:lnTo>
                    <a:pt x="438531" y="703699"/>
                  </a:lnTo>
                  <a:lnTo>
                    <a:pt x="440994" y="703806"/>
                  </a:lnTo>
                  <a:lnTo>
                    <a:pt x="443458" y="703924"/>
                  </a:lnTo>
                  <a:lnTo>
                    <a:pt x="445922" y="704049"/>
                  </a:lnTo>
                  <a:lnTo>
                    <a:pt x="448385" y="704177"/>
                  </a:lnTo>
                  <a:lnTo>
                    <a:pt x="450849" y="704305"/>
                  </a:lnTo>
                  <a:lnTo>
                    <a:pt x="453312" y="704428"/>
                  </a:lnTo>
                  <a:lnTo>
                    <a:pt x="455776" y="704545"/>
                  </a:lnTo>
                  <a:lnTo>
                    <a:pt x="458240" y="704651"/>
                  </a:lnTo>
                  <a:lnTo>
                    <a:pt x="460703" y="704747"/>
                  </a:lnTo>
                  <a:lnTo>
                    <a:pt x="463167" y="704832"/>
                  </a:lnTo>
                  <a:lnTo>
                    <a:pt x="465631" y="704905"/>
                  </a:lnTo>
                  <a:lnTo>
                    <a:pt x="468094" y="704967"/>
                  </a:lnTo>
                  <a:lnTo>
                    <a:pt x="470558" y="705020"/>
                  </a:lnTo>
                  <a:lnTo>
                    <a:pt x="473022" y="705062"/>
                  </a:lnTo>
                  <a:lnTo>
                    <a:pt x="475485" y="705097"/>
                  </a:lnTo>
                  <a:lnTo>
                    <a:pt x="477949" y="705124"/>
                  </a:lnTo>
                  <a:lnTo>
                    <a:pt x="480413" y="705145"/>
                  </a:lnTo>
                  <a:lnTo>
                    <a:pt x="482876" y="705160"/>
                  </a:lnTo>
                  <a:lnTo>
                    <a:pt x="485340" y="705172"/>
                  </a:lnTo>
                  <a:lnTo>
                    <a:pt x="487804" y="705181"/>
                  </a:lnTo>
                  <a:lnTo>
                    <a:pt x="490267" y="705188"/>
                  </a:lnTo>
                  <a:lnTo>
                    <a:pt x="492731" y="705192"/>
                  </a:lnTo>
                  <a:lnTo>
                    <a:pt x="495195" y="705195"/>
                  </a:lnTo>
                  <a:lnTo>
                    <a:pt x="497658" y="705198"/>
                  </a:lnTo>
                  <a:lnTo>
                    <a:pt x="500122" y="705199"/>
                  </a:lnTo>
                  <a:lnTo>
                    <a:pt x="502586" y="705200"/>
                  </a:lnTo>
                  <a:lnTo>
                    <a:pt x="505049" y="705201"/>
                  </a:lnTo>
                  <a:lnTo>
                    <a:pt x="507513" y="705201"/>
                  </a:lnTo>
                  <a:lnTo>
                    <a:pt x="509977" y="705201"/>
                  </a:lnTo>
                  <a:lnTo>
                    <a:pt x="512440" y="705202"/>
                  </a:lnTo>
                  <a:lnTo>
                    <a:pt x="514904" y="705202"/>
                  </a:lnTo>
                  <a:lnTo>
                    <a:pt x="517368" y="705202"/>
                  </a:lnTo>
                  <a:lnTo>
                    <a:pt x="519831" y="705202"/>
                  </a:lnTo>
                  <a:lnTo>
                    <a:pt x="522295" y="705202"/>
                  </a:lnTo>
                  <a:lnTo>
                    <a:pt x="524759" y="705202"/>
                  </a:lnTo>
                  <a:lnTo>
                    <a:pt x="527222" y="705202"/>
                  </a:lnTo>
                  <a:lnTo>
                    <a:pt x="529686" y="705202"/>
                  </a:lnTo>
                  <a:lnTo>
                    <a:pt x="532150" y="705202"/>
                  </a:lnTo>
                  <a:lnTo>
                    <a:pt x="534613" y="705202"/>
                  </a:lnTo>
                  <a:lnTo>
                    <a:pt x="537077" y="705202"/>
                  </a:lnTo>
                  <a:lnTo>
                    <a:pt x="539541" y="705202"/>
                  </a:lnTo>
                  <a:lnTo>
                    <a:pt x="542004" y="705202"/>
                  </a:lnTo>
                  <a:lnTo>
                    <a:pt x="544468" y="705202"/>
                  </a:lnTo>
                  <a:lnTo>
                    <a:pt x="546931" y="705202"/>
                  </a:lnTo>
                  <a:lnTo>
                    <a:pt x="549395" y="705202"/>
                  </a:lnTo>
                  <a:lnTo>
                    <a:pt x="551859" y="705202"/>
                  </a:lnTo>
                  <a:lnTo>
                    <a:pt x="554322" y="705202"/>
                  </a:lnTo>
                  <a:lnTo>
                    <a:pt x="556786" y="705202"/>
                  </a:lnTo>
                  <a:lnTo>
                    <a:pt x="559250" y="705202"/>
                  </a:lnTo>
                  <a:lnTo>
                    <a:pt x="561713" y="705202"/>
                  </a:lnTo>
                  <a:lnTo>
                    <a:pt x="564177" y="705202"/>
                  </a:lnTo>
                  <a:lnTo>
                    <a:pt x="566641" y="705202"/>
                  </a:lnTo>
                  <a:lnTo>
                    <a:pt x="569104" y="705202"/>
                  </a:lnTo>
                  <a:lnTo>
                    <a:pt x="571568" y="705202"/>
                  </a:lnTo>
                  <a:lnTo>
                    <a:pt x="574032" y="705202"/>
                  </a:lnTo>
                  <a:lnTo>
                    <a:pt x="576495" y="705202"/>
                  </a:lnTo>
                  <a:lnTo>
                    <a:pt x="578959" y="705202"/>
                  </a:lnTo>
                  <a:lnTo>
                    <a:pt x="581423" y="705202"/>
                  </a:lnTo>
                  <a:lnTo>
                    <a:pt x="583886" y="705202"/>
                  </a:lnTo>
                  <a:lnTo>
                    <a:pt x="586350" y="705202"/>
                  </a:lnTo>
                  <a:lnTo>
                    <a:pt x="588814" y="705202"/>
                  </a:lnTo>
                  <a:lnTo>
                    <a:pt x="591277" y="705202"/>
                  </a:lnTo>
                  <a:lnTo>
                    <a:pt x="593741" y="705202"/>
                  </a:lnTo>
                  <a:lnTo>
                    <a:pt x="596205" y="705202"/>
                  </a:lnTo>
                  <a:lnTo>
                    <a:pt x="598668" y="705202"/>
                  </a:lnTo>
                  <a:lnTo>
                    <a:pt x="601132" y="705202"/>
                  </a:lnTo>
                  <a:lnTo>
                    <a:pt x="603596" y="705202"/>
                  </a:lnTo>
                  <a:lnTo>
                    <a:pt x="606059" y="705202"/>
                  </a:lnTo>
                  <a:lnTo>
                    <a:pt x="608523" y="705202"/>
                  </a:lnTo>
                  <a:lnTo>
                    <a:pt x="610987" y="705202"/>
                  </a:lnTo>
                  <a:lnTo>
                    <a:pt x="613450" y="705202"/>
                  </a:lnTo>
                  <a:lnTo>
                    <a:pt x="615914" y="705202"/>
                  </a:lnTo>
                  <a:lnTo>
                    <a:pt x="618378" y="705202"/>
                  </a:lnTo>
                  <a:lnTo>
                    <a:pt x="620841" y="705202"/>
                  </a:lnTo>
                  <a:lnTo>
                    <a:pt x="623305" y="705202"/>
                  </a:lnTo>
                  <a:lnTo>
                    <a:pt x="625769" y="705202"/>
                  </a:lnTo>
                  <a:lnTo>
                    <a:pt x="628232" y="705202"/>
                  </a:lnTo>
                  <a:lnTo>
                    <a:pt x="630696" y="705202"/>
                  </a:lnTo>
                  <a:lnTo>
                    <a:pt x="633159" y="705202"/>
                  </a:lnTo>
                  <a:lnTo>
                    <a:pt x="635623" y="705202"/>
                  </a:lnTo>
                  <a:lnTo>
                    <a:pt x="638087" y="705202"/>
                  </a:lnTo>
                  <a:lnTo>
                    <a:pt x="640550" y="705202"/>
                  </a:lnTo>
                  <a:lnTo>
                    <a:pt x="643014" y="705202"/>
                  </a:lnTo>
                  <a:lnTo>
                    <a:pt x="645478" y="705202"/>
                  </a:lnTo>
                  <a:lnTo>
                    <a:pt x="647941" y="705202"/>
                  </a:lnTo>
                  <a:lnTo>
                    <a:pt x="650405" y="705202"/>
                  </a:lnTo>
                  <a:lnTo>
                    <a:pt x="652869" y="705202"/>
                  </a:lnTo>
                  <a:lnTo>
                    <a:pt x="655332" y="705202"/>
                  </a:lnTo>
                  <a:lnTo>
                    <a:pt x="657796" y="705202"/>
                  </a:lnTo>
                  <a:lnTo>
                    <a:pt x="660260" y="705202"/>
                  </a:lnTo>
                  <a:lnTo>
                    <a:pt x="662723" y="705202"/>
                  </a:lnTo>
                  <a:lnTo>
                    <a:pt x="665187" y="705202"/>
                  </a:lnTo>
                  <a:lnTo>
                    <a:pt x="667651" y="705202"/>
                  </a:lnTo>
                  <a:lnTo>
                    <a:pt x="670114" y="705202"/>
                  </a:lnTo>
                  <a:lnTo>
                    <a:pt x="672578" y="705202"/>
                  </a:lnTo>
                  <a:lnTo>
                    <a:pt x="675042" y="705202"/>
                  </a:lnTo>
                  <a:lnTo>
                    <a:pt x="677505" y="705202"/>
                  </a:lnTo>
                  <a:lnTo>
                    <a:pt x="679969" y="705202"/>
                  </a:lnTo>
                  <a:lnTo>
                    <a:pt x="682433" y="705202"/>
                  </a:lnTo>
                  <a:lnTo>
                    <a:pt x="684896" y="705202"/>
                  </a:lnTo>
                  <a:lnTo>
                    <a:pt x="687360" y="705202"/>
                  </a:lnTo>
                  <a:lnTo>
                    <a:pt x="689824" y="705202"/>
                  </a:lnTo>
                  <a:lnTo>
                    <a:pt x="692287" y="705202"/>
                  </a:lnTo>
                  <a:lnTo>
                    <a:pt x="694751" y="705202"/>
                  </a:lnTo>
                  <a:lnTo>
                    <a:pt x="697215" y="705202"/>
                  </a:lnTo>
                  <a:lnTo>
                    <a:pt x="699678" y="705202"/>
                  </a:lnTo>
                  <a:lnTo>
                    <a:pt x="702142" y="705202"/>
                  </a:lnTo>
                  <a:lnTo>
                    <a:pt x="704606" y="705202"/>
                  </a:lnTo>
                  <a:lnTo>
                    <a:pt x="707069" y="705202"/>
                  </a:lnTo>
                  <a:lnTo>
                    <a:pt x="709533" y="705202"/>
                  </a:lnTo>
                  <a:lnTo>
                    <a:pt x="711997" y="705202"/>
                  </a:lnTo>
                  <a:lnTo>
                    <a:pt x="714460" y="705202"/>
                  </a:lnTo>
                  <a:lnTo>
                    <a:pt x="716924" y="705202"/>
                  </a:lnTo>
                  <a:lnTo>
                    <a:pt x="719388" y="705202"/>
                  </a:lnTo>
                  <a:lnTo>
                    <a:pt x="721851" y="705202"/>
                  </a:lnTo>
                  <a:lnTo>
                    <a:pt x="724315" y="705202"/>
                  </a:lnTo>
                  <a:lnTo>
                    <a:pt x="726778" y="705202"/>
                  </a:lnTo>
                  <a:lnTo>
                    <a:pt x="729242" y="705202"/>
                  </a:lnTo>
                  <a:lnTo>
                    <a:pt x="731706" y="705202"/>
                  </a:lnTo>
                  <a:lnTo>
                    <a:pt x="734169" y="705202"/>
                  </a:lnTo>
                  <a:lnTo>
                    <a:pt x="736633" y="705202"/>
                  </a:lnTo>
                  <a:lnTo>
                    <a:pt x="739097" y="705202"/>
                  </a:lnTo>
                  <a:lnTo>
                    <a:pt x="741560" y="705202"/>
                  </a:lnTo>
                  <a:lnTo>
                    <a:pt x="744024" y="705202"/>
                  </a:lnTo>
                  <a:lnTo>
                    <a:pt x="746488" y="705201"/>
                  </a:lnTo>
                  <a:lnTo>
                    <a:pt x="748951" y="705201"/>
                  </a:lnTo>
                  <a:lnTo>
                    <a:pt x="751415" y="705201"/>
                  </a:lnTo>
                  <a:lnTo>
                    <a:pt x="753879" y="705200"/>
                  </a:lnTo>
                  <a:lnTo>
                    <a:pt x="756342" y="705199"/>
                  </a:lnTo>
                  <a:lnTo>
                    <a:pt x="758806" y="705198"/>
                  </a:lnTo>
                  <a:lnTo>
                    <a:pt x="761270" y="705195"/>
                  </a:lnTo>
                  <a:lnTo>
                    <a:pt x="763733" y="705192"/>
                  </a:lnTo>
                  <a:lnTo>
                    <a:pt x="766197" y="705187"/>
                  </a:lnTo>
                  <a:lnTo>
                    <a:pt x="768661" y="705181"/>
                  </a:lnTo>
                  <a:lnTo>
                    <a:pt x="771124" y="705172"/>
                  </a:lnTo>
                  <a:lnTo>
                    <a:pt x="773588" y="705160"/>
                  </a:lnTo>
                  <a:lnTo>
                    <a:pt x="776052" y="705143"/>
                  </a:lnTo>
                  <a:lnTo>
                    <a:pt x="778515" y="705123"/>
                  </a:lnTo>
                  <a:lnTo>
                    <a:pt x="780979" y="705096"/>
                  </a:lnTo>
                  <a:lnTo>
                    <a:pt x="783443" y="705061"/>
                  </a:lnTo>
                  <a:lnTo>
                    <a:pt x="785906" y="705018"/>
                  </a:lnTo>
                  <a:lnTo>
                    <a:pt x="788370" y="704965"/>
                  </a:lnTo>
                  <a:lnTo>
                    <a:pt x="790834" y="704902"/>
                  </a:lnTo>
                  <a:lnTo>
                    <a:pt x="793297" y="704828"/>
                  </a:lnTo>
                  <a:lnTo>
                    <a:pt x="795761" y="704742"/>
                  </a:lnTo>
                  <a:lnTo>
                    <a:pt x="798225" y="704646"/>
                  </a:lnTo>
                  <a:lnTo>
                    <a:pt x="800688" y="704539"/>
                  </a:lnTo>
                  <a:lnTo>
                    <a:pt x="803152" y="704423"/>
                  </a:lnTo>
                  <a:lnTo>
                    <a:pt x="805616" y="704299"/>
                  </a:lnTo>
                  <a:lnTo>
                    <a:pt x="808079" y="704172"/>
                  </a:lnTo>
                  <a:lnTo>
                    <a:pt x="810543" y="704044"/>
                  </a:lnTo>
                  <a:lnTo>
                    <a:pt x="813006" y="703919"/>
                  </a:lnTo>
                  <a:lnTo>
                    <a:pt x="815470" y="703802"/>
                  </a:lnTo>
                  <a:lnTo>
                    <a:pt x="817934" y="703696"/>
                  </a:lnTo>
                  <a:lnTo>
                    <a:pt x="820397" y="703606"/>
                  </a:lnTo>
                  <a:lnTo>
                    <a:pt x="822861" y="703534"/>
                  </a:lnTo>
                  <a:lnTo>
                    <a:pt x="825325" y="703485"/>
                  </a:lnTo>
                  <a:lnTo>
                    <a:pt x="827788" y="703463"/>
                  </a:lnTo>
                  <a:lnTo>
                    <a:pt x="830252" y="703466"/>
                  </a:lnTo>
                  <a:lnTo>
                    <a:pt x="832716" y="703494"/>
                  </a:lnTo>
                  <a:lnTo>
                    <a:pt x="835179" y="703546"/>
                  </a:lnTo>
                  <a:lnTo>
                    <a:pt x="837643" y="703619"/>
                  </a:lnTo>
                  <a:lnTo>
                    <a:pt x="840107" y="703712"/>
                  </a:lnTo>
                  <a:lnTo>
                    <a:pt x="842570" y="703819"/>
                  </a:lnTo>
                  <a:lnTo>
                    <a:pt x="845034" y="703938"/>
                  </a:lnTo>
                  <a:lnTo>
                    <a:pt x="847498" y="704064"/>
                  </a:lnTo>
                  <a:lnTo>
                    <a:pt x="849961" y="704192"/>
                  </a:lnTo>
                  <a:lnTo>
                    <a:pt x="852425" y="704319"/>
                  </a:lnTo>
                  <a:lnTo>
                    <a:pt x="854889" y="704441"/>
                  </a:lnTo>
                  <a:lnTo>
                    <a:pt x="857352" y="704556"/>
                  </a:lnTo>
                  <a:lnTo>
                    <a:pt x="859816" y="704661"/>
                  </a:lnTo>
                  <a:lnTo>
                    <a:pt x="862280" y="704757"/>
                  </a:lnTo>
                  <a:lnTo>
                    <a:pt x="864743" y="704841"/>
                  </a:lnTo>
                  <a:lnTo>
                    <a:pt x="867207" y="704914"/>
                  </a:lnTo>
                  <a:lnTo>
                    <a:pt x="869671" y="704975"/>
                  </a:lnTo>
                  <a:lnTo>
                    <a:pt x="872134" y="705025"/>
                  </a:lnTo>
                  <a:lnTo>
                    <a:pt x="874598" y="705066"/>
                  </a:lnTo>
                  <a:lnTo>
                    <a:pt x="877062" y="705099"/>
                  </a:lnTo>
                  <a:lnTo>
                    <a:pt x="879525" y="705126"/>
                  </a:lnTo>
                  <a:lnTo>
                    <a:pt x="881989" y="705146"/>
                  </a:lnTo>
                  <a:lnTo>
                    <a:pt x="884453" y="705162"/>
                  </a:lnTo>
                  <a:lnTo>
                    <a:pt x="886916" y="705174"/>
                  </a:lnTo>
                  <a:lnTo>
                    <a:pt x="889380" y="705182"/>
                  </a:lnTo>
                  <a:lnTo>
                    <a:pt x="891844" y="705188"/>
                  </a:lnTo>
                  <a:lnTo>
                    <a:pt x="894307" y="705192"/>
                  </a:lnTo>
                  <a:lnTo>
                    <a:pt x="896771" y="705195"/>
                  </a:lnTo>
                  <a:lnTo>
                    <a:pt x="899235" y="705198"/>
                  </a:lnTo>
                  <a:lnTo>
                    <a:pt x="901698" y="705199"/>
                  </a:lnTo>
                  <a:lnTo>
                    <a:pt x="904162" y="705200"/>
                  </a:lnTo>
                  <a:lnTo>
                    <a:pt x="906625" y="705200"/>
                  </a:lnTo>
                  <a:lnTo>
                    <a:pt x="909089" y="705200"/>
                  </a:lnTo>
                  <a:lnTo>
                    <a:pt x="911553" y="705199"/>
                  </a:lnTo>
                  <a:lnTo>
                    <a:pt x="914016" y="705198"/>
                  </a:lnTo>
                  <a:lnTo>
                    <a:pt x="916480" y="705196"/>
                  </a:lnTo>
                  <a:lnTo>
                    <a:pt x="918944" y="705193"/>
                  </a:lnTo>
                  <a:lnTo>
                    <a:pt x="921407" y="705189"/>
                  </a:lnTo>
                  <a:lnTo>
                    <a:pt x="923871" y="705183"/>
                  </a:lnTo>
                  <a:lnTo>
                    <a:pt x="926335" y="705176"/>
                  </a:lnTo>
                  <a:lnTo>
                    <a:pt x="928798" y="705165"/>
                  </a:lnTo>
                  <a:lnTo>
                    <a:pt x="931262" y="705151"/>
                  </a:lnTo>
                  <a:lnTo>
                    <a:pt x="933726" y="705132"/>
                  </a:lnTo>
                  <a:lnTo>
                    <a:pt x="936189" y="705107"/>
                  </a:lnTo>
                  <a:lnTo>
                    <a:pt x="938653" y="705075"/>
                  </a:lnTo>
                  <a:lnTo>
                    <a:pt x="941117" y="705035"/>
                  </a:lnTo>
                  <a:lnTo>
                    <a:pt x="943580" y="704986"/>
                  </a:lnTo>
                  <a:lnTo>
                    <a:pt x="946044" y="704928"/>
                  </a:lnTo>
                  <a:lnTo>
                    <a:pt x="948508" y="704858"/>
                  </a:lnTo>
                  <a:lnTo>
                    <a:pt x="950971" y="704778"/>
                  </a:lnTo>
                  <a:lnTo>
                    <a:pt x="953435" y="704686"/>
                  </a:lnTo>
                  <a:lnTo>
                    <a:pt x="955899" y="704583"/>
                  </a:lnTo>
                  <a:lnTo>
                    <a:pt x="958362" y="704469"/>
                  </a:lnTo>
                  <a:lnTo>
                    <a:pt x="960826" y="704348"/>
                  </a:lnTo>
                  <a:lnTo>
                    <a:pt x="963290" y="704223"/>
                  </a:lnTo>
                  <a:lnTo>
                    <a:pt x="965753" y="704095"/>
                  </a:lnTo>
                  <a:lnTo>
                    <a:pt x="968217" y="703968"/>
                  </a:lnTo>
                  <a:lnTo>
                    <a:pt x="970681" y="703848"/>
                  </a:lnTo>
                  <a:lnTo>
                    <a:pt x="973144" y="703736"/>
                  </a:lnTo>
                  <a:lnTo>
                    <a:pt x="975608" y="703638"/>
                  </a:lnTo>
                  <a:lnTo>
                    <a:pt x="978072" y="703560"/>
                  </a:lnTo>
                  <a:lnTo>
                    <a:pt x="980535" y="703504"/>
                  </a:lnTo>
                  <a:lnTo>
                    <a:pt x="982999" y="703472"/>
                  </a:lnTo>
                  <a:lnTo>
                    <a:pt x="985463" y="703464"/>
                  </a:lnTo>
                  <a:lnTo>
                    <a:pt x="987926" y="703482"/>
                  </a:lnTo>
                  <a:lnTo>
                    <a:pt x="990390" y="703523"/>
                  </a:lnTo>
                  <a:lnTo>
                    <a:pt x="992853" y="703588"/>
                  </a:lnTo>
                  <a:lnTo>
                    <a:pt x="995317" y="703672"/>
                  </a:lnTo>
                  <a:lnTo>
                    <a:pt x="997781" y="703774"/>
                  </a:lnTo>
                  <a:lnTo>
                    <a:pt x="1000244" y="703890"/>
                  </a:lnTo>
                  <a:lnTo>
                    <a:pt x="1002708" y="704014"/>
                  </a:lnTo>
                  <a:lnTo>
                    <a:pt x="1005172" y="704141"/>
                  </a:lnTo>
                  <a:lnTo>
                    <a:pt x="1007635" y="704269"/>
                  </a:lnTo>
                  <a:lnTo>
                    <a:pt x="1010099" y="704393"/>
                  </a:lnTo>
                  <a:lnTo>
                    <a:pt x="1012563" y="704511"/>
                  </a:lnTo>
                  <a:lnTo>
                    <a:pt x="1015026" y="704621"/>
                  </a:lnTo>
                  <a:lnTo>
                    <a:pt x="1017490" y="704721"/>
                  </a:lnTo>
                  <a:lnTo>
                    <a:pt x="1019954" y="704809"/>
                  </a:lnTo>
                  <a:lnTo>
                    <a:pt x="1022417" y="704885"/>
                  </a:lnTo>
                  <a:lnTo>
                    <a:pt x="1024881" y="704950"/>
                  </a:lnTo>
                  <a:lnTo>
                    <a:pt x="1027345" y="705005"/>
                  </a:lnTo>
                  <a:lnTo>
                    <a:pt x="1029808" y="705050"/>
                  </a:lnTo>
                  <a:lnTo>
                    <a:pt x="1032272" y="705087"/>
                  </a:lnTo>
                  <a:lnTo>
                    <a:pt x="1034736" y="705116"/>
                  </a:lnTo>
                  <a:lnTo>
                    <a:pt x="1037199" y="705139"/>
                  </a:lnTo>
                  <a:lnTo>
                    <a:pt x="1039663" y="705156"/>
                  </a:lnTo>
                  <a:lnTo>
                    <a:pt x="1042127" y="705169"/>
                  </a:lnTo>
                  <a:lnTo>
                    <a:pt x="1044590" y="705179"/>
                  </a:lnTo>
                  <a:lnTo>
                    <a:pt x="1047054" y="705186"/>
                  </a:lnTo>
                  <a:lnTo>
                    <a:pt x="1049518" y="705191"/>
                  </a:lnTo>
                  <a:lnTo>
                    <a:pt x="1051981" y="705194"/>
                  </a:lnTo>
                  <a:lnTo>
                    <a:pt x="1054445" y="705197"/>
                  </a:lnTo>
                  <a:lnTo>
                    <a:pt x="1056909" y="705199"/>
                  </a:lnTo>
                  <a:lnTo>
                    <a:pt x="1059372" y="705200"/>
                  </a:lnTo>
                  <a:lnTo>
                    <a:pt x="1061836" y="705201"/>
                  </a:lnTo>
                  <a:lnTo>
                    <a:pt x="1064300" y="705201"/>
                  </a:lnTo>
                  <a:lnTo>
                    <a:pt x="1066763" y="705201"/>
                  </a:lnTo>
                  <a:lnTo>
                    <a:pt x="1069227" y="705202"/>
                  </a:lnTo>
                  <a:lnTo>
                    <a:pt x="1071691" y="705202"/>
                  </a:lnTo>
                  <a:lnTo>
                    <a:pt x="1074154" y="705202"/>
                  </a:lnTo>
                  <a:lnTo>
                    <a:pt x="1076618" y="705202"/>
                  </a:lnTo>
                  <a:lnTo>
                    <a:pt x="1079082" y="705202"/>
                  </a:lnTo>
                  <a:lnTo>
                    <a:pt x="1081545" y="705202"/>
                  </a:lnTo>
                  <a:lnTo>
                    <a:pt x="1084009" y="705202"/>
                  </a:lnTo>
                  <a:lnTo>
                    <a:pt x="1086472" y="705202"/>
                  </a:lnTo>
                  <a:lnTo>
                    <a:pt x="1088936" y="705202"/>
                  </a:lnTo>
                  <a:lnTo>
                    <a:pt x="1091400" y="705202"/>
                  </a:lnTo>
                  <a:lnTo>
                    <a:pt x="1093863" y="705202"/>
                  </a:lnTo>
                  <a:lnTo>
                    <a:pt x="1096327" y="705202"/>
                  </a:lnTo>
                  <a:lnTo>
                    <a:pt x="1098791" y="705202"/>
                  </a:lnTo>
                  <a:lnTo>
                    <a:pt x="1101254" y="705202"/>
                  </a:lnTo>
                  <a:lnTo>
                    <a:pt x="1103718" y="705202"/>
                  </a:lnTo>
                  <a:lnTo>
                    <a:pt x="1106182" y="705202"/>
                  </a:lnTo>
                  <a:lnTo>
                    <a:pt x="1108645" y="705202"/>
                  </a:lnTo>
                  <a:lnTo>
                    <a:pt x="1111109" y="705202"/>
                  </a:lnTo>
                  <a:lnTo>
                    <a:pt x="1113573" y="705202"/>
                  </a:lnTo>
                  <a:lnTo>
                    <a:pt x="1116036" y="705202"/>
                  </a:lnTo>
                  <a:lnTo>
                    <a:pt x="1118500" y="705202"/>
                  </a:lnTo>
                  <a:lnTo>
                    <a:pt x="1120964" y="705202"/>
                  </a:lnTo>
                  <a:lnTo>
                    <a:pt x="1123427" y="705202"/>
                  </a:lnTo>
                  <a:lnTo>
                    <a:pt x="1125891" y="705202"/>
                  </a:lnTo>
                  <a:lnTo>
                    <a:pt x="1128355" y="705202"/>
                  </a:lnTo>
                  <a:lnTo>
                    <a:pt x="1130818" y="705202"/>
                  </a:lnTo>
                  <a:lnTo>
                    <a:pt x="1133282" y="705202"/>
                  </a:lnTo>
                  <a:lnTo>
                    <a:pt x="1135746" y="705202"/>
                  </a:lnTo>
                  <a:lnTo>
                    <a:pt x="1138209" y="705202"/>
                  </a:lnTo>
                  <a:lnTo>
                    <a:pt x="1140673" y="705202"/>
                  </a:lnTo>
                  <a:lnTo>
                    <a:pt x="1143137" y="705202"/>
                  </a:lnTo>
                  <a:lnTo>
                    <a:pt x="1145600" y="705202"/>
                  </a:lnTo>
                  <a:lnTo>
                    <a:pt x="1148064" y="705202"/>
                  </a:lnTo>
                  <a:lnTo>
                    <a:pt x="1150528" y="705202"/>
                  </a:lnTo>
                  <a:lnTo>
                    <a:pt x="1152991" y="705202"/>
                  </a:lnTo>
                  <a:lnTo>
                    <a:pt x="1155455" y="705202"/>
                  </a:lnTo>
                  <a:lnTo>
                    <a:pt x="1157919" y="705202"/>
                  </a:lnTo>
                  <a:lnTo>
                    <a:pt x="1160382" y="705202"/>
                  </a:lnTo>
                  <a:lnTo>
                    <a:pt x="1162846" y="705202"/>
                  </a:lnTo>
                  <a:lnTo>
                    <a:pt x="1165310" y="705202"/>
                  </a:lnTo>
                  <a:lnTo>
                    <a:pt x="1167773" y="705202"/>
                  </a:lnTo>
                  <a:lnTo>
                    <a:pt x="1170237" y="705202"/>
                  </a:lnTo>
                  <a:lnTo>
                    <a:pt x="1172701" y="705202"/>
                  </a:lnTo>
                  <a:lnTo>
                    <a:pt x="1175164" y="705202"/>
                  </a:lnTo>
                  <a:lnTo>
                    <a:pt x="1177628" y="705202"/>
                  </a:lnTo>
                  <a:lnTo>
                    <a:pt x="1180091" y="705202"/>
                  </a:lnTo>
                  <a:lnTo>
                    <a:pt x="1182555" y="705202"/>
                  </a:lnTo>
                  <a:lnTo>
                    <a:pt x="1185019" y="705202"/>
                  </a:lnTo>
                  <a:lnTo>
                    <a:pt x="1187482" y="705202"/>
                  </a:lnTo>
                  <a:lnTo>
                    <a:pt x="1189946" y="705202"/>
                  </a:lnTo>
                  <a:lnTo>
                    <a:pt x="1192410" y="705202"/>
                  </a:lnTo>
                  <a:lnTo>
                    <a:pt x="1194873" y="705202"/>
                  </a:lnTo>
                  <a:lnTo>
                    <a:pt x="1197337" y="705202"/>
                  </a:lnTo>
                  <a:lnTo>
                    <a:pt x="1199801" y="705202"/>
                  </a:lnTo>
                  <a:lnTo>
                    <a:pt x="1202264" y="705202"/>
                  </a:lnTo>
                  <a:lnTo>
                    <a:pt x="1204728" y="705202"/>
                  </a:lnTo>
                  <a:lnTo>
                    <a:pt x="1207192" y="705202"/>
                  </a:lnTo>
                  <a:lnTo>
                    <a:pt x="1209655" y="705202"/>
                  </a:lnTo>
                  <a:lnTo>
                    <a:pt x="1212119" y="705202"/>
                  </a:lnTo>
                  <a:lnTo>
                    <a:pt x="1214583" y="705202"/>
                  </a:lnTo>
                  <a:lnTo>
                    <a:pt x="1217046" y="705202"/>
                  </a:lnTo>
                  <a:lnTo>
                    <a:pt x="1219510" y="705202"/>
                  </a:lnTo>
                  <a:lnTo>
                    <a:pt x="1221974" y="705202"/>
                  </a:lnTo>
                  <a:lnTo>
                    <a:pt x="1224437" y="705202"/>
                  </a:lnTo>
                  <a:lnTo>
                    <a:pt x="1226901" y="705202"/>
                  </a:lnTo>
                  <a:lnTo>
                    <a:pt x="1229365" y="705202"/>
                  </a:lnTo>
                  <a:lnTo>
                    <a:pt x="1231828" y="705202"/>
                  </a:lnTo>
                  <a:lnTo>
                    <a:pt x="1234292" y="705202"/>
                  </a:lnTo>
                  <a:lnTo>
                    <a:pt x="1236756" y="705202"/>
                  </a:lnTo>
                  <a:lnTo>
                    <a:pt x="1239219" y="705202"/>
                  </a:lnTo>
                  <a:lnTo>
                    <a:pt x="1241683" y="705202"/>
                  </a:lnTo>
                  <a:lnTo>
                    <a:pt x="1244147" y="705202"/>
                  </a:lnTo>
                  <a:lnTo>
                    <a:pt x="1246610" y="705202"/>
                  </a:lnTo>
                  <a:lnTo>
                    <a:pt x="1249074" y="705202"/>
                  </a:lnTo>
                  <a:lnTo>
                    <a:pt x="1251538" y="705202"/>
                  </a:lnTo>
                  <a:lnTo>
                    <a:pt x="1254001" y="705202"/>
                  </a:lnTo>
                  <a:lnTo>
                    <a:pt x="1256465" y="705202"/>
                  </a:lnTo>
                  <a:lnTo>
                    <a:pt x="1258929" y="705202"/>
                  </a:lnTo>
                  <a:lnTo>
                    <a:pt x="1256465" y="705202"/>
                  </a:lnTo>
                  <a:lnTo>
                    <a:pt x="1254001" y="705202"/>
                  </a:lnTo>
                  <a:lnTo>
                    <a:pt x="1251538" y="705202"/>
                  </a:lnTo>
                  <a:lnTo>
                    <a:pt x="1249074" y="705202"/>
                  </a:lnTo>
                  <a:lnTo>
                    <a:pt x="1246610" y="705202"/>
                  </a:lnTo>
                  <a:lnTo>
                    <a:pt x="1244147" y="705202"/>
                  </a:lnTo>
                  <a:lnTo>
                    <a:pt x="1241683" y="705202"/>
                  </a:lnTo>
                  <a:lnTo>
                    <a:pt x="1239219" y="705202"/>
                  </a:lnTo>
                  <a:lnTo>
                    <a:pt x="1236756" y="705202"/>
                  </a:lnTo>
                  <a:lnTo>
                    <a:pt x="1234292" y="705202"/>
                  </a:lnTo>
                  <a:lnTo>
                    <a:pt x="1231828" y="705202"/>
                  </a:lnTo>
                  <a:lnTo>
                    <a:pt x="1229365" y="705202"/>
                  </a:lnTo>
                  <a:lnTo>
                    <a:pt x="1226901" y="705202"/>
                  </a:lnTo>
                  <a:lnTo>
                    <a:pt x="1224437" y="705202"/>
                  </a:lnTo>
                  <a:lnTo>
                    <a:pt x="1221974" y="705202"/>
                  </a:lnTo>
                  <a:lnTo>
                    <a:pt x="1219510" y="705202"/>
                  </a:lnTo>
                  <a:lnTo>
                    <a:pt x="1217046" y="705202"/>
                  </a:lnTo>
                  <a:lnTo>
                    <a:pt x="1214583" y="705202"/>
                  </a:lnTo>
                  <a:lnTo>
                    <a:pt x="1212119" y="705202"/>
                  </a:lnTo>
                  <a:lnTo>
                    <a:pt x="1209655" y="705202"/>
                  </a:lnTo>
                  <a:lnTo>
                    <a:pt x="1207192" y="705202"/>
                  </a:lnTo>
                  <a:lnTo>
                    <a:pt x="1204728" y="705202"/>
                  </a:lnTo>
                  <a:lnTo>
                    <a:pt x="1202264" y="705202"/>
                  </a:lnTo>
                  <a:lnTo>
                    <a:pt x="1199801" y="705202"/>
                  </a:lnTo>
                  <a:lnTo>
                    <a:pt x="1197337" y="705202"/>
                  </a:lnTo>
                  <a:lnTo>
                    <a:pt x="1194873" y="705202"/>
                  </a:lnTo>
                  <a:lnTo>
                    <a:pt x="1192410" y="705202"/>
                  </a:lnTo>
                  <a:lnTo>
                    <a:pt x="1189946" y="705202"/>
                  </a:lnTo>
                  <a:lnTo>
                    <a:pt x="1187482" y="705202"/>
                  </a:lnTo>
                  <a:lnTo>
                    <a:pt x="1185019" y="705202"/>
                  </a:lnTo>
                  <a:lnTo>
                    <a:pt x="1182555" y="705202"/>
                  </a:lnTo>
                  <a:lnTo>
                    <a:pt x="1180091" y="705202"/>
                  </a:lnTo>
                  <a:lnTo>
                    <a:pt x="1177628" y="705202"/>
                  </a:lnTo>
                  <a:lnTo>
                    <a:pt x="1175164" y="705202"/>
                  </a:lnTo>
                  <a:lnTo>
                    <a:pt x="1172701" y="705202"/>
                  </a:lnTo>
                  <a:lnTo>
                    <a:pt x="1170237" y="705202"/>
                  </a:lnTo>
                  <a:lnTo>
                    <a:pt x="1167773" y="705202"/>
                  </a:lnTo>
                  <a:lnTo>
                    <a:pt x="1165310" y="705202"/>
                  </a:lnTo>
                  <a:lnTo>
                    <a:pt x="1162846" y="705202"/>
                  </a:lnTo>
                  <a:lnTo>
                    <a:pt x="1160382" y="705202"/>
                  </a:lnTo>
                  <a:lnTo>
                    <a:pt x="1157919" y="705202"/>
                  </a:lnTo>
                  <a:lnTo>
                    <a:pt x="1155455" y="705202"/>
                  </a:lnTo>
                  <a:lnTo>
                    <a:pt x="1152991" y="705202"/>
                  </a:lnTo>
                  <a:lnTo>
                    <a:pt x="1150528" y="705202"/>
                  </a:lnTo>
                  <a:lnTo>
                    <a:pt x="1148064" y="705202"/>
                  </a:lnTo>
                  <a:lnTo>
                    <a:pt x="1145600" y="705202"/>
                  </a:lnTo>
                  <a:lnTo>
                    <a:pt x="1143137" y="705202"/>
                  </a:lnTo>
                  <a:lnTo>
                    <a:pt x="1140673" y="705202"/>
                  </a:lnTo>
                  <a:lnTo>
                    <a:pt x="1138209" y="705202"/>
                  </a:lnTo>
                  <a:lnTo>
                    <a:pt x="1135746" y="705202"/>
                  </a:lnTo>
                  <a:lnTo>
                    <a:pt x="1133282" y="705202"/>
                  </a:lnTo>
                  <a:lnTo>
                    <a:pt x="1130818" y="705202"/>
                  </a:lnTo>
                  <a:lnTo>
                    <a:pt x="1128355" y="705202"/>
                  </a:lnTo>
                  <a:lnTo>
                    <a:pt x="1125891" y="705202"/>
                  </a:lnTo>
                  <a:lnTo>
                    <a:pt x="1123427" y="705202"/>
                  </a:lnTo>
                  <a:lnTo>
                    <a:pt x="1120964" y="705202"/>
                  </a:lnTo>
                  <a:lnTo>
                    <a:pt x="1118500" y="705202"/>
                  </a:lnTo>
                  <a:lnTo>
                    <a:pt x="1116036" y="705202"/>
                  </a:lnTo>
                  <a:lnTo>
                    <a:pt x="1113573" y="705202"/>
                  </a:lnTo>
                  <a:lnTo>
                    <a:pt x="1111109" y="705202"/>
                  </a:lnTo>
                  <a:lnTo>
                    <a:pt x="1108645" y="705202"/>
                  </a:lnTo>
                  <a:lnTo>
                    <a:pt x="1106182" y="705202"/>
                  </a:lnTo>
                  <a:lnTo>
                    <a:pt x="1103718" y="705202"/>
                  </a:lnTo>
                  <a:lnTo>
                    <a:pt x="1101254" y="705202"/>
                  </a:lnTo>
                  <a:lnTo>
                    <a:pt x="1098791" y="705202"/>
                  </a:lnTo>
                  <a:lnTo>
                    <a:pt x="1096327" y="705202"/>
                  </a:lnTo>
                  <a:lnTo>
                    <a:pt x="1093863" y="705202"/>
                  </a:lnTo>
                  <a:lnTo>
                    <a:pt x="1091400" y="705202"/>
                  </a:lnTo>
                  <a:lnTo>
                    <a:pt x="1088936" y="705202"/>
                  </a:lnTo>
                  <a:lnTo>
                    <a:pt x="1086472" y="705202"/>
                  </a:lnTo>
                  <a:lnTo>
                    <a:pt x="1084009" y="705202"/>
                  </a:lnTo>
                  <a:lnTo>
                    <a:pt x="1081545" y="705202"/>
                  </a:lnTo>
                  <a:lnTo>
                    <a:pt x="1079082" y="705202"/>
                  </a:lnTo>
                  <a:lnTo>
                    <a:pt x="1076618" y="705202"/>
                  </a:lnTo>
                  <a:lnTo>
                    <a:pt x="1074154" y="705202"/>
                  </a:lnTo>
                  <a:lnTo>
                    <a:pt x="1071691" y="705202"/>
                  </a:lnTo>
                  <a:lnTo>
                    <a:pt x="1069227" y="705202"/>
                  </a:lnTo>
                  <a:lnTo>
                    <a:pt x="1066763" y="705202"/>
                  </a:lnTo>
                  <a:lnTo>
                    <a:pt x="1064300" y="705202"/>
                  </a:lnTo>
                  <a:lnTo>
                    <a:pt x="1061836" y="705202"/>
                  </a:lnTo>
                  <a:lnTo>
                    <a:pt x="1059372" y="705202"/>
                  </a:lnTo>
                  <a:lnTo>
                    <a:pt x="1056909" y="705202"/>
                  </a:lnTo>
                  <a:lnTo>
                    <a:pt x="1054445" y="705202"/>
                  </a:lnTo>
                  <a:lnTo>
                    <a:pt x="1051981" y="705202"/>
                  </a:lnTo>
                  <a:lnTo>
                    <a:pt x="1049518" y="705202"/>
                  </a:lnTo>
                  <a:lnTo>
                    <a:pt x="1047054" y="705202"/>
                  </a:lnTo>
                  <a:lnTo>
                    <a:pt x="1044590" y="705202"/>
                  </a:lnTo>
                  <a:lnTo>
                    <a:pt x="1042127" y="705202"/>
                  </a:lnTo>
                  <a:lnTo>
                    <a:pt x="1039663" y="705202"/>
                  </a:lnTo>
                  <a:lnTo>
                    <a:pt x="1037199" y="705202"/>
                  </a:lnTo>
                  <a:lnTo>
                    <a:pt x="1034736" y="705202"/>
                  </a:lnTo>
                  <a:lnTo>
                    <a:pt x="1032272" y="705202"/>
                  </a:lnTo>
                  <a:lnTo>
                    <a:pt x="1029808" y="705202"/>
                  </a:lnTo>
                  <a:lnTo>
                    <a:pt x="1027345" y="705202"/>
                  </a:lnTo>
                  <a:lnTo>
                    <a:pt x="1024881" y="705202"/>
                  </a:lnTo>
                  <a:lnTo>
                    <a:pt x="1022417" y="705202"/>
                  </a:lnTo>
                  <a:lnTo>
                    <a:pt x="1019954" y="705202"/>
                  </a:lnTo>
                  <a:lnTo>
                    <a:pt x="1017490" y="705202"/>
                  </a:lnTo>
                  <a:lnTo>
                    <a:pt x="1015026" y="705202"/>
                  </a:lnTo>
                  <a:lnTo>
                    <a:pt x="1012563" y="705202"/>
                  </a:lnTo>
                  <a:lnTo>
                    <a:pt x="1010099" y="705202"/>
                  </a:lnTo>
                  <a:lnTo>
                    <a:pt x="1007635" y="705202"/>
                  </a:lnTo>
                  <a:lnTo>
                    <a:pt x="1005172" y="705202"/>
                  </a:lnTo>
                  <a:lnTo>
                    <a:pt x="1002708" y="705202"/>
                  </a:lnTo>
                  <a:lnTo>
                    <a:pt x="1000244" y="705202"/>
                  </a:lnTo>
                  <a:lnTo>
                    <a:pt x="997781" y="705202"/>
                  </a:lnTo>
                  <a:lnTo>
                    <a:pt x="995317" y="705202"/>
                  </a:lnTo>
                  <a:lnTo>
                    <a:pt x="992853" y="705202"/>
                  </a:lnTo>
                  <a:lnTo>
                    <a:pt x="990390" y="705202"/>
                  </a:lnTo>
                  <a:lnTo>
                    <a:pt x="987926" y="705202"/>
                  </a:lnTo>
                  <a:lnTo>
                    <a:pt x="985463" y="705202"/>
                  </a:lnTo>
                  <a:lnTo>
                    <a:pt x="982999" y="705202"/>
                  </a:lnTo>
                  <a:lnTo>
                    <a:pt x="980535" y="705202"/>
                  </a:lnTo>
                  <a:lnTo>
                    <a:pt x="978072" y="705202"/>
                  </a:lnTo>
                  <a:lnTo>
                    <a:pt x="975608" y="705202"/>
                  </a:lnTo>
                  <a:lnTo>
                    <a:pt x="973144" y="705202"/>
                  </a:lnTo>
                  <a:lnTo>
                    <a:pt x="970681" y="705202"/>
                  </a:lnTo>
                  <a:lnTo>
                    <a:pt x="968217" y="705202"/>
                  </a:lnTo>
                  <a:lnTo>
                    <a:pt x="965753" y="705202"/>
                  </a:lnTo>
                  <a:lnTo>
                    <a:pt x="963290" y="705202"/>
                  </a:lnTo>
                  <a:lnTo>
                    <a:pt x="960826" y="705202"/>
                  </a:lnTo>
                  <a:lnTo>
                    <a:pt x="958362" y="705202"/>
                  </a:lnTo>
                  <a:lnTo>
                    <a:pt x="955899" y="705202"/>
                  </a:lnTo>
                  <a:lnTo>
                    <a:pt x="953435" y="705202"/>
                  </a:lnTo>
                  <a:lnTo>
                    <a:pt x="950971" y="705202"/>
                  </a:lnTo>
                  <a:lnTo>
                    <a:pt x="948508" y="705202"/>
                  </a:lnTo>
                  <a:lnTo>
                    <a:pt x="946044" y="705202"/>
                  </a:lnTo>
                  <a:lnTo>
                    <a:pt x="943580" y="705202"/>
                  </a:lnTo>
                  <a:lnTo>
                    <a:pt x="941117" y="705202"/>
                  </a:lnTo>
                  <a:lnTo>
                    <a:pt x="938653" y="705202"/>
                  </a:lnTo>
                  <a:lnTo>
                    <a:pt x="936189" y="705202"/>
                  </a:lnTo>
                  <a:lnTo>
                    <a:pt x="933726" y="705202"/>
                  </a:lnTo>
                  <a:lnTo>
                    <a:pt x="931262" y="705202"/>
                  </a:lnTo>
                  <a:lnTo>
                    <a:pt x="928798" y="705202"/>
                  </a:lnTo>
                  <a:lnTo>
                    <a:pt x="926335" y="705202"/>
                  </a:lnTo>
                  <a:lnTo>
                    <a:pt x="923871" y="705202"/>
                  </a:lnTo>
                  <a:lnTo>
                    <a:pt x="921407" y="705202"/>
                  </a:lnTo>
                  <a:lnTo>
                    <a:pt x="918944" y="705202"/>
                  </a:lnTo>
                  <a:lnTo>
                    <a:pt x="916480" y="705202"/>
                  </a:lnTo>
                  <a:lnTo>
                    <a:pt x="914016" y="705202"/>
                  </a:lnTo>
                  <a:lnTo>
                    <a:pt x="911553" y="705202"/>
                  </a:lnTo>
                  <a:lnTo>
                    <a:pt x="909089" y="705202"/>
                  </a:lnTo>
                  <a:lnTo>
                    <a:pt x="906625" y="705202"/>
                  </a:lnTo>
                  <a:lnTo>
                    <a:pt x="904162" y="705202"/>
                  </a:lnTo>
                  <a:lnTo>
                    <a:pt x="901698" y="705202"/>
                  </a:lnTo>
                  <a:lnTo>
                    <a:pt x="899235" y="705202"/>
                  </a:lnTo>
                  <a:lnTo>
                    <a:pt x="896771" y="705202"/>
                  </a:lnTo>
                  <a:lnTo>
                    <a:pt x="894307" y="705202"/>
                  </a:lnTo>
                  <a:lnTo>
                    <a:pt x="891844" y="705202"/>
                  </a:lnTo>
                  <a:lnTo>
                    <a:pt x="889380" y="705202"/>
                  </a:lnTo>
                  <a:lnTo>
                    <a:pt x="886916" y="705202"/>
                  </a:lnTo>
                  <a:lnTo>
                    <a:pt x="884453" y="705202"/>
                  </a:lnTo>
                  <a:lnTo>
                    <a:pt x="881989" y="705202"/>
                  </a:lnTo>
                  <a:lnTo>
                    <a:pt x="879525" y="705202"/>
                  </a:lnTo>
                  <a:lnTo>
                    <a:pt x="877062" y="705202"/>
                  </a:lnTo>
                  <a:lnTo>
                    <a:pt x="874598" y="705202"/>
                  </a:lnTo>
                  <a:lnTo>
                    <a:pt x="872134" y="705202"/>
                  </a:lnTo>
                  <a:lnTo>
                    <a:pt x="869671" y="705202"/>
                  </a:lnTo>
                  <a:lnTo>
                    <a:pt x="867207" y="705202"/>
                  </a:lnTo>
                  <a:lnTo>
                    <a:pt x="864743" y="705202"/>
                  </a:lnTo>
                  <a:lnTo>
                    <a:pt x="862280" y="705202"/>
                  </a:lnTo>
                  <a:lnTo>
                    <a:pt x="859816" y="705202"/>
                  </a:lnTo>
                  <a:lnTo>
                    <a:pt x="857352" y="705202"/>
                  </a:lnTo>
                  <a:lnTo>
                    <a:pt x="854889" y="705202"/>
                  </a:lnTo>
                  <a:lnTo>
                    <a:pt x="852425" y="705202"/>
                  </a:lnTo>
                  <a:lnTo>
                    <a:pt x="849961" y="705202"/>
                  </a:lnTo>
                  <a:lnTo>
                    <a:pt x="847498" y="705202"/>
                  </a:lnTo>
                  <a:lnTo>
                    <a:pt x="845034" y="705202"/>
                  </a:lnTo>
                  <a:lnTo>
                    <a:pt x="842570" y="705202"/>
                  </a:lnTo>
                  <a:lnTo>
                    <a:pt x="840107" y="705202"/>
                  </a:lnTo>
                  <a:lnTo>
                    <a:pt x="837643" y="705202"/>
                  </a:lnTo>
                  <a:lnTo>
                    <a:pt x="835179" y="705202"/>
                  </a:lnTo>
                  <a:lnTo>
                    <a:pt x="832716" y="705202"/>
                  </a:lnTo>
                  <a:lnTo>
                    <a:pt x="830252" y="705202"/>
                  </a:lnTo>
                  <a:lnTo>
                    <a:pt x="827788" y="705202"/>
                  </a:lnTo>
                  <a:lnTo>
                    <a:pt x="825325" y="705202"/>
                  </a:lnTo>
                  <a:lnTo>
                    <a:pt x="822861" y="705202"/>
                  </a:lnTo>
                  <a:lnTo>
                    <a:pt x="820397" y="705202"/>
                  </a:lnTo>
                  <a:lnTo>
                    <a:pt x="817934" y="705202"/>
                  </a:lnTo>
                  <a:lnTo>
                    <a:pt x="815470" y="705202"/>
                  </a:lnTo>
                  <a:lnTo>
                    <a:pt x="813006" y="705202"/>
                  </a:lnTo>
                  <a:lnTo>
                    <a:pt x="810543" y="705202"/>
                  </a:lnTo>
                  <a:lnTo>
                    <a:pt x="808079" y="705202"/>
                  </a:lnTo>
                  <a:lnTo>
                    <a:pt x="805616" y="705202"/>
                  </a:lnTo>
                  <a:lnTo>
                    <a:pt x="803152" y="705202"/>
                  </a:lnTo>
                  <a:lnTo>
                    <a:pt x="800688" y="705202"/>
                  </a:lnTo>
                  <a:lnTo>
                    <a:pt x="798225" y="705202"/>
                  </a:lnTo>
                  <a:lnTo>
                    <a:pt x="795761" y="705202"/>
                  </a:lnTo>
                  <a:lnTo>
                    <a:pt x="793297" y="705202"/>
                  </a:lnTo>
                  <a:lnTo>
                    <a:pt x="790834" y="705202"/>
                  </a:lnTo>
                  <a:lnTo>
                    <a:pt x="788370" y="705202"/>
                  </a:lnTo>
                  <a:lnTo>
                    <a:pt x="785906" y="705202"/>
                  </a:lnTo>
                  <a:lnTo>
                    <a:pt x="783443" y="705202"/>
                  </a:lnTo>
                  <a:lnTo>
                    <a:pt x="780979" y="705202"/>
                  </a:lnTo>
                  <a:lnTo>
                    <a:pt x="778515" y="705202"/>
                  </a:lnTo>
                  <a:lnTo>
                    <a:pt x="776052" y="705202"/>
                  </a:lnTo>
                  <a:lnTo>
                    <a:pt x="773588" y="705202"/>
                  </a:lnTo>
                  <a:lnTo>
                    <a:pt x="771124" y="705202"/>
                  </a:lnTo>
                  <a:lnTo>
                    <a:pt x="768661" y="705202"/>
                  </a:lnTo>
                  <a:lnTo>
                    <a:pt x="766197" y="705202"/>
                  </a:lnTo>
                  <a:lnTo>
                    <a:pt x="763733" y="705202"/>
                  </a:lnTo>
                  <a:lnTo>
                    <a:pt x="761270" y="705202"/>
                  </a:lnTo>
                  <a:lnTo>
                    <a:pt x="758806" y="705202"/>
                  </a:lnTo>
                  <a:lnTo>
                    <a:pt x="756342" y="705202"/>
                  </a:lnTo>
                  <a:lnTo>
                    <a:pt x="753879" y="705202"/>
                  </a:lnTo>
                  <a:lnTo>
                    <a:pt x="751415" y="705202"/>
                  </a:lnTo>
                  <a:lnTo>
                    <a:pt x="748951" y="705202"/>
                  </a:lnTo>
                  <a:lnTo>
                    <a:pt x="746488" y="705202"/>
                  </a:lnTo>
                  <a:lnTo>
                    <a:pt x="744024" y="705202"/>
                  </a:lnTo>
                  <a:lnTo>
                    <a:pt x="741560" y="705202"/>
                  </a:lnTo>
                  <a:lnTo>
                    <a:pt x="739097" y="705202"/>
                  </a:lnTo>
                  <a:lnTo>
                    <a:pt x="736633" y="705202"/>
                  </a:lnTo>
                  <a:lnTo>
                    <a:pt x="734169" y="705202"/>
                  </a:lnTo>
                  <a:lnTo>
                    <a:pt x="731706" y="705202"/>
                  </a:lnTo>
                  <a:lnTo>
                    <a:pt x="729242" y="705202"/>
                  </a:lnTo>
                  <a:lnTo>
                    <a:pt x="726778" y="705202"/>
                  </a:lnTo>
                  <a:lnTo>
                    <a:pt x="724315" y="705202"/>
                  </a:lnTo>
                  <a:lnTo>
                    <a:pt x="721851" y="705202"/>
                  </a:lnTo>
                  <a:lnTo>
                    <a:pt x="719388" y="705202"/>
                  </a:lnTo>
                  <a:lnTo>
                    <a:pt x="716924" y="705202"/>
                  </a:lnTo>
                  <a:lnTo>
                    <a:pt x="714460" y="705202"/>
                  </a:lnTo>
                  <a:lnTo>
                    <a:pt x="711997" y="705202"/>
                  </a:lnTo>
                  <a:lnTo>
                    <a:pt x="709533" y="705202"/>
                  </a:lnTo>
                  <a:lnTo>
                    <a:pt x="707069" y="705202"/>
                  </a:lnTo>
                  <a:lnTo>
                    <a:pt x="704606" y="705202"/>
                  </a:lnTo>
                  <a:lnTo>
                    <a:pt x="702142" y="705202"/>
                  </a:lnTo>
                  <a:lnTo>
                    <a:pt x="699678" y="705202"/>
                  </a:lnTo>
                  <a:lnTo>
                    <a:pt x="697215" y="705202"/>
                  </a:lnTo>
                  <a:lnTo>
                    <a:pt x="694751" y="705202"/>
                  </a:lnTo>
                  <a:lnTo>
                    <a:pt x="692287" y="705202"/>
                  </a:lnTo>
                  <a:lnTo>
                    <a:pt x="689824" y="705202"/>
                  </a:lnTo>
                  <a:lnTo>
                    <a:pt x="687360" y="705202"/>
                  </a:lnTo>
                  <a:lnTo>
                    <a:pt x="684896" y="705202"/>
                  </a:lnTo>
                  <a:lnTo>
                    <a:pt x="682433" y="705202"/>
                  </a:lnTo>
                  <a:lnTo>
                    <a:pt x="679969" y="705202"/>
                  </a:lnTo>
                  <a:lnTo>
                    <a:pt x="677505" y="705202"/>
                  </a:lnTo>
                  <a:lnTo>
                    <a:pt x="675042" y="705202"/>
                  </a:lnTo>
                  <a:lnTo>
                    <a:pt x="672578" y="705202"/>
                  </a:lnTo>
                  <a:lnTo>
                    <a:pt x="670114" y="705202"/>
                  </a:lnTo>
                  <a:lnTo>
                    <a:pt x="667651" y="705202"/>
                  </a:lnTo>
                  <a:lnTo>
                    <a:pt x="665187" y="705202"/>
                  </a:lnTo>
                  <a:lnTo>
                    <a:pt x="662723" y="705202"/>
                  </a:lnTo>
                  <a:lnTo>
                    <a:pt x="660260" y="705202"/>
                  </a:lnTo>
                  <a:lnTo>
                    <a:pt x="657796" y="705202"/>
                  </a:lnTo>
                  <a:lnTo>
                    <a:pt x="655332" y="705202"/>
                  </a:lnTo>
                  <a:lnTo>
                    <a:pt x="652869" y="705202"/>
                  </a:lnTo>
                  <a:lnTo>
                    <a:pt x="650405" y="705202"/>
                  </a:lnTo>
                  <a:lnTo>
                    <a:pt x="647941" y="705202"/>
                  </a:lnTo>
                  <a:lnTo>
                    <a:pt x="645478" y="705202"/>
                  </a:lnTo>
                  <a:lnTo>
                    <a:pt x="643014" y="705202"/>
                  </a:lnTo>
                  <a:lnTo>
                    <a:pt x="640550" y="705202"/>
                  </a:lnTo>
                  <a:lnTo>
                    <a:pt x="638087" y="705202"/>
                  </a:lnTo>
                  <a:lnTo>
                    <a:pt x="635623" y="705202"/>
                  </a:lnTo>
                  <a:lnTo>
                    <a:pt x="633159" y="705202"/>
                  </a:lnTo>
                  <a:lnTo>
                    <a:pt x="630696" y="705202"/>
                  </a:lnTo>
                  <a:lnTo>
                    <a:pt x="628232" y="705202"/>
                  </a:lnTo>
                  <a:lnTo>
                    <a:pt x="625769" y="705202"/>
                  </a:lnTo>
                  <a:lnTo>
                    <a:pt x="623305" y="705202"/>
                  </a:lnTo>
                  <a:lnTo>
                    <a:pt x="620841" y="705202"/>
                  </a:lnTo>
                  <a:lnTo>
                    <a:pt x="618378" y="705202"/>
                  </a:lnTo>
                  <a:lnTo>
                    <a:pt x="615914" y="705202"/>
                  </a:lnTo>
                  <a:lnTo>
                    <a:pt x="613450" y="705202"/>
                  </a:lnTo>
                  <a:lnTo>
                    <a:pt x="610987" y="705202"/>
                  </a:lnTo>
                  <a:lnTo>
                    <a:pt x="608523" y="705202"/>
                  </a:lnTo>
                  <a:lnTo>
                    <a:pt x="606059" y="705202"/>
                  </a:lnTo>
                  <a:lnTo>
                    <a:pt x="603596" y="705202"/>
                  </a:lnTo>
                  <a:lnTo>
                    <a:pt x="601132" y="705202"/>
                  </a:lnTo>
                  <a:lnTo>
                    <a:pt x="598668" y="705202"/>
                  </a:lnTo>
                  <a:lnTo>
                    <a:pt x="596205" y="705202"/>
                  </a:lnTo>
                  <a:lnTo>
                    <a:pt x="593741" y="705202"/>
                  </a:lnTo>
                  <a:lnTo>
                    <a:pt x="591277" y="705202"/>
                  </a:lnTo>
                  <a:lnTo>
                    <a:pt x="588814" y="705202"/>
                  </a:lnTo>
                  <a:lnTo>
                    <a:pt x="586350" y="705202"/>
                  </a:lnTo>
                  <a:lnTo>
                    <a:pt x="583886" y="705202"/>
                  </a:lnTo>
                  <a:lnTo>
                    <a:pt x="581423" y="705202"/>
                  </a:lnTo>
                  <a:lnTo>
                    <a:pt x="578959" y="705202"/>
                  </a:lnTo>
                  <a:lnTo>
                    <a:pt x="576495" y="705202"/>
                  </a:lnTo>
                  <a:lnTo>
                    <a:pt x="574032" y="705202"/>
                  </a:lnTo>
                  <a:lnTo>
                    <a:pt x="571568" y="705202"/>
                  </a:lnTo>
                  <a:lnTo>
                    <a:pt x="569104" y="705202"/>
                  </a:lnTo>
                  <a:lnTo>
                    <a:pt x="566641" y="705202"/>
                  </a:lnTo>
                  <a:lnTo>
                    <a:pt x="564177" y="705202"/>
                  </a:lnTo>
                  <a:lnTo>
                    <a:pt x="561713" y="705202"/>
                  </a:lnTo>
                  <a:lnTo>
                    <a:pt x="559250" y="705202"/>
                  </a:lnTo>
                  <a:lnTo>
                    <a:pt x="556786" y="705202"/>
                  </a:lnTo>
                  <a:lnTo>
                    <a:pt x="554322" y="705202"/>
                  </a:lnTo>
                  <a:lnTo>
                    <a:pt x="551859" y="705202"/>
                  </a:lnTo>
                  <a:lnTo>
                    <a:pt x="549395" y="705202"/>
                  </a:lnTo>
                  <a:lnTo>
                    <a:pt x="546931" y="705202"/>
                  </a:lnTo>
                  <a:lnTo>
                    <a:pt x="544468" y="705202"/>
                  </a:lnTo>
                  <a:lnTo>
                    <a:pt x="542004" y="705202"/>
                  </a:lnTo>
                  <a:lnTo>
                    <a:pt x="539541" y="705202"/>
                  </a:lnTo>
                  <a:lnTo>
                    <a:pt x="537077" y="705202"/>
                  </a:lnTo>
                  <a:lnTo>
                    <a:pt x="534613" y="705202"/>
                  </a:lnTo>
                  <a:lnTo>
                    <a:pt x="532150" y="705202"/>
                  </a:lnTo>
                  <a:lnTo>
                    <a:pt x="529686" y="705202"/>
                  </a:lnTo>
                  <a:lnTo>
                    <a:pt x="527222" y="705202"/>
                  </a:lnTo>
                  <a:lnTo>
                    <a:pt x="524759" y="705202"/>
                  </a:lnTo>
                  <a:lnTo>
                    <a:pt x="522295" y="705202"/>
                  </a:lnTo>
                  <a:lnTo>
                    <a:pt x="519831" y="705202"/>
                  </a:lnTo>
                  <a:lnTo>
                    <a:pt x="517368" y="705202"/>
                  </a:lnTo>
                  <a:lnTo>
                    <a:pt x="514904" y="705202"/>
                  </a:lnTo>
                  <a:lnTo>
                    <a:pt x="512440" y="705202"/>
                  </a:lnTo>
                  <a:lnTo>
                    <a:pt x="509977" y="705202"/>
                  </a:lnTo>
                  <a:lnTo>
                    <a:pt x="507513" y="705202"/>
                  </a:lnTo>
                  <a:lnTo>
                    <a:pt x="505049" y="705202"/>
                  </a:lnTo>
                  <a:lnTo>
                    <a:pt x="502586" y="705202"/>
                  </a:lnTo>
                  <a:lnTo>
                    <a:pt x="500122" y="705202"/>
                  </a:lnTo>
                  <a:lnTo>
                    <a:pt x="497658" y="705202"/>
                  </a:lnTo>
                  <a:lnTo>
                    <a:pt x="495195" y="705202"/>
                  </a:lnTo>
                  <a:lnTo>
                    <a:pt x="492731" y="705202"/>
                  </a:lnTo>
                  <a:lnTo>
                    <a:pt x="490267" y="705202"/>
                  </a:lnTo>
                  <a:lnTo>
                    <a:pt x="487804" y="705202"/>
                  </a:lnTo>
                  <a:lnTo>
                    <a:pt x="485340" y="705202"/>
                  </a:lnTo>
                  <a:lnTo>
                    <a:pt x="482876" y="705202"/>
                  </a:lnTo>
                  <a:lnTo>
                    <a:pt x="480413" y="705202"/>
                  </a:lnTo>
                  <a:lnTo>
                    <a:pt x="477949" y="705202"/>
                  </a:lnTo>
                  <a:lnTo>
                    <a:pt x="475485" y="705202"/>
                  </a:lnTo>
                  <a:lnTo>
                    <a:pt x="473022" y="705202"/>
                  </a:lnTo>
                  <a:lnTo>
                    <a:pt x="470558" y="705202"/>
                  </a:lnTo>
                  <a:lnTo>
                    <a:pt x="468094" y="705202"/>
                  </a:lnTo>
                  <a:lnTo>
                    <a:pt x="465631" y="705202"/>
                  </a:lnTo>
                  <a:lnTo>
                    <a:pt x="463167" y="705202"/>
                  </a:lnTo>
                  <a:lnTo>
                    <a:pt x="460703" y="705202"/>
                  </a:lnTo>
                  <a:lnTo>
                    <a:pt x="458240" y="705202"/>
                  </a:lnTo>
                  <a:lnTo>
                    <a:pt x="455776" y="705202"/>
                  </a:lnTo>
                  <a:lnTo>
                    <a:pt x="453312" y="705202"/>
                  </a:lnTo>
                  <a:lnTo>
                    <a:pt x="450849" y="705202"/>
                  </a:lnTo>
                  <a:lnTo>
                    <a:pt x="448385" y="705202"/>
                  </a:lnTo>
                  <a:lnTo>
                    <a:pt x="445922" y="705202"/>
                  </a:lnTo>
                  <a:lnTo>
                    <a:pt x="443458" y="705202"/>
                  </a:lnTo>
                  <a:lnTo>
                    <a:pt x="440994" y="705202"/>
                  </a:lnTo>
                  <a:lnTo>
                    <a:pt x="438531" y="705202"/>
                  </a:lnTo>
                  <a:lnTo>
                    <a:pt x="436067" y="705202"/>
                  </a:lnTo>
                  <a:lnTo>
                    <a:pt x="433603" y="705202"/>
                  </a:lnTo>
                  <a:lnTo>
                    <a:pt x="431140" y="705202"/>
                  </a:lnTo>
                  <a:lnTo>
                    <a:pt x="428676" y="705202"/>
                  </a:lnTo>
                  <a:lnTo>
                    <a:pt x="426212" y="705202"/>
                  </a:lnTo>
                  <a:lnTo>
                    <a:pt x="423749" y="705202"/>
                  </a:lnTo>
                  <a:lnTo>
                    <a:pt x="421285" y="705202"/>
                  </a:lnTo>
                  <a:lnTo>
                    <a:pt x="418821" y="705202"/>
                  </a:lnTo>
                  <a:lnTo>
                    <a:pt x="416358" y="705202"/>
                  </a:lnTo>
                  <a:lnTo>
                    <a:pt x="413894" y="705202"/>
                  </a:lnTo>
                  <a:lnTo>
                    <a:pt x="411430" y="705202"/>
                  </a:lnTo>
                  <a:lnTo>
                    <a:pt x="408967" y="705202"/>
                  </a:lnTo>
                  <a:lnTo>
                    <a:pt x="406503" y="705202"/>
                  </a:lnTo>
                  <a:lnTo>
                    <a:pt x="404039" y="705202"/>
                  </a:lnTo>
                  <a:lnTo>
                    <a:pt x="401576" y="705202"/>
                  </a:lnTo>
                  <a:lnTo>
                    <a:pt x="399112" y="705202"/>
                  </a:lnTo>
                  <a:lnTo>
                    <a:pt x="396648" y="705202"/>
                  </a:lnTo>
                  <a:lnTo>
                    <a:pt x="394185" y="705202"/>
                  </a:lnTo>
                  <a:lnTo>
                    <a:pt x="391721" y="705202"/>
                  </a:lnTo>
                  <a:lnTo>
                    <a:pt x="389257" y="705202"/>
                  </a:lnTo>
                  <a:lnTo>
                    <a:pt x="386794" y="705202"/>
                  </a:lnTo>
                  <a:lnTo>
                    <a:pt x="384330" y="705202"/>
                  </a:lnTo>
                  <a:lnTo>
                    <a:pt x="381866" y="705202"/>
                  </a:lnTo>
                  <a:lnTo>
                    <a:pt x="379403" y="705202"/>
                  </a:lnTo>
                  <a:lnTo>
                    <a:pt x="376939" y="705202"/>
                  </a:lnTo>
                  <a:lnTo>
                    <a:pt x="374475" y="705202"/>
                  </a:lnTo>
                  <a:lnTo>
                    <a:pt x="372012" y="705202"/>
                  </a:lnTo>
                  <a:lnTo>
                    <a:pt x="369548" y="705202"/>
                  </a:lnTo>
                  <a:lnTo>
                    <a:pt x="367084" y="705202"/>
                  </a:lnTo>
                  <a:lnTo>
                    <a:pt x="364621" y="705202"/>
                  </a:lnTo>
                  <a:lnTo>
                    <a:pt x="362157" y="705202"/>
                  </a:lnTo>
                  <a:lnTo>
                    <a:pt x="359694" y="705202"/>
                  </a:lnTo>
                  <a:lnTo>
                    <a:pt x="357230" y="705202"/>
                  </a:lnTo>
                  <a:lnTo>
                    <a:pt x="354766" y="705202"/>
                  </a:lnTo>
                  <a:lnTo>
                    <a:pt x="352303" y="705202"/>
                  </a:lnTo>
                  <a:lnTo>
                    <a:pt x="349839" y="705202"/>
                  </a:lnTo>
                  <a:lnTo>
                    <a:pt x="347375" y="705202"/>
                  </a:lnTo>
                  <a:lnTo>
                    <a:pt x="344912" y="705202"/>
                  </a:lnTo>
                  <a:lnTo>
                    <a:pt x="342448" y="705202"/>
                  </a:lnTo>
                  <a:lnTo>
                    <a:pt x="339984" y="705202"/>
                  </a:lnTo>
                  <a:lnTo>
                    <a:pt x="337521" y="705202"/>
                  </a:lnTo>
                  <a:lnTo>
                    <a:pt x="335057" y="705202"/>
                  </a:lnTo>
                  <a:lnTo>
                    <a:pt x="332593" y="705202"/>
                  </a:lnTo>
                  <a:lnTo>
                    <a:pt x="330130" y="705202"/>
                  </a:lnTo>
                  <a:lnTo>
                    <a:pt x="327666" y="705202"/>
                  </a:lnTo>
                  <a:lnTo>
                    <a:pt x="325202" y="705202"/>
                  </a:lnTo>
                  <a:lnTo>
                    <a:pt x="322739" y="705202"/>
                  </a:lnTo>
                  <a:lnTo>
                    <a:pt x="320275" y="705202"/>
                  </a:lnTo>
                  <a:lnTo>
                    <a:pt x="317811" y="705202"/>
                  </a:lnTo>
                  <a:lnTo>
                    <a:pt x="315348" y="705202"/>
                  </a:lnTo>
                  <a:lnTo>
                    <a:pt x="312884" y="705202"/>
                  </a:lnTo>
                  <a:lnTo>
                    <a:pt x="310420" y="705202"/>
                  </a:lnTo>
                  <a:lnTo>
                    <a:pt x="307957" y="705202"/>
                  </a:lnTo>
                  <a:lnTo>
                    <a:pt x="305493" y="705202"/>
                  </a:lnTo>
                  <a:lnTo>
                    <a:pt x="303029" y="705202"/>
                  </a:lnTo>
                  <a:lnTo>
                    <a:pt x="300566" y="705202"/>
                  </a:lnTo>
                  <a:lnTo>
                    <a:pt x="298102" y="705202"/>
                  </a:lnTo>
                  <a:lnTo>
                    <a:pt x="295638" y="705202"/>
                  </a:lnTo>
                  <a:lnTo>
                    <a:pt x="293175" y="705202"/>
                  </a:lnTo>
                  <a:lnTo>
                    <a:pt x="290711" y="705202"/>
                  </a:lnTo>
                  <a:lnTo>
                    <a:pt x="288247" y="705202"/>
                  </a:lnTo>
                  <a:lnTo>
                    <a:pt x="285784" y="705202"/>
                  </a:lnTo>
                  <a:lnTo>
                    <a:pt x="283320" y="705202"/>
                  </a:lnTo>
                  <a:lnTo>
                    <a:pt x="280856" y="705202"/>
                  </a:lnTo>
                  <a:lnTo>
                    <a:pt x="278393" y="705202"/>
                  </a:lnTo>
                  <a:lnTo>
                    <a:pt x="275929" y="705202"/>
                  </a:lnTo>
                  <a:lnTo>
                    <a:pt x="273465" y="705202"/>
                  </a:lnTo>
                  <a:lnTo>
                    <a:pt x="271002" y="705202"/>
                  </a:lnTo>
                  <a:lnTo>
                    <a:pt x="268538" y="705202"/>
                  </a:lnTo>
                  <a:lnTo>
                    <a:pt x="266075" y="705202"/>
                  </a:lnTo>
                  <a:lnTo>
                    <a:pt x="263611" y="705202"/>
                  </a:lnTo>
                  <a:lnTo>
                    <a:pt x="261147" y="705202"/>
                  </a:lnTo>
                  <a:lnTo>
                    <a:pt x="258684" y="705202"/>
                  </a:lnTo>
                  <a:lnTo>
                    <a:pt x="256220" y="705202"/>
                  </a:lnTo>
                  <a:lnTo>
                    <a:pt x="253756" y="705202"/>
                  </a:lnTo>
                  <a:lnTo>
                    <a:pt x="251293" y="705202"/>
                  </a:lnTo>
                  <a:lnTo>
                    <a:pt x="248829" y="705202"/>
                  </a:lnTo>
                  <a:lnTo>
                    <a:pt x="246365" y="705202"/>
                  </a:lnTo>
                  <a:lnTo>
                    <a:pt x="243902" y="705202"/>
                  </a:lnTo>
                  <a:lnTo>
                    <a:pt x="241438" y="705202"/>
                  </a:lnTo>
                  <a:lnTo>
                    <a:pt x="238974" y="705202"/>
                  </a:lnTo>
                  <a:lnTo>
                    <a:pt x="236511" y="705202"/>
                  </a:lnTo>
                  <a:lnTo>
                    <a:pt x="234047" y="705202"/>
                  </a:lnTo>
                  <a:lnTo>
                    <a:pt x="231583" y="705202"/>
                  </a:lnTo>
                  <a:lnTo>
                    <a:pt x="229120" y="705202"/>
                  </a:lnTo>
                  <a:lnTo>
                    <a:pt x="226656" y="705202"/>
                  </a:lnTo>
                  <a:lnTo>
                    <a:pt x="224192" y="705202"/>
                  </a:lnTo>
                  <a:lnTo>
                    <a:pt x="221729" y="705202"/>
                  </a:lnTo>
                  <a:lnTo>
                    <a:pt x="219265" y="705202"/>
                  </a:lnTo>
                  <a:lnTo>
                    <a:pt x="216801" y="705202"/>
                  </a:lnTo>
                  <a:lnTo>
                    <a:pt x="214338" y="705202"/>
                  </a:lnTo>
                  <a:lnTo>
                    <a:pt x="211874" y="705202"/>
                  </a:lnTo>
                  <a:lnTo>
                    <a:pt x="209410" y="705202"/>
                  </a:lnTo>
                  <a:lnTo>
                    <a:pt x="206947" y="705202"/>
                  </a:lnTo>
                  <a:lnTo>
                    <a:pt x="204483" y="705202"/>
                  </a:lnTo>
                  <a:lnTo>
                    <a:pt x="202019" y="705202"/>
                  </a:lnTo>
                  <a:lnTo>
                    <a:pt x="199556" y="705202"/>
                  </a:lnTo>
                  <a:lnTo>
                    <a:pt x="197092" y="705202"/>
                  </a:lnTo>
                  <a:lnTo>
                    <a:pt x="194628" y="705202"/>
                  </a:lnTo>
                  <a:lnTo>
                    <a:pt x="192165" y="705202"/>
                  </a:lnTo>
                  <a:lnTo>
                    <a:pt x="189701" y="705202"/>
                  </a:lnTo>
                  <a:lnTo>
                    <a:pt x="187237" y="705202"/>
                  </a:lnTo>
                  <a:lnTo>
                    <a:pt x="184774" y="705202"/>
                  </a:lnTo>
                  <a:lnTo>
                    <a:pt x="182310" y="705202"/>
                  </a:lnTo>
                  <a:lnTo>
                    <a:pt x="179847" y="705202"/>
                  </a:lnTo>
                  <a:lnTo>
                    <a:pt x="177383" y="705202"/>
                  </a:lnTo>
                  <a:lnTo>
                    <a:pt x="174919" y="705202"/>
                  </a:lnTo>
                  <a:lnTo>
                    <a:pt x="172456" y="705202"/>
                  </a:lnTo>
                  <a:lnTo>
                    <a:pt x="169992" y="705202"/>
                  </a:lnTo>
                  <a:lnTo>
                    <a:pt x="167528" y="705202"/>
                  </a:lnTo>
                  <a:lnTo>
                    <a:pt x="165065" y="705202"/>
                  </a:lnTo>
                  <a:lnTo>
                    <a:pt x="162601" y="705202"/>
                  </a:lnTo>
                  <a:lnTo>
                    <a:pt x="160137" y="705202"/>
                  </a:lnTo>
                  <a:lnTo>
                    <a:pt x="157674" y="705202"/>
                  </a:lnTo>
                  <a:lnTo>
                    <a:pt x="155210" y="705202"/>
                  </a:lnTo>
                  <a:lnTo>
                    <a:pt x="152746" y="705202"/>
                  </a:lnTo>
                  <a:lnTo>
                    <a:pt x="150283" y="705202"/>
                  </a:lnTo>
                  <a:lnTo>
                    <a:pt x="147819" y="705202"/>
                  </a:lnTo>
                  <a:lnTo>
                    <a:pt x="145355" y="705202"/>
                  </a:lnTo>
                  <a:lnTo>
                    <a:pt x="142892" y="705202"/>
                  </a:lnTo>
                  <a:lnTo>
                    <a:pt x="140428" y="705202"/>
                  </a:lnTo>
                  <a:lnTo>
                    <a:pt x="137964" y="705202"/>
                  </a:lnTo>
                  <a:lnTo>
                    <a:pt x="135501" y="705202"/>
                  </a:lnTo>
                  <a:lnTo>
                    <a:pt x="133037" y="705202"/>
                  </a:lnTo>
                  <a:lnTo>
                    <a:pt x="130573" y="705202"/>
                  </a:lnTo>
                  <a:lnTo>
                    <a:pt x="128110" y="705202"/>
                  </a:lnTo>
                  <a:lnTo>
                    <a:pt x="125646" y="705202"/>
                  </a:lnTo>
                  <a:lnTo>
                    <a:pt x="123182" y="705202"/>
                  </a:lnTo>
                  <a:lnTo>
                    <a:pt x="120719" y="705202"/>
                  </a:lnTo>
                  <a:lnTo>
                    <a:pt x="118255" y="705202"/>
                  </a:lnTo>
                  <a:lnTo>
                    <a:pt x="115791" y="705202"/>
                  </a:lnTo>
                  <a:lnTo>
                    <a:pt x="113328" y="705202"/>
                  </a:lnTo>
                  <a:lnTo>
                    <a:pt x="110864" y="705202"/>
                  </a:lnTo>
                  <a:lnTo>
                    <a:pt x="108400" y="705202"/>
                  </a:lnTo>
                  <a:lnTo>
                    <a:pt x="105937" y="705202"/>
                  </a:lnTo>
                  <a:lnTo>
                    <a:pt x="103473" y="705202"/>
                  </a:lnTo>
                  <a:lnTo>
                    <a:pt x="101009" y="705202"/>
                  </a:lnTo>
                  <a:lnTo>
                    <a:pt x="98546" y="705202"/>
                  </a:lnTo>
                  <a:lnTo>
                    <a:pt x="96082" y="705202"/>
                  </a:lnTo>
                  <a:lnTo>
                    <a:pt x="93618" y="705202"/>
                  </a:lnTo>
                  <a:lnTo>
                    <a:pt x="91155" y="705202"/>
                  </a:lnTo>
                  <a:lnTo>
                    <a:pt x="88691" y="705202"/>
                  </a:lnTo>
                  <a:lnTo>
                    <a:pt x="86228" y="705202"/>
                  </a:lnTo>
                  <a:lnTo>
                    <a:pt x="83764" y="705202"/>
                  </a:lnTo>
                  <a:lnTo>
                    <a:pt x="81300" y="705202"/>
                  </a:lnTo>
                  <a:lnTo>
                    <a:pt x="78837" y="705202"/>
                  </a:lnTo>
                  <a:lnTo>
                    <a:pt x="76373" y="705202"/>
                  </a:lnTo>
                  <a:lnTo>
                    <a:pt x="73909" y="705202"/>
                  </a:lnTo>
                  <a:lnTo>
                    <a:pt x="71446" y="705202"/>
                  </a:lnTo>
                  <a:lnTo>
                    <a:pt x="68982" y="705202"/>
                  </a:lnTo>
                  <a:lnTo>
                    <a:pt x="66518" y="705202"/>
                  </a:lnTo>
                  <a:lnTo>
                    <a:pt x="64055" y="705202"/>
                  </a:lnTo>
                  <a:lnTo>
                    <a:pt x="61591" y="705202"/>
                  </a:lnTo>
                  <a:lnTo>
                    <a:pt x="59127" y="705202"/>
                  </a:lnTo>
                  <a:lnTo>
                    <a:pt x="56664" y="705202"/>
                  </a:lnTo>
                  <a:lnTo>
                    <a:pt x="54200" y="705202"/>
                  </a:lnTo>
                  <a:lnTo>
                    <a:pt x="51736" y="705202"/>
                  </a:lnTo>
                  <a:lnTo>
                    <a:pt x="49273" y="705202"/>
                  </a:lnTo>
                  <a:lnTo>
                    <a:pt x="46809" y="705202"/>
                  </a:lnTo>
                  <a:lnTo>
                    <a:pt x="44345" y="705202"/>
                  </a:lnTo>
                  <a:lnTo>
                    <a:pt x="41882" y="705202"/>
                  </a:lnTo>
                  <a:lnTo>
                    <a:pt x="39418" y="705202"/>
                  </a:lnTo>
                  <a:lnTo>
                    <a:pt x="36954" y="705202"/>
                  </a:lnTo>
                  <a:lnTo>
                    <a:pt x="34491" y="705202"/>
                  </a:lnTo>
                  <a:lnTo>
                    <a:pt x="32027" y="705202"/>
                  </a:lnTo>
                  <a:lnTo>
                    <a:pt x="29563" y="705202"/>
                  </a:lnTo>
                  <a:lnTo>
                    <a:pt x="27100" y="705202"/>
                  </a:lnTo>
                  <a:lnTo>
                    <a:pt x="24636" y="705202"/>
                  </a:lnTo>
                  <a:lnTo>
                    <a:pt x="22172" y="705202"/>
                  </a:lnTo>
                  <a:lnTo>
                    <a:pt x="19709" y="705202"/>
                  </a:lnTo>
                  <a:lnTo>
                    <a:pt x="17245" y="705202"/>
                  </a:lnTo>
                  <a:lnTo>
                    <a:pt x="14781" y="705202"/>
                  </a:lnTo>
                  <a:lnTo>
                    <a:pt x="12318" y="705202"/>
                  </a:lnTo>
                  <a:lnTo>
                    <a:pt x="9854" y="705202"/>
                  </a:lnTo>
                  <a:lnTo>
                    <a:pt x="7390" y="705202"/>
                  </a:lnTo>
                  <a:lnTo>
                    <a:pt x="4927" y="705202"/>
                  </a:lnTo>
                  <a:lnTo>
                    <a:pt x="2463" y="70520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005616" y="1420585"/>
              <a:ext cx="1258929" cy="705202"/>
            </a:xfrm>
            <a:custGeom>
              <a:avLst/>
              <a:pathLst>
                <a:path w="1258929" h="705202">
                  <a:moveTo>
                    <a:pt x="0" y="705202"/>
                  </a:moveTo>
                  <a:lnTo>
                    <a:pt x="2463" y="705202"/>
                  </a:lnTo>
                  <a:lnTo>
                    <a:pt x="4927" y="705202"/>
                  </a:lnTo>
                  <a:lnTo>
                    <a:pt x="7390" y="705202"/>
                  </a:lnTo>
                  <a:lnTo>
                    <a:pt x="9854" y="705202"/>
                  </a:lnTo>
                  <a:lnTo>
                    <a:pt x="12318" y="705202"/>
                  </a:lnTo>
                  <a:lnTo>
                    <a:pt x="14781" y="705202"/>
                  </a:lnTo>
                  <a:lnTo>
                    <a:pt x="17245" y="705202"/>
                  </a:lnTo>
                  <a:lnTo>
                    <a:pt x="19709" y="705201"/>
                  </a:lnTo>
                  <a:lnTo>
                    <a:pt x="22172" y="705201"/>
                  </a:lnTo>
                  <a:lnTo>
                    <a:pt x="24636" y="705200"/>
                  </a:lnTo>
                  <a:lnTo>
                    <a:pt x="27100" y="705198"/>
                  </a:lnTo>
                  <a:lnTo>
                    <a:pt x="29563" y="705195"/>
                  </a:lnTo>
                  <a:lnTo>
                    <a:pt x="32027" y="705191"/>
                  </a:lnTo>
                  <a:lnTo>
                    <a:pt x="34491" y="705183"/>
                  </a:lnTo>
                  <a:lnTo>
                    <a:pt x="36954" y="705170"/>
                  </a:lnTo>
                  <a:lnTo>
                    <a:pt x="39418" y="705150"/>
                  </a:lnTo>
                  <a:lnTo>
                    <a:pt x="41882" y="705119"/>
                  </a:lnTo>
                  <a:lnTo>
                    <a:pt x="44345" y="705071"/>
                  </a:lnTo>
                  <a:lnTo>
                    <a:pt x="46809" y="704995"/>
                  </a:lnTo>
                  <a:lnTo>
                    <a:pt x="49273" y="704878"/>
                  </a:lnTo>
                  <a:lnTo>
                    <a:pt x="51736" y="704704"/>
                  </a:lnTo>
                  <a:lnTo>
                    <a:pt x="54200" y="704450"/>
                  </a:lnTo>
                  <a:lnTo>
                    <a:pt x="56664" y="704085"/>
                  </a:lnTo>
                  <a:lnTo>
                    <a:pt x="59127" y="703571"/>
                  </a:lnTo>
                  <a:lnTo>
                    <a:pt x="61591" y="702857"/>
                  </a:lnTo>
                  <a:lnTo>
                    <a:pt x="64055" y="701882"/>
                  </a:lnTo>
                  <a:lnTo>
                    <a:pt x="66518" y="700563"/>
                  </a:lnTo>
                  <a:lnTo>
                    <a:pt x="68982" y="698744"/>
                  </a:lnTo>
                  <a:lnTo>
                    <a:pt x="71446" y="696355"/>
                  </a:lnTo>
                  <a:lnTo>
                    <a:pt x="73909" y="693273"/>
                  </a:lnTo>
                  <a:lnTo>
                    <a:pt x="76373" y="689361"/>
                  </a:lnTo>
                  <a:lnTo>
                    <a:pt x="78837" y="684479"/>
                  </a:lnTo>
                  <a:lnTo>
                    <a:pt x="81300" y="678485"/>
                  </a:lnTo>
                  <a:lnTo>
                    <a:pt x="83764" y="671241"/>
                  </a:lnTo>
                  <a:lnTo>
                    <a:pt x="86228" y="662623"/>
                  </a:lnTo>
                  <a:lnTo>
                    <a:pt x="88691" y="652443"/>
                  </a:lnTo>
                  <a:lnTo>
                    <a:pt x="91155" y="640563"/>
                  </a:lnTo>
                  <a:lnTo>
                    <a:pt x="93618" y="627117"/>
                  </a:lnTo>
                  <a:lnTo>
                    <a:pt x="96082" y="612155"/>
                  </a:lnTo>
                  <a:lnTo>
                    <a:pt x="98546" y="595779"/>
                  </a:lnTo>
                  <a:lnTo>
                    <a:pt x="101009" y="578150"/>
                  </a:lnTo>
                  <a:lnTo>
                    <a:pt x="103473" y="559480"/>
                  </a:lnTo>
                  <a:lnTo>
                    <a:pt x="105937" y="540024"/>
                  </a:lnTo>
                  <a:lnTo>
                    <a:pt x="108400" y="520077"/>
                  </a:lnTo>
                  <a:lnTo>
                    <a:pt x="110864" y="499971"/>
                  </a:lnTo>
                  <a:lnTo>
                    <a:pt x="113328" y="480098"/>
                  </a:lnTo>
                  <a:lnTo>
                    <a:pt x="115791" y="460750"/>
                  </a:lnTo>
                  <a:lnTo>
                    <a:pt x="118255" y="442159"/>
                  </a:lnTo>
                  <a:lnTo>
                    <a:pt x="120719" y="424498"/>
                  </a:lnTo>
                  <a:lnTo>
                    <a:pt x="123182" y="407872"/>
                  </a:lnTo>
                  <a:lnTo>
                    <a:pt x="125646" y="392308"/>
                  </a:lnTo>
                  <a:lnTo>
                    <a:pt x="128110" y="377760"/>
                  </a:lnTo>
                  <a:lnTo>
                    <a:pt x="130573" y="364109"/>
                  </a:lnTo>
                  <a:lnTo>
                    <a:pt x="133037" y="351227"/>
                  </a:lnTo>
                  <a:lnTo>
                    <a:pt x="135501" y="338777"/>
                  </a:lnTo>
                  <a:lnTo>
                    <a:pt x="137964" y="326485"/>
                  </a:lnTo>
                  <a:lnTo>
                    <a:pt x="140428" y="314107"/>
                  </a:lnTo>
                  <a:lnTo>
                    <a:pt x="142892" y="301422"/>
                  </a:lnTo>
                  <a:lnTo>
                    <a:pt x="145355" y="288249"/>
                  </a:lnTo>
                  <a:lnTo>
                    <a:pt x="147819" y="274451"/>
                  </a:lnTo>
                  <a:lnTo>
                    <a:pt x="150283" y="259946"/>
                  </a:lnTo>
                  <a:lnTo>
                    <a:pt x="152746" y="244707"/>
                  </a:lnTo>
                  <a:lnTo>
                    <a:pt x="155210" y="228678"/>
                  </a:lnTo>
                  <a:lnTo>
                    <a:pt x="157674" y="212064"/>
                  </a:lnTo>
                  <a:lnTo>
                    <a:pt x="160137" y="195002"/>
                  </a:lnTo>
                  <a:lnTo>
                    <a:pt x="162601" y="177650"/>
                  </a:lnTo>
                  <a:lnTo>
                    <a:pt x="165065" y="160181"/>
                  </a:lnTo>
                  <a:lnTo>
                    <a:pt x="167528" y="142777"/>
                  </a:lnTo>
                  <a:lnTo>
                    <a:pt x="169992" y="125621"/>
                  </a:lnTo>
                  <a:lnTo>
                    <a:pt x="172456" y="108893"/>
                  </a:lnTo>
                  <a:lnTo>
                    <a:pt x="174919" y="92787"/>
                  </a:lnTo>
                  <a:lnTo>
                    <a:pt x="177383" y="77576"/>
                  </a:lnTo>
                  <a:lnTo>
                    <a:pt x="179847" y="63337"/>
                  </a:lnTo>
                  <a:lnTo>
                    <a:pt x="182310" y="50211"/>
                  </a:lnTo>
                  <a:lnTo>
                    <a:pt x="184774" y="38333"/>
                  </a:lnTo>
                  <a:lnTo>
                    <a:pt x="187237" y="27828"/>
                  </a:lnTo>
                  <a:lnTo>
                    <a:pt x="189701" y="18810"/>
                  </a:lnTo>
                  <a:lnTo>
                    <a:pt x="192165" y="11387"/>
                  </a:lnTo>
                  <a:lnTo>
                    <a:pt x="194628" y="5656"/>
                  </a:lnTo>
                  <a:lnTo>
                    <a:pt x="197092" y="1810"/>
                  </a:lnTo>
                  <a:lnTo>
                    <a:pt x="199556" y="0"/>
                  </a:lnTo>
                  <a:lnTo>
                    <a:pt x="202019" y="122"/>
                  </a:lnTo>
                  <a:lnTo>
                    <a:pt x="204483" y="2224"/>
                  </a:lnTo>
                  <a:lnTo>
                    <a:pt x="206947" y="6343"/>
                  </a:lnTo>
                  <a:lnTo>
                    <a:pt x="209410" y="12507"/>
                  </a:lnTo>
                  <a:lnTo>
                    <a:pt x="211874" y="20735"/>
                  </a:lnTo>
                  <a:lnTo>
                    <a:pt x="214338" y="31038"/>
                  </a:lnTo>
                  <a:lnTo>
                    <a:pt x="216801" y="43416"/>
                  </a:lnTo>
                  <a:lnTo>
                    <a:pt x="219265" y="58039"/>
                  </a:lnTo>
                  <a:lnTo>
                    <a:pt x="221729" y="74818"/>
                  </a:lnTo>
                  <a:lnTo>
                    <a:pt x="224192" y="93582"/>
                  </a:lnTo>
                  <a:lnTo>
                    <a:pt x="226656" y="114263"/>
                  </a:lnTo>
                  <a:lnTo>
                    <a:pt x="229120" y="136767"/>
                  </a:lnTo>
                  <a:lnTo>
                    <a:pt x="231583" y="160973"/>
                  </a:lnTo>
                  <a:lnTo>
                    <a:pt x="234047" y="186730"/>
                  </a:lnTo>
                  <a:lnTo>
                    <a:pt x="236511" y="213855"/>
                  </a:lnTo>
                  <a:lnTo>
                    <a:pt x="238974" y="242137"/>
                  </a:lnTo>
                  <a:lnTo>
                    <a:pt x="241438" y="271399"/>
                  </a:lnTo>
                  <a:lnTo>
                    <a:pt x="243902" y="301232"/>
                  </a:lnTo>
                  <a:lnTo>
                    <a:pt x="246365" y="331320"/>
                  </a:lnTo>
                  <a:lnTo>
                    <a:pt x="248829" y="361363"/>
                  </a:lnTo>
                  <a:lnTo>
                    <a:pt x="251293" y="391063"/>
                  </a:lnTo>
                  <a:lnTo>
                    <a:pt x="253756" y="420136"/>
                  </a:lnTo>
                  <a:lnTo>
                    <a:pt x="256220" y="448313"/>
                  </a:lnTo>
                  <a:lnTo>
                    <a:pt x="258684" y="475351"/>
                  </a:lnTo>
                  <a:lnTo>
                    <a:pt x="261147" y="501035"/>
                  </a:lnTo>
                  <a:lnTo>
                    <a:pt x="263611" y="524943"/>
                  </a:lnTo>
                  <a:lnTo>
                    <a:pt x="266075" y="547162"/>
                  </a:lnTo>
                  <a:lnTo>
                    <a:pt x="268538" y="567619"/>
                  </a:lnTo>
                  <a:lnTo>
                    <a:pt x="271002" y="586280"/>
                  </a:lnTo>
                  <a:lnTo>
                    <a:pt x="273465" y="603148"/>
                  </a:lnTo>
                  <a:lnTo>
                    <a:pt x="275929" y="618257"/>
                  </a:lnTo>
                  <a:lnTo>
                    <a:pt x="278393" y="631668"/>
                  </a:lnTo>
                  <a:lnTo>
                    <a:pt x="280856" y="643463"/>
                  </a:lnTo>
                  <a:lnTo>
                    <a:pt x="283320" y="653704"/>
                  </a:lnTo>
                  <a:lnTo>
                    <a:pt x="285784" y="662412"/>
                  </a:lnTo>
                  <a:lnTo>
                    <a:pt x="288247" y="669888"/>
                  </a:lnTo>
                  <a:lnTo>
                    <a:pt x="290711" y="676256"/>
                  </a:lnTo>
                  <a:lnTo>
                    <a:pt x="293175" y="681639"/>
                  </a:lnTo>
                  <a:lnTo>
                    <a:pt x="295638" y="686154"/>
                  </a:lnTo>
                  <a:lnTo>
                    <a:pt x="298102" y="689912"/>
                  </a:lnTo>
                  <a:lnTo>
                    <a:pt x="300566" y="693016"/>
                  </a:lnTo>
                  <a:lnTo>
                    <a:pt x="303029" y="695560"/>
                  </a:lnTo>
                  <a:lnTo>
                    <a:pt x="305493" y="697607"/>
                  </a:lnTo>
                  <a:lnTo>
                    <a:pt x="307957" y="699236"/>
                  </a:lnTo>
                  <a:lnTo>
                    <a:pt x="310420" y="700550"/>
                  </a:lnTo>
                  <a:lnTo>
                    <a:pt x="312884" y="701603"/>
                  </a:lnTo>
                  <a:lnTo>
                    <a:pt x="315348" y="702439"/>
                  </a:lnTo>
                  <a:lnTo>
                    <a:pt x="317811" y="703099"/>
                  </a:lnTo>
                  <a:lnTo>
                    <a:pt x="320275" y="703615"/>
                  </a:lnTo>
                  <a:lnTo>
                    <a:pt x="322739" y="704015"/>
                  </a:lnTo>
                  <a:lnTo>
                    <a:pt x="325202" y="704323"/>
                  </a:lnTo>
                  <a:lnTo>
                    <a:pt x="327666" y="704553"/>
                  </a:lnTo>
                  <a:lnTo>
                    <a:pt x="330130" y="704725"/>
                  </a:lnTo>
                  <a:lnTo>
                    <a:pt x="332593" y="704855"/>
                  </a:lnTo>
                  <a:lnTo>
                    <a:pt x="335057" y="704952"/>
                  </a:lnTo>
                  <a:lnTo>
                    <a:pt x="337521" y="705024"/>
                  </a:lnTo>
                  <a:lnTo>
                    <a:pt x="339984" y="705077"/>
                  </a:lnTo>
                  <a:lnTo>
                    <a:pt x="342448" y="705115"/>
                  </a:lnTo>
                  <a:lnTo>
                    <a:pt x="344912" y="705142"/>
                  </a:lnTo>
                  <a:lnTo>
                    <a:pt x="347375" y="705161"/>
                  </a:lnTo>
                  <a:lnTo>
                    <a:pt x="349839" y="705174"/>
                  </a:lnTo>
                  <a:lnTo>
                    <a:pt x="352303" y="705182"/>
                  </a:lnTo>
                  <a:lnTo>
                    <a:pt x="354766" y="705187"/>
                  </a:lnTo>
                  <a:lnTo>
                    <a:pt x="357230" y="705190"/>
                  </a:lnTo>
                  <a:lnTo>
                    <a:pt x="359694" y="705190"/>
                  </a:lnTo>
                  <a:lnTo>
                    <a:pt x="362157" y="705189"/>
                  </a:lnTo>
                  <a:lnTo>
                    <a:pt x="364621" y="705186"/>
                  </a:lnTo>
                  <a:lnTo>
                    <a:pt x="367084" y="705181"/>
                  </a:lnTo>
                  <a:lnTo>
                    <a:pt x="369548" y="705173"/>
                  </a:lnTo>
                  <a:lnTo>
                    <a:pt x="372012" y="705161"/>
                  </a:lnTo>
                  <a:lnTo>
                    <a:pt x="374475" y="705145"/>
                  </a:lnTo>
                  <a:lnTo>
                    <a:pt x="376939" y="705125"/>
                  </a:lnTo>
                  <a:lnTo>
                    <a:pt x="379403" y="705098"/>
                  </a:lnTo>
                  <a:lnTo>
                    <a:pt x="381866" y="705065"/>
                  </a:lnTo>
                  <a:lnTo>
                    <a:pt x="384330" y="705023"/>
                  </a:lnTo>
                  <a:lnTo>
                    <a:pt x="386794" y="704972"/>
                  </a:lnTo>
                  <a:lnTo>
                    <a:pt x="389257" y="704911"/>
                  </a:lnTo>
                  <a:lnTo>
                    <a:pt x="391721" y="704839"/>
                  </a:lnTo>
                  <a:lnTo>
                    <a:pt x="394185" y="704754"/>
                  </a:lnTo>
                  <a:lnTo>
                    <a:pt x="396648" y="704658"/>
                  </a:lnTo>
                  <a:lnTo>
                    <a:pt x="399112" y="704551"/>
                  </a:lnTo>
                  <a:lnTo>
                    <a:pt x="401576" y="704436"/>
                  </a:lnTo>
                  <a:lnTo>
                    <a:pt x="404039" y="704314"/>
                  </a:lnTo>
                  <a:lnTo>
                    <a:pt x="406503" y="704187"/>
                  </a:lnTo>
                  <a:lnTo>
                    <a:pt x="408967" y="704058"/>
                  </a:lnTo>
                  <a:lnTo>
                    <a:pt x="411430" y="703932"/>
                  </a:lnTo>
                  <a:lnTo>
                    <a:pt x="413894" y="703813"/>
                  </a:lnTo>
                  <a:lnTo>
                    <a:pt x="416358" y="703706"/>
                  </a:lnTo>
                  <a:lnTo>
                    <a:pt x="418821" y="703615"/>
                  </a:lnTo>
                  <a:lnTo>
                    <a:pt x="421285" y="703542"/>
                  </a:lnTo>
                  <a:lnTo>
                    <a:pt x="423749" y="703492"/>
                  </a:lnTo>
                  <a:lnTo>
                    <a:pt x="426212" y="703465"/>
                  </a:lnTo>
                  <a:lnTo>
                    <a:pt x="428676" y="703464"/>
                  </a:lnTo>
                  <a:lnTo>
                    <a:pt x="431140" y="703487"/>
                  </a:lnTo>
                  <a:lnTo>
                    <a:pt x="433603" y="703535"/>
                  </a:lnTo>
                  <a:lnTo>
                    <a:pt x="436067" y="703607"/>
                  </a:lnTo>
                  <a:lnTo>
                    <a:pt x="438531" y="703699"/>
                  </a:lnTo>
                  <a:lnTo>
                    <a:pt x="440994" y="703806"/>
                  </a:lnTo>
                  <a:lnTo>
                    <a:pt x="443458" y="703924"/>
                  </a:lnTo>
                  <a:lnTo>
                    <a:pt x="445922" y="704049"/>
                  </a:lnTo>
                  <a:lnTo>
                    <a:pt x="448385" y="704177"/>
                  </a:lnTo>
                  <a:lnTo>
                    <a:pt x="450849" y="704305"/>
                  </a:lnTo>
                  <a:lnTo>
                    <a:pt x="453312" y="704428"/>
                  </a:lnTo>
                  <a:lnTo>
                    <a:pt x="455776" y="704545"/>
                  </a:lnTo>
                  <a:lnTo>
                    <a:pt x="458240" y="704651"/>
                  </a:lnTo>
                  <a:lnTo>
                    <a:pt x="460703" y="704747"/>
                  </a:lnTo>
                  <a:lnTo>
                    <a:pt x="463167" y="704832"/>
                  </a:lnTo>
                  <a:lnTo>
                    <a:pt x="465631" y="704905"/>
                  </a:lnTo>
                  <a:lnTo>
                    <a:pt x="468094" y="704967"/>
                  </a:lnTo>
                  <a:lnTo>
                    <a:pt x="470558" y="705020"/>
                  </a:lnTo>
                  <a:lnTo>
                    <a:pt x="473022" y="705062"/>
                  </a:lnTo>
                  <a:lnTo>
                    <a:pt x="475485" y="705097"/>
                  </a:lnTo>
                  <a:lnTo>
                    <a:pt x="477949" y="705124"/>
                  </a:lnTo>
                  <a:lnTo>
                    <a:pt x="480413" y="705145"/>
                  </a:lnTo>
                  <a:lnTo>
                    <a:pt x="482876" y="705160"/>
                  </a:lnTo>
                  <a:lnTo>
                    <a:pt x="485340" y="705172"/>
                  </a:lnTo>
                  <a:lnTo>
                    <a:pt x="487804" y="705181"/>
                  </a:lnTo>
                  <a:lnTo>
                    <a:pt x="490267" y="705188"/>
                  </a:lnTo>
                  <a:lnTo>
                    <a:pt x="492731" y="705192"/>
                  </a:lnTo>
                  <a:lnTo>
                    <a:pt x="495195" y="705195"/>
                  </a:lnTo>
                  <a:lnTo>
                    <a:pt x="497658" y="705198"/>
                  </a:lnTo>
                  <a:lnTo>
                    <a:pt x="500122" y="705199"/>
                  </a:lnTo>
                  <a:lnTo>
                    <a:pt x="502586" y="705200"/>
                  </a:lnTo>
                  <a:lnTo>
                    <a:pt x="505049" y="705201"/>
                  </a:lnTo>
                  <a:lnTo>
                    <a:pt x="507513" y="705201"/>
                  </a:lnTo>
                  <a:lnTo>
                    <a:pt x="509977" y="705201"/>
                  </a:lnTo>
                  <a:lnTo>
                    <a:pt x="512440" y="705202"/>
                  </a:lnTo>
                  <a:lnTo>
                    <a:pt x="514904" y="705202"/>
                  </a:lnTo>
                  <a:lnTo>
                    <a:pt x="517368" y="705202"/>
                  </a:lnTo>
                  <a:lnTo>
                    <a:pt x="519831" y="705202"/>
                  </a:lnTo>
                  <a:lnTo>
                    <a:pt x="522295" y="705202"/>
                  </a:lnTo>
                  <a:lnTo>
                    <a:pt x="524759" y="705202"/>
                  </a:lnTo>
                  <a:lnTo>
                    <a:pt x="527222" y="705202"/>
                  </a:lnTo>
                  <a:lnTo>
                    <a:pt x="529686" y="705202"/>
                  </a:lnTo>
                  <a:lnTo>
                    <a:pt x="532150" y="705202"/>
                  </a:lnTo>
                  <a:lnTo>
                    <a:pt x="534613" y="705202"/>
                  </a:lnTo>
                  <a:lnTo>
                    <a:pt x="537077" y="705202"/>
                  </a:lnTo>
                  <a:lnTo>
                    <a:pt x="539541" y="705202"/>
                  </a:lnTo>
                  <a:lnTo>
                    <a:pt x="542004" y="705202"/>
                  </a:lnTo>
                  <a:lnTo>
                    <a:pt x="544468" y="705202"/>
                  </a:lnTo>
                  <a:lnTo>
                    <a:pt x="546931" y="705202"/>
                  </a:lnTo>
                  <a:lnTo>
                    <a:pt x="549395" y="705202"/>
                  </a:lnTo>
                  <a:lnTo>
                    <a:pt x="551859" y="705202"/>
                  </a:lnTo>
                  <a:lnTo>
                    <a:pt x="554322" y="705202"/>
                  </a:lnTo>
                  <a:lnTo>
                    <a:pt x="556786" y="705202"/>
                  </a:lnTo>
                  <a:lnTo>
                    <a:pt x="559250" y="705202"/>
                  </a:lnTo>
                  <a:lnTo>
                    <a:pt x="561713" y="705202"/>
                  </a:lnTo>
                  <a:lnTo>
                    <a:pt x="564177" y="705202"/>
                  </a:lnTo>
                  <a:lnTo>
                    <a:pt x="566641" y="705202"/>
                  </a:lnTo>
                  <a:lnTo>
                    <a:pt x="569104" y="705202"/>
                  </a:lnTo>
                  <a:lnTo>
                    <a:pt x="571568" y="705202"/>
                  </a:lnTo>
                  <a:lnTo>
                    <a:pt x="574032" y="705202"/>
                  </a:lnTo>
                  <a:lnTo>
                    <a:pt x="576495" y="705202"/>
                  </a:lnTo>
                  <a:lnTo>
                    <a:pt x="578959" y="705202"/>
                  </a:lnTo>
                  <a:lnTo>
                    <a:pt x="581423" y="705202"/>
                  </a:lnTo>
                  <a:lnTo>
                    <a:pt x="583886" y="705202"/>
                  </a:lnTo>
                  <a:lnTo>
                    <a:pt x="586350" y="705202"/>
                  </a:lnTo>
                  <a:lnTo>
                    <a:pt x="588814" y="705202"/>
                  </a:lnTo>
                  <a:lnTo>
                    <a:pt x="591277" y="705202"/>
                  </a:lnTo>
                  <a:lnTo>
                    <a:pt x="593741" y="705202"/>
                  </a:lnTo>
                  <a:lnTo>
                    <a:pt x="596205" y="705202"/>
                  </a:lnTo>
                  <a:lnTo>
                    <a:pt x="598668" y="705202"/>
                  </a:lnTo>
                  <a:lnTo>
                    <a:pt x="601132" y="705202"/>
                  </a:lnTo>
                  <a:lnTo>
                    <a:pt x="603596" y="705202"/>
                  </a:lnTo>
                  <a:lnTo>
                    <a:pt x="606059" y="705202"/>
                  </a:lnTo>
                  <a:lnTo>
                    <a:pt x="608523" y="705202"/>
                  </a:lnTo>
                  <a:lnTo>
                    <a:pt x="610987" y="705202"/>
                  </a:lnTo>
                  <a:lnTo>
                    <a:pt x="613450" y="705202"/>
                  </a:lnTo>
                  <a:lnTo>
                    <a:pt x="615914" y="705202"/>
                  </a:lnTo>
                  <a:lnTo>
                    <a:pt x="618378" y="705202"/>
                  </a:lnTo>
                  <a:lnTo>
                    <a:pt x="620841" y="705202"/>
                  </a:lnTo>
                  <a:lnTo>
                    <a:pt x="623305" y="705202"/>
                  </a:lnTo>
                  <a:lnTo>
                    <a:pt x="625769" y="705202"/>
                  </a:lnTo>
                  <a:lnTo>
                    <a:pt x="628232" y="705202"/>
                  </a:lnTo>
                  <a:lnTo>
                    <a:pt x="630696" y="705202"/>
                  </a:lnTo>
                  <a:lnTo>
                    <a:pt x="633159" y="705202"/>
                  </a:lnTo>
                  <a:lnTo>
                    <a:pt x="635623" y="705202"/>
                  </a:lnTo>
                  <a:lnTo>
                    <a:pt x="638087" y="705202"/>
                  </a:lnTo>
                  <a:lnTo>
                    <a:pt x="640550" y="705202"/>
                  </a:lnTo>
                  <a:lnTo>
                    <a:pt x="643014" y="705202"/>
                  </a:lnTo>
                  <a:lnTo>
                    <a:pt x="645478" y="705202"/>
                  </a:lnTo>
                  <a:lnTo>
                    <a:pt x="647941" y="705202"/>
                  </a:lnTo>
                  <a:lnTo>
                    <a:pt x="650405" y="705202"/>
                  </a:lnTo>
                  <a:lnTo>
                    <a:pt x="652869" y="705202"/>
                  </a:lnTo>
                  <a:lnTo>
                    <a:pt x="655332" y="705202"/>
                  </a:lnTo>
                  <a:lnTo>
                    <a:pt x="657796" y="705202"/>
                  </a:lnTo>
                  <a:lnTo>
                    <a:pt x="660260" y="705202"/>
                  </a:lnTo>
                  <a:lnTo>
                    <a:pt x="662723" y="705202"/>
                  </a:lnTo>
                  <a:lnTo>
                    <a:pt x="665187" y="705202"/>
                  </a:lnTo>
                  <a:lnTo>
                    <a:pt x="667651" y="705202"/>
                  </a:lnTo>
                  <a:lnTo>
                    <a:pt x="670114" y="705202"/>
                  </a:lnTo>
                  <a:lnTo>
                    <a:pt x="672578" y="705202"/>
                  </a:lnTo>
                  <a:lnTo>
                    <a:pt x="675042" y="705202"/>
                  </a:lnTo>
                  <a:lnTo>
                    <a:pt x="677505" y="705202"/>
                  </a:lnTo>
                  <a:lnTo>
                    <a:pt x="679969" y="705202"/>
                  </a:lnTo>
                  <a:lnTo>
                    <a:pt x="682433" y="705202"/>
                  </a:lnTo>
                  <a:lnTo>
                    <a:pt x="684896" y="705202"/>
                  </a:lnTo>
                  <a:lnTo>
                    <a:pt x="687360" y="705202"/>
                  </a:lnTo>
                  <a:lnTo>
                    <a:pt x="689824" y="705202"/>
                  </a:lnTo>
                  <a:lnTo>
                    <a:pt x="692287" y="705202"/>
                  </a:lnTo>
                  <a:lnTo>
                    <a:pt x="694751" y="705202"/>
                  </a:lnTo>
                  <a:lnTo>
                    <a:pt x="697215" y="705202"/>
                  </a:lnTo>
                  <a:lnTo>
                    <a:pt x="699678" y="705202"/>
                  </a:lnTo>
                  <a:lnTo>
                    <a:pt x="702142" y="705202"/>
                  </a:lnTo>
                  <a:lnTo>
                    <a:pt x="704606" y="705202"/>
                  </a:lnTo>
                  <a:lnTo>
                    <a:pt x="707069" y="705202"/>
                  </a:lnTo>
                  <a:lnTo>
                    <a:pt x="709533" y="705202"/>
                  </a:lnTo>
                  <a:lnTo>
                    <a:pt x="711997" y="705202"/>
                  </a:lnTo>
                  <a:lnTo>
                    <a:pt x="714460" y="705202"/>
                  </a:lnTo>
                  <a:lnTo>
                    <a:pt x="716924" y="705202"/>
                  </a:lnTo>
                  <a:lnTo>
                    <a:pt x="719388" y="705202"/>
                  </a:lnTo>
                  <a:lnTo>
                    <a:pt x="721851" y="705202"/>
                  </a:lnTo>
                  <a:lnTo>
                    <a:pt x="724315" y="705202"/>
                  </a:lnTo>
                  <a:lnTo>
                    <a:pt x="726778" y="705202"/>
                  </a:lnTo>
                  <a:lnTo>
                    <a:pt x="729242" y="705202"/>
                  </a:lnTo>
                  <a:lnTo>
                    <a:pt x="731706" y="705202"/>
                  </a:lnTo>
                  <a:lnTo>
                    <a:pt x="734169" y="705202"/>
                  </a:lnTo>
                  <a:lnTo>
                    <a:pt x="736633" y="705202"/>
                  </a:lnTo>
                  <a:lnTo>
                    <a:pt x="739097" y="705202"/>
                  </a:lnTo>
                  <a:lnTo>
                    <a:pt x="741560" y="705202"/>
                  </a:lnTo>
                  <a:lnTo>
                    <a:pt x="744024" y="705202"/>
                  </a:lnTo>
                  <a:lnTo>
                    <a:pt x="746488" y="705201"/>
                  </a:lnTo>
                  <a:lnTo>
                    <a:pt x="748951" y="705201"/>
                  </a:lnTo>
                  <a:lnTo>
                    <a:pt x="751415" y="705201"/>
                  </a:lnTo>
                  <a:lnTo>
                    <a:pt x="753879" y="705200"/>
                  </a:lnTo>
                  <a:lnTo>
                    <a:pt x="756342" y="705199"/>
                  </a:lnTo>
                  <a:lnTo>
                    <a:pt x="758806" y="705198"/>
                  </a:lnTo>
                  <a:lnTo>
                    <a:pt x="761270" y="705195"/>
                  </a:lnTo>
                  <a:lnTo>
                    <a:pt x="763733" y="705192"/>
                  </a:lnTo>
                  <a:lnTo>
                    <a:pt x="766197" y="705187"/>
                  </a:lnTo>
                  <a:lnTo>
                    <a:pt x="768661" y="705181"/>
                  </a:lnTo>
                  <a:lnTo>
                    <a:pt x="771124" y="705172"/>
                  </a:lnTo>
                  <a:lnTo>
                    <a:pt x="773588" y="705160"/>
                  </a:lnTo>
                  <a:lnTo>
                    <a:pt x="776052" y="705143"/>
                  </a:lnTo>
                  <a:lnTo>
                    <a:pt x="778515" y="705123"/>
                  </a:lnTo>
                  <a:lnTo>
                    <a:pt x="780979" y="705096"/>
                  </a:lnTo>
                  <a:lnTo>
                    <a:pt x="783443" y="705061"/>
                  </a:lnTo>
                  <a:lnTo>
                    <a:pt x="785906" y="705018"/>
                  </a:lnTo>
                  <a:lnTo>
                    <a:pt x="788370" y="704965"/>
                  </a:lnTo>
                  <a:lnTo>
                    <a:pt x="790834" y="704902"/>
                  </a:lnTo>
                  <a:lnTo>
                    <a:pt x="793297" y="704828"/>
                  </a:lnTo>
                  <a:lnTo>
                    <a:pt x="795761" y="704742"/>
                  </a:lnTo>
                  <a:lnTo>
                    <a:pt x="798225" y="704646"/>
                  </a:lnTo>
                  <a:lnTo>
                    <a:pt x="800688" y="704539"/>
                  </a:lnTo>
                  <a:lnTo>
                    <a:pt x="803152" y="704423"/>
                  </a:lnTo>
                  <a:lnTo>
                    <a:pt x="805616" y="704299"/>
                  </a:lnTo>
                  <a:lnTo>
                    <a:pt x="808079" y="704172"/>
                  </a:lnTo>
                  <a:lnTo>
                    <a:pt x="810543" y="704044"/>
                  </a:lnTo>
                  <a:lnTo>
                    <a:pt x="813006" y="703919"/>
                  </a:lnTo>
                  <a:lnTo>
                    <a:pt x="815470" y="703802"/>
                  </a:lnTo>
                  <a:lnTo>
                    <a:pt x="817934" y="703696"/>
                  </a:lnTo>
                  <a:lnTo>
                    <a:pt x="820397" y="703606"/>
                  </a:lnTo>
                  <a:lnTo>
                    <a:pt x="822861" y="703534"/>
                  </a:lnTo>
                  <a:lnTo>
                    <a:pt x="825325" y="703485"/>
                  </a:lnTo>
                  <a:lnTo>
                    <a:pt x="827788" y="703463"/>
                  </a:lnTo>
                  <a:lnTo>
                    <a:pt x="830252" y="703466"/>
                  </a:lnTo>
                  <a:lnTo>
                    <a:pt x="832716" y="703494"/>
                  </a:lnTo>
                  <a:lnTo>
                    <a:pt x="835179" y="703546"/>
                  </a:lnTo>
                  <a:lnTo>
                    <a:pt x="837643" y="703619"/>
                  </a:lnTo>
                  <a:lnTo>
                    <a:pt x="840107" y="703712"/>
                  </a:lnTo>
                  <a:lnTo>
                    <a:pt x="842570" y="703819"/>
                  </a:lnTo>
                  <a:lnTo>
                    <a:pt x="845034" y="703938"/>
                  </a:lnTo>
                  <a:lnTo>
                    <a:pt x="847498" y="704064"/>
                  </a:lnTo>
                  <a:lnTo>
                    <a:pt x="849961" y="704192"/>
                  </a:lnTo>
                  <a:lnTo>
                    <a:pt x="852425" y="704319"/>
                  </a:lnTo>
                  <a:lnTo>
                    <a:pt x="854889" y="704441"/>
                  </a:lnTo>
                  <a:lnTo>
                    <a:pt x="857352" y="704556"/>
                  </a:lnTo>
                  <a:lnTo>
                    <a:pt x="859816" y="704661"/>
                  </a:lnTo>
                  <a:lnTo>
                    <a:pt x="862280" y="704757"/>
                  </a:lnTo>
                  <a:lnTo>
                    <a:pt x="864743" y="704841"/>
                  </a:lnTo>
                  <a:lnTo>
                    <a:pt x="867207" y="704914"/>
                  </a:lnTo>
                  <a:lnTo>
                    <a:pt x="869671" y="704975"/>
                  </a:lnTo>
                  <a:lnTo>
                    <a:pt x="872134" y="705025"/>
                  </a:lnTo>
                  <a:lnTo>
                    <a:pt x="874598" y="705066"/>
                  </a:lnTo>
                  <a:lnTo>
                    <a:pt x="877062" y="705099"/>
                  </a:lnTo>
                  <a:lnTo>
                    <a:pt x="879525" y="705126"/>
                  </a:lnTo>
                  <a:lnTo>
                    <a:pt x="881989" y="705146"/>
                  </a:lnTo>
                  <a:lnTo>
                    <a:pt x="884453" y="705162"/>
                  </a:lnTo>
                  <a:lnTo>
                    <a:pt x="886916" y="705174"/>
                  </a:lnTo>
                  <a:lnTo>
                    <a:pt x="889380" y="705182"/>
                  </a:lnTo>
                  <a:lnTo>
                    <a:pt x="891844" y="705188"/>
                  </a:lnTo>
                  <a:lnTo>
                    <a:pt x="894307" y="705192"/>
                  </a:lnTo>
                  <a:lnTo>
                    <a:pt x="896771" y="705195"/>
                  </a:lnTo>
                  <a:lnTo>
                    <a:pt x="899235" y="705198"/>
                  </a:lnTo>
                  <a:lnTo>
                    <a:pt x="901698" y="705199"/>
                  </a:lnTo>
                  <a:lnTo>
                    <a:pt x="904162" y="705200"/>
                  </a:lnTo>
                  <a:lnTo>
                    <a:pt x="906625" y="705200"/>
                  </a:lnTo>
                  <a:lnTo>
                    <a:pt x="909089" y="705200"/>
                  </a:lnTo>
                  <a:lnTo>
                    <a:pt x="911553" y="705199"/>
                  </a:lnTo>
                  <a:lnTo>
                    <a:pt x="914016" y="705198"/>
                  </a:lnTo>
                  <a:lnTo>
                    <a:pt x="916480" y="705196"/>
                  </a:lnTo>
                  <a:lnTo>
                    <a:pt x="918944" y="705193"/>
                  </a:lnTo>
                  <a:lnTo>
                    <a:pt x="921407" y="705189"/>
                  </a:lnTo>
                  <a:lnTo>
                    <a:pt x="923871" y="705183"/>
                  </a:lnTo>
                  <a:lnTo>
                    <a:pt x="926335" y="705176"/>
                  </a:lnTo>
                  <a:lnTo>
                    <a:pt x="928798" y="705165"/>
                  </a:lnTo>
                  <a:lnTo>
                    <a:pt x="931262" y="705151"/>
                  </a:lnTo>
                  <a:lnTo>
                    <a:pt x="933726" y="705132"/>
                  </a:lnTo>
                  <a:lnTo>
                    <a:pt x="936189" y="705107"/>
                  </a:lnTo>
                  <a:lnTo>
                    <a:pt x="938653" y="705075"/>
                  </a:lnTo>
                  <a:lnTo>
                    <a:pt x="941117" y="705035"/>
                  </a:lnTo>
                  <a:lnTo>
                    <a:pt x="943580" y="704986"/>
                  </a:lnTo>
                  <a:lnTo>
                    <a:pt x="946044" y="704928"/>
                  </a:lnTo>
                  <a:lnTo>
                    <a:pt x="948508" y="704858"/>
                  </a:lnTo>
                  <a:lnTo>
                    <a:pt x="950971" y="704778"/>
                  </a:lnTo>
                  <a:lnTo>
                    <a:pt x="953435" y="704686"/>
                  </a:lnTo>
                  <a:lnTo>
                    <a:pt x="955899" y="704583"/>
                  </a:lnTo>
                  <a:lnTo>
                    <a:pt x="958362" y="704469"/>
                  </a:lnTo>
                  <a:lnTo>
                    <a:pt x="960826" y="704348"/>
                  </a:lnTo>
                  <a:lnTo>
                    <a:pt x="963290" y="704223"/>
                  </a:lnTo>
                  <a:lnTo>
                    <a:pt x="965753" y="704095"/>
                  </a:lnTo>
                  <a:lnTo>
                    <a:pt x="968217" y="703968"/>
                  </a:lnTo>
                  <a:lnTo>
                    <a:pt x="970681" y="703848"/>
                  </a:lnTo>
                  <a:lnTo>
                    <a:pt x="973144" y="703736"/>
                  </a:lnTo>
                  <a:lnTo>
                    <a:pt x="975608" y="703638"/>
                  </a:lnTo>
                  <a:lnTo>
                    <a:pt x="978072" y="703560"/>
                  </a:lnTo>
                  <a:lnTo>
                    <a:pt x="980535" y="703504"/>
                  </a:lnTo>
                  <a:lnTo>
                    <a:pt x="982999" y="703472"/>
                  </a:lnTo>
                  <a:lnTo>
                    <a:pt x="985463" y="703464"/>
                  </a:lnTo>
                  <a:lnTo>
                    <a:pt x="987926" y="703482"/>
                  </a:lnTo>
                  <a:lnTo>
                    <a:pt x="990390" y="703523"/>
                  </a:lnTo>
                  <a:lnTo>
                    <a:pt x="992853" y="703588"/>
                  </a:lnTo>
                  <a:lnTo>
                    <a:pt x="995317" y="703672"/>
                  </a:lnTo>
                  <a:lnTo>
                    <a:pt x="997781" y="703774"/>
                  </a:lnTo>
                  <a:lnTo>
                    <a:pt x="1000244" y="703890"/>
                  </a:lnTo>
                  <a:lnTo>
                    <a:pt x="1002708" y="704014"/>
                  </a:lnTo>
                  <a:lnTo>
                    <a:pt x="1005172" y="704141"/>
                  </a:lnTo>
                  <a:lnTo>
                    <a:pt x="1007635" y="704269"/>
                  </a:lnTo>
                  <a:lnTo>
                    <a:pt x="1010099" y="704393"/>
                  </a:lnTo>
                  <a:lnTo>
                    <a:pt x="1012563" y="704511"/>
                  </a:lnTo>
                  <a:lnTo>
                    <a:pt x="1015026" y="704621"/>
                  </a:lnTo>
                  <a:lnTo>
                    <a:pt x="1017490" y="704721"/>
                  </a:lnTo>
                  <a:lnTo>
                    <a:pt x="1019954" y="704809"/>
                  </a:lnTo>
                  <a:lnTo>
                    <a:pt x="1022417" y="704885"/>
                  </a:lnTo>
                  <a:lnTo>
                    <a:pt x="1024881" y="704950"/>
                  </a:lnTo>
                  <a:lnTo>
                    <a:pt x="1027345" y="705005"/>
                  </a:lnTo>
                  <a:lnTo>
                    <a:pt x="1029808" y="705050"/>
                  </a:lnTo>
                  <a:lnTo>
                    <a:pt x="1032272" y="705087"/>
                  </a:lnTo>
                  <a:lnTo>
                    <a:pt x="1034736" y="705116"/>
                  </a:lnTo>
                  <a:lnTo>
                    <a:pt x="1037199" y="705139"/>
                  </a:lnTo>
                  <a:lnTo>
                    <a:pt x="1039663" y="705156"/>
                  </a:lnTo>
                  <a:lnTo>
                    <a:pt x="1042127" y="705169"/>
                  </a:lnTo>
                  <a:lnTo>
                    <a:pt x="1044590" y="705179"/>
                  </a:lnTo>
                  <a:lnTo>
                    <a:pt x="1047054" y="705186"/>
                  </a:lnTo>
                  <a:lnTo>
                    <a:pt x="1049518" y="705191"/>
                  </a:lnTo>
                  <a:lnTo>
                    <a:pt x="1051981" y="705194"/>
                  </a:lnTo>
                  <a:lnTo>
                    <a:pt x="1054445" y="705197"/>
                  </a:lnTo>
                  <a:lnTo>
                    <a:pt x="1056909" y="705199"/>
                  </a:lnTo>
                  <a:lnTo>
                    <a:pt x="1059372" y="705200"/>
                  </a:lnTo>
                  <a:lnTo>
                    <a:pt x="1061836" y="705201"/>
                  </a:lnTo>
                  <a:lnTo>
                    <a:pt x="1064300" y="705201"/>
                  </a:lnTo>
                  <a:lnTo>
                    <a:pt x="1066763" y="705201"/>
                  </a:lnTo>
                  <a:lnTo>
                    <a:pt x="1069227" y="705202"/>
                  </a:lnTo>
                  <a:lnTo>
                    <a:pt x="1071691" y="705202"/>
                  </a:lnTo>
                  <a:lnTo>
                    <a:pt x="1074154" y="705202"/>
                  </a:lnTo>
                  <a:lnTo>
                    <a:pt x="1076618" y="705202"/>
                  </a:lnTo>
                  <a:lnTo>
                    <a:pt x="1079082" y="705202"/>
                  </a:lnTo>
                  <a:lnTo>
                    <a:pt x="1081545" y="705202"/>
                  </a:lnTo>
                  <a:lnTo>
                    <a:pt x="1084009" y="705202"/>
                  </a:lnTo>
                  <a:lnTo>
                    <a:pt x="1086472" y="705202"/>
                  </a:lnTo>
                  <a:lnTo>
                    <a:pt x="1088936" y="705202"/>
                  </a:lnTo>
                  <a:lnTo>
                    <a:pt x="1091400" y="705202"/>
                  </a:lnTo>
                  <a:lnTo>
                    <a:pt x="1093863" y="705202"/>
                  </a:lnTo>
                  <a:lnTo>
                    <a:pt x="1096327" y="705202"/>
                  </a:lnTo>
                  <a:lnTo>
                    <a:pt x="1098791" y="705202"/>
                  </a:lnTo>
                  <a:lnTo>
                    <a:pt x="1101254" y="705202"/>
                  </a:lnTo>
                  <a:lnTo>
                    <a:pt x="1103718" y="705202"/>
                  </a:lnTo>
                  <a:lnTo>
                    <a:pt x="1106182" y="705202"/>
                  </a:lnTo>
                  <a:lnTo>
                    <a:pt x="1108645" y="705202"/>
                  </a:lnTo>
                  <a:lnTo>
                    <a:pt x="1111109" y="705202"/>
                  </a:lnTo>
                  <a:lnTo>
                    <a:pt x="1113573" y="705202"/>
                  </a:lnTo>
                  <a:lnTo>
                    <a:pt x="1116036" y="705202"/>
                  </a:lnTo>
                  <a:lnTo>
                    <a:pt x="1118500" y="705202"/>
                  </a:lnTo>
                  <a:lnTo>
                    <a:pt x="1120964" y="705202"/>
                  </a:lnTo>
                  <a:lnTo>
                    <a:pt x="1123427" y="705202"/>
                  </a:lnTo>
                  <a:lnTo>
                    <a:pt x="1125891" y="705202"/>
                  </a:lnTo>
                  <a:lnTo>
                    <a:pt x="1128355" y="705202"/>
                  </a:lnTo>
                  <a:lnTo>
                    <a:pt x="1130818" y="705202"/>
                  </a:lnTo>
                  <a:lnTo>
                    <a:pt x="1133282" y="705202"/>
                  </a:lnTo>
                  <a:lnTo>
                    <a:pt x="1135746" y="705202"/>
                  </a:lnTo>
                  <a:lnTo>
                    <a:pt x="1138209" y="705202"/>
                  </a:lnTo>
                  <a:lnTo>
                    <a:pt x="1140673" y="705202"/>
                  </a:lnTo>
                  <a:lnTo>
                    <a:pt x="1143137" y="705202"/>
                  </a:lnTo>
                  <a:lnTo>
                    <a:pt x="1145600" y="705202"/>
                  </a:lnTo>
                  <a:lnTo>
                    <a:pt x="1148064" y="705202"/>
                  </a:lnTo>
                  <a:lnTo>
                    <a:pt x="1150528" y="705202"/>
                  </a:lnTo>
                  <a:lnTo>
                    <a:pt x="1152991" y="705202"/>
                  </a:lnTo>
                  <a:lnTo>
                    <a:pt x="1155455" y="705202"/>
                  </a:lnTo>
                  <a:lnTo>
                    <a:pt x="1157919" y="705202"/>
                  </a:lnTo>
                  <a:lnTo>
                    <a:pt x="1160382" y="705202"/>
                  </a:lnTo>
                  <a:lnTo>
                    <a:pt x="1162846" y="705202"/>
                  </a:lnTo>
                  <a:lnTo>
                    <a:pt x="1165310" y="705202"/>
                  </a:lnTo>
                  <a:lnTo>
                    <a:pt x="1167773" y="705202"/>
                  </a:lnTo>
                  <a:lnTo>
                    <a:pt x="1170237" y="705202"/>
                  </a:lnTo>
                  <a:lnTo>
                    <a:pt x="1172701" y="705202"/>
                  </a:lnTo>
                  <a:lnTo>
                    <a:pt x="1175164" y="705202"/>
                  </a:lnTo>
                  <a:lnTo>
                    <a:pt x="1177628" y="705202"/>
                  </a:lnTo>
                  <a:lnTo>
                    <a:pt x="1180091" y="705202"/>
                  </a:lnTo>
                  <a:lnTo>
                    <a:pt x="1182555" y="705202"/>
                  </a:lnTo>
                  <a:lnTo>
                    <a:pt x="1185019" y="705202"/>
                  </a:lnTo>
                  <a:lnTo>
                    <a:pt x="1187482" y="705202"/>
                  </a:lnTo>
                  <a:lnTo>
                    <a:pt x="1189946" y="705202"/>
                  </a:lnTo>
                  <a:lnTo>
                    <a:pt x="1192410" y="705202"/>
                  </a:lnTo>
                  <a:lnTo>
                    <a:pt x="1194873" y="705202"/>
                  </a:lnTo>
                  <a:lnTo>
                    <a:pt x="1197337" y="705202"/>
                  </a:lnTo>
                  <a:lnTo>
                    <a:pt x="1199801" y="705202"/>
                  </a:lnTo>
                  <a:lnTo>
                    <a:pt x="1202264" y="705202"/>
                  </a:lnTo>
                  <a:lnTo>
                    <a:pt x="1204728" y="705202"/>
                  </a:lnTo>
                  <a:lnTo>
                    <a:pt x="1207192" y="705202"/>
                  </a:lnTo>
                  <a:lnTo>
                    <a:pt x="1209655" y="705202"/>
                  </a:lnTo>
                  <a:lnTo>
                    <a:pt x="1212119" y="705202"/>
                  </a:lnTo>
                  <a:lnTo>
                    <a:pt x="1214583" y="705202"/>
                  </a:lnTo>
                  <a:lnTo>
                    <a:pt x="1217046" y="705202"/>
                  </a:lnTo>
                  <a:lnTo>
                    <a:pt x="1219510" y="705202"/>
                  </a:lnTo>
                  <a:lnTo>
                    <a:pt x="1221974" y="705202"/>
                  </a:lnTo>
                  <a:lnTo>
                    <a:pt x="1224437" y="705202"/>
                  </a:lnTo>
                  <a:lnTo>
                    <a:pt x="1226901" y="705202"/>
                  </a:lnTo>
                  <a:lnTo>
                    <a:pt x="1229365" y="705202"/>
                  </a:lnTo>
                  <a:lnTo>
                    <a:pt x="1231828" y="705202"/>
                  </a:lnTo>
                  <a:lnTo>
                    <a:pt x="1234292" y="705202"/>
                  </a:lnTo>
                  <a:lnTo>
                    <a:pt x="1236756" y="705202"/>
                  </a:lnTo>
                  <a:lnTo>
                    <a:pt x="1239219" y="705202"/>
                  </a:lnTo>
                  <a:lnTo>
                    <a:pt x="1241683" y="705202"/>
                  </a:lnTo>
                  <a:lnTo>
                    <a:pt x="1244147" y="705202"/>
                  </a:lnTo>
                  <a:lnTo>
                    <a:pt x="1246610" y="705202"/>
                  </a:lnTo>
                  <a:lnTo>
                    <a:pt x="1249074" y="705202"/>
                  </a:lnTo>
                  <a:lnTo>
                    <a:pt x="1251538" y="705202"/>
                  </a:lnTo>
                  <a:lnTo>
                    <a:pt x="1254001" y="705202"/>
                  </a:lnTo>
                  <a:lnTo>
                    <a:pt x="1256465" y="705202"/>
                  </a:lnTo>
                  <a:lnTo>
                    <a:pt x="1258929" y="705202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7005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79"/>
                  </a:lnTo>
                  <a:lnTo>
                    <a:pt x="41882" y="1188079"/>
                  </a:lnTo>
                  <a:lnTo>
                    <a:pt x="44345" y="1188079"/>
                  </a:lnTo>
                  <a:lnTo>
                    <a:pt x="46809" y="1188077"/>
                  </a:lnTo>
                  <a:lnTo>
                    <a:pt x="49273" y="1188075"/>
                  </a:lnTo>
                  <a:lnTo>
                    <a:pt x="51736" y="1188071"/>
                  </a:lnTo>
                  <a:lnTo>
                    <a:pt x="54200" y="1188063"/>
                  </a:lnTo>
                  <a:lnTo>
                    <a:pt x="56664" y="1188050"/>
                  </a:lnTo>
                  <a:lnTo>
                    <a:pt x="59127" y="1188026"/>
                  </a:lnTo>
                  <a:lnTo>
                    <a:pt x="61591" y="1187987"/>
                  </a:lnTo>
                  <a:lnTo>
                    <a:pt x="64055" y="1187923"/>
                  </a:lnTo>
                  <a:lnTo>
                    <a:pt x="66518" y="1187821"/>
                  </a:lnTo>
                  <a:lnTo>
                    <a:pt x="68982" y="1187662"/>
                  </a:lnTo>
                  <a:lnTo>
                    <a:pt x="71446" y="1187422"/>
                  </a:lnTo>
                  <a:lnTo>
                    <a:pt x="73909" y="1187068"/>
                  </a:lnTo>
                  <a:lnTo>
                    <a:pt x="76373" y="1186556"/>
                  </a:lnTo>
                  <a:lnTo>
                    <a:pt x="78837" y="1185821"/>
                  </a:lnTo>
                  <a:lnTo>
                    <a:pt x="81300" y="1184781"/>
                  </a:lnTo>
                  <a:lnTo>
                    <a:pt x="83764" y="1183377"/>
                  </a:lnTo>
                  <a:lnTo>
                    <a:pt x="86228" y="1181529"/>
                  </a:lnTo>
                  <a:lnTo>
                    <a:pt x="88691" y="1179162"/>
                  </a:lnTo>
                  <a:lnTo>
                    <a:pt x="91155" y="1176208"/>
                  </a:lnTo>
                  <a:lnTo>
                    <a:pt x="93618" y="1172618"/>
                  </a:lnTo>
                  <a:lnTo>
                    <a:pt x="96082" y="1168370"/>
                  </a:lnTo>
                  <a:lnTo>
                    <a:pt x="98546" y="1163476"/>
                  </a:lnTo>
                  <a:lnTo>
                    <a:pt x="101009" y="1157993"/>
                  </a:lnTo>
                  <a:lnTo>
                    <a:pt x="103473" y="1152022"/>
                  </a:lnTo>
                  <a:lnTo>
                    <a:pt x="105937" y="1145706"/>
                  </a:lnTo>
                  <a:lnTo>
                    <a:pt x="108400" y="1139301"/>
                  </a:lnTo>
                  <a:lnTo>
                    <a:pt x="110864" y="1133044"/>
                  </a:lnTo>
                  <a:lnTo>
                    <a:pt x="113328" y="1127169"/>
                  </a:lnTo>
                  <a:lnTo>
                    <a:pt x="115791" y="1121895"/>
                  </a:lnTo>
                  <a:lnTo>
                    <a:pt x="118255" y="1117400"/>
                  </a:lnTo>
                  <a:lnTo>
                    <a:pt x="120719" y="1113807"/>
                  </a:lnTo>
                  <a:lnTo>
                    <a:pt x="123182" y="1111172"/>
                  </a:lnTo>
                  <a:lnTo>
                    <a:pt x="125646" y="1109473"/>
                  </a:lnTo>
                  <a:lnTo>
                    <a:pt x="128110" y="1108615"/>
                  </a:lnTo>
                  <a:lnTo>
                    <a:pt x="130573" y="1108445"/>
                  </a:lnTo>
                  <a:lnTo>
                    <a:pt x="133037" y="1108758"/>
                  </a:lnTo>
                  <a:lnTo>
                    <a:pt x="135501" y="1109256"/>
                  </a:lnTo>
                  <a:lnTo>
                    <a:pt x="137964" y="1109722"/>
                  </a:lnTo>
                  <a:lnTo>
                    <a:pt x="140428" y="1109982"/>
                  </a:lnTo>
                  <a:lnTo>
                    <a:pt x="142892" y="1109914"/>
                  </a:lnTo>
                  <a:lnTo>
                    <a:pt x="145355" y="1109461"/>
                  </a:lnTo>
                  <a:lnTo>
                    <a:pt x="147819" y="1108628"/>
                  </a:lnTo>
                  <a:lnTo>
                    <a:pt x="150283" y="1107484"/>
                  </a:lnTo>
                  <a:lnTo>
                    <a:pt x="152746" y="1106142"/>
                  </a:lnTo>
                  <a:lnTo>
                    <a:pt x="155210" y="1104748"/>
                  </a:lnTo>
                  <a:lnTo>
                    <a:pt x="157674" y="1103477"/>
                  </a:lnTo>
                  <a:lnTo>
                    <a:pt x="160137" y="1102507"/>
                  </a:lnTo>
                  <a:lnTo>
                    <a:pt x="162601" y="1101944"/>
                  </a:lnTo>
                  <a:lnTo>
                    <a:pt x="165065" y="1101861"/>
                  </a:lnTo>
                  <a:lnTo>
                    <a:pt x="167528" y="1102284"/>
                  </a:lnTo>
                  <a:lnTo>
                    <a:pt x="169992" y="1103193"/>
                  </a:lnTo>
                  <a:lnTo>
                    <a:pt x="172456" y="1104523"/>
                  </a:lnTo>
                  <a:lnTo>
                    <a:pt x="174919" y="1106170"/>
                  </a:lnTo>
                  <a:lnTo>
                    <a:pt x="177383" y="1108000"/>
                  </a:lnTo>
                  <a:lnTo>
                    <a:pt x="179847" y="1109853"/>
                  </a:lnTo>
                  <a:lnTo>
                    <a:pt x="182310" y="1111560"/>
                  </a:lnTo>
                  <a:lnTo>
                    <a:pt x="184774" y="1112896"/>
                  </a:lnTo>
                  <a:lnTo>
                    <a:pt x="187237" y="1113695"/>
                  </a:lnTo>
                  <a:lnTo>
                    <a:pt x="189701" y="1113821"/>
                  </a:lnTo>
                  <a:lnTo>
                    <a:pt x="192165" y="1113156"/>
                  </a:lnTo>
                  <a:lnTo>
                    <a:pt x="194628" y="1111615"/>
                  </a:lnTo>
                  <a:lnTo>
                    <a:pt x="197092" y="1109148"/>
                  </a:lnTo>
                  <a:lnTo>
                    <a:pt x="199556" y="1105746"/>
                  </a:lnTo>
                  <a:lnTo>
                    <a:pt x="202019" y="1101437"/>
                  </a:lnTo>
                  <a:lnTo>
                    <a:pt x="204483" y="1096290"/>
                  </a:lnTo>
                  <a:lnTo>
                    <a:pt x="206947" y="1090408"/>
                  </a:lnTo>
                  <a:lnTo>
                    <a:pt x="209410" y="1083921"/>
                  </a:lnTo>
                  <a:lnTo>
                    <a:pt x="211874" y="1076978"/>
                  </a:lnTo>
                  <a:lnTo>
                    <a:pt x="214338" y="1069817"/>
                  </a:lnTo>
                  <a:lnTo>
                    <a:pt x="216801" y="1062614"/>
                  </a:lnTo>
                  <a:lnTo>
                    <a:pt x="219265" y="1055533"/>
                  </a:lnTo>
                  <a:lnTo>
                    <a:pt x="221729" y="1048718"/>
                  </a:lnTo>
                  <a:lnTo>
                    <a:pt x="224192" y="1042285"/>
                  </a:lnTo>
                  <a:lnTo>
                    <a:pt x="226656" y="1036313"/>
                  </a:lnTo>
                  <a:lnTo>
                    <a:pt x="229120" y="1030847"/>
                  </a:lnTo>
                  <a:lnTo>
                    <a:pt x="231583" y="1025886"/>
                  </a:lnTo>
                  <a:lnTo>
                    <a:pt x="234047" y="1021394"/>
                  </a:lnTo>
                  <a:lnTo>
                    <a:pt x="236511" y="1017311"/>
                  </a:lnTo>
                  <a:lnTo>
                    <a:pt x="238974" y="1013509"/>
                  </a:lnTo>
                  <a:lnTo>
                    <a:pt x="241438" y="1009823"/>
                  </a:lnTo>
                  <a:lnTo>
                    <a:pt x="243902" y="1006099"/>
                  </a:lnTo>
                  <a:lnTo>
                    <a:pt x="246365" y="1002167"/>
                  </a:lnTo>
                  <a:lnTo>
                    <a:pt x="248829" y="997851"/>
                  </a:lnTo>
                  <a:lnTo>
                    <a:pt x="251293" y="992966"/>
                  </a:lnTo>
                  <a:lnTo>
                    <a:pt x="253756" y="987320"/>
                  </a:lnTo>
                  <a:lnTo>
                    <a:pt x="256220" y="980712"/>
                  </a:lnTo>
                  <a:lnTo>
                    <a:pt x="258684" y="972929"/>
                  </a:lnTo>
                  <a:lnTo>
                    <a:pt x="261147" y="963747"/>
                  </a:lnTo>
                  <a:lnTo>
                    <a:pt x="263611" y="952737"/>
                  </a:lnTo>
                  <a:lnTo>
                    <a:pt x="266075" y="939700"/>
                  </a:lnTo>
                  <a:lnTo>
                    <a:pt x="268538" y="924370"/>
                  </a:lnTo>
                  <a:lnTo>
                    <a:pt x="271002" y="906413"/>
                  </a:lnTo>
                  <a:lnTo>
                    <a:pt x="273465" y="885465"/>
                  </a:lnTo>
                  <a:lnTo>
                    <a:pt x="275929" y="861135"/>
                  </a:lnTo>
                  <a:lnTo>
                    <a:pt x="278393" y="833014"/>
                  </a:lnTo>
                  <a:lnTo>
                    <a:pt x="280856" y="800682"/>
                  </a:lnTo>
                  <a:lnTo>
                    <a:pt x="283320" y="763733"/>
                  </a:lnTo>
                  <a:lnTo>
                    <a:pt x="285784" y="721800"/>
                  </a:lnTo>
                  <a:lnTo>
                    <a:pt x="288247" y="674508"/>
                  </a:lnTo>
                  <a:lnTo>
                    <a:pt x="290711" y="621272"/>
                  </a:lnTo>
                  <a:lnTo>
                    <a:pt x="293175" y="562783"/>
                  </a:lnTo>
                  <a:lnTo>
                    <a:pt x="295638" y="499524"/>
                  </a:lnTo>
                  <a:lnTo>
                    <a:pt x="298102" y="432369"/>
                  </a:lnTo>
                  <a:lnTo>
                    <a:pt x="300566" y="362628"/>
                  </a:lnTo>
                  <a:lnTo>
                    <a:pt x="303029" y="292078"/>
                  </a:lnTo>
                  <a:lnTo>
                    <a:pt x="305493" y="222949"/>
                  </a:lnTo>
                  <a:lnTo>
                    <a:pt x="307957" y="157865"/>
                  </a:lnTo>
                  <a:lnTo>
                    <a:pt x="310420" y="99738"/>
                  </a:lnTo>
                  <a:lnTo>
                    <a:pt x="312884" y="51611"/>
                  </a:lnTo>
                  <a:lnTo>
                    <a:pt x="315348" y="17331"/>
                  </a:lnTo>
                  <a:lnTo>
                    <a:pt x="317811" y="0"/>
                  </a:lnTo>
                  <a:lnTo>
                    <a:pt x="320275" y="563"/>
                  </a:lnTo>
                  <a:lnTo>
                    <a:pt x="322739" y="19883"/>
                  </a:lnTo>
                  <a:lnTo>
                    <a:pt x="325202" y="57836"/>
                  </a:lnTo>
                  <a:lnTo>
                    <a:pt x="327666" y="113287"/>
                  </a:lnTo>
                  <a:lnTo>
                    <a:pt x="330130" y="184158"/>
                  </a:lnTo>
                  <a:lnTo>
                    <a:pt x="332593" y="267567"/>
                  </a:lnTo>
                  <a:lnTo>
                    <a:pt x="335057" y="360049"/>
                  </a:lnTo>
                  <a:lnTo>
                    <a:pt x="337521" y="457815"/>
                  </a:lnTo>
                  <a:lnTo>
                    <a:pt x="339984" y="557033"/>
                  </a:lnTo>
                  <a:lnTo>
                    <a:pt x="342448" y="653564"/>
                  </a:lnTo>
                  <a:lnTo>
                    <a:pt x="344912" y="744190"/>
                  </a:lnTo>
                  <a:lnTo>
                    <a:pt x="347375" y="826827"/>
                  </a:lnTo>
                  <a:lnTo>
                    <a:pt x="349839" y="900080"/>
                  </a:lnTo>
                  <a:lnTo>
                    <a:pt x="352303" y="963265"/>
                  </a:lnTo>
                  <a:lnTo>
                    <a:pt x="354766" y="1016324"/>
                  </a:lnTo>
                  <a:lnTo>
                    <a:pt x="357230" y="1059711"/>
                  </a:lnTo>
                  <a:lnTo>
                    <a:pt x="359694" y="1094260"/>
                  </a:lnTo>
                  <a:lnTo>
                    <a:pt x="362157" y="1121044"/>
                  </a:lnTo>
                  <a:lnTo>
                    <a:pt x="364621" y="1141250"/>
                  </a:lnTo>
                  <a:lnTo>
                    <a:pt x="367084" y="1156007"/>
                  </a:lnTo>
                  <a:lnTo>
                    <a:pt x="369548" y="1166242"/>
                  </a:lnTo>
                  <a:lnTo>
                    <a:pt x="372012" y="1173415"/>
                  </a:lnTo>
                  <a:lnTo>
                    <a:pt x="374475" y="1178300"/>
                  </a:lnTo>
                  <a:lnTo>
                    <a:pt x="376939" y="1181518"/>
                  </a:lnTo>
                  <a:lnTo>
                    <a:pt x="379403" y="1183556"/>
                  </a:lnTo>
                  <a:lnTo>
                    <a:pt x="381866" y="1184782"/>
                  </a:lnTo>
                  <a:lnTo>
                    <a:pt x="384330" y="1185468"/>
                  </a:lnTo>
                  <a:lnTo>
                    <a:pt x="386794" y="1185809"/>
                  </a:lnTo>
                  <a:lnTo>
                    <a:pt x="389257" y="1185943"/>
                  </a:lnTo>
                  <a:lnTo>
                    <a:pt x="391721" y="1185963"/>
                  </a:lnTo>
                  <a:lnTo>
                    <a:pt x="394185" y="1185935"/>
                  </a:lnTo>
                  <a:lnTo>
                    <a:pt x="396648" y="1185904"/>
                  </a:lnTo>
                  <a:lnTo>
                    <a:pt x="399112" y="1185895"/>
                  </a:lnTo>
                  <a:lnTo>
                    <a:pt x="401576" y="1185920"/>
                  </a:lnTo>
                  <a:lnTo>
                    <a:pt x="404039" y="1185985"/>
                  </a:lnTo>
                  <a:lnTo>
                    <a:pt x="406503" y="1186090"/>
                  </a:lnTo>
                  <a:lnTo>
                    <a:pt x="408967" y="1186229"/>
                  </a:lnTo>
                  <a:lnTo>
                    <a:pt x="411430" y="1186397"/>
                  </a:lnTo>
                  <a:lnTo>
                    <a:pt x="413894" y="1186583"/>
                  </a:lnTo>
                  <a:lnTo>
                    <a:pt x="416358" y="1186780"/>
                  </a:lnTo>
                  <a:lnTo>
                    <a:pt x="418821" y="1186976"/>
                  </a:lnTo>
                  <a:lnTo>
                    <a:pt x="421285" y="1187164"/>
                  </a:lnTo>
                  <a:lnTo>
                    <a:pt x="423749" y="1187336"/>
                  </a:lnTo>
                  <a:lnTo>
                    <a:pt x="426212" y="1187489"/>
                  </a:lnTo>
                  <a:lnTo>
                    <a:pt x="428676" y="1187621"/>
                  </a:lnTo>
                  <a:lnTo>
                    <a:pt x="431140" y="1187731"/>
                  </a:lnTo>
                  <a:lnTo>
                    <a:pt x="433603" y="1187821"/>
                  </a:lnTo>
                  <a:lnTo>
                    <a:pt x="436067" y="1187893"/>
                  </a:lnTo>
                  <a:lnTo>
                    <a:pt x="438531" y="1187947"/>
                  </a:lnTo>
                  <a:lnTo>
                    <a:pt x="440994" y="1187989"/>
                  </a:lnTo>
                  <a:lnTo>
                    <a:pt x="443458" y="1188018"/>
                  </a:lnTo>
                  <a:lnTo>
                    <a:pt x="445922" y="1188039"/>
                  </a:lnTo>
                  <a:lnTo>
                    <a:pt x="448385" y="1188053"/>
                  </a:lnTo>
                  <a:lnTo>
                    <a:pt x="450849" y="1188063"/>
                  </a:lnTo>
                  <a:lnTo>
                    <a:pt x="453312" y="1188069"/>
                  </a:lnTo>
                  <a:lnTo>
                    <a:pt x="455776" y="1188073"/>
                  </a:lnTo>
                  <a:lnTo>
                    <a:pt x="458240" y="1188076"/>
                  </a:lnTo>
                  <a:lnTo>
                    <a:pt x="460703" y="1188078"/>
                  </a:lnTo>
                  <a:lnTo>
                    <a:pt x="463167" y="1188079"/>
                  </a:lnTo>
                  <a:lnTo>
                    <a:pt x="465631" y="1188079"/>
                  </a:lnTo>
                  <a:lnTo>
                    <a:pt x="468094" y="1188079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79"/>
                  </a:lnTo>
                  <a:lnTo>
                    <a:pt x="687360" y="1188079"/>
                  </a:lnTo>
                  <a:lnTo>
                    <a:pt x="689824" y="1188078"/>
                  </a:lnTo>
                  <a:lnTo>
                    <a:pt x="692287" y="1188077"/>
                  </a:lnTo>
                  <a:lnTo>
                    <a:pt x="694751" y="1188075"/>
                  </a:lnTo>
                  <a:lnTo>
                    <a:pt x="697215" y="1188072"/>
                  </a:lnTo>
                  <a:lnTo>
                    <a:pt x="699678" y="1188067"/>
                  </a:lnTo>
                  <a:lnTo>
                    <a:pt x="702142" y="1188060"/>
                  </a:lnTo>
                  <a:lnTo>
                    <a:pt x="704606" y="1188048"/>
                  </a:lnTo>
                  <a:lnTo>
                    <a:pt x="707069" y="1188032"/>
                  </a:lnTo>
                  <a:lnTo>
                    <a:pt x="709533" y="1188008"/>
                  </a:lnTo>
                  <a:lnTo>
                    <a:pt x="711997" y="1187974"/>
                  </a:lnTo>
                  <a:lnTo>
                    <a:pt x="714460" y="1187929"/>
                  </a:lnTo>
                  <a:lnTo>
                    <a:pt x="716924" y="1187868"/>
                  </a:lnTo>
                  <a:lnTo>
                    <a:pt x="719388" y="1187790"/>
                  </a:lnTo>
                  <a:lnTo>
                    <a:pt x="721851" y="1187692"/>
                  </a:lnTo>
                  <a:lnTo>
                    <a:pt x="724315" y="1187574"/>
                  </a:lnTo>
                  <a:lnTo>
                    <a:pt x="726778" y="1187434"/>
                  </a:lnTo>
                  <a:lnTo>
                    <a:pt x="729242" y="1187275"/>
                  </a:lnTo>
                  <a:lnTo>
                    <a:pt x="731706" y="1187097"/>
                  </a:lnTo>
                  <a:lnTo>
                    <a:pt x="734169" y="1186907"/>
                  </a:lnTo>
                  <a:lnTo>
                    <a:pt x="736633" y="1186710"/>
                  </a:lnTo>
                  <a:lnTo>
                    <a:pt x="739097" y="1186517"/>
                  </a:lnTo>
                  <a:lnTo>
                    <a:pt x="741560" y="1186338"/>
                  </a:lnTo>
                  <a:lnTo>
                    <a:pt x="744024" y="1186182"/>
                  </a:lnTo>
                  <a:lnTo>
                    <a:pt x="746488" y="1186058"/>
                  </a:lnTo>
                  <a:lnTo>
                    <a:pt x="748951" y="1185973"/>
                  </a:lnTo>
                  <a:lnTo>
                    <a:pt x="751415" y="1185933"/>
                  </a:lnTo>
                  <a:lnTo>
                    <a:pt x="753879" y="1185941"/>
                  </a:lnTo>
                  <a:lnTo>
                    <a:pt x="756342" y="1185996"/>
                  </a:lnTo>
                  <a:lnTo>
                    <a:pt x="758806" y="1186095"/>
                  </a:lnTo>
                  <a:lnTo>
                    <a:pt x="761270" y="1186232"/>
                  </a:lnTo>
                  <a:lnTo>
                    <a:pt x="763733" y="1186401"/>
                  </a:lnTo>
                  <a:lnTo>
                    <a:pt x="766197" y="1186588"/>
                  </a:lnTo>
                  <a:lnTo>
                    <a:pt x="768661" y="1186783"/>
                  </a:lnTo>
                  <a:lnTo>
                    <a:pt x="771124" y="1186977"/>
                  </a:lnTo>
                  <a:lnTo>
                    <a:pt x="773588" y="1187163"/>
                  </a:lnTo>
                  <a:lnTo>
                    <a:pt x="776052" y="1187335"/>
                  </a:lnTo>
                  <a:lnTo>
                    <a:pt x="778515" y="1187488"/>
                  </a:lnTo>
                  <a:lnTo>
                    <a:pt x="780979" y="1187621"/>
                  </a:lnTo>
                  <a:lnTo>
                    <a:pt x="783443" y="1187732"/>
                  </a:lnTo>
                  <a:lnTo>
                    <a:pt x="785906" y="1187823"/>
                  </a:lnTo>
                  <a:lnTo>
                    <a:pt x="788370" y="1187894"/>
                  </a:lnTo>
                  <a:lnTo>
                    <a:pt x="790834" y="1187947"/>
                  </a:lnTo>
                  <a:lnTo>
                    <a:pt x="793297" y="1187988"/>
                  </a:lnTo>
                  <a:lnTo>
                    <a:pt x="795761" y="1188017"/>
                  </a:lnTo>
                  <a:lnTo>
                    <a:pt x="798225" y="1188038"/>
                  </a:lnTo>
                  <a:lnTo>
                    <a:pt x="800688" y="1188053"/>
                  </a:lnTo>
                  <a:lnTo>
                    <a:pt x="803152" y="1188063"/>
                  </a:lnTo>
                  <a:lnTo>
                    <a:pt x="805616" y="1188069"/>
                  </a:lnTo>
                  <a:lnTo>
                    <a:pt x="808079" y="1188073"/>
                  </a:lnTo>
                  <a:lnTo>
                    <a:pt x="810543" y="1188076"/>
                  </a:lnTo>
                  <a:lnTo>
                    <a:pt x="813006" y="1188078"/>
                  </a:lnTo>
                  <a:lnTo>
                    <a:pt x="815470" y="1188079"/>
                  </a:lnTo>
                  <a:lnTo>
                    <a:pt x="817934" y="1188079"/>
                  </a:lnTo>
                  <a:lnTo>
                    <a:pt x="820397" y="1188079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79"/>
                  </a:lnTo>
                  <a:lnTo>
                    <a:pt x="921407" y="1188079"/>
                  </a:lnTo>
                  <a:lnTo>
                    <a:pt x="923871" y="1188079"/>
                  </a:lnTo>
                  <a:lnTo>
                    <a:pt x="926335" y="1188078"/>
                  </a:lnTo>
                  <a:lnTo>
                    <a:pt x="928798" y="1188076"/>
                  </a:lnTo>
                  <a:lnTo>
                    <a:pt x="931262" y="1188073"/>
                  </a:lnTo>
                  <a:lnTo>
                    <a:pt x="933726" y="1188069"/>
                  </a:lnTo>
                  <a:lnTo>
                    <a:pt x="936189" y="1188062"/>
                  </a:lnTo>
                  <a:lnTo>
                    <a:pt x="938653" y="1188052"/>
                  </a:lnTo>
                  <a:lnTo>
                    <a:pt x="941117" y="1188038"/>
                  </a:lnTo>
                  <a:lnTo>
                    <a:pt x="943580" y="1188017"/>
                  </a:lnTo>
                  <a:lnTo>
                    <a:pt x="946044" y="1187987"/>
                  </a:lnTo>
                  <a:lnTo>
                    <a:pt x="948508" y="1187944"/>
                  </a:lnTo>
                  <a:lnTo>
                    <a:pt x="950971" y="1187888"/>
                  </a:lnTo>
                  <a:lnTo>
                    <a:pt x="953435" y="1187815"/>
                  </a:lnTo>
                  <a:lnTo>
                    <a:pt x="955899" y="1187723"/>
                  </a:lnTo>
                  <a:lnTo>
                    <a:pt x="958362" y="1187611"/>
                  </a:lnTo>
                  <a:lnTo>
                    <a:pt x="960826" y="1187477"/>
                  </a:lnTo>
                  <a:lnTo>
                    <a:pt x="963290" y="1187322"/>
                  </a:lnTo>
                  <a:lnTo>
                    <a:pt x="965753" y="1187148"/>
                  </a:lnTo>
                  <a:lnTo>
                    <a:pt x="968217" y="1186960"/>
                  </a:lnTo>
                  <a:lnTo>
                    <a:pt x="970681" y="1186763"/>
                  </a:lnTo>
                  <a:lnTo>
                    <a:pt x="973144" y="1186567"/>
                  </a:lnTo>
                  <a:lnTo>
                    <a:pt x="975608" y="1186381"/>
                  </a:lnTo>
                  <a:lnTo>
                    <a:pt x="978072" y="1186217"/>
                  </a:lnTo>
                  <a:lnTo>
                    <a:pt x="980535" y="1186082"/>
                  </a:lnTo>
                  <a:lnTo>
                    <a:pt x="982999" y="1185986"/>
                  </a:lnTo>
                  <a:lnTo>
                    <a:pt x="985463" y="1185933"/>
                  </a:lnTo>
                  <a:lnTo>
                    <a:pt x="987926" y="1185929"/>
                  </a:lnTo>
                  <a:lnTo>
                    <a:pt x="990390" y="1185972"/>
                  </a:lnTo>
                  <a:lnTo>
                    <a:pt x="992853" y="1186060"/>
                  </a:lnTo>
                  <a:lnTo>
                    <a:pt x="995317" y="1186189"/>
                  </a:lnTo>
                  <a:lnTo>
                    <a:pt x="997781" y="1186350"/>
                  </a:lnTo>
                  <a:lnTo>
                    <a:pt x="1000244" y="1186535"/>
                  </a:lnTo>
                  <a:lnTo>
                    <a:pt x="1002708" y="1186730"/>
                  </a:lnTo>
                  <a:lnTo>
                    <a:pt x="1005172" y="1186926"/>
                  </a:lnTo>
                  <a:lnTo>
                    <a:pt x="1007635" y="1187116"/>
                  </a:lnTo>
                  <a:lnTo>
                    <a:pt x="1010099" y="1187293"/>
                  </a:lnTo>
                  <a:lnTo>
                    <a:pt x="1012563" y="1187451"/>
                  </a:lnTo>
                  <a:lnTo>
                    <a:pt x="1015026" y="1187590"/>
                  </a:lnTo>
                  <a:lnTo>
                    <a:pt x="1017490" y="1187707"/>
                  </a:lnTo>
                  <a:lnTo>
                    <a:pt x="1019954" y="1187802"/>
                  </a:lnTo>
                  <a:lnTo>
                    <a:pt x="1022417" y="1187879"/>
                  </a:lnTo>
                  <a:lnTo>
                    <a:pt x="1024881" y="1187937"/>
                  </a:lnTo>
                  <a:lnTo>
                    <a:pt x="1027345" y="1187980"/>
                  </a:lnTo>
                  <a:lnTo>
                    <a:pt x="1029808" y="1188011"/>
                  </a:lnTo>
                  <a:lnTo>
                    <a:pt x="1032272" y="1188034"/>
                  </a:lnTo>
                  <a:lnTo>
                    <a:pt x="1034736" y="1188050"/>
                  </a:lnTo>
                  <a:lnTo>
                    <a:pt x="1037199" y="1188061"/>
                  </a:lnTo>
                  <a:lnTo>
                    <a:pt x="1039663" y="1188068"/>
                  </a:lnTo>
                  <a:lnTo>
                    <a:pt x="1042127" y="1188073"/>
                  </a:lnTo>
                  <a:lnTo>
                    <a:pt x="1044590" y="1188076"/>
                  </a:lnTo>
                  <a:lnTo>
                    <a:pt x="1047054" y="1188077"/>
                  </a:lnTo>
                  <a:lnTo>
                    <a:pt x="1049518" y="1188078"/>
                  </a:lnTo>
                  <a:lnTo>
                    <a:pt x="1051981" y="1188079"/>
                  </a:lnTo>
                  <a:lnTo>
                    <a:pt x="1054445" y="1188079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005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79"/>
                  </a:lnTo>
                  <a:lnTo>
                    <a:pt x="41882" y="1188079"/>
                  </a:lnTo>
                  <a:lnTo>
                    <a:pt x="44345" y="1188079"/>
                  </a:lnTo>
                  <a:lnTo>
                    <a:pt x="46809" y="1188077"/>
                  </a:lnTo>
                  <a:lnTo>
                    <a:pt x="49273" y="1188075"/>
                  </a:lnTo>
                  <a:lnTo>
                    <a:pt x="51736" y="1188071"/>
                  </a:lnTo>
                  <a:lnTo>
                    <a:pt x="54200" y="1188063"/>
                  </a:lnTo>
                  <a:lnTo>
                    <a:pt x="56664" y="1188050"/>
                  </a:lnTo>
                  <a:lnTo>
                    <a:pt x="59127" y="1188026"/>
                  </a:lnTo>
                  <a:lnTo>
                    <a:pt x="61591" y="1187987"/>
                  </a:lnTo>
                  <a:lnTo>
                    <a:pt x="64055" y="1187923"/>
                  </a:lnTo>
                  <a:lnTo>
                    <a:pt x="66518" y="1187821"/>
                  </a:lnTo>
                  <a:lnTo>
                    <a:pt x="68982" y="1187662"/>
                  </a:lnTo>
                  <a:lnTo>
                    <a:pt x="71446" y="1187422"/>
                  </a:lnTo>
                  <a:lnTo>
                    <a:pt x="73909" y="1187068"/>
                  </a:lnTo>
                  <a:lnTo>
                    <a:pt x="76373" y="1186556"/>
                  </a:lnTo>
                  <a:lnTo>
                    <a:pt x="78837" y="1185821"/>
                  </a:lnTo>
                  <a:lnTo>
                    <a:pt x="81300" y="1184781"/>
                  </a:lnTo>
                  <a:lnTo>
                    <a:pt x="83764" y="1183377"/>
                  </a:lnTo>
                  <a:lnTo>
                    <a:pt x="86228" y="1181529"/>
                  </a:lnTo>
                  <a:lnTo>
                    <a:pt x="88691" y="1179162"/>
                  </a:lnTo>
                  <a:lnTo>
                    <a:pt x="91155" y="1176208"/>
                  </a:lnTo>
                  <a:lnTo>
                    <a:pt x="93618" y="1172618"/>
                  </a:lnTo>
                  <a:lnTo>
                    <a:pt x="96082" y="1168370"/>
                  </a:lnTo>
                  <a:lnTo>
                    <a:pt x="98546" y="1163476"/>
                  </a:lnTo>
                  <a:lnTo>
                    <a:pt x="101009" y="1157993"/>
                  </a:lnTo>
                  <a:lnTo>
                    <a:pt x="103473" y="1152022"/>
                  </a:lnTo>
                  <a:lnTo>
                    <a:pt x="105937" y="1145706"/>
                  </a:lnTo>
                  <a:lnTo>
                    <a:pt x="108400" y="1139301"/>
                  </a:lnTo>
                  <a:lnTo>
                    <a:pt x="110864" y="1133044"/>
                  </a:lnTo>
                  <a:lnTo>
                    <a:pt x="113328" y="1127169"/>
                  </a:lnTo>
                  <a:lnTo>
                    <a:pt x="115791" y="1121895"/>
                  </a:lnTo>
                  <a:lnTo>
                    <a:pt x="118255" y="1117400"/>
                  </a:lnTo>
                  <a:lnTo>
                    <a:pt x="120719" y="1113807"/>
                  </a:lnTo>
                  <a:lnTo>
                    <a:pt x="123182" y="1111172"/>
                  </a:lnTo>
                  <a:lnTo>
                    <a:pt x="125646" y="1109473"/>
                  </a:lnTo>
                  <a:lnTo>
                    <a:pt x="128110" y="1108615"/>
                  </a:lnTo>
                  <a:lnTo>
                    <a:pt x="130573" y="1108445"/>
                  </a:lnTo>
                  <a:lnTo>
                    <a:pt x="133037" y="1108758"/>
                  </a:lnTo>
                  <a:lnTo>
                    <a:pt x="135501" y="1109256"/>
                  </a:lnTo>
                  <a:lnTo>
                    <a:pt x="137964" y="1109722"/>
                  </a:lnTo>
                  <a:lnTo>
                    <a:pt x="140428" y="1109982"/>
                  </a:lnTo>
                  <a:lnTo>
                    <a:pt x="142892" y="1109914"/>
                  </a:lnTo>
                  <a:lnTo>
                    <a:pt x="145355" y="1109461"/>
                  </a:lnTo>
                  <a:lnTo>
                    <a:pt x="147819" y="1108628"/>
                  </a:lnTo>
                  <a:lnTo>
                    <a:pt x="150283" y="1107484"/>
                  </a:lnTo>
                  <a:lnTo>
                    <a:pt x="152746" y="1106142"/>
                  </a:lnTo>
                  <a:lnTo>
                    <a:pt x="155210" y="1104748"/>
                  </a:lnTo>
                  <a:lnTo>
                    <a:pt x="157674" y="1103477"/>
                  </a:lnTo>
                  <a:lnTo>
                    <a:pt x="160137" y="1102507"/>
                  </a:lnTo>
                  <a:lnTo>
                    <a:pt x="162601" y="1101944"/>
                  </a:lnTo>
                  <a:lnTo>
                    <a:pt x="165065" y="1101861"/>
                  </a:lnTo>
                  <a:lnTo>
                    <a:pt x="167528" y="1102284"/>
                  </a:lnTo>
                  <a:lnTo>
                    <a:pt x="169992" y="1103193"/>
                  </a:lnTo>
                  <a:lnTo>
                    <a:pt x="172456" y="1104523"/>
                  </a:lnTo>
                  <a:lnTo>
                    <a:pt x="174919" y="1106170"/>
                  </a:lnTo>
                  <a:lnTo>
                    <a:pt x="177383" y="1108000"/>
                  </a:lnTo>
                  <a:lnTo>
                    <a:pt x="179847" y="1109853"/>
                  </a:lnTo>
                  <a:lnTo>
                    <a:pt x="182310" y="1111560"/>
                  </a:lnTo>
                  <a:lnTo>
                    <a:pt x="184774" y="1112896"/>
                  </a:lnTo>
                  <a:lnTo>
                    <a:pt x="187237" y="1113695"/>
                  </a:lnTo>
                  <a:lnTo>
                    <a:pt x="189701" y="1113821"/>
                  </a:lnTo>
                  <a:lnTo>
                    <a:pt x="192165" y="1113156"/>
                  </a:lnTo>
                  <a:lnTo>
                    <a:pt x="194628" y="1111615"/>
                  </a:lnTo>
                  <a:lnTo>
                    <a:pt x="197092" y="1109148"/>
                  </a:lnTo>
                  <a:lnTo>
                    <a:pt x="199556" y="1105746"/>
                  </a:lnTo>
                  <a:lnTo>
                    <a:pt x="202019" y="1101437"/>
                  </a:lnTo>
                  <a:lnTo>
                    <a:pt x="204483" y="1096290"/>
                  </a:lnTo>
                  <a:lnTo>
                    <a:pt x="206947" y="1090408"/>
                  </a:lnTo>
                  <a:lnTo>
                    <a:pt x="209410" y="1083921"/>
                  </a:lnTo>
                  <a:lnTo>
                    <a:pt x="211874" y="1076978"/>
                  </a:lnTo>
                  <a:lnTo>
                    <a:pt x="214338" y="1069817"/>
                  </a:lnTo>
                  <a:lnTo>
                    <a:pt x="216801" y="1062614"/>
                  </a:lnTo>
                  <a:lnTo>
                    <a:pt x="219265" y="1055533"/>
                  </a:lnTo>
                  <a:lnTo>
                    <a:pt x="221729" y="1048718"/>
                  </a:lnTo>
                  <a:lnTo>
                    <a:pt x="224192" y="1042285"/>
                  </a:lnTo>
                  <a:lnTo>
                    <a:pt x="226656" y="1036313"/>
                  </a:lnTo>
                  <a:lnTo>
                    <a:pt x="229120" y="1030847"/>
                  </a:lnTo>
                  <a:lnTo>
                    <a:pt x="231583" y="1025886"/>
                  </a:lnTo>
                  <a:lnTo>
                    <a:pt x="234047" y="1021394"/>
                  </a:lnTo>
                  <a:lnTo>
                    <a:pt x="236511" y="1017311"/>
                  </a:lnTo>
                  <a:lnTo>
                    <a:pt x="238974" y="1013509"/>
                  </a:lnTo>
                  <a:lnTo>
                    <a:pt x="241438" y="1009823"/>
                  </a:lnTo>
                  <a:lnTo>
                    <a:pt x="243902" y="1006099"/>
                  </a:lnTo>
                  <a:lnTo>
                    <a:pt x="246365" y="1002167"/>
                  </a:lnTo>
                  <a:lnTo>
                    <a:pt x="248829" y="997851"/>
                  </a:lnTo>
                  <a:lnTo>
                    <a:pt x="251293" y="992966"/>
                  </a:lnTo>
                  <a:lnTo>
                    <a:pt x="253756" y="987320"/>
                  </a:lnTo>
                  <a:lnTo>
                    <a:pt x="256220" y="980712"/>
                  </a:lnTo>
                  <a:lnTo>
                    <a:pt x="258684" y="972929"/>
                  </a:lnTo>
                  <a:lnTo>
                    <a:pt x="261147" y="963747"/>
                  </a:lnTo>
                  <a:lnTo>
                    <a:pt x="263611" y="952737"/>
                  </a:lnTo>
                  <a:lnTo>
                    <a:pt x="266075" y="939700"/>
                  </a:lnTo>
                  <a:lnTo>
                    <a:pt x="268538" y="924370"/>
                  </a:lnTo>
                  <a:lnTo>
                    <a:pt x="271002" y="906413"/>
                  </a:lnTo>
                  <a:lnTo>
                    <a:pt x="273465" y="885465"/>
                  </a:lnTo>
                  <a:lnTo>
                    <a:pt x="275929" y="861135"/>
                  </a:lnTo>
                  <a:lnTo>
                    <a:pt x="278393" y="833014"/>
                  </a:lnTo>
                  <a:lnTo>
                    <a:pt x="280856" y="800682"/>
                  </a:lnTo>
                  <a:lnTo>
                    <a:pt x="283320" y="763733"/>
                  </a:lnTo>
                  <a:lnTo>
                    <a:pt x="285784" y="721800"/>
                  </a:lnTo>
                  <a:lnTo>
                    <a:pt x="288247" y="674508"/>
                  </a:lnTo>
                  <a:lnTo>
                    <a:pt x="290711" y="621272"/>
                  </a:lnTo>
                  <a:lnTo>
                    <a:pt x="293175" y="562783"/>
                  </a:lnTo>
                  <a:lnTo>
                    <a:pt x="295638" y="499524"/>
                  </a:lnTo>
                  <a:lnTo>
                    <a:pt x="298102" y="432369"/>
                  </a:lnTo>
                  <a:lnTo>
                    <a:pt x="300566" y="362628"/>
                  </a:lnTo>
                  <a:lnTo>
                    <a:pt x="303029" y="292078"/>
                  </a:lnTo>
                  <a:lnTo>
                    <a:pt x="305493" y="222949"/>
                  </a:lnTo>
                  <a:lnTo>
                    <a:pt x="307957" y="157865"/>
                  </a:lnTo>
                  <a:lnTo>
                    <a:pt x="310420" y="99738"/>
                  </a:lnTo>
                  <a:lnTo>
                    <a:pt x="312884" y="51611"/>
                  </a:lnTo>
                  <a:lnTo>
                    <a:pt x="315348" y="17331"/>
                  </a:lnTo>
                  <a:lnTo>
                    <a:pt x="317811" y="0"/>
                  </a:lnTo>
                  <a:lnTo>
                    <a:pt x="320275" y="563"/>
                  </a:lnTo>
                  <a:lnTo>
                    <a:pt x="322739" y="19883"/>
                  </a:lnTo>
                  <a:lnTo>
                    <a:pt x="325202" y="57836"/>
                  </a:lnTo>
                  <a:lnTo>
                    <a:pt x="327666" y="113287"/>
                  </a:lnTo>
                  <a:lnTo>
                    <a:pt x="330130" y="184158"/>
                  </a:lnTo>
                  <a:lnTo>
                    <a:pt x="332593" y="267567"/>
                  </a:lnTo>
                  <a:lnTo>
                    <a:pt x="335057" y="360049"/>
                  </a:lnTo>
                  <a:lnTo>
                    <a:pt x="337521" y="457815"/>
                  </a:lnTo>
                  <a:lnTo>
                    <a:pt x="339984" y="557033"/>
                  </a:lnTo>
                  <a:lnTo>
                    <a:pt x="342448" y="653564"/>
                  </a:lnTo>
                  <a:lnTo>
                    <a:pt x="344912" y="744190"/>
                  </a:lnTo>
                  <a:lnTo>
                    <a:pt x="347375" y="826827"/>
                  </a:lnTo>
                  <a:lnTo>
                    <a:pt x="349839" y="900080"/>
                  </a:lnTo>
                  <a:lnTo>
                    <a:pt x="352303" y="963265"/>
                  </a:lnTo>
                  <a:lnTo>
                    <a:pt x="354766" y="1016324"/>
                  </a:lnTo>
                  <a:lnTo>
                    <a:pt x="357230" y="1059711"/>
                  </a:lnTo>
                  <a:lnTo>
                    <a:pt x="359694" y="1094260"/>
                  </a:lnTo>
                  <a:lnTo>
                    <a:pt x="362157" y="1121044"/>
                  </a:lnTo>
                  <a:lnTo>
                    <a:pt x="364621" y="1141250"/>
                  </a:lnTo>
                  <a:lnTo>
                    <a:pt x="367084" y="1156007"/>
                  </a:lnTo>
                  <a:lnTo>
                    <a:pt x="369548" y="1166242"/>
                  </a:lnTo>
                  <a:lnTo>
                    <a:pt x="372012" y="1173415"/>
                  </a:lnTo>
                  <a:lnTo>
                    <a:pt x="374475" y="1178300"/>
                  </a:lnTo>
                  <a:lnTo>
                    <a:pt x="376939" y="1181518"/>
                  </a:lnTo>
                  <a:lnTo>
                    <a:pt x="379403" y="1183556"/>
                  </a:lnTo>
                  <a:lnTo>
                    <a:pt x="381866" y="1184782"/>
                  </a:lnTo>
                  <a:lnTo>
                    <a:pt x="384330" y="1185468"/>
                  </a:lnTo>
                  <a:lnTo>
                    <a:pt x="386794" y="1185809"/>
                  </a:lnTo>
                  <a:lnTo>
                    <a:pt x="389257" y="1185943"/>
                  </a:lnTo>
                  <a:lnTo>
                    <a:pt x="391721" y="1185963"/>
                  </a:lnTo>
                  <a:lnTo>
                    <a:pt x="394185" y="1185935"/>
                  </a:lnTo>
                  <a:lnTo>
                    <a:pt x="396648" y="1185904"/>
                  </a:lnTo>
                  <a:lnTo>
                    <a:pt x="399112" y="1185895"/>
                  </a:lnTo>
                  <a:lnTo>
                    <a:pt x="401576" y="1185920"/>
                  </a:lnTo>
                  <a:lnTo>
                    <a:pt x="404039" y="1185985"/>
                  </a:lnTo>
                  <a:lnTo>
                    <a:pt x="406503" y="1186090"/>
                  </a:lnTo>
                  <a:lnTo>
                    <a:pt x="408967" y="1186229"/>
                  </a:lnTo>
                  <a:lnTo>
                    <a:pt x="411430" y="1186397"/>
                  </a:lnTo>
                  <a:lnTo>
                    <a:pt x="413894" y="1186583"/>
                  </a:lnTo>
                  <a:lnTo>
                    <a:pt x="416358" y="1186780"/>
                  </a:lnTo>
                  <a:lnTo>
                    <a:pt x="418821" y="1186976"/>
                  </a:lnTo>
                  <a:lnTo>
                    <a:pt x="421285" y="1187164"/>
                  </a:lnTo>
                  <a:lnTo>
                    <a:pt x="423749" y="1187336"/>
                  </a:lnTo>
                  <a:lnTo>
                    <a:pt x="426212" y="1187489"/>
                  </a:lnTo>
                  <a:lnTo>
                    <a:pt x="428676" y="1187621"/>
                  </a:lnTo>
                  <a:lnTo>
                    <a:pt x="431140" y="1187731"/>
                  </a:lnTo>
                  <a:lnTo>
                    <a:pt x="433603" y="1187821"/>
                  </a:lnTo>
                  <a:lnTo>
                    <a:pt x="436067" y="1187893"/>
                  </a:lnTo>
                  <a:lnTo>
                    <a:pt x="438531" y="1187947"/>
                  </a:lnTo>
                  <a:lnTo>
                    <a:pt x="440994" y="1187989"/>
                  </a:lnTo>
                  <a:lnTo>
                    <a:pt x="443458" y="1188018"/>
                  </a:lnTo>
                  <a:lnTo>
                    <a:pt x="445922" y="1188039"/>
                  </a:lnTo>
                  <a:lnTo>
                    <a:pt x="448385" y="1188053"/>
                  </a:lnTo>
                  <a:lnTo>
                    <a:pt x="450849" y="1188063"/>
                  </a:lnTo>
                  <a:lnTo>
                    <a:pt x="453312" y="1188069"/>
                  </a:lnTo>
                  <a:lnTo>
                    <a:pt x="455776" y="1188073"/>
                  </a:lnTo>
                  <a:lnTo>
                    <a:pt x="458240" y="1188076"/>
                  </a:lnTo>
                  <a:lnTo>
                    <a:pt x="460703" y="1188078"/>
                  </a:lnTo>
                  <a:lnTo>
                    <a:pt x="463167" y="1188079"/>
                  </a:lnTo>
                  <a:lnTo>
                    <a:pt x="465631" y="1188079"/>
                  </a:lnTo>
                  <a:lnTo>
                    <a:pt x="468094" y="1188079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79"/>
                  </a:lnTo>
                  <a:lnTo>
                    <a:pt x="687360" y="1188079"/>
                  </a:lnTo>
                  <a:lnTo>
                    <a:pt x="689824" y="1188078"/>
                  </a:lnTo>
                  <a:lnTo>
                    <a:pt x="692287" y="1188077"/>
                  </a:lnTo>
                  <a:lnTo>
                    <a:pt x="694751" y="1188075"/>
                  </a:lnTo>
                  <a:lnTo>
                    <a:pt x="697215" y="1188072"/>
                  </a:lnTo>
                  <a:lnTo>
                    <a:pt x="699678" y="1188067"/>
                  </a:lnTo>
                  <a:lnTo>
                    <a:pt x="702142" y="1188060"/>
                  </a:lnTo>
                  <a:lnTo>
                    <a:pt x="704606" y="1188048"/>
                  </a:lnTo>
                  <a:lnTo>
                    <a:pt x="707069" y="1188032"/>
                  </a:lnTo>
                  <a:lnTo>
                    <a:pt x="709533" y="1188008"/>
                  </a:lnTo>
                  <a:lnTo>
                    <a:pt x="711997" y="1187974"/>
                  </a:lnTo>
                  <a:lnTo>
                    <a:pt x="714460" y="1187929"/>
                  </a:lnTo>
                  <a:lnTo>
                    <a:pt x="716924" y="1187868"/>
                  </a:lnTo>
                  <a:lnTo>
                    <a:pt x="719388" y="1187790"/>
                  </a:lnTo>
                  <a:lnTo>
                    <a:pt x="721851" y="1187692"/>
                  </a:lnTo>
                  <a:lnTo>
                    <a:pt x="724315" y="1187574"/>
                  </a:lnTo>
                  <a:lnTo>
                    <a:pt x="726778" y="1187434"/>
                  </a:lnTo>
                  <a:lnTo>
                    <a:pt x="729242" y="1187275"/>
                  </a:lnTo>
                  <a:lnTo>
                    <a:pt x="731706" y="1187097"/>
                  </a:lnTo>
                  <a:lnTo>
                    <a:pt x="734169" y="1186907"/>
                  </a:lnTo>
                  <a:lnTo>
                    <a:pt x="736633" y="1186710"/>
                  </a:lnTo>
                  <a:lnTo>
                    <a:pt x="739097" y="1186517"/>
                  </a:lnTo>
                  <a:lnTo>
                    <a:pt x="741560" y="1186338"/>
                  </a:lnTo>
                  <a:lnTo>
                    <a:pt x="744024" y="1186182"/>
                  </a:lnTo>
                  <a:lnTo>
                    <a:pt x="746488" y="1186058"/>
                  </a:lnTo>
                  <a:lnTo>
                    <a:pt x="748951" y="1185973"/>
                  </a:lnTo>
                  <a:lnTo>
                    <a:pt x="751415" y="1185933"/>
                  </a:lnTo>
                  <a:lnTo>
                    <a:pt x="753879" y="1185941"/>
                  </a:lnTo>
                  <a:lnTo>
                    <a:pt x="756342" y="1185996"/>
                  </a:lnTo>
                  <a:lnTo>
                    <a:pt x="758806" y="1186095"/>
                  </a:lnTo>
                  <a:lnTo>
                    <a:pt x="761270" y="1186232"/>
                  </a:lnTo>
                  <a:lnTo>
                    <a:pt x="763733" y="1186401"/>
                  </a:lnTo>
                  <a:lnTo>
                    <a:pt x="766197" y="1186588"/>
                  </a:lnTo>
                  <a:lnTo>
                    <a:pt x="768661" y="1186783"/>
                  </a:lnTo>
                  <a:lnTo>
                    <a:pt x="771124" y="1186977"/>
                  </a:lnTo>
                  <a:lnTo>
                    <a:pt x="773588" y="1187163"/>
                  </a:lnTo>
                  <a:lnTo>
                    <a:pt x="776052" y="1187335"/>
                  </a:lnTo>
                  <a:lnTo>
                    <a:pt x="778515" y="1187488"/>
                  </a:lnTo>
                  <a:lnTo>
                    <a:pt x="780979" y="1187621"/>
                  </a:lnTo>
                  <a:lnTo>
                    <a:pt x="783443" y="1187732"/>
                  </a:lnTo>
                  <a:lnTo>
                    <a:pt x="785906" y="1187823"/>
                  </a:lnTo>
                  <a:lnTo>
                    <a:pt x="788370" y="1187894"/>
                  </a:lnTo>
                  <a:lnTo>
                    <a:pt x="790834" y="1187947"/>
                  </a:lnTo>
                  <a:lnTo>
                    <a:pt x="793297" y="1187988"/>
                  </a:lnTo>
                  <a:lnTo>
                    <a:pt x="795761" y="1188017"/>
                  </a:lnTo>
                  <a:lnTo>
                    <a:pt x="798225" y="1188038"/>
                  </a:lnTo>
                  <a:lnTo>
                    <a:pt x="800688" y="1188053"/>
                  </a:lnTo>
                  <a:lnTo>
                    <a:pt x="803152" y="1188063"/>
                  </a:lnTo>
                  <a:lnTo>
                    <a:pt x="805616" y="1188069"/>
                  </a:lnTo>
                  <a:lnTo>
                    <a:pt x="808079" y="1188073"/>
                  </a:lnTo>
                  <a:lnTo>
                    <a:pt x="810543" y="1188076"/>
                  </a:lnTo>
                  <a:lnTo>
                    <a:pt x="813006" y="1188078"/>
                  </a:lnTo>
                  <a:lnTo>
                    <a:pt x="815470" y="1188079"/>
                  </a:lnTo>
                  <a:lnTo>
                    <a:pt x="817934" y="1188079"/>
                  </a:lnTo>
                  <a:lnTo>
                    <a:pt x="820397" y="1188079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79"/>
                  </a:lnTo>
                  <a:lnTo>
                    <a:pt x="921407" y="1188079"/>
                  </a:lnTo>
                  <a:lnTo>
                    <a:pt x="923871" y="1188079"/>
                  </a:lnTo>
                  <a:lnTo>
                    <a:pt x="926335" y="1188078"/>
                  </a:lnTo>
                  <a:lnTo>
                    <a:pt x="928798" y="1188076"/>
                  </a:lnTo>
                  <a:lnTo>
                    <a:pt x="931262" y="1188073"/>
                  </a:lnTo>
                  <a:lnTo>
                    <a:pt x="933726" y="1188069"/>
                  </a:lnTo>
                  <a:lnTo>
                    <a:pt x="936189" y="1188062"/>
                  </a:lnTo>
                  <a:lnTo>
                    <a:pt x="938653" y="1188052"/>
                  </a:lnTo>
                  <a:lnTo>
                    <a:pt x="941117" y="1188038"/>
                  </a:lnTo>
                  <a:lnTo>
                    <a:pt x="943580" y="1188017"/>
                  </a:lnTo>
                  <a:lnTo>
                    <a:pt x="946044" y="1187987"/>
                  </a:lnTo>
                  <a:lnTo>
                    <a:pt x="948508" y="1187944"/>
                  </a:lnTo>
                  <a:lnTo>
                    <a:pt x="950971" y="1187888"/>
                  </a:lnTo>
                  <a:lnTo>
                    <a:pt x="953435" y="1187815"/>
                  </a:lnTo>
                  <a:lnTo>
                    <a:pt x="955899" y="1187723"/>
                  </a:lnTo>
                  <a:lnTo>
                    <a:pt x="958362" y="1187611"/>
                  </a:lnTo>
                  <a:lnTo>
                    <a:pt x="960826" y="1187477"/>
                  </a:lnTo>
                  <a:lnTo>
                    <a:pt x="963290" y="1187322"/>
                  </a:lnTo>
                  <a:lnTo>
                    <a:pt x="965753" y="1187148"/>
                  </a:lnTo>
                  <a:lnTo>
                    <a:pt x="968217" y="1186960"/>
                  </a:lnTo>
                  <a:lnTo>
                    <a:pt x="970681" y="1186763"/>
                  </a:lnTo>
                  <a:lnTo>
                    <a:pt x="973144" y="1186567"/>
                  </a:lnTo>
                  <a:lnTo>
                    <a:pt x="975608" y="1186381"/>
                  </a:lnTo>
                  <a:lnTo>
                    <a:pt x="978072" y="1186217"/>
                  </a:lnTo>
                  <a:lnTo>
                    <a:pt x="980535" y="1186082"/>
                  </a:lnTo>
                  <a:lnTo>
                    <a:pt x="982999" y="1185986"/>
                  </a:lnTo>
                  <a:lnTo>
                    <a:pt x="985463" y="1185933"/>
                  </a:lnTo>
                  <a:lnTo>
                    <a:pt x="987926" y="1185929"/>
                  </a:lnTo>
                  <a:lnTo>
                    <a:pt x="990390" y="1185972"/>
                  </a:lnTo>
                  <a:lnTo>
                    <a:pt x="992853" y="1186060"/>
                  </a:lnTo>
                  <a:lnTo>
                    <a:pt x="995317" y="1186189"/>
                  </a:lnTo>
                  <a:lnTo>
                    <a:pt x="997781" y="1186350"/>
                  </a:lnTo>
                  <a:lnTo>
                    <a:pt x="1000244" y="1186535"/>
                  </a:lnTo>
                  <a:lnTo>
                    <a:pt x="1002708" y="1186730"/>
                  </a:lnTo>
                  <a:lnTo>
                    <a:pt x="1005172" y="1186926"/>
                  </a:lnTo>
                  <a:lnTo>
                    <a:pt x="1007635" y="1187116"/>
                  </a:lnTo>
                  <a:lnTo>
                    <a:pt x="1010099" y="1187293"/>
                  </a:lnTo>
                  <a:lnTo>
                    <a:pt x="1012563" y="1187451"/>
                  </a:lnTo>
                  <a:lnTo>
                    <a:pt x="1015026" y="1187590"/>
                  </a:lnTo>
                  <a:lnTo>
                    <a:pt x="1017490" y="1187707"/>
                  </a:lnTo>
                  <a:lnTo>
                    <a:pt x="1019954" y="1187802"/>
                  </a:lnTo>
                  <a:lnTo>
                    <a:pt x="1022417" y="1187879"/>
                  </a:lnTo>
                  <a:lnTo>
                    <a:pt x="1024881" y="1187937"/>
                  </a:lnTo>
                  <a:lnTo>
                    <a:pt x="1027345" y="1187980"/>
                  </a:lnTo>
                  <a:lnTo>
                    <a:pt x="1029808" y="1188011"/>
                  </a:lnTo>
                  <a:lnTo>
                    <a:pt x="1032272" y="1188034"/>
                  </a:lnTo>
                  <a:lnTo>
                    <a:pt x="1034736" y="1188050"/>
                  </a:lnTo>
                  <a:lnTo>
                    <a:pt x="1037199" y="1188061"/>
                  </a:lnTo>
                  <a:lnTo>
                    <a:pt x="1039663" y="1188068"/>
                  </a:lnTo>
                  <a:lnTo>
                    <a:pt x="1042127" y="1188073"/>
                  </a:lnTo>
                  <a:lnTo>
                    <a:pt x="1044590" y="1188076"/>
                  </a:lnTo>
                  <a:lnTo>
                    <a:pt x="1047054" y="1188077"/>
                  </a:lnTo>
                  <a:lnTo>
                    <a:pt x="1049518" y="1188078"/>
                  </a:lnTo>
                  <a:lnTo>
                    <a:pt x="1051981" y="1188079"/>
                  </a:lnTo>
                  <a:lnTo>
                    <a:pt x="1054445" y="1188079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7005616" y="1613204"/>
              <a:ext cx="1258929" cy="512583"/>
            </a:xfrm>
            <a:custGeom>
              <a:avLst/>
              <a:pathLst>
                <a:path w="1258929" h="512583">
                  <a:moveTo>
                    <a:pt x="0" y="512581"/>
                  </a:moveTo>
                  <a:lnTo>
                    <a:pt x="2463" y="512581"/>
                  </a:lnTo>
                  <a:lnTo>
                    <a:pt x="4927" y="512580"/>
                  </a:lnTo>
                  <a:lnTo>
                    <a:pt x="7390" y="512579"/>
                  </a:lnTo>
                  <a:lnTo>
                    <a:pt x="9854" y="512577"/>
                  </a:lnTo>
                  <a:lnTo>
                    <a:pt x="12318" y="512575"/>
                  </a:lnTo>
                  <a:lnTo>
                    <a:pt x="14781" y="512572"/>
                  </a:lnTo>
                  <a:lnTo>
                    <a:pt x="17245" y="512568"/>
                  </a:lnTo>
                  <a:lnTo>
                    <a:pt x="19709" y="512562"/>
                  </a:lnTo>
                  <a:lnTo>
                    <a:pt x="22172" y="512554"/>
                  </a:lnTo>
                  <a:lnTo>
                    <a:pt x="24636" y="512544"/>
                  </a:lnTo>
                  <a:lnTo>
                    <a:pt x="27100" y="512530"/>
                  </a:lnTo>
                  <a:lnTo>
                    <a:pt x="29563" y="512511"/>
                  </a:lnTo>
                  <a:lnTo>
                    <a:pt x="32027" y="512488"/>
                  </a:lnTo>
                  <a:lnTo>
                    <a:pt x="34491" y="512457"/>
                  </a:lnTo>
                  <a:lnTo>
                    <a:pt x="36954" y="512419"/>
                  </a:lnTo>
                  <a:lnTo>
                    <a:pt x="39418" y="512370"/>
                  </a:lnTo>
                  <a:lnTo>
                    <a:pt x="41882" y="512307"/>
                  </a:lnTo>
                  <a:lnTo>
                    <a:pt x="44345" y="512228"/>
                  </a:lnTo>
                  <a:lnTo>
                    <a:pt x="46809" y="512131"/>
                  </a:lnTo>
                  <a:lnTo>
                    <a:pt x="49273" y="512011"/>
                  </a:lnTo>
                  <a:lnTo>
                    <a:pt x="51736" y="511867"/>
                  </a:lnTo>
                  <a:lnTo>
                    <a:pt x="54200" y="511693"/>
                  </a:lnTo>
                  <a:lnTo>
                    <a:pt x="56664" y="511485"/>
                  </a:lnTo>
                  <a:lnTo>
                    <a:pt x="59127" y="511231"/>
                  </a:lnTo>
                  <a:lnTo>
                    <a:pt x="61591" y="510933"/>
                  </a:lnTo>
                  <a:lnTo>
                    <a:pt x="64055" y="510585"/>
                  </a:lnTo>
                  <a:lnTo>
                    <a:pt x="66518" y="510184"/>
                  </a:lnTo>
                  <a:lnTo>
                    <a:pt x="68982" y="509725"/>
                  </a:lnTo>
                  <a:lnTo>
                    <a:pt x="71446" y="509202"/>
                  </a:lnTo>
                  <a:lnTo>
                    <a:pt x="73909" y="508605"/>
                  </a:lnTo>
                  <a:lnTo>
                    <a:pt x="76373" y="507930"/>
                  </a:lnTo>
                  <a:lnTo>
                    <a:pt x="78837" y="507181"/>
                  </a:lnTo>
                  <a:lnTo>
                    <a:pt x="81300" y="506357"/>
                  </a:lnTo>
                  <a:lnTo>
                    <a:pt x="83764" y="505457"/>
                  </a:lnTo>
                  <a:lnTo>
                    <a:pt x="86228" y="504483"/>
                  </a:lnTo>
                  <a:lnTo>
                    <a:pt x="88691" y="503436"/>
                  </a:lnTo>
                  <a:lnTo>
                    <a:pt x="91155" y="502305"/>
                  </a:lnTo>
                  <a:lnTo>
                    <a:pt x="93618" y="501111"/>
                  </a:lnTo>
                  <a:lnTo>
                    <a:pt x="96082" y="499859"/>
                  </a:lnTo>
                  <a:lnTo>
                    <a:pt x="98546" y="498557"/>
                  </a:lnTo>
                  <a:lnTo>
                    <a:pt x="101009" y="497214"/>
                  </a:lnTo>
                  <a:lnTo>
                    <a:pt x="103473" y="495838"/>
                  </a:lnTo>
                  <a:lnTo>
                    <a:pt x="105937" y="494438"/>
                  </a:lnTo>
                  <a:lnTo>
                    <a:pt x="108400" y="493027"/>
                  </a:lnTo>
                  <a:lnTo>
                    <a:pt x="110864" y="491619"/>
                  </a:lnTo>
                  <a:lnTo>
                    <a:pt x="113328" y="490225"/>
                  </a:lnTo>
                  <a:lnTo>
                    <a:pt x="115791" y="488855"/>
                  </a:lnTo>
                  <a:lnTo>
                    <a:pt x="118255" y="487520"/>
                  </a:lnTo>
                  <a:lnTo>
                    <a:pt x="120719" y="486229"/>
                  </a:lnTo>
                  <a:lnTo>
                    <a:pt x="123182" y="484999"/>
                  </a:lnTo>
                  <a:lnTo>
                    <a:pt x="125646" y="483840"/>
                  </a:lnTo>
                  <a:lnTo>
                    <a:pt x="128110" y="482754"/>
                  </a:lnTo>
                  <a:lnTo>
                    <a:pt x="130573" y="481745"/>
                  </a:lnTo>
                  <a:lnTo>
                    <a:pt x="133037" y="480820"/>
                  </a:lnTo>
                  <a:lnTo>
                    <a:pt x="135501" y="479983"/>
                  </a:lnTo>
                  <a:lnTo>
                    <a:pt x="137964" y="479237"/>
                  </a:lnTo>
                  <a:lnTo>
                    <a:pt x="140428" y="478603"/>
                  </a:lnTo>
                  <a:lnTo>
                    <a:pt x="142892" y="478063"/>
                  </a:lnTo>
                  <a:lnTo>
                    <a:pt x="145355" y="477617"/>
                  </a:lnTo>
                  <a:lnTo>
                    <a:pt x="147819" y="477263"/>
                  </a:lnTo>
                  <a:lnTo>
                    <a:pt x="150283" y="476999"/>
                  </a:lnTo>
                  <a:lnTo>
                    <a:pt x="152746" y="476821"/>
                  </a:lnTo>
                  <a:lnTo>
                    <a:pt x="155210" y="476731"/>
                  </a:lnTo>
                  <a:lnTo>
                    <a:pt x="157674" y="476728"/>
                  </a:lnTo>
                  <a:lnTo>
                    <a:pt x="160137" y="476793"/>
                  </a:lnTo>
                  <a:lnTo>
                    <a:pt x="162601" y="476919"/>
                  </a:lnTo>
                  <a:lnTo>
                    <a:pt x="165065" y="477100"/>
                  </a:lnTo>
                  <a:lnTo>
                    <a:pt x="167528" y="477326"/>
                  </a:lnTo>
                  <a:lnTo>
                    <a:pt x="169992" y="477591"/>
                  </a:lnTo>
                  <a:lnTo>
                    <a:pt x="172456" y="477886"/>
                  </a:lnTo>
                  <a:lnTo>
                    <a:pt x="174919" y="478199"/>
                  </a:lnTo>
                  <a:lnTo>
                    <a:pt x="177383" y="478519"/>
                  </a:lnTo>
                  <a:lnTo>
                    <a:pt x="179847" y="478837"/>
                  </a:lnTo>
                  <a:lnTo>
                    <a:pt x="182310" y="479145"/>
                  </a:lnTo>
                  <a:lnTo>
                    <a:pt x="184774" y="479435"/>
                  </a:lnTo>
                  <a:lnTo>
                    <a:pt x="187237" y="479699"/>
                  </a:lnTo>
                  <a:lnTo>
                    <a:pt x="189701" y="479922"/>
                  </a:lnTo>
                  <a:lnTo>
                    <a:pt x="192165" y="480104"/>
                  </a:lnTo>
                  <a:lnTo>
                    <a:pt x="194628" y="480240"/>
                  </a:lnTo>
                  <a:lnTo>
                    <a:pt x="197092" y="480324"/>
                  </a:lnTo>
                  <a:lnTo>
                    <a:pt x="199556" y="480354"/>
                  </a:lnTo>
                  <a:lnTo>
                    <a:pt x="202019" y="480325"/>
                  </a:lnTo>
                  <a:lnTo>
                    <a:pt x="204483" y="480229"/>
                  </a:lnTo>
                  <a:lnTo>
                    <a:pt x="206947" y="480058"/>
                  </a:lnTo>
                  <a:lnTo>
                    <a:pt x="209410" y="479818"/>
                  </a:lnTo>
                  <a:lnTo>
                    <a:pt x="211874" y="479507"/>
                  </a:lnTo>
                  <a:lnTo>
                    <a:pt x="214338" y="479123"/>
                  </a:lnTo>
                  <a:lnTo>
                    <a:pt x="216801" y="478661"/>
                  </a:lnTo>
                  <a:lnTo>
                    <a:pt x="219265" y="478121"/>
                  </a:lnTo>
                  <a:lnTo>
                    <a:pt x="221729" y="477486"/>
                  </a:lnTo>
                  <a:lnTo>
                    <a:pt x="224192" y="476760"/>
                  </a:lnTo>
                  <a:lnTo>
                    <a:pt x="226656" y="475947"/>
                  </a:lnTo>
                  <a:lnTo>
                    <a:pt x="229120" y="475042"/>
                  </a:lnTo>
                  <a:lnTo>
                    <a:pt x="231583" y="474046"/>
                  </a:lnTo>
                  <a:lnTo>
                    <a:pt x="234047" y="472955"/>
                  </a:lnTo>
                  <a:lnTo>
                    <a:pt x="236511" y="471768"/>
                  </a:lnTo>
                  <a:lnTo>
                    <a:pt x="238974" y="470465"/>
                  </a:lnTo>
                  <a:lnTo>
                    <a:pt x="241438" y="469066"/>
                  </a:lnTo>
                  <a:lnTo>
                    <a:pt x="243902" y="467574"/>
                  </a:lnTo>
                  <a:lnTo>
                    <a:pt x="246365" y="465988"/>
                  </a:lnTo>
                  <a:lnTo>
                    <a:pt x="248829" y="464313"/>
                  </a:lnTo>
                  <a:lnTo>
                    <a:pt x="251293" y="462551"/>
                  </a:lnTo>
                  <a:lnTo>
                    <a:pt x="253756" y="460699"/>
                  </a:lnTo>
                  <a:lnTo>
                    <a:pt x="256220" y="458762"/>
                  </a:lnTo>
                  <a:lnTo>
                    <a:pt x="258684" y="456754"/>
                  </a:lnTo>
                  <a:lnTo>
                    <a:pt x="261147" y="454681"/>
                  </a:lnTo>
                  <a:lnTo>
                    <a:pt x="263611" y="452548"/>
                  </a:lnTo>
                  <a:lnTo>
                    <a:pt x="266075" y="450361"/>
                  </a:lnTo>
                  <a:lnTo>
                    <a:pt x="268538" y="448122"/>
                  </a:lnTo>
                  <a:lnTo>
                    <a:pt x="271002" y="445831"/>
                  </a:lnTo>
                  <a:lnTo>
                    <a:pt x="273465" y="443497"/>
                  </a:lnTo>
                  <a:lnTo>
                    <a:pt x="275929" y="441123"/>
                  </a:lnTo>
                  <a:lnTo>
                    <a:pt x="278393" y="438710"/>
                  </a:lnTo>
                  <a:lnTo>
                    <a:pt x="280856" y="436257"/>
                  </a:lnTo>
                  <a:lnTo>
                    <a:pt x="283320" y="433763"/>
                  </a:lnTo>
                  <a:lnTo>
                    <a:pt x="285784" y="431223"/>
                  </a:lnTo>
                  <a:lnTo>
                    <a:pt x="288247" y="428621"/>
                  </a:lnTo>
                  <a:lnTo>
                    <a:pt x="290711" y="425960"/>
                  </a:lnTo>
                  <a:lnTo>
                    <a:pt x="293175" y="423228"/>
                  </a:lnTo>
                  <a:lnTo>
                    <a:pt x="295638" y="420417"/>
                  </a:lnTo>
                  <a:lnTo>
                    <a:pt x="298102" y="417514"/>
                  </a:lnTo>
                  <a:lnTo>
                    <a:pt x="300566" y="414507"/>
                  </a:lnTo>
                  <a:lnTo>
                    <a:pt x="303029" y="411367"/>
                  </a:lnTo>
                  <a:lnTo>
                    <a:pt x="305493" y="408070"/>
                  </a:lnTo>
                  <a:lnTo>
                    <a:pt x="307957" y="404615"/>
                  </a:lnTo>
                  <a:lnTo>
                    <a:pt x="310420" y="400985"/>
                  </a:lnTo>
                  <a:lnTo>
                    <a:pt x="312884" y="397162"/>
                  </a:lnTo>
                  <a:lnTo>
                    <a:pt x="315348" y="393130"/>
                  </a:lnTo>
                  <a:lnTo>
                    <a:pt x="317811" y="388873"/>
                  </a:lnTo>
                  <a:lnTo>
                    <a:pt x="320275" y="384327"/>
                  </a:lnTo>
                  <a:lnTo>
                    <a:pt x="322739" y="379507"/>
                  </a:lnTo>
                  <a:lnTo>
                    <a:pt x="325202" y="374410"/>
                  </a:lnTo>
                  <a:lnTo>
                    <a:pt x="327666" y="369024"/>
                  </a:lnTo>
                  <a:lnTo>
                    <a:pt x="330130" y="363336"/>
                  </a:lnTo>
                  <a:lnTo>
                    <a:pt x="332593" y="357339"/>
                  </a:lnTo>
                  <a:lnTo>
                    <a:pt x="335057" y="351010"/>
                  </a:lnTo>
                  <a:lnTo>
                    <a:pt x="337521" y="344297"/>
                  </a:lnTo>
                  <a:lnTo>
                    <a:pt x="339984" y="337252"/>
                  </a:lnTo>
                  <a:lnTo>
                    <a:pt x="342448" y="329871"/>
                  </a:lnTo>
                  <a:lnTo>
                    <a:pt x="344912" y="322152"/>
                  </a:lnTo>
                  <a:lnTo>
                    <a:pt x="347375" y="314095"/>
                  </a:lnTo>
                  <a:lnTo>
                    <a:pt x="349839" y="305700"/>
                  </a:lnTo>
                  <a:lnTo>
                    <a:pt x="352303" y="296928"/>
                  </a:lnTo>
                  <a:lnTo>
                    <a:pt x="354766" y="287789"/>
                  </a:lnTo>
                  <a:lnTo>
                    <a:pt x="357230" y="278319"/>
                  </a:lnTo>
                  <a:lnTo>
                    <a:pt x="359694" y="268526"/>
                  </a:lnTo>
                  <a:lnTo>
                    <a:pt x="362157" y="258416"/>
                  </a:lnTo>
                  <a:lnTo>
                    <a:pt x="364621" y="247998"/>
                  </a:lnTo>
                  <a:lnTo>
                    <a:pt x="367084" y="237285"/>
                  </a:lnTo>
                  <a:lnTo>
                    <a:pt x="369548" y="226242"/>
                  </a:lnTo>
                  <a:lnTo>
                    <a:pt x="372012" y="214940"/>
                  </a:lnTo>
                  <a:lnTo>
                    <a:pt x="374475" y="203412"/>
                  </a:lnTo>
                  <a:lnTo>
                    <a:pt x="376939" y="191686"/>
                  </a:lnTo>
                  <a:lnTo>
                    <a:pt x="379403" y="179796"/>
                  </a:lnTo>
                  <a:lnTo>
                    <a:pt x="381866" y="167779"/>
                  </a:lnTo>
                  <a:lnTo>
                    <a:pt x="384330" y="155676"/>
                  </a:lnTo>
                  <a:lnTo>
                    <a:pt x="386794" y="143551"/>
                  </a:lnTo>
                  <a:lnTo>
                    <a:pt x="389257" y="131473"/>
                  </a:lnTo>
                  <a:lnTo>
                    <a:pt x="391721" y="119500"/>
                  </a:lnTo>
                  <a:lnTo>
                    <a:pt x="394185" y="107697"/>
                  </a:lnTo>
                  <a:lnTo>
                    <a:pt x="396648" y="96128"/>
                  </a:lnTo>
                  <a:lnTo>
                    <a:pt x="399112" y="84860"/>
                  </a:lnTo>
                  <a:lnTo>
                    <a:pt x="401576" y="74021"/>
                  </a:lnTo>
                  <a:lnTo>
                    <a:pt x="404039" y="63693"/>
                  </a:lnTo>
                  <a:lnTo>
                    <a:pt x="406503" y="53911"/>
                  </a:lnTo>
                  <a:lnTo>
                    <a:pt x="408967" y="44738"/>
                  </a:lnTo>
                  <a:lnTo>
                    <a:pt x="411430" y="36240"/>
                  </a:lnTo>
                  <a:lnTo>
                    <a:pt x="413894" y="28474"/>
                  </a:lnTo>
                  <a:lnTo>
                    <a:pt x="416358" y="21498"/>
                  </a:lnTo>
                  <a:lnTo>
                    <a:pt x="418821" y="15544"/>
                  </a:lnTo>
                  <a:lnTo>
                    <a:pt x="421285" y="10509"/>
                  </a:lnTo>
                  <a:lnTo>
                    <a:pt x="423749" y="6414"/>
                  </a:lnTo>
                  <a:lnTo>
                    <a:pt x="426212" y="3290"/>
                  </a:lnTo>
                  <a:lnTo>
                    <a:pt x="428676" y="1158"/>
                  </a:lnTo>
                  <a:lnTo>
                    <a:pt x="431140" y="36"/>
                  </a:lnTo>
                  <a:lnTo>
                    <a:pt x="433603" y="0"/>
                  </a:lnTo>
                  <a:lnTo>
                    <a:pt x="436067" y="1145"/>
                  </a:lnTo>
                  <a:lnTo>
                    <a:pt x="438531" y="3309"/>
                  </a:lnTo>
                  <a:lnTo>
                    <a:pt x="440994" y="6483"/>
                  </a:lnTo>
                  <a:lnTo>
                    <a:pt x="443458" y="10650"/>
                  </a:lnTo>
                  <a:lnTo>
                    <a:pt x="445922" y="15791"/>
                  </a:lnTo>
                  <a:lnTo>
                    <a:pt x="448385" y="21882"/>
                  </a:lnTo>
                  <a:lnTo>
                    <a:pt x="450849" y="29016"/>
                  </a:lnTo>
                  <a:lnTo>
                    <a:pt x="453312" y="37093"/>
                  </a:lnTo>
                  <a:lnTo>
                    <a:pt x="455776" y="46002"/>
                  </a:lnTo>
                  <a:lnTo>
                    <a:pt x="458240" y="55706"/>
                  </a:lnTo>
                  <a:lnTo>
                    <a:pt x="460703" y="66159"/>
                  </a:lnTo>
                  <a:lnTo>
                    <a:pt x="463167" y="77317"/>
                  </a:lnTo>
                  <a:lnTo>
                    <a:pt x="465631" y="89132"/>
                  </a:lnTo>
                  <a:lnTo>
                    <a:pt x="468094" y="101665"/>
                  </a:lnTo>
                  <a:lnTo>
                    <a:pt x="470558" y="114721"/>
                  </a:lnTo>
                  <a:lnTo>
                    <a:pt x="473022" y="128243"/>
                  </a:lnTo>
                  <a:lnTo>
                    <a:pt x="475485" y="142171"/>
                  </a:lnTo>
                  <a:lnTo>
                    <a:pt x="477949" y="156445"/>
                  </a:lnTo>
                  <a:lnTo>
                    <a:pt x="480413" y="171002"/>
                  </a:lnTo>
                  <a:lnTo>
                    <a:pt x="482876" y="185788"/>
                  </a:lnTo>
                  <a:lnTo>
                    <a:pt x="485340" y="200723"/>
                  </a:lnTo>
                  <a:lnTo>
                    <a:pt x="487804" y="215711"/>
                  </a:lnTo>
                  <a:lnTo>
                    <a:pt x="490267" y="230687"/>
                  </a:lnTo>
                  <a:lnTo>
                    <a:pt x="492731" y="245588"/>
                  </a:lnTo>
                  <a:lnTo>
                    <a:pt x="495195" y="260349"/>
                  </a:lnTo>
                  <a:lnTo>
                    <a:pt x="497658" y="274911"/>
                  </a:lnTo>
                  <a:lnTo>
                    <a:pt x="500122" y="289166"/>
                  </a:lnTo>
                  <a:lnTo>
                    <a:pt x="502586" y="303064"/>
                  </a:lnTo>
                  <a:lnTo>
                    <a:pt x="505049" y="316578"/>
                  </a:lnTo>
                  <a:lnTo>
                    <a:pt x="507513" y="329665"/>
                  </a:lnTo>
                  <a:lnTo>
                    <a:pt x="509977" y="342290"/>
                  </a:lnTo>
                  <a:lnTo>
                    <a:pt x="512440" y="354421"/>
                  </a:lnTo>
                  <a:lnTo>
                    <a:pt x="514904" y="366028"/>
                  </a:lnTo>
                  <a:lnTo>
                    <a:pt x="517368" y="376982"/>
                  </a:lnTo>
                  <a:lnTo>
                    <a:pt x="519831" y="387380"/>
                  </a:lnTo>
                  <a:lnTo>
                    <a:pt x="522295" y="397219"/>
                  </a:lnTo>
                  <a:lnTo>
                    <a:pt x="524759" y="406501"/>
                  </a:lnTo>
                  <a:lnTo>
                    <a:pt x="527222" y="415230"/>
                  </a:lnTo>
                  <a:lnTo>
                    <a:pt x="529686" y="423417"/>
                  </a:lnTo>
                  <a:lnTo>
                    <a:pt x="532150" y="431031"/>
                  </a:lnTo>
                  <a:lnTo>
                    <a:pt x="534613" y="438073"/>
                  </a:lnTo>
                  <a:lnTo>
                    <a:pt x="537077" y="444631"/>
                  </a:lnTo>
                  <a:lnTo>
                    <a:pt x="539541" y="450728"/>
                  </a:lnTo>
                  <a:lnTo>
                    <a:pt x="542004" y="456384"/>
                  </a:lnTo>
                  <a:lnTo>
                    <a:pt x="544468" y="461624"/>
                  </a:lnTo>
                  <a:lnTo>
                    <a:pt x="546931" y="466470"/>
                  </a:lnTo>
                  <a:lnTo>
                    <a:pt x="549395" y="470890"/>
                  </a:lnTo>
                  <a:lnTo>
                    <a:pt x="551859" y="474951"/>
                  </a:lnTo>
                  <a:lnTo>
                    <a:pt x="554322" y="478695"/>
                  </a:lnTo>
                  <a:lnTo>
                    <a:pt x="556786" y="482141"/>
                  </a:lnTo>
                  <a:lnTo>
                    <a:pt x="559250" y="485308"/>
                  </a:lnTo>
                  <a:lnTo>
                    <a:pt x="561713" y="488213"/>
                  </a:lnTo>
                  <a:lnTo>
                    <a:pt x="564177" y="490868"/>
                  </a:lnTo>
                  <a:lnTo>
                    <a:pt x="566641" y="493254"/>
                  </a:lnTo>
                  <a:lnTo>
                    <a:pt x="569104" y="495432"/>
                  </a:lnTo>
                  <a:lnTo>
                    <a:pt x="571568" y="497416"/>
                  </a:lnTo>
                  <a:lnTo>
                    <a:pt x="574032" y="499217"/>
                  </a:lnTo>
                  <a:lnTo>
                    <a:pt x="576495" y="500848"/>
                  </a:lnTo>
                  <a:lnTo>
                    <a:pt x="578959" y="502321"/>
                  </a:lnTo>
                  <a:lnTo>
                    <a:pt x="581423" y="503633"/>
                  </a:lnTo>
                  <a:lnTo>
                    <a:pt x="583886" y="504795"/>
                  </a:lnTo>
                  <a:lnTo>
                    <a:pt x="586350" y="505834"/>
                  </a:lnTo>
                  <a:lnTo>
                    <a:pt x="588814" y="506761"/>
                  </a:lnTo>
                  <a:lnTo>
                    <a:pt x="591277" y="507583"/>
                  </a:lnTo>
                  <a:lnTo>
                    <a:pt x="593741" y="508309"/>
                  </a:lnTo>
                  <a:lnTo>
                    <a:pt x="596205" y="508948"/>
                  </a:lnTo>
                  <a:lnTo>
                    <a:pt x="598668" y="509495"/>
                  </a:lnTo>
                  <a:lnTo>
                    <a:pt x="601132" y="509970"/>
                  </a:lnTo>
                  <a:lnTo>
                    <a:pt x="603596" y="510383"/>
                  </a:lnTo>
                  <a:lnTo>
                    <a:pt x="606059" y="510740"/>
                  </a:lnTo>
                  <a:lnTo>
                    <a:pt x="608523" y="511048"/>
                  </a:lnTo>
                  <a:lnTo>
                    <a:pt x="610987" y="511311"/>
                  </a:lnTo>
                  <a:lnTo>
                    <a:pt x="613450" y="511533"/>
                  </a:lnTo>
                  <a:lnTo>
                    <a:pt x="615914" y="511716"/>
                  </a:lnTo>
                  <a:lnTo>
                    <a:pt x="618378" y="511870"/>
                  </a:lnTo>
                  <a:lnTo>
                    <a:pt x="620841" y="511998"/>
                  </a:lnTo>
                  <a:lnTo>
                    <a:pt x="623305" y="512105"/>
                  </a:lnTo>
                  <a:lnTo>
                    <a:pt x="625769" y="512192"/>
                  </a:lnTo>
                  <a:lnTo>
                    <a:pt x="628232" y="512262"/>
                  </a:lnTo>
                  <a:lnTo>
                    <a:pt x="630696" y="512316"/>
                  </a:lnTo>
                  <a:lnTo>
                    <a:pt x="633159" y="512356"/>
                  </a:lnTo>
                  <a:lnTo>
                    <a:pt x="635623" y="512384"/>
                  </a:lnTo>
                  <a:lnTo>
                    <a:pt x="638087" y="512403"/>
                  </a:lnTo>
                  <a:lnTo>
                    <a:pt x="640550" y="512413"/>
                  </a:lnTo>
                  <a:lnTo>
                    <a:pt x="643014" y="512414"/>
                  </a:lnTo>
                  <a:lnTo>
                    <a:pt x="645478" y="512406"/>
                  </a:lnTo>
                  <a:lnTo>
                    <a:pt x="647941" y="512390"/>
                  </a:lnTo>
                  <a:lnTo>
                    <a:pt x="650405" y="512365"/>
                  </a:lnTo>
                  <a:lnTo>
                    <a:pt x="652869" y="512332"/>
                  </a:lnTo>
                  <a:lnTo>
                    <a:pt x="655332" y="512291"/>
                  </a:lnTo>
                  <a:lnTo>
                    <a:pt x="657796" y="512242"/>
                  </a:lnTo>
                  <a:lnTo>
                    <a:pt x="660260" y="512184"/>
                  </a:lnTo>
                  <a:lnTo>
                    <a:pt x="662723" y="512118"/>
                  </a:lnTo>
                  <a:lnTo>
                    <a:pt x="665187" y="512041"/>
                  </a:lnTo>
                  <a:lnTo>
                    <a:pt x="667651" y="511955"/>
                  </a:lnTo>
                  <a:lnTo>
                    <a:pt x="670114" y="511861"/>
                  </a:lnTo>
                  <a:lnTo>
                    <a:pt x="672578" y="511758"/>
                  </a:lnTo>
                  <a:lnTo>
                    <a:pt x="675042" y="511648"/>
                  </a:lnTo>
                  <a:lnTo>
                    <a:pt x="677505" y="511531"/>
                  </a:lnTo>
                  <a:lnTo>
                    <a:pt x="679969" y="511408"/>
                  </a:lnTo>
                  <a:lnTo>
                    <a:pt x="682433" y="511279"/>
                  </a:lnTo>
                  <a:lnTo>
                    <a:pt x="684896" y="511148"/>
                  </a:lnTo>
                  <a:lnTo>
                    <a:pt x="687360" y="511016"/>
                  </a:lnTo>
                  <a:lnTo>
                    <a:pt x="689824" y="510884"/>
                  </a:lnTo>
                  <a:lnTo>
                    <a:pt x="692287" y="510755"/>
                  </a:lnTo>
                  <a:lnTo>
                    <a:pt x="694751" y="510631"/>
                  </a:lnTo>
                  <a:lnTo>
                    <a:pt x="697215" y="510515"/>
                  </a:lnTo>
                  <a:lnTo>
                    <a:pt x="699678" y="510410"/>
                  </a:lnTo>
                  <a:lnTo>
                    <a:pt x="702142" y="510316"/>
                  </a:lnTo>
                  <a:lnTo>
                    <a:pt x="704606" y="510236"/>
                  </a:lnTo>
                  <a:lnTo>
                    <a:pt x="707069" y="510170"/>
                  </a:lnTo>
                  <a:lnTo>
                    <a:pt x="709533" y="510122"/>
                  </a:lnTo>
                  <a:lnTo>
                    <a:pt x="711997" y="510091"/>
                  </a:lnTo>
                  <a:lnTo>
                    <a:pt x="714460" y="510082"/>
                  </a:lnTo>
                  <a:lnTo>
                    <a:pt x="716924" y="510092"/>
                  </a:lnTo>
                  <a:lnTo>
                    <a:pt x="719388" y="510119"/>
                  </a:lnTo>
                  <a:lnTo>
                    <a:pt x="721851" y="510165"/>
                  </a:lnTo>
                  <a:lnTo>
                    <a:pt x="724315" y="510227"/>
                  </a:lnTo>
                  <a:lnTo>
                    <a:pt x="726778" y="510304"/>
                  </a:lnTo>
                  <a:lnTo>
                    <a:pt x="729242" y="510398"/>
                  </a:lnTo>
                  <a:lnTo>
                    <a:pt x="731706" y="510503"/>
                  </a:lnTo>
                  <a:lnTo>
                    <a:pt x="734169" y="510619"/>
                  </a:lnTo>
                  <a:lnTo>
                    <a:pt x="736633" y="510741"/>
                  </a:lnTo>
                  <a:lnTo>
                    <a:pt x="739097" y="510870"/>
                  </a:lnTo>
                  <a:lnTo>
                    <a:pt x="741560" y="511001"/>
                  </a:lnTo>
                  <a:lnTo>
                    <a:pt x="744024" y="511134"/>
                  </a:lnTo>
                  <a:lnTo>
                    <a:pt x="746488" y="511265"/>
                  </a:lnTo>
                  <a:lnTo>
                    <a:pt x="748951" y="511394"/>
                  </a:lnTo>
                  <a:lnTo>
                    <a:pt x="751415" y="511518"/>
                  </a:lnTo>
                  <a:lnTo>
                    <a:pt x="753879" y="511636"/>
                  </a:lnTo>
                  <a:lnTo>
                    <a:pt x="756342" y="511749"/>
                  </a:lnTo>
                  <a:lnTo>
                    <a:pt x="758806" y="511853"/>
                  </a:lnTo>
                  <a:lnTo>
                    <a:pt x="761270" y="511950"/>
                  </a:lnTo>
                  <a:lnTo>
                    <a:pt x="763733" y="512037"/>
                  </a:lnTo>
                  <a:lnTo>
                    <a:pt x="766197" y="512115"/>
                  </a:lnTo>
                  <a:lnTo>
                    <a:pt x="768661" y="512186"/>
                  </a:lnTo>
                  <a:lnTo>
                    <a:pt x="771124" y="512249"/>
                  </a:lnTo>
                  <a:lnTo>
                    <a:pt x="773588" y="512304"/>
                  </a:lnTo>
                  <a:lnTo>
                    <a:pt x="776052" y="512352"/>
                  </a:lnTo>
                  <a:lnTo>
                    <a:pt x="778515" y="512393"/>
                  </a:lnTo>
                  <a:lnTo>
                    <a:pt x="780979" y="512427"/>
                  </a:lnTo>
                  <a:lnTo>
                    <a:pt x="783443" y="512456"/>
                  </a:lnTo>
                  <a:lnTo>
                    <a:pt x="785906" y="512481"/>
                  </a:lnTo>
                  <a:lnTo>
                    <a:pt x="788370" y="512502"/>
                  </a:lnTo>
                  <a:lnTo>
                    <a:pt x="790834" y="512519"/>
                  </a:lnTo>
                  <a:lnTo>
                    <a:pt x="793297" y="512533"/>
                  </a:lnTo>
                  <a:lnTo>
                    <a:pt x="795761" y="512543"/>
                  </a:lnTo>
                  <a:lnTo>
                    <a:pt x="798225" y="512552"/>
                  </a:lnTo>
                  <a:lnTo>
                    <a:pt x="800688" y="512559"/>
                  </a:lnTo>
                  <a:lnTo>
                    <a:pt x="803152" y="512565"/>
                  </a:lnTo>
                  <a:lnTo>
                    <a:pt x="805616" y="512569"/>
                  </a:lnTo>
                  <a:lnTo>
                    <a:pt x="808079" y="512573"/>
                  </a:lnTo>
                  <a:lnTo>
                    <a:pt x="810543" y="512575"/>
                  </a:lnTo>
                  <a:lnTo>
                    <a:pt x="813006" y="512577"/>
                  </a:lnTo>
                  <a:lnTo>
                    <a:pt x="815470" y="512579"/>
                  </a:lnTo>
                  <a:lnTo>
                    <a:pt x="817934" y="512580"/>
                  </a:lnTo>
                  <a:lnTo>
                    <a:pt x="820397" y="512581"/>
                  </a:lnTo>
                  <a:lnTo>
                    <a:pt x="822861" y="512581"/>
                  </a:lnTo>
                  <a:lnTo>
                    <a:pt x="825325" y="512582"/>
                  </a:lnTo>
                  <a:lnTo>
                    <a:pt x="827788" y="512582"/>
                  </a:lnTo>
                  <a:lnTo>
                    <a:pt x="830252" y="512582"/>
                  </a:lnTo>
                  <a:lnTo>
                    <a:pt x="832716" y="512582"/>
                  </a:lnTo>
                  <a:lnTo>
                    <a:pt x="835179" y="512582"/>
                  </a:lnTo>
                  <a:lnTo>
                    <a:pt x="837643" y="512583"/>
                  </a:lnTo>
                  <a:lnTo>
                    <a:pt x="840107" y="512583"/>
                  </a:lnTo>
                  <a:lnTo>
                    <a:pt x="842570" y="512583"/>
                  </a:lnTo>
                  <a:lnTo>
                    <a:pt x="845034" y="512583"/>
                  </a:lnTo>
                  <a:lnTo>
                    <a:pt x="847498" y="512583"/>
                  </a:lnTo>
                  <a:lnTo>
                    <a:pt x="849961" y="512583"/>
                  </a:lnTo>
                  <a:lnTo>
                    <a:pt x="852425" y="512583"/>
                  </a:lnTo>
                  <a:lnTo>
                    <a:pt x="854889" y="512583"/>
                  </a:lnTo>
                  <a:lnTo>
                    <a:pt x="857352" y="512583"/>
                  </a:lnTo>
                  <a:lnTo>
                    <a:pt x="859816" y="512583"/>
                  </a:lnTo>
                  <a:lnTo>
                    <a:pt x="862280" y="512583"/>
                  </a:lnTo>
                  <a:lnTo>
                    <a:pt x="864743" y="512583"/>
                  </a:lnTo>
                  <a:lnTo>
                    <a:pt x="867207" y="512583"/>
                  </a:lnTo>
                  <a:lnTo>
                    <a:pt x="869671" y="512583"/>
                  </a:lnTo>
                  <a:lnTo>
                    <a:pt x="872134" y="512583"/>
                  </a:lnTo>
                  <a:lnTo>
                    <a:pt x="874598" y="512583"/>
                  </a:lnTo>
                  <a:lnTo>
                    <a:pt x="877062" y="512583"/>
                  </a:lnTo>
                  <a:lnTo>
                    <a:pt x="879525" y="512583"/>
                  </a:lnTo>
                  <a:lnTo>
                    <a:pt x="881989" y="512583"/>
                  </a:lnTo>
                  <a:lnTo>
                    <a:pt x="884453" y="512583"/>
                  </a:lnTo>
                  <a:lnTo>
                    <a:pt x="886916" y="512583"/>
                  </a:lnTo>
                  <a:lnTo>
                    <a:pt x="889380" y="512583"/>
                  </a:lnTo>
                  <a:lnTo>
                    <a:pt x="891844" y="512583"/>
                  </a:lnTo>
                  <a:lnTo>
                    <a:pt x="894307" y="512583"/>
                  </a:lnTo>
                  <a:lnTo>
                    <a:pt x="896771" y="512583"/>
                  </a:lnTo>
                  <a:lnTo>
                    <a:pt x="899235" y="512583"/>
                  </a:lnTo>
                  <a:lnTo>
                    <a:pt x="901698" y="512583"/>
                  </a:lnTo>
                  <a:lnTo>
                    <a:pt x="904162" y="512583"/>
                  </a:lnTo>
                  <a:lnTo>
                    <a:pt x="906625" y="512583"/>
                  </a:lnTo>
                  <a:lnTo>
                    <a:pt x="909089" y="512583"/>
                  </a:lnTo>
                  <a:lnTo>
                    <a:pt x="911553" y="512583"/>
                  </a:lnTo>
                  <a:lnTo>
                    <a:pt x="914016" y="512583"/>
                  </a:lnTo>
                  <a:lnTo>
                    <a:pt x="916480" y="512583"/>
                  </a:lnTo>
                  <a:lnTo>
                    <a:pt x="918944" y="512583"/>
                  </a:lnTo>
                  <a:lnTo>
                    <a:pt x="921407" y="512583"/>
                  </a:lnTo>
                  <a:lnTo>
                    <a:pt x="923871" y="512583"/>
                  </a:lnTo>
                  <a:lnTo>
                    <a:pt x="926335" y="512583"/>
                  </a:lnTo>
                  <a:lnTo>
                    <a:pt x="928798" y="512583"/>
                  </a:lnTo>
                  <a:lnTo>
                    <a:pt x="931262" y="512583"/>
                  </a:lnTo>
                  <a:lnTo>
                    <a:pt x="933726" y="512583"/>
                  </a:lnTo>
                  <a:lnTo>
                    <a:pt x="936189" y="512583"/>
                  </a:lnTo>
                  <a:lnTo>
                    <a:pt x="938653" y="512583"/>
                  </a:lnTo>
                  <a:lnTo>
                    <a:pt x="941117" y="512583"/>
                  </a:lnTo>
                  <a:lnTo>
                    <a:pt x="943580" y="512583"/>
                  </a:lnTo>
                  <a:lnTo>
                    <a:pt x="946044" y="512583"/>
                  </a:lnTo>
                  <a:lnTo>
                    <a:pt x="948508" y="512583"/>
                  </a:lnTo>
                  <a:lnTo>
                    <a:pt x="950971" y="512583"/>
                  </a:lnTo>
                  <a:lnTo>
                    <a:pt x="953435" y="512583"/>
                  </a:lnTo>
                  <a:lnTo>
                    <a:pt x="955899" y="512583"/>
                  </a:lnTo>
                  <a:lnTo>
                    <a:pt x="958362" y="512583"/>
                  </a:lnTo>
                  <a:lnTo>
                    <a:pt x="960826" y="512583"/>
                  </a:lnTo>
                  <a:lnTo>
                    <a:pt x="963290" y="512583"/>
                  </a:lnTo>
                  <a:lnTo>
                    <a:pt x="965753" y="512583"/>
                  </a:lnTo>
                  <a:lnTo>
                    <a:pt x="968217" y="512583"/>
                  </a:lnTo>
                  <a:lnTo>
                    <a:pt x="970681" y="512583"/>
                  </a:lnTo>
                  <a:lnTo>
                    <a:pt x="973144" y="512583"/>
                  </a:lnTo>
                  <a:lnTo>
                    <a:pt x="975608" y="512583"/>
                  </a:lnTo>
                  <a:lnTo>
                    <a:pt x="978072" y="512583"/>
                  </a:lnTo>
                  <a:lnTo>
                    <a:pt x="980535" y="512583"/>
                  </a:lnTo>
                  <a:lnTo>
                    <a:pt x="982999" y="512583"/>
                  </a:lnTo>
                  <a:lnTo>
                    <a:pt x="985463" y="512583"/>
                  </a:lnTo>
                  <a:lnTo>
                    <a:pt x="987926" y="512583"/>
                  </a:lnTo>
                  <a:lnTo>
                    <a:pt x="990390" y="512583"/>
                  </a:lnTo>
                  <a:lnTo>
                    <a:pt x="992853" y="512583"/>
                  </a:lnTo>
                  <a:lnTo>
                    <a:pt x="995317" y="512583"/>
                  </a:lnTo>
                  <a:lnTo>
                    <a:pt x="997781" y="512583"/>
                  </a:lnTo>
                  <a:lnTo>
                    <a:pt x="1000244" y="512583"/>
                  </a:lnTo>
                  <a:lnTo>
                    <a:pt x="1002708" y="512583"/>
                  </a:lnTo>
                  <a:lnTo>
                    <a:pt x="1005172" y="512583"/>
                  </a:lnTo>
                  <a:lnTo>
                    <a:pt x="1007635" y="512583"/>
                  </a:lnTo>
                  <a:lnTo>
                    <a:pt x="1010099" y="512583"/>
                  </a:lnTo>
                  <a:lnTo>
                    <a:pt x="1012563" y="512583"/>
                  </a:lnTo>
                  <a:lnTo>
                    <a:pt x="1015026" y="512583"/>
                  </a:lnTo>
                  <a:lnTo>
                    <a:pt x="1017490" y="512583"/>
                  </a:lnTo>
                  <a:lnTo>
                    <a:pt x="1019954" y="512583"/>
                  </a:lnTo>
                  <a:lnTo>
                    <a:pt x="1022417" y="512583"/>
                  </a:lnTo>
                  <a:lnTo>
                    <a:pt x="1024881" y="512583"/>
                  </a:lnTo>
                  <a:lnTo>
                    <a:pt x="1027345" y="512583"/>
                  </a:lnTo>
                  <a:lnTo>
                    <a:pt x="1029808" y="512583"/>
                  </a:lnTo>
                  <a:lnTo>
                    <a:pt x="1032272" y="512582"/>
                  </a:lnTo>
                  <a:lnTo>
                    <a:pt x="1034736" y="512582"/>
                  </a:lnTo>
                  <a:lnTo>
                    <a:pt x="1037199" y="512582"/>
                  </a:lnTo>
                  <a:lnTo>
                    <a:pt x="1039663" y="512582"/>
                  </a:lnTo>
                  <a:lnTo>
                    <a:pt x="1042127" y="512582"/>
                  </a:lnTo>
                  <a:lnTo>
                    <a:pt x="1044590" y="512581"/>
                  </a:lnTo>
                  <a:lnTo>
                    <a:pt x="1047054" y="512581"/>
                  </a:lnTo>
                  <a:lnTo>
                    <a:pt x="1049518" y="512580"/>
                  </a:lnTo>
                  <a:lnTo>
                    <a:pt x="1051981" y="512579"/>
                  </a:lnTo>
                  <a:lnTo>
                    <a:pt x="1054445" y="512577"/>
                  </a:lnTo>
                  <a:lnTo>
                    <a:pt x="1056909" y="512576"/>
                  </a:lnTo>
                  <a:lnTo>
                    <a:pt x="1059372" y="512573"/>
                  </a:lnTo>
                  <a:lnTo>
                    <a:pt x="1061836" y="512570"/>
                  </a:lnTo>
                  <a:lnTo>
                    <a:pt x="1064300" y="512566"/>
                  </a:lnTo>
                  <a:lnTo>
                    <a:pt x="1066763" y="512562"/>
                  </a:lnTo>
                  <a:lnTo>
                    <a:pt x="1069227" y="512556"/>
                  </a:lnTo>
                  <a:lnTo>
                    <a:pt x="1071691" y="512549"/>
                  </a:lnTo>
                  <a:lnTo>
                    <a:pt x="1074154" y="512540"/>
                  </a:lnTo>
                  <a:lnTo>
                    <a:pt x="1076618" y="512529"/>
                  </a:lnTo>
                  <a:lnTo>
                    <a:pt x="1079082" y="512515"/>
                  </a:lnTo>
                  <a:lnTo>
                    <a:pt x="1081545" y="512500"/>
                  </a:lnTo>
                  <a:lnTo>
                    <a:pt x="1084009" y="512481"/>
                  </a:lnTo>
                  <a:lnTo>
                    <a:pt x="1086472" y="512460"/>
                  </a:lnTo>
                  <a:lnTo>
                    <a:pt x="1088936" y="512434"/>
                  </a:lnTo>
                  <a:lnTo>
                    <a:pt x="1091400" y="512405"/>
                  </a:lnTo>
                  <a:lnTo>
                    <a:pt x="1093863" y="512372"/>
                  </a:lnTo>
                  <a:lnTo>
                    <a:pt x="1096327" y="512334"/>
                  </a:lnTo>
                  <a:lnTo>
                    <a:pt x="1098791" y="512293"/>
                  </a:lnTo>
                  <a:lnTo>
                    <a:pt x="1101254" y="512247"/>
                  </a:lnTo>
                  <a:lnTo>
                    <a:pt x="1103718" y="512197"/>
                  </a:lnTo>
                  <a:lnTo>
                    <a:pt x="1106182" y="512142"/>
                  </a:lnTo>
                  <a:lnTo>
                    <a:pt x="1108645" y="512083"/>
                  </a:lnTo>
                  <a:lnTo>
                    <a:pt x="1111109" y="512022"/>
                  </a:lnTo>
                  <a:lnTo>
                    <a:pt x="1113573" y="511957"/>
                  </a:lnTo>
                  <a:lnTo>
                    <a:pt x="1116036" y="511891"/>
                  </a:lnTo>
                  <a:lnTo>
                    <a:pt x="1118500" y="511824"/>
                  </a:lnTo>
                  <a:lnTo>
                    <a:pt x="1120964" y="511756"/>
                  </a:lnTo>
                  <a:lnTo>
                    <a:pt x="1123427" y="511690"/>
                  </a:lnTo>
                  <a:lnTo>
                    <a:pt x="1125891" y="511626"/>
                  </a:lnTo>
                  <a:lnTo>
                    <a:pt x="1128355" y="511565"/>
                  </a:lnTo>
                  <a:lnTo>
                    <a:pt x="1130818" y="511508"/>
                  </a:lnTo>
                  <a:lnTo>
                    <a:pt x="1133282" y="511457"/>
                  </a:lnTo>
                  <a:lnTo>
                    <a:pt x="1135746" y="511413"/>
                  </a:lnTo>
                  <a:lnTo>
                    <a:pt x="1138209" y="511376"/>
                  </a:lnTo>
                  <a:lnTo>
                    <a:pt x="1140673" y="511349"/>
                  </a:lnTo>
                  <a:lnTo>
                    <a:pt x="1143137" y="511331"/>
                  </a:lnTo>
                  <a:lnTo>
                    <a:pt x="1145600" y="511322"/>
                  </a:lnTo>
                  <a:lnTo>
                    <a:pt x="1148064" y="511323"/>
                  </a:lnTo>
                  <a:lnTo>
                    <a:pt x="1150528" y="511333"/>
                  </a:lnTo>
                  <a:lnTo>
                    <a:pt x="1152991" y="511352"/>
                  </a:lnTo>
                  <a:lnTo>
                    <a:pt x="1155455" y="511381"/>
                  </a:lnTo>
                  <a:lnTo>
                    <a:pt x="1157919" y="511420"/>
                  </a:lnTo>
                  <a:lnTo>
                    <a:pt x="1160382" y="511465"/>
                  </a:lnTo>
                  <a:lnTo>
                    <a:pt x="1162846" y="511517"/>
                  </a:lnTo>
                  <a:lnTo>
                    <a:pt x="1165310" y="511574"/>
                  </a:lnTo>
                  <a:lnTo>
                    <a:pt x="1167773" y="511635"/>
                  </a:lnTo>
                  <a:lnTo>
                    <a:pt x="1170237" y="511700"/>
                  </a:lnTo>
                  <a:lnTo>
                    <a:pt x="1172701" y="511766"/>
                  </a:lnTo>
                  <a:lnTo>
                    <a:pt x="1175164" y="511834"/>
                  </a:lnTo>
                  <a:lnTo>
                    <a:pt x="1177628" y="511901"/>
                  </a:lnTo>
                  <a:lnTo>
                    <a:pt x="1180091" y="511967"/>
                  </a:lnTo>
                  <a:lnTo>
                    <a:pt x="1182555" y="512031"/>
                  </a:lnTo>
                  <a:lnTo>
                    <a:pt x="1185019" y="512093"/>
                  </a:lnTo>
                  <a:lnTo>
                    <a:pt x="1187482" y="512150"/>
                  </a:lnTo>
                  <a:lnTo>
                    <a:pt x="1189946" y="512204"/>
                  </a:lnTo>
                  <a:lnTo>
                    <a:pt x="1192410" y="512254"/>
                  </a:lnTo>
                  <a:lnTo>
                    <a:pt x="1194873" y="512299"/>
                  </a:lnTo>
                  <a:lnTo>
                    <a:pt x="1197337" y="512340"/>
                  </a:lnTo>
                  <a:lnTo>
                    <a:pt x="1199801" y="512377"/>
                  </a:lnTo>
                  <a:lnTo>
                    <a:pt x="1202264" y="512410"/>
                  </a:lnTo>
                  <a:lnTo>
                    <a:pt x="1204728" y="512438"/>
                  </a:lnTo>
                  <a:lnTo>
                    <a:pt x="1207192" y="512463"/>
                  </a:lnTo>
                  <a:lnTo>
                    <a:pt x="1209655" y="512484"/>
                  </a:lnTo>
                  <a:lnTo>
                    <a:pt x="1212119" y="512502"/>
                  </a:lnTo>
                  <a:lnTo>
                    <a:pt x="1214583" y="512518"/>
                  </a:lnTo>
                  <a:lnTo>
                    <a:pt x="1217046" y="512530"/>
                  </a:lnTo>
                  <a:lnTo>
                    <a:pt x="1219510" y="512541"/>
                  </a:lnTo>
                  <a:lnTo>
                    <a:pt x="1221974" y="512550"/>
                  </a:lnTo>
                  <a:lnTo>
                    <a:pt x="1224437" y="512557"/>
                  </a:lnTo>
                  <a:lnTo>
                    <a:pt x="1226901" y="512562"/>
                  </a:lnTo>
                  <a:lnTo>
                    <a:pt x="1229365" y="512567"/>
                  </a:lnTo>
                  <a:lnTo>
                    <a:pt x="1231828" y="512571"/>
                  </a:lnTo>
                  <a:lnTo>
                    <a:pt x="1234292" y="512574"/>
                  </a:lnTo>
                  <a:lnTo>
                    <a:pt x="1236756" y="512576"/>
                  </a:lnTo>
                  <a:lnTo>
                    <a:pt x="1239219" y="512578"/>
                  </a:lnTo>
                  <a:lnTo>
                    <a:pt x="1241683" y="512579"/>
                  </a:lnTo>
                  <a:lnTo>
                    <a:pt x="1244147" y="512580"/>
                  </a:lnTo>
                  <a:lnTo>
                    <a:pt x="1246610" y="512581"/>
                  </a:lnTo>
                  <a:lnTo>
                    <a:pt x="1249074" y="512581"/>
                  </a:lnTo>
                  <a:lnTo>
                    <a:pt x="1251538" y="512582"/>
                  </a:lnTo>
                  <a:lnTo>
                    <a:pt x="1254001" y="512582"/>
                  </a:lnTo>
                  <a:lnTo>
                    <a:pt x="1256465" y="512582"/>
                  </a:lnTo>
                  <a:lnTo>
                    <a:pt x="1258929" y="512583"/>
                  </a:lnTo>
                  <a:lnTo>
                    <a:pt x="1256465" y="512583"/>
                  </a:lnTo>
                  <a:lnTo>
                    <a:pt x="1254001" y="512583"/>
                  </a:lnTo>
                  <a:lnTo>
                    <a:pt x="1251538" y="512583"/>
                  </a:lnTo>
                  <a:lnTo>
                    <a:pt x="1249074" y="512583"/>
                  </a:lnTo>
                  <a:lnTo>
                    <a:pt x="1246610" y="512583"/>
                  </a:lnTo>
                  <a:lnTo>
                    <a:pt x="1244147" y="512583"/>
                  </a:lnTo>
                  <a:lnTo>
                    <a:pt x="1241683" y="512583"/>
                  </a:lnTo>
                  <a:lnTo>
                    <a:pt x="1239219" y="512583"/>
                  </a:lnTo>
                  <a:lnTo>
                    <a:pt x="1236756" y="512583"/>
                  </a:lnTo>
                  <a:lnTo>
                    <a:pt x="1234292" y="512583"/>
                  </a:lnTo>
                  <a:lnTo>
                    <a:pt x="1231828" y="512583"/>
                  </a:lnTo>
                  <a:lnTo>
                    <a:pt x="1229365" y="512583"/>
                  </a:lnTo>
                  <a:lnTo>
                    <a:pt x="1226901" y="512583"/>
                  </a:lnTo>
                  <a:lnTo>
                    <a:pt x="1224437" y="512583"/>
                  </a:lnTo>
                  <a:lnTo>
                    <a:pt x="1221974" y="512583"/>
                  </a:lnTo>
                  <a:lnTo>
                    <a:pt x="1219510" y="512583"/>
                  </a:lnTo>
                  <a:lnTo>
                    <a:pt x="1217046" y="512583"/>
                  </a:lnTo>
                  <a:lnTo>
                    <a:pt x="1214583" y="512583"/>
                  </a:lnTo>
                  <a:lnTo>
                    <a:pt x="1212119" y="512583"/>
                  </a:lnTo>
                  <a:lnTo>
                    <a:pt x="1209655" y="512583"/>
                  </a:lnTo>
                  <a:lnTo>
                    <a:pt x="1207192" y="512583"/>
                  </a:lnTo>
                  <a:lnTo>
                    <a:pt x="1204728" y="512583"/>
                  </a:lnTo>
                  <a:lnTo>
                    <a:pt x="1202264" y="512583"/>
                  </a:lnTo>
                  <a:lnTo>
                    <a:pt x="1199801" y="512583"/>
                  </a:lnTo>
                  <a:lnTo>
                    <a:pt x="1197337" y="512583"/>
                  </a:lnTo>
                  <a:lnTo>
                    <a:pt x="1194873" y="512583"/>
                  </a:lnTo>
                  <a:lnTo>
                    <a:pt x="1192410" y="512583"/>
                  </a:lnTo>
                  <a:lnTo>
                    <a:pt x="1189946" y="512583"/>
                  </a:lnTo>
                  <a:lnTo>
                    <a:pt x="1187482" y="512583"/>
                  </a:lnTo>
                  <a:lnTo>
                    <a:pt x="1185019" y="512583"/>
                  </a:lnTo>
                  <a:lnTo>
                    <a:pt x="1182555" y="512583"/>
                  </a:lnTo>
                  <a:lnTo>
                    <a:pt x="1180091" y="512583"/>
                  </a:lnTo>
                  <a:lnTo>
                    <a:pt x="1177628" y="512583"/>
                  </a:lnTo>
                  <a:lnTo>
                    <a:pt x="1175164" y="512583"/>
                  </a:lnTo>
                  <a:lnTo>
                    <a:pt x="1172701" y="512583"/>
                  </a:lnTo>
                  <a:lnTo>
                    <a:pt x="1170237" y="512583"/>
                  </a:lnTo>
                  <a:lnTo>
                    <a:pt x="1167773" y="512583"/>
                  </a:lnTo>
                  <a:lnTo>
                    <a:pt x="1165310" y="512583"/>
                  </a:lnTo>
                  <a:lnTo>
                    <a:pt x="1162846" y="512583"/>
                  </a:lnTo>
                  <a:lnTo>
                    <a:pt x="1160382" y="512583"/>
                  </a:lnTo>
                  <a:lnTo>
                    <a:pt x="1157919" y="512583"/>
                  </a:lnTo>
                  <a:lnTo>
                    <a:pt x="1155455" y="512583"/>
                  </a:lnTo>
                  <a:lnTo>
                    <a:pt x="1152991" y="512583"/>
                  </a:lnTo>
                  <a:lnTo>
                    <a:pt x="1150528" y="512583"/>
                  </a:lnTo>
                  <a:lnTo>
                    <a:pt x="1148064" y="512583"/>
                  </a:lnTo>
                  <a:lnTo>
                    <a:pt x="1145600" y="512583"/>
                  </a:lnTo>
                  <a:lnTo>
                    <a:pt x="1143137" y="512583"/>
                  </a:lnTo>
                  <a:lnTo>
                    <a:pt x="1140673" y="512583"/>
                  </a:lnTo>
                  <a:lnTo>
                    <a:pt x="1138209" y="512583"/>
                  </a:lnTo>
                  <a:lnTo>
                    <a:pt x="1135746" y="512583"/>
                  </a:lnTo>
                  <a:lnTo>
                    <a:pt x="1133282" y="512583"/>
                  </a:lnTo>
                  <a:lnTo>
                    <a:pt x="1130818" y="512583"/>
                  </a:lnTo>
                  <a:lnTo>
                    <a:pt x="1128355" y="512583"/>
                  </a:lnTo>
                  <a:lnTo>
                    <a:pt x="1125891" y="512583"/>
                  </a:lnTo>
                  <a:lnTo>
                    <a:pt x="1123427" y="512583"/>
                  </a:lnTo>
                  <a:lnTo>
                    <a:pt x="1120964" y="512583"/>
                  </a:lnTo>
                  <a:lnTo>
                    <a:pt x="1118500" y="512583"/>
                  </a:lnTo>
                  <a:lnTo>
                    <a:pt x="1116036" y="512583"/>
                  </a:lnTo>
                  <a:lnTo>
                    <a:pt x="1113573" y="512583"/>
                  </a:lnTo>
                  <a:lnTo>
                    <a:pt x="1111109" y="512583"/>
                  </a:lnTo>
                  <a:lnTo>
                    <a:pt x="1108645" y="512583"/>
                  </a:lnTo>
                  <a:lnTo>
                    <a:pt x="1106182" y="512583"/>
                  </a:lnTo>
                  <a:lnTo>
                    <a:pt x="1103718" y="512583"/>
                  </a:lnTo>
                  <a:lnTo>
                    <a:pt x="1101254" y="512583"/>
                  </a:lnTo>
                  <a:lnTo>
                    <a:pt x="1098791" y="512583"/>
                  </a:lnTo>
                  <a:lnTo>
                    <a:pt x="1096327" y="512583"/>
                  </a:lnTo>
                  <a:lnTo>
                    <a:pt x="1093863" y="512583"/>
                  </a:lnTo>
                  <a:lnTo>
                    <a:pt x="1091400" y="512583"/>
                  </a:lnTo>
                  <a:lnTo>
                    <a:pt x="1088936" y="512583"/>
                  </a:lnTo>
                  <a:lnTo>
                    <a:pt x="1086472" y="512583"/>
                  </a:lnTo>
                  <a:lnTo>
                    <a:pt x="1084009" y="512583"/>
                  </a:lnTo>
                  <a:lnTo>
                    <a:pt x="1081545" y="512583"/>
                  </a:lnTo>
                  <a:lnTo>
                    <a:pt x="1079082" y="512583"/>
                  </a:lnTo>
                  <a:lnTo>
                    <a:pt x="1076618" y="512583"/>
                  </a:lnTo>
                  <a:lnTo>
                    <a:pt x="1074154" y="512583"/>
                  </a:lnTo>
                  <a:lnTo>
                    <a:pt x="1071691" y="512583"/>
                  </a:lnTo>
                  <a:lnTo>
                    <a:pt x="1069227" y="512583"/>
                  </a:lnTo>
                  <a:lnTo>
                    <a:pt x="1066763" y="512583"/>
                  </a:lnTo>
                  <a:lnTo>
                    <a:pt x="1064300" y="512583"/>
                  </a:lnTo>
                  <a:lnTo>
                    <a:pt x="1061836" y="512583"/>
                  </a:lnTo>
                  <a:lnTo>
                    <a:pt x="1059372" y="512583"/>
                  </a:lnTo>
                  <a:lnTo>
                    <a:pt x="1056909" y="512583"/>
                  </a:lnTo>
                  <a:lnTo>
                    <a:pt x="1054445" y="512583"/>
                  </a:lnTo>
                  <a:lnTo>
                    <a:pt x="1051981" y="512583"/>
                  </a:lnTo>
                  <a:lnTo>
                    <a:pt x="1049518" y="512583"/>
                  </a:lnTo>
                  <a:lnTo>
                    <a:pt x="1047054" y="512583"/>
                  </a:lnTo>
                  <a:lnTo>
                    <a:pt x="1044590" y="512583"/>
                  </a:lnTo>
                  <a:lnTo>
                    <a:pt x="1042127" y="512583"/>
                  </a:lnTo>
                  <a:lnTo>
                    <a:pt x="1039663" y="512583"/>
                  </a:lnTo>
                  <a:lnTo>
                    <a:pt x="1037199" y="512583"/>
                  </a:lnTo>
                  <a:lnTo>
                    <a:pt x="1034736" y="512583"/>
                  </a:lnTo>
                  <a:lnTo>
                    <a:pt x="1032272" y="512583"/>
                  </a:lnTo>
                  <a:lnTo>
                    <a:pt x="1029808" y="512583"/>
                  </a:lnTo>
                  <a:lnTo>
                    <a:pt x="1027345" y="512583"/>
                  </a:lnTo>
                  <a:lnTo>
                    <a:pt x="1024881" y="512583"/>
                  </a:lnTo>
                  <a:lnTo>
                    <a:pt x="1022417" y="512583"/>
                  </a:lnTo>
                  <a:lnTo>
                    <a:pt x="1019954" y="512583"/>
                  </a:lnTo>
                  <a:lnTo>
                    <a:pt x="1017490" y="512583"/>
                  </a:lnTo>
                  <a:lnTo>
                    <a:pt x="1015026" y="512583"/>
                  </a:lnTo>
                  <a:lnTo>
                    <a:pt x="1012563" y="512583"/>
                  </a:lnTo>
                  <a:lnTo>
                    <a:pt x="1010099" y="512583"/>
                  </a:lnTo>
                  <a:lnTo>
                    <a:pt x="1007635" y="512583"/>
                  </a:lnTo>
                  <a:lnTo>
                    <a:pt x="1005172" y="512583"/>
                  </a:lnTo>
                  <a:lnTo>
                    <a:pt x="1002708" y="512583"/>
                  </a:lnTo>
                  <a:lnTo>
                    <a:pt x="1000244" y="512583"/>
                  </a:lnTo>
                  <a:lnTo>
                    <a:pt x="997781" y="512583"/>
                  </a:lnTo>
                  <a:lnTo>
                    <a:pt x="995317" y="512583"/>
                  </a:lnTo>
                  <a:lnTo>
                    <a:pt x="992853" y="512583"/>
                  </a:lnTo>
                  <a:lnTo>
                    <a:pt x="990390" y="512583"/>
                  </a:lnTo>
                  <a:lnTo>
                    <a:pt x="987926" y="512583"/>
                  </a:lnTo>
                  <a:lnTo>
                    <a:pt x="985463" y="512583"/>
                  </a:lnTo>
                  <a:lnTo>
                    <a:pt x="982999" y="512583"/>
                  </a:lnTo>
                  <a:lnTo>
                    <a:pt x="980535" y="512583"/>
                  </a:lnTo>
                  <a:lnTo>
                    <a:pt x="978072" y="512583"/>
                  </a:lnTo>
                  <a:lnTo>
                    <a:pt x="975608" y="512583"/>
                  </a:lnTo>
                  <a:lnTo>
                    <a:pt x="973144" y="512583"/>
                  </a:lnTo>
                  <a:lnTo>
                    <a:pt x="970681" y="512583"/>
                  </a:lnTo>
                  <a:lnTo>
                    <a:pt x="968217" y="512583"/>
                  </a:lnTo>
                  <a:lnTo>
                    <a:pt x="965753" y="512583"/>
                  </a:lnTo>
                  <a:lnTo>
                    <a:pt x="963290" y="512583"/>
                  </a:lnTo>
                  <a:lnTo>
                    <a:pt x="960826" y="512583"/>
                  </a:lnTo>
                  <a:lnTo>
                    <a:pt x="958362" y="512583"/>
                  </a:lnTo>
                  <a:lnTo>
                    <a:pt x="955899" y="512583"/>
                  </a:lnTo>
                  <a:lnTo>
                    <a:pt x="953435" y="512583"/>
                  </a:lnTo>
                  <a:lnTo>
                    <a:pt x="950971" y="512583"/>
                  </a:lnTo>
                  <a:lnTo>
                    <a:pt x="948508" y="512583"/>
                  </a:lnTo>
                  <a:lnTo>
                    <a:pt x="946044" y="512583"/>
                  </a:lnTo>
                  <a:lnTo>
                    <a:pt x="943580" y="512583"/>
                  </a:lnTo>
                  <a:lnTo>
                    <a:pt x="941117" y="512583"/>
                  </a:lnTo>
                  <a:lnTo>
                    <a:pt x="938653" y="512583"/>
                  </a:lnTo>
                  <a:lnTo>
                    <a:pt x="936189" y="512583"/>
                  </a:lnTo>
                  <a:lnTo>
                    <a:pt x="933726" y="512583"/>
                  </a:lnTo>
                  <a:lnTo>
                    <a:pt x="931262" y="512583"/>
                  </a:lnTo>
                  <a:lnTo>
                    <a:pt x="928798" y="512583"/>
                  </a:lnTo>
                  <a:lnTo>
                    <a:pt x="926335" y="512583"/>
                  </a:lnTo>
                  <a:lnTo>
                    <a:pt x="923871" y="512583"/>
                  </a:lnTo>
                  <a:lnTo>
                    <a:pt x="921407" y="512583"/>
                  </a:lnTo>
                  <a:lnTo>
                    <a:pt x="918944" y="512583"/>
                  </a:lnTo>
                  <a:lnTo>
                    <a:pt x="916480" y="512583"/>
                  </a:lnTo>
                  <a:lnTo>
                    <a:pt x="914016" y="512583"/>
                  </a:lnTo>
                  <a:lnTo>
                    <a:pt x="911553" y="512583"/>
                  </a:lnTo>
                  <a:lnTo>
                    <a:pt x="909089" y="512583"/>
                  </a:lnTo>
                  <a:lnTo>
                    <a:pt x="906625" y="512583"/>
                  </a:lnTo>
                  <a:lnTo>
                    <a:pt x="904162" y="512583"/>
                  </a:lnTo>
                  <a:lnTo>
                    <a:pt x="901698" y="512583"/>
                  </a:lnTo>
                  <a:lnTo>
                    <a:pt x="899235" y="512583"/>
                  </a:lnTo>
                  <a:lnTo>
                    <a:pt x="896771" y="512583"/>
                  </a:lnTo>
                  <a:lnTo>
                    <a:pt x="894307" y="512583"/>
                  </a:lnTo>
                  <a:lnTo>
                    <a:pt x="891844" y="512583"/>
                  </a:lnTo>
                  <a:lnTo>
                    <a:pt x="889380" y="512583"/>
                  </a:lnTo>
                  <a:lnTo>
                    <a:pt x="886916" y="512583"/>
                  </a:lnTo>
                  <a:lnTo>
                    <a:pt x="884453" y="512583"/>
                  </a:lnTo>
                  <a:lnTo>
                    <a:pt x="881989" y="512583"/>
                  </a:lnTo>
                  <a:lnTo>
                    <a:pt x="879525" y="512583"/>
                  </a:lnTo>
                  <a:lnTo>
                    <a:pt x="877062" y="512583"/>
                  </a:lnTo>
                  <a:lnTo>
                    <a:pt x="874598" y="512583"/>
                  </a:lnTo>
                  <a:lnTo>
                    <a:pt x="872134" y="512583"/>
                  </a:lnTo>
                  <a:lnTo>
                    <a:pt x="869671" y="512583"/>
                  </a:lnTo>
                  <a:lnTo>
                    <a:pt x="867207" y="512583"/>
                  </a:lnTo>
                  <a:lnTo>
                    <a:pt x="864743" y="512583"/>
                  </a:lnTo>
                  <a:lnTo>
                    <a:pt x="862280" y="512583"/>
                  </a:lnTo>
                  <a:lnTo>
                    <a:pt x="859816" y="512583"/>
                  </a:lnTo>
                  <a:lnTo>
                    <a:pt x="857352" y="512583"/>
                  </a:lnTo>
                  <a:lnTo>
                    <a:pt x="854889" y="512583"/>
                  </a:lnTo>
                  <a:lnTo>
                    <a:pt x="852425" y="512583"/>
                  </a:lnTo>
                  <a:lnTo>
                    <a:pt x="849961" y="512583"/>
                  </a:lnTo>
                  <a:lnTo>
                    <a:pt x="847498" y="512583"/>
                  </a:lnTo>
                  <a:lnTo>
                    <a:pt x="845034" y="512583"/>
                  </a:lnTo>
                  <a:lnTo>
                    <a:pt x="842570" y="512583"/>
                  </a:lnTo>
                  <a:lnTo>
                    <a:pt x="840107" y="512583"/>
                  </a:lnTo>
                  <a:lnTo>
                    <a:pt x="837643" y="512583"/>
                  </a:lnTo>
                  <a:lnTo>
                    <a:pt x="835179" y="512583"/>
                  </a:lnTo>
                  <a:lnTo>
                    <a:pt x="832716" y="512583"/>
                  </a:lnTo>
                  <a:lnTo>
                    <a:pt x="830252" y="512583"/>
                  </a:lnTo>
                  <a:lnTo>
                    <a:pt x="827788" y="512583"/>
                  </a:lnTo>
                  <a:lnTo>
                    <a:pt x="825325" y="512583"/>
                  </a:lnTo>
                  <a:lnTo>
                    <a:pt x="822861" y="512583"/>
                  </a:lnTo>
                  <a:lnTo>
                    <a:pt x="820397" y="512583"/>
                  </a:lnTo>
                  <a:lnTo>
                    <a:pt x="817934" y="512583"/>
                  </a:lnTo>
                  <a:lnTo>
                    <a:pt x="815470" y="512583"/>
                  </a:lnTo>
                  <a:lnTo>
                    <a:pt x="813006" y="512583"/>
                  </a:lnTo>
                  <a:lnTo>
                    <a:pt x="810543" y="512583"/>
                  </a:lnTo>
                  <a:lnTo>
                    <a:pt x="808079" y="512583"/>
                  </a:lnTo>
                  <a:lnTo>
                    <a:pt x="805616" y="512583"/>
                  </a:lnTo>
                  <a:lnTo>
                    <a:pt x="803152" y="512583"/>
                  </a:lnTo>
                  <a:lnTo>
                    <a:pt x="800688" y="512583"/>
                  </a:lnTo>
                  <a:lnTo>
                    <a:pt x="798225" y="512583"/>
                  </a:lnTo>
                  <a:lnTo>
                    <a:pt x="795761" y="512583"/>
                  </a:lnTo>
                  <a:lnTo>
                    <a:pt x="793297" y="512583"/>
                  </a:lnTo>
                  <a:lnTo>
                    <a:pt x="790834" y="512583"/>
                  </a:lnTo>
                  <a:lnTo>
                    <a:pt x="788370" y="512583"/>
                  </a:lnTo>
                  <a:lnTo>
                    <a:pt x="785906" y="512583"/>
                  </a:lnTo>
                  <a:lnTo>
                    <a:pt x="783443" y="512583"/>
                  </a:lnTo>
                  <a:lnTo>
                    <a:pt x="780979" y="512583"/>
                  </a:lnTo>
                  <a:lnTo>
                    <a:pt x="778515" y="512583"/>
                  </a:lnTo>
                  <a:lnTo>
                    <a:pt x="776052" y="512583"/>
                  </a:lnTo>
                  <a:lnTo>
                    <a:pt x="773588" y="512583"/>
                  </a:lnTo>
                  <a:lnTo>
                    <a:pt x="771124" y="512583"/>
                  </a:lnTo>
                  <a:lnTo>
                    <a:pt x="768661" y="512583"/>
                  </a:lnTo>
                  <a:lnTo>
                    <a:pt x="766197" y="512583"/>
                  </a:lnTo>
                  <a:lnTo>
                    <a:pt x="763733" y="512583"/>
                  </a:lnTo>
                  <a:lnTo>
                    <a:pt x="761270" y="512583"/>
                  </a:lnTo>
                  <a:lnTo>
                    <a:pt x="758806" y="512583"/>
                  </a:lnTo>
                  <a:lnTo>
                    <a:pt x="756342" y="512583"/>
                  </a:lnTo>
                  <a:lnTo>
                    <a:pt x="753879" y="512583"/>
                  </a:lnTo>
                  <a:lnTo>
                    <a:pt x="751415" y="512583"/>
                  </a:lnTo>
                  <a:lnTo>
                    <a:pt x="748951" y="512583"/>
                  </a:lnTo>
                  <a:lnTo>
                    <a:pt x="746488" y="512583"/>
                  </a:lnTo>
                  <a:lnTo>
                    <a:pt x="744024" y="512583"/>
                  </a:lnTo>
                  <a:lnTo>
                    <a:pt x="741560" y="512583"/>
                  </a:lnTo>
                  <a:lnTo>
                    <a:pt x="739097" y="512583"/>
                  </a:lnTo>
                  <a:lnTo>
                    <a:pt x="736633" y="512583"/>
                  </a:lnTo>
                  <a:lnTo>
                    <a:pt x="734169" y="512583"/>
                  </a:lnTo>
                  <a:lnTo>
                    <a:pt x="731706" y="512583"/>
                  </a:lnTo>
                  <a:lnTo>
                    <a:pt x="729242" y="512583"/>
                  </a:lnTo>
                  <a:lnTo>
                    <a:pt x="726778" y="512583"/>
                  </a:lnTo>
                  <a:lnTo>
                    <a:pt x="724315" y="512583"/>
                  </a:lnTo>
                  <a:lnTo>
                    <a:pt x="721851" y="512583"/>
                  </a:lnTo>
                  <a:lnTo>
                    <a:pt x="719388" y="512583"/>
                  </a:lnTo>
                  <a:lnTo>
                    <a:pt x="716924" y="512583"/>
                  </a:lnTo>
                  <a:lnTo>
                    <a:pt x="714460" y="512583"/>
                  </a:lnTo>
                  <a:lnTo>
                    <a:pt x="711997" y="512583"/>
                  </a:lnTo>
                  <a:lnTo>
                    <a:pt x="709533" y="512583"/>
                  </a:lnTo>
                  <a:lnTo>
                    <a:pt x="707069" y="512583"/>
                  </a:lnTo>
                  <a:lnTo>
                    <a:pt x="704606" y="512583"/>
                  </a:lnTo>
                  <a:lnTo>
                    <a:pt x="702142" y="512583"/>
                  </a:lnTo>
                  <a:lnTo>
                    <a:pt x="699678" y="512583"/>
                  </a:lnTo>
                  <a:lnTo>
                    <a:pt x="697215" y="512583"/>
                  </a:lnTo>
                  <a:lnTo>
                    <a:pt x="694751" y="512583"/>
                  </a:lnTo>
                  <a:lnTo>
                    <a:pt x="692287" y="512583"/>
                  </a:lnTo>
                  <a:lnTo>
                    <a:pt x="689824" y="512583"/>
                  </a:lnTo>
                  <a:lnTo>
                    <a:pt x="687360" y="512583"/>
                  </a:lnTo>
                  <a:lnTo>
                    <a:pt x="684896" y="512583"/>
                  </a:lnTo>
                  <a:lnTo>
                    <a:pt x="682433" y="512583"/>
                  </a:lnTo>
                  <a:lnTo>
                    <a:pt x="679969" y="512583"/>
                  </a:lnTo>
                  <a:lnTo>
                    <a:pt x="677505" y="512583"/>
                  </a:lnTo>
                  <a:lnTo>
                    <a:pt x="675042" y="512583"/>
                  </a:lnTo>
                  <a:lnTo>
                    <a:pt x="672578" y="512583"/>
                  </a:lnTo>
                  <a:lnTo>
                    <a:pt x="670114" y="512583"/>
                  </a:lnTo>
                  <a:lnTo>
                    <a:pt x="667651" y="512583"/>
                  </a:lnTo>
                  <a:lnTo>
                    <a:pt x="665187" y="512583"/>
                  </a:lnTo>
                  <a:lnTo>
                    <a:pt x="662723" y="512583"/>
                  </a:lnTo>
                  <a:lnTo>
                    <a:pt x="660260" y="512583"/>
                  </a:lnTo>
                  <a:lnTo>
                    <a:pt x="657796" y="512583"/>
                  </a:lnTo>
                  <a:lnTo>
                    <a:pt x="655332" y="512583"/>
                  </a:lnTo>
                  <a:lnTo>
                    <a:pt x="652869" y="512583"/>
                  </a:lnTo>
                  <a:lnTo>
                    <a:pt x="650405" y="512583"/>
                  </a:lnTo>
                  <a:lnTo>
                    <a:pt x="647941" y="512583"/>
                  </a:lnTo>
                  <a:lnTo>
                    <a:pt x="645478" y="512583"/>
                  </a:lnTo>
                  <a:lnTo>
                    <a:pt x="643014" y="512583"/>
                  </a:lnTo>
                  <a:lnTo>
                    <a:pt x="640550" y="512583"/>
                  </a:lnTo>
                  <a:lnTo>
                    <a:pt x="638087" y="512583"/>
                  </a:lnTo>
                  <a:lnTo>
                    <a:pt x="635623" y="512583"/>
                  </a:lnTo>
                  <a:lnTo>
                    <a:pt x="633159" y="512583"/>
                  </a:lnTo>
                  <a:lnTo>
                    <a:pt x="630696" y="512583"/>
                  </a:lnTo>
                  <a:lnTo>
                    <a:pt x="628232" y="512583"/>
                  </a:lnTo>
                  <a:lnTo>
                    <a:pt x="625769" y="512583"/>
                  </a:lnTo>
                  <a:lnTo>
                    <a:pt x="623305" y="512583"/>
                  </a:lnTo>
                  <a:lnTo>
                    <a:pt x="620841" y="512583"/>
                  </a:lnTo>
                  <a:lnTo>
                    <a:pt x="618378" y="512583"/>
                  </a:lnTo>
                  <a:lnTo>
                    <a:pt x="615914" y="512583"/>
                  </a:lnTo>
                  <a:lnTo>
                    <a:pt x="613450" y="512583"/>
                  </a:lnTo>
                  <a:lnTo>
                    <a:pt x="610987" y="512583"/>
                  </a:lnTo>
                  <a:lnTo>
                    <a:pt x="608523" y="512583"/>
                  </a:lnTo>
                  <a:lnTo>
                    <a:pt x="606059" y="512583"/>
                  </a:lnTo>
                  <a:lnTo>
                    <a:pt x="603596" y="512583"/>
                  </a:lnTo>
                  <a:lnTo>
                    <a:pt x="601132" y="512583"/>
                  </a:lnTo>
                  <a:lnTo>
                    <a:pt x="598668" y="512583"/>
                  </a:lnTo>
                  <a:lnTo>
                    <a:pt x="596205" y="512583"/>
                  </a:lnTo>
                  <a:lnTo>
                    <a:pt x="593741" y="512583"/>
                  </a:lnTo>
                  <a:lnTo>
                    <a:pt x="591277" y="512583"/>
                  </a:lnTo>
                  <a:lnTo>
                    <a:pt x="588814" y="512583"/>
                  </a:lnTo>
                  <a:lnTo>
                    <a:pt x="586350" y="512583"/>
                  </a:lnTo>
                  <a:lnTo>
                    <a:pt x="583886" y="512583"/>
                  </a:lnTo>
                  <a:lnTo>
                    <a:pt x="581423" y="512583"/>
                  </a:lnTo>
                  <a:lnTo>
                    <a:pt x="578959" y="512583"/>
                  </a:lnTo>
                  <a:lnTo>
                    <a:pt x="576495" y="512583"/>
                  </a:lnTo>
                  <a:lnTo>
                    <a:pt x="574032" y="512583"/>
                  </a:lnTo>
                  <a:lnTo>
                    <a:pt x="571568" y="512583"/>
                  </a:lnTo>
                  <a:lnTo>
                    <a:pt x="569104" y="512583"/>
                  </a:lnTo>
                  <a:lnTo>
                    <a:pt x="566641" y="512583"/>
                  </a:lnTo>
                  <a:lnTo>
                    <a:pt x="564177" y="512583"/>
                  </a:lnTo>
                  <a:lnTo>
                    <a:pt x="561713" y="512583"/>
                  </a:lnTo>
                  <a:lnTo>
                    <a:pt x="559250" y="512583"/>
                  </a:lnTo>
                  <a:lnTo>
                    <a:pt x="556786" y="512583"/>
                  </a:lnTo>
                  <a:lnTo>
                    <a:pt x="554322" y="512583"/>
                  </a:lnTo>
                  <a:lnTo>
                    <a:pt x="551859" y="512583"/>
                  </a:lnTo>
                  <a:lnTo>
                    <a:pt x="549395" y="512583"/>
                  </a:lnTo>
                  <a:lnTo>
                    <a:pt x="546931" y="512583"/>
                  </a:lnTo>
                  <a:lnTo>
                    <a:pt x="544468" y="512583"/>
                  </a:lnTo>
                  <a:lnTo>
                    <a:pt x="542004" y="512583"/>
                  </a:lnTo>
                  <a:lnTo>
                    <a:pt x="539541" y="512583"/>
                  </a:lnTo>
                  <a:lnTo>
                    <a:pt x="537077" y="512583"/>
                  </a:lnTo>
                  <a:lnTo>
                    <a:pt x="534613" y="512583"/>
                  </a:lnTo>
                  <a:lnTo>
                    <a:pt x="532150" y="512583"/>
                  </a:lnTo>
                  <a:lnTo>
                    <a:pt x="529686" y="512583"/>
                  </a:lnTo>
                  <a:lnTo>
                    <a:pt x="527222" y="512583"/>
                  </a:lnTo>
                  <a:lnTo>
                    <a:pt x="524759" y="512583"/>
                  </a:lnTo>
                  <a:lnTo>
                    <a:pt x="522295" y="512583"/>
                  </a:lnTo>
                  <a:lnTo>
                    <a:pt x="519831" y="512583"/>
                  </a:lnTo>
                  <a:lnTo>
                    <a:pt x="517368" y="512583"/>
                  </a:lnTo>
                  <a:lnTo>
                    <a:pt x="514904" y="512583"/>
                  </a:lnTo>
                  <a:lnTo>
                    <a:pt x="512440" y="512583"/>
                  </a:lnTo>
                  <a:lnTo>
                    <a:pt x="509977" y="512583"/>
                  </a:lnTo>
                  <a:lnTo>
                    <a:pt x="507513" y="512583"/>
                  </a:lnTo>
                  <a:lnTo>
                    <a:pt x="505049" y="512583"/>
                  </a:lnTo>
                  <a:lnTo>
                    <a:pt x="502586" y="512583"/>
                  </a:lnTo>
                  <a:lnTo>
                    <a:pt x="500122" y="512583"/>
                  </a:lnTo>
                  <a:lnTo>
                    <a:pt x="497658" y="512583"/>
                  </a:lnTo>
                  <a:lnTo>
                    <a:pt x="495195" y="512583"/>
                  </a:lnTo>
                  <a:lnTo>
                    <a:pt x="492731" y="512583"/>
                  </a:lnTo>
                  <a:lnTo>
                    <a:pt x="490267" y="512583"/>
                  </a:lnTo>
                  <a:lnTo>
                    <a:pt x="487804" y="512583"/>
                  </a:lnTo>
                  <a:lnTo>
                    <a:pt x="485340" y="512583"/>
                  </a:lnTo>
                  <a:lnTo>
                    <a:pt x="482876" y="512583"/>
                  </a:lnTo>
                  <a:lnTo>
                    <a:pt x="480413" y="512583"/>
                  </a:lnTo>
                  <a:lnTo>
                    <a:pt x="477949" y="512583"/>
                  </a:lnTo>
                  <a:lnTo>
                    <a:pt x="475485" y="512583"/>
                  </a:lnTo>
                  <a:lnTo>
                    <a:pt x="473022" y="512583"/>
                  </a:lnTo>
                  <a:lnTo>
                    <a:pt x="470558" y="512583"/>
                  </a:lnTo>
                  <a:lnTo>
                    <a:pt x="468094" y="512583"/>
                  </a:lnTo>
                  <a:lnTo>
                    <a:pt x="465631" y="512583"/>
                  </a:lnTo>
                  <a:lnTo>
                    <a:pt x="463167" y="512583"/>
                  </a:lnTo>
                  <a:lnTo>
                    <a:pt x="460703" y="512583"/>
                  </a:lnTo>
                  <a:lnTo>
                    <a:pt x="458240" y="512583"/>
                  </a:lnTo>
                  <a:lnTo>
                    <a:pt x="455776" y="512583"/>
                  </a:lnTo>
                  <a:lnTo>
                    <a:pt x="453312" y="512583"/>
                  </a:lnTo>
                  <a:lnTo>
                    <a:pt x="450849" y="512583"/>
                  </a:lnTo>
                  <a:lnTo>
                    <a:pt x="448385" y="512583"/>
                  </a:lnTo>
                  <a:lnTo>
                    <a:pt x="445922" y="512583"/>
                  </a:lnTo>
                  <a:lnTo>
                    <a:pt x="443458" y="512583"/>
                  </a:lnTo>
                  <a:lnTo>
                    <a:pt x="440994" y="512583"/>
                  </a:lnTo>
                  <a:lnTo>
                    <a:pt x="438531" y="512583"/>
                  </a:lnTo>
                  <a:lnTo>
                    <a:pt x="436067" y="512583"/>
                  </a:lnTo>
                  <a:lnTo>
                    <a:pt x="433603" y="512583"/>
                  </a:lnTo>
                  <a:lnTo>
                    <a:pt x="431140" y="512583"/>
                  </a:lnTo>
                  <a:lnTo>
                    <a:pt x="428676" y="512583"/>
                  </a:lnTo>
                  <a:lnTo>
                    <a:pt x="426212" y="512583"/>
                  </a:lnTo>
                  <a:lnTo>
                    <a:pt x="423749" y="512583"/>
                  </a:lnTo>
                  <a:lnTo>
                    <a:pt x="421285" y="512583"/>
                  </a:lnTo>
                  <a:lnTo>
                    <a:pt x="418821" y="512583"/>
                  </a:lnTo>
                  <a:lnTo>
                    <a:pt x="416358" y="512583"/>
                  </a:lnTo>
                  <a:lnTo>
                    <a:pt x="413894" y="512583"/>
                  </a:lnTo>
                  <a:lnTo>
                    <a:pt x="411430" y="512583"/>
                  </a:lnTo>
                  <a:lnTo>
                    <a:pt x="408967" y="512583"/>
                  </a:lnTo>
                  <a:lnTo>
                    <a:pt x="406503" y="512583"/>
                  </a:lnTo>
                  <a:lnTo>
                    <a:pt x="404039" y="512583"/>
                  </a:lnTo>
                  <a:lnTo>
                    <a:pt x="401576" y="512583"/>
                  </a:lnTo>
                  <a:lnTo>
                    <a:pt x="399112" y="512583"/>
                  </a:lnTo>
                  <a:lnTo>
                    <a:pt x="396648" y="512583"/>
                  </a:lnTo>
                  <a:lnTo>
                    <a:pt x="394185" y="512583"/>
                  </a:lnTo>
                  <a:lnTo>
                    <a:pt x="391721" y="512583"/>
                  </a:lnTo>
                  <a:lnTo>
                    <a:pt x="389257" y="512583"/>
                  </a:lnTo>
                  <a:lnTo>
                    <a:pt x="386794" y="512583"/>
                  </a:lnTo>
                  <a:lnTo>
                    <a:pt x="384330" y="512583"/>
                  </a:lnTo>
                  <a:lnTo>
                    <a:pt x="381866" y="512583"/>
                  </a:lnTo>
                  <a:lnTo>
                    <a:pt x="379403" y="512583"/>
                  </a:lnTo>
                  <a:lnTo>
                    <a:pt x="376939" y="512583"/>
                  </a:lnTo>
                  <a:lnTo>
                    <a:pt x="374475" y="512583"/>
                  </a:lnTo>
                  <a:lnTo>
                    <a:pt x="372012" y="512583"/>
                  </a:lnTo>
                  <a:lnTo>
                    <a:pt x="369548" y="512583"/>
                  </a:lnTo>
                  <a:lnTo>
                    <a:pt x="367084" y="512583"/>
                  </a:lnTo>
                  <a:lnTo>
                    <a:pt x="364621" y="512583"/>
                  </a:lnTo>
                  <a:lnTo>
                    <a:pt x="362157" y="512583"/>
                  </a:lnTo>
                  <a:lnTo>
                    <a:pt x="359694" y="512583"/>
                  </a:lnTo>
                  <a:lnTo>
                    <a:pt x="357230" y="512583"/>
                  </a:lnTo>
                  <a:lnTo>
                    <a:pt x="354766" y="512583"/>
                  </a:lnTo>
                  <a:lnTo>
                    <a:pt x="352303" y="512583"/>
                  </a:lnTo>
                  <a:lnTo>
                    <a:pt x="349839" y="512583"/>
                  </a:lnTo>
                  <a:lnTo>
                    <a:pt x="347375" y="512583"/>
                  </a:lnTo>
                  <a:lnTo>
                    <a:pt x="344912" y="512583"/>
                  </a:lnTo>
                  <a:lnTo>
                    <a:pt x="342448" y="512583"/>
                  </a:lnTo>
                  <a:lnTo>
                    <a:pt x="339984" y="512583"/>
                  </a:lnTo>
                  <a:lnTo>
                    <a:pt x="337521" y="512583"/>
                  </a:lnTo>
                  <a:lnTo>
                    <a:pt x="335057" y="512583"/>
                  </a:lnTo>
                  <a:lnTo>
                    <a:pt x="332593" y="512583"/>
                  </a:lnTo>
                  <a:lnTo>
                    <a:pt x="330130" y="512583"/>
                  </a:lnTo>
                  <a:lnTo>
                    <a:pt x="327666" y="512583"/>
                  </a:lnTo>
                  <a:lnTo>
                    <a:pt x="325202" y="512583"/>
                  </a:lnTo>
                  <a:lnTo>
                    <a:pt x="322739" y="512583"/>
                  </a:lnTo>
                  <a:lnTo>
                    <a:pt x="320275" y="512583"/>
                  </a:lnTo>
                  <a:lnTo>
                    <a:pt x="317811" y="512583"/>
                  </a:lnTo>
                  <a:lnTo>
                    <a:pt x="315348" y="512583"/>
                  </a:lnTo>
                  <a:lnTo>
                    <a:pt x="312884" y="512583"/>
                  </a:lnTo>
                  <a:lnTo>
                    <a:pt x="310420" y="512583"/>
                  </a:lnTo>
                  <a:lnTo>
                    <a:pt x="307957" y="512583"/>
                  </a:lnTo>
                  <a:lnTo>
                    <a:pt x="305493" y="512583"/>
                  </a:lnTo>
                  <a:lnTo>
                    <a:pt x="303029" y="512583"/>
                  </a:lnTo>
                  <a:lnTo>
                    <a:pt x="300566" y="512583"/>
                  </a:lnTo>
                  <a:lnTo>
                    <a:pt x="298102" y="512583"/>
                  </a:lnTo>
                  <a:lnTo>
                    <a:pt x="295638" y="512583"/>
                  </a:lnTo>
                  <a:lnTo>
                    <a:pt x="293175" y="512583"/>
                  </a:lnTo>
                  <a:lnTo>
                    <a:pt x="290711" y="512583"/>
                  </a:lnTo>
                  <a:lnTo>
                    <a:pt x="288247" y="512583"/>
                  </a:lnTo>
                  <a:lnTo>
                    <a:pt x="285784" y="512583"/>
                  </a:lnTo>
                  <a:lnTo>
                    <a:pt x="283320" y="512583"/>
                  </a:lnTo>
                  <a:lnTo>
                    <a:pt x="280856" y="512583"/>
                  </a:lnTo>
                  <a:lnTo>
                    <a:pt x="278393" y="512583"/>
                  </a:lnTo>
                  <a:lnTo>
                    <a:pt x="275929" y="512583"/>
                  </a:lnTo>
                  <a:lnTo>
                    <a:pt x="273465" y="512583"/>
                  </a:lnTo>
                  <a:lnTo>
                    <a:pt x="271002" y="512583"/>
                  </a:lnTo>
                  <a:lnTo>
                    <a:pt x="268538" y="512583"/>
                  </a:lnTo>
                  <a:lnTo>
                    <a:pt x="266075" y="512583"/>
                  </a:lnTo>
                  <a:lnTo>
                    <a:pt x="263611" y="512583"/>
                  </a:lnTo>
                  <a:lnTo>
                    <a:pt x="261147" y="512583"/>
                  </a:lnTo>
                  <a:lnTo>
                    <a:pt x="258684" y="512583"/>
                  </a:lnTo>
                  <a:lnTo>
                    <a:pt x="256220" y="512583"/>
                  </a:lnTo>
                  <a:lnTo>
                    <a:pt x="253756" y="512583"/>
                  </a:lnTo>
                  <a:lnTo>
                    <a:pt x="251293" y="512583"/>
                  </a:lnTo>
                  <a:lnTo>
                    <a:pt x="248829" y="512583"/>
                  </a:lnTo>
                  <a:lnTo>
                    <a:pt x="246365" y="512583"/>
                  </a:lnTo>
                  <a:lnTo>
                    <a:pt x="243902" y="512583"/>
                  </a:lnTo>
                  <a:lnTo>
                    <a:pt x="241438" y="512583"/>
                  </a:lnTo>
                  <a:lnTo>
                    <a:pt x="238974" y="512583"/>
                  </a:lnTo>
                  <a:lnTo>
                    <a:pt x="236511" y="512583"/>
                  </a:lnTo>
                  <a:lnTo>
                    <a:pt x="234047" y="512583"/>
                  </a:lnTo>
                  <a:lnTo>
                    <a:pt x="231583" y="512583"/>
                  </a:lnTo>
                  <a:lnTo>
                    <a:pt x="229120" y="512583"/>
                  </a:lnTo>
                  <a:lnTo>
                    <a:pt x="226656" y="512583"/>
                  </a:lnTo>
                  <a:lnTo>
                    <a:pt x="224192" y="512583"/>
                  </a:lnTo>
                  <a:lnTo>
                    <a:pt x="221729" y="512583"/>
                  </a:lnTo>
                  <a:lnTo>
                    <a:pt x="219265" y="512583"/>
                  </a:lnTo>
                  <a:lnTo>
                    <a:pt x="216801" y="512583"/>
                  </a:lnTo>
                  <a:lnTo>
                    <a:pt x="214338" y="512583"/>
                  </a:lnTo>
                  <a:lnTo>
                    <a:pt x="211874" y="512583"/>
                  </a:lnTo>
                  <a:lnTo>
                    <a:pt x="209410" y="512583"/>
                  </a:lnTo>
                  <a:lnTo>
                    <a:pt x="206947" y="512583"/>
                  </a:lnTo>
                  <a:lnTo>
                    <a:pt x="204483" y="512583"/>
                  </a:lnTo>
                  <a:lnTo>
                    <a:pt x="202019" y="512583"/>
                  </a:lnTo>
                  <a:lnTo>
                    <a:pt x="199556" y="512583"/>
                  </a:lnTo>
                  <a:lnTo>
                    <a:pt x="197092" y="512583"/>
                  </a:lnTo>
                  <a:lnTo>
                    <a:pt x="194628" y="512583"/>
                  </a:lnTo>
                  <a:lnTo>
                    <a:pt x="192165" y="512583"/>
                  </a:lnTo>
                  <a:lnTo>
                    <a:pt x="189701" y="512583"/>
                  </a:lnTo>
                  <a:lnTo>
                    <a:pt x="187237" y="512583"/>
                  </a:lnTo>
                  <a:lnTo>
                    <a:pt x="184774" y="512583"/>
                  </a:lnTo>
                  <a:lnTo>
                    <a:pt x="182310" y="512583"/>
                  </a:lnTo>
                  <a:lnTo>
                    <a:pt x="179847" y="512583"/>
                  </a:lnTo>
                  <a:lnTo>
                    <a:pt x="177383" y="512583"/>
                  </a:lnTo>
                  <a:lnTo>
                    <a:pt x="174919" y="512583"/>
                  </a:lnTo>
                  <a:lnTo>
                    <a:pt x="172456" y="512583"/>
                  </a:lnTo>
                  <a:lnTo>
                    <a:pt x="169992" y="512583"/>
                  </a:lnTo>
                  <a:lnTo>
                    <a:pt x="167528" y="512583"/>
                  </a:lnTo>
                  <a:lnTo>
                    <a:pt x="165065" y="512583"/>
                  </a:lnTo>
                  <a:lnTo>
                    <a:pt x="162601" y="512583"/>
                  </a:lnTo>
                  <a:lnTo>
                    <a:pt x="160137" y="512583"/>
                  </a:lnTo>
                  <a:lnTo>
                    <a:pt x="157674" y="512583"/>
                  </a:lnTo>
                  <a:lnTo>
                    <a:pt x="155210" y="512583"/>
                  </a:lnTo>
                  <a:lnTo>
                    <a:pt x="152746" y="512583"/>
                  </a:lnTo>
                  <a:lnTo>
                    <a:pt x="150283" y="512583"/>
                  </a:lnTo>
                  <a:lnTo>
                    <a:pt x="147819" y="512583"/>
                  </a:lnTo>
                  <a:lnTo>
                    <a:pt x="145355" y="512583"/>
                  </a:lnTo>
                  <a:lnTo>
                    <a:pt x="142892" y="512583"/>
                  </a:lnTo>
                  <a:lnTo>
                    <a:pt x="140428" y="512583"/>
                  </a:lnTo>
                  <a:lnTo>
                    <a:pt x="137964" y="512583"/>
                  </a:lnTo>
                  <a:lnTo>
                    <a:pt x="135501" y="512583"/>
                  </a:lnTo>
                  <a:lnTo>
                    <a:pt x="133037" y="512583"/>
                  </a:lnTo>
                  <a:lnTo>
                    <a:pt x="130573" y="512583"/>
                  </a:lnTo>
                  <a:lnTo>
                    <a:pt x="128110" y="512583"/>
                  </a:lnTo>
                  <a:lnTo>
                    <a:pt x="125646" y="512583"/>
                  </a:lnTo>
                  <a:lnTo>
                    <a:pt x="123182" y="512583"/>
                  </a:lnTo>
                  <a:lnTo>
                    <a:pt x="120719" y="512583"/>
                  </a:lnTo>
                  <a:lnTo>
                    <a:pt x="118255" y="512583"/>
                  </a:lnTo>
                  <a:lnTo>
                    <a:pt x="115791" y="512583"/>
                  </a:lnTo>
                  <a:lnTo>
                    <a:pt x="113328" y="512583"/>
                  </a:lnTo>
                  <a:lnTo>
                    <a:pt x="110864" y="512583"/>
                  </a:lnTo>
                  <a:lnTo>
                    <a:pt x="108400" y="512583"/>
                  </a:lnTo>
                  <a:lnTo>
                    <a:pt x="105937" y="512583"/>
                  </a:lnTo>
                  <a:lnTo>
                    <a:pt x="103473" y="512583"/>
                  </a:lnTo>
                  <a:lnTo>
                    <a:pt x="101009" y="512583"/>
                  </a:lnTo>
                  <a:lnTo>
                    <a:pt x="98546" y="512583"/>
                  </a:lnTo>
                  <a:lnTo>
                    <a:pt x="96082" y="512583"/>
                  </a:lnTo>
                  <a:lnTo>
                    <a:pt x="93618" y="512583"/>
                  </a:lnTo>
                  <a:lnTo>
                    <a:pt x="91155" y="512583"/>
                  </a:lnTo>
                  <a:lnTo>
                    <a:pt x="88691" y="512583"/>
                  </a:lnTo>
                  <a:lnTo>
                    <a:pt x="86228" y="512583"/>
                  </a:lnTo>
                  <a:lnTo>
                    <a:pt x="83764" y="512583"/>
                  </a:lnTo>
                  <a:lnTo>
                    <a:pt x="81300" y="512583"/>
                  </a:lnTo>
                  <a:lnTo>
                    <a:pt x="78837" y="512583"/>
                  </a:lnTo>
                  <a:lnTo>
                    <a:pt x="76373" y="512583"/>
                  </a:lnTo>
                  <a:lnTo>
                    <a:pt x="73909" y="512583"/>
                  </a:lnTo>
                  <a:lnTo>
                    <a:pt x="71446" y="512583"/>
                  </a:lnTo>
                  <a:lnTo>
                    <a:pt x="68982" y="512583"/>
                  </a:lnTo>
                  <a:lnTo>
                    <a:pt x="66518" y="512583"/>
                  </a:lnTo>
                  <a:lnTo>
                    <a:pt x="64055" y="512583"/>
                  </a:lnTo>
                  <a:lnTo>
                    <a:pt x="61591" y="512583"/>
                  </a:lnTo>
                  <a:lnTo>
                    <a:pt x="59127" y="512583"/>
                  </a:lnTo>
                  <a:lnTo>
                    <a:pt x="56664" y="512583"/>
                  </a:lnTo>
                  <a:lnTo>
                    <a:pt x="54200" y="512583"/>
                  </a:lnTo>
                  <a:lnTo>
                    <a:pt x="51736" y="512583"/>
                  </a:lnTo>
                  <a:lnTo>
                    <a:pt x="49273" y="512583"/>
                  </a:lnTo>
                  <a:lnTo>
                    <a:pt x="46809" y="512583"/>
                  </a:lnTo>
                  <a:lnTo>
                    <a:pt x="44345" y="512583"/>
                  </a:lnTo>
                  <a:lnTo>
                    <a:pt x="41882" y="512583"/>
                  </a:lnTo>
                  <a:lnTo>
                    <a:pt x="39418" y="512583"/>
                  </a:lnTo>
                  <a:lnTo>
                    <a:pt x="36954" y="512583"/>
                  </a:lnTo>
                  <a:lnTo>
                    <a:pt x="34491" y="512583"/>
                  </a:lnTo>
                  <a:lnTo>
                    <a:pt x="32027" y="512583"/>
                  </a:lnTo>
                  <a:lnTo>
                    <a:pt x="29563" y="512583"/>
                  </a:lnTo>
                  <a:lnTo>
                    <a:pt x="27100" y="512583"/>
                  </a:lnTo>
                  <a:lnTo>
                    <a:pt x="24636" y="512583"/>
                  </a:lnTo>
                  <a:lnTo>
                    <a:pt x="22172" y="512583"/>
                  </a:lnTo>
                  <a:lnTo>
                    <a:pt x="19709" y="512583"/>
                  </a:lnTo>
                  <a:lnTo>
                    <a:pt x="17245" y="512583"/>
                  </a:lnTo>
                  <a:lnTo>
                    <a:pt x="14781" y="512583"/>
                  </a:lnTo>
                  <a:lnTo>
                    <a:pt x="12318" y="512583"/>
                  </a:lnTo>
                  <a:lnTo>
                    <a:pt x="9854" y="512583"/>
                  </a:lnTo>
                  <a:lnTo>
                    <a:pt x="7390" y="512583"/>
                  </a:lnTo>
                  <a:lnTo>
                    <a:pt x="4927" y="512583"/>
                  </a:lnTo>
                  <a:lnTo>
                    <a:pt x="2463" y="51258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005616" y="1613204"/>
              <a:ext cx="1258929" cy="512583"/>
            </a:xfrm>
            <a:custGeom>
              <a:avLst/>
              <a:pathLst>
                <a:path w="1258929" h="512583">
                  <a:moveTo>
                    <a:pt x="0" y="512581"/>
                  </a:moveTo>
                  <a:lnTo>
                    <a:pt x="2463" y="512581"/>
                  </a:lnTo>
                  <a:lnTo>
                    <a:pt x="4927" y="512580"/>
                  </a:lnTo>
                  <a:lnTo>
                    <a:pt x="7390" y="512579"/>
                  </a:lnTo>
                  <a:lnTo>
                    <a:pt x="9854" y="512577"/>
                  </a:lnTo>
                  <a:lnTo>
                    <a:pt x="12318" y="512575"/>
                  </a:lnTo>
                  <a:lnTo>
                    <a:pt x="14781" y="512572"/>
                  </a:lnTo>
                  <a:lnTo>
                    <a:pt x="17245" y="512568"/>
                  </a:lnTo>
                  <a:lnTo>
                    <a:pt x="19709" y="512562"/>
                  </a:lnTo>
                  <a:lnTo>
                    <a:pt x="22172" y="512554"/>
                  </a:lnTo>
                  <a:lnTo>
                    <a:pt x="24636" y="512544"/>
                  </a:lnTo>
                  <a:lnTo>
                    <a:pt x="27100" y="512530"/>
                  </a:lnTo>
                  <a:lnTo>
                    <a:pt x="29563" y="512511"/>
                  </a:lnTo>
                  <a:lnTo>
                    <a:pt x="32027" y="512488"/>
                  </a:lnTo>
                  <a:lnTo>
                    <a:pt x="34491" y="512457"/>
                  </a:lnTo>
                  <a:lnTo>
                    <a:pt x="36954" y="512419"/>
                  </a:lnTo>
                  <a:lnTo>
                    <a:pt x="39418" y="512370"/>
                  </a:lnTo>
                  <a:lnTo>
                    <a:pt x="41882" y="512307"/>
                  </a:lnTo>
                  <a:lnTo>
                    <a:pt x="44345" y="512228"/>
                  </a:lnTo>
                  <a:lnTo>
                    <a:pt x="46809" y="512131"/>
                  </a:lnTo>
                  <a:lnTo>
                    <a:pt x="49273" y="512011"/>
                  </a:lnTo>
                  <a:lnTo>
                    <a:pt x="51736" y="511867"/>
                  </a:lnTo>
                  <a:lnTo>
                    <a:pt x="54200" y="511693"/>
                  </a:lnTo>
                  <a:lnTo>
                    <a:pt x="56664" y="511485"/>
                  </a:lnTo>
                  <a:lnTo>
                    <a:pt x="59127" y="511231"/>
                  </a:lnTo>
                  <a:lnTo>
                    <a:pt x="61591" y="510933"/>
                  </a:lnTo>
                  <a:lnTo>
                    <a:pt x="64055" y="510585"/>
                  </a:lnTo>
                  <a:lnTo>
                    <a:pt x="66518" y="510184"/>
                  </a:lnTo>
                  <a:lnTo>
                    <a:pt x="68982" y="509725"/>
                  </a:lnTo>
                  <a:lnTo>
                    <a:pt x="71446" y="509202"/>
                  </a:lnTo>
                  <a:lnTo>
                    <a:pt x="73909" y="508605"/>
                  </a:lnTo>
                  <a:lnTo>
                    <a:pt x="76373" y="507930"/>
                  </a:lnTo>
                  <a:lnTo>
                    <a:pt x="78837" y="507181"/>
                  </a:lnTo>
                  <a:lnTo>
                    <a:pt x="81300" y="506357"/>
                  </a:lnTo>
                  <a:lnTo>
                    <a:pt x="83764" y="505457"/>
                  </a:lnTo>
                  <a:lnTo>
                    <a:pt x="86228" y="504483"/>
                  </a:lnTo>
                  <a:lnTo>
                    <a:pt x="88691" y="503436"/>
                  </a:lnTo>
                  <a:lnTo>
                    <a:pt x="91155" y="502305"/>
                  </a:lnTo>
                  <a:lnTo>
                    <a:pt x="93618" y="501111"/>
                  </a:lnTo>
                  <a:lnTo>
                    <a:pt x="96082" y="499859"/>
                  </a:lnTo>
                  <a:lnTo>
                    <a:pt x="98546" y="498557"/>
                  </a:lnTo>
                  <a:lnTo>
                    <a:pt x="101009" y="497214"/>
                  </a:lnTo>
                  <a:lnTo>
                    <a:pt x="103473" y="495838"/>
                  </a:lnTo>
                  <a:lnTo>
                    <a:pt x="105937" y="494438"/>
                  </a:lnTo>
                  <a:lnTo>
                    <a:pt x="108400" y="493027"/>
                  </a:lnTo>
                  <a:lnTo>
                    <a:pt x="110864" y="491619"/>
                  </a:lnTo>
                  <a:lnTo>
                    <a:pt x="113328" y="490225"/>
                  </a:lnTo>
                  <a:lnTo>
                    <a:pt x="115791" y="488855"/>
                  </a:lnTo>
                  <a:lnTo>
                    <a:pt x="118255" y="487520"/>
                  </a:lnTo>
                  <a:lnTo>
                    <a:pt x="120719" y="486229"/>
                  </a:lnTo>
                  <a:lnTo>
                    <a:pt x="123182" y="484999"/>
                  </a:lnTo>
                  <a:lnTo>
                    <a:pt x="125646" y="483840"/>
                  </a:lnTo>
                  <a:lnTo>
                    <a:pt x="128110" y="482754"/>
                  </a:lnTo>
                  <a:lnTo>
                    <a:pt x="130573" y="481745"/>
                  </a:lnTo>
                  <a:lnTo>
                    <a:pt x="133037" y="480820"/>
                  </a:lnTo>
                  <a:lnTo>
                    <a:pt x="135501" y="479983"/>
                  </a:lnTo>
                  <a:lnTo>
                    <a:pt x="137964" y="479237"/>
                  </a:lnTo>
                  <a:lnTo>
                    <a:pt x="140428" y="478603"/>
                  </a:lnTo>
                  <a:lnTo>
                    <a:pt x="142892" y="478063"/>
                  </a:lnTo>
                  <a:lnTo>
                    <a:pt x="145355" y="477617"/>
                  </a:lnTo>
                  <a:lnTo>
                    <a:pt x="147819" y="477263"/>
                  </a:lnTo>
                  <a:lnTo>
                    <a:pt x="150283" y="476999"/>
                  </a:lnTo>
                  <a:lnTo>
                    <a:pt x="152746" y="476821"/>
                  </a:lnTo>
                  <a:lnTo>
                    <a:pt x="155210" y="476731"/>
                  </a:lnTo>
                  <a:lnTo>
                    <a:pt x="157674" y="476728"/>
                  </a:lnTo>
                  <a:lnTo>
                    <a:pt x="160137" y="476793"/>
                  </a:lnTo>
                  <a:lnTo>
                    <a:pt x="162601" y="476919"/>
                  </a:lnTo>
                  <a:lnTo>
                    <a:pt x="165065" y="477100"/>
                  </a:lnTo>
                  <a:lnTo>
                    <a:pt x="167528" y="477326"/>
                  </a:lnTo>
                  <a:lnTo>
                    <a:pt x="169992" y="477591"/>
                  </a:lnTo>
                  <a:lnTo>
                    <a:pt x="172456" y="477886"/>
                  </a:lnTo>
                  <a:lnTo>
                    <a:pt x="174919" y="478199"/>
                  </a:lnTo>
                  <a:lnTo>
                    <a:pt x="177383" y="478519"/>
                  </a:lnTo>
                  <a:lnTo>
                    <a:pt x="179847" y="478837"/>
                  </a:lnTo>
                  <a:lnTo>
                    <a:pt x="182310" y="479145"/>
                  </a:lnTo>
                  <a:lnTo>
                    <a:pt x="184774" y="479435"/>
                  </a:lnTo>
                  <a:lnTo>
                    <a:pt x="187237" y="479699"/>
                  </a:lnTo>
                  <a:lnTo>
                    <a:pt x="189701" y="479922"/>
                  </a:lnTo>
                  <a:lnTo>
                    <a:pt x="192165" y="480104"/>
                  </a:lnTo>
                  <a:lnTo>
                    <a:pt x="194628" y="480240"/>
                  </a:lnTo>
                  <a:lnTo>
                    <a:pt x="197092" y="480324"/>
                  </a:lnTo>
                  <a:lnTo>
                    <a:pt x="199556" y="480354"/>
                  </a:lnTo>
                  <a:lnTo>
                    <a:pt x="202019" y="480325"/>
                  </a:lnTo>
                  <a:lnTo>
                    <a:pt x="204483" y="480229"/>
                  </a:lnTo>
                  <a:lnTo>
                    <a:pt x="206947" y="480058"/>
                  </a:lnTo>
                  <a:lnTo>
                    <a:pt x="209410" y="479818"/>
                  </a:lnTo>
                  <a:lnTo>
                    <a:pt x="211874" y="479507"/>
                  </a:lnTo>
                  <a:lnTo>
                    <a:pt x="214338" y="479123"/>
                  </a:lnTo>
                  <a:lnTo>
                    <a:pt x="216801" y="478661"/>
                  </a:lnTo>
                  <a:lnTo>
                    <a:pt x="219265" y="478121"/>
                  </a:lnTo>
                  <a:lnTo>
                    <a:pt x="221729" y="477486"/>
                  </a:lnTo>
                  <a:lnTo>
                    <a:pt x="224192" y="476760"/>
                  </a:lnTo>
                  <a:lnTo>
                    <a:pt x="226656" y="475947"/>
                  </a:lnTo>
                  <a:lnTo>
                    <a:pt x="229120" y="475042"/>
                  </a:lnTo>
                  <a:lnTo>
                    <a:pt x="231583" y="474046"/>
                  </a:lnTo>
                  <a:lnTo>
                    <a:pt x="234047" y="472955"/>
                  </a:lnTo>
                  <a:lnTo>
                    <a:pt x="236511" y="471768"/>
                  </a:lnTo>
                  <a:lnTo>
                    <a:pt x="238974" y="470465"/>
                  </a:lnTo>
                  <a:lnTo>
                    <a:pt x="241438" y="469066"/>
                  </a:lnTo>
                  <a:lnTo>
                    <a:pt x="243902" y="467574"/>
                  </a:lnTo>
                  <a:lnTo>
                    <a:pt x="246365" y="465988"/>
                  </a:lnTo>
                  <a:lnTo>
                    <a:pt x="248829" y="464313"/>
                  </a:lnTo>
                  <a:lnTo>
                    <a:pt x="251293" y="462551"/>
                  </a:lnTo>
                  <a:lnTo>
                    <a:pt x="253756" y="460699"/>
                  </a:lnTo>
                  <a:lnTo>
                    <a:pt x="256220" y="458762"/>
                  </a:lnTo>
                  <a:lnTo>
                    <a:pt x="258684" y="456754"/>
                  </a:lnTo>
                  <a:lnTo>
                    <a:pt x="261147" y="454681"/>
                  </a:lnTo>
                  <a:lnTo>
                    <a:pt x="263611" y="452548"/>
                  </a:lnTo>
                  <a:lnTo>
                    <a:pt x="266075" y="450361"/>
                  </a:lnTo>
                  <a:lnTo>
                    <a:pt x="268538" y="448122"/>
                  </a:lnTo>
                  <a:lnTo>
                    <a:pt x="271002" y="445831"/>
                  </a:lnTo>
                  <a:lnTo>
                    <a:pt x="273465" y="443497"/>
                  </a:lnTo>
                  <a:lnTo>
                    <a:pt x="275929" y="441123"/>
                  </a:lnTo>
                  <a:lnTo>
                    <a:pt x="278393" y="438710"/>
                  </a:lnTo>
                  <a:lnTo>
                    <a:pt x="280856" y="436257"/>
                  </a:lnTo>
                  <a:lnTo>
                    <a:pt x="283320" y="433763"/>
                  </a:lnTo>
                  <a:lnTo>
                    <a:pt x="285784" y="431223"/>
                  </a:lnTo>
                  <a:lnTo>
                    <a:pt x="288247" y="428621"/>
                  </a:lnTo>
                  <a:lnTo>
                    <a:pt x="290711" y="425960"/>
                  </a:lnTo>
                  <a:lnTo>
                    <a:pt x="293175" y="423228"/>
                  </a:lnTo>
                  <a:lnTo>
                    <a:pt x="295638" y="420417"/>
                  </a:lnTo>
                  <a:lnTo>
                    <a:pt x="298102" y="417514"/>
                  </a:lnTo>
                  <a:lnTo>
                    <a:pt x="300566" y="414507"/>
                  </a:lnTo>
                  <a:lnTo>
                    <a:pt x="303029" y="411367"/>
                  </a:lnTo>
                  <a:lnTo>
                    <a:pt x="305493" y="408070"/>
                  </a:lnTo>
                  <a:lnTo>
                    <a:pt x="307957" y="404615"/>
                  </a:lnTo>
                  <a:lnTo>
                    <a:pt x="310420" y="400985"/>
                  </a:lnTo>
                  <a:lnTo>
                    <a:pt x="312884" y="397162"/>
                  </a:lnTo>
                  <a:lnTo>
                    <a:pt x="315348" y="393130"/>
                  </a:lnTo>
                  <a:lnTo>
                    <a:pt x="317811" y="388873"/>
                  </a:lnTo>
                  <a:lnTo>
                    <a:pt x="320275" y="384327"/>
                  </a:lnTo>
                  <a:lnTo>
                    <a:pt x="322739" y="379507"/>
                  </a:lnTo>
                  <a:lnTo>
                    <a:pt x="325202" y="374410"/>
                  </a:lnTo>
                  <a:lnTo>
                    <a:pt x="327666" y="369024"/>
                  </a:lnTo>
                  <a:lnTo>
                    <a:pt x="330130" y="363336"/>
                  </a:lnTo>
                  <a:lnTo>
                    <a:pt x="332593" y="357339"/>
                  </a:lnTo>
                  <a:lnTo>
                    <a:pt x="335057" y="351010"/>
                  </a:lnTo>
                  <a:lnTo>
                    <a:pt x="337521" y="344297"/>
                  </a:lnTo>
                  <a:lnTo>
                    <a:pt x="339984" y="337252"/>
                  </a:lnTo>
                  <a:lnTo>
                    <a:pt x="342448" y="329871"/>
                  </a:lnTo>
                  <a:lnTo>
                    <a:pt x="344912" y="322152"/>
                  </a:lnTo>
                  <a:lnTo>
                    <a:pt x="347375" y="314095"/>
                  </a:lnTo>
                  <a:lnTo>
                    <a:pt x="349839" y="305700"/>
                  </a:lnTo>
                  <a:lnTo>
                    <a:pt x="352303" y="296928"/>
                  </a:lnTo>
                  <a:lnTo>
                    <a:pt x="354766" y="287789"/>
                  </a:lnTo>
                  <a:lnTo>
                    <a:pt x="357230" y="278319"/>
                  </a:lnTo>
                  <a:lnTo>
                    <a:pt x="359694" y="268526"/>
                  </a:lnTo>
                  <a:lnTo>
                    <a:pt x="362157" y="258416"/>
                  </a:lnTo>
                  <a:lnTo>
                    <a:pt x="364621" y="247998"/>
                  </a:lnTo>
                  <a:lnTo>
                    <a:pt x="367084" y="237285"/>
                  </a:lnTo>
                  <a:lnTo>
                    <a:pt x="369548" y="226242"/>
                  </a:lnTo>
                  <a:lnTo>
                    <a:pt x="372012" y="214940"/>
                  </a:lnTo>
                  <a:lnTo>
                    <a:pt x="374475" y="203412"/>
                  </a:lnTo>
                  <a:lnTo>
                    <a:pt x="376939" y="191686"/>
                  </a:lnTo>
                  <a:lnTo>
                    <a:pt x="379403" y="179796"/>
                  </a:lnTo>
                  <a:lnTo>
                    <a:pt x="381866" y="167779"/>
                  </a:lnTo>
                  <a:lnTo>
                    <a:pt x="384330" y="155676"/>
                  </a:lnTo>
                  <a:lnTo>
                    <a:pt x="386794" y="143551"/>
                  </a:lnTo>
                  <a:lnTo>
                    <a:pt x="389257" y="131473"/>
                  </a:lnTo>
                  <a:lnTo>
                    <a:pt x="391721" y="119500"/>
                  </a:lnTo>
                  <a:lnTo>
                    <a:pt x="394185" y="107697"/>
                  </a:lnTo>
                  <a:lnTo>
                    <a:pt x="396648" y="96128"/>
                  </a:lnTo>
                  <a:lnTo>
                    <a:pt x="399112" y="84860"/>
                  </a:lnTo>
                  <a:lnTo>
                    <a:pt x="401576" y="74021"/>
                  </a:lnTo>
                  <a:lnTo>
                    <a:pt x="404039" y="63693"/>
                  </a:lnTo>
                  <a:lnTo>
                    <a:pt x="406503" y="53911"/>
                  </a:lnTo>
                  <a:lnTo>
                    <a:pt x="408967" y="44738"/>
                  </a:lnTo>
                  <a:lnTo>
                    <a:pt x="411430" y="36240"/>
                  </a:lnTo>
                  <a:lnTo>
                    <a:pt x="413894" y="28474"/>
                  </a:lnTo>
                  <a:lnTo>
                    <a:pt x="416358" y="21498"/>
                  </a:lnTo>
                  <a:lnTo>
                    <a:pt x="418821" y="15544"/>
                  </a:lnTo>
                  <a:lnTo>
                    <a:pt x="421285" y="10509"/>
                  </a:lnTo>
                  <a:lnTo>
                    <a:pt x="423749" y="6414"/>
                  </a:lnTo>
                  <a:lnTo>
                    <a:pt x="426212" y="3290"/>
                  </a:lnTo>
                  <a:lnTo>
                    <a:pt x="428676" y="1158"/>
                  </a:lnTo>
                  <a:lnTo>
                    <a:pt x="431140" y="36"/>
                  </a:lnTo>
                  <a:lnTo>
                    <a:pt x="433603" y="0"/>
                  </a:lnTo>
                  <a:lnTo>
                    <a:pt x="436067" y="1145"/>
                  </a:lnTo>
                  <a:lnTo>
                    <a:pt x="438531" y="3309"/>
                  </a:lnTo>
                  <a:lnTo>
                    <a:pt x="440994" y="6483"/>
                  </a:lnTo>
                  <a:lnTo>
                    <a:pt x="443458" y="10650"/>
                  </a:lnTo>
                  <a:lnTo>
                    <a:pt x="445922" y="15791"/>
                  </a:lnTo>
                  <a:lnTo>
                    <a:pt x="448385" y="21882"/>
                  </a:lnTo>
                  <a:lnTo>
                    <a:pt x="450849" y="29016"/>
                  </a:lnTo>
                  <a:lnTo>
                    <a:pt x="453312" y="37093"/>
                  </a:lnTo>
                  <a:lnTo>
                    <a:pt x="455776" y="46002"/>
                  </a:lnTo>
                  <a:lnTo>
                    <a:pt x="458240" y="55706"/>
                  </a:lnTo>
                  <a:lnTo>
                    <a:pt x="460703" y="66159"/>
                  </a:lnTo>
                  <a:lnTo>
                    <a:pt x="463167" y="77317"/>
                  </a:lnTo>
                  <a:lnTo>
                    <a:pt x="465631" y="89132"/>
                  </a:lnTo>
                  <a:lnTo>
                    <a:pt x="468094" y="101665"/>
                  </a:lnTo>
                  <a:lnTo>
                    <a:pt x="470558" y="114721"/>
                  </a:lnTo>
                  <a:lnTo>
                    <a:pt x="473022" y="128243"/>
                  </a:lnTo>
                  <a:lnTo>
                    <a:pt x="475485" y="142171"/>
                  </a:lnTo>
                  <a:lnTo>
                    <a:pt x="477949" y="156445"/>
                  </a:lnTo>
                  <a:lnTo>
                    <a:pt x="480413" y="171002"/>
                  </a:lnTo>
                  <a:lnTo>
                    <a:pt x="482876" y="185788"/>
                  </a:lnTo>
                  <a:lnTo>
                    <a:pt x="485340" y="200723"/>
                  </a:lnTo>
                  <a:lnTo>
                    <a:pt x="487804" y="215711"/>
                  </a:lnTo>
                  <a:lnTo>
                    <a:pt x="490267" y="230687"/>
                  </a:lnTo>
                  <a:lnTo>
                    <a:pt x="492731" y="245588"/>
                  </a:lnTo>
                  <a:lnTo>
                    <a:pt x="495195" y="260349"/>
                  </a:lnTo>
                  <a:lnTo>
                    <a:pt x="497658" y="274911"/>
                  </a:lnTo>
                  <a:lnTo>
                    <a:pt x="500122" y="289166"/>
                  </a:lnTo>
                  <a:lnTo>
                    <a:pt x="502586" y="303064"/>
                  </a:lnTo>
                  <a:lnTo>
                    <a:pt x="505049" y="316578"/>
                  </a:lnTo>
                  <a:lnTo>
                    <a:pt x="507513" y="329665"/>
                  </a:lnTo>
                  <a:lnTo>
                    <a:pt x="509977" y="342290"/>
                  </a:lnTo>
                  <a:lnTo>
                    <a:pt x="512440" y="354421"/>
                  </a:lnTo>
                  <a:lnTo>
                    <a:pt x="514904" y="366028"/>
                  </a:lnTo>
                  <a:lnTo>
                    <a:pt x="517368" y="376982"/>
                  </a:lnTo>
                  <a:lnTo>
                    <a:pt x="519831" y="387380"/>
                  </a:lnTo>
                  <a:lnTo>
                    <a:pt x="522295" y="397219"/>
                  </a:lnTo>
                  <a:lnTo>
                    <a:pt x="524759" y="406501"/>
                  </a:lnTo>
                  <a:lnTo>
                    <a:pt x="527222" y="415230"/>
                  </a:lnTo>
                  <a:lnTo>
                    <a:pt x="529686" y="423417"/>
                  </a:lnTo>
                  <a:lnTo>
                    <a:pt x="532150" y="431031"/>
                  </a:lnTo>
                  <a:lnTo>
                    <a:pt x="534613" y="438073"/>
                  </a:lnTo>
                  <a:lnTo>
                    <a:pt x="537077" y="444631"/>
                  </a:lnTo>
                  <a:lnTo>
                    <a:pt x="539541" y="450728"/>
                  </a:lnTo>
                  <a:lnTo>
                    <a:pt x="542004" y="456384"/>
                  </a:lnTo>
                  <a:lnTo>
                    <a:pt x="544468" y="461624"/>
                  </a:lnTo>
                  <a:lnTo>
                    <a:pt x="546931" y="466470"/>
                  </a:lnTo>
                  <a:lnTo>
                    <a:pt x="549395" y="470890"/>
                  </a:lnTo>
                  <a:lnTo>
                    <a:pt x="551859" y="474951"/>
                  </a:lnTo>
                  <a:lnTo>
                    <a:pt x="554322" y="478695"/>
                  </a:lnTo>
                  <a:lnTo>
                    <a:pt x="556786" y="482141"/>
                  </a:lnTo>
                  <a:lnTo>
                    <a:pt x="559250" y="485308"/>
                  </a:lnTo>
                  <a:lnTo>
                    <a:pt x="561713" y="488213"/>
                  </a:lnTo>
                  <a:lnTo>
                    <a:pt x="564177" y="490868"/>
                  </a:lnTo>
                  <a:lnTo>
                    <a:pt x="566641" y="493254"/>
                  </a:lnTo>
                  <a:lnTo>
                    <a:pt x="569104" y="495432"/>
                  </a:lnTo>
                  <a:lnTo>
                    <a:pt x="571568" y="497416"/>
                  </a:lnTo>
                  <a:lnTo>
                    <a:pt x="574032" y="499217"/>
                  </a:lnTo>
                  <a:lnTo>
                    <a:pt x="576495" y="500848"/>
                  </a:lnTo>
                  <a:lnTo>
                    <a:pt x="578959" y="502321"/>
                  </a:lnTo>
                  <a:lnTo>
                    <a:pt x="581423" y="503633"/>
                  </a:lnTo>
                  <a:lnTo>
                    <a:pt x="583886" y="504795"/>
                  </a:lnTo>
                  <a:lnTo>
                    <a:pt x="586350" y="505834"/>
                  </a:lnTo>
                  <a:lnTo>
                    <a:pt x="588814" y="506761"/>
                  </a:lnTo>
                  <a:lnTo>
                    <a:pt x="591277" y="507583"/>
                  </a:lnTo>
                  <a:lnTo>
                    <a:pt x="593741" y="508309"/>
                  </a:lnTo>
                  <a:lnTo>
                    <a:pt x="596205" y="508948"/>
                  </a:lnTo>
                  <a:lnTo>
                    <a:pt x="598668" y="509495"/>
                  </a:lnTo>
                  <a:lnTo>
                    <a:pt x="601132" y="509970"/>
                  </a:lnTo>
                  <a:lnTo>
                    <a:pt x="603596" y="510383"/>
                  </a:lnTo>
                  <a:lnTo>
                    <a:pt x="606059" y="510740"/>
                  </a:lnTo>
                  <a:lnTo>
                    <a:pt x="608523" y="511048"/>
                  </a:lnTo>
                  <a:lnTo>
                    <a:pt x="610987" y="511311"/>
                  </a:lnTo>
                  <a:lnTo>
                    <a:pt x="613450" y="511533"/>
                  </a:lnTo>
                  <a:lnTo>
                    <a:pt x="615914" y="511716"/>
                  </a:lnTo>
                  <a:lnTo>
                    <a:pt x="618378" y="511870"/>
                  </a:lnTo>
                  <a:lnTo>
                    <a:pt x="620841" y="511998"/>
                  </a:lnTo>
                  <a:lnTo>
                    <a:pt x="623305" y="512105"/>
                  </a:lnTo>
                  <a:lnTo>
                    <a:pt x="625769" y="512192"/>
                  </a:lnTo>
                  <a:lnTo>
                    <a:pt x="628232" y="512262"/>
                  </a:lnTo>
                  <a:lnTo>
                    <a:pt x="630696" y="512316"/>
                  </a:lnTo>
                  <a:lnTo>
                    <a:pt x="633159" y="512356"/>
                  </a:lnTo>
                  <a:lnTo>
                    <a:pt x="635623" y="512384"/>
                  </a:lnTo>
                  <a:lnTo>
                    <a:pt x="638087" y="512403"/>
                  </a:lnTo>
                  <a:lnTo>
                    <a:pt x="640550" y="512413"/>
                  </a:lnTo>
                  <a:lnTo>
                    <a:pt x="643014" y="512414"/>
                  </a:lnTo>
                  <a:lnTo>
                    <a:pt x="645478" y="512406"/>
                  </a:lnTo>
                  <a:lnTo>
                    <a:pt x="647941" y="512390"/>
                  </a:lnTo>
                  <a:lnTo>
                    <a:pt x="650405" y="512365"/>
                  </a:lnTo>
                  <a:lnTo>
                    <a:pt x="652869" y="512332"/>
                  </a:lnTo>
                  <a:lnTo>
                    <a:pt x="655332" y="512291"/>
                  </a:lnTo>
                  <a:lnTo>
                    <a:pt x="657796" y="512242"/>
                  </a:lnTo>
                  <a:lnTo>
                    <a:pt x="660260" y="512184"/>
                  </a:lnTo>
                  <a:lnTo>
                    <a:pt x="662723" y="512118"/>
                  </a:lnTo>
                  <a:lnTo>
                    <a:pt x="665187" y="512041"/>
                  </a:lnTo>
                  <a:lnTo>
                    <a:pt x="667651" y="511955"/>
                  </a:lnTo>
                  <a:lnTo>
                    <a:pt x="670114" y="511861"/>
                  </a:lnTo>
                  <a:lnTo>
                    <a:pt x="672578" y="511758"/>
                  </a:lnTo>
                  <a:lnTo>
                    <a:pt x="675042" y="511648"/>
                  </a:lnTo>
                  <a:lnTo>
                    <a:pt x="677505" y="511531"/>
                  </a:lnTo>
                  <a:lnTo>
                    <a:pt x="679969" y="511408"/>
                  </a:lnTo>
                  <a:lnTo>
                    <a:pt x="682433" y="511279"/>
                  </a:lnTo>
                  <a:lnTo>
                    <a:pt x="684896" y="511148"/>
                  </a:lnTo>
                  <a:lnTo>
                    <a:pt x="687360" y="511016"/>
                  </a:lnTo>
                  <a:lnTo>
                    <a:pt x="689824" y="510884"/>
                  </a:lnTo>
                  <a:lnTo>
                    <a:pt x="692287" y="510755"/>
                  </a:lnTo>
                  <a:lnTo>
                    <a:pt x="694751" y="510631"/>
                  </a:lnTo>
                  <a:lnTo>
                    <a:pt x="697215" y="510515"/>
                  </a:lnTo>
                  <a:lnTo>
                    <a:pt x="699678" y="510410"/>
                  </a:lnTo>
                  <a:lnTo>
                    <a:pt x="702142" y="510316"/>
                  </a:lnTo>
                  <a:lnTo>
                    <a:pt x="704606" y="510236"/>
                  </a:lnTo>
                  <a:lnTo>
                    <a:pt x="707069" y="510170"/>
                  </a:lnTo>
                  <a:lnTo>
                    <a:pt x="709533" y="510122"/>
                  </a:lnTo>
                  <a:lnTo>
                    <a:pt x="711997" y="510091"/>
                  </a:lnTo>
                  <a:lnTo>
                    <a:pt x="714460" y="510082"/>
                  </a:lnTo>
                  <a:lnTo>
                    <a:pt x="716924" y="510092"/>
                  </a:lnTo>
                  <a:lnTo>
                    <a:pt x="719388" y="510119"/>
                  </a:lnTo>
                  <a:lnTo>
                    <a:pt x="721851" y="510165"/>
                  </a:lnTo>
                  <a:lnTo>
                    <a:pt x="724315" y="510227"/>
                  </a:lnTo>
                  <a:lnTo>
                    <a:pt x="726778" y="510304"/>
                  </a:lnTo>
                  <a:lnTo>
                    <a:pt x="729242" y="510398"/>
                  </a:lnTo>
                  <a:lnTo>
                    <a:pt x="731706" y="510503"/>
                  </a:lnTo>
                  <a:lnTo>
                    <a:pt x="734169" y="510619"/>
                  </a:lnTo>
                  <a:lnTo>
                    <a:pt x="736633" y="510741"/>
                  </a:lnTo>
                  <a:lnTo>
                    <a:pt x="739097" y="510870"/>
                  </a:lnTo>
                  <a:lnTo>
                    <a:pt x="741560" y="511001"/>
                  </a:lnTo>
                  <a:lnTo>
                    <a:pt x="744024" y="511134"/>
                  </a:lnTo>
                  <a:lnTo>
                    <a:pt x="746488" y="511265"/>
                  </a:lnTo>
                  <a:lnTo>
                    <a:pt x="748951" y="511394"/>
                  </a:lnTo>
                  <a:lnTo>
                    <a:pt x="751415" y="511518"/>
                  </a:lnTo>
                  <a:lnTo>
                    <a:pt x="753879" y="511636"/>
                  </a:lnTo>
                  <a:lnTo>
                    <a:pt x="756342" y="511749"/>
                  </a:lnTo>
                  <a:lnTo>
                    <a:pt x="758806" y="511853"/>
                  </a:lnTo>
                  <a:lnTo>
                    <a:pt x="761270" y="511950"/>
                  </a:lnTo>
                  <a:lnTo>
                    <a:pt x="763733" y="512037"/>
                  </a:lnTo>
                  <a:lnTo>
                    <a:pt x="766197" y="512115"/>
                  </a:lnTo>
                  <a:lnTo>
                    <a:pt x="768661" y="512186"/>
                  </a:lnTo>
                  <a:lnTo>
                    <a:pt x="771124" y="512249"/>
                  </a:lnTo>
                  <a:lnTo>
                    <a:pt x="773588" y="512304"/>
                  </a:lnTo>
                  <a:lnTo>
                    <a:pt x="776052" y="512352"/>
                  </a:lnTo>
                  <a:lnTo>
                    <a:pt x="778515" y="512393"/>
                  </a:lnTo>
                  <a:lnTo>
                    <a:pt x="780979" y="512427"/>
                  </a:lnTo>
                  <a:lnTo>
                    <a:pt x="783443" y="512456"/>
                  </a:lnTo>
                  <a:lnTo>
                    <a:pt x="785906" y="512481"/>
                  </a:lnTo>
                  <a:lnTo>
                    <a:pt x="788370" y="512502"/>
                  </a:lnTo>
                  <a:lnTo>
                    <a:pt x="790834" y="512519"/>
                  </a:lnTo>
                  <a:lnTo>
                    <a:pt x="793297" y="512533"/>
                  </a:lnTo>
                  <a:lnTo>
                    <a:pt x="795761" y="512543"/>
                  </a:lnTo>
                  <a:lnTo>
                    <a:pt x="798225" y="512552"/>
                  </a:lnTo>
                  <a:lnTo>
                    <a:pt x="800688" y="512559"/>
                  </a:lnTo>
                  <a:lnTo>
                    <a:pt x="803152" y="512565"/>
                  </a:lnTo>
                  <a:lnTo>
                    <a:pt x="805616" y="512569"/>
                  </a:lnTo>
                  <a:lnTo>
                    <a:pt x="808079" y="512573"/>
                  </a:lnTo>
                  <a:lnTo>
                    <a:pt x="810543" y="512575"/>
                  </a:lnTo>
                  <a:lnTo>
                    <a:pt x="813006" y="512577"/>
                  </a:lnTo>
                  <a:lnTo>
                    <a:pt x="815470" y="512579"/>
                  </a:lnTo>
                  <a:lnTo>
                    <a:pt x="817934" y="512580"/>
                  </a:lnTo>
                  <a:lnTo>
                    <a:pt x="820397" y="512581"/>
                  </a:lnTo>
                  <a:lnTo>
                    <a:pt x="822861" y="512581"/>
                  </a:lnTo>
                  <a:lnTo>
                    <a:pt x="825325" y="512582"/>
                  </a:lnTo>
                  <a:lnTo>
                    <a:pt x="827788" y="512582"/>
                  </a:lnTo>
                  <a:lnTo>
                    <a:pt x="830252" y="512582"/>
                  </a:lnTo>
                  <a:lnTo>
                    <a:pt x="832716" y="512582"/>
                  </a:lnTo>
                  <a:lnTo>
                    <a:pt x="835179" y="512582"/>
                  </a:lnTo>
                  <a:lnTo>
                    <a:pt x="837643" y="512583"/>
                  </a:lnTo>
                  <a:lnTo>
                    <a:pt x="840107" y="512583"/>
                  </a:lnTo>
                  <a:lnTo>
                    <a:pt x="842570" y="512583"/>
                  </a:lnTo>
                  <a:lnTo>
                    <a:pt x="845034" y="512583"/>
                  </a:lnTo>
                  <a:lnTo>
                    <a:pt x="847498" y="512583"/>
                  </a:lnTo>
                  <a:lnTo>
                    <a:pt x="849961" y="512583"/>
                  </a:lnTo>
                  <a:lnTo>
                    <a:pt x="852425" y="512583"/>
                  </a:lnTo>
                  <a:lnTo>
                    <a:pt x="854889" y="512583"/>
                  </a:lnTo>
                  <a:lnTo>
                    <a:pt x="857352" y="512583"/>
                  </a:lnTo>
                  <a:lnTo>
                    <a:pt x="859816" y="512583"/>
                  </a:lnTo>
                  <a:lnTo>
                    <a:pt x="862280" y="512583"/>
                  </a:lnTo>
                  <a:lnTo>
                    <a:pt x="864743" y="512583"/>
                  </a:lnTo>
                  <a:lnTo>
                    <a:pt x="867207" y="512583"/>
                  </a:lnTo>
                  <a:lnTo>
                    <a:pt x="869671" y="512583"/>
                  </a:lnTo>
                  <a:lnTo>
                    <a:pt x="872134" y="512583"/>
                  </a:lnTo>
                  <a:lnTo>
                    <a:pt x="874598" y="512583"/>
                  </a:lnTo>
                  <a:lnTo>
                    <a:pt x="877062" y="512583"/>
                  </a:lnTo>
                  <a:lnTo>
                    <a:pt x="879525" y="512583"/>
                  </a:lnTo>
                  <a:lnTo>
                    <a:pt x="881989" y="512583"/>
                  </a:lnTo>
                  <a:lnTo>
                    <a:pt x="884453" y="512583"/>
                  </a:lnTo>
                  <a:lnTo>
                    <a:pt x="886916" y="512583"/>
                  </a:lnTo>
                  <a:lnTo>
                    <a:pt x="889380" y="512583"/>
                  </a:lnTo>
                  <a:lnTo>
                    <a:pt x="891844" y="512583"/>
                  </a:lnTo>
                  <a:lnTo>
                    <a:pt x="894307" y="512583"/>
                  </a:lnTo>
                  <a:lnTo>
                    <a:pt x="896771" y="512583"/>
                  </a:lnTo>
                  <a:lnTo>
                    <a:pt x="899235" y="512583"/>
                  </a:lnTo>
                  <a:lnTo>
                    <a:pt x="901698" y="512583"/>
                  </a:lnTo>
                  <a:lnTo>
                    <a:pt x="904162" y="512583"/>
                  </a:lnTo>
                  <a:lnTo>
                    <a:pt x="906625" y="512583"/>
                  </a:lnTo>
                  <a:lnTo>
                    <a:pt x="909089" y="512583"/>
                  </a:lnTo>
                  <a:lnTo>
                    <a:pt x="911553" y="512583"/>
                  </a:lnTo>
                  <a:lnTo>
                    <a:pt x="914016" y="512583"/>
                  </a:lnTo>
                  <a:lnTo>
                    <a:pt x="916480" y="512583"/>
                  </a:lnTo>
                  <a:lnTo>
                    <a:pt x="918944" y="512583"/>
                  </a:lnTo>
                  <a:lnTo>
                    <a:pt x="921407" y="512583"/>
                  </a:lnTo>
                  <a:lnTo>
                    <a:pt x="923871" y="512583"/>
                  </a:lnTo>
                  <a:lnTo>
                    <a:pt x="926335" y="512583"/>
                  </a:lnTo>
                  <a:lnTo>
                    <a:pt x="928798" y="512583"/>
                  </a:lnTo>
                  <a:lnTo>
                    <a:pt x="931262" y="512583"/>
                  </a:lnTo>
                  <a:lnTo>
                    <a:pt x="933726" y="512583"/>
                  </a:lnTo>
                  <a:lnTo>
                    <a:pt x="936189" y="512583"/>
                  </a:lnTo>
                  <a:lnTo>
                    <a:pt x="938653" y="512583"/>
                  </a:lnTo>
                  <a:lnTo>
                    <a:pt x="941117" y="512583"/>
                  </a:lnTo>
                  <a:lnTo>
                    <a:pt x="943580" y="512583"/>
                  </a:lnTo>
                  <a:lnTo>
                    <a:pt x="946044" y="512583"/>
                  </a:lnTo>
                  <a:lnTo>
                    <a:pt x="948508" y="512583"/>
                  </a:lnTo>
                  <a:lnTo>
                    <a:pt x="950971" y="512583"/>
                  </a:lnTo>
                  <a:lnTo>
                    <a:pt x="953435" y="512583"/>
                  </a:lnTo>
                  <a:lnTo>
                    <a:pt x="955899" y="512583"/>
                  </a:lnTo>
                  <a:lnTo>
                    <a:pt x="958362" y="512583"/>
                  </a:lnTo>
                  <a:lnTo>
                    <a:pt x="960826" y="512583"/>
                  </a:lnTo>
                  <a:lnTo>
                    <a:pt x="963290" y="512583"/>
                  </a:lnTo>
                  <a:lnTo>
                    <a:pt x="965753" y="512583"/>
                  </a:lnTo>
                  <a:lnTo>
                    <a:pt x="968217" y="512583"/>
                  </a:lnTo>
                  <a:lnTo>
                    <a:pt x="970681" y="512583"/>
                  </a:lnTo>
                  <a:lnTo>
                    <a:pt x="973144" y="512583"/>
                  </a:lnTo>
                  <a:lnTo>
                    <a:pt x="975608" y="512583"/>
                  </a:lnTo>
                  <a:lnTo>
                    <a:pt x="978072" y="512583"/>
                  </a:lnTo>
                  <a:lnTo>
                    <a:pt x="980535" y="512583"/>
                  </a:lnTo>
                  <a:lnTo>
                    <a:pt x="982999" y="512583"/>
                  </a:lnTo>
                  <a:lnTo>
                    <a:pt x="985463" y="512583"/>
                  </a:lnTo>
                  <a:lnTo>
                    <a:pt x="987926" y="512583"/>
                  </a:lnTo>
                  <a:lnTo>
                    <a:pt x="990390" y="512583"/>
                  </a:lnTo>
                  <a:lnTo>
                    <a:pt x="992853" y="512583"/>
                  </a:lnTo>
                  <a:lnTo>
                    <a:pt x="995317" y="512583"/>
                  </a:lnTo>
                  <a:lnTo>
                    <a:pt x="997781" y="512583"/>
                  </a:lnTo>
                  <a:lnTo>
                    <a:pt x="1000244" y="512583"/>
                  </a:lnTo>
                  <a:lnTo>
                    <a:pt x="1002708" y="512583"/>
                  </a:lnTo>
                  <a:lnTo>
                    <a:pt x="1005172" y="512583"/>
                  </a:lnTo>
                  <a:lnTo>
                    <a:pt x="1007635" y="512583"/>
                  </a:lnTo>
                  <a:lnTo>
                    <a:pt x="1010099" y="512583"/>
                  </a:lnTo>
                  <a:lnTo>
                    <a:pt x="1012563" y="512583"/>
                  </a:lnTo>
                  <a:lnTo>
                    <a:pt x="1015026" y="512583"/>
                  </a:lnTo>
                  <a:lnTo>
                    <a:pt x="1017490" y="512583"/>
                  </a:lnTo>
                  <a:lnTo>
                    <a:pt x="1019954" y="512583"/>
                  </a:lnTo>
                  <a:lnTo>
                    <a:pt x="1022417" y="512583"/>
                  </a:lnTo>
                  <a:lnTo>
                    <a:pt x="1024881" y="512583"/>
                  </a:lnTo>
                  <a:lnTo>
                    <a:pt x="1027345" y="512583"/>
                  </a:lnTo>
                  <a:lnTo>
                    <a:pt x="1029808" y="512583"/>
                  </a:lnTo>
                  <a:lnTo>
                    <a:pt x="1032272" y="512582"/>
                  </a:lnTo>
                  <a:lnTo>
                    <a:pt x="1034736" y="512582"/>
                  </a:lnTo>
                  <a:lnTo>
                    <a:pt x="1037199" y="512582"/>
                  </a:lnTo>
                  <a:lnTo>
                    <a:pt x="1039663" y="512582"/>
                  </a:lnTo>
                  <a:lnTo>
                    <a:pt x="1042127" y="512582"/>
                  </a:lnTo>
                  <a:lnTo>
                    <a:pt x="1044590" y="512581"/>
                  </a:lnTo>
                  <a:lnTo>
                    <a:pt x="1047054" y="512581"/>
                  </a:lnTo>
                  <a:lnTo>
                    <a:pt x="1049518" y="512580"/>
                  </a:lnTo>
                  <a:lnTo>
                    <a:pt x="1051981" y="512579"/>
                  </a:lnTo>
                  <a:lnTo>
                    <a:pt x="1054445" y="512577"/>
                  </a:lnTo>
                  <a:lnTo>
                    <a:pt x="1056909" y="512576"/>
                  </a:lnTo>
                  <a:lnTo>
                    <a:pt x="1059372" y="512573"/>
                  </a:lnTo>
                  <a:lnTo>
                    <a:pt x="1061836" y="512570"/>
                  </a:lnTo>
                  <a:lnTo>
                    <a:pt x="1064300" y="512566"/>
                  </a:lnTo>
                  <a:lnTo>
                    <a:pt x="1066763" y="512562"/>
                  </a:lnTo>
                  <a:lnTo>
                    <a:pt x="1069227" y="512556"/>
                  </a:lnTo>
                  <a:lnTo>
                    <a:pt x="1071691" y="512549"/>
                  </a:lnTo>
                  <a:lnTo>
                    <a:pt x="1074154" y="512540"/>
                  </a:lnTo>
                  <a:lnTo>
                    <a:pt x="1076618" y="512529"/>
                  </a:lnTo>
                  <a:lnTo>
                    <a:pt x="1079082" y="512515"/>
                  </a:lnTo>
                  <a:lnTo>
                    <a:pt x="1081545" y="512500"/>
                  </a:lnTo>
                  <a:lnTo>
                    <a:pt x="1084009" y="512481"/>
                  </a:lnTo>
                  <a:lnTo>
                    <a:pt x="1086472" y="512460"/>
                  </a:lnTo>
                  <a:lnTo>
                    <a:pt x="1088936" y="512434"/>
                  </a:lnTo>
                  <a:lnTo>
                    <a:pt x="1091400" y="512405"/>
                  </a:lnTo>
                  <a:lnTo>
                    <a:pt x="1093863" y="512372"/>
                  </a:lnTo>
                  <a:lnTo>
                    <a:pt x="1096327" y="512334"/>
                  </a:lnTo>
                  <a:lnTo>
                    <a:pt x="1098791" y="512293"/>
                  </a:lnTo>
                  <a:lnTo>
                    <a:pt x="1101254" y="512247"/>
                  </a:lnTo>
                  <a:lnTo>
                    <a:pt x="1103718" y="512197"/>
                  </a:lnTo>
                  <a:lnTo>
                    <a:pt x="1106182" y="512142"/>
                  </a:lnTo>
                  <a:lnTo>
                    <a:pt x="1108645" y="512083"/>
                  </a:lnTo>
                  <a:lnTo>
                    <a:pt x="1111109" y="512022"/>
                  </a:lnTo>
                  <a:lnTo>
                    <a:pt x="1113573" y="511957"/>
                  </a:lnTo>
                  <a:lnTo>
                    <a:pt x="1116036" y="511891"/>
                  </a:lnTo>
                  <a:lnTo>
                    <a:pt x="1118500" y="511824"/>
                  </a:lnTo>
                  <a:lnTo>
                    <a:pt x="1120964" y="511756"/>
                  </a:lnTo>
                  <a:lnTo>
                    <a:pt x="1123427" y="511690"/>
                  </a:lnTo>
                  <a:lnTo>
                    <a:pt x="1125891" y="511626"/>
                  </a:lnTo>
                  <a:lnTo>
                    <a:pt x="1128355" y="511565"/>
                  </a:lnTo>
                  <a:lnTo>
                    <a:pt x="1130818" y="511508"/>
                  </a:lnTo>
                  <a:lnTo>
                    <a:pt x="1133282" y="511457"/>
                  </a:lnTo>
                  <a:lnTo>
                    <a:pt x="1135746" y="511413"/>
                  </a:lnTo>
                  <a:lnTo>
                    <a:pt x="1138209" y="511376"/>
                  </a:lnTo>
                  <a:lnTo>
                    <a:pt x="1140673" y="511349"/>
                  </a:lnTo>
                  <a:lnTo>
                    <a:pt x="1143137" y="511331"/>
                  </a:lnTo>
                  <a:lnTo>
                    <a:pt x="1145600" y="511322"/>
                  </a:lnTo>
                  <a:lnTo>
                    <a:pt x="1148064" y="511323"/>
                  </a:lnTo>
                  <a:lnTo>
                    <a:pt x="1150528" y="511333"/>
                  </a:lnTo>
                  <a:lnTo>
                    <a:pt x="1152991" y="511352"/>
                  </a:lnTo>
                  <a:lnTo>
                    <a:pt x="1155455" y="511381"/>
                  </a:lnTo>
                  <a:lnTo>
                    <a:pt x="1157919" y="511420"/>
                  </a:lnTo>
                  <a:lnTo>
                    <a:pt x="1160382" y="511465"/>
                  </a:lnTo>
                  <a:lnTo>
                    <a:pt x="1162846" y="511517"/>
                  </a:lnTo>
                  <a:lnTo>
                    <a:pt x="1165310" y="511574"/>
                  </a:lnTo>
                  <a:lnTo>
                    <a:pt x="1167773" y="511635"/>
                  </a:lnTo>
                  <a:lnTo>
                    <a:pt x="1170237" y="511700"/>
                  </a:lnTo>
                  <a:lnTo>
                    <a:pt x="1172701" y="511766"/>
                  </a:lnTo>
                  <a:lnTo>
                    <a:pt x="1175164" y="511834"/>
                  </a:lnTo>
                  <a:lnTo>
                    <a:pt x="1177628" y="511901"/>
                  </a:lnTo>
                  <a:lnTo>
                    <a:pt x="1180091" y="511967"/>
                  </a:lnTo>
                  <a:lnTo>
                    <a:pt x="1182555" y="512031"/>
                  </a:lnTo>
                  <a:lnTo>
                    <a:pt x="1185019" y="512093"/>
                  </a:lnTo>
                  <a:lnTo>
                    <a:pt x="1187482" y="512150"/>
                  </a:lnTo>
                  <a:lnTo>
                    <a:pt x="1189946" y="512204"/>
                  </a:lnTo>
                  <a:lnTo>
                    <a:pt x="1192410" y="512254"/>
                  </a:lnTo>
                  <a:lnTo>
                    <a:pt x="1194873" y="512299"/>
                  </a:lnTo>
                  <a:lnTo>
                    <a:pt x="1197337" y="512340"/>
                  </a:lnTo>
                  <a:lnTo>
                    <a:pt x="1199801" y="512377"/>
                  </a:lnTo>
                  <a:lnTo>
                    <a:pt x="1202264" y="512410"/>
                  </a:lnTo>
                  <a:lnTo>
                    <a:pt x="1204728" y="512438"/>
                  </a:lnTo>
                  <a:lnTo>
                    <a:pt x="1207192" y="512463"/>
                  </a:lnTo>
                  <a:lnTo>
                    <a:pt x="1209655" y="512484"/>
                  </a:lnTo>
                  <a:lnTo>
                    <a:pt x="1212119" y="512502"/>
                  </a:lnTo>
                  <a:lnTo>
                    <a:pt x="1214583" y="512518"/>
                  </a:lnTo>
                  <a:lnTo>
                    <a:pt x="1217046" y="512530"/>
                  </a:lnTo>
                  <a:lnTo>
                    <a:pt x="1219510" y="512541"/>
                  </a:lnTo>
                  <a:lnTo>
                    <a:pt x="1221974" y="512550"/>
                  </a:lnTo>
                  <a:lnTo>
                    <a:pt x="1224437" y="512557"/>
                  </a:lnTo>
                  <a:lnTo>
                    <a:pt x="1226901" y="512562"/>
                  </a:lnTo>
                  <a:lnTo>
                    <a:pt x="1229365" y="512567"/>
                  </a:lnTo>
                  <a:lnTo>
                    <a:pt x="1231828" y="512571"/>
                  </a:lnTo>
                  <a:lnTo>
                    <a:pt x="1234292" y="512574"/>
                  </a:lnTo>
                  <a:lnTo>
                    <a:pt x="1236756" y="512576"/>
                  </a:lnTo>
                  <a:lnTo>
                    <a:pt x="1239219" y="512578"/>
                  </a:lnTo>
                  <a:lnTo>
                    <a:pt x="1241683" y="512579"/>
                  </a:lnTo>
                  <a:lnTo>
                    <a:pt x="1244147" y="512580"/>
                  </a:lnTo>
                  <a:lnTo>
                    <a:pt x="1246610" y="512581"/>
                  </a:lnTo>
                  <a:lnTo>
                    <a:pt x="1249074" y="512581"/>
                  </a:lnTo>
                  <a:lnTo>
                    <a:pt x="1251538" y="512582"/>
                  </a:lnTo>
                  <a:lnTo>
                    <a:pt x="1254001" y="512582"/>
                  </a:lnTo>
                  <a:lnTo>
                    <a:pt x="1256465" y="512582"/>
                  </a:lnTo>
                  <a:lnTo>
                    <a:pt x="1258929" y="512582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7005616" y="1861924"/>
              <a:ext cx="1258929" cy="263862"/>
            </a:xfrm>
            <a:custGeom>
              <a:avLst/>
              <a:pathLst>
                <a:path w="1258929" h="263862">
                  <a:moveTo>
                    <a:pt x="0" y="263572"/>
                  </a:moveTo>
                  <a:lnTo>
                    <a:pt x="2463" y="263537"/>
                  </a:lnTo>
                  <a:lnTo>
                    <a:pt x="4927" y="263497"/>
                  </a:lnTo>
                  <a:lnTo>
                    <a:pt x="7390" y="263453"/>
                  </a:lnTo>
                  <a:lnTo>
                    <a:pt x="9854" y="263406"/>
                  </a:lnTo>
                  <a:lnTo>
                    <a:pt x="12318" y="263354"/>
                  </a:lnTo>
                  <a:lnTo>
                    <a:pt x="14781" y="263297"/>
                  </a:lnTo>
                  <a:lnTo>
                    <a:pt x="17245" y="263234"/>
                  </a:lnTo>
                  <a:lnTo>
                    <a:pt x="19709" y="263166"/>
                  </a:lnTo>
                  <a:lnTo>
                    <a:pt x="22172" y="263093"/>
                  </a:lnTo>
                  <a:lnTo>
                    <a:pt x="24636" y="263012"/>
                  </a:lnTo>
                  <a:lnTo>
                    <a:pt x="27100" y="262925"/>
                  </a:lnTo>
                  <a:lnTo>
                    <a:pt x="29563" y="262831"/>
                  </a:lnTo>
                  <a:lnTo>
                    <a:pt x="32027" y="262730"/>
                  </a:lnTo>
                  <a:lnTo>
                    <a:pt x="34491" y="262620"/>
                  </a:lnTo>
                  <a:lnTo>
                    <a:pt x="36954" y="262503"/>
                  </a:lnTo>
                  <a:lnTo>
                    <a:pt x="39418" y="262378"/>
                  </a:lnTo>
                  <a:lnTo>
                    <a:pt x="41882" y="262245"/>
                  </a:lnTo>
                  <a:lnTo>
                    <a:pt x="44345" y="262100"/>
                  </a:lnTo>
                  <a:lnTo>
                    <a:pt x="46809" y="261947"/>
                  </a:lnTo>
                  <a:lnTo>
                    <a:pt x="49273" y="261786"/>
                  </a:lnTo>
                  <a:lnTo>
                    <a:pt x="51736" y="261615"/>
                  </a:lnTo>
                  <a:lnTo>
                    <a:pt x="54200" y="261432"/>
                  </a:lnTo>
                  <a:lnTo>
                    <a:pt x="56664" y="261239"/>
                  </a:lnTo>
                  <a:lnTo>
                    <a:pt x="59127" y="261038"/>
                  </a:lnTo>
                  <a:lnTo>
                    <a:pt x="61591" y="260826"/>
                  </a:lnTo>
                  <a:lnTo>
                    <a:pt x="64055" y="260601"/>
                  </a:lnTo>
                  <a:lnTo>
                    <a:pt x="66518" y="260367"/>
                  </a:lnTo>
                  <a:lnTo>
                    <a:pt x="68982" y="260124"/>
                  </a:lnTo>
                  <a:lnTo>
                    <a:pt x="71446" y="259870"/>
                  </a:lnTo>
                  <a:lnTo>
                    <a:pt x="73909" y="259604"/>
                  </a:lnTo>
                  <a:lnTo>
                    <a:pt x="76373" y="259328"/>
                  </a:lnTo>
                  <a:lnTo>
                    <a:pt x="78837" y="259045"/>
                  </a:lnTo>
                  <a:lnTo>
                    <a:pt x="81300" y="258750"/>
                  </a:lnTo>
                  <a:lnTo>
                    <a:pt x="83764" y="258445"/>
                  </a:lnTo>
                  <a:lnTo>
                    <a:pt x="86228" y="258133"/>
                  </a:lnTo>
                  <a:lnTo>
                    <a:pt x="88691" y="257812"/>
                  </a:lnTo>
                  <a:lnTo>
                    <a:pt x="91155" y="257483"/>
                  </a:lnTo>
                  <a:lnTo>
                    <a:pt x="93618" y="257145"/>
                  </a:lnTo>
                  <a:lnTo>
                    <a:pt x="96082" y="256802"/>
                  </a:lnTo>
                  <a:lnTo>
                    <a:pt x="98546" y="256452"/>
                  </a:lnTo>
                  <a:lnTo>
                    <a:pt x="101009" y="256097"/>
                  </a:lnTo>
                  <a:lnTo>
                    <a:pt x="103473" y="255735"/>
                  </a:lnTo>
                  <a:lnTo>
                    <a:pt x="105937" y="255371"/>
                  </a:lnTo>
                  <a:lnTo>
                    <a:pt x="108400" y="255002"/>
                  </a:lnTo>
                  <a:lnTo>
                    <a:pt x="110864" y="254631"/>
                  </a:lnTo>
                  <a:lnTo>
                    <a:pt x="113328" y="254257"/>
                  </a:lnTo>
                  <a:lnTo>
                    <a:pt x="115791" y="253883"/>
                  </a:lnTo>
                  <a:lnTo>
                    <a:pt x="118255" y="253508"/>
                  </a:lnTo>
                  <a:lnTo>
                    <a:pt x="120719" y="253133"/>
                  </a:lnTo>
                  <a:lnTo>
                    <a:pt x="123182" y="252759"/>
                  </a:lnTo>
                  <a:lnTo>
                    <a:pt x="125646" y="252387"/>
                  </a:lnTo>
                  <a:lnTo>
                    <a:pt x="128110" y="252017"/>
                  </a:lnTo>
                  <a:lnTo>
                    <a:pt x="130573" y="251651"/>
                  </a:lnTo>
                  <a:lnTo>
                    <a:pt x="133037" y="251289"/>
                  </a:lnTo>
                  <a:lnTo>
                    <a:pt x="135501" y="250932"/>
                  </a:lnTo>
                  <a:lnTo>
                    <a:pt x="137964" y="250579"/>
                  </a:lnTo>
                  <a:lnTo>
                    <a:pt x="140428" y="250232"/>
                  </a:lnTo>
                  <a:lnTo>
                    <a:pt x="142892" y="249892"/>
                  </a:lnTo>
                  <a:lnTo>
                    <a:pt x="145355" y="249559"/>
                  </a:lnTo>
                  <a:lnTo>
                    <a:pt x="147819" y="249232"/>
                  </a:lnTo>
                  <a:lnTo>
                    <a:pt x="150283" y="248913"/>
                  </a:lnTo>
                  <a:lnTo>
                    <a:pt x="152746" y="248603"/>
                  </a:lnTo>
                  <a:lnTo>
                    <a:pt x="155210" y="248300"/>
                  </a:lnTo>
                  <a:lnTo>
                    <a:pt x="157674" y="248005"/>
                  </a:lnTo>
                  <a:lnTo>
                    <a:pt x="160137" y="247720"/>
                  </a:lnTo>
                  <a:lnTo>
                    <a:pt x="162601" y="247443"/>
                  </a:lnTo>
                  <a:lnTo>
                    <a:pt x="165065" y="247175"/>
                  </a:lnTo>
                  <a:lnTo>
                    <a:pt x="167528" y="246913"/>
                  </a:lnTo>
                  <a:lnTo>
                    <a:pt x="169992" y="246662"/>
                  </a:lnTo>
                  <a:lnTo>
                    <a:pt x="172456" y="246420"/>
                  </a:lnTo>
                  <a:lnTo>
                    <a:pt x="174919" y="246185"/>
                  </a:lnTo>
                  <a:lnTo>
                    <a:pt x="177383" y="245956"/>
                  </a:lnTo>
                  <a:lnTo>
                    <a:pt x="179847" y="245737"/>
                  </a:lnTo>
                  <a:lnTo>
                    <a:pt x="182310" y="245526"/>
                  </a:lnTo>
                  <a:lnTo>
                    <a:pt x="184774" y="245320"/>
                  </a:lnTo>
                  <a:lnTo>
                    <a:pt x="187237" y="245120"/>
                  </a:lnTo>
                  <a:lnTo>
                    <a:pt x="189701" y="244928"/>
                  </a:lnTo>
                  <a:lnTo>
                    <a:pt x="192165" y="244741"/>
                  </a:lnTo>
                  <a:lnTo>
                    <a:pt x="194628" y="244558"/>
                  </a:lnTo>
                  <a:lnTo>
                    <a:pt x="197092" y="244380"/>
                  </a:lnTo>
                  <a:lnTo>
                    <a:pt x="199556" y="244206"/>
                  </a:lnTo>
                  <a:lnTo>
                    <a:pt x="202019" y="244035"/>
                  </a:lnTo>
                  <a:lnTo>
                    <a:pt x="204483" y="243866"/>
                  </a:lnTo>
                  <a:lnTo>
                    <a:pt x="206947" y="243698"/>
                  </a:lnTo>
                  <a:lnTo>
                    <a:pt x="209410" y="243532"/>
                  </a:lnTo>
                  <a:lnTo>
                    <a:pt x="211874" y="243365"/>
                  </a:lnTo>
                  <a:lnTo>
                    <a:pt x="214338" y="243198"/>
                  </a:lnTo>
                  <a:lnTo>
                    <a:pt x="216801" y="243029"/>
                  </a:lnTo>
                  <a:lnTo>
                    <a:pt x="219265" y="242857"/>
                  </a:lnTo>
                  <a:lnTo>
                    <a:pt x="221729" y="242680"/>
                  </a:lnTo>
                  <a:lnTo>
                    <a:pt x="224192" y="242500"/>
                  </a:lnTo>
                  <a:lnTo>
                    <a:pt x="226656" y="242314"/>
                  </a:lnTo>
                  <a:lnTo>
                    <a:pt x="229120" y="242119"/>
                  </a:lnTo>
                  <a:lnTo>
                    <a:pt x="231583" y="241915"/>
                  </a:lnTo>
                  <a:lnTo>
                    <a:pt x="234047" y="241703"/>
                  </a:lnTo>
                  <a:lnTo>
                    <a:pt x="236511" y="241480"/>
                  </a:lnTo>
                  <a:lnTo>
                    <a:pt x="238974" y="241243"/>
                  </a:lnTo>
                  <a:lnTo>
                    <a:pt x="241438" y="240991"/>
                  </a:lnTo>
                  <a:lnTo>
                    <a:pt x="243902" y="240725"/>
                  </a:lnTo>
                  <a:lnTo>
                    <a:pt x="246365" y="240444"/>
                  </a:lnTo>
                  <a:lnTo>
                    <a:pt x="248829" y="240140"/>
                  </a:lnTo>
                  <a:lnTo>
                    <a:pt x="251293" y="239816"/>
                  </a:lnTo>
                  <a:lnTo>
                    <a:pt x="253756" y="239471"/>
                  </a:lnTo>
                  <a:lnTo>
                    <a:pt x="256220" y="239106"/>
                  </a:lnTo>
                  <a:lnTo>
                    <a:pt x="258684" y="238709"/>
                  </a:lnTo>
                  <a:lnTo>
                    <a:pt x="261147" y="238284"/>
                  </a:lnTo>
                  <a:lnTo>
                    <a:pt x="263611" y="237834"/>
                  </a:lnTo>
                  <a:lnTo>
                    <a:pt x="266075" y="237356"/>
                  </a:lnTo>
                  <a:lnTo>
                    <a:pt x="268538" y="236838"/>
                  </a:lnTo>
                  <a:lnTo>
                    <a:pt x="271002" y="236286"/>
                  </a:lnTo>
                  <a:lnTo>
                    <a:pt x="273465" y="235701"/>
                  </a:lnTo>
                  <a:lnTo>
                    <a:pt x="275929" y="235083"/>
                  </a:lnTo>
                  <a:lnTo>
                    <a:pt x="278393" y="234416"/>
                  </a:lnTo>
                  <a:lnTo>
                    <a:pt x="280856" y="233708"/>
                  </a:lnTo>
                  <a:lnTo>
                    <a:pt x="283320" y="232962"/>
                  </a:lnTo>
                  <a:lnTo>
                    <a:pt x="285784" y="232178"/>
                  </a:lnTo>
                  <a:lnTo>
                    <a:pt x="288247" y="231336"/>
                  </a:lnTo>
                  <a:lnTo>
                    <a:pt x="290711" y="230450"/>
                  </a:lnTo>
                  <a:lnTo>
                    <a:pt x="293175" y="229521"/>
                  </a:lnTo>
                  <a:lnTo>
                    <a:pt x="295638" y="228548"/>
                  </a:lnTo>
                  <a:lnTo>
                    <a:pt x="298102" y="227513"/>
                  </a:lnTo>
                  <a:lnTo>
                    <a:pt x="300566" y="226429"/>
                  </a:lnTo>
                  <a:lnTo>
                    <a:pt x="303029" y="225299"/>
                  </a:lnTo>
                  <a:lnTo>
                    <a:pt x="305493" y="224124"/>
                  </a:lnTo>
                  <a:lnTo>
                    <a:pt x="307957" y="222882"/>
                  </a:lnTo>
                  <a:lnTo>
                    <a:pt x="310420" y="221590"/>
                  </a:lnTo>
                  <a:lnTo>
                    <a:pt x="312884" y="220251"/>
                  </a:lnTo>
                  <a:lnTo>
                    <a:pt x="315348" y="218865"/>
                  </a:lnTo>
                  <a:lnTo>
                    <a:pt x="317811" y="217410"/>
                  </a:lnTo>
                  <a:lnTo>
                    <a:pt x="320275" y="215907"/>
                  </a:lnTo>
                  <a:lnTo>
                    <a:pt x="322739" y="214357"/>
                  </a:lnTo>
                  <a:lnTo>
                    <a:pt x="325202" y="212760"/>
                  </a:lnTo>
                  <a:lnTo>
                    <a:pt x="327666" y="211097"/>
                  </a:lnTo>
                  <a:lnTo>
                    <a:pt x="330130" y="209386"/>
                  </a:lnTo>
                  <a:lnTo>
                    <a:pt x="332593" y="207630"/>
                  </a:lnTo>
                  <a:lnTo>
                    <a:pt x="335057" y="205830"/>
                  </a:lnTo>
                  <a:lnTo>
                    <a:pt x="337521" y="203967"/>
                  </a:lnTo>
                  <a:lnTo>
                    <a:pt x="339984" y="202059"/>
                  </a:lnTo>
                  <a:lnTo>
                    <a:pt x="342448" y="200110"/>
                  </a:lnTo>
                  <a:lnTo>
                    <a:pt x="344912" y="198120"/>
                  </a:lnTo>
                  <a:lnTo>
                    <a:pt x="347375" y="196070"/>
                  </a:lnTo>
                  <a:lnTo>
                    <a:pt x="349839" y="193981"/>
                  </a:lnTo>
                  <a:lnTo>
                    <a:pt x="352303" y="191854"/>
                  </a:lnTo>
                  <a:lnTo>
                    <a:pt x="354766" y="189690"/>
                  </a:lnTo>
                  <a:lnTo>
                    <a:pt x="357230" y="187471"/>
                  </a:lnTo>
                  <a:lnTo>
                    <a:pt x="359694" y="185218"/>
                  </a:lnTo>
                  <a:lnTo>
                    <a:pt x="362157" y="182931"/>
                  </a:lnTo>
                  <a:lnTo>
                    <a:pt x="364621" y="180610"/>
                  </a:lnTo>
                  <a:lnTo>
                    <a:pt x="367084" y="178242"/>
                  </a:lnTo>
                  <a:lnTo>
                    <a:pt x="369548" y="175843"/>
                  </a:lnTo>
                  <a:lnTo>
                    <a:pt x="372012" y="173414"/>
                  </a:lnTo>
                  <a:lnTo>
                    <a:pt x="374475" y="170956"/>
                  </a:lnTo>
                  <a:lnTo>
                    <a:pt x="376939" y="168456"/>
                  </a:lnTo>
                  <a:lnTo>
                    <a:pt x="379403" y="165930"/>
                  </a:lnTo>
                  <a:lnTo>
                    <a:pt x="381866" y="163377"/>
                  </a:lnTo>
                  <a:lnTo>
                    <a:pt x="384330" y="160799"/>
                  </a:lnTo>
                  <a:lnTo>
                    <a:pt x="386794" y="158185"/>
                  </a:lnTo>
                  <a:lnTo>
                    <a:pt x="389257" y="155548"/>
                  </a:lnTo>
                  <a:lnTo>
                    <a:pt x="391721" y="152888"/>
                  </a:lnTo>
                  <a:lnTo>
                    <a:pt x="394185" y="150206"/>
                  </a:lnTo>
                  <a:lnTo>
                    <a:pt x="396648" y="147494"/>
                  </a:lnTo>
                  <a:lnTo>
                    <a:pt x="399112" y="144761"/>
                  </a:lnTo>
                  <a:lnTo>
                    <a:pt x="401576" y="142010"/>
                  </a:lnTo>
                  <a:lnTo>
                    <a:pt x="404039" y="139239"/>
                  </a:lnTo>
                  <a:lnTo>
                    <a:pt x="406503" y="136442"/>
                  </a:lnTo>
                  <a:lnTo>
                    <a:pt x="408967" y="133629"/>
                  </a:lnTo>
                  <a:lnTo>
                    <a:pt x="411430" y="130799"/>
                  </a:lnTo>
                  <a:lnTo>
                    <a:pt x="413894" y="127953"/>
                  </a:lnTo>
                  <a:lnTo>
                    <a:pt x="416358" y="125086"/>
                  </a:lnTo>
                  <a:lnTo>
                    <a:pt x="418821" y="122206"/>
                  </a:lnTo>
                  <a:lnTo>
                    <a:pt x="421285" y="119312"/>
                  </a:lnTo>
                  <a:lnTo>
                    <a:pt x="423749" y="116405"/>
                  </a:lnTo>
                  <a:lnTo>
                    <a:pt x="426212" y="113482"/>
                  </a:lnTo>
                  <a:lnTo>
                    <a:pt x="428676" y="110549"/>
                  </a:lnTo>
                  <a:lnTo>
                    <a:pt x="431140" y="107606"/>
                  </a:lnTo>
                  <a:lnTo>
                    <a:pt x="433603" y="104654"/>
                  </a:lnTo>
                  <a:lnTo>
                    <a:pt x="436067" y="101691"/>
                  </a:lnTo>
                  <a:lnTo>
                    <a:pt x="438531" y="98722"/>
                  </a:lnTo>
                  <a:lnTo>
                    <a:pt x="440994" y="95748"/>
                  </a:lnTo>
                  <a:lnTo>
                    <a:pt x="443458" y="92769"/>
                  </a:lnTo>
                  <a:lnTo>
                    <a:pt x="445922" y="89786"/>
                  </a:lnTo>
                  <a:lnTo>
                    <a:pt x="448385" y="86803"/>
                  </a:lnTo>
                  <a:lnTo>
                    <a:pt x="450849" y="83820"/>
                  </a:lnTo>
                  <a:lnTo>
                    <a:pt x="453312" y="80839"/>
                  </a:lnTo>
                  <a:lnTo>
                    <a:pt x="455776" y="77864"/>
                  </a:lnTo>
                  <a:lnTo>
                    <a:pt x="458240" y="74895"/>
                  </a:lnTo>
                  <a:lnTo>
                    <a:pt x="460703" y="71934"/>
                  </a:lnTo>
                  <a:lnTo>
                    <a:pt x="463167" y="68983"/>
                  </a:lnTo>
                  <a:lnTo>
                    <a:pt x="465631" y="66050"/>
                  </a:lnTo>
                  <a:lnTo>
                    <a:pt x="468094" y="63133"/>
                  </a:lnTo>
                  <a:lnTo>
                    <a:pt x="470558" y="60233"/>
                  </a:lnTo>
                  <a:lnTo>
                    <a:pt x="473022" y="57354"/>
                  </a:lnTo>
                  <a:lnTo>
                    <a:pt x="475485" y="54508"/>
                  </a:lnTo>
                  <a:lnTo>
                    <a:pt x="477949" y="51689"/>
                  </a:lnTo>
                  <a:lnTo>
                    <a:pt x="480413" y="48898"/>
                  </a:lnTo>
                  <a:lnTo>
                    <a:pt x="482876" y="46143"/>
                  </a:lnTo>
                  <a:lnTo>
                    <a:pt x="485340" y="43439"/>
                  </a:lnTo>
                  <a:lnTo>
                    <a:pt x="487804" y="40774"/>
                  </a:lnTo>
                  <a:lnTo>
                    <a:pt x="490267" y="38153"/>
                  </a:lnTo>
                  <a:lnTo>
                    <a:pt x="492731" y="35582"/>
                  </a:lnTo>
                  <a:lnTo>
                    <a:pt x="495195" y="33082"/>
                  </a:lnTo>
                  <a:lnTo>
                    <a:pt x="497658" y="30637"/>
                  </a:lnTo>
                  <a:lnTo>
                    <a:pt x="500122" y="28250"/>
                  </a:lnTo>
                  <a:lnTo>
                    <a:pt x="502586" y="25931"/>
                  </a:lnTo>
                  <a:lnTo>
                    <a:pt x="505049" y="23704"/>
                  </a:lnTo>
                  <a:lnTo>
                    <a:pt x="507513" y="21546"/>
                  </a:lnTo>
                  <a:lnTo>
                    <a:pt x="509977" y="19462"/>
                  </a:lnTo>
                  <a:lnTo>
                    <a:pt x="512440" y="17464"/>
                  </a:lnTo>
                  <a:lnTo>
                    <a:pt x="514904" y="15576"/>
                  </a:lnTo>
                  <a:lnTo>
                    <a:pt x="517368" y="13773"/>
                  </a:lnTo>
                  <a:lnTo>
                    <a:pt x="519831" y="12057"/>
                  </a:lnTo>
                  <a:lnTo>
                    <a:pt x="522295" y="10444"/>
                  </a:lnTo>
                  <a:lnTo>
                    <a:pt x="524759" y="8958"/>
                  </a:lnTo>
                  <a:lnTo>
                    <a:pt x="527222" y="7569"/>
                  </a:lnTo>
                  <a:lnTo>
                    <a:pt x="529686" y="6278"/>
                  </a:lnTo>
                  <a:lnTo>
                    <a:pt x="532150" y="5103"/>
                  </a:lnTo>
                  <a:lnTo>
                    <a:pt x="534613" y="4067"/>
                  </a:lnTo>
                  <a:lnTo>
                    <a:pt x="537077" y="3136"/>
                  </a:lnTo>
                  <a:lnTo>
                    <a:pt x="539541" y="2311"/>
                  </a:lnTo>
                  <a:lnTo>
                    <a:pt x="542004" y="1611"/>
                  </a:lnTo>
                  <a:lnTo>
                    <a:pt x="544468" y="1056"/>
                  </a:lnTo>
                  <a:lnTo>
                    <a:pt x="546931" y="610"/>
                  </a:lnTo>
                  <a:lnTo>
                    <a:pt x="549395" y="273"/>
                  </a:lnTo>
                  <a:lnTo>
                    <a:pt x="551859" y="64"/>
                  </a:lnTo>
                  <a:lnTo>
                    <a:pt x="554322" y="0"/>
                  </a:lnTo>
                  <a:lnTo>
                    <a:pt x="556786" y="43"/>
                  </a:lnTo>
                  <a:lnTo>
                    <a:pt x="559250" y="194"/>
                  </a:lnTo>
                  <a:lnTo>
                    <a:pt x="561713" y="471"/>
                  </a:lnTo>
                  <a:lnTo>
                    <a:pt x="564177" y="886"/>
                  </a:lnTo>
                  <a:lnTo>
                    <a:pt x="566641" y="1404"/>
                  </a:lnTo>
                  <a:lnTo>
                    <a:pt x="569104" y="2024"/>
                  </a:lnTo>
                  <a:lnTo>
                    <a:pt x="571568" y="2764"/>
                  </a:lnTo>
                  <a:lnTo>
                    <a:pt x="574032" y="3630"/>
                  </a:lnTo>
                  <a:lnTo>
                    <a:pt x="576495" y="4592"/>
                  </a:lnTo>
                  <a:lnTo>
                    <a:pt x="578959" y="5647"/>
                  </a:lnTo>
                  <a:lnTo>
                    <a:pt x="581423" y="6812"/>
                  </a:lnTo>
                  <a:lnTo>
                    <a:pt x="583886" y="8091"/>
                  </a:lnTo>
                  <a:lnTo>
                    <a:pt x="586350" y="9455"/>
                  </a:lnTo>
                  <a:lnTo>
                    <a:pt x="588814" y="10904"/>
                  </a:lnTo>
                  <a:lnTo>
                    <a:pt x="591277" y="12451"/>
                  </a:lnTo>
                  <a:lnTo>
                    <a:pt x="593741" y="14099"/>
                  </a:lnTo>
                  <a:lnTo>
                    <a:pt x="596205" y="15824"/>
                  </a:lnTo>
                  <a:lnTo>
                    <a:pt x="598668" y="17623"/>
                  </a:lnTo>
                  <a:lnTo>
                    <a:pt x="601132" y="19511"/>
                  </a:lnTo>
                  <a:lnTo>
                    <a:pt x="603596" y="21489"/>
                  </a:lnTo>
                  <a:lnTo>
                    <a:pt x="606059" y="23534"/>
                  </a:lnTo>
                  <a:lnTo>
                    <a:pt x="608523" y="25647"/>
                  </a:lnTo>
                  <a:lnTo>
                    <a:pt x="610987" y="27840"/>
                  </a:lnTo>
                  <a:lnTo>
                    <a:pt x="613450" y="30114"/>
                  </a:lnTo>
                  <a:lnTo>
                    <a:pt x="615914" y="32450"/>
                  </a:lnTo>
                  <a:lnTo>
                    <a:pt x="618378" y="34847"/>
                  </a:lnTo>
                  <a:lnTo>
                    <a:pt x="620841" y="37318"/>
                  </a:lnTo>
                  <a:lnTo>
                    <a:pt x="623305" y="39864"/>
                  </a:lnTo>
                  <a:lnTo>
                    <a:pt x="625769" y="42467"/>
                  </a:lnTo>
                  <a:lnTo>
                    <a:pt x="628232" y="45127"/>
                  </a:lnTo>
                  <a:lnTo>
                    <a:pt x="630696" y="47857"/>
                  </a:lnTo>
                  <a:lnTo>
                    <a:pt x="633159" y="50656"/>
                  </a:lnTo>
                  <a:lnTo>
                    <a:pt x="635623" y="53508"/>
                  </a:lnTo>
                  <a:lnTo>
                    <a:pt x="638087" y="56414"/>
                  </a:lnTo>
                  <a:lnTo>
                    <a:pt x="640550" y="59386"/>
                  </a:lnTo>
                  <a:lnTo>
                    <a:pt x="643014" y="62420"/>
                  </a:lnTo>
                  <a:lnTo>
                    <a:pt x="645478" y="65504"/>
                  </a:lnTo>
                  <a:lnTo>
                    <a:pt x="647941" y="68637"/>
                  </a:lnTo>
                  <a:lnTo>
                    <a:pt x="650405" y="71830"/>
                  </a:lnTo>
                  <a:lnTo>
                    <a:pt x="652869" y="75078"/>
                  </a:lnTo>
                  <a:lnTo>
                    <a:pt x="655332" y="78369"/>
                  </a:lnTo>
                  <a:lnTo>
                    <a:pt x="657796" y="81701"/>
                  </a:lnTo>
                  <a:lnTo>
                    <a:pt x="660260" y="85085"/>
                  </a:lnTo>
                  <a:lnTo>
                    <a:pt x="662723" y="88512"/>
                  </a:lnTo>
                  <a:lnTo>
                    <a:pt x="665187" y="91974"/>
                  </a:lnTo>
                  <a:lnTo>
                    <a:pt x="667651" y="95467"/>
                  </a:lnTo>
                  <a:lnTo>
                    <a:pt x="670114" y="98998"/>
                  </a:lnTo>
                  <a:lnTo>
                    <a:pt x="672578" y="102558"/>
                  </a:lnTo>
                  <a:lnTo>
                    <a:pt x="675042" y="106140"/>
                  </a:lnTo>
                  <a:lnTo>
                    <a:pt x="677505" y="109740"/>
                  </a:lnTo>
                  <a:lnTo>
                    <a:pt x="679969" y="113360"/>
                  </a:lnTo>
                  <a:lnTo>
                    <a:pt x="682433" y="116992"/>
                  </a:lnTo>
                  <a:lnTo>
                    <a:pt x="684896" y="120629"/>
                  </a:lnTo>
                  <a:lnTo>
                    <a:pt x="687360" y="124271"/>
                  </a:lnTo>
                  <a:lnTo>
                    <a:pt x="689824" y="127910"/>
                  </a:lnTo>
                  <a:lnTo>
                    <a:pt x="692287" y="131542"/>
                  </a:lnTo>
                  <a:lnTo>
                    <a:pt x="694751" y="135164"/>
                  </a:lnTo>
                  <a:lnTo>
                    <a:pt x="697215" y="138772"/>
                  </a:lnTo>
                  <a:lnTo>
                    <a:pt x="699678" y="142356"/>
                  </a:lnTo>
                  <a:lnTo>
                    <a:pt x="702142" y="145913"/>
                  </a:lnTo>
                  <a:lnTo>
                    <a:pt x="704606" y="149442"/>
                  </a:lnTo>
                  <a:lnTo>
                    <a:pt x="707069" y="152942"/>
                  </a:lnTo>
                  <a:lnTo>
                    <a:pt x="709533" y="156397"/>
                  </a:lnTo>
                  <a:lnTo>
                    <a:pt x="711997" y="159806"/>
                  </a:lnTo>
                  <a:lnTo>
                    <a:pt x="714460" y="163174"/>
                  </a:lnTo>
                  <a:lnTo>
                    <a:pt x="716924" y="166497"/>
                  </a:lnTo>
                  <a:lnTo>
                    <a:pt x="719388" y="169757"/>
                  </a:lnTo>
                  <a:lnTo>
                    <a:pt x="721851" y="172957"/>
                  </a:lnTo>
                  <a:lnTo>
                    <a:pt x="724315" y="176104"/>
                  </a:lnTo>
                  <a:lnTo>
                    <a:pt x="726778" y="179195"/>
                  </a:lnTo>
                  <a:lnTo>
                    <a:pt x="729242" y="182209"/>
                  </a:lnTo>
                  <a:lnTo>
                    <a:pt x="731706" y="185153"/>
                  </a:lnTo>
                  <a:lnTo>
                    <a:pt x="734169" y="188037"/>
                  </a:lnTo>
                  <a:lnTo>
                    <a:pt x="736633" y="190857"/>
                  </a:lnTo>
                  <a:lnTo>
                    <a:pt x="739097" y="193592"/>
                  </a:lnTo>
                  <a:lnTo>
                    <a:pt x="741560" y="196253"/>
                  </a:lnTo>
                  <a:lnTo>
                    <a:pt x="744024" y="198848"/>
                  </a:lnTo>
                  <a:lnTo>
                    <a:pt x="746488" y="201378"/>
                  </a:lnTo>
                  <a:lnTo>
                    <a:pt x="748951" y="203818"/>
                  </a:lnTo>
                  <a:lnTo>
                    <a:pt x="751415" y="206184"/>
                  </a:lnTo>
                  <a:lnTo>
                    <a:pt x="753879" y="208485"/>
                  </a:lnTo>
                  <a:lnTo>
                    <a:pt x="756342" y="210721"/>
                  </a:lnTo>
                  <a:lnTo>
                    <a:pt x="758806" y="212869"/>
                  </a:lnTo>
                  <a:lnTo>
                    <a:pt x="761270" y="214945"/>
                  </a:lnTo>
                  <a:lnTo>
                    <a:pt x="763733" y="216960"/>
                  </a:lnTo>
                  <a:lnTo>
                    <a:pt x="766197" y="218912"/>
                  </a:lnTo>
                  <a:lnTo>
                    <a:pt x="768661" y="220781"/>
                  </a:lnTo>
                  <a:lnTo>
                    <a:pt x="771124" y="222585"/>
                  </a:lnTo>
                  <a:lnTo>
                    <a:pt x="773588" y="224331"/>
                  </a:lnTo>
                  <a:lnTo>
                    <a:pt x="776052" y="226021"/>
                  </a:lnTo>
                  <a:lnTo>
                    <a:pt x="778515" y="227635"/>
                  </a:lnTo>
                  <a:lnTo>
                    <a:pt x="780979" y="229190"/>
                  </a:lnTo>
                  <a:lnTo>
                    <a:pt x="783443" y="230693"/>
                  </a:lnTo>
                  <a:lnTo>
                    <a:pt x="785906" y="232146"/>
                  </a:lnTo>
                  <a:lnTo>
                    <a:pt x="788370" y="233531"/>
                  </a:lnTo>
                  <a:lnTo>
                    <a:pt x="790834" y="234865"/>
                  </a:lnTo>
                  <a:lnTo>
                    <a:pt x="793297" y="236153"/>
                  </a:lnTo>
                  <a:lnTo>
                    <a:pt x="795761" y="237397"/>
                  </a:lnTo>
                  <a:lnTo>
                    <a:pt x="798225" y="238581"/>
                  </a:lnTo>
                  <a:lnTo>
                    <a:pt x="800688" y="239721"/>
                  </a:lnTo>
                  <a:lnTo>
                    <a:pt x="803152" y="240822"/>
                  </a:lnTo>
                  <a:lnTo>
                    <a:pt x="805616" y="241884"/>
                  </a:lnTo>
                  <a:lnTo>
                    <a:pt x="808079" y="242894"/>
                  </a:lnTo>
                  <a:lnTo>
                    <a:pt x="810543" y="243866"/>
                  </a:lnTo>
                  <a:lnTo>
                    <a:pt x="813006" y="244805"/>
                  </a:lnTo>
                  <a:lnTo>
                    <a:pt x="815470" y="245710"/>
                  </a:lnTo>
                  <a:lnTo>
                    <a:pt x="817934" y="246569"/>
                  </a:lnTo>
                  <a:lnTo>
                    <a:pt x="820397" y="247396"/>
                  </a:lnTo>
                  <a:lnTo>
                    <a:pt x="822861" y="248194"/>
                  </a:lnTo>
                  <a:lnTo>
                    <a:pt x="825325" y="248964"/>
                  </a:lnTo>
                  <a:lnTo>
                    <a:pt x="827788" y="249693"/>
                  </a:lnTo>
                  <a:lnTo>
                    <a:pt x="830252" y="250396"/>
                  </a:lnTo>
                  <a:lnTo>
                    <a:pt x="832716" y="251072"/>
                  </a:lnTo>
                  <a:lnTo>
                    <a:pt x="835179" y="251725"/>
                  </a:lnTo>
                  <a:lnTo>
                    <a:pt x="837643" y="252342"/>
                  </a:lnTo>
                  <a:lnTo>
                    <a:pt x="840107" y="252936"/>
                  </a:lnTo>
                  <a:lnTo>
                    <a:pt x="842570" y="253508"/>
                  </a:lnTo>
                  <a:lnTo>
                    <a:pt x="845034" y="254059"/>
                  </a:lnTo>
                  <a:lnTo>
                    <a:pt x="847498" y="254579"/>
                  </a:lnTo>
                  <a:lnTo>
                    <a:pt x="849961" y="255079"/>
                  </a:lnTo>
                  <a:lnTo>
                    <a:pt x="852425" y="255560"/>
                  </a:lnTo>
                  <a:lnTo>
                    <a:pt x="854889" y="256023"/>
                  </a:lnTo>
                  <a:lnTo>
                    <a:pt x="857352" y="256459"/>
                  </a:lnTo>
                  <a:lnTo>
                    <a:pt x="859816" y="256877"/>
                  </a:lnTo>
                  <a:lnTo>
                    <a:pt x="862280" y="257279"/>
                  </a:lnTo>
                  <a:lnTo>
                    <a:pt x="864743" y="257664"/>
                  </a:lnTo>
                  <a:lnTo>
                    <a:pt x="867207" y="258027"/>
                  </a:lnTo>
                  <a:lnTo>
                    <a:pt x="869671" y="258374"/>
                  </a:lnTo>
                  <a:lnTo>
                    <a:pt x="872134" y="258707"/>
                  </a:lnTo>
                  <a:lnTo>
                    <a:pt x="874598" y="259025"/>
                  </a:lnTo>
                  <a:lnTo>
                    <a:pt x="877062" y="259324"/>
                  </a:lnTo>
                  <a:lnTo>
                    <a:pt x="879525" y="259609"/>
                  </a:lnTo>
                  <a:lnTo>
                    <a:pt x="881989" y="259882"/>
                  </a:lnTo>
                  <a:lnTo>
                    <a:pt x="884453" y="260143"/>
                  </a:lnTo>
                  <a:lnTo>
                    <a:pt x="886916" y="260386"/>
                  </a:lnTo>
                  <a:lnTo>
                    <a:pt x="889380" y="260617"/>
                  </a:lnTo>
                  <a:lnTo>
                    <a:pt x="891844" y="260838"/>
                  </a:lnTo>
                  <a:lnTo>
                    <a:pt x="894307" y="261048"/>
                  </a:lnTo>
                  <a:lnTo>
                    <a:pt x="896771" y="261243"/>
                  </a:lnTo>
                  <a:lnTo>
                    <a:pt x="899235" y="261429"/>
                  </a:lnTo>
                  <a:lnTo>
                    <a:pt x="901698" y="261605"/>
                  </a:lnTo>
                  <a:lnTo>
                    <a:pt x="904162" y="261772"/>
                  </a:lnTo>
                  <a:lnTo>
                    <a:pt x="906625" y="261926"/>
                  </a:lnTo>
                  <a:lnTo>
                    <a:pt x="909089" y="262071"/>
                  </a:lnTo>
                  <a:lnTo>
                    <a:pt x="911553" y="262209"/>
                  </a:lnTo>
                  <a:lnTo>
                    <a:pt x="914016" y="262340"/>
                  </a:lnTo>
                  <a:lnTo>
                    <a:pt x="916480" y="262459"/>
                  </a:lnTo>
                  <a:lnTo>
                    <a:pt x="918944" y="262572"/>
                  </a:lnTo>
                  <a:lnTo>
                    <a:pt x="921407" y="262677"/>
                  </a:lnTo>
                  <a:lnTo>
                    <a:pt x="923871" y="262777"/>
                  </a:lnTo>
                  <a:lnTo>
                    <a:pt x="926335" y="262867"/>
                  </a:lnTo>
                  <a:lnTo>
                    <a:pt x="928798" y="262953"/>
                  </a:lnTo>
                  <a:lnTo>
                    <a:pt x="931262" y="263032"/>
                  </a:lnTo>
                  <a:lnTo>
                    <a:pt x="933726" y="263106"/>
                  </a:lnTo>
                  <a:lnTo>
                    <a:pt x="936189" y="263174"/>
                  </a:lnTo>
                  <a:lnTo>
                    <a:pt x="938653" y="263236"/>
                  </a:lnTo>
                  <a:lnTo>
                    <a:pt x="941117" y="263295"/>
                  </a:lnTo>
                  <a:lnTo>
                    <a:pt x="943580" y="263349"/>
                  </a:lnTo>
                  <a:lnTo>
                    <a:pt x="946044" y="263397"/>
                  </a:lnTo>
                  <a:lnTo>
                    <a:pt x="948508" y="263442"/>
                  </a:lnTo>
                  <a:lnTo>
                    <a:pt x="950971" y="263484"/>
                  </a:lnTo>
                  <a:lnTo>
                    <a:pt x="953435" y="263522"/>
                  </a:lnTo>
                  <a:lnTo>
                    <a:pt x="955899" y="263556"/>
                  </a:lnTo>
                  <a:lnTo>
                    <a:pt x="958362" y="263588"/>
                  </a:lnTo>
                  <a:lnTo>
                    <a:pt x="960826" y="263617"/>
                  </a:lnTo>
                  <a:lnTo>
                    <a:pt x="963290" y="263643"/>
                  </a:lnTo>
                  <a:lnTo>
                    <a:pt x="965753" y="263666"/>
                  </a:lnTo>
                  <a:lnTo>
                    <a:pt x="968217" y="263688"/>
                  </a:lnTo>
                  <a:lnTo>
                    <a:pt x="970681" y="263707"/>
                  </a:lnTo>
                  <a:lnTo>
                    <a:pt x="973144" y="263725"/>
                  </a:lnTo>
                  <a:lnTo>
                    <a:pt x="975608" y="263740"/>
                  </a:lnTo>
                  <a:lnTo>
                    <a:pt x="978072" y="263754"/>
                  </a:lnTo>
                  <a:lnTo>
                    <a:pt x="980535" y="263767"/>
                  </a:lnTo>
                  <a:lnTo>
                    <a:pt x="982999" y="263779"/>
                  </a:lnTo>
                  <a:lnTo>
                    <a:pt x="985463" y="263789"/>
                  </a:lnTo>
                  <a:lnTo>
                    <a:pt x="987926" y="263798"/>
                  </a:lnTo>
                  <a:lnTo>
                    <a:pt x="990390" y="263806"/>
                  </a:lnTo>
                  <a:lnTo>
                    <a:pt x="992853" y="263813"/>
                  </a:lnTo>
                  <a:lnTo>
                    <a:pt x="995317" y="263819"/>
                  </a:lnTo>
                  <a:lnTo>
                    <a:pt x="997781" y="263825"/>
                  </a:lnTo>
                  <a:lnTo>
                    <a:pt x="1000244" y="263830"/>
                  </a:lnTo>
                  <a:lnTo>
                    <a:pt x="1002708" y="263834"/>
                  </a:lnTo>
                  <a:lnTo>
                    <a:pt x="1005172" y="263838"/>
                  </a:lnTo>
                  <a:lnTo>
                    <a:pt x="1007635" y="263841"/>
                  </a:lnTo>
                  <a:lnTo>
                    <a:pt x="1010099" y="263844"/>
                  </a:lnTo>
                  <a:lnTo>
                    <a:pt x="1012563" y="263846"/>
                  </a:lnTo>
                  <a:lnTo>
                    <a:pt x="1015026" y="263849"/>
                  </a:lnTo>
                  <a:lnTo>
                    <a:pt x="1017490" y="263850"/>
                  </a:lnTo>
                  <a:lnTo>
                    <a:pt x="1019954" y="263852"/>
                  </a:lnTo>
                  <a:lnTo>
                    <a:pt x="1022417" y="263854"/>
                  </a:lnTo>
                  <a:lnTo>
                    <a:pt x="1024881" y="263855"/>
                  </a:lnTo>
                  <a:lnTo>
                    <a:pt x="1027345" y="263856"/>
                  </a:lnTo>
                  <a:lnTo>
                    <a:pt x="1029808" y="263857"/>
                  </a:lnTo>
                  <a:lnTo>
                    <a:pt x="1032272" y="263858"/>
                  </a:lnTo>
                  <a:lnTo>
                    <a:pt x="1034736" y="263858"/>
                  </a:lnTo>
                  <a:lnTo>
                    <a:pt x="1037199" y="263859"/>
                  </a:lnTo>
                  <a:lnTo>
                    <a:pt x="1039663" y="263859"/>
                  </a:lnTo>
                  <a:lnTo>
                    <a:pt x="1042127" y="263860"/>
                  </a:lnTo>
                  <a:lnTo>
                    <a:pt x="1044590" y="263860"/>
                  </a:lnTo>
                  <a:lnTo>
                    <a:pt x="1047054" y="263860"/>
                  </a:lnTo>
                  <a:lnTo>
                    <a:pt x="1049518" y="263861"/>
                  </a:lnTo>
                  <a:lnTo>
                    <a:pt x="1051981" y="263861"/>
                  </a:lnTo>
                  <a:lnTo>
                    <a:pt x="1054445" y="263861"/>
                  </a:lnTo>
                  <a:lnTo>
                    <a:pt x="1056909" y="263861"/>
                  </a:lnTo>
                  <a:lnTo>
                    <a:pt x="1059372" y="263861"/>
                  </a:lnTo>
                  <a:lnTo>
                    <a:pt x="1061836" y="263862"/>
                  </a:lnTo>
                  <a:lnTo>
                    <a:pt x="1064300" y="263862"/>
                  </a:lnTo>
                  <a:lnTo>
                    <a:pt x="1066763" y="263862"/>
                  </a:lnTo>
                  <a:lnTo>
                    <a:pt x="1069227" y="263862"/>
                  </a:lnTo>
                  <a:lnTo>
                    <a:pt x="1071691" y="263862"/>
                  </a:lnTo>
                  <a:lnTo>
                    <a:pt x="1074154" y="263862"/>
                  </a:lnTo>
                  <a:lnTo>
                    <a:pt x="1076618" y="263862"/>
                  </a:lnTo>
                  <a:lnTo>
                    <a:pt x="1079082" y="263862"/>
                  </a:lnTo>
                  <a:lnTo>
                    <a:pt x="1081545" y="263862"/>
                  </a:lnTo>
                  <a:lnTo>
                    <a:pt x="1084009" y="263862"/>
                  </a:lnTo>
                  <a:lnTo>
                    <a:pt x="1086472" y="263862"/>
                  </a:lnTo>
                  <a:lnTo>
                    <a:pt x="1088936" y="263862"/>
                  </a:lnTo>
                  <a:lnTo>
                    <a:pt x="1091400" y="263862"/>
                  </a:lnTo>
                  <a:lnTo>
                    <a:pt x="1093863" y="263862"/>
                  </a:lnTo>
                  <a:lnTo>
                    <a:pt x="1096327" y="263862"/>
                  </a:lnTo>
                  <a:lnTo>
                    <a:pt x="1098791" y="263862"/>
                  </a:lnTo>
                  <a:lnTo>
                    <a:pt x="1101254" y="263862"/>
                  </a:lnTo>
                  <a:lnTo>
                    <a:pt x="1103718" y="263862"/>
                  </a:lnTo>
                  <a:lnTo>
                    <a:pt x="1106182" y="263862"/>
                  </a:lnTo>
                  <a:lnTo>
                    <a:pt x="1108645" y="263862"/>
                  </a:lnTo>
                  <a:lnTo>
                    <a:pt x="1111109" y="263862"/>
                  </a:lnTo>
                  <a:lnTo>
                    <a:pt x="1113573" y="263862"/>
                  </a:lnTo>
                  <a:lnTo>
                    <a:pt x="1116036" y="263862"/>
                  </a:lnTo>
                  <a:lnTo>
                    <a:pt x="1118500" y="263862"/>
                  </a:lnTo>
                  <a:lnTo>
                    <a:pt x="1120964" y="263862"/>
                  </a:lnTo>
                  <a:lnTo>
                    <a:pt x="1123427" y="263862"/>
                  </a:lnTo>
                  <a:lnTo>
                    <a:pt x="1125891" y="263862"/>
                  </a:lnTo>
                  <a:lnTo>
                    <a:pt x="1128355" y="263862"/>
                  </a:lnTo>
                  <a:lnTo>
                    <a:pt x="1130818" y="263862"/>
                  </a:lnTo>
                  <a:lnTo>
                    <a:pt x="1133282" y="263862"/>
                  </a:lnTo>
                  <a:lnTo>
                    <a:pt x="1135746" y="263862"/>
                  </a:lnTo>
                  <a:lnTo>
                    <a:pt x="1138209" y="263862"/>
                  </a:lnTo>
                  <a:lnTo>
                    <a:pt x="1140673" y="263862"/>
                  </a:lnTo>
                  <a:lnTo>
                    <a:pt x="1143137" y="263862"/>
                  </a:lnTo>
                  <a:lnTo>
                    <a:pt x="1145600" y="263862"/>
                  </a:lnTo>
                  <a:lnTo>
                    <a:pt x="1148064" y="263862"/>
                  </a:lnTo>
                  <a:lnTo>
                    <a:pt x="1150528" y="263862"/>
                  </a:lnTo>
                  <a:lnTo>
                    <a:pt x="1152991" y="263862"/>
                  </a:lnTo>
                  <a:lnTo>
                    <a:pt x="1155455" y="263862"/>
                  </a:lnTo>
                  <a:lnTo>
                    <a:pt x="1157919" y="263862"/>
                  </a:lnTo>
                  <a:lnTo>
                    <a:pt x="1160382" y="263862"/>
                  </a:lnTo>
                  <a:lnTo>
                    <a:pt x="1162846" y="263862"/>
                  </a:lnTo>
                  <a:lnTo>
                    <a:pt x="1165310" y="263862"/>
                  </a:lnTo>
                  <a:lnTo>
                    <a:pt x="1167773" y="263862"/>
                  </a:lnTo>
                  <a:lnTo>
                    <a:pt x="1170237" y="263862"/>
                  </a:lnTo>
                  <a:lnTo>
                    <a:pt x="1172701" y="263862"/>
                  </a:lnTo>
                  <a:lnTo>
                    <a:pt x="1175164" y="263862"/>
                  </a:lnTo>
                  <a:lnTo>
                    <a:pt x="1177628" y="263862"/>
                  </a:lnTo>
                  <a:lnTo>
                    <a:pt x="1180091" y="263862"/>
                  </a:lnTo>
                  <a:lnTo>
                    <a:pt x="1182555" y="263862"/>
                  </a:lnTo>
                  <a:lnTo>
                    <a:pt x="1185019" y="263862"/>
                  </a:lnTo>
                  <a:lnTo>
                    <a:pt x="1187482" y="263862"/>
                  </a:lnTo>
                  <a:lnTo>
                    <a:pt x="1189946" y="263862"/>
                  </a:lnTo>
                  <a:lnTo>
                    <a:pt x="1192410" y="263862"/>
                  </a:lnTo>
                  <a:lnTo>
                    <a:pt x="1194873" y="263862"/>
                  </a:lnTo>
                  <a:lnTo>
                    <a:pt x="1197337" y="263862"/>
                  </a:lnTo>
                  <a:lnTo>
                    <a:pt x="1199801" y="263862"/>
                  </a:lnTo>
                  <a:lnTo>
                    <a:pt x="1202264" y="263862"/>
                  </a:lnTo>
                  <a:lnTo>
                    <a:pt x="1204728" y="263862"/>
                  </a:lnTo>
                  <a:lnTo>
                    <a:pt x="1207192" y="263862"/>
                  </a:lnTo>
                  <a:lnTo>
                    <a:pt x="1209655" y="263862"/>
                  </a:lnTo>
                  <a:lnTo>
                    <a:pt x="1212119" y="263862"/>
                  </a:lnTo>
                  <a:lnTo>
                    <a:pt x="1214583" y="263862"/>
                  </a:lnTo>
                  <a:lnTo>
                    <a:pt x="1217046" y="263862"/>
                  </a:lnTo>
                  <a:lnTo>
                    <a:pt x="1219510" y="263862"/>
                  </a:lnTo>
                  <a:lnTo>
                    <a:pt x="1221974" y="263862"/>
                  </a:lnTo>
                  <a:lnTo>
                    <a:pt x="1224437" y="263862"/>
                  </a:lnTo>
                  <a:lnTo>
                    <a:pt x="1226901" y="263862"/>
                  </a:lnTo>
                  <a:lnTo>
                    <a:pt x="1229365" y="263862"/>
                  </a:lnTo>
                  <a:lnTo>
                    <a:pt x="1231828" y="263862"/>
                  </a:lnTo>
                  <a:lnTo>
                    <a:pt x="1234292" y="263862"/>
                  </a:lnTo>
                  <a:lnTo>
                    <a:pt x="1236756" y="263862"/>
                  </a:lnTo>
                  <a:lnTo>
                    <a:pt x="1239219" y="263862"/>
                  </a:lnTo>
                  <a:lnTo>
                    <a:pt x="1241683" y="263862"/>
                  </a:lnTo>
                  <a:lnTo>
                    <a:pt x="1244147" y="263862"/>
                  </a:lnTo>
                  <a:lnTo>
                    <a:pt x="1246610" y="263862"/>
                  </a:lnTo>
                  <a:lnTo>
                    <a:pt x="1249074" y="263862"/>
                  </a:lnTo>
                  <a:lnTo>
                    <a:pt x="1251538" y="263862"/>
                  </a:lnTo>
                  <a:lnTo>
                    <a:pt x="1254001" y="263862"/>
                  </a:lnTo>
                  <a:lnTo>
                    <a:pt x="1256465" y="263862"/>
                  </a:lnTo>
                  <a:lnTo>
                    <a:pt x="1258929" y="263862"/>
                  </a:lnTo>
                  <a:lnTo>
                    <a:pt x="1256465" y="263862"/>
                  </a:lnTo>
                  <a:lnTo>
                    <a:pt x="1254001" y="263862"/>
                  </a:lnTo>
                  <a:lnTo>
                    <a:pt x="1251538" y="263862"/>
                  </a:lnTo>
                  <a:lnTo>
                    <a:pt x="1249074" y="263862"/>
                  </a:lnTo>
                  <a:lnTo>
                    <a:pt x="1246610" y="263862"/>
                  </a:lnTo>
                  <a:lnTo>
                    <a:pt x="1244147" y="263862"/>
                  </a:lnTo>
                  <a:lnTo>
                    <a:pt x="1241683" y="263862"/>
                  </a:lnTo>
                  <a:lnTo>
                    <a:pt x="1239219" y="263862"/>
                  </a:lnTo>
                  <a:lnTo>
                    <a:pt x="1236756" y="263862"/>
                  </a:lnTo>
                  <a:lnTo>
                    <a:pt x="1234292" y="263862"/>
                  </a:lnTo>
                  <a:lnTo>
                    <a:pt x="1231828" y="263862"/>
                  </a:lnTo>
                  <a:lnTo>
                    <a:pt x="1229365" y="263862"/>
                  </a:lnTo>
                  <a:lnTo>
                    <a:pt x="1226901" y="263862"/>
                  </a:lnTo>
                  <a:lnTo>
                    <a:pt x="1224437" y="263862"/>
                  </a:lnTo>
                  <a:lnTo>
                    <a:pt x="1221974" y="263862"/>
                  </a:lnTo>
                  <a:lnTo>
                    <a:pt x="1219510" y="263862"/>
                  </a:lnTo>
                  <a:lnTo>
                    <a:pt x="1217046" y="263862"/>
                  </a:lnTo>
                  <a:lnTo>
                    <a:pt x="1214583" y="263862"/>
                  </a:lnTo>
                  <a:lnTo>
                    <a:pt x="1212119" y="263862"/>
                  </a:lnTo>
                  <a:lnTo>
                    <a:pt x="1209655" y="263862"/>
                  </a:lnTo>
                  <a:lnTo>
                    <a:pt x="1207192" y="263862"/>
                  </a:lnTo>
                  <a:lnTo>
                    <a:pt x="1204728" y="263862"/>
                  </a:lnTo>
                  <a:lnTo>
                    <a:pt x="1202264" y="263862"/>
                  </a:lnTo>
                  <a:lnTo>
                    <a:pt x="1199801" y="263862"/>
                  </a:lnTo>
                  <a:lnTo>
                    <a:pt x="1197337" y="263862"/>
                  </a:lnTo>
                  <a:lnTo>
                    <a:pt x="1194873" y="263862"/>
                  </a:lnTo>
                  <a:lnTo>
                    <a:pt x="1192410" y="263862"/>
                  </a:lnTo>
                  <a:lnTo>
                    <a:pt x="1189946" y="263862"/>
                  </a:lnTo>
                  <a:lnTo>
                    <a:pt x="1187482" y="263862"/>
                  </a:lnTo>
                  <a:lnTo>
                    <a:pt x="1185019" y="263862"/>
                  </a:lnTo>
                  <a:lnTo>
                    <a:pt x="1182555" y="263862"/>
                  </a:lnTo>
                  <a:lnTo>
                    <a:pt x="1180091" y="263862"/>
                  </a:lnTo>
                  <a:lnTo>
                    <a:pt x="1177628" y="263862"/>
                  </a:lnTo>
                  <a:lnTo>
                    <a:pt x="1175164" y="263862"/>
                  </a:lnTo>
                  <a:lnTo>
                    <a:pt x="1172701" y="263862"/>
                  </a:lnTo>
                  <a:lnTo>
                    <a:pt x="1170237" y="263862"/>
                  </a:lnTo>
                  <a:lnTo>
                    <a:pt x="1167773" y="263862"/>
                  </a:lnTo>
                  <a:lnTo>
                    <a:pt x="1165310" y="263862"/>
                  </a:lnTo>
                  <a:lnTo>
                    <a:pt x="1162846" y="263862"/>
                  </a:lnTo>
                  <a:lnTo>
                    <a:pt x="1160382" y="263862"/>
                  </a:lnTo>
                  <a:lnTo>
                    <a:pt x="1157919" y="263862"/>
                  </a:lnTo>
                  <a:lnTo>
                    <a:pt x="1155455" y="263862"/>
                  </a:lnTo>
                  <a:lnTo>
                    <a:pt x="1152991" y="263862"/>
                  </a:lnTo>
                  <a:lnTo>
                    <a:pt x="1150528" y="263862"/>
                  </a:lnTo>
                  <a:lnTo>
                    <a:pt x="1148064" y="263862"/>
                  </a:lnTo>
                  <a:lnTo>
                    <a:pt x="1145600" y="263862"/>
                  </a:lnTo>
                  <a:lnTo>
                    <a:pt x="1143137" y="263862"/>
                  </a:lnTo>
                  <a:lnTo>
                    <a:pt x="1140673" y="263862"/>
                  </a:lnTo>
                  <a:lnTo>
                    <a:pt x="1138209" y="263862"/>
                  </a:lnTo>
                  <a:lnTo>
                    <a:pt x="1135746" y="263862"/>
                  </a:lnTo>
                  <a:lnTo>
                    <a:pt x="1133282" y="263862"/>
                  </a:lnTo>
                  <a:lnTo>
                    <a:pt x="1130818" y="263862"/>
                  </a:lnTo>
                  <a:lnTo>
                    <a:pt x="1128355" y="263862"/>
                  </a:lnTo>
                  <a:lnTo>
                    <a:pt x="1125891" y="263862"/>
                  </a:lnTo>
                  <a:lnTo>
                    <a:pt x="1123427" y="263862"/>
                  </a:lnTo>
                  <a:lnTo>
                    <a:pt x="1120964" y="263862"/>
                  </a:lnTo>
                  <a:lnTo>
                    <a:pt x="1118500" y="263862"/>
                  </a:lnTo>
                  <a:lnTo>
                    <a:pt x="1116036" y="263862"/>
                  </a:lnTo>
                  <a:lnTo>
                    <a:pt x="1113573" y="263862"/>
                  </a:lnTo>
                  <a:lnTo>
                    <a:pt x="1111109" y="263862"/>
                  </a:lnTo>
                  <a:lnTo>
                    <a:pt x="1108645" y="263862"/>
                  </a:lnTo>
                  <a:lnTo>
                    <a:pt x="1106182" y="263862"/>
                  </a:lnTo>
                  <a:lnTo>
                    <a:pt x="1103718" y="263862"/>
                  </a:lnTo>
                  <a:lnTo>
                    <a:pt x="1101254" y="263862"/>
                  </a:lnTo>
                  <a:lnTo>
                    <a:pt x="1098791" y="263862"/>
                  </a:lnTo>
                  <a:lnTo>
                    <a:pt x="1096327" y="263862"/>
                  </a:lnTo>
                  <a:lnTo>
                    <a:pt x="1093863" y="263862"/>
                  </a:lnTo>
                  <a:lnTo>
                    <a:pt x="1091400" y="263862"/>
                  </a:lnTo>
                  <a:lnTo>
                    <a:pt x="1088936" y="263862"/>
                  </a:lnTo>
                  <a:lnTo>
                    <a:pt x="1086472" y="263862"/>
                  </a:lnTo>
                  <a:lnTo>
                    <a:pt x="1084009" y="263862"/>
                  </a:lnTo>
                  <a:lnTo>
                    <a:pt x="1081545" y="263862"/>
                  </a:lnTo>
                  <a:lnTo>
                    <a:pt x="1079082" y="263862"/>
                  </a:lnTo>
                  <a:lnTo>
                    <a:pt x="1076618" y="263862"/>
                  </a:lnTo>
                  <a:lnTo>
                    <a:pt x="1074154" y="263862"/>
                  </a:lnTo>
                  <a:lnTo>
                    <a:pt x="1071691" y="263862"/>
                  </a:lnTo>
                  <a:lnTo>
                    <a:pt x="1069227" y="263862"/>
                  </a:lnTo>
                  <a:lnTo>
                    <a:pt x="1066763" y="263862"/>
                  </a:lnTo>
                  <a:lnTo>
                    <a:pt x="1064300" y="263862"/>
                  </a:lnTo>
                  <a:lnTo>
                    <a:pt x="1061836" y="263862"/>
                  </a:lnTo>
                  <a:lnTo>
                    <a:pt x="1059372" y="263862"/>
                  </a:lnTo>
                  <a:lnTo>
                    <a:pt x="1056909" y="263862"/>
                  </a:lnTo>
                  <a:lnTo>
                    <a:pt x="1054445" y="263862"/>
                  </a:lnTo>
                  <a:lnTo>
                    <a:pt x="1051981" y="263862"/>
                  </a:lnTo>
                  <a:lnTo>
                    <a:pt x="1049518" y="263862"/>
                  </a:lnTo>
                  <a:lnTo>
                    <a:pt x="1047054" y="263862"/>
                  </a:lnTo>
                  <a:lnTo>
                    <a:pt x="1044590" y="263862"/>
                  </a:lnTo>
                  <a:lnTo>
                    <a:pt x="1042127" y="263862"/>
                  </a:lnTo>
                  <a:lnTo>
                    <a:pt x="1039663" y="263862"/>
                  </a:lnTo>
                  <a:lnTo>
                    <a:pt x="1037199" y="263862"/>
                  </a:lnTo>
                  <a:lnTo>
                    <a:pt x="1034736" y="263862"/>
                  </a:lnTo>
                  <a:lnTo>
                    <a:pt x="1032272" y="263862"/>
                  </a:lnTo>
                  <a:lnTo>
                    <a:pt x="1029808" y="263862"/>
                  </a:lnTo>
                  <a:lnTo>
                    <a:pt x="1027345" y="263862"/>
                  </a:lnTo>
                  <a:lnTo>
                    <a:pt x="1024881" y="263862"/>
                  </a:lnTo>
                  <a:lnTo>
                    <a:pt x="1022417" y="263862"/>
                  </a:lnTo>
                  <a:lnTo>
                    <a:pt x="1019954" y="263862"/>
                  </a:lnTo>
                  <a:lnTo>
                    <a:pt x="1017490" y="263862"/>
                  </a:lnTo>
                  <a:lnTo>
                    <a:pt x="1015026" y="263862"/>
                  </a:lnTo>
                  <a:lnTo>
                    <a:pt x="1012563" y="263862"/>
                  </a:lnTo>
                  <a:lnTo>
                    <a:pt x="1010099" y="263862"/>
                  </a:lnTo>
                  <a:lnTo>
                    <a:pt x="1007635" y="263862"/>
                  </a:lnTo>
                  <a:lnTo>
                    <a:pt x="1005172" y="263862"/>
                  </a:lnTo>
                  <a:lnTo>
                    <a:pt x="1002708" y="263862"/>
                  </a:lnTo>
                  <a:lnTo>
                    <a:pt x="1000244" y="263862"/>
                  </a:lnTo>
                  <a:lnTo>
                    <a:pt x="997781" y="263862"/>
                  </a:lnTo>
                  <a:lnTo>
                    <a:pt x="995317" y="263862"/>
                  </a:lnTo>
                  <a:lnTo>
                    <a:pt x="992853" y="263862"/>
                  </a:lnTo>
                  <a:lnTo>
                    <a:pt x="990390" y="263862"/>
                  </a:lnTo>
                  <a:lnTo>
                    <a:pt x="987926" y="263862"/>
                  </a:lnTo>
                  <a:lnTo>
                    <a:pt x="985463" y="263862"/>
                  </a:lnTo>
                  <a:lnTo>
                    <a:pt x="982999" y="263862"/>
                  </a:lnTo>
                  <a:lnTo>
                    <a:pt x="980535" y="263862"/>
                  </a:lnTo>
                  <a:lnTo>
                    <a:pt x="978072" y="263862"/>
                  </a:lnTo>
                  <a:lnTo>
                    <a:pt x="975608" y="263862"/>
                  </a:lnTo>
                  <a:lnTo>
                    <a:pt x="973144" y="263862"/>
                  </a:lnTo>
                  <a:lnTo>
                    <a:pt x="970681" y="263862"/>
                  </a:lnTo>
                  <a:lnTo>
                    <a:pt x="968217" y="263862"/>
                  </a:lnTo>
                  <a:lnTo>
                    <a:pt x="965753" y="263862"/>
                  </a:lnTo>
                  <a:lnTo>
                    <a:pt x="963290" y="263862"/>
                  </a:lnTo>
                  <a:lnTo>
                    <a:pt x="960826" y="263862"/>
                  </a:lnTo>
                  <a:lnTo>
                    <a:pt x="958362" y="263862"/>
                  </a:lnTo>
                  <a:lnTo>
                    <a:pt x="955899" y="263862"/>
                  </a:lnTo>
                  <a:lnTo>
                    <a:pt x="953435" y="263862"/>
                  </a:lnTo>
                  <a:lnTo>
                    <a:pt x="950971" y="263862"/>
                  </a:lnTo>
                  <a:lnTo>
                    <a:pt x="948508" y="263862"/>
                  </a:lnTo>
                  <a:lnTo>
                    <a:pt x="946044" y="263862"/>
                  </a:lnTo>
                  <a:lnTo>
                    <a:pt x="943580" y="263862"/>
                  </a:lnTo>
                  <a:lnTo>
                    <a:pt x="941117" y="263862"/>
                  </a:lnTo>
                  <a:lnTo>
                    <a:pt x="938653" y="263862"/>
                  </a:lnTo>
                  <a:lnTo>
                    <a:pt x="936189" y="263862"/>
                  </a:lnTo>
                  <a:lnTo>
                    <a:pt x="933726" y="263862"/>
                  </a:lnTo>
                  <a:lnTo>
                    <a:pt x="931262" y="263862"/>
                  </a:lnTo>
                  <a:lnTo>
                    <a:pt x="928798" y="263862"/>
                  </a:lnTo>
                  <a:lnTo>
                    <a:pt x="926335" y="263862"/>
                  </a:lnTo>
                  <a:lnTo>
                    <a:pt x="923871" y="263862"/>
                  </a:lnTo>
                  <a:lnTo>
                    <a:pt x="921407" y="263862"/>
                  </a:lnTo>
                  <a:lnTo>
                    <a:pt x="918944" y="263862"/>
                  </a:lnTo>
                  <a:lnTo>
                    <a:pt x="916480" y="263862"/>
                  </a:lnTo>
                  <a:lnTo>
                    <a:pt x="914016" y="263862"/>
                  </a:lnTo>
                  <a:lnTo>
                    <a:pt x="911553" y="263862"/>
                  </a:lnTo>
                  <a:lnTo>
                    <a:pt x="909089" y="263862"/>
                  </a:lnTo>
                  <a:lnTo>
                    <a:pt x="906625" y="263862"/>
                  </a:lnTo>
                  <a:lnTo>
                    <a:pt x="904162" y="263862"/>
                  </a:lnTo>
                  <a:lnTo>
                    <a:pt x="901698" y="263862"/>
                  </a:lnTo>
                  <a:lnTo>
                    <a:pt x="899235" y="263862"/>
                  </a:lnTo>
                  <a:lnTo>
                    <a:pt x="896771" y="263862"/>
                  </a:lnTo>
                  <a:lnTo>
                    <a:pt x="894307" y="263862"/>
                  </a:lnTo>
                  <a:lnTo>
                    <a:pt x="891844" y="263862"/>
                  </a:lnTo>
                  <a:lnTo>
                    <a:pt x="889380" y="263862"/>
                  </a:lnTo>
                  <a:lnTo>
                    <a:pt x="886916" y="263862"/>
                  </a:lnTo>
                  <a:lnTo>
                    <a:pt x="884453" y="263862"/>
                  </a:lnTo>
                  <a:lnTo>
                    <a:pt x="881989" y="263862"/>
                  </a:lnTo>
                  <a:lnTo>
                    <a:pt x="879525" y="263862"/>
                  </a:lnTo>
                  <a:lnTo>
                    <a:pt x="877062" y="263862"/>
                  </a:lnTo>
                  <a:lnTo>
                    <a:pt x="874598" y="263862"/>
                  </a:lnTo>
                  <a:lnTo>
                    <a:pt x="872134" y="263862"/>
                  </a:lnTo>
                  <a:lnTo>
                    <a:pt x="869671" y="263862"/>
                  </a:lnTo>
                  <a:lnTo>
                    <a:pt x="867207" y="263862"/>
                  </a:lnTo>
                  <a:lnTo>
                    <a:pt x="864743" y="263862"/>
                  </a:lnTo>
                  <a:lnTo>
                    <a:pt x="862280" y="263862"/>
                  </a:lnTo>
                  <a:lnTo>
                    <a:pt x="859816" y="263862"/>
                  </a:lnTo>
                  <a:lnTo>
                    <a:pt x="857352" y="263862"/>
                  </a:lnTo>
                  <a:lnTo>
                    <a:pt x="854889" y="263862"/>
                  </a:lnTo>
                  <a:lnTo>
                    <a:pt x="852425" y="263862"/>
                  </a:lnTo>
                  <a:lnTo>
                    <a:pt x="849961" y="263862"/>
                  </a:lnTo>
                  <a:lnTo>
                    <a:pt x="847498" y="263862"/>
                  </a:lnTo>
                  <a:lnTo>
                    <a:pt x="845034" y="263862"/>
                  </a:lnTo>
                  <a:lnTo>
                    <a:pt x="842570" y="263862"/>
                  </a:lnTo>
                  <a:lnTo>
                    <a:pt x="840107" y="263862"/>
                  </a:lnTo>
                  <a:lnTo>
                    <a:pt x="837643" y="263862"/>
                  </a:lnTo>
                  <a:lnTo>
                    <a:pt x="835179" y="263862"/>
                  </a:lnTo>
                  <a:lnTo>
                    <a:pt x="832716" y="263862"/>
                  </a:lnTo>
                  <a:lnTo>
                    <a:pt x="830252" y="263862"/>
                  </a:lnTo>
                  <a:lnTo>
                    <a:pt x="827788" y="263862"/>
                  </a:lnTo>
                  <a:lnTo>
                    <a:pt x="825325" y="263862"/>
                  </a:lnTo>
                  <a:lnTo>
                    <a:pt x="822861" y="263862"/>
                  </a:lnTo>
                  <a:lnTo>
                    <a:pt x="820397" y="263862"/>
                  </a:lnTo>
                  <a:lnTo>
                    <a:pt x="817934" y="263862"/>
                  </a:lnTo>
                  <a:lnTo>
                    <a:pt x="815470" y="263862"/>
                  </a:lnTo>
                  <a:lnTo>
                    <a:pt x="813006" y="263862"/>
                  </a:lnTo>
                  <a:lnTo>
                    <a:pt x="810543" y="263862"/>
                  </a:lnTo>
                  <a:lnTo>
                    <a:pt x="808079" y="263862"/>
                  </a:lnTo>
                  <a:lnTo>
                    <a:pt x="805616" y="263862"/>
                  </a:lnTo>
                  <a:lnTo>
                    <a:pt x="803152" y="263862"/>
                  </a:lnTo>
                  <a:lnTo>
                    <a:pt x="800688" y="263862"/>
                  </a:lnTo>
                  <a:lnTo>
                    <a:pt x="798225" y="263862"/>
                  </a:lnTo>
                  <a:lnTo>
                    <a:pt x="795761" y="263862"/>
                  </a:lnTo>
                  <a:lnTo>
                    <a:pt x="793297" y="263862"/>
                  </a:lnTo>
                  <a:lnTo>
                    <a:pt x="790834" y="263862"/>
                  </a:lnTo>
                  <a:lnTo>
                    <a:pt x="788370" y="263862"/>
                  </a:lnTo>
                  <a:lnTo>
                    <a:pt x="785906" y="263862"/>
                  </a:lnTo>
                  <a:lnTo>
                    <a:pt x="783443" y="263862"/>
                  </a:lnTo>
                  <a:lnTo>
                    <a:pt x="780979" y="263862"/>
                  </a:lnTo>
                  <a:lnTo>
                    <a:pt x="778515" y="263862"/>
                  </a:lnTo>
                  <a:lnTo>
                    <a:pt x="776052" y="263862"/>
                  </a:lnTo>
                  <a:lnTo>
                    <a:pt x="773588" y="263862"/>
                  </a:lnTo>
                  <a:lnTo>
                    <a:pt x="771124" y="263862"/>
                  </a:lnTo>
                  <a:lnTo>
                    <a:pt x="768661" y="263862"/>
                  </a:lnTo>
                  <a:lnTo>
                    <a:pt x="766197" y="263862"/>
                  </a:lnTo>
                  <a:lnTo>
                    <a:pt x="763733" y="263862"/>
                  </a:lnTo>
                  <a:lnTo>
                    <a:pt x="761270" y="263862"/>
                  </a:lnTo>
                  <a:lnTo>
                    <a:pt x="758806" y="263862"/>
                  </a:lnTo>
                  <a:lnTo>
                    <a:pt x="756342" y="263862"/>
                  </a:lnTo>
                  <a:lnTo>
                    <a:pt x="753879" y="263862"/>
                  </a:lnTo>
                  <a:lnTo>
                    <a:pt x="751415" y="263862"/>
                  </a:lnTo>
                  <a:lnTo>
                    <a:pt x="748951" y="263862"/>
                  </a:lnTo>
                  <a:lnTo>
                    <a:pt x="746488" y="263862"/>
                  </a:lnTo>
                  <a:lnTo>
                    <a:pt x="744024" y="263862"/>
                  </a:lnTo>
                  <a:lnTo>
                    <a:pt x="741560" y="263862"/>
                  </a:lnTo>
                  <a:lnTo>
                    <a:pt x="739097" y="263862"/>
                  </a:lnTo>
                  <a:lnTo>
                    <a:pt x="736633" y="263862"/>
                  </a:lnTo>
                  <a:lnTo>
                    <a:pt x="734169" y="263862"/>
                  </a:lnTo>
                  <a:lnTo>
                    <a:pt x="731706" y="263862"/>
                  </a:lnTo>
                  <a:lnTo>
                    <a:pt x="729242" y="263862"/>
                  </a:lnTo>
                  <a:lnTo>
                    <a:pt x="726778" y="263862"/>
                  </a:lnTo>
                  <a:lnTo>
                    <a:pt x="724315" y="263862"/>
                  </a:lnTo>
                  <a:lnTo>
                    <a:pt x="721851" y="263862"/>
                  </a:lnTo>
                  <a:lnTo>
                    <a:pt x="719388" y="263862"/>
                  </a:lnTo>
                  <a:lnTo>
                    <a:pt x="716924" y="263862"/>
                  </a:lnTo>
                  <a:lnTo>
                    <a:pt x="714460" y="263862"/>
                  </a:lnTo>
                  <a:lnTo>
                    <a:pt x="711997" y="263862"/>
                  </a:lnTo>
                  <a:lnTo>
                    <a:pt x="709533" y="263862"/>
                  </a:lnTo>
                  <a:lnTo>
                    <a:pt x="707069" y="263862"/>
                  </a:lnTo>
                  <a:lnTo>
                    <a:pt x="704606" y="263862"/>
                  </a:lnTo>
                  <a:lnTo>
                    <a:pt x="702142" y="263862"/>
                  </a:lnTo>
                  <a:lnTo>
                    <a:pt x="699678" y="263862"/>
                  </a:lnTo>
                  <a:lnTo>
                    <a:pt x="697215" y="263862"/>
                  </a:lnTo>
                  <a:lnTo>
                    <a:pt x="694751" y="263862"/>
                  </a:lnTo>
                  <a:lnTo>
                    <a:pt x="692287" y="263862"/>
                  </a:lnTo>
                  <a:lnTo>
                    <a:pt x="689824" y="263862"/>
                  </a:lnTo>
                  <a:lnTo>
                    <a:pt x="687360" y="263862"/>
                  </a:lnTo>
                  <a:lnTo>
                    <a:pt x="684896" y="263862"/>
                  </a:lnTo>
                  <a:lnTo>
                    <a:pt x="682433" y="263862"/>
                  </a:lnTo>
                  <a:lnTo>
                    <a:pt x="679969" y="263862"/>
                  </a:lnTo>
                  <a:lnTo>
                    <a:pt x="677505" y="263862"/>
                  </a:lnTo>
                  <a:lnTo>
                    <a:pt x="675042" y="263862"/>
                  </a:lnTo>
                  <a:lnTo>
                    <a:pt x="672578" y="263862"/>
                  </a:lnTo>
                  <a:lnTo>
                    <a:pt x="670114" y="263862"/>
                  </a:lnTo>
                  <a:lnTo>
                    <a:pt x="667651" y="263862"/>
                  </a:lnTo>
                  <a:lnTo>
                    <a:pt x="665187" y="263862"/>
                  </a:lnTo>
                  <a:lnTo>
                    <a:pt x="662723" y="263862"/>
                  </a:lnTo>
                  <a:lnTo>
                    <a:pt x="660260" y="263862"/>
                  </a:lnTo>
                  <a:lnTo>
                    <a:pt x="657796" y="263862"/>
                  </a:lnTo>
                  <a:lnTo>
                    <a:pt x="655332" y="263862"/>
                  </a:lnTo>
                  <a:lnTo>
                    <a:pt x="652869" y="263862"/>
                  </a:lnTo>
                  <a:lnTo>
                    <a:pt x="650405" y="263862"/>
                  </a:lnTo>
                  <a:lnTo>
                    <a:pt x="647941" y="263862"/>
                  </a:lnTo>
                  <a:lnTo>
                    <a:pt x="645478" y="263862"/>
                  </a:lnTo>
                  <a:lnTo>
                    <a:pt x="643014" y="263862"/>
                  </a:lnTo>
                  <a:lnTo>
                    <a:pt x="640550" y="263862"/>
                  </a:lnTo>
                  <a:lnTo>
                    <a:pt x="638087" y="263862"/>
                  </a:lnTo>
                  <a:lnTo>
                    <a:pt x="635623" y="263862"/>
                  </a:lnTo>
                  <a:lnTo>
                    <a:pt x="633159" y="263862"/>
                  </a:lnTo>
                  <a:lnTo>
                    <a:pt x="630696" y="263862"/>
                  </a:lnTo>
                  <a:lnTo>
                    <a:pt x="628232" y="263862"/>
                  </a:lnTo>
                  <a:lnTo>
                    <a:pt x="625769" y="263862"/>
                  </a:lnTo>
                  <a:lnTo>
                    <a:pt x="623305" y="263862"/>
                  </a:lnTo>
                  <a:lnTo>
                    <a:pt x="620841" y="263862"/>
                  </a:lnTo>
                  <a:lnTo>
                    <a:pt x="618378" y="263862"/>
                  </a:lnTo>
                  <a:lnTo>
                    <a:pt x="615914" y="263862"/>
                  </a:lnTo>
                  <a:lnTo>
                    <a:pt x="613450" y="263862"/>
                  </a:lnTo>
                  <a:lnTo>
                    <a:pt x="610987" y="263862"/>
                  </a:lnTo>
                  <a:lnTo>
                    <a:pt x="608523" y="263862"/>
                  </a:lnTo>
                  <a:lnTo>
                    <a:pt x="606059" y="263862"/>
                  </a:lnTo>
                  <a:lnTo>
                    <a:pt x="603596" y="263862"/>
                  </a:lnTo>
                  <a:lnTo>
                    <a:pt x="601132" y="263862"/>
                  </a:lnTo>
                  <a:lnTo>
                    <a:pt x="598668" y="263862"/>
                  </a:lnTo>
                  <a:lnTo>
                    <a:pt x="596205" y="263862"/>
                  </a:lnTo>
                  <a:lnTo>
                    <a:pt x="593741" y="263862"/>
                  </a:lnTo>
                  <a:lnTo>
                    <a:pt x="591277" y="263862"/>
                  </a:lnTo>
                  <a:lnTo>
                    <a:pt x="588814" y="263862"/>
                  </a:lnTo>
                  <a:lnTo>
                    <a:pt x="586350" y="263862"/>
                  </a:lnTo>
                  <a:lnTo>
                    <a:pt x="583886" y="263862"/>
                  </a:lnTo>
                  <a:lnTo>
                    <a:pt x="581423" y="263862"/>
                  </a:lnTo>
                  <a:lnTo>
                    <a:pt x="578959" y="263862"/>
                  </a:lnTo>
                  <a:lnTo>
                    <a:pt x="576495" y="263862"/>
                  </a:lnTo>
                  <a:lnTo>
                    <a:pt x="574032" y="263862"/>
                  </a:lnTo>
                  <a:lnTo>
                    <a:pt x="571568" y="263862"/>
                  </a:lnTo>
                  <a:lnTo>
                    <a:pt x="569104" y="263862"/>
                  </a:lnTo>
                  <a:lnTo>
                    <a:pt x="566641" y="263862"/>
                  </a:lnTo>
                  <a:lnTo>
                    <a:pt x="564177" y="263862"/>
                  </a:lnTo>
                  <a:lnTo>
                    <a:pt x="561713" y="263862"/>
                  </a:lnTo>
                  <a:lnTo>
                    <a:pt x="559250" y="263862"/>
                  </a:lnTo>
                  <a:lnTo>
                    <a:pt x="556786" y="263862"/>
                  </a:lnTo>
                  <a:lnTo>
                    <a:pt x="554322" y="263862"/>
                  </a:lnTo>
                  <a:lnTo>
                    <a:pt x="551859" y="263862"/>
                  </a:lnTo>
                  <a:lnTo>
                    <a:pt x="549395" y="263862"/>
                  </a:lnTo>
                  <a:lnTo>
                    <a:pt x="546931" y="263862"/>
                  </a:lnTo>
                  <a:lnTo>
                    <a:pt x="544468" y="263862"/>
                  </a:lnTo>
                  <a:lnTo>
                    <a:pt x="542004" y="263862"/>
                  </a:lnTo>
                  <a:lnTo>
                    <a:pt x="539541" y="263862"/>
                  </a:lnTo>
                  <a:lnTo>
                    <a:pt x="537077" y="263862"/>
                  </a:lnTo>
                  <a:lnTo>
                    <a:pt x="534613" y="263862"/>
                  </a:lnTo>
                  <a:lnTo>
                    <a:pt x="532150" y="263862"/>
                  </a:lnTo>
                  <a:lnTo>
                    <a:pt x="529686" y="263862"/>
                  </a:lnTo>
                  <a:lnTo>
                    <a:pt x="527222" y="263862"/>
                  </a:lnTo>
                  <a:lnTo>
                    <a:pt x="524759" y="263862"/>
                  </a:lnTo>
                  <a:lnTo>
                    <a:pt x="522295" y="263862"/>
                  </a:lnTo>
                  <a:lnTo>
                    <a:pt x="519831" y="263862"/>
                  </a:lnTo>
                  <a:lnTo>
                    <a:pt x="517368" y="263862"/>
                  </a:lnTo>
                  <a:lnTo>
                    <a:pt x="514904" y="263862"/>
                  </a:lnTo>
                  <a:lnTo>
                    <a:pt x="512440" y="263862"/>
                  </a:lnTo>
                  <a:lnTo>
                    <a:pt x="509977" y="263862"/>
                  </a:lnTo>
                  <a:lnTo>
                    <a:pt x="507513" y="263862"/>
                  </a:lnTo>
                  <a:lnTo>
                    <a:pt x="505049" y="263862"/>
                  </a:lnTo>
                  <a:lnTo>
                    <a:pt x="502586" y="263862"/>
                  </a:lnTo>
                  <a:lnTo>
                    <a:pt x="500122" y="263862"/>
                  </a:lnTo>
                  <a:lnTo>
                    <a:pt x="497658" y="263862"/>
                  </a:lnTo>
                  <a:lnTo>
                    <a:pt x="495195" y="263862"/>
                  </a:lnTo>
                  <a:lnTo>
                    <a:pt x="492731" y="263862"/>
                  </a:lnTo>
                  <a:lnTo>
                    <a:pt x="490267" y="263862"/>
                  </a:lnTo>
                  <a:lnTo>
                    <a:pt x="487804" y="263862"/>
                  </a:lnTo>
                  <a:lnTo>
                    <a:pt x="485340" y="263862"/>
                  </a:lnTo>
                  <a:lnTo>
                    <a:pt x="482876" y="263862"/>
                  </a:lnTo>
                  <a:lnTo>
                    <a:pt x="480413" y="263862"/>
                  </a:lnTo>
                  <a:lnTo>
                    <a:pt x="477949" y="263862"/>
                  </a:lnTo>
                  <a:lnTo>
                    <a:pt x="475485" y="263862"/>
                  </a:lnTo>
                  <a:lnTo>
                    <a:pt x="473022" y="263862"/>
                  </a:lnTo>
                  <a:lnTo>
                    <a:pt x="470558" y="263862"/>
                  </a:lnTo>
                  <a:lnTo>
                    <a:pt x="468094" y="263862"/>
                  </a:lnTo>
                  <a:lnTo>
                    <a:pt x="465631" y="263862"/>
                  </a:lnTo>
                  <a:lnTo>
                    <a:pt x="463167" y="263862"/>
                  </a:lnTo>
                  <a:lnTo>
                    <a:pt x="460703" y="263862"/>
                  </a:lnTo>
                  <a:lnTo>
                    <a:pt x="458240" y="263862"/>
                  </a:lnTo>
                  <a:lnTo>
                    <a:pt x="455776" y="263862"/>
                  </a:lnTo>
                  <a:lnTo>
                    <a:pt x="453312" y="263862"/>
                  </a:lnTo>
                  <a:lnTo>
                    <a:pt x="450849" y="263862"/>
                  </a:lnTo>
                  <a:lnTo>
                    <a:pt x="448385" y="263862"/>
                  </a:lnTo>
                  <a:lnTo>
                    <a:pt x="445922" y="263862"/>
                  </a:lnTo>
                  <a:lnTo>
                    <a:pt x="443458" y="263862"/>
                  </a:lnTo>
                  <a:lnTo>
                    <a:pt x="440994" y="263862"/>
                  </a:lnTo>
                  <a:lnTo>
                    <a:pt x="438531" y="263862"/>
                  </a:lnTo>
                  <a:lnTo>
                    <a:pt x="436067" y="263862"/>
                  </a:lnTo>
                  <a:lnTo>
                    <a:pt x="433603" y="263862"/>
                  </a:lnTo>
                  <a:lnTo>
                    <a:pt x="431140" y="263862"/>
                  </a:lnTo>
                  <a:lnTo>
                    <a:pt x="428676" y="263862"/>
                  </a:lnTo>
                  <a:lnTo>
                    <a:pt x="426212" y="263862"/>
                  </a:lnTo>
                  <a:lnTo>
                    <a:pt x="423749" y="263862"/>
                  </a:lnTo>
                  <a:lnTo>
                    <a:pt x="421285" y="263862"/>
                  </a:lnTo>
                  <a:lnTo>
                    <a:pt x="418821" y="263862"/>
                  </a:lnTo>
                  <a:lnTo>
                    <a:pt x="416358" y="263862"/>
                  </a:lnTo>
                  <a:lnTo>
                    <a:pt x="413894" y="263862"/>
                  </a:lnTo>
                  <a:lnTo>
                    <a:pt x="411430" y="263862"/>
                  </a:lnTo>
                  <a:lnTo>
                    <a:pt x="408967" y="263862"/>
                  </a:lnTo>
                  <a:lnTo>
                    <a:pt x="406503" y="263862"/>
                  </a:lnTo>
                  <a:lnTo>
                    <a:pt x="404039" y="263862"/>
                  </a:lnTo>
                  <a:lnTo>
                    <a:pt x="401576" y="263862"/>
                  </a:lnTo>
                  <a:lnTo>
                    <a:pt x="399112" y="263862"/>
                  </a:lnTo>
                  <a:lnTo>
                    <a:pt x="396648" y="263862"/>
                  </a:lnTo>
                  <a:lnTo>
                    <a:pt x="394185" y="263862"/>
                  </a:lnTo>
                  <a:lnTo>
                    <a:pt x="391721" y="263862"/>
                  </a:lnTo>
                  <a:lnTo>
                    <a:pt x="389257" y="263862"/>
                  </a:lnTo>
                  <a:lnTo>
                    <a:pt x="386794" y="263862"/>
                  </a:lnTo>
                  <a:lnTo>
                    <a:pt x="384330" y="263862"/>
                  </a:lnTo>
                  <a:lnTo>
                    <a:pt x="381866" y="263862"/>
                  </a:lnTo>
                  <a:lnTo>
                    <a:pt x="379403" y="263862"/>
                  </a:lnTo>
                  <a:lnTo>
                    <a:pt x="376939" y="263862"/>
                  </a:lnTo>
                  <a:lnTo>
                    <a:pt x="374475" y="263862"/>
                  </a:lnTo>
                  <a:lnTo>
                    <a:pt x="372012" y="263862"/>
                  </a:lnTo>
                  <a:lnTo>
                    <a:pt x="369548" y="263862"/>
                  </a:lnTo>
                  <a:lnTo>
                    <a:pt x="367084" y="263862"/>
                  </a:lnTo>
                  <a:lnTo>
                    <a:pt x="364621" y="263862"/>
                  </a:lnTo>
                  <a:lnTo>
                    <a:pt x="362157" y="263862"/>
                  </a:lnTo>
                  <a:lnTo>
                    <a:pt x="359694" y="263862"/>
                  </a:lnTo>
                  <a:lnTo>
                    <a:pt x="357230" y="263862"/>
                  </a:lnTo>
                  <a:lnTo>
                    <a:pt x="354766" y="263862"/>
                  </a:lnTo>
                  <a:lnTo>
                    <a:pt x="352303" y="263862"/>
                  </a:lnTo>
                  <a:lnTo>
                    <a:pt x="349839" y="263862"/>
                  </a:lnTo>
                  <a:lnTo>
                    <a:pt x="347375" y="263862"/>
                  </a:lnTo>
                  <a:lnTo>
                    <a:pt x="344912" y="263862"/>
                  </a:lnTo>
                  <a:lnTo>
                    <a:pt x="342448" y="263862"/>
                  </a:lnTo>
                  <a:lnTo>
                    <a:pt x="339984" y="263862"/>
                  </a:lnTo>
                  <a:lnTo>
                    <a:pt x="337521" y="263862"/>
                  </a:lnTo>
                  <a:lnTo>
                    <a:pt x="335057" y="263862"/>
                  </a:lnTo>
                  <a:lnTo>
                    <a:pt x="332593" y="263862"/>
                  </a:lnTo>
                  <a:lnTo>
                    <a:pt x="330130" y="263862"/>
                  </a:lnTo>
                  <a:lnTo>
                    <a:pt x="327666" y="263862"/>
                  </a:lnTo>
                  <a:lnTo>
                    <a:pt x="325202" y="263862"/>
                  </a:lnTo>
                  <a:lnTo>
                    <a:pt x="322739" y="263862"/>
                  </a:lnTo>
                  <a:lnTo>
                    <a:pt x="320275" y="263862"/>
                  </a:lnTo>
                  <a:lnTo>
                    <a:pt x="317811" y="263862"/>
                  </a:lnTo>
                  <a:lnTo>
                    <a:pt x="315348" y="263862"/>
                  </a:lnTo>
                  <a:lnTo>
                    <a:pt x="312884" y="263862"/>
                  </a:lnTo>
                  <a:lnTo>
                    <a:pt x="310420" y="263862"/>
                  </a:lnTo>
                  <a:lnTo>
                    <a:pt x="307957" y="263862"/>
                  </a:lnTo>
                  <a:lnTo>
                    <a:pt x="305493" y="263862"/>
                  </a:lnTo>
                  <a:lnTo>
                    <a:pt x="303029" y="263862"/>
                  </a:lnTo>
                  <a:lnTo>
                    <a:pt x="300566" y="263862"/>
                  </a:lnTo>
                  <a:lnTo>
                    <a:pt x="298102" y="263862"/>
                  </a:lnTo>
                  <a:lnTo>
                    <a:pt x="295638" y="263862"/>
                  </a:lnTo>
                  <a:lnTo>
                    <a:pt x="293175" y="263862"/>
                  </a:lnTo>
                  <a:lnTo>
                    <a:pt x="290711" y="263862"/>
                  </a:lnTo>
                  <a:lnTo>
                    <a:pt x="288247" y="263862"/>
                  </a:lnTo>
                  <a:lnTo>
                    <a:pt x="285784" y="263862"/>
                  </a:lnTo>
                  <a:lnTo>
                    <a:pt x="283320" y="263862"/>
                  </a:lnTo>
                  <a:lnTo>
                    <a:pt x="280856" y="263862"/>
                  </a:lnTo>
                  <a:lnTo>
                    <a:pt x="278393" y="263862"/>
                  </a:lnTo>
                  <a:lnTo>
                    <a:pt x="275929" y="263862"/>
                  </a:lnTo>
                  <a:lnTo>
                    <a:pt x="273465" y="263862"/>
                  </a:lnTo>
                  <a:lnTo>
                    <a:pt x="271002" y="263862"/>
                  </a:lnTo>
                  <a:lnTo>
                    <a:pt x="268538" y="263862"/>
                  </a:lnTo>
                  <a:lnTo>
                    <a:pt x="266075" y="263862"/>
                  </a:lnTo>
                  <a:lnTo>
                    <a:pt x="263611" y="263862"/>
                  </a:lnTo>
                  <a:lnTo>
                    <a:pt x="261147" y="263862"/>
                  </a:lnTo>
                  <a:lnTo>
                    <a:pt x="258684" y="263862"/>
                  </a:lnTo>
                  <a:lnTo>
                    <a:pt x="256220" y="263862"/>
                  </a:lnTo>
                  <a:lnTo>
                    <a:pt x="253756" y="263862"/>
                  </a:lnTo>
                  <a:lnTo>
                    <a:pt x="251293" y="263862"/>
                  </a:lnTo>
                  <a:lnTo>
                    <a:pt x="248829" y="263862"/>
                  </a:lnTo>
                  <a:lnTo>
                    <a:pt x="246365" y="263862"/>
                  </a:lnTo>
                  <a:lnTo>
                    <a:pt x="243902" y="263862"/>
                  </a:lnTo>
                  <a:lnTo>
                    <a:pt x="241438" y="263862"/>
                  </a:lnTo>
                  <a:lnTo>
                    <a:pt x="238974" y="263862"/>
                  </a:lnTo>
                  <a:lnTo>
                    <a:pt x="236511" y="263862"/>
                  </a:lnTo>
                  <a:lnTo>
                    <a:pt x="234047" y="263862"/>
                  </a:lnTo>
                  <a:lnTo>
                    <a:pt x="231583" y="263862"/>
                  </a:lnTo>
                  <a:lnTo>
                    <a:pt x="229120" y="263862"/>
                  </a:lnTo>
                  <a:lnTo>
                    <a:pt x="226656" y="263862"/>
                  </a:lnTo>
                  <a:lnTo>
                    <a:pt x="224192" y="263862"/>
                  </a:lnTo>
                  <a:lnTo>
                    <a:pt x="221729" y="263862"/>
                  </a:lnTo>
                  <a:lnTo>
                    <a:pt x="219265" y="263862"/>
                  </a:lnTo>
                  <a:lnTo>
                    <a:pt x="216801" y="263862"/>
                  </a:lnTo>
                  <a:lnTo>
                    <a:pt x="214338" y="263862"/>
                  </a:lnTo>
                  <a:lnTo>
                    <a:pt x="211874" y="263862"/>
                  </a:lnTo>
                  <a:lnTo>
                    <a:pt x="209410" y="263862"/>
                  </a:lnTo>
                  <a:lnTo>
                    <a:pt x="206947" y="263862"/>
                  </a:lnTo>
                  <a:lnTo>
                    <a:pt x="204483" y="263862"/>
                  </a:lnTo>
                  <a:lnTo>
                    <a:pt x="202019" y="263862"/>
                  </a:lnTo>
                  <a:lnTo>
                    <a:pt x="199556" y="263862"/>
                  </a:lnTo>
                  <a:lnTo>
                    <a:pt x="197092" y="263862"/>
                  </a:lnTo>
                  <a:lnTo>
                    <a:pt x="194628" y="263862"/>
                  </a:lnTo>
                  <a:lnTo>
                    <a:pt x="192165" y="263862"/>
                  </a:lnTo>
                  <a:lnTo>
                    <a:pt x="189701" y="263862"/>
                  </a:lnTo>
                  <a:lnTo>
                    <a:pt x="187237" y="263862"/>
                  </a:lnTo>
                  <a:lnTo>
                    <a:pt x="184774" y="263862"/>
                  </a:lnTo>
                  <a:lnTo>
                    <a:pt x="182310" y="263862"/>
                  </a:lnTo>
                  <a:lnTo>
                    <a:pt x="179847" y="263862"/>
                  </a:lnTo>
                  <a:lnTo>
                    <a:pt x="177383" y="263862"/>
                  </a:lnTo>
                  <a:lnTo>
                    <a:pt x="174919" y="263862"/>
                  </a:lnTo>
                  <a:lnTo>
                    <a:pt x="172456" y="263862"/>
                  </a:lnTo>
                  <a:lnTo>
                    <a:pt x="169992" y="263862"/>
                  </a:lnTo>
                  <a:lnTo>
                    <a:pt x="167528" y="263862"/>
                  </a:lnTo>
                  <a:lnTo>
                    <a:pt x="165065" y="263862"/>
                  </a:lnTo>
                  <a:lnTo>
                    <a:pt x="162601" y="263862"/>
                  </a:lnTo>
                  <a:lnTo>
                    <a:pt x="160137" y="263862"/>
                  </a:lnTo>
                  <a:lnTo>
                    <a:pt x="157674" y="263862"/>
                  </a:lnTo>
                  <a:lnTo>
                    <a:pt x="155210" y="263862"/>
                  </a:lnTo>
                  <a:lnTo>
                    <a:pt x="152746" y="263862"/>
                  </a:lnTo>
                  <a:lnTo>
                    <a:pt x="150283" y="263862"/>
                  </a:lnTo>
                  <a:lnTo>
                    <a:pt x="147819" y="263862"/>
                  </a:lnTo>
                  <a:lnTo>
                    <a:pt x="145355" y="263862"/>
                  </a:lnTo>
                  <a:lnTo>
                    <a:pt x="142892" y="263862"/>
                  </a:lnTo>
                  <a:lnTo>
                    <a:pt x="140428" y="263862"/>
                  </a:lnTo>
                  <a:lnTo>
                    <a:pt x="137964" y="263862"/>
                  </a:lnTo>
                  <a:lnTo>
                    <a:pt x="135501" y="263862"/>
                  </a:lnTo>
                  <a:lnTo>
                    <a:pt x="133037" y="263862"/>
                  </a:lnTo>
                  <a:lnTo>
                    <a:pt x="130573" y="263862"/>
                  </a:lnTo>
                  <a:lnTo>
                    <a:pt x="128110" y="263862"/>
                  </a:lnTo>
                  <a:lnTo>
                    <a:pt x="125646" y="263862"/>
                  </a:lnTo>
                  <a:lnTo>
                    <a:pt x="123182" y="263862"/>
                  </a:lnTo>
                  <a:lnTo>
                    <a:pt x="120719" y="263862"/>
                  </a:lnTo>
                  <a:lnTo>
                    <a:pt x="118255" y="263862"/>
                  </a:lnTo>
                  <a:lnTo>
                    <a:pt x="115791" y="263862"/>
                  </a:lnTo>
                  <a:lnTo>
                    <a:pt x="113328" y="263862"/>
                  </a:lnTo>
                  <a:lnTo>
                    <a:pt x="110864" y="263862"/>
                  </a:lnTo>
                  <a:lnTo>
                    <a:pt x="108400" y="263862"/>
                  </a:lnTo>
                  <a:lnTo>
                    <a:pt x="105937" y="263862"/>
                  </a:lnTo>
                  <a:lnTo>
                    <a:pt x="103473" y="263862"/>
                  </a:lnTo>
                  <a:lnTo>
                    <a:pt x="101009" y="263862"/>
                  </a:lnTo>
                  <a:lnTo>
                    <a:pt x="98546" y="263862"/>
                  </a:lnTo>
                  <a:lnTo>
                    <a:pt x="96082" y="263862"/>
                  </a:lnTo>
                  <a:lnTo>
                    <a:pt x="93618" y="263862"/>
                  </a:lnTo>
                  <a:lnTo>
                    <a:pt x="91155" y="263862"/>
                  </a:lnTo>
                  <a:lnTo>
                    <a:pt x="88691" y="263862"/>
                  </a:lnTo>
                  <a:lnTo>
                    <a:pt x="86228" y="263862"/>
                  </a:lnTo>
                  <a:lnTo>
                    <a:pt x="83764" y="263862"/>
                  </a:lnTo>
                  <a:lnTo>
                    <a:pt x="81300" y="263862"/>
                  </a:lnTo>
                  <a:lnTo>
                    <a:pt x="78837" y="263862"/>
                  </a:lnTo>
                  <a:lnTo>
                    <a:pt x="76373" y="263862"/>
                  </a:lnTo>
                  <a:lnTo>
                    <a:pt x="73909" y="263862"/>
                  </a:lnTo>
                  <a:lnTo>
                    <a:pt x="71446" y="263862"/>
                  </a:lnTo>
                  <a:lnTo>
                    <a:pt x="68982" y="263862"/>
                  </a:lnTo>
                  <a:lnTo>
                    <a:pt x="66518" y="263862"/>
                  </a:lnTo>
                  <a:lnTo>
                    <a:pt x="64055" y="263862"/>
                  </a:lnTo>
                  <a:lnTo>
                    <a:pt x="61591" y="263862"/>
                  </a:lnTo>
                  <a:lnTo>
                    <a:pt x="59127" y="263862"/>
                  </a:lnTo>
                  <a:lnTo>
                    <a:pt x="56664" y="263862"/>
                  </a:lnTo>
                  <a:lnTo>
                    <a:pt x="54200" y="263862"/>
                  </a:lnTo>
                  <a:lnTo>
                    <a:pt x="51736" y="263862"/>
                  </a:lnTo>
                  <a:lnTo>
                    <a:pt x="49273" y="263862"/>
                  </a:lnTo>
                  <a:lnTo>
                    <a:pt x="46809" y="263862"/>
                  </a:lnTo>
                  <a:lnTo>
                    <a:pt x="44345" y="263862"/>
                  </a:lnTo>
                  <a:lnTo>
                    <a:pt x="41882" y="263862"/>
                  </a:lnTo>
                  <a:lnTo>
                    <a:pt x="39418" y="263862"/>
                  </a:lnTo>
                  <a:lnTo>
                    <a:pt x="36954" y="263862"/>
                  </a:lnTo>
                  <a:lnTo>
                    <a:pt x="34491" y="263862"/>
                  </a:lnTo>
                  <a:lnTo>
                    <a:pt x="32027" y="263862"/>
                  </a:lnTo>
                  <a:lnTo>
                    <a:pt x="29563" y="263862"/>
                  </a:lnTo>
                  <a:lnTo>
                    <a:pt x="27100" y="263862"/>
                  </a:lnTo>
                  <a:lnTo>
                    <a:pt x="24636" y="263862"/>
                  </a:lnTo>
                  <a:lnTo>
                    <a:pt x="22172" y="263862"/>
                  </a:lnTo>
                  <a:lnTo>
                    <a:pt x="19709" y="263862"/>
                  </a:lnTo>
                  <a:lnTo>
                    <a:pt x="17245" y="263862"/>
                  </a:lnTo>
                  <a:lnTo>
                    <a:pt x="14781" y="263862"/>
                  </a:lnTo>
                  <a:lnTo>
                    <a:pt x="12318" y="263862"/>
                  </a:lnTo>
                  <a:lnTo>
                    <a:pt x="9854" y="263862"/>
                  </a:lnTo>
                  <a:lnTo>
                    <a:pt x="7390" y="263862"/>
                  </a:lnTo>
                  <a:lnTo>
                    <a:pt x="4927" y="263862"/>
                  </a:lnTo>
                  <a:lnTo>
                    <a:pt x="2463" y="263862"/>
                  </a:lnTo>
                  <a:lnTo>
                    <a:pt x="0" y="26386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7005616" y="1861924"/>
              <a:ext cx="1258929" cy="263862"/>
            </a:xfrm>
            <a:custGeom>
              <a:avLst/>
              <a:pathLst>
                <a:path w="1258929" h="263862">
                  <a:moveTo>
                    <a:pt x="0" y="263572"/>
                  </a:moveTo>
                  <a:lnTo>
                    <a:pt x="2463" y="263537"/>
                  </a:lnTo>
                  <a:lnTo>
                    <a:pt x="4927" y="263497"/>
                  </a:lnTo>
                  <a:lnTo>
                    <a:pt x="7390" y="263453"/>
                  </a:lnTo>
                  <a:lnTo>
                    <a:pt x="9854" y="263406"/>
                  </a:lnTo>
                  <a:lnTo>
                    <a:pt x="12318" y="263354"/>
                  </a:lnTo>
                  <a:lnTo>
                    <a:pt x="14781" y="263297"/>
                  </a:lnTo>
                  <a:lnTo>
                    <a:pt x="17245" y="263234"/>
                  </a:lnTo>
                  <a:lnTo>
                    <a:pt x="19709" y="263166"/>
                  </a:lnTo>
                  <a:lnTo>
                    <a:pt x="22172" y="263093"/>
                  </a:lnTo>
                  <a:lnTo>
                    <a:pt x="24636" y="263012"/>
                  </a:lnTo>
                  <a:lnTo>
                    <a:pt x="27100" y="262925"/>
                  </a:lnTo>
                  <a:lnTo>
                    <a:pt x="29563" y="262831"/>
                  </a:lnTo>
                  <a:lnTo>
                    <a:pt x="32027" y="262730"/>
                  </a:lnTo>
                  <a:lnTo>
                    <a:pt x="34491" y="262620"/>
                  </a:lnTo>
                  <a:lnTo>
                    <a:pt x="36954" y="262503"/>
                  </a:lnTo>
                  <a:lnTo>
                    <a:pt x="39418" y="262378"/>
                  </a:lnTo>
                  <a:lnTo>
                    <a:pt x="41882" y="262245"/>
                  </a:lnTo>
                  <a:lnTo>
                    <a:pt x="44345" y="262100"/>
                  </a:lnTo>
                  <a:lnTo>
                    <a:pt x="46809" y="261947"/>
                  </a:lnTo>
                  <a:lnTo>
                    <a:pt x="49273" y="261786"/>
                  </a:lnTo>
                  <a:lnTo>
                    <a:pt x="51736" y="261615"/>
                  </a:lnTo>
                  <a:lnTo>
                    <a:pt x="54200" y="261432"/>
                  </a:lnTo>
                  <a:lnTo>
                    <a:pt x="56664" y="261239"/>
                  </a:lnTo>
                  <a:lnTo>
                    <a:pt x="59127" y="261038"/>
                  </a:lnTo>
                  <a:lnTo>
                    <a:pt x="61591" y="260826"/>
                  </a:lnTo>
                  <a:lnTo>
                    <a:pt x="64055" y="260601"/>
                  </a:lnTo>
                  <a:lnTo>
                    <a:pt x="66518" y="260367"/>
                  </a:lnTo>
                  <a:lnTo>
                    <a:pt x="68982" y="260124"/>
                  </a:lnTo>
                  <a:lnTo>
                    <a:pt x="71446" y="259870"/>
                  </a:lnTo>
                  <a:lnTo>
                    <a:pt x="73909" y="259604"/>
                  </a:lnTo>
                  <a:lnTo>
                    <a:pt x="76373" y="259328"/>
                  </a:lnTo>
                  <a:lnTo>
                    <a:pt x="78837" y="259045"/>
                  </a:lnTo>
                  <a:lnTo>
                    <a:pt x="81300" y="258750"/>
                  </a:lnTo>
                  <a:lnTo>
                    <a:pt x="83764" y="258445"/>
                  </a:lnTo>
                  <a:lnTo>
                    <a:pt x="86228" y="258133"/>
                  </a:lnTo>
                  <a:lnTo>
                    <a:pt x="88691" y="257812"/>
                  </a:lnTo>
                  <a:lnTo>
                    <a:pt x="91155" y="257483"/>
                  </a:lnTo>
                  <a:lnTo>
                    <a:pt x="93618" y="257145"/>
                  </a:lnTo>
                  <a:lnTo>
                    <a:pt x="96082" y="256802"/>
                  </a:lnTo>
                  <a:lnTo>
                    <a:pt x="98546" y="256452"/>
                  </a:lnTo>
                  <a:lnTo>
                    <a:pt x="101009" y="256097"/>
                  </a:lnTo>
                  <a:lnTo>
                    <a:pt x="103473" y="255735"/>
                  </a:lnTo>
                  <a:lnTo>
                    <a:pt x="105937" y="255371"/>
                  </a:lnTo>
                  <a:lnTo>
                    <a:pt x="108400" y="255002"/>
                  </a:lnTo>
                  <a:lnTo>
                    <a:pt x="110864" y="254631"/>
                  </a:lnTo>
                  <a:lnTo>
                    <a:pt x="113328" y="254257"/>
                  </a:lnTo>
                  <a:lnTo>
                    <a:pt x="115791" y="253883"/>
                  </a:lnTo>
                  <a:lnTo>
                    <a:pt x="118255" y="253508"/>
                  </a:lnTo>
                  <a:lnTo>
                    <a:pt x="120719" y="253133"/>
                  </a:lnTo>
                  <a:lnTo>
                    <a:pt x="123182" y="252759"/>
                  </a:lnTo>
                  <a:lnTo>
                    <a:pt x="125646" y="252387"/>
                  </a:lnTo>
                  <a:lnTo>
                    <a:pt x="128110" y="252017"/>
                  </a:lnTo>
                  <a:lnTo>
                    <a:pt x="130573" y="251651"/>
                  </a:lnTo>
                  <a:lnTo>
                    <a:pt x="133037" y="251289"/>
                  </a:lnTo>
                  <a:lnTo>
                    <a:pt x="135501" y="250932"/>
                  </a:lnTo>
                  <a:lnTo>
                    <a:pt x="137964" y="250579"/>
                  </a:lnTo>
                  <a:lnTo>
                    <a:pt x="140428" y="250232"/>
                  </a:lnTo>
                  <a:lnTo>
                    <a:pt x="142892" y="249892"/>
                  </a:lnTo>
                  <a:lnTo>
                    <a:pt x="145355" y="249559"/>
                  </a:lnTo>
                  <a:lnTo>
                    <a:pt x="147819" y="249232"/>
                  </a:lnTo>
                  <a:lnTo>
                    <a:pt x="150283" y="248913"/>
                  </a:lnTo>
                  <a:lnTo>
                    <a:pt x="152746" y="248603"/>
                  </a:lnTo>
                  <a:lnTo>
                    <a:pt x="155210" y="248300"/>
                  </a:lnTo>
                  <a:lnTo>
                    <a:pt x="157674" y="248005"/>
                  </a:lnTo>
                  <a:lnTo>
                    <a:pt x="160137" y="247720"/>
                  </a:lnTo>
                  <a:lnTo>
                    <a:pt x="162601" y="247443"/>
                  </a:lnTo>
                  <a:lnTo>
                    <a:pt x="165065" y="247175"/>
                  </a:lnTo>
                  <a:lnTo>
                    <a:pt x="167528" y="246913"/>
                  </a:lnTo>
                  <a:lnTo>
                    <a:pt x="169992" y="246662"/>
                  </a:lnTo>
                  <a:lnTo>
                    <a:pt x="172456" y="246420"/>
                  </a:lnTo>
                  <a:lnTo>
                    <a:pt x="174919" y="246185"/>
                  </a:lnTo>
                  <a:lnTo>
                    <a:pt x="177383" y="245956"/>
                  </a:lnTo>
                  <a:lnTo>
                    <a:pt x="179847" y="245737"/>
                  </a:lnTo>
                  <a:lnTo>
                    <a:pt x="182310" y="245526"/>
                  </a:lnTo>
                  <a:lnTo>
                    <a:pt x="184774" y="245320"/>
                  </a:lnTo>
                  <a:lnTo>
                    <a:pt x="187237" y="245120"/>
                  </a:lnTo>
                  <a:lnTo>
                    <a:pt x="189701" y="244928"/>
                  </a:lnTo>
                  <a:lnTo>
                    <a:pt x="192165" y="244741"/>
                  </a:lnTo>
                  <a:lnTo>
                    <a:pt x="194628" y="244558"/>
                  </a:lnTo>
                  <a:lnTo>
                    <a:pt x="197092" y="244380"/>
                  </a:lnTo>
                  <a:lnTo>
                    <a:pt x="199556" y="244206"/>
                  </a:lnTo>
                  <a:lnTo>
                    <a:pt x="202019" y="244035"/>
                  </a:lnTo>
                  <a:lnTo>
                    <a:pt x="204483" y="243866"/>
                  </a:lnTo>
                  <a:lnTo>
                    <a:pt x="206947" y="243698"/>
                  </a:lnTo>
                  <a:lnTo>
                    <a:pt x="209410" y="243532"/>
                  </a:lnTo>
                  <a:lnTo>
                    <a:pt x="211874" y="243365"/>
                  </a:lnTo>
                  <a:lnTo>
                    <a:pt x="214338" y="243198"/>
                  </a:lnTo>
                  <a:lnTo>
                    <a:pt x="216801" y="243029"/>
                  </a:lnTo>
                  <a:lnTo>
                    <a:pt x="219265" y="242857"/>
                  </a:lnTo>
                  <a:lnTo>
                    <a:pt x="221729" y="242680"/>
                  </a:lnTo>
                  <a:lnTo>
                    <a:pt x="224192" y="242500"/>
                  </a:lnTo>
                  <a:lnTo>
                    <a:pt x="226656" y="242314"/>
                  </a:lnTo>
                  <a:lnTo>
                    <a:pt x="229120" y="242119"/>
                  </a:lnTo>
                  <a:lnTo>
                    <a:pt x="231583" y="241915"/>
                  </a:lnTo>
                  <a:lnTo>
                    <a:pt x="234047" y="241703"/>
                  </a:lnTo>
                  <a:lnTo>
                    <a:pt x="236511" y="241480"/>
                  </a:lnTo>
                  <a:lnTo>
                    <a:pt x="238974" y="241243"/>
                  </a:lnTo>
                  <a:lnTo>
                    <a:pt x="241438" y="240991"/>
                  </a:lnTo>
                  <a:lnTo>
                    <a:pt x="243902" y="240725"/>
                  </a:lnTo>
                  <a:lnTo>
                    <a:pt x="246365" y="240444"/>
                  </a:lnTo>
                  <a:lnTo>
                    <a:pt x="248829" y="240140"/>
                  </a:lnTo>
                  <a:lnTo>
                    <a:pt x="251293" y="239816"/>
                  </a:lnTo>
                  <a:lnTo>
                    <a:pt x="253756" y="239471"/>
                  </a:lnTo>
                  <a:lnTo>
                    <a:pt x="256220" y="239106"/>
                  </a:lnTo>
                  <a:lnTo>
                    <a:pt x="258684" y="238709"/>
                  </a:lnTo>
                  <a:lnTo>
                    <a:pt x="261147" y="238284"/>
                  </a:lnTo>
                  <a:lnTo>
                    <a:pt x="263611" y="237834"/>
                  </a:lnTo>
                  <a:lnTo>
                    <a:pt x="266075" y="237356"/>
                  </a:lnTo>
                  <a:lnTo>
                    <a:pt x="268538" y="236838"/>
                  </a:lnTo>
                  <a:lnTo>
                    <a:pt x="271002" y="236286"/>
                  </a:lnTo>
                  <a:lnTo>
                    <a:pt x="273465" y="235701"/>
                  </a:lnTo>
                  <a:lnTo>
                    <a:pt x="275929" y="235083"/>
                  </a:lnTo>
                  <a:lnTo>
                    <a:pt x="278393" y="234416"/>
                  </a:lnTo>
                  <a:lnTo>
                    <a:pt x="280856" y="233708"/>
                  </a:lnTo>
                  <a:lnTo>
                    <a:pt x="283320" y="232962"/>
                  </a:lnTo>
                  <a:lnTo>
                    <a:pt x="285784" y="232178"/>
                  </a:lnTo>
                  <a:lnTo>
                    <a:pt x="288247" y="231336"/>
                  </a:lnTo>
                  <a:lnTo>
                    <a:pt x="290711" y="230450"/>
                  </a:lnTo>
                  <a:lnTo>
                    <a:pt x="293175" y="229521"/>
                  </a:lnTo>
                  <a:lnTo>
                    <a:pt x="295638" y="228548"/>
                  </a:lnTo>
                  <a:lnTo>
                    <a:pt x="298102" y="227513"/>
                  </a:lnTo>
                  <a:lnTo>
                    <a:pt x="300566" y="226429"/>
                  </a:lnTo>
                  <a:lnTo>
                    <a:pt x="303029" y="225299"/>
                  </a:lnTo>
                  <a:lnTo>
                    <a:pt x="305493" y="224124"/>
                  </a:lnTo>
                  <a:lnTo>
                    <a:pt x="307957" y="222882"/>
                  </a:lnTo>
                  <a:lnTo>
                    <a:pt x="310420" y="221590"/>
                  </a:lnTo>
                  <a:lnTo>
                    <a:pt x="312884" y="220251"/>
                  </a:lnTo>
                  <a:lnTo>
                    <a:pt x="315348" y="218865"/>
                  </a:lnTo>
                  <a:lnTo>
                    <a:pt x="317811" y="217410"/>
                  </a:lnTo>
                  <a:lnTo>
                    <a:pt x="320275" y="215907"/>
                  </a:lnTo>
                  <a:lnTo>
                    <a:pt x="322739" y="214357"/>
                  </a:lnTo>
                  <a:lnTo>
                    <a:pt x="325202" y="212760"/>
                  </a:lnTo>
                  <a:lnTo>
                    <a:pt x="327666" y="211097"/>
                  </a:lnTo>
                  <a:lnTo>
                    <a:pt x="330130" y="209386"/>
                  </a:lnTo>
                  <a:lnTo>
                    <a:pt x="332593" y="207630"/>
                  </a:lnTo>
                  <a:lnTo>
                    <a:pt x="335057" y="205830"/>
                  </a:lnTo>
                  <a:lnTo>
                    <a:pt x="337521" y="203967"/>
                  </a:lnTo>
                  <a:lnTo>
                    <a:pt x="339984" y="202059"/>
                  </a:lnTo>
                  <a:lnTo>
                    <a:pt x="342448" y="200110"/>
                  </a:lnTo>
                  <a:lnTo>
                    <a:pt x="344912" y="198120"/>
                  </a:lnTo>
                  <a:lnTo>
                    <a:pt x="347375" y="196070"/>
                  </a:lnTo>
                  <a:lnTo>
                    <a:pt x="349839" y="193981"/>
                  </a:lnTo>
                  <a:lnTo>
                    <a:pt x="352303" y="191854"/>
                  </a:lnTo>
                  <a:lnTo>
                    <a:pt x="354766" y="189690"/>
                  </a:lnTo>
                  <a:lnTo>
                    <a:pt x="357230" y="187471"/>
                  </a:lnTo>
                  <a:lnTo>
                    <a:pt x="359694" y="185218"/>
                  </a:lnTo>
                  <a:lnTo>
                    <a:pt x="362157" y="182931"/>
                  </a:lnTo>
                  <a:lnTo>
                    <a:pt x="364621" y="180610"/>
                  </a:lnTo>
                  <a:lnTo>
                    <a:pt x="367084" y="178242"/>
                  </a:lnTo>
                  <a:lnTo>
                    <a:pt x="369548" y="175843"/>
                  </a:lnTo>
                  <a:lnTo>
                    <a:pt x="372012" y="173414"/>
                  </a:lnTo>
                  <a:lnTo>
                    <a:pt x="374475" y="170956"/>
                  </a:lnTo>
                  <a:lnTo>
                    <a:pt x="376939" y="168456"/>
                  </a:lnTo>
                  <a:lnTo>
                    <a:pt x="379403" y="165930"/>
                  </a:lnTo>
                  <a:lnTo>
                    <a:pt x="381866" y="163377"/>
                  </a:lnTo>
                  <a:lnTo>
                    <a:pt x="384330" y="160799"/>
                  </a:lnTo>
                  <a:lnTo>
                    <a:pt x="386794" y="158185"/>
                  </a:lnTo>
                  <a:lnTo>
                    <a:pt x="389257" y="155548"/>
                  </a:lnTo>
                  <a:lnTo>
                    <a:pt x="391721" y="152888"/>
                  </a:lnTo>
                  <a:lnTo>
                    <a:pt x="394185" y="150206"/>
                  </a:lnTo>
                  <a:lnTo>
                    <a:pt x="396648" y="147494"/>
                  </a:lnTo>
                  <a:lnTo>
                    <a:pt x="399112" y="144761"/>
                  </a:lnTo>
                  <a:lnTo>
                    <a:pt x="401576" y="142010"/>
                  </a:lnTo>
                  <a:lnTo>
                    <a:pt x="404039" y="139239"/>
                  </a:lnTo>
                  <a:lnTo>
                    <a:pt x="406503" y="136442"/>
                  </a:lnTo>
                  <a:lnTo>
                    <a:pt x="408967" y="133629"/>
                  </a:lnTo>
                  <a:lnTo>
                    <a:pt x="411430" y="130799"/>
                  </a:lnTo>
                  <a:lnTo>
                    <a:pt x="413894" y="127953"/>
                  </a:lnTo>
                  <a:lnTo>
                    <a:pt x="416358" y="125086"/>
                  </a:lnTo>
                  <a:lnTo>
                    <a:pt x="418821" y="122206"/>
                  </a:lnTo>
                  <a:lnTo>
                    <a:pt x="421285" y="119312"/>
                  </a:lnTo>
                  <a:lnTo>
                    <a:pt x="423749" y="116405"/>
                  </a:lnTo>
                  <a:lnTo>
                    <a:pt x="426212" y="113482"/>
                  </a:lnTo>
                  <a:lnTo>
                    <a:pt x="428676" y="110549"/>
                  </a:lnTo>
                  <a:lnTo>
                    <a:pt x="431140" y="107606"/>
                  </a:lnTo>
                  <a:lnTo>
                    <a:pt x="433603" y="104654"/>
                  </a:lnTo>
                  <a:lnTo>
                    <a:pt x="436067" y="101691"/>
                  </a:lnTo>
                  <a:lnTo>
                    <a:pt x="438531" y="98722"/>
                  </a:lnTo>
                  <a:lnTo>
                    <a:pt x="440994" y="95748"/>
                  </a:lnTo>
                  <a:lnTo>
                    <a:pt x="443458" y="92769"/>
                  </a:lnTo>
                  <a:lnTo>
                    <a:pt x="445922" y="89786"/>
                  </a:lnTo>
                  <a:lnTo>
                    <a:pt x="448385" y="86803"/>
                  </a:lnTo>
                  <a:lnTo>
                    <a:pt x="450849" y="83820"/>
                  </a:lnTo>
                  <a:lnTo>
                    <a:pt x="453312" y="80839"/>
                  </a:lnTo>
                  <a:lnTo>
                    <a:pt x="455776" y="77864"/>
                  </a:lnTo>
                  <a:lnTo>
                    <a:pt x="458240" y="74895"/>
                  </a:lnTo>
                  <a:lnTo>
                    <a:pt x="460703" y="71934"/>
                  </a:lnTo>
                  <a:lnTo>
                    <a:pt x="463167" y="68983"/>
                  </a:lnTo>
                  <a:lnTo>
                    <a:pt x="465631" y="66050"/>
                  </a:lnTo>
                  <a:lnTo>
                    <a:pt x="468094" y="63133"/>
                  </a:lnTo>
                  <a:lnTo>
                    <a:pt x="470558" y="60233"/>
                  </a:lnTo>
                  <a:lnTo>
                    <a:pt x="473022" y="57354"/>
                  </a:lnTo>
                  <a:lnTo>
                    <a:pt x="475485" y="54508"/>
                  </a:lnTo>
                  <a:lnTo>
                    <a:pt x="477949" y="51689"/>
                  </a:lnTo>
                  <a:lnTo>
                    <a:pt x="480413" y="48898"/>
                  </a:lnTo>
                  <a:lnTo>
                    <a:pt x="482876" y="46143"/>
                  </a:lnTo>
                  <a:lnTo>
                    <a:pt x="485340" y="43439"/>
                  </a:lnTo>
                  <a:lnTo>
                    <a:pt x="487804" y="40774"/>
                  </a:lnTo>
                  <a:lnTo>
                    <a:pt x="490267" y="38153"/>
                  </a:lnTo>
                  <a:lnTo>
                    <a:pt x="492731" y="35582"/>
                  </a:lnTo>
                  <a:lnTo>
                    <a:pt x="495195" y="33082"/>
                  </a:lnTo>
                  <a:lnTo>
                    <a:pt x="497658" y="30637"/>
                  </a:lnTo>
                  <a:lnTo>
                    <a:pt x="500122" y="28250"/>
                  </a:lnTo>
                  <a:lnTo>
                    <a:pt x="502586" y="25931"/>
                  </a:lnTo>
                  <a:lnTo>
                    <a:pt x="505049" y="23704"/>
                  </a:lnTo>
                  <a:lnTo>
                    <a:pt x="507513" y="21546"/>
                  </a:lnTo>
                  <a:lnTo>
                    <a:pt x="509977" y="19462"/>
                  </a:lnTo>
                  <a:lnTo>
                    <a:pt x="512440" y="17464"/>
                  </a:lnTo>
                  <a:lnTo>
                    <a:pt x="514904" y="15576"/>
                  </a:lnTo>
                  <a:lnTo>
                    <a:pt x="517368" y="13773"/>
                  </a:lnTo>
                  <a:lnTo>
                    <a:pt x="519831" y="12057"/>
                  </a:lnTo>
                  <a:lnTo>
                    <a:pt x="522295" y="10444"/>
                  </a:lnTo>
                  <a:lnTo>
                    <a:pt x="524759" y="8958"/>
                  </a:lnTo>
                  <a:lnTo>
                    <a:pt x="527222" y="7569"/>
                  </a:lnTo>
                  <a:lnTo>
                    <a:pt x="529686" y="6278"/>
                  </a:lnTo>
                  <a:lnTo>
                    <a:pt x="532150" y="5103"/>
                  </a:lnTo>
                  <a:lnTo>
                    <a:pt x="534613" y="4067"/>
                  </a:lnTo>
                  <a:lnTo>
                    <a:pt x="537077" y="3136"/>
                  </a:lnTo>
                  <a:lnTo>
                    <a:pt x="539541" y="2311"/>
                  </a:lnTo>
                  <a:lnTo>
                    <a:pt x="542004" y="1611"/>
                  </a:lnTo>
                  <a:lnTo>
                    <a:pt x="544468" y="1056"/>
                  </a:lnTo>
                  <a:lnTo>
                    <a:pt x="546931" y="610"/>
                  </a:lnTo>
                  <a:lnTo>
                    <a:pt x="549395" y="273"/>
                  </a:lnTo>
                  <a:lnTo>
                    <a:pt x="551859" y="64"/>
                  </a:lnTo>
                  <a:lnTo>
                    <a:pt x="554322" y="0"/>
                  </a:lnTo>
                  <a:lnTo>
                    <a:pt x="556786" y="43"/>
                  </a:lnTo>
                  <a:lnTo>
                    <a:pt x="559250" y="194"/>
                  </a:lnTo>
                  <a:lnTo>
                    <a:pt x="561713" y="471"/>
                  </a:lnTo>
                  <a:lnTo>
                    <a:pt x="564177" y="886"/>
                  </a:lnTo>
                  <a:lnTo>
                    <a:pt x="566641" y="1404"/>
                  </a:lnTo>
                  <a:lnTo>
                    <a:pt x="569104" y="2024"/>
                  </a:lnTo>
                  <a:lnTo>
                    <a:pt x="571568" y="2764"/>
                  </a:lnTo>
                  <a:lnTo>
                    <a:pt x="574032" y="3630"/>
                  </a:lnTo>
                  <a:lnTo>
                    <a:pt x="576495" y="4592"/>
                  </a:lnTo>
                  <a:lnTo>
                    <a:pt x="578959" y="5647"/>
                  </a:lnTo>
                  <a:lnTo>
                    <a:pt x="581423" y="6812"/>
                  </a:lnTo>
                  <a:lnTo>
                    <a:pt x="583886" y="8091"/>
                  </a:lnTo>
                  <a:lnTo>
                    <a:pt x="586350" y="9455"/>
                  </a:lnTo>
                  <a:lnTo>
                    <a:pt x="588814" y="10904"/>
                  </a:lnTo>
                  <a:lnTo>
                    <a:pt x="591277" y="12451"/>
                  </a:lnTo>
                  <a:lnTo>
                    <a:pt x="593741" y="14099"/>
                  </a:lnTo>
                  <a:lnTo>
                    <a:pt x="596205" y="15824"/>
                  </a:lnTo>
                  <a:lnTo>
                    <a:pt x="598668" y="17623"/>
                  </a:lnTo>
                  <a:lnTo>
                    <a:pt x="601132" y="19511"/>
                  </a:lnTo>
                  <a:lnTo>
                    <a:pt x="603596" y="21489"/>
                  </a:lnTo>
                  <a:lnTo>
                    <a:pt x="606059" y="23534"/>
                  </a:lnTo>
                  <a:lnTo>
                    <a:pt x="608523" y="25647"/>
                  </a:lnTo>
                  <a:lnTo>
                    <a:pt x="610987" y="27840"/>
                  </a:lnTo>
                  <a:lnTo>
                    <a:pt x="613450" y="30114"/>
                  </a:lnTo>
                  <a:lnTo>
                    <a:pt x="615914" y="32450"/>
                  </a:lnTo>
                  <a:lnTo>
                    <a:pt x="618378" y="34847"/>
                  </a:lnTo>
                  <a:lnTo>
                    <a:pt x="620841" y="37318"/>
                  </a:lnTo>
                  <a:lnTo>
                    <a:pt x="623305" y="39864"/>
                  </a:lnTo>
                  <a:lnTo>
                    <a:pt x="625769" y="42467"/>
                  </a:lnTo>
                  <a:lnTo>
                    <a:pt x="628232" y="45127"/>
                  </a:lnTo>
                  <a:lnTo>
                    <a:pt x="630696" y="47857"/>
                  </a:lnTo>
                  <a:lnTo>
                    <a:pt x="633159" y="50656"/>
                  </a:lnTo>
                  <a:lnTo>
                    <a:pt x="635623" y="53508"/>
                  </a:lnTo>
                  <a:lnTo>
                    <a:pt x="638087" y="56414"/>
                  </a:lnTo>
                  <a:lnTo>
                    <a:pt x="640550" y="59386"/>
                  </a:lnTo>
                  <a:lnTo>
                    <a:pt x="643014" y="62420"/>
                  </a:lnTo>
                  <a:lnTo>
                    <a:pt x="645478" y="65504"/>
                  </a:lnTo>
                  <a:lnTo>
                    <a:pt x="647941" y="68637"/>
                  </a:lnTo>
                  <a:lnTo>
                    <a:pt x="650405" y="71830"/>
                  </a:lnTo>
                  <a:lnTo>
                    <a:pt x="652869" y="75078"/>
                  </a:lnTo>
                  <a:lnTo>
                    <a:pt x="655332" y="78369"/>
                  </a:lnTo>
                  <a:lnTo>
                    <a:pt x="657796" y="81701"/>
                  </a:lnTo>
                  <a:lnTo>
                    <a:pt x="660260" y="85085"/>
                  </a:lnTo>
                  <a:lnTo>
                    <a:pt x="662723" y="88512"/>
                  </a:lnTo>
                  <a:lnTo>
                    <a:pt x="665187" y="91974"/>
                  </a:lnTo>
                  <a:lnTo>
                    <a:pt x="667651" y="95467"/>
                  </a:lnTo>
                  <a:lnTo>
                    <a:pt x="670114" y="98998"/>
                  </a:lnTo>
                  <a:lnTo>
                    <a:pt x="672578" y="102558"/>
                  </a:lnTo>
                  <a:lnTo>
                    <a:pt x="675042" y="106140"/>
                  </a:lnTo>
                  <a:lnTo>
                    <a:pt x="677505" y="109740"/>
                  </a:lnTo>
                  <a:lnTo>
                    <a:pt x="679969" y="113360"/>
                  </a:lnTo>
                  <a:lnTo>
                    <a:pt x="682433" y="116992"/>
                  </a:lnTo>
                  <a:lnTo>
                    <a:pt x="684896" y="120629"/>
                  </a:lnTo>
                  <a:lnTo>
                    <a:pt x="687360" y="124271"/>
                  </a:lnTo>
                  <a:lnTo>
                    <a:pt x="689824" y="127910"/>
                  </a:lnTo>
                  <a:lnTo>
                    <a:pt x="692287" y="131542"/>
                  </a:lnTo>
                  <a:lnTo>
                    <a:pt x="694751" y="135164"/>
                  </a:lnTo>
                  <a:lnTo>
                    <a:pt x="697215" y="138772"/>
                  </a:lnTo>
                  <a:lnTo>
                    <a:pt x="699678" y="142356"/>
                  </a:lnTo>
                  <a:lnTo>
                    <a:pt x="702142" y="145913"/>
                  </a:lnTo>
                  <a:lnTo>
                    <a:pt x="704606" y="149442"/>
                  </a:lnTo>
                  <a:lnTo>
                    <a:pt x="707069" y="152942"/>
                  </a:lnTo>
                  <a:lnTo>
                    <a:pt x="709533" y="156397"/>
                  </a:lnTo>
                  <a:lnTo>
                    <a:pt x="711997" y="159806"/>
                  </a:lnTo>
                  <a:lnTo>
                    <a:pt x="714460" y="163174"/>
                  </a:lnTo>
                  <a:lnTo>
                    <a:pt x="716924" y="166497"/>
                  </a:lnTo>
                  <a:lnTo>
                    <a:pt x="719388" y="169757"/>
                  </a:lnTo>
                  <a:lnTo>
                    <a:pt x="721851" y="172957"/>
                  </a:lnTo>
                  <a:lnTo>
                    <a:pt x="724315" y="176104"/>
                  </a:lnTo>
                  <a:lnTo>
                    <a:pt x="726778" y="179195"/>
                  </a:lnTo>
                  <a:lnTo>
                    <a:pt x="729242" y="182209"/>
                  </a:lnTo>
                  <a:lnTo>
                    <a:pt x="731706" y="185153"/>
                  </a:lnTo>
                  <a:lnTo>
                    <a:pt x="734169" y="188037"/>
                  </a:lnTo>
                  <a:lnTo>
                    <a:pt x="736633" y="190857"/>
                  </a:lnTo>
                  <a:lnTo>
                    <a:pt x="739097" y="193592"/>
                  </a:lnTo>
                  <a:lnTo>
                    <a:pt x="741560" y="196253"/>
                  </a:lnTo>
                  <a:lnTo>
                    <a:pt x="744024" y="198848"/>
                  </a:lnTo>
                  <a:lnTo>
                    <a:pt x="746488" y="201378"/>
                  </a:lnTo>
                  <a:lnTo>
                    <a:pt x="748951" y="203818"/>
                  </a:lnTo>
                  <a:lnTo>
                    <a:pt x="751415" y="206184"/>
                  </a:lnTo>
                  <a:lnTo>
                    <a:pt x="753879" y="208485"/>
                  </a:lnTo>
                  <a:lnTo>
                    <a:pt x="756342" y="210721"/>
                  </a:lnTo>
                  <a:lnTo>
                    <a:pt x="758806" y="212869"/>
                  </a:lnTo>
                  <a:lnTo>
                    <a:pt x="761270" y="214945"/>
                  </a:lnTo>
                  <a:lnTo>
                    <a:pt x="763733" y="216960"/>
                  </a:lnTo>
                  <a:lnTo>
                    <a:pt x="766197" y="218912"/>
                  </a:lnTo>
                  <a:lnTo>
                    <a:pt x="768661" y="220781"/>
                  </a:lnTo>
                  <a:lnTo>
                    <a:pt x="771124" y="222585"/>
                  </a:lnTo>
                  <a:lnTo>
                    <a:pt x="773588" y="224331"/>
                  </a:lnTo>
                  <a:lnTo>
                    <a:pt x="776052" y="226021"/>
                  </a:lnTo>
                  <a:lnTo>
                    <a:pt x="778515" y="227635"/>
                  </a:lnTo>
                  <a:lnTo>
                    <a:pt x="780979" y="229190"/>
                  </a:lnTo>
                  <a:lnTo>
                    <a:pt x="783443" y="230693"/>
                  </a:lnTo>
                  <a:lnTo>
                    <a:pt x="785906" y="232146"/>
                  </a:lnTo>
                  <a:lnTo>
                    <a:pt x="788370" y="233531"/>
                  </a:lnTo>
                  <a:lnTo>
                    <a:pt x="790834" y="234865"/>
                  </a:lnTo>
                  <a:lnTo>
                    <a:pt x="793297" y="236153"/>
                  </a:lnTo>
                  <a:lnTo>
                    <a:pt x="795761" y="237397"/>
                  </a:lnTo>
                  <a:lnTo>
                    <a:pt x="798225" y="238581"/>
                  </a:lnTo>
                  <a:lnTo>
                    <a:pt x="800688" y="239721"/>
                  </a:lnTo>
                  <a:lnTo>
                    <a:pt x="803152" y="240822"/>
                  </a:lnTo>
                  <a:lnTo>
                    <a:pt x="805616" y="241884"/>
                  </a:lnTo>
                  <a:lnTo>
                    <a:pt x="808079" y="242894"/>
                  </a:lnTo>
                  <a:lnTo>
                    <a:pt x="810543" y="243866"/>
                  </a:lnTo>
                  <a:lnTo>
                    <a:pt x="813006" y="244805"/>
                  </a:lnTo>
                  <a:lnTo>
                    <a:pt x="815470" y="245710"/>
                  </a:lnTo>
                  <a:lnTo>
                    <a:pt x="817934" y="246569"/>
                  </a:lnTo>
                  <a:lnTo>
                    <a:pt x="820397" y="247396"/>
                  </a:lnTo>
                  <a:lnTo>
                    <a:pt x="822861" y="248194"/>
                  </a:lnTo>
                  <a:lnTo>
                    <a:pt x="825325" y="248964"/>
                  </a:lnTo>
                  <a:lnTo>
                    <a:pt x="827788" y="249693"/>
                  </a:lnTo>
                  <a:lnTo>
                    <a:pt x="830252" y="250396"/>
                  </a:lnTo>
                  <a:lnTo>
                    <a:pt x="832716" y="251072"/>
                  </a:lnTo>
                  <a:lnTo>
                    <a:pt x="835179" y="251725"/>
                  </a:lnTo>
                  <a:lnTo>
                    <a:pt x="837643" y="252342"/>
                  </a:lnTo>
                  <a:lnTo>
                    <a:pt x="840107" y="252936"/>
                  </a:lnTo>
                  <a:lnTo>
                    <a:pt x="842570" y="253508"/>
                  </a:lnTo>
                  <a:lnTo>
                    <a:pt x="845034" y="254059"/>
                  </a:lnTo>
                  <a:lnTo>
                    <a:pt x="847498" y="254579"/>
                  </a:lnTo>
                  <a:lnTo>
                    <a:pt x="849961" y="255079"/>
                  </a:lnTo>
                  <a:lnTo>
                    <a:pt x="852425" y="255560"/>
                  </a:lnTo>
                  <a:lnTo>
                    <a:pt x="854889" y="256023"/>
                  </a:lnTo>
                  <a:lnTo>
                    <a:pt x="857352" y="256459"/>
                  </a:lnTo>
                  <a:lnTo>
                    <a:pt x="859816" y="256877"/>
                  </a:lnTo>
                  <a:lnTo>
                    <a:pt x="862280" y="257279"/>
                  </a:lnTo>
                  <a:lnTo>
                    <a:pt x="864743" y="257664"/>
                  </a:lnTo>
                  <a:lnTo>
                    <a:pt x="867207" y="258027"/>
                  </a:lnTo>
                  <a:lnTo>
                    <a:pt x="869671" y="258374"/>
                  </a:lnTo>
                  <a:lnTo>
                    <a:pt x="872134" y="258707"/>
                  </a:lnTo>
                  <a:lnTo>
                    <a:pt x="874598" y="259025"/>
                  </a:lnTo>
                  <a:lnTo>
                    <a:pt x="877062" y="259324"/>
                  </a:lnTo>
                  <a:lnTo>
                    <a:pt x="879525" y="259609"/>
                  </a:lnTo>
                  <a:lnTo>
                    <a:pt x="881989" y="259882"/>
                  </a:lnTo>
                  <a:lnTo>
                    <a:pt x="884453" y="260143"/>
                  </a:lnTo>
                  <a:lnTo>
                    <a:pt x="886916" y="260386"/>
                  </a:lnTo>
                  <a:lnTo>
                    <a:pt x="889380" y="260617"/>
                  </a:lnTo>
                  <a:lnTo>
                    <a:pt x="891844" y="260838"/>
                  </a:lnTo>
                  <a:lnTo>
                    <a:pt x="894307" y="261048"/>
                  </a:lnTo>
                  <a:lnTo>
                    <a:pt x="896771" y="261243"/>
                  </a:lnTo>
                  <a:lnTo>
                    <a:pt x="899235" y="261429"/>
                  </a:lnTo>
                  <a:lnTo>
                    <a:pt x="901698" y="261605"/>
                  </a:lnTo>
                  <a:lnTo>
                    <a:pt x="904162" y="261772"/>
                  </a:lnTo>
                  <a:lnTo>
                    <a:pt x="906625" y="261926"/>
                  </a:lnTo>
                  <a:lnTo>
                    <a:pt x="909089" y="262071"/>
                  </a:lnTo>
                  <a:lnTo>
                    <a:pt x="911553" y="262209"/>
                  </a:lnTo>
                  <a:lnTo>
                    <a:pt x="914016" y="262340"/>
                  </a:lnTo>
                  <a:lnTo>
                    <a:pt x="916480" y="262459"/>
                  </a:lnTo>
                  <a:lnTo>
                    <a:pt x="918944" y="262572"/>
                  </a:lnTo>
                  <a:lnTo>
                    <a:pt x="921407" y="262677"/>
                  </a:lnTo>
                  <a:lnTo>
                    <a:pt x="923871" y="262777"/>
                  </a:lnTo>
                  <a:lnTo>
                    <a:pt x="926335" y="262867"/>
                  </a:lnTo>
                  <a:lnTo>
                    <a:pt x="928798" y="262953"/>
                  </a:lnTo>
                  <a:lnTo>
                    <a:pt x="931262" y="263032"/>
                  </a:lnTo>
                  <a:lnTo>
                    <a:pt x="933726" y="263106"/>
                  </a:lnTo>
                  <a:lnTo>
                    <a:pt x="936189" y="263174"/>
                  </a:lnTo>
                  <a:lnTo>
                    <a:pt x="938653" y="263236"/>
                  </a:lnTo>
                  <a:lnTo>
                    <a:pt x="941117" y="263295"/>
                  </a:lnTo>
                  <a:lnTo>
                    <a:pt x="943580" y="263349"/>
                  </a:lnTo>
                  <a:lnTo>
                    <a:pt x="946044" y="263397"/>
                  </a:lnTo>
                  <a:lnTo>
                    <a:pt x="948508" y="263442"/>
                  </a:lnTo>
                  <a:lnTo>
                    <a:pt x="950971" y="263484"/>
                  </a:lnTo>
                  <a:lnTo>
                    <a:pt x="953435" y="263522"/>
                  </a:lnTo>
                  <a:lnTo>
                    <a:pt x="955899" y="263556"/>
                  </a:lnTo>
                  <a:lnTo>
                    <a:pt x="958362" y="263588"/>
                  </a:lnTo>
                  <a:lnTo>
                    <a:pt x="960826" y="263617"/>
                  </a:lnTo>
                  <a:lnTo>
                    <a:pt x="963290" y="263643"/>
                  </a:lnTo>
                  <a:lnTo>
                    <a:pt x="965753" y="263666"/>
                  </a:lnTo>
                  <a:lnTo>
                    <a:pt x="968217" y="263688"/>
                  </a:lnTo>
                  <a:lnTo>
                    <a:pt x="970681" y="263707"/>
                  </a:lnTo>
                  <a:lnTo>
                    <a:pt x="973144" y="263725"/>
                  </a:lnTo>
                  <a:lnTo>
                    <a:pt x="975608" y="263740"/>
                  </a:lnTo>
                  <a:lnTo>
                    <a:pt x="978072" y="263754"/>
                  </a:lnTo>
                  <a:lnTo>
                    <a:pt x="980535" y="263767"/>
                  </a:lnTo>
                  <a:lnTo>
                    <a:pt x="982999" y="263779"/>
                  </a:lnTo>
                  <a:lnTo>
                    <a:pt x="985463" y="263789"/>
                  </a:lnTo>
                  <a:lnTo>
                    <a:pt x="987926" y="263798"/>
                  </a:lnTo>
                  <a:lnTo>
                    <a:pt x="990390" y="263806"/>
                  </a:lnTo>
                  <a:lnTo>
                    <a:pt x="992853" y="263813"/>
                  </a:lnTo>
                  <a:lnTo>
                    <a:pt x="995317" y="263819"/>
                  </a:lnTo>
                  <a:lnTo>
                    <a:pt x="997781" y="263825"/>
                  </a:lnTo>
                  <a:lnTo>
                    <a:pt x="1000244" y="263830"/>
                  </a:lnTo>
                  <a:lnTo>
                    <a:pt x="1002708" y="263834"/>
                  </a:lnTo>
                  <a:lnTo>
                    <a:pt x="1005172" y="263838"/>
                  </a:lnTo>
                  <a:lnTo>
                    <a:pt x="1007635" y="263841"/>
                  </a:lnTo>
                  <a:lnTo>
                    <a:pt x="1010099" y="263844"/>
                  </a:lnTo>
                  <a:lnTo>
                    <a:pt x="1012563" y="263846"/>
                  </a:lnTo>
                  <a:lnTo>
                    <a:pt x="1015026" y="263849"/>
                  </a:lnTo>
                  <a:lnTo>
                    <a:pt x="1017490" y="263850"/>
                  </a:lnTo>
                  <a:lnTo>
                    <a:pt x="1019954" y="263852"/>
                  </a:lnTo>
                  <a:lnTo>
                    <a:pt x="1022417" y="263854"/>
                  </a:lnTo>
                  <a:lnTo>
                    <a:pt x="1024881" y="263855"/>
                  </a:lnTo>
                  <a:lnTo>
                    <a:pt x="1027345" y="263856"/>
                  </a:lnTo>
                  <a:lnTo>
                    <a:pt x="1029808" y="263857"/>
                  </a:lnTo>
                  <a:lnTo>
                    <a:pt x="1032272" y="263858"/>
                  </a:lnTo>
                  <a:lnTo>
                    <a:pt x="1034736" y="263858"/>
                  </a:lnTo>
                  <a:lnTo>
                    <a:pt x="1037199" y="263859"/>
                  </a:lnTo>
                  <a:lnTo>
                    <a:pt x="1039663" y="263859"/>
                  </a:lnTo>
                  <a:lnTo>
                    <a:pt x="1042127" y="263860"/>
                  </a:lnTo>
                  <a:lnTo>
                    <a:pt x="1044590" y="263860"/>
                  </a:lnTo>
                  <a:lnTo>
                    <a:pt x="1047054" y="263860"/>
                  </a:lnTo>
                  <a:lnTo>
                    <a:pt x="1049518" y="263861"/>
                  </a:lnTo>
                  <a:lnTo>
                    <a:pt x="1051981" y="263861"/>
                  </a:lnTo>
                  <a:lnTo>
                    <a:pt x="1054445" y="263861"/>
                  </a:lnTo>
                  <a:lnTo>
                    <a:pt x="1056909" y="263861"/>
                  </a:lnTo>
                  <a:lnTo>
                    <a:pt x="1059372" y="263861"/>
                  </a:lnTo>
                  <a:lnTo>
                    <a:pt x="1061836" y="263862"/>
                  </a:lnTo>
                  <a:lnTo>
                    <a:pt x="1064300" y="263862"/>
                  </a:lnTo>
                  <a:lnTo>
                    <a:pt x="1066763" y="263862"/>
                  </a:lnTo>
                  <a:lnTo>
                    <a:pt x="1069227" y="263862"/>
                  </a:lnTo>
                  <a:lnTo>
                    <a:pt x="1071691" y="263862"/>
                  </a:lnTo>
                  <a:lnTo>
                    <a:pt x="1074154" y="263862"/>
                  </a:lnTo>
                  <a:lnTo>
                    <a:pt x="1076618" y="263862"/>
                  </a:lnTo>
                  <a:lnTo>
                    <a:pt x="1079082" y="263862"/>
                  </a:lnTo>
                  <a:lnTo>
                    <a:pt x="1081545" y="263862"/>
                  </a:lnTo>
                  <a:lnTo>
                    <a:pt x="1084009" y="263862"/>
                  </a:lnTo>
                  <a:lnTo>
                    <a:pt x="1086472" y="263862"/>
                  </a:lnTo>
                  <a:lnTo>
                    <a:pt x="1088936" y="263862"/>
                  </a:lnTo>
                  <a:lnTo>
                    <a:pt x="1091400" y="263862"/>
                  </a:lnTo>
                  <a:lnTo>
                    <a:pt x="1093863" y="263862"/>
                  </a:lnTo>
                  <a:lnTo>
                    <a:pt x="1096327" y="263862"/>
                  </a:lnTo>
                  <a:lnTo>
                    <a:pt x="1098791" y="263862"/>
                  </a:lnTo>
                  <a:lnTo>
                    <a:pt x="1101254" y="263862"/>
                  </a:lnTo>
                  <a:lnTo>
                    <a:pt x="1103718" y="263862"/>
                  </a:lnTo>
                  <a:lnTo>
                    <a:pt x="1106182" y="263862"/>
                  </a:lnTo>
                  <a:lnTo>
                    <a:pt x="1108645" y="263862"/>
                  </a:lnTo>
                  <a:lnTo>
                    <a:pt x="1111109" y="263862"/>
                  </a:lnTo>
                  <a:lnTo>
                    <a:pt x="1113573" y="263862"/>
                  </a:lnTo>
                  <a:lnTo>
                    <a:pt x="1116036" y="263862"/>
                  </a:lnTo>
                  <a:lnTo>
                    <a:pt x="1118500" y="263862"/>
                  </a:lnTo>
                  <a:lnTo>
                    <a:pt x="1120964" y="263862"/>
                  </a:lnTo>
                  <a:lnTo>
                    <a:pt x="1123427" y="263862"/>
                  </a:lnTo>
                  <a:lnTo>
                    <a:pt x="1125891" y="263862"/>
                  </a:lnTo>
                  <a:lnTo>
                    <a:pt x="1128355" y="263862"/>
                  </a:lnTo>
                  <a:lnTo>
                    <a:pt x="1130818" y="263862"/>
                  </a:lnTo>
                  <a:lnTo>
                    <a:pt x="1133282" y="263862"/>
                  </a:lnTo>
                  <a:lnTo>
                    <a:pt x="1135746" y="263862"/>
                  </a:lnTo>
                  <a:lnTo>
                    <a:pt x="1138209" y="263862"/>
                  </a:lnTo>
                  <a:lnTo>
                    <a:pt x="1140673" y="263862"/>
                  </a:lnTo>
                  <a:lnTo>
                    <a:pt x="1143137" y="263862"/>
                  </a:lnTo>
                  <a:lnTo>
                    <a:pt x="1145600" y="263862"/>
                  </a:lnTo>
                  <a:lnTo>
                    <a:pt x="1148064" y="263862"/>
                  </a:lnTo>
                  <a:lnTo>
                    <a:pt x="1150528" y="263862"/>
                  </a:lnTo>
                  <a:lnTo>
                    <a:pt x="1152991" y="263862"/>
                  </a:lnTo>
                  <a:lnTo>
                    <a:pt x="1155455" y="263862"/>
                  </a:lnTo>
                  <a:lnTo>
                    <a:pt x="1157919" y="263862"/>
                  </a:lnTo>
                  <a:lnTo>
                    <a:pt x="1160382" y="263862"/>
                  </a:lnTo>
                  <a:lnTo>
                    <a:pt x="1162846" y="263862"/>
                  </a:lnTo>
                  <a:lnTo>
                    <a:pt x="1165310" y="263862"/>
                  </a:lnTo>
                  <a:lnTo>
                    <a:pt x="1167773" y="263862"/>
                  </a:lnTo>
                  <a:lnTo>
                    <a:pt x="1170237" y="263862"/>
                  </a:lnTo>
                  <a:lnTo>
                    <a:pt x="1172701" y="263862"/>
                  </a:lnTo>
                  <a:lnTo>
                    <a:pt x="1175164" y="263862"/>
                  </a:lnTo>
                  <a:lnTo>
                    <a:pt x="1177628" y="263862"/>
                  </a:lnTo>
                  <a:lnTo>
                    <a:pt x="1180091" y="263862"/>
                  </a:lnTo>
                  <a:lnTo>
                    <a:pt x="1182555" y="263862"/>
                  </a:lnTo>
                  <a:lnTo>
                    <a:pt x="1185019" y="263862"/>
                  </a:lnTo>
                  <a:lnTo>
                    <a:pt x="1187482" y="263862"/>
                  </a:lnTo>
                  <a:lnTo>
                    <a:pt x="1189946" y="263862"/>
                  </a:lnTo>
                  <a:lnTo>
                    <a:pt x="1192410" y="263862"/>
                  </a:lnTo>
                  <a:lnTo>
                    <a:pt x="1194873" y="263862"/>
                  </a:lnTo>
                  <a:lnTo>
                    <a:pt x="1197337" y="263862"/>
                  </a:lnTo>
                  <a:lnTo>
                    <a:pt x="1199801" y="263862"/>
                  </a:lnTo>
                  <a:lnTo>
                    <a:pt x="1202264" y="263862"/>
                  </a:lnTo>
                  <a:lnTo>
                    <a:pt x="1204728" y="263862"/>
                  </a:lnTo>
                  <a:lnTo>
                    <a:pt x="1207192" y="263862"/>
                  </a:lnTo>
                  <a:lnTo>
                    <a:pt x="1209655" y="263862"/>
                  </a:lnTo>
                  <a:lnTo>
                    <a:pt x="1212119" y="263862"/>
                  </a:lnTo>
                  <a:lnTo>
                    <a:pt x="1214583" y="263862"/>
                  </a:lnTo>
                  <a:lnTo>
                    <a:pt x="1217046" y="263862"/>
                  </a:lnTo>
                  <a:lnTo>
                    <a:pt x="1219510" y="263862"/>
                  </a:lnTo>
                  <a:lnTo>
                    <a:pt x="1221974" y="263862"/>
                  </a:lnTo>
                  <a:lnTo>
                    <a:pt x="1224437" y="263862"/>
                  </a:lnTo>
                  <a:lnTo>
                    <a:pt x="1226901" y="263862"/>
                  </a:lnTo>
                  <a:lnTo>
                    <a:pt x="1229365" y="263862"/>
                  </a:lnTo>
                  <a:lnTo>
                    <a:pt x="1231828" y="263862"/>
                  </a:lnTo>
                  <a:lnTo>
                    <a:pt x="1234292" y="263862"/>
                  </a:lnTo>
                  <a:lnTo>
                    <a:pt x="1236756" y="263862"/>
                  </a:lnTo>
                  <a:lnTo>
                    <a:pt x="1239219" y="263862"/>
                  </a:lnTo>
                  <a:lnTo>
                    <a:pt x="1241683" y="263862"/>
                  </a:lnTo>
                  <a:lnTo>
                    <a:pt x="1244147" y="263862"/>
                  </a:lnTo>
                  <a:lnTo>
                    <a:pt x="1246610" y="263862"/>
                  </a:lnTo>
                  <a:lnTo>
                    <a:pt x="1249074" y="263862"/>
                  </a:lnTo>
                  <a:lnTo>
                    <a:pt x="1251538" y="263862"/>
                  </a:lnTo>
                  <a:lnTo>
                    <a:pt x="1254001" y="263862"/>
                  </a:lnTo>
                  <a:lnTo>
                    <a:pt x="1256465" y="263862"/>
                  </a:lnTo>
                  <a:lnTo>
                    <a:pt x="1258929" y="263862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7005616" y="1969610"/>
              <a:ext cx="1258929" cy="156176"/>
            </a:xfrm>
            <a:custGeom>
              <a:avLst/>
              <a:pathLst>
                <a:path w="1258929" h="156176">
                  <a:moveTo>
                    <a:pt x="0" y="155556"/>
                  </a:moveTo>
                  <a:lnTo>
                    <a:pt x="2463" y="155521"/>
                  </a:lnTo>
                  <a:lnTo>
                    <a:pt x="4927" y="155484"/>
                  </a:lnTo>
                  <a:lnTo>
                    <a:pt x="7390" y="155446"/>
                  </a:lnTo>
                  <a:lnTo>
                    <a:pt x="9854" y="155406"/>
                  </a:lnTo>
                  <a:lnTo>
                    <a:pt x="12318" y="155364"/>
                  </a:lnTo>
                  <a:lnTo>
                    <a:pt x="14781" y="155321"/>
                  </a:lnTo>
                  <a:lnTo>
                    <a:pt x="17245" y="155275"/>
                  </a:lnTo>
                  <a:lnTo>
                    <a:pt x="19709" y="155228"/>
                  </a:lnTo>
                  <a:lnTo>
                    <a:pt x="22172" y="155179"/>
                  </a:lnTo>
                  <a:lnTo>
                    <a:pt x="24636" y="155128"/>
                  </a:lnTo>
                  <a:lnTo>
                    <a:pt x="27100" y="155075"/>
                  </a:lnTo>
                  <a:lnTo>
                    <a:pt x="29563" y="155020"/>
                  </a:lnTo>
                  <a:lnTo>
                    <a:pt x="32027" y="154962"/>
                  </a:lnTo>
                  <a:lnTo>
                    <a:pt x="34491" y="154902"/>
                  </a:lnTo>
                  <a:lnTo>
                    <a:pt x="36954" y="154841"/>
                  </a:lnTo>
                  <a:lnTo>
                    <a:pt x="39418" y="154777"/>
                  </a:lnTo>
                  <a:lnTo>
                    <a:pt x="41882" y="154710"/>
                  </a:lnTo>
                  <a:lnTo>
                    <a:pt x="44345" y="154642"/>
                  </a:lnTo>
                  <a:lnTo>
                    <a:pt x="46809" y="154570"/>
                  </a:lnTo>
                  <a:lnTo>
                    <a:pt x="49273" y="154497"/>
                  </a:lnTo>
                  <a:lnTo>
                    <a:pt x="51736" y="154421"/>
                  </a:lnTo>
                  <a:lnTo>
                    <a:pt x="54200" y="154343"/>
                  </a:lnTo>
                  <a:lnTo>
                    <a:pt x="56664" y="154262"/>
                  </a:lnTo>
                  <a:lnTo>
                    <a:pt x="59127" y="154178"/>
                  </a:lnTo>
                  <a:lnTo>
                    <a:pt x="61591" y="154092"/>
                  </a:lnTo>
                  <a:lnTo>
                    <a:pt x="64055" y="154004"/>
                  </a:lnTo>
                  <a:lnTo>
                    <a:pt x="66518" y="153912"/>
                  </a:lnTo>
                  <a:lnTo>
                    <a:pt x="68982" y="153818"/>
                  </a:lnTo>
                  <a:lnTo>
                    <a:pt x="71446" y="153722"/>
                  </a:lnTo>
                  <a:lnTo>
                    <a:pt x="73909" y="153622"/>
                  </a:lnTo>
                  <a:lnTo>
                    <a:pt x="76373" y="153520"/>
                  </a:lnTo>
                  <a:lnTo>
                    <a:pt x="78837" y="153416"/>
                  </a:lnTo>
                  <a:lnTo>
                    <a:pt x="81300" y="153308"/>
                  </a:lnTo>
                  <a:lnTo>
                    <a:pt x="83764" y="153198"/>
                  </a:lnTo>
                  <a:lnTo>
                    <a:pt x="86228" y="153085"/>
                  </a:lnTo>
                  <a:lnTo>
                    <a:pt x="88691" y="152969"/>
                  </a:lnTo>
                  <a:lnTo>
                    <a:pt x="91155" y="152850"/>
                  </a:lnTo>
                  <a:lnTo>
                    <a:pt x="93618" y="152729"/>
                  </a:lnTo>
                  <a:lnTo>
                    <a:pt x="96082" y="152605"/>
                  </a:lnTo>
                  <a:lnTo>
                    <a:pt x="98546" y="152479"/>
                  </a:lnTo>
                  <a:lnTo>
                    <a:pt x="101009" y="152349"/>
                  </a:lnTo>
                  <a:lnTo>
                    <a:pt x="103473" y="152217"/>
                  </a:lnTo>
                  <a:lnTo>
                    <a:pt x="105937" y="152083"/>
                  </a:lnTo>
                  <a:lnTo>
                    <a:pt x="108400" y="151945"/>
                  </a:lnTo>
                  <a:lnTo>
                    <a:pt x="110864" y="151805"/>
                  </a:lnTo>
                  <a:lnTo>
                    <a:pt x="113328" y="151663"/>
                  </a:lnTo>
                  <a:lnTo>
                    <a:pt x="115791" y="151518"/>
                  </a:lnTo>
                  <a:lnTo>
                    <a:pt x="118255" y="151370"/>
                  </a:lnTo>
                  <a:lnTo>
                    <a:pt x="120719" y="151220"/>
                  </a:lnTo>
                  <a:lnTo>
                    <a:pt x="123182" y="151068"/>
                  </a:lnTo>
                  <a:lnTo>
                    <a:pt x="125646" y="150913"/>
                  </a:lnTo>
                  <a:lnTo>
                    <a:pt x="128110" y="150756"/>
                  </a:lnTo>
                  <a:lnTo>
                    <a:pt x="130573" y="150596"/>
                  </a:lnTo>
                  <a:lnTo>
                    <a:pt x="133037" y="150435"/>
                  </a:lnTo>
                  <a:lnTo>
                    <a:pt x="135501" y="150270"/>
                  </a:lnTo>
                  <a:lnTo>
                    <a:pt x="137964" y="150104"/>
                  </a:lnTo>
                  <a:lnTo>
                    <a:pt x="140428" y="149936"/>
                  </a:lnTo>
                  <a:lnTo>
                    <a:pt x="142892" y="149765"/>
                  </a:lnTo>
                  <a:lnTo>
                    <a:pt x="145355" y="149593"/>
                  </a:lnTo>
                  <a:lnTo>
                    <a:pt x="147819" y="149419"/>
                  </a:lnTo>
                  <a:lnTo>
                    <a:pt x="150283" y="149241"/>
                  </a:lnTo>
                  <a:lnTo>
                    <a:pt x="152746" y="149063"/>
                  </a:lnTo>
                  <a:lnTo>
                    <a:pt x="155210" y="148883"/>
                  </a:lnTo>
                  <a:lnTo>
                    <a:pt x="157674" y="148700"/>
                  </a:lnTo>
                  <a:lnTo>
                    <a:pt x="160137" y="148516"/>
                  </a:lnTo>
                  <a:lnTo>
                    <a:pt x="162601" y="148331"/>
                  </a:lnTo>
                  <a:lnTo>
                    <a:pt x="165065" y="148143"/>
                  </a:lnTo>
                  <a:lnTo>
                    <a:pt x="167528" y="147953"/>
                  </a:lnTo>
                  <a:lnTo>
                    <a:pt x="169992" y="147762"/>
                  </a:lnTo>
                  <a:lnTo>
                    <a:pt x="172456" y="147569"/>
                  </a:lnTo>
                  <a:lnTo>
                    <a:pt x="174919" y="147375"/>
                  </a:lnTo>
                  <a:lnTo>
                    <a:pt x="177383" y="147178"/>
                  </a:lnTo>
                  <a:lnTo>
                    <a:pt x="179847" y="146980"/>
                  </a:lnTo>
                  <a:lnTo>
                    <a:pt x="182310" y="146780"/>
                  </a:lnTo>
                  <a:lnTo>
                    <a:pt x="184774" y="146578"/>
                  </a:lnTo>
                  <a:lnTo>
                    <a:pt x="187237" y="146375"/>
                  </a:lnTo>
                  <a:lnTo>
                    <a:pt x="189701" y="146170"/>
                  </a:lnTo>
                  <a:lnTo>
                    <a:pt x="192165" y="145962"/>
                  </a:lnTo>
                  <a:lnTo>
                    <a:pt x="194628" y="145753"/>
                  </a:lnTo>
                  <a:lnTo>
                    <a:pt x="197092" y="145542"/>
                  </a:lnTo>
                  <a:lnTo>
                    <a:pt x="199556" y="145329"/>
                  </a:lnTo>
                  <a:lnTo>
                    <a:pt x="202019" y="145113"/>
                  </a:lnTo>
                  <a:lnTo>
                    <a:pt x="204483" y="144896"/>
                  </a:lnTo>
                  <a:lnTo>
                    <a:pt x="206947" y="144676"/>
                  </a:lnTo>
                  <a:lnTo>
                    <a:pt x="209410" y="144454"/>
                  </a:lnTo>
                  <a:lnTo>
                    <a:pt x="211874" y="144229"/>
                  </a:lnTo>
                  <a:lnTo>
                    <a:pt x="214338" y="144001"/>
                  </a:lnTo>
                  <a:lnTo>
                    <a:pt x="216801" y="143771"/>
                  </a:lnTo>
                  <a:lnTo>
                    <a:pt x="219265" y="143537"/>
                  </a:lnTo>
                  <a:lnTo>
                    <a:pt x="221729" y="143300"/>
                  </a:lnTo>
                  <a:lnTo>
                    <a:pt x="224192" y="143061"/>
                  </a:lnTo>
                  <a:lnTo>
                    <a:pt x="226656" y="142817"/>
                  </a:lnTo>
                  <a:lnTo>
                    <a:pt x="229120" y="142569"/>
                  </a:lnTo>
                  <a:lnTo>
                    <a:pt x="231583" y="142319"/>
                  </a:lnTo>
                  <a:lnTo>
                    <a:pt x="234047" y="142063"/>
                  </a:lnTo>
                  <a:lnTo>
                    <a:pt x="236511" y="141803"/>
                  </a:lnTo>
                  <a:lnTo>
                    <a:pt x="238974" y="141540"/>
                  </a:lnTo>
                  <a:lnTo>
                    <a:pt x="241438" y="141270"/>
                  </a:lnTo>
                  <a:lnTo>
                    <a:pt x="243902" y="140997"/>
                  </a:lnTo>
                  <a:lnTo>
                    <a:pt x="246365" y="140718"/>
                  </a:lnTo>
                  <a:lnTo>
                    <a:pt x="248829" y="140432"/>
                  </a:lnTo>
                  <a:lnTo>
                    <a:pt x="251293" y="140142"/>
                  </a:lnTo>
                  <a:lnTo>
                    <a:pt x="253756" y="139846"/>
                  </a:lnTo>
                  <a:lnTo>
                    <a:pt x="256220" y="139541"/>
                  </a:lnTo>
                  <a:lnTo>
                    <a:pt x="258684" y="139233"/>
                  </a:lnTo>
                  <a:lnTo>
                    <a:pt x="261147" y="138915"/>
                  </a:lnTo>
                  <a:lnTo>
                    <a:pt x="263611" y="138590"/>
                  </a:lnTo>
                  <a:lnTo>
                    <a:pt x="266075" y="138260"/>
                  </a:lnTo>
                  <a:lnTo>
                    <a:pt x="268538" y="137919"/>
                  </a:lnTo>
                  <a:lnTo>
                    <a:pt x="271002" y="137571"/>
                  </a:lnTo>
                  <a:lnTo>
                    <a:pt x="273465" y="137217"/>
                  </a:lnTo>
                  <a:lnTo>
                    <a:pt x="275929" y="136849"/>
                  </a:lnTo>
                  <a:lnTo>
                    <a:pt x="278393" y="136474"/>
                  </a:lnTo>
                  <a:lnTo>
                    <a:pt x="280856" y="136092"/>
                  </a:lnTo>
                  <a:lnTo>
                    <a:pt x="283320" y="135695"/>
                  </a:lnTo>
                  <a:lnTo>
                    <a:pt x="285784" y="135292"/>
                  </a:lnTo>
                  <a:lnTo>
                    <a:pt x="288247" y="134878"/>
                  </a:lnTo>
                  <a:lnTo>
                    <a:pt x="290711" y="134451"/>
                  </a:lnTo>
                  <a:lnTo>
                    <a:pt x="293175" y="134015"/>
                  </a:lnTo>
                  <a:lnTo>
                    <a:pt x="295638" y="133568"/>
                  </a:lnTo>
                  <a:lnTo>
                    <a:pt x="298102" y="133106"/>
                  </a:lnTo>
                  <a:lnTo>
                    <a:pt x="300566" y="132637"/>
                  </a:lnTo>
                  <a:lnTo>
                    <a:pt x="303029" y="132152"/>
                  </a:lnTo>
                  <a:lnTo>
                    <a:pt x="305493" y="131654"/>
                  </a:lnTo>
                  <a:lnTo>
                    <a:pt x="307957" y="131148"/>
                  </a:lnTo>
                  <a:lnTo>
                    <a:pt x="310420" y="130623"/>
                  </a:lnTo>
                  <a:lnTo>
                    <a:pt x="312884" y="130087"/>
                  </a:lnTo>
                  <a:lnTo>
                    <a:pt x="315348" y="129541"/>
                  </a:lnTo>
                  <a:lnTo>
                    <a:pt x="317811" y="128975"/>
                  </a:lnTo>
                  <a:lnTo>
                    <a:pt x="320275" y="128398"/>
                  </a:lnTo>
                  <a:lnTo>
                    <a:pt x="322739" y="127810"/>
                  </a:lnTo>
                  <a:lnTo>
                    <a:pt x="325202" y="127201"/>
                  </a:lnTo>
                  <a:lnTo>
                    <a:pt x="327666" y="126582"/>
                  </a:lnTo>
                  <a:lnTo>
                    <a:pt x="330130" y="125949"/>
                  </a:lnTo>
                  <a:lnTo>
                    <a:pt x="332593" y="125297"/>
                  </a:lnTo>
                  <a:lnTo>
                    <a:pt x="335057" y="124634"/>
                  </a:lnTo>
                  <a:lnTo>
                    <a:pt x="337521" y="123955"/>
                  </a:lnTo>
                  <a:lnTo>
                    <a:pt x="339984" y="123259"/>
                  </a:lnTo>
                  <a:lnTo>
                    <a:pt x="342448" y="122553"/>
                  </a:lnTo>
                  <a:lnTo>
                    <a:pt x="344912" y="121827"/>
                  </a:lnTo>
                  <a:lnTo>
                    <a:pt x="347375" y="121086"/>
                  </a:lnTo>
                  <a:lnTo>
                    <a:pt x="349839" y="120335"/>
                  </a:lnTo>
                  <a:lnTo>
                    <a:pt x="352303" y="119562"/>
                  </a:lnTo>
                  <a:lnTo>
                    <a:pt x="354766" y="118777"/>
                  </a:lnTo>
                  <a:lnTo>
                    <a:pt x="357230" y="117981"/>
                  </a:lnTo>
                  <a:lnTo>
                    <a:pt x="359694" y="117162"/>
                  </a:lnTo>
                  <a:lnTo>
                    <a:pt x="362157" y="116333"/>
                  </a:lnTo>
                  <a:lnTo>
                    <a:pt x="364621" y="115492"/>
                  </a:lnTo>
                  <a:lnTo>
                    <a:pt x="367084" y="114630"/>
                  </a:lnTo>
                  <a:lnTo>
                    <a:pt x="369548" y="113758"/>
                  </a:lnTo>
                  <a:lnTo>
                    <a:pt x="372012" y="112872"/>
                  </a:lnTo>
                  <a:lnTo>
                    <a:pt x="374475" y="111968"/>
                  </a:lnTo>
                  <a:lnTo>
                    <a:pt x="376939" y="111055"/>
                  </a:lnTo>
                  <a:lnTo>
                    <a:pt x="379403" y="110127"/>
                  </a:lnTo>
                  <a:lnTo>
                    <a:pt x="381866" y="109185"/>
                  </a:lnTo>
                  <a:lnTo>
                    <a:pt x="384330" y="108233"/>
                  </a:lnTo>
                  <a:lnTo>
                    <a:pt x="386794" y="107265"/>
                  </a:lnTo>
                  <a:lnTo>
                    <a:pt x="389257" y="106285"/>
                  </a:lnTo>
                  <a:lnTo>
                    <a:pt x="391721" y="105297"/>
                  </a:lnTo>
                  <a:lnTo>
                    <a:pt x="394185" y="104293"/>
                  </a:lnTo>
                  <a:lnTo>
                    <a:pt x="396648" y="103280"/>
                  </a:lnTo>
                  <a:lnTo>
                    <a:pt x="399112" y="102259"/>
                  </a:lnTo>
                  <a:lnTo>
                    <a:pt x="401576" y="101222"/>
                  </a:lnTo>
                  <a:lnTo>
                    <a:pt x="404039" y="100179"/>
                  </a:lnTo>
                  <a:lnTo>
                    <a:pt x="406503" y="99127"/>
                  </a:lnTo>
                  <a:lnTo>
                    <a:pt x="408967" y="98063"/>
                  </a:lnTo>
                  <a:lnTo>
                    <a:pt x="411430" y="96993"/>
                  </a:lnTo>
                  <a:lnTo>
                    <a:pt x="413894" y="95915"/>
                  </a:lnTo>
                  <a:lnTo>
                    <a:pt x="416358" y="94828"/>
                  </a:lnTo>
                  <a:lnTo>
                    <a:pt x="418821" y="93735"/>
                  </a:lnTo>
                  <a:lnTo>
                    <a:pt x="421285" y="92636"/>
                  </a:lnTo>
                  <a:lnTo>
                    <a:pt x="423749" y="91529"/>
                  </a:lnTo>
                  <a:lnTo>
                    <a:pt x="426212" y="90419"/>
                  </a:lnTo>
                  <a:lnTo>
                    <a:pt x="428676" y="89302"/>
                  </a:lnTo>
                  <a:lnTo>
                    <a:pt x="431140" y="88181"/>
                  </a:lnTo>
                  <a:lnTo>
                    <a:pt x="433603" y="87057"/>
                  </a:lnTo>
                  <a:lnTo>
                    <a:pt x="436067" y="85929"/>
                  </a:lnTo>
                  <a:lnTo>
                    <a:pt x="438531" y="84797"/>
                  </a:lnTo>
                  <a:lnTo>
                    <a:pt x="440994" y="83664"/>
                  </a:lnTo>
                  <a:lnTo>
                    <a:pt x="443458" y="82528"/>
                  </a:lnTo>
                  <a:lnTo>
                    <a:pt x="445922" y="81391"/>
                  </a:lnTo>
                  <a:lnTo>
                    <a:pt x="448385" y="80252"/>
                  </a:lnTo>
                  <a:lnTo>
                    <a:pt x="450849" y="79113"/>
                  </a:lnTo>
                  <a:lnTo>
                    <a:pt x="453312" y="77974"/>
                  </a:lnTo>
                  <a:lnTo>
                    <a:pt x="455776" y="76835"/>
                  </a:lnTo>
                  <a:lnTo>
                    <a:pt x="458240" y="75698"/>
                  </a:lnTo>
                  <a:lnTo>
                    <a:pt x="460703" y="74561"/>
                  </a:lnTo>
                  <a:lnTo>
                    <a:pt x="463167" y="73426"/>
                  </a:lnTo>
                  <a:lnTo>
                    <a:pt x="465631" y="72293"/>
                  </a:lnTo>
                  <a:lnTo>
                    <a:pt x="468094" y="71161"/>
                  </a:lnTo>
                  <a:lnTo>
                    <a:pt x="470558" y="70034"/>
                  </a:lnTo>
                  <a:lnTo>
                    <a:pt x="473022" y="68909"/>
                  </a:lnTo>
                  <a:lnTo>
                    <a:pt x="475485" y="67787"/>
                  </a:lnTo>
                  <a:lnTo>
                    <a:pt x="477949" y="66669"/>
                  </a:lnTo>
                  <a:lnTo>
                    <a:pt x="480413" y="65556"/>
                  </a:lnTo>
                  <a:lnTo>
                    <a:pt x="482876" y="64445"/>
                  </a:lnTo>
                  <a:lnTo>
                    <a:pt x="485340" y="63342"/>
                  </a:lnTo>
                  <a:lnTo>
                    <a:pt x="487804" y="62242"/>
                  </a:lnTo>
                  <a:lnTo>
                    <a:pt x="490267" y="61146"/>
                  </a:lnTo>
                  <a:lnTo>
                    <a:pt x="492731" y="60058"/>
                  </a:lnTo>
                  <a:lnTo>
                    <a:pt x="495195" y="58973"/>
                  </a:lnTo>
                  <a:lnTo>
                    <a:pt x="497658" y="57895"/>
                  </a:lnTo>
                  <a:lnTo>
                    <a:pt x="500122" y="56823"/>
                  </a:lnTo>
                  <a:lnTo>
                    <a:pt x="502586" y="55756"/>
                  </a:lnTo>
                  <a:lnTo>
                    <a:pt x="505049" y="54695"/>
                  </a:lnTo>
                  <a:lnTo>
                    <a:pt x="507513" y="53642"/>
                  </a:lnTo>
                  <a:lnTo>
                    <a:pt x="509977" y="52593"/>
                  </a:lnTo>
                  <a:lnTo>
                    <a:pt x="512440" y="51552"/>
                  </a:lnTo>
                  <a:lnTo>
                    <a:pt x="514904" y="50518"/>
                  </a:lnTo>
                  <a:lnTo>
                    <a:pt x="517368" y="49488"/>
                  </a:lnTo>
                  <a:lnTo>
                    <a:pt x="519831" y="48468"/>
                  </a:lnTo>
                  <a:lnTo>
                    <a:pt x="522295" y="47453"/>
                  </a:lnTo>
                  <a:lnTo>
                    <a:pt x="524759" y="46443"/>
                  </a:lnTo>
                  <a:lnTo>
                    <a:pt x="527222" y="45444"/>
                  </a:lnTo>
                  <a:lnTo>
                    <a:pt x="529686" y="44449"/>
                  </a:lnTo>
                  <a:lnTo>
                    <a:pt x="532150" y="43459"/>
                  </a:lnTo>
                  <a:lnTo>
                    <a:pt x="534613" y="42480"/>
                  </a:lnTo>
                  <a:lnTo>
                    <a:pt x="537077" y="41505"/>
                  </a:lnTo>
                  <a:lnTo>
                    <a:pt x="539541" y="40537"/>
                  </a:lnTo>
                  <a:lnTo>
                    <a:pt x="542004" y="39578"/>
                  </a:lnTo>
                  <a:lnTo>
                    <a:pt x="544468" y="38623"/>
                  </a:lnTo>
                  <a:lnTo>
                    <a:pt x="546931" y="37676"/>
                  </a:lnTo>
                  <a:lnTo>
                    <a:pt x="549395" y="36737"/>
                  </a:lnTo>
                  <a:lnTo>
                    <a:pt x="551859" y="35803"/>
                  </a:lnTo>
                  <a:lnTo>
                    <a:pt x="554322" y="34878"/>
                  </a:lnTo>
                  <a:lnTo>
                    <a:pt x="556786" y="33959"/>
                  </a:lnTo>
                  <a:lnTo>
                    <a:pt x="559250" y="33045"/>
                  </a:lnTo>
                  <a:lnTo>
                    <a:pt x="561713" y="32142"/>
                  </a:lnTo>
                  <a:lnTo>
                    <a:pt x="564177" y="31244"/>
                  </a:lnTo>
                  <a:lnTo>
                    <a:pt x="566641" y="30352"/>
                  </a:lnTo>
                  <a:lnTo>
                    <a:pt x="569104" y="29470"/>
                  </a:lnTo>
                  <a:lnTo>
                    <a:pt x="571568" y="28595"/>
                  </a:lnTo>
                  <a:lnTo>
                    <a:pt x="574032" y="27725"/>
                  </a:lnTo>
                  <a:lnTo>
                    <a:pt x="576495" y="26866"/>
                  </a:lnTo>
                  <a:lnTo>
                    <a:pt x="578959" y="26013"/>
                  </a:lnTo>
                  <a:lnTo>
                    <a:pt x="581423" y="25167"/>
                  </a:lnTo>
                  <a:lnTo>
                    <a:pt x="583886" y="24332"/>
                  </a:lnTo>
                  <a:lnTo>
                    <a:pt x="586350" y="23503"/>
                  </a:lnTo>
                  <a:lnTo>
                    <a:pt x="588814" y="22683"/>
                  </a:lnTo>
                  <a:lnTo>
                    <a:pt x="591277" y="21874"/>
                  </a:lnTo>
                  <a:lnTo>
                    <a:pt x="593741" y="21070"/>
                  </a:lnTo>
                  <a:lnTo>
                    <a:pt x="596205" y="20278"/>
                  </a:lnTo>
                  <a:lnTo>
                    <a:pt x="598668" y="19496"/>
                  </a:lnTo>
                  <a:lnTo>
                    <a:pt x="601132" y="18721"/>
                  </a:lnTo>
                  <a:lnTo>
                    <a:pt x="603596" y="17959"/>
                  </a:lnTo>
                  <a:lnTo>
                    <a:pt x="606059" y="17207"/>
                  </a:lnTo>
                  <a:lnTo>
                    <a:pt x="608523" y="16462"/>
                  </a:lnTo>
                  <a:lnTo>
                    <a:pt x="610987" y="15734"/>
                  </a:lnTo>
                  <a:lnTo>
                    <a:pt x="613450" y="15015"/>
                  </a:lnTo>
                  <a:lnTo>
                    <a:pt x="615914" y="14305"/>
                  </a:lnTo>
                  <a:lnTo>
                    <a:pt x="618378" y="13613"/>
                  </a:lnTo>
                  <a:lnTo>
                    <a:pt x="620841" y="12929"/>
                  </a:lnTo>
                  <a:lnTo>
                    <a:pt x="623305" y="12258"/>
                  </a:lnTo>
                  <a:lnTo>
                    <a:pt x="625769" y="11605"/>
                  </a:lnTo>
                  <a:lnTo>
                    <a:pt x="628232" y="10960"/>
                  </a:lnTo>
                  <a:lnTo>
                    <a:pt x="630696" y="10332"/>
                  </a:lnTo>
                  <a:lnTo>
                    <a:pt x="633159" y="9721"/>
                  </a:lnTo>
                  <a:lnTo>
                    <a:pt x="635623" y="9120"/>
                  </a:lnTo>
                  <a:lnTo>
                    <a:pt x="638087" y="8538"/>
                  </a:lnTo>
                  <a:lnTo>
                    <a:pt x="640550" y="7972"/>
                  </a:lnTo>
                  <a:lnTo>
                    <a:pt x="643014" y="7418"/>
                  </a:lnTo>
                  <a:lnTo>
                    <a:pt x="645478" y="6887"/>
                  </a:lnTo>
                  <a:lnTo>
                    <a:pt x="647941" y="6371"/>
                  </a:lnTo>
                  <a:lnTo>
                    <a:pt x="650405" y="5867"/>
                  </a:lnTo>
                  <a:lnTo>
                    <a:pt x="652869" y="5390"/>
                  </a:lnTo>
                  <a:lnTo>
                    <a:pt x="655332" y="4927"/>
                  </a:lnTo>
                  <a:lnTo>
                    <a:pt x="657796" y="4480"/>
                  </a:lnTo>
                  <a:lnTo>
                    <a:pt x="660260" y="4059"/>
                  </a:lnTo>
                  <a:lnTo>
                    <a:pt x="662723" y="3653"/>
                  </a:lnTo>
                  <a:lnTo>
                    <a:pt x="665187" y="3265"/>
                  </a:lnTo>
                  <a:lnTo>
                    <a:pt x="667651" y="2903"/>
                  </a:lnTo>
                  <a:lnTo>
                    <a:pt x="670114" y="2556"/>
                  </a:lnTo>
                  <a:lnTo>
                    <a:pt x="672578" y="2232"/>
                  </a:lnTo>
                  <a:lnTo>
                    <a:pt x="675042" y="1932"/>
                  </a:lnTo>
                  <a:lnTo>
                    <a:pt x="677505" y="1647"/>
                  </a:lnTo>
                  <a:lnTo>
                    <a:pt x="679969" y="1389"/>
                  </a:lnTo>
                  <a:lnTo>
                    <a:pt x="682433" y="1152"/>
                  </a:lnTo>
                  <a:lnTo>
                    <a:pt x="684896" y="931"/>
                  </a:lnTo>
                  <a:lnTo>
                    <a:pt x="687360" y="741"/>
                  </a:lnTo>
                  <a:lnTo>
                    <a:pt x="689824" y="570"/>
                  </a:lnTo>
                  <a:lnTo>
                    <a:pt x="692287" y="415"/>
                  </a:lnTo>
                  <a:lnTo>
                    <a:pt x="694751" y="295"/>
                  </a:lnTo>
                  <a:lnTo>
                    <a:pt x="697215" y="190"/>
                  </a:lnTo>
                  <a:lnTo>
                    <a:pt x="699678" y="105"/>
                  </a:lnTo>
                  <a:lnTo>
                    <a:pt x="702142" y="52"/>
                  </a:lnTo>
                  <a:lnTo>
                    <a:pt x="704606" y="14"/>
                  </a:lnTo>
                  <a:lnTo>
                    <a:pt x="707069" y="0"/>
                  </a:lnTo>
                  <a:lnTo>
                    <a:pt x="709533" y="13"/>
                  </a:lnTo>
                  <a:lnTo>
                    <a:pt x="711997" y="43"/>
                  </a:lnTo>
                  <a:lnTo>
                    <a:pt x="714460" y="98"/>
                  </a:lnTo>
                  <a:lnTo>
                    <a:pt x="716924" y="179"/>
                  </a:lnTo>
                  <a:lnTo>
                    <a:pt x="719388" y="275"/>
                  </a:lnTo>
                  <a:lnTo>
                    <a:pt x="721851" y="399"/>
                  </a:lnTo>
                  <a:lnTo>
                    <a:pt x="724315" y="545"/>
                  </a:lnTo>
                  <a:lnTo>
                    <a:pt x="726778" y="706"/>
                  </a:lnTo>
                  <a:lnTo>
                    <a:pt x="729242" y="898"/>
                  </a:lnTo>
                  <a:lnTo>
                    <a:pt x="731706" y="1107"/>
                  </a:lnTo>
                  <a:lnTo>
                    <a:pt x="734169" y="1332"/>
                  </a:lnTo>
                  <a:lnTo>
                    <a:pt x="736633" y="1589"/>
                  </a:lnTo>
                  <a:lnTo>
                    <a:pt x="739097" y="1860"/>
                  </a:lnTo>
                  <a:lnTo>
                    <a:pt x="741560" y="2149"/>
                  </a:lnTo>
                  <a:lnTo>
                    <a:pt x="744024" y="2466"/>
                  </a:lnTo>
                  <a:lnTo>
                    <a:pt x="746488" y="2796"/>
                  </a:lnTo>
                  <a:lnTo>
                    <a:pt x="748951" y="3146"/>
                  </a:lnTo>
                  <a:lnTo>
                    <a:pt x="751415" y="3520"/>
                  </a:lnTo>
                  <a:lnTo>
                    <a:pt x="753879" y="3907"/>
                  </a:lnTo>
                  <a:lnTo>
                    <a:pt x="756342" y="4316"/>
                  </a:lnTo>
                  <a:lnTo>
                    <a:pt x="758806" y="4744"/>
                  </a:lnTo>
                  <a:lnTo>
                    <a:pt x="761270" y="5185"/>
                  </a:lnTo>
                  <a:lnTo>
                    <a:pt x="763733" y="5649"/>
                  </a:lnTo>
                  <a:lnTo>
                    <a:pt x="766197" y="6129"/>
                  </a:lnTo>
                  <a:lnTo>
                    <a:pt x="768661" y="6621"/>
                  </a:lnTo>
                  <a:lnTo>
                    <a:pt x="771124" y="7136"/>
                  </a:lnTo>
                  <a:lnTo>
                    <a:pt x="773588" y="7665"/>
                  </a:lnTo>
                  <a:lnTo>
                    <a:pt x="776052" y="8205"/>
                  </a:lnTo>
                  <a:lnTo>
                    <a:pt x="778515" y="8770"/>
                  </a:lnTo>
                  <a:lnTo>
                    <a:pt x="780979" y="9345"/>
                  </a:lnTo>
                  <a:lnTo>
                    <a:pt x="783443" y="9933"/>
                  </a:lnTo>
                  <a:lnTo>
                    <a:pt x="785906" y="10541"/>
                  </a:lnTo>
                  <a:lnTo>
                    <a:pt x="788370" y="11160"/>
                  </a:lnTo>
                  <a:lnTo>
                    <a:pt x="790834" y="11793"/>
                  </a:lnTo>
                  <a:lnTo>
                    <a:pt x="793297" y="12443"/>
                  </a:lnTo>
                  <a:lnTo>
                    <a:pt x="795761" y="13103"/>
                  </a:lnTo>
                  <a:lnTo>
                    <a:pt x="798225" y="13779"/>
                  </a:lnTo>
                  <a:lnTo>
                    <a:pt x="800688" y="14469"/>
                  </a:lnTo>
                  <a:lnTo>
                    <a:pt x="803152" y="15169"/>
                  </a:lnTo>
                  <a:lnTo>
                    <a:pt x="805616" y="15885"/>
                  </a:lnTo>
                  <a:lnTo>
                    <a:pt x="808079" y="16614"/>
                  </a:lnTo>
                  <a:lnTo>
                    <a:pt x="810543" y="17351"/>
                  </a:lnTo>
                  <a:lnTo>
                    <a:pt x="813006" y="18107"/>
                  </a:lnTo>
                  <a:lnTo>
                    <a:pt x="815470" y="18873"/>
                  </a:lnTo>
                  <a:lnTo>
                    <a:pt x="817934" y="19647"/>
                  </a:lnTo>
                  <a:lnTo>
                    <a:pt x="820397" y="20441"/>
                  </a:lnTo>
                  <a:lnTo>
                    <a:pt x="822861" y="21243"/>
                  </a:lnTo>
                  <a:lnTo>
                    <a:pt x="825325" y="22056"/>
                  </a:lnTo>
                  <a:lnTo>
                    <a:pt x="827788" y="22885"/>
                  </a:lnTo>
                  <a:lnTo>
                    <a:pt x="830252" y="23723"/>
                  </a:lnTo>
                  <a:lnTo>
                    <a:pt x="832716" y="24572"/>
                  </a:lnTo>
                  <a:lnTo>
                    <a:pt x="835179" y="25437"/>
                  </a:lnTo>
                  <a:lnTo>
                    <a:pt x="837643" y="26310"/>
                  </a:lnTo>
                  <a:lnTo>
                    <a:pt x="840107" y="27197"/>
                  </a:lnTo>
                  <a:lnTo>
                    <a:pt x="842570" y="28096"/>
                  </a:lnTo>
                  <a:lnTo>
                    <a:pt x="845034" y="29004"/>
                  </a:lnTo>
                  <a:lnTo>
                    <a:pt x="847498" y="29927"/>
                  </a:lnTo>
                  <a:lnTo>
                    <a:pt x="849961" y="30862"/>
                  </a:lnTo>
                  <a:lnTo>
                    <a:pt x="852425" y="31805"/>
                  </a:lnTo>
                  <a:lnTo>
                    <a:pt x="854889" y="32765"/>
                  </a:lnTo>
                  <a:lnTo>
                    <a:pt x="857352" y="33734"/>
                  </a:lnTo>
                  <a:lnTo>
                    <a:pt x="859816" y="34712"/>
                  </a:lnTo>
                  <a:lnTo>
                    <a:pt x="862280" y="35707"/>
                  </a:lnTo>
                  <a:lnTo>
                    <a:pt x="864743" y="36711"/>
                  </a:lnTo>
                  <a:lnTo>
                    <a:pt x="867207" y="37725"/>
                  </a:lnTo>
                  <a:lnTo>
                    <a:pt x="869671" y="38754"/>
                  </a:lnTo>
                  <a:lnTo>
                    <a:pt x="872134" y="39792"/>
                  </a:lnTo>
                  <a:lnTo>
                    <a:pt x="874598" y="40841"/>
                  </a:lnTo>
                  <a:lnTo>
                    <a:pt x="877062" y="41904"/>
                  </a:lnTo>
                  <a:lnTo>
                    <a:pt x="879525" y="42975"/>
                  </a:lnTo>
                  <a:lnTo>
                    <a:pt x="881989" y="44059"/>
                  </a:lnTo>
                  <a:lnTo>
                    <a:pt x="884453" y="45154"/>
                  </a:lnTo>
                  <a:lnTo>
                    <a:pt x="886916" y="46257"/>
                  </a:lnTo>
                  <a:lnTo>
                    <a:pt x="889380" y="47373"/>
                  </a:lnTo>
                  <a:lnTo>
                    <a:pt x="891844" y="48500"/>
                  </a:lnTo>
                  <a:lnTo>
                    <a:pt x="894307" y="49633"/>
                  </a:lnTo>
                  <a:lnTo>
                    <a:pt x="896771" y="50781"/>
                  </a:lnTo>
                  <a:lnTo>
                    <a:pt x="899235" y="51936"/>
                  </a:lnTo>
                  <a:lnTo>
                    <a:pt x="901698" y="53098"/>
                  </a:lnTo>
                  <a:lnTo>
                    <a:pt x="904162" y="54274"/>
                  </a:lnTo>
                  <a:lnTo>
                    <a:pt x="906625" y="55456"/>
                  </a:lnTo>
                  <a:lnTo>
                    <a:pt x="909089" y="56645"/>
                  </a:lnTo>
                  <a:lnTo>
                    <a:pt x="911553" y="57845"/>
                  </a:lnTo>
                  <a:lnTo>
                    <a:pt x="914016" y="59050"/>
                  </a:lnTo>
                  <a:lnTo>
                    <a:pt x="916480" y="60263"/>
                  </a:lnTo>
                  <a:lnTo>
                    <a:pt x="918944" y="61484"/>
                  </a:lnTo>
                  <a:lnTo>
                    <a:pt x="921407" y="62710"/>
                  </a:lnTo>
                  <a:lnTo>
                    <a:pt x="923871" y="63942"/>
                  </a:lnTo>
                  <a:lnTo>
                    <a:pt x="926335" y="65181"/>
                  </a:lnTo>
                  <a:lnTo>
                    <a:pt x="928798" y="66422"/>
                  </a:lnTo>
                  <a:lnTo>
                    <a:pt x="931262" y="67670"/>
                  </a:lnTo>
                  <a:lnTo>
                    <a:pt x="933726" y="68921"/>
                  </a:lnTo>
                  <a:lnTo>
                    <a:pt x="936189" y="70175"/>
                  </a:lnTo>
                  <a:lnTo>
                    <a:pt x="938653" y="71433"/>
                  </a:lnTo>
                  <a:lnTo>
                    <a:pt x="941117" y="72693"/>
                  </a:lnTo>
                  <a:lnTo>
                    <a:pt x="943580" y="73954"/>
                  </a:lnTo>
                  <a:lnTo>
                    <a:pt x="946044" y="75218"/>
                  </a:lnTo>
                  <a:lnTo>
                    <a:pt x="948508" y="76481"/>
                  </a:lnTo>
                  <a:lnTo>
                    <a:pt x="950971" y="77745"/>
                  </a:lnTo>
                  <a:lnTo>
                    <a:pt x="953435" y="79008"/>
                  </a:lnTo>
                  <a:lnTo>
                    <a:pt x="955899" y="80270"/>
                  </a:lnTo>
                  <a:lnTo>
                    <a:pt x="958362" y="81530"/>
                  </a:lnTo>
                  <a:lnTo>
                    <a:pt x="960826" y="82788"/>
                  </a:lnTo>
                  <a:lnTo>
                    <a:pt x="963290" y="84043"/>
                  </a:lnTo>
                  <a:lnTo>
                    <a:pt x="965753" y="85295"/>
                  </a:lnTo>
                  <a:lnTo>
                    <a:pt x="968217" y="86542"/>
                  </a:lnTo>
                  <a:lnTo>
                    <a:pt x="970681" y="87786"/>
                  </a:lnTo>
                  <a:lnTo>
                    <a:pt x="973144" y="89024"/>
                  </a:lnTo>
                  <a:lnTo>
                    <a:pt x="975608" y="90255"/>
                  </a:lnTo>
                  <a:lnTo>
                    <a:pt x="978072" y="91482"/>
                  </a:lnTo>
                  <a:lnTo>
                    <a:pt x="980535" y="92700"/>
                  </a:lnTo>
                  <a:lnTo>
                    <a:pt x="982999" y="93911"/>
                  </a:lnTo>
                  <a:lnTo>
                    <a:pt x="985463" y="95117"/>
                  </a:lnTo>
                  <a:lnTo>
                    <a:pt x="987926" y="96309"/>
                  </a:lnTo>
                  <a:lnTo>
                    <a:pt x="990390" y="97495"/>
                  </a:lnTo>
                  <a:lnTo>
                    <a:pt x="992853" y="98673"/>
                  </a:lnTo>
                  <a:lnTo>
                    <a:pt x="995317" y="99837"/>
                  </a:lnTo>
                  <a:lnTo>
                    <a:pt x="997781" y="100994"/>
                  </a:lnTo>
                  <a:lnTo>
                    <a:pt x="1000244" y="102140"/>
                  </a:lnTo>
                  <a:lnTo>
                    <a:pt x="1002708" y="103271"/>
                  </a:lnTo>
                  <a:lnTo>
                    <a:pt x="1005172" y="104394"/>
                  </a:lnTo>
                  <a:lnTo>
                    <a:pt x="1007635" y="105504"/>
                  </a:lnTo>
                  <a:lnTo>
                    <a:pt x="1010099" y="106599"/>
                  </a:lnTo>
                  <a:lnTo>
                    <a:pt x="1012563" y="107685"/>
                  </a:lnTo>
                  <a:lnTo>
                    <a:pt x="1015026" y="108754"/>
                  </a:lnTo>
                  <a:lnTo>
                    <a:pt x="1017490" y="109810"/>
                  </a:lnTo>
                  <a:lnTo>
                    <a:pt x="1019954" y="110856"/>
                  </a:lnTo>
                  <a:lnTo>
                    <a:pt x="1022417" y="111882"/>
                  </a:lnTo>
                  <a:lnTo>
                    <a:pt x="1024881" y="112896"/>
                  </a:lnTo>
                  <a:lnTo>
                    <a:pt x="1027345" y="113899"/>
                  </a:lnTo>
                  <a:lnTo>
                    <a:pt x="1029808" y="114879"/>
                  </a:lnTo>
                  <a:lnTo>
                    <a:pt x="1032272" y="115848"/>
                  </a:lnTo>
                  <a:lnTo>
                    <a:pt x="1034736" y="116804"/>
                  </a:lnTo>
                  <a:lnTo>
                    <a:pt x="1037199" y="117739"/>
                  </a:lnTo>
                  <a:lnTo>
                    <a:pt x="1039663" y="118662"/>
                  </a:lnTo>
                  <a:lnTo>
                    <a:pt x="1042127" y="119570"/>
                  </a:lnTo>
                  <a:lnTo>
                    <a:pt x="1044590" y="120457"/>
                  </a:lnTo>
                  <a:lnTo>
                    <a:pt x="1047054" y="121333"/>
                  </a:lnTo>
                  <a:lnTo>
                    <a:pt x="1049518" y="122191"/>
                  </a:lnTo>
                  <a:lnTo>
                    <a:pt x="1051981" y="123031"/>
                  </a:lnTo>
                  <a:lnTo>
                    <a:pt x="1054445" y="123859"/>
                  </a:lnTo>
                  <a:lnTo>
                    <a:pt x="1056909" y="124667"/>
                  </a:lnTo>
                  <a:lnTo>
                    <a:pt x="1059372" y="125458"/>
                  </a:lnTo>
                  <a:lnTo>
                    <a:pt x="1061836" y="126239"/>
                  </a:lnTo>
                  <a:lnTo>
                    <a:pt x="1064300" y="126996"/>
                  </a:lnTo>
                  <a:lnTo>
                    <a:pt x="1066763" y="127740"/>
                  </a:lnTo>
                  <a:lnTo>
                    <a:pt x="1069227" y="128473"/>
                  </a:lnTo>
                  <a:lnTo>
                    <a:pt x="1071691" y="129181"/>
                  </a:lnTo>
                  <a:lnTo>
                    <a:pt x="1074154" y="129877"/>
                  </a:lnTo>
                  <a:lnTo>
                    <a:pt x="1076618" y="130561"/>
                  </a:lnTo>
                  <a:lnTo>
                    <a:pt x="1079082" y="131222"/>
                  </a:lnTo>
                  <a:lnTo>
                    <a:pt x="1081545" y="131873"/>
                  </a:lnTo>
                  <a:lnTo>
                    <a:pt x="1084009" y="132508"/>
                  </a:lnTo>
                  <a:lnTo>
                    <a:pt x="1086472" y="133125"/>
                  </a:lnTo>
                  <a:lnTo>
                    <a:pt x="1088936" y="133731"/>
                  </a:lnTo>
                  <a:lnTo>
                    <a:pt x="1091400" y="134320"/>
                  </a:lnTo>
                  <a:lnTo>
                    <a:pt x="1093863" y="134893"/>
                  </a:lnTo>
                  <a:lnTo>
                    <a:pt x="1096327" y="135455"/>
                  </a:lnTo>
                  <a:lnTo>
                    <a:pt x="1098791" y="136000"/>
                  </a:lnTo>
                  <a:lnTo>
                    <a:pt x="1101254" y="136531"/>
                  </a:lnTo>
                  <a:lnTo>
                    <a:pt x="1103718" y="137053"/>
                  </a:lnTo>
                  <a:lnTo>
                    <a:pt x="1106182" y="137556"/>
                  </a:lnTo>
                  <a:lnTo>
                    <a:pt x="1108645" y="138047"/>
                  </a:lnTo>
                  <a:lnTo>
                    <a:pt x="1111109" y="138530"/>
                  </a:lnTo>
                  <a:lnTo>
                    <a:pt x="1113573" y="138993"/>
                  </a:lnTo>
                  <a:lnTo>
                    <a:pt x="1116036" y="139447"/>
                  </a:lnTo>
                  <a:lnTo>
                    <a:pt x="1118500" y="139891"/>
                  </a:lnTo>
                  <a:lnTo>
                    <a:pt x="1120964" y="140319"/>
                  </a:lnTo>
                  <a:lnTo>
                    <a:pt x="1123427" y="140739"/>
                  </a:lnTo>
                  <a:lnTo>
                    <a:pt x="1125891" y="141147"/>
                  </a:lnTo>
                  <a:lnTo>
                    <a:pt x="1128355" y="141541"/>
                  </a:lnTo>
                  <a:lnTo>
                    <a:pt x="1130818" y="141929"/>
                  </a:lnTo>
                  <a:lnTo>
                    <a:pt x="1133282" y="142304"/>
                  </a:lnTo>
                  <a:lnTo>
                    <a:pt x="1135746" y="142668"/>
                  </a:lnTo>
                  <a:lnTo>
                    <a:pt x="1138209" y="143025"/>
                  </a:lnTo>
                  <a:lnTo>
                    <a:pt x="1140673" y="143370"/>
                  </a:lnTo>
                  <a:lnTo>
                    <a:pt x="1143137" y="143706"/>
                  </a:lnTo>
                  <a:lnTo>
                    <a:pt x="1145600" y="144036"/>
                  </a:lnTo>
                  <a:lnTo>
                    <a:pt x="1148064" y="144353"/>
                  </a:lnTo>
                  <a:lnTo>
                    <a:pt x="1150528" y="144663"/>
                  </a:lnTo>
                  <a:lnTo>
                    <a:pt x="1152991" y="144967"/>
                  </a:lnTo>
                  <a:lnTo>
                    <a:pt x="1155455" y="145260"/>
                  </a:lnTo>
                  <a:lnTo>
                    <a:pt x="1157919" y="145546"/>
                  </a:lnTo>
                  <a:lnTo>
                    <a:pt x="1160382" y="145827"/>
                  </a:lnTo>
                  <a:lnTo>
                    <a:pt x="1162846" y="146097"/>
                  </a:lnTo>
                  <a:lnTo>
                    <a:pt x="1165310" y="146363"/>
                  </a:lnTo>
                  <a:lnTo>
                    <a:pt x="1167773" y="146622"/>
                  </a:lnTo>
                  <a:lnTo>
                    <a:pt x="1170237" y="146873"/>
                  </a:lnTo>
                  <a:lnTo>
                    <a:pt x="1172701" y="147119"/>
                  </a:lnTo>
                  <a:lnTo>
                    <a:pt x="1175164" y="147359"/>
                  </a:lnTo>
                  <a:lnTo>
                    <a:pt x="1177628" y="147592"/>
                  </a:lnTo>
                  <a:lnTo>
                    <a:pt x="1180091" y="147821"/>
                  </a:lnTo>
                  <a:lnTo>
                    <a:pt x="1182555" y="148043"/>
                  </a:lnTo>
                  <a:lnTo>
                    <a:pt x="1185019" y="148261"/>
                  </a:lnTo>
                  <a:lnTo>
                    <a:pt x="1187482" y="148474"/>
                  </a:lnTo>
                  <a:lnTo>
                    <a:pt x="1189946" y="148681"/>
                  </a:lnTo>
                  <a:lnTo>
                    <a:pt x="1192410" y="148883"/>
                  </a:lnTo>
                  <a:lnTo>
                    <a:pt x="1194873" y="149083"/>
                  </a:lnTo>
                  <a:lnTo>
                    <a:pt x="1197337" y="149275"/>
                  </a:lnTo>
                  <a:lnTo>
                    <a:pt x="1199801" y="149465"/>
                  </a:lnTo>
                  <a:lnTo>
                    <a:pt x="1202264" y="149651"/>
                  </a:lnTo>
                  <a:lnTo>
                    <a:pt x="1204728" y="149831"/>
                  </a:lnTo>
                  <a:lnTo>
                    <a:pt x="1207192" y="150009"/>
                  </a:lnTo>
                  <a:lnTo>
                    <a:pt x="1209655" y="150183"/>
                  </a:lnTo>
                  <a:lnTo>
                    <a:pt x="1212119" y="150352"/>
                  </a:lnTo>
                  <a:lnTo>
                    <a:pt x="1214583" y="150519"/>
                  </a:lnTo>
                  <a:lnTo>
                    <a:pt x="1217046" y="150682"/>
                  </a:lnTo>
                  <a:lnTo>
                    <a:pt x="1219510" y="150841"/>
                  </a:lnTo>
                  <a:lnTo>
                    <a:pt x="1221974" y="150997"/>
                  </a:lnTo>
                  <a:lnTo>
                    <a:pt x="1224437" y="151150"/>
                  </a:lnTo>
                  <a:lnTo>
                    <a:pt x="1226901" y="151299"/>
                  </a:lnTo>
                  <a:lnTo>
                    <a:pt x="1229365" y="151446"/>
                  </a:lnTo>
                  <a:lnTo>
                    <a:pt x="1231828" y="151589"/>
                  </a:lnTo>
                  <a:lnTo>
                    <a:pt x="1234292" y="151730"/>
                  </a:lnTo>
                  <a:lnTo>
                    <a:pt x="1236756" y="151868"/>
                  </a:lnTo>
                  <a:lnTo>
                    <a:pt x="1239219" y="152002"/>
                  </a:lnTo>
                  <a:lnTo>
                    <a:pt x="1241683" y="152134"/>
                  </a:lnTo>
                  <a:lnTo>
                    <a:pt x="1244147" y="152263"/>
                  </a:lnTo>
                  <a:lnTo>
                    <a:pt x="1246610" y="152389"/>
                  </a:lnTo>
                  <a:lnTo>
                    <a:pt x="1249074" y="152513"/>
                  </a:lnTo>
                  <a:lnTo>
                    <a:pt x="1251538" y="152634"/>
                  </a:lnTo>
                  <a:lnTo>
                    <a:pt x="1254001" y="152752"/>
                  </a:lnTo>
                  <a:lnTo>
                    <a:pt x="1256465" y="152868"/>
                  </a:lnTo>
                  <a:lnTo>
                    <a:pt x="1258929" y="152981"/>
                  </a:lnTo>
                  <a:lnTo>
                    <a:pt x="1258929" y="156176"/>
                  </a:lnTo>
                  <a:lnTo>
                    <a:pt x="1256465" y="156176"/>
                  </a:lnTo>
                  <a:lnTo>
                    <a:pt x="1254001" y="156176"/>
                  </a:lnTo>
                  <a:lnTo>
                    <a:pt x="1251538" y="156176"/>
                  </a:lnTo>
                  <a:lnTo>
                    <a:pt x="1249074" y="156176"/>
                  </a:lnTo>
                  <a:lnTo>
                    <a:pt x="1246610" y="156176"/>
                  </a:lnTo>
                  <a:lnTo>
                    <a:pt x="1244147" y="156176"/>
                  </a:lnTo>
                  <a:lnTo>
                    <a:pt x="1241683" y="156176"/>
                  </a:lnTo>
                  <a:lnTo>
                    <a:pt x="1239219" y="156176"/>
                  </a:lnTo>
                  <a:lnTo>
                    <a:pt x="1236756" y="156176"/>
                  </a:lnTo>
                  <a:lnTo>
                    <a:pt x="1234292" y="156176"/>
                  </a:lnTo>
                  <a:lnTo>
                    <a:pt x="1231828" y="156176"/>
                  </a:lnTo>
                  <a:lnTo>
                    <a:pt x="1229365" y="156176"/>
                  </a:lnTo>
                  <a:lnTo>
                    <a:pt x="1226901" y="156176"/>
                  </a:lnTo>
                  <a:lnTo>
                    <a:pt x="1224437" y="156176"/>
                  </a:lnTo>
                  <a:lnTo>
                    <a:pt x="1221974" y="156176"/>
                  </a:lnTo>
                  <a:lnTo>
                    <a:pt x="1219510" y="156176"/>
                  </a:lnTo>
                  <a:lnTo>
                    <a:pt x="1217046" y="156176"/>
                  </a:lnTo>
                  <a:lnTo>
                    <a:pt x="1214583" y="156176"/>
                  </a:lnTo>
                  <a:lnTo>
                    <a:pt x="1212119" y="156176"/>
                  </a:lnTo>
                  <a:lnTo>
                    <a:pt x="1209655" y="156176"/>
                  </a:lnTo>
                  <a:lnTo>
                    <a:pt x="1207192" y="156176"/>
                  </a:lnTo>
                  <a:lnTo>
                    <a:pt x="1204728" y="156176"/>
                  </a:lnTo>
                  <a:lnTo>
                    <a:pt x="1202264" y="156176"/>
                  </a:lnTo>
                  <a:lnTo>
                    <a:pt x="1199801" y="156176"/>
                  </a:lnTo>
                  <a:lnTo>
                    <a:pt x="1197337" y="156176"/>
                  </a:lnTo>
                  <a:lnTo>
                    <a:pt x="1194873" y="156176"/>
                  </a:lnTo>
                  <a:lnTo>
                    <a:pt x="1192410" y="156176"/>
                  </a:lnTo>
                  <a:lnTo>
                    <a:pt x="1189946" y="156176"/>
                  </a:lnTo>
                  <a:lnTo>
                    <a:pt x="1187482" y="156176"/>
                  </a:lnTo>
                  <a:lnTo>
                    <a:pt x="1185019" y="156176"/>
                  </a:lnTo>
                  <a:lnTo>
                    <a:pt x="1182555" y="156176"/>
                  </a:lnTo>
                  <a:lnTo>
                    <a:pt x="1180091" y="156176"/>
                  </a:lnTo>
                  <a:lnTo>
                    <a:pt x="1177628" y="156176"/>
                  </a:lnTo>
                  <a:lnTo>
                    <a:pt x="1175164" y="156176"/>
                  </a:lnTo>
                  <a:lnTo>
                    <a:pt x="1172701" y="156176"/>
                  </a:lnTo>
                  <a:lnTo>
                    <a:pt x="1170237" y="156176"/>
                  </a:lnTo>
                  <a:lnTo>
                    <a:pt x="1167773" y="156176"/>
                  </a:lnTo>
                  <a:lnTo>
                    <a:pt x="1165310" y="156176"/>
                  </a:lnTo>
                  <a:lnTo>
                    <a:pt x="1162846" y="156176"/>
                  </a:lnTo>
                  <a:lnTo>
                    <a:pt x="1160382" y="156176"/>
                  </a:lnTo>
                  <a:lnTo>
                    <a:pt x="1157919" y="156176"/>
                  </a:lnTo>
                  <a:lnTo>
                    <a:pt x="1155455" y="156176"/>
                  </a:lnTo>
                  <a:lnTo>
                    <a:pt x="1152991" y="156176"/>
                  </a:lnTo>
                  <a:lnTo>
                    <a:pt x="1150528" y="156176"/>
                  </a:lnTo>
                  <a:lnTo>
                    <a:pt x="1148064" y="156176"/>
                  </a:lnTo>
                  <a:lnTo>
                    <a:pt x="1145600" y="156176"/>
                  </a:lnTo>
                  <a:lnTo>
                    <a:pt x="1143137" y="156176"/>
                  </a:lnTo>
                  <a:lnTo>
                    <a:pt x="1140673" y="156176"/>
                  </a:lnTo>
                  <a:lnTo>
                    <a:pt x="1138209" y="156176"/>
                  </a:lnTo>
                  <a:lnTo>
                    <a:pt x="1135746" y="156176"/>
                  </a:lnTo>
                  <a:lnTo>
                    <a:pt x="1133282" y="156176"/>
                  </a:lnTo>
                  <a:lnTo>
                    <a:pt x="1130818" y="156176"/>
                  </a:lnTo>
                  <a:lnTo>
                    <a:pt x="1128355" y="156176"/>
                  </a:lnTo>
                  <a:lnTo>
                    <a:pt x="1125891" y="156176"/>
                  </a:lnTo>
                  <a:lnTo>
                    <a:pt x="1123427" y="156176"/>
                  </a:lnTo>
                  <a:lnTo>
                    <a:pt x="1120964" y="156176"/>
                  </a:lnTo>
                  <a:lnTo>
                    <a:pt x="1118500" y="156176"/>
                  </a:lnTo>
                  <a:lnTo>
                    <a:pt x="1116036" y="156176"/>
                  </a:lnTo>
                  <a:lnTo>
                    <a:pt x="1113573" y="156176"/>
                  </a:lnTo>
                  <a:lnTo>
                    <a:pt x="1111109" y="156176"/>
                  </a:lnTo>
                  <a:lnTo>
                    <a:pt x="1108645" y="156176"/>
                  </a:lnTo>
                  <a:lnTo>
                    <a:pt x="1106182" y="156176"/>
                  </a:lnTo>
                  <a:lnTo>
                    <a:pt x="1103718" y="156176"/>
                  </a:lnTo>
                  <a:lnTo>
                    <a:pt x="1101254" y="156176"/>
                  </a:lnTo>
                  <a:lnTo>
                    <a:pt x="1098791" y="156176"/>
                  </a:lnTo>
                  <a:lnTo>
                    <a:pt x="1096327" y="156176"/>
                  </a:lnTo>
                  <a:lnTo>
                    <a:pt x="1093863" y="156176"/>
                  </a:lnTo>
                  <a:lnTo>
                    <a:pt x="1091400" y="156176"/>
                  </a:lnTo>
                  <a:lnTo>
                    <a:pt x="1088936" y="156176"/>
                  </a:lnTo>
                  <a:lnTo>
                    <a:pt x="1086472" y="156176"/>
                  </a:lnTo>
                  <a:lnTo>
                    <a:pt x="1084009" y="156176"/>
                  </a:lnTo>
                  <a:lnTo>
                    <a:pt x="1081545" y="156176"/>
                  </a:lnTo>
                  <a:lnTo>
                    <a:pt x="1079082" y="156176"/>
                  </a:lnTo>
                  <a:lnTo>
                    <a:pt x="1076618" y="156176"/>
                  </a:lnTo>
                  <a:lnTo>
                    <a:pt x="1074154" y="156176"/>
                  </a:lnTo>
                  <a:lnTo>
                    <a:pt x="1071691" y="156176"/>
                  </a:lnTo>
                  <a:lnTo>
                    <a:pt x="1069227" y="156176"/>
                  </a:lnTo>
                  <a:lnTo>
                    <a:pt x="1066763" y="156176"/>
                  </a:lnTo>
                  <a:lnTo>
                    <a:pt x="1064300" y="156176"/>
                  </a:lnTo>
                  <a:lnTo>
                    <a:pt x="1061836" y="156176"/>
                  </a:lnTo>
                  <a:lnTo>
                    <a:pt x="1059372" y="156176"/>
                  </a:lnTo>
                  <a:lnTo>
                    <a:pt x="1056909" y="156176"/>
                  </a:lnTo>
                  <a:lnTo>
                    <a:pt x="1054445" y="156176"/>
                  </a:lnTo>
                  <a:lnTo>
                    <a:pt x="1051981" y="156176"/>
                  </a:lnTo>
                  <a:lnTo>
                    <a:pt x="1049518" y="156176"/>
                  </a:lnTo>
                  <a:lnTo>
                    <a:pt x="1047054" y="156176"/>
                  </a:lnTo>
                  <a:lnTo>
                    <a:pt x="1044590" y="156176"/>
                  </a:lnTo>
                  <a:lnTo>
                    <a:pt x="1042127" y="156176"/>
                  </a:lnTo>
                  <a:lnTo>
                    <a:pt x="1039663" y="156176"/>
                  </a:lnTo>
                  <a:lnTo>
                    <a:pt x="1037199" y="156176"/>
                  </a:lnTo>
                  <a:lnTo>
                    <a:pt x="1034736" y="156176"/>
                  </a:lnTo>
                  <a:lnTo>
                    <a:pt x="1032272" y="156176"/>
                  </a:lnTo>
                  <a:lnTo>
                    <a:pt x="1029808" y="156176"/>
                  </a:lnTo>
                  <a:lnTo>
                    <a:pt x="1027345" y="156176"/>
                  </a:lnTo>
                  <a:lnTo>
                    <a:pt x="1024881" y="156176"/>
                  </a:lnTo>
                  <a:lnTo>
                    <a:pt x="1022417" y="156176"/>
                  </a:lnTo>
                  <a:lnTo>
                    <a:pt x="1019954" y="156176"/>
                  </a:lnTo>
                  <a:lnTo>
                    <a:pt x="1017490" y="156176"/>
                  </a:lnTo>
                  <a:lnTo>
                    <a:pt x="1015026" y="156176"/>
                  </a:lnTo>
                  <a:lnTo>
                    <a:pt x="1012563" y="156176"/>
                  </a:lnTo>
                  <a:lnTo>
                    <a:pt x="1010099" y="156176"/>
                  </a:lnTo>
                  <a:lnTo>
                    <a:pt x="1007635" y="156176"/>
                  </a:lnTo>
                  <a:lnTo>
                    <a:pt x="1005172" y="156176"/>
                  </a:lnTo>
                  <a:lnTo>
                    <a:pt x="1002708" y="156176"/>
                  </a:lnTo>
                  <a:lnTo>
                    <a:pt x="1000244" y="156176"/>
                  </a:lnTo>
                  <a:lnTo>
                    <a:pt x="997781" y="156176"/>
                  </a:lnTo>
                  <a:lnTo>
                    <a:pt x="995317" y="156176"/>
                  </a:lnTo>
                  <a:lnTo>
                    <a:pt x="992853" y="156176"/>
                  </a:lnTo>
                  <a:lnTo>
                    <a:pt x="990390" y="156176"/>
                  </a:lnTo>
                  <a:lnTo>
                    <a:pt x="987926" y="156176"/>
                  </a:lnTo>
                  <a:lnTo>
                    <a:pt x="985463" y="156176"/>
                  </a:lnTo>
                  <a:lnTo>
                    <a:pt x="982999" y="156176"/>
                  </a:lnTo>
                  <a:lnTo>
                    <a:pt x="980535" y="156176"/>
                  </a:lnTo>
                  <a:lnTo>
                    <a:pt x="978072" y="156176"/>
                  </a:lnTo>
                  <a:lnTo>
                    <a:pt x="975608" y="156176"/>
                  </a:lnTo>
                  <a:lnTo>
                    <a:pt x="973144" y="156176"/>
                  </a:lnTo>
                  <a:lnTo>
                    <a:pt x="970681" y="156176"/>
                  </a:lnTo>
                  <a:lnTo>
                    <a:pt x="968217" y="156176"/>
                  </a:lnTo>
                  <a:lnTo>
                    <a:pt x="965753" y="156176"/>
                  </a:lnTo>
                  <a:lnTo>
                    <a:pt x="963290" y="156176"/>
                  </a:lnTo>
                  <a:lnTo>
                    <a:pt x="960826" y="156176"/>
                  </a:lnTo>
                  <a:lnTo>
                    <a:pt x="958362" y="156176"/>
                  </a:lnTo>
                  <a:lnTo>
                    <a:pt x="955899" y="156176"/>
                  </a:lnTo>
                  <a:lnTo>
                    <a:pt x="953435" y="156176"/>
                  </a:lnTo>
                  <a:lnTo>
                    <a:pt x="950971" y="156176"/>
                  </a:lnTo>
                  <a:lnTo>
                    <a:pt x="948508" y="156176"/>
                  </a:lnTo>
                  <a:lnTo>
                    <a:pt x="946044" y="156176"/>
                  </a:lnTo>
                  <a:lnTo>
                    <a:pt x="943580" y="156176"/>
                  </a:lnTo>
                  <a:lnTo>
                    <a:pt x="941117" y="156176"/>
                  </a:lnTo>
                  <a:lnTo>
                    <a:pt x="938653" y="156176"/>
                  </a:lnTo>
                  <a:lnTo>
                    <a:pt x="936189" y="156176"/>
                  </a:lnTo>
                  <a:lnTo>
                    <a:pt x="933726" y="156176"/>
                  </a:lnTo>
                  <a:lnTo>
                    <a:pt x="931262" y="156176"/>
                  </a:lnTo>
                  <a:lnTo>
                    <a:pt x="928798" y="156176"/>
                  </a:lnTo>
                  <a:lnTo>
                    <a:pt x="926335" y="156176"/>
                  </a:lnTo>
                  <a:lnTo>
                    <a:pt x="923871" y="156176"/>
                  </a:lnTo>
                  <a:lnTo>
                    <a:pt x="921407" y="156176"/>
                  </a:lnTo>
                  <a:lnTo>
                    <a:pt x="918944" y="156176"/>
                  </a:lnTo>
                  <a:lnTo>
                    <a:pt x="916480" y="156176"/>
                  </a:lnTo>
                  <a:lnTo>
                    <a:pt x="914016" y="156176"/>
                  </a:lnTo>
                  <a:lnTo>
                    <a:pt x="911553" y="156176"/>
                  </a:lnTo>
                  <a:lnTo>
                    <a:pt x="909089" y="156176"/>
                  </a:lnTo>
                  <a:lnTo>
                    <a:pt x="906625" y="156176"/>
                  </a:lnTo>
                  <a:lnTo>
                    <a:pt x="904162" y="156176"/>
                  </a:lnTo>
                  <a:lnTo>
                    <a:pt x="901698" y="156176"/>
                  </a:lnTo>
                  <a:lnTo>
                    <a:pt x="899235" y="156176"/>
                  </a:lnTo>
                  <a:lnTo>
                    <a:pt x="896771" y="156176"/>
                  </a:lnTo>
                  <a:lnTo>
                    <a:pt x="894307" y="156176"/>
                  </a:lnTo>
                  <a:lnTo>
                    <a:pt x="891844" y="156176"/>
                  </a:lnTo>
                  <a:lnTo>
                    <a:pt x="889380" y="156176"/>
                  </a:lnTo>
                  <a:lnTo>
                    <a:pt x="886916" y="156176"/>
                  </a:lnTo>
                  <a:lnTo>
                    <a:pt x="884453" y="156176"/>
                  </a:lnTo>
                  <a:lnTo>
                    <a:pt x="881989" y="156176"/>
                  </a:lnTo>
                  <a:lnTo>
                    <a:pt x="879525" y="156176"/>
                  </a:lnTo>
                  <a:lnTo>
                    <a:pt x="877062" y="156176"/>
                  </a:lnTo>
                  <a:lnTo>
                    <a:pt x="874598" y="156176"/>
                  </a:lnTo>
                  <a:lnTo>
                    <a:pt x="872134" y="156176"/>
                  </a:lnTo>
                  <a:lnTo>
                    <a:pt x="869671" y="156176"/>
                  </a:lnTo>
                  <a:lnTo>
                    <a:pt x="867207" y="156176"/>
                  </a:lnTo>
                  <a:lnTo>
                    <a:pt x="864743" y="156176"/>
                  </a:lnTo>
                  <a:lnTo>
                    <a:pt x="862280" y="156176"/>
                  </a:lnTo>
                  <a:lnTo>
                    <a:pt x="859816" y="156176"/>
                  </a:lnTo>
                  <a:lnTo>
                    <a:pt x="857352" y="156176"/>
                  </a:lnTo>
                  <a:lnTo>
                    <a:pt x="854889" y="156176"/>
                  </a:lnTo>
                  <a:lnTo>
                    <a:pt x="852425" y="156176"/>
                  </a:lnTo>
                  <a:lnTo>
                    <a:pt x="849961" y="156176"/>
                  </a:lnTo>
                  <a:lnTo>
                    <a:pt x="847498" y="156176"/>
                  </a:lnTo>
                  <a:lnTo>
                    <a:pt x="845034" y="156176"/>
                  </a:lnTo>
                  <a:lnTo>
                    <a:pt x="842570" y="156176"/>
                  </a:lnTo>
                  <a:lnTo>
                    <a:pt x="840107" y="156176"/>
                  </a:lnTo>
                  <a:lnTo>
                    <a:pt x="837643" y="156176"/>
                  </a:lnTo>
                  <a:lnTo>
                    <a:pt x="835179" y="156176"/>
                  </a:lnTo>
                  <a:lnTo>
                    <a:pt x="832716" y="156176"/>
                  </a:lnTo>
                  <a:lnTo>
                    <a:pt x="830252" y="156176"/>
                  </a:lnTo>
                  <a:lnTo>
                    <a:pt x="827788" y="156176"/>
                  </a:lnTo>
                  <a:lnTo>
                    <a:pt x="825325" y="156176"/>
                  </a:lnTo>
                  <a:lnTo>
                    <a:pt x="822861" y="156176"/>
                  </a:lnTo>
                  <a:lnTo>
                    <a:pt x="820397" y="156176"/>
                  </a:lnTo>
                  <a:lnTo>
                    <a:pt x="817934" y="156176"/>
                  </a:lnTo>
                  <a:lnTo>
                    <a:pt x="815470" y="156176"/>
                  </a:lnTo>
                  <a:lnTo>
                    <a:pt x="813006" y="156176"/>
                  </a:lnTo>
                  <a:lnTo>
                    <a:pt x="810543" y="156176"/>
                  </a:lnTo>
                  <a:lnTo>
                    <a:pt x="808079" y="156176"/>
                  </a:lnTo>
                  <a:lnTo>
                    <a:pt x="805616" y="156176"/>
                  </a:lnTo>
                  <a:lnTo>
                    <a:pt x="803152" y="156176"/>
                  </a:lnTo>
                  <a:lnTo>
                    <a:pt x="800688" y="156176"/>
                  </a:lnTo>
                  <a:lnTo>
                    <a:pt x="798225" y="156176"/>
                  </a:lnTo>
                  <a:lnTo>
                    <a:pt x="795761" y="156176"/>
                  </a:lnTo>
                  <a:lnTo>
                    <a:pt x="793297" y="156176"/>
                  </a:lnTo>
                  <a:lnTo>
                    <a:pt x="790834" y="156176"/>
                  </a:lnTo>
                  <a:lnTo>
                    <a:pt x="788370" y="156176"/>
                  </a:lnTo>
                  <a:lnTo>
                    <a:pt x="785906" y="156176"/>
                  </a:lnTo>
                  <a:lnTo>
                    <a:pt x="783443" y="156176"/>
                  </a:lnTo>
                  <a:lnTo>
                    <a:pt x="780979" y="156176"/>
                  </a:lnTo>
                  <a:lnTo>
                    <a:pt x="778515" y="156176"/>
                  </a:lnTo>
                  <a:lnTo>
                    <a:pt x="776052" y="156176"/>
                  </a:lnTo>
                  <a:lnTo>
                    <a:pt x="773588" y="156176"/>
                  </a:lnTo>
                  <a:lnTo>
                    <a:pt x="771124" y="156176"/>
                  </a:lnTo>
                  <a:lnTo>
                    <a:pt x="768661" y="156176"/>
                  </a:lnTo>
                  <a:lnTo>
                    <a:pt x="766197" y="156176"/>
                  </a:lnTo>
                  <a:lnTo>
                    <a:pt x="763733" y="156176"/>
                  </a:lnTo>
                  <a:lnTo>
                    <a:pt x="761270" y="156176"/>
                  </a:lnTo>
                  <a:lnTo>
                    <a:pt x="758806" y="156176"/>
                  </a:lnTo>
                  <a:lnTo>
                    <a:pt x="756342" y="156176"/>
                  </a:lnTo>
                  <a:lnTo>
                    <a:pt x="753879" y="156176"/>
                  </a:lnTo>
                  <a:lnTo>
                    <a:pt x="751415" y="156176"/>
                  </a:lnTo>
                  <a:lnTo>
                    <a:pt x="748951" y="156176"/>
                  </a:lnTo>
                  <a:lnTo>
                    <a:pt x="746488" y="156176"/>
                  </a:lnTo>
                  <a:lnTo>
                    <a:pt x="744024" y="156176"/>
                  </a:lnTo>
                  <a:lnTo>
                    <a:pt x="741560" y="156176"/>
                  </a:lnTo>
                  <a:lnTo>
                    <a:pt x="739097" y="156176"/>
                  </a:lnTo>
                  <a:lnTo>
                    <a:pt x="736633" y="156176"/>
                  </a:lnTo>
                  <a:lnTo>
                    <a:pt x="734169" y="156176"/>
                  </a:lnTo>
                  <a:lnTo>
                    <a:pt x="731706" y="156176"/>
                  </a:lnTo>
                  <a:lnTo>
                    <a:pt x="729242" y="156176"/>
                  </a:lnTo>
                  <a:lnTo>
                    <a:pt x="726778" y="156176"/>
                  </a:lnTo>
                  <a:lnTo>
                    <a:pt x="724315" y="156176"/>
                  </a:lnTo>
                  <a:lnTo>
                    <a:pt x="721851" y="156176"/>
                  </a:lnTo>
                  <a:lnTo>
                    <a:pt x="719388" y="156176"/>
                  </a:lnTo>
                  <a:lnTo>
                    <a:pt x="716924" y="156176"/>
                  </a:lnTo>
                  <a:lnTo>
                    <a:pt x="714460" y="156176"/>
                  </a:lnTo>
                  <a:lnTo>
                    <a:pt x="711997" y="156176"/>
                  </a:lnTo>
                  <a:lnTo>
                    <a:pt x="709533" y="156176"/>
                  </a:lnTo>
                  <a:lnTo>
                    <a:pt x="707069" y="156176"/>
                  </a:lnTo>
                  <a:lnTo>
                    <a:pt x="704606" y="156176"/>
                  </a:lnTo>
                  <a:lnTo>
                    <a:pt x="702142" y="156176"/>
                  </a:lnTo>
                  <a:lnTo>
                    <a:pt x="699678" y="156176"/>
                  </a:lnTo>
                  <a:lnTo>
                    <a:pt x="697215" y="156176"/>
                  </a:lnTo>
                  <a:lnTo>
                    <a:pt x="694751" y="156176"/>
                  </a:lnTo>
                  <a:lnTo>
                    <a:pt x="692287" y="156176"/>
                  </a:lnTo>
                  <a:lnTo>
                    <a:pt x="689824" y="156176"/>
                  </a:lnTo>
                  <a:lnTo>
                    <a:pt x="687360" y="156176"/>
                  </a:lnTo>
                  <a:lnTo>
                    <a:pt x="684896" y="156176"/>
                  </a:lnTo>
                  <a:lnTo>
                    <a:pt x="682433" y="156176"/>
                  </a:lnTo>
                  <a:lnTo>
                    <a:pt x="679969" y="156176"/>
                  </a:lnTo>
                  <a:lnTo>
                    <a:pt x="677505" y="156176"/>
                  </a:lnTo>
                  <a:lnTo>
                    <a:pt x="675042" y="156176"/>
                  </a:lnTo>
                  <a:lnTo>
                    <a:pt x="672578" y="156176"/>
                  </a:lnTo>
                  <a:lnTo>
                    <a:pt x="670114" y="156176"/>
                  </a:lnTo>
                  <a:lnTo>
                    <a:pt x="667651" y="156176"/>
                  </a:lnTo>
                  <a:lnTo>
                    <a:pt x="665187" y="156176"/>
                  </a:lnTo>
                  <a:lnTo>
                    <a:pt x="662723" y="156176"/>
                  </a:lnTo>
                  <a:lnTo>
                    <a:pt x="660260" y="156176"/>
                  </a:lnTo>
                  <a:lnTo>
                    <a:pt x="657796" y="156176"/>
                  </a:lnTo>
                  <a:lnTo>
                    <a:pt x="655332" y="156176"/>
                  </a:lnTo>
                  <a:lnTo>
                    <a:pt x="652869" y="156176"/>
                  </a:lnTo>
                  <a:lnTo>
                    <a:pt x="650405" y="156176"/>
                  </a:lnTo>
                  <a:lnTo>
                    <a:pt x="647941" y="156176"/>
                  </a:lnTo>
                  <a:lnTo>
                    <a:pt x="645478" y="156176"/>
                  </a:lnTo>
                  <a:lnTo>
                    <a:pt x="643014" y="156176"/>
                  </a:lnTo>
                  <a:lnTo>
                    <a:pt x="640550" y="156176"/>
                  </a:lnTo>
                  <a:lnTo>
                    <a:pt x="638087" y="156176"/>
                  </a:lnTo>
                  <a:lnTo>
                    <a:pt x="635623" y="156176"/>
                  </a:lnTo>
                  <a:lnTo>
                    <a:pt x="633159" y="156176"/>
                  </a:lnTo>
                  <a:lnTo>
                    <a:pt x="630696" y="156176"/>
                  </a:lnTo>
                  <a:lnTo>
                    <a:pt x="628232" y="156176"/>
                  </a:lnTo>
                  <a:lnTo>
                    <a:pt x="625769" y="156176"/>
                  </a:lnTo>
                  <a:lnTo>
                    <a:pt x="623305" y="156176"/>
                  </a:lnTo>
                  <a:lnTo>
                    <a:pt x="620841" y="156176"/>
                  </a:lnTo>
                  <a:lnTo>
                    <a:pt x="618378" y="156176"/>
                  </a:lnTo>
                  <a:lnTo>
                    <a:pt x="615914" y="156176"/>
                  </a:lnTo>
                  <a:lnTo>
                    <a:pt x="613450" y="156176"/>
                  </a:lnTo>
                  <a:lnTo>
                    <a:pt x="610987" y="156176"/>
                  </a:lnTo>
                  <a:lnTo>
                    <a:pt x="608523" y="156176"/>
                  </a:lnTo>
                  <a:lnTo>
                    <a:pt x="606059" y="156176"/>
                  </a:lnTo>
                  <a:lnTo>
                    <a:pt x="603596" y="156176"/>
                  </a:lnTo>
                  <a:lnTo>
                    <a:pt x="601132" y="156176"/>
                  </a:lnTo>
                  <a:lnTo>
                    <a:pt x="598668" y="156176"/>
                  </a:lnTo>
                  <a:lnTo>
                    <a:pt x="596205" y="156176"/>
                  </a:lnTo>
                  <a:lnTo>
                    <a:pt x="593741" y="156176"/>
                  </a:lnTo>
                  <a:lnTo>
                    <a:pt x="591277" y="156176"/>
                  </a:lnTo>
                  <a:lnTo>
                    <a:pt x="588814" y="156176"/>
                  </a:lnTo>
                  <a:lnTo>
                    <a:pt x="586350" y="156176"/>
                  </a:lnTo>
                  <a:lnTo>
                    <a:pt x="583886" y="156176"/>
                  </a:lnTo>
                  <a:lnTo>
                    <a:pt x="581423" y="156176"/>
                  </a:lnTo>
                  <a:lnTo>
                    <a:pt x="578959" y="156176"/>
                  </a:lnTo>
                  <a:lnTo>
                    <a:pt x="576495" y="156176"/>
                  </a:lnTo>
                  <a:lnTo>
                    <a:pt x="574032" y="156176"/>
                  </a:lnTo>
                  <a:lnTo>
                    <a:pt x="571568" y="156176"/>
                  </a:lnTo>
                  <a:lnTo>
                    <a:pt x="569104" y="156176"/>
                  </a:lnTo>
                  <a:lnTo>
                    <a:pt x="566641" y="156176"/>
                  </a:lnTo>
                  <a:lnTo>
                    <a:pt x="564177" y="156176"/>
                  </a:lnTo>
                  <a:lnTo>
                    <a:pt x="561713" y="156176"/>
                  </a:lnTo>
                  <a:lnTo>
                    <a:pt x="559250" y="156176"/>
                  </a:lnTo>
                  <a:lnTo>
                    <a:pt x="556786" y="156176"/>
                  </a:lnTo>
                  <a:lnTo>
                    <a:pt x="554322" y="156176"/>
                  </a:lnTo>
                  <a:lnTo>
                    <a:pt x="551859" y="156176"/>
                  </a:lnTo>
                  <a:lnTo>
                    <a:pt x="549395" y="156176"/>
                  </a:lnTo>
                  <a:lnTo>
                    <a:pt x="546931" y="156176"/>
                  </a:lnTo>
                  <a:lnTo>
                    <a:pt x="544468" y="156176"/>
                  </a:lnTo>
                  <a:lnTo>
                    <a:pt x="542004" y="156176"/>
                  </a:lnTo>
                  <a:lnTo>
                    <a:pt x="539541" y="156176"/>
                  </a:lnTo>
                  <a:lnTo>
                    <a:pt x="537077" y="156176"/>
                  </a:lnTo>
                  <a:lnTo>
                    <a:pt x="534613" y="156176"/>
                  </a:lnTo>
                  <a:lnTo>
                    <a:pt x="532150" y="156176"/>
                  </a:lnTo>
                  <a:lnTo>
                    <a:pt x="529686" y="156176"/>
                  </a:lnTo>
                  <a:lnTo>
                    <a:pt x="527222" y="156176"/>
                  </a:lnTo>
                  <a:lnTo>
                    <a:pt x="524759" y="156176"/>
                  </a:lnTo>
                  <a:lnTo>
                    <a:pt x="522295" y="156176"/>
                  </a:lnTo>
                  <a:lnTo>
                    <a:pt x="519831" y="156176"/>
                  </a:lnTo>
                  <a:lnTo>
                    <a:pt x="517368" y="156176"/>
                  </a:lnTo>
                  <a:lnTo>
                    <a:pt x="514904" y="156176"/>
                  </a:lnTo>
                  <a:lnTo>
                    <a:pt x="512440" y="156176"/>
                  </a:lnTo>
                  <a:lnTo>
                    <a:pt x="509977" y="156176"/>
                  </a:lnTo>
                  <a:lnTo>
                    <a:pt x="507513" y="156176"/>
                  </a:lnTo>
                  <a:lnTo>
                    <a:pt x="505049" y="156176"/>
                  </a:lnTo>
                  <a:lnTo>
                    <a:pt x="502586" y="156176"/>
                  </a:lnTo>
                  <a:lnTo>
                    <a:pt x="500122" y="156176"/>
                  </a:lnTo>
                  <a:lnTo>
                    <a:pt x="497658" y="156176"/>
                  </a:lnTo>
                  <a:lnTo>
                    <a:pt x="495195" y="156176"/>
                  </a:lnTo>
                  <a:lnTo>
                    <a:pt x="492731" y="156176"/>
                  </a:lnTo>
                  <a:lnTo>
                    <a:pt x="490267" y="156176"/>
                  </a:lnTo>
                  <a:lnTo>
                    <a:pt x="487804" y="156176"/>
                  </a:lnTo>
                  <a:lnTo>
                    <a:pt x="485340" y="156176"/>
                  </a:lnTo>
                  <a:lnTo>
                    <a:pt x="482876" y="156176"/>
                  </a:lnTo>
                  <a:lnTo>
                    <a:pt x="480413" y="156176"/>
                  </a:lnTo>
                  <a:lnTo>
                    <a:pt x="477949" y="156176"/>
                  </a:lnTo>
                  <a:lnTo>
                    <a:pt x="475485" y="156176"/>
                  </a:lnTo>
                  <a:lnTo>
                    <a:pt x="473022" y="156176"/>
                  </a:lnTo>
                  <a:lnTo>
                    <a:pt x="470558" y="156176"/>
                  </a:lnTo>
                  <a:lnTo>
                    <a:pt x="468094" y="156176"/>
                  </a:lnTo>
                  <a:lnTo>
                    <a:pt x="465631" y="156176"/>
                  </a:lnTo>
                  <a:lnTo>
                    <a:pt x="463167" y="156176"/>
                  </a:lnTo>
                  <a:lnTo>
                    <a:pt x="460703" y="156176"/>
                  </a:lnTo>
                  <a:lnTo>
                    <a:pt x="458240" y="156176"/>
                  </a:lnTo>
                  <a:lnTo>
                    <a:pt x="455776" y="156176"/>
                  </a:lnTo>
                  <a:lnTo>
                    <a:pt x="453312" y="156176"/>
                  </a:lnTo>
                  <a:lnTo>
                    <a:pt x="450849" y="156176"/>
                  </a:lnTo>
                  <a:lnTo>
                    <a:pt x="448385" y="156176"/>
                  </a:lnTo>
                  <a:lnTo>
                    <a:pt x="445922" y="156176"/>
                  </a:lnTo>
                  <a:lnTo>
                    <a:pt x="443458" y="156176"/>
                  </a:lnTo>
                  <a:lnTo>
                    <a:pt x="440994" y="156176"/>
                  </a:lnTo>
                  <a:lnTo>
                    <a:pt x="438531" y="156176"/>
                  </a:lnTo>
                  <a:lnTo>
                    <a:pt x="436067" y="156176"/>
                  </a:lnTo>
                  <a:lnTo>
                    <a:pt x="433603" y="156176"/>
                  </a:lnTo>
                  <a:lnTo>
                    <a:pt x="431140" y="156176"/>
                  </a:lnTo>
                  <a:lnTo>
                    <a:pt x="428676" y="156176"/>
                  </a:lnTo>
                  <a:lnTo>
                    <a:pt x="426212" y="156176"/>
                  </a:lnTo>
                  <a:lnTo>
                    <a:pt x="423749" y="156176"/>
                  </a:lnTo>
                  <a:lnTo>
                    <a:pt x="421285" y="156176"/>
                  </a:lnTo>
                  <a:lnTo>
                    <a:pt x="418821" y="156176"/>
                  </a:lnTo>
                  <a:lnTo>
                    <a:pt x="416358" y="156176"/>
                  </a:lnTo>
                  <a:lnTo>
                    <a:pt x="413894" y="156176"/>
                  </a:lnTo>
                  <a:lnTo>
                    <a:pt x="411430" y="156176"/>
                  </a:lnTo>
                  <a:lnTo>
                    <a:pt x="408967" y="156176"/>
                  </a:lnTo>
                  <a:lnTo>
                    <a:pt x="406503" y="156176"/>
                  </a:lnTo>
                  <a:lnTo>
                    <a:pt x="404039" y="156176"/>
                  </a:lnTo>
                  <a:lnTo>
                    <a:pt x="401576" y="156176"/>
                  </a:lnTo>
                  <a:lnTo>
                    <a:pt x="399112" y="156176"/>
                  </a:lnTo>
                  <a:lnTo>
                    <a:pt x="396648" y="156176"/>
                  </a:lnTo>
                  <a:lnTo>
                    <a:pt x="394185" y="156176"/>
                  </a:lnTo>
                  <a:lnTo>
                    <a:pt x="391721" y="156176"/>
                  </a:lnTo>
                  <a:lnTo>
                    <a:pt x="389257" y="156176"/>
                  </a:lnTo>
                  <a:lnTo>
                    <a:pt x="386794" y="156176"/>
                  </a:lnTo>
                  <a:lnTo>
                    <a:pt x="384330" y="156176"/>
                  </a:lnTo>
                  <a:lnTo>
                    <a:pt x="381866" y="156176"/>
                  </a:lnTo>
                  <a:lnTo>
                    <a:pt x="379403" y="156176"/>
                  </a:lnTo>
                  <a:lnTo>
                    <a:pt x="376939" y="156176"/>
                  </a:lnTo>
                  <a:lnTo>
                    <a:pt x="374475" y="156176"/>
                  </a:lnTo>
                  <a:lnTo>
                    <a:pt x="372012" y="156176"/>
                  </a:lnTo>
                  <a:lnTo>
                    <a:pt x="369548" y="156176"/>
                  </a:lnTo>
                  <a:lnTo>
                    <a:pt x="367084" y="156176"/>
                  </a:lnTo>
                  <a:lnTo>
                    <a:pt x="364621" y="156176"/>
                  </a:lnTo>
                  <a:lnTo>
                    <a:pt x="362157" y="156176"/>
                  </a:lnTo>
                  <a:lnTo>
                    <a:pt x="359694" y="156176"/>
                  </a:lnTo>
                  <a:lnTo>
                    <a:pt x="357230" y="156176"/>
                  </a:lnTo>
                  <a:lnTo>
                    <a:pt x="354766" y="156176"/>
                  </a:lnTo>
                  <a:lnTo>
                    <a:pt x="352303" y="156176"/>
                  </a:lnTo>
                  <a:lnTo>
                    <a:pt x="349839" y="156176"/>
                  </a:lnTo>
                  <a:lnTo>
                    <a:pt x="347375" y="156176"/>
                  </a:lnTo>
                  <a:lnTo>
                    <a:pt x="344912" y="156176"/>
                  </a:lnTo>
                  <a:lnTo>
                    <a:pt x="342448" y="156176"/>
                  </a:lnTo>
                  <a:lnTo>
                    <a:pt x="339984" y="156176"/>
                  </a:lnTo>
                  <a:lnTo>
                    <a:pt x="337521" y="156176"/>
                  </a:lnTo>
                  <a:lnTo>
                    <a:pt x="335057" y="156176"/>
                  </a:lnTo>
                  <a:lnTo>
                    <a:pt x="332593" y="156176"/>
                  </a:lnTo>
                  <a:lnTo>
                    <a:pt x="330130" y="156176"/>
                  </a:lnTo>
                  <a:lnTo>
                    <a:pt x="327666" y="156176"/>
                  </a:lnTo>
                  <a:lnTo>
                    <a:pt x="325202" y="156176"/>
                  </a:lnTo>
                  <a:lnTo>
                    <a:pt x="322739" y="156176"/>
                  </a:lnTo>
                  <a:lnTo>
                    <a:pt x="320275" y="156176"/>
                  </a:lnTo>
                  <a:lnTo>
                    <a:pt x="317811" y="156176"/>
                  </a:lnTo>
                  <a:lnTo>
                    <a:pt x="315348" y="156176"/>
                  </a:lnTo>
                  <a:lnTo>
                    <a:pt x="312884" y="156176"/>
                  </a:lnTo>
                  <a:lnTo>
                    <a:pt x="310420" y="156176"/>
                  </a:lnTo>
                  <a:lnTo>
                    <a:pt x="307957" y="156176"/>
                  </a:lnTo>
                  <a:lnTo>
                    <a:pt x="305493" y="156176"/>
                  </a:lnTo>
                  <a:lnTo>
                    <a:pt x="303029" y="156176"/>
                  </a:lnTo>
                  <a:lnTo>
                    <a:pt x="300566" y="156176"/>
                  </a:lnTo>
                  <a:lnTo>
                    <a:pt x="298102" y="156176"/>
                  </a:lnTo>
                  <a:lnTo>
                    <a:pt x="295638" y="156176"/>
                  </a:lnTo>
                  <a:lnTo>
                    <a:pt x="293175" y="156176"/>
                  </a:lnTo>
                  <a:lnTo>
                    <a:pt x="290711" y="156176"/>
                  </a:lnTo>
                  <a:lnTo>
                    <a:pt x="288247" y="156176"/>
                  </a:lnTo>
                  <a:lnTo>
                    <a:pt x="285784" y="156176"/>
                  </a:lnTo>
                  <a:lnTo>
                    <a:pt x="283320" y="156176"/>
                  </a:lnTo>
                  <a:lnTo>
                    <a:pt x="280856" y="156176"/>
                  </a:lnTo>
                  <a:lnTo>
                    <a:pt x="278393" y="156176"/>
                  </a:lnTo>
                  <a:lnTo>
                    <a:pt x="275929" y="156176"/>
                  </a:lnTo>
                  <a:lnTo>
                    <a:pt x="273465" y="156176"/>
                  </a:lnTo>
                  <a:lnTo>
                    <a:pt x="271002" y="156176"/>
                  </a:lnTo>
                  <a:lnTo>
                    <a:pt x="268538" y="156176"/>
                  </a:lnTo>
                  <a:lnTo>
                    <a:pt x="266075" y="156176"/>
                  </a:lnTo>
                  <a:lnTo>
                    <a:pt x="263611" y="156176"/>
                  </a:lnTo>
                  <a:lnTo>
                    <a:pt x="261147" y="156176"/>
                  </a:lnTo>
                  <a:lnTo>
                    <a:pt x="258684" y="156176"/>
                  </a:lnTo>
                  <a:lnTo>
                    <a:pt x="256220" y="156176"/>
                  </a:lnTo>
                  <a:lnTo>
                    <a:pt x="253756" y="156176"/>
                  </a:lnTo>
                  <a:lnTo>
                    <a:pt x="251293" y="156176"/>
                  </a:lnTo>
                  <a:lnTo>
                    <a:pt x="248829" y="156176"/>
                  </a:lnTo>
                  <a:lnTo>
                    <a:pt x="246365" y="156176"/>
                  </a:lnTo>
                  <a:lnTo>
                    <a:pt x="243902" y="156176"/>
                  </a:lnTo>
                  <a:lnTo>
                    <a:pt x="241438" y="156176"/>
                  </a:lnTo>
                  <a:lnTo>
                    <a:pt x="238974" y="156176"/>
                  </a:lnTo>
                  <a:lnTo>
                    <a:pt x="236511" y="156176"/>
                  </a:lnTo>
                  <a:lnTo>
                    <a:pt x="234047" y="156176"/>
                  </a:lnTo>
                  <a:lnTo>
                    <a:pt x="231583" y="156176"/>
                  </a:lnTo>
                  <a:lnTo>
                    <a:pt x="229120" y="156176"/>
                  </a:lnTo>
                  <a:lnTo>
                    <a:pt x="226656" y="156176"/>
                  </a:lnTo>
                  <a:lnTo>
                    <a:pt x="224192" y="156176"/>
                  </a:lnTo>
                  <a:lnTo>
                    <a:pt x="221729" y="156176"/>
                  </a:lnTo>
                  <a:lnTo>
                    <a:pt x="219265" y="156176"/>
                  </a:lnTo>
                  <a:lnTo>
                    <a:pt x="216801" y="156176"/>
                  </a:lnTo>
                  <a:lnTo>
                    <a:pt x="214338" y="156176"/>
                  </a:lnTo>
                  <a:lnTo>
                    <a:pt x="211874" y="156176"/>
                  </a:lnTo>
                  <a:lnTo>
                    <a:pt x="209410" y="156176"/>
                  </a:lnTo>
                  <a:lnTo>
                    <a:pt x="206947" y="156176"/>
                  </a:lnTo>
                  <a:lnTo>
                    <a:pt x="204483" y="156176"/>
                  </a:lnTo>
                  <a:lnTo>
                    <a:pt x="202019" y="156176"/>
                  </a:lnTo>
                  <a:lnTo>
                    <a:pt x="199556" y="156176"/>
                  </a:lnTo>
                  <a:lnTo>
                    <a:pt x="197092" y="156176"/>
                  </a:lnTo>
                  <a:lnTo>
                    <a:pt x="194628" y="156176"/>
                  </a:lnTo>
                  <a:lnTo>
                    <a:pt x="192165" y="156176"/>
                  </a:lnTo>
                  <a:lnTo>
                    <a:pt x="189701" y="156176"/>
                  </a:lnTo>
                  <a:lnTo>
                    <a:pt x="187237" y="156176"/>
                  </a:lnTo>
                  <a:lnTo>
                    <a:pt x="184774" y="156176"/>
                  </a:lnTo>
                  <a:lnTo>
                    <a:pt x="182310" y="156176"/>
                  </a:lnTo>
                  <a:lnTo>
                    <a:pt x="179847" y="156176"/>
                  </a:lnTo>
                  <a:lnTo>
                    <a:pt x="177383" y="156176"/>
                  </a:lnTo>
                  <a:lnTo>
                    <a:pt x="174919" y="156176"/>
                  </a:lnTo>
                  <a:lnTo>
                    <a:pt x="172456" y="156176"/>
                  </a:lnTo>
                  <a:lnTo>
                    <a:pt x="169992" y="156176"/>
                  </a:lnTo>
                  <a:lnTo>
                    <a:pt x="167528" y="156176"/>
                  </a:lnTo>
                  <a:lnTo>
                    <a:pt x="165065" y="156176"/>
                  </a:lnTo>
                  <a:lnTo>
                    <a:pt x="162601" y="156176"/>
                  </a:lnTo>
                  <a:lnTo>
                    <a:pt x="160137" y="156176"/>
                  </a:lnTo>
                  <a:lnTo>
                    <a:pt x="157674" y="156176"/>
                  </a:lnTo>
                  <a:lnTo>
                    <a:pt x="155210" y="156176"/>
                  </a:lnTo>
                  <a:lnTo>
                    <a:pt x="152746" y="156176"/>
                  </a:lnTo>
                  <a:lnTo>
                    <a:pt x="150283" y="156176"/>
                  </a:lnTo>
                  <a:lnTo>
                    <a:pt x="147819" y="156176"/>
                  </a:lnTo>
                  <a:lnTo>
                    <a:pt x="145355" y="156176"/>
                  </a:lnTo>
                  <a:lnTo>
                    <a:pt x="142892" y="156176"/>
                  </a:lnTo>
                  <a:lnTo>
                    <a:pt x="140428" y="156176"/>
                  </a:lnTo>
                  <a:lnTo>
                    <a:pt x="137964" y="156176"/>
                  </a:lnTo>
                  <a:lnTo>
                    <a:pt x="135501" y="156176"/>
                  </a:lnTo>
                  <a:lnTo>
                    <a:pt x="133037" y="156176"/>
                  </a:lnTo>
                  <a:lnTo>
                    <a:pt x="130573" y="156176"/>
                  </a:lnTo>
                  <a:lnTo>
                    <a:pt x="128110" y="156176"/>
                  </a:lnTo>
                  <a:lnTo>
                    <a:pt x="125646" y="156176"/>
                  </a:lnTo>
                  <a:lnTo>
                    <a:pt x="123182" y="156176"/>
                  </a:lnTo>
                  <a:lnTo>
                    <a:pt x="120719" y="156176"/>
                  </a:lnTo>
                  <a:lnTo>
                    <a:pt x="118255" y="156176"/>
                  </a:lnTo>
                  <a:lnTo>
                    <a:pt x="115791" y="156176"/>
                  </a:lnTo>
                  <a:lnTo>
                    <a:pt x="113328" y="156176"/>
                  </a:lnTo>
                  <a:lnTo>
                    <a:pt x="110864" y="156176"/>
                  </a:lnTo>
                  <a:lnTo>
                    <a:pt x="108400" y="156176"/>
                  </a:lnTo>
                  <a:lnTo>
                    <a:pt x="105937" y="156176"/>
                  </a:lnTo>
                  <a:lnTo>
                    <a:pt x="103473" y="156176"/>
                  </a:lnTo>
                  <a:lnTo>
                    <a:pt x="101009" y="156176"/>
                  </a:lnTo>
                  <a:lnTo>
                    <a:pt x="98546" y="156176"/>
                  </a:lnTo>
                  <a:lnTo>
                    <a:pt x="96082" y="156176"/>
                  </a:lnTo>
                  <a:lnTo>
                    <a:pt x="93618" y="156176"/>
                  </a:lnTo>
                  <a:lnTo>
                    <a:pt x="91155" y="156176"/>
                  </a:lnTo>
                  <a:lnTo>
                    <a:pt x="88691" y="156176"/>
                  </a:lnTo>
                  <a:lnTo>
                    <a:pt x="86228" y="156176"/>
                  </a:lnTo>
                  <a:lnTo>
                    <a:pt x="83764" y="156176"/>
                  </a:lnTo>
                  <a:lnTo>
                    <a:pt x="81300" y="156176"/>
                  </a:lnTo>
                  <a:lnTo>
                    <a:pt x="78837" y="156176"/>
                  </a:lnTo>
                  <a:lnTo>
                    <a:pt x="76373" y="156176"/>
                  </a:lnTo>
                  <a:lnTo>
                    <a:pt x="73909" y="156176"/>
                  </a:lnTo>
                  <a:lnTo>
                    <a:pt x="71446" y="156176"/>
                  </a:lnTo>
                  <a:lnTo>
                    <a:pt x="68982" y="156176"/>
                  </a:lnTo>
                  <a:lnTo>
                    <a:pt x="66518" y="156176"/>
                  </a:lnTo>
                  <a:lnTo>
                    <a:pt x="64055" y="156176"/>
                  </a:lnTo>
                  <a:lnTo>
                    <a:pt x="61591" y="156176"/>
                  </a:lnTo>
                  <a:lnTo>
                    <a:pt x="59127" y="156176"/>
                  </a:lnTo>
                  <a:lnTo>
                    <a:pt x="56664" y="156176"/>
                  </a:lnTo>
                  <a:lnTo>
                    <a:pt x="54200" y="156176"/>
                  </a:lnTo>
                  <a:lnTo>
                    <a:pt x="51736" y="156176"/>
                  </a:lnTo>
                  <a:lnTo>
                    <a:pt x="49273" y="156176"/>
                  </a:lnTo>
                  <a:lnTo>
                    <a:pt x="46809" y="156176"/>
                  </a:lnTo>
                  <a:lnTo>
                    <a:pt x="44345" y="156176"/>
                  </a:lnTo>
                  <a:lnTo>
                    <a:pt x="41882" y="156176"/>
                  </a:lnTo>
                  <a:lnTo>
                    <a:pt x="39418" y="156176"/>
                  </a:lnTo>
                  <a:lnTo>
                    <a:pt x="36954" y="156176"/>
                  </a:lnTo>
                  <a:lnTo>
                    <a:pt x="34491" y="156176"/>
                  </a:lnTo>
                  <a:lnTo>
                    <a:pt x="32027" y="156176"/>
                  </a:lnTo>
                  <a:lnTo>
                    <a:pt x="29563" y="156176"/>
                  </a:lnTo>
                  <a:lnTo>
                    <a:pt x="27100" y="156176"/>
                  </a:lnTo>
                  <a:lnTo>
                    <a:pt x="24636" y="156176"/>
                  </a:lnTo>
                  <a:lnTo>
                    <a:pt x="22172" y="156176"/>
                  </a:lnTo>
                  <a:lnTo>
                    <a:pt x="19709" y="156176"/>
                  </a:lnTo>
                  <a:lnTo>
                    <a:pt x="17245" y="156176"/>
                  </a:lnTo>
                  <a:lnTo>
                    <a:pt x="14781" y="156176"/>
                  </a:lnTo>
                  <a:lnTo>
                    <a:pt x="12318" y="156176"/>
                  </a:lnTo>
                  <a:lnTo>
                    <a:pt x="9854" y="156176"/>
                  </a:lnTo>
                  <a:lnTo>
                    <a:pt x="7390" y="156176"/>
                  </a:lnTo>
                  <a:lnTo>
                    <a:pt x="4927" y="156176"/>
                  </a:lnTo>
                  <a:lnTo>
                    <a:pt x="2463" y="156176"/>
                  </a:lnTo>
                  <a:lnTo>
                    <a:pt x="0" y="15617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7005616" y="1969610"/>
              <a:ext cx="1258929" cy="155556"/>
            </a:xfrm>
            <a:custGeom>
              <a:avLst/>
              <a:pathLst>
                <a:path w="1258929" h="155556">
                  <a:moveTo>
                    <a:pt x="0" y="155556"/>
                  </a:moveTo>
                  <a:lnTo>
                    <a:pt x="2463" y="155521"/>
                  </a:lnTo>
                  <a:lnTo>
                    <a:pt x="4927" y="155484"/>
                  </a:lnTo>
                  <a:lnTo>
                    <a:pt x="7390" y="155446"/>
                  </a:lnTo>
                  <a:lnTo>
                    <a:pt x="9854" y="155406"/>
                  </a:lnTo>
                  <a:lnTo>
                    <a:pt x="12318" y="155364"/>
                  </a:lnTo>
                  <a:lnTo>
                    <a:pt x="14781" y="155321"/>
                  </a:lnTo>
                  <a:lnTo>
                    <a:pt x="17245" y="155275"/>
                  </a:lnTo>
                  <a:lnTo>
                    <a:pt x="19709" y="155228"/>
                  </a:lnTo>
                  <a:lnTo>
                    <a:pt x="22172" y="155179"/>
                  </a:lnTo>
                  <a:lnTo>
                    <a:pt x="24636" y="155128"/>
                  </a:lnTo>
                  <a:lnTo>
                    <a:pt x="27100" y="155075"/>
                  </a:lnTo>
                  <a:lnTo>
                    <a:pt x="29563" y="155020"/>
                  </a:lnTo>
                  <a:lnTo>
                    <a:pt x="32027" y="154962"/>
                  </a:lnTo>
                  <a:lnTo>
                    <a:pt x="34491" y="154902"/>
                  </a:lnTo>
                  <a:lnTo>
                    <a:pt x="36954" y="154841"/>
                  </a:lnTo>
                  <a:lnTo>
                    <a:pt x="39418" y="154777"/>
                  </a:lnTo>
                  <a:lnTo>
                    <a:pt x="41882" y="154710"/>
                  </a:lnTo>
                  <a:lnTo>
                    <a:pt x="44345" y="154642"/>
                  </a:lnTo>
                  <a:lnTo>
                    <a:pt x="46809" y="154570"/>
                  </a:lnTo>
                  <a:lnTo>
                    <a:pt x="49273" y="154497"/>
                  </a:lnTo>
                  <a:lnTo>
                    <a:pt x="51736" y="154421"/>
                  </a:lnTo>
                  <a:lnTo>
                    <a:pt x="54200" y="154343"/>
                  </a:lnTo>
                  <a:lnTo>
                    <a:pt x="56664" y="154262"/>
                  </a:lnTo>
                  <a:lnTo>
                    <a:pt x="59127" y="154178"/>
                  </a:lnTo>
                  <a:lnTo>
                    <a:pt x="61591" y="154092"/>
                  </a:lnTo>
                  <a:lnTo>
                    <a:pt x="64055" y="154004"/>
                  </a:lnTo>
                  <a:lnTo>
                    <a:pt x="66518" y="153912"/>
                  </a:lnTo>
                  <a:lnTo>
                    <a:pt x="68982" y="153818"/>
                  </a:lnTo>
                  <a:lnTo>
                    <a:pt x="71446" y="153722"/>
                  </a:lnTo>
                  <a:lnTo>
                    <a:pt x="73909" y="153622"/>
                  </a:lnTo>
                  <a:lnTo>
                    <a:pt x="76373" y="153520"/>
                  </a:lnTo>
                  <a:lnTo>
                    <a:pt x="78837" y="153416"/>
                  </a:lnTo>
                  <a:lnTo>
                    <a:pt x="81300" y="153308"/>
                  </a:lnTo>
                  <a:lnTo>
                    <a:pt x="83764" y="153198"/>
                  </a:lnTo>
                  <a:lnTo>
                    <a:pt x="86228" y="153085"/>
                  </a:lnTo>
                  <a:lnTo>
                    <a:pt x="88691" y="152969"/>
                  </a:lnTo>
                  <a:lnTo>
                    <a:pt x="91155" y="152850"/>
                  </a:lnTo>
                  <a:lnTo>
                    <a:pt x="93618" y="152729"/>
                  </a:lnTo>
                  <a:lnTo>
                    <a:pt x="96082" y="152605"/>
                  </a:lnTo>
                  <a:lnTo>
                    <a:pt x="98546" y="152479"/>
                  </a:lnTo>
                  <a:lnTo>
                    <a:pt x="101009" y="152349"/>
                  </a:lnTo>
                  <a:lnTo>
                    <a:pt x="103473" y="152217"/>
                  </a:lnTo>
                  <a:lnTo>
                    <a:pt x="105937" y="152083"/>
                  </a:lnTo>
                  <a:lnTo>
                    <a:pt x="108400" y="151945"/>
                  </a:lnTo>
                  <a:lnTo>
                    <a:pt x="110864" y="151805"/>
                  </a:lnTo>
                  <a:lnTo>
                    <a:pt x="113328" y="151663"/>
                  </a:lnTo>
                  <a:lnTo>
                    <a:pt x="115791" y="151518"/>
                  </a:lnTo>
                  <a:lnTo>
                    <a:pt x="118255" y="151370"/>
                  </a:lnTo>
                  <a:lnTo>
                    <a:pt x="120719" y="151220"/>
                  </a:lnTo>
                  <a:lnTo>
                    <a:pt x="123182" y="151068"/>
                  </a:lnTo>
                  <a:lnTo>
                    <a:pt x="125646" y="150913"/>
                  </a:lnTo>
                  <a:lnTo>
                    <a:pt x="128110" y="150756"/>
                  </a:lnTo>
                  <a:lnTo>
                    <a:pt x="130573" y="150596"/>
                  </a:lnTo>
                  <a:lnTo>
                    <a:pt x="133037" y="150435"/>
                  </a:lnTo>
                  <a:lnTo>
                    <a:pt x="135501" y="150270"/>
                  </a:lnTo>
                  <a:lnTo>
                    <a:pt x="137964" y="150104"/>
                  </a:lnTo>
                  <a:lnTo>
                    <a:pt x="140428" y="149936"/>
                  </a:lnTo>
                  <a:lnTo>
                    <a:pt x="142892" y="149765"/>
                  </a:lnTo>
                  <a:lnTo>
                    <a:pt x="145355" y="149593"/>
                  </a:lnTo>
                  <a:lnTo>
                    <a:pt x="147819" y="149419"/>
                  </a:lnTo>
                  <a:lnTo>
                    <a:pt x="150283" y="149241"/>
                  </a:lnTo>
                  <a:lnTo>
                    <a:pt x="152746" y="149063"/>
                  </a:lnTo>
                  <a:lnTo>
                    <a:pt x="155210" y="148883"/>
                  </a:lnTo>
                  <a:lnTo>
                    <a:pt x="157674" y="148700"/>
                  </a:lnTo>
                  <a:lnTo>
                    <a:pt x="160137" y="148516"/>
                  </a:lnTo>
                  <a:lnTo>
                    <a:pt x="162601" y="148331"/>
                  </a:lnTo>
                  <a:lnTo>
                    <a:pt x="165065" y="148143"/>
                  </a:lnTo>
                  <a:lnTo>
                    <a:pt x="167528" y="147953"/>
                  </a:lnTo>
                  <a:lnTo>
                    <a:pt x="169992" y="147762"/>
                  </a:lnTo>
                  <a:lnTo>
                    <a:pt x="172456" y="147569"/>
                  </a:lnTo>
                  <a:lnTo>
                    <a:pt x="174919" y="147375"/>
                  </a:lnTo>
                  <a:lnTo>
                    <a:pt x="177383" y="147178"/>
                  </a:lnTo>
                  <a:lnTo>
                    <a:pt x="179847" y="146980"/>
                  </a:lnTo>
                  <a:lnTo>
                    <a:pt x="182310" y="146780"/>
                  </a:lnTo>
                  <a:lnTo>
                    <a:pt x="184774" y="146578"/>
                  </a:lnTo>
                  <a:lnTo>
                    <a:pt x="187237" y="146375"/>
                  </a:lnTo>
                  <a:lnTo>
                    <a:pt x="189701" y="146170"/>
                  </a:lnTo>
                  <a:lnTo>
                    <a:pt x="192165" y="145962"/>
                  </a:lnTo>
                  <a:lnTo>
                    <a:pt x="194628" y="145753"/>
                  </a:lnTo>
                  <a:lnTo>
                    <a:pt x="197092" y="145542"/>
                  </a:lnTo>
                  <a:lnTo>
                    <a:pt x="199556" y="145329"/>
                  </a:lnTo>
                  <a:lnTo>
                    <a:pt x="202019" y="145113"/>
                  </a:lnTo>
                  <a:lnTo>
                    <a:pt x="204483" y="144896"/>
                  </a:lnTo>
                  <a:lnTo>
                    <a:pt x="206947" y="144676"/>
                  </a:lnTo>
                  <a:lnTo>
                    <a:pt x="209410" y="144454"/>
                  </a:lnTo>
                  <a:lnTo>
                    <a:pt x="211874" y="144229"/>
                  </a:lnTo>
                  <a:lnTo>
                    <a:pt x="214338" y="144001"/>
                  </a:lnTo>
                  <a:lnTo>
                    <a:pt x="216801" y="143771"/>
                  </a:lnTo>
                  <a:lnTo>
                    <a:pt x="219265" y="143537"/>
                  </a:lnTo>
                  <a:lnTo>
                    <a:pt x="221729" y="143300"/>
                  </a:lnTo>
                  <a:lnTo>
                    <a:pt x="224192" y="143061"/>
                  </a:lnTo>
                  <a:lnTo>
                    <a:pt x="226656" y="142817"/>
                  </a:lnTo>
                  <a:lnTo>
                    <a:pt x="229120" y="142569"/>
                  </a:lnTo>
                  <a:lnTo>
                    <a:pt x="231583" y="142319"/>
                  </a:lnTo>
                  <a:lnTo>
                    <a:pt x="234047" y="142063"/>
                  </a:lnTo>
                  <a:lnTo>
                    <a:pt x="236511" y="141803"/>
                  </a:lnTo>
                  <a:lnTo>
                    <a:pt x="238974" y="141540"/>
                  </a:lnTo>
                  <a:lnTo>
                    <a:pt x="241438" y="141270"/>
                  </a:lnTo>
                  <a:lnTo>
                    <a:pt x="243902" y="140997"/>
                  </a:lnTo>
                  <a:lnTo>
                    <a:pt x="246365" y="140718"/>
                  </a:lnTo>
                  <a:lnTo>
                    <a:pt x="248829" y="140432"/>
                  </a:lnTo>
                  <a:lnTo>
                    <a:pt x="251293" y="140142"/>
                  </a:lnTo>
                  <a:lnTo>
                    <a:pt x="253756" y="139846"/>
                  </a:lnTo>
                  <a:lnTo>
                    <a:pt x="256220" y="139541"/>
                  </a:lnTo>
                  <a:lnTo>
                    <a:pt x="258684" y="139233"/>
                  </a:lnTo>
                  <a:lnTo>
                    <a:pt x="261147" y="138915"/>
                  </a:lnTo>
                  <a:lnTo>
                    <a:pt x="263611" y="138590"/>
                  </a:lnTo>
                  <a:lnTo>
                    <a:pt x="266075" y="138260"/>
                  </a:lnTo>
                  <a:lnTo>
                    <a:pt x="268538" y="137919"/>
                  </a:lnTo>
                  <a:lnTo>
                    <a:pt x="271002" y="137571"/>
                  </a:lnTo>
                  <a:lnTo>
                    <a:pt x="273465" y="137217"/>
                  </a:lnTo>
                  <a:lnTo>
                    <a:pt x="275929" y="136849"/>
                  </a:lnTo>
                  <a:lnTo>
                    <a:pt x="278393" y="136474"/>
                  </a:lnTo>
                  <a:lnTo>
                    <a:pt x="280856" y="136092"/>
                  </a:lnTo>
                  <a:lnTo>
                    <a:pt x="283320" y="135695"/>
                  </a:lnTo>
                  <a:lnTo>
                    <a:pt x="285784" y="135292"/>
                  </a:lnTo>
                  <a:lnTo>
                    <a:pt x="288247" y="134878"/>
                  </a:lnTo>
                  <a:lnTo>
                    <a:pt x="290711" y="134451"/>
                  </a:lnTo>
                  <a:lnTo>
                    <a:pt x="293175" y="134015"/>
                  </a:lnTo>
                  <a:lnTo>
                    <a:pt x="295638" y="133568"/>
                  </a:lnTo>
                  <a:lnTo>
                    <a:pt x="298102" y="133106"/>
                  </a:lnTo>
                  <a:lnTo>
                    <a:pt x="300566" y="132637"/>
                  </a:lnTo>
                  <a:lnTo>
                    <a:pt x="303029" y="132152"/>
                  </a:lnTo>
                  <a:lnTo>
                    <a:pt x="305493" y="131654"/>
                  </a:lnTo>
                  <a:lnTo>
                    <a:pt x="307957" y="131148"/>
                  </a:lnTo>
                  <a:lnTo>
                    <a:pt x="310420" y="130623"/>
                  </a:lnTo>
                  <a:lnTo>
                    <a:pt x="312884" y="130087"/>
                  </a:lnTo>
                  <a:lnTo>
                    <a:pt x="315348" y="129541"/>
                  </a:lnTo>
                  <a:lnTo>
                    <a:pt x="317811" y="128975"/>
                  </a:lnTo>
                  <a:lnTo>
                    <a:pt x="320275" y="128398"/>
                  </a:lnTo>
                  <a:lnTo>
                    <a:pt x="322739" y="127810"/>
                  </a:lnTo>
                  <a:lnTo>
                    <a:pt x="325202" y="127201"/>
                  </a:lnTo>
                  <a:lnTo>
                    <a:pt x="327666" y="126582"/>
                  </a:lnTo>
                  <a:lnTo>
                    <a:pt x="330130" y="125949"/>
                  </a:lnTo>
                  <a:lnTo>
                    <a:pt x="332593" y="125297"/>
                  </a:lnTo>
                  <a:lnTo>
                    <a:pt x="335057" y="124634"/>
                  </a:lnTo>
                  <a:lnTo>
                    <a:pt x="337521" y="123955"/>
                  </a:lnTo>
                  <a:lnTo>
                    <a:pt x="339984" y="123259"/>
                  </a:lnTo>
                  <a:lnTo>
                    <a:pt x="342448" y="122553"/>
                  </a:lnTo>
                  <a:lnTo>
                    <a:pt x="344912" y="121827"/>
                  </a:lnTo>
                  <a:lnTo>
                    <a:pt x="347375" y="121086"/>
                  </a:lnTo>
                  <a:lnTo>
                    <a:pt x="349839" y="120335"/>
                  </a:lnTo>
                  <a:lnTo>
                    <a:pt x="352303" y="119562"/>
                  </a:lnTo>
                  <a:lnTo>
                    <a:pt x="354766" y="118777"/>
                  </a:lnTo>
                  <a:lnTo>
                    <a:pt x="357230" y="117981"/>
                  </a:lnTo>
                  <a:lnTo>
                    <a:pt x="359694" y="117162"/>
                  </a:lnTo>
                  <a:lnTo>
                    <a:pt x="362157" y="116333"/>
                  </a:lnTo>
                  <a:lnTo>
                    <a:pt x="364621" y="115492"/>
                  </a:lnTo>
                  <a:lnTo>
                    <a:pt x="367084" y="114630"/>
                  </a:lnTo>
                  <a:lnTo>
                    <a:pt x="369548" y="113758"/>
                  </a:lnTo>
                  <a:lnTo>
                    <a:pt x="372012" y="112872"/>
                  </a:lnTo>
                  <a:lnTo>
                    <a:pt x="374475" y="111968"/>
                  </a:lnTo>
                  <a:lnTo>
                    <a:pt x="376939" y="111055"/>
                  </a:lnTo>
                  <a:lnTo>
                    <a:pt x="379403" y="110127"/>
                  </a:lnTo>
                  <a:lnTo>
                    <a:pt x="381866" y="109185"/>
                  </a:lnTo>
                  <a:lnTo>
                    <a:pt x="384330" y="108233"/>
                  </a:lnTo>
                  <a:lnTo>
                    <a:pt x="386794" y="107265"/>
                  </a:lnTo>
                  <a:lnTo>
                    <a:pt x="389257" y="106285"/>
                  </a:lnTo>
                  <a:lnTo>
                    <a:pt x="391721" y="105297"/>
                  </a:lnTo>
                  <a:lnTo>
                    <a:pt x="394185" y="104293"/>
                  </a:lnTo>
                  <a:lnTo>
                    <a:pt x="396648" y="103280"/>
                  </a:lnTo>
                  <a:lnTo>
                    <a:pt x="399112" y="102259"/>
                  </a:lnTo>
                  <a:lnTo>
                    <a:pt x="401576" y="101222"/>
                  </a:lnTo>
                  <a:lnTo>
                    <a:pt x="404039" y="100179"/>
                  </a:lnTo>
                  <a:lnTo>
                    <a:pt x="406503" y="99127"/>
                  </a:lnTo>
                  <a:lnTo>
                    <a:pt x="408967" y="98063"/>
                  </a:lnTo>
                  <a:lnTo>
                    <a:pt x="411430" y="96993"/>
                  </a:lnTo>
                  <a:lnTo>
                    <a:pt x="413894" y="95915"/>
                  </a:lnTo>
                  <a:lnTo>
                    <a:pt x="416358" y="94828"/>
                  </a:lnTo>
                  <a:lnTo>
                    <a:pt x="418821" y="93735"/>
                  </a:lnTo>
                  <a:lnTo>
                    <a:pt x="421285" y="92636"/>
                  </a:lnTo>
                  <a:lnTo>
                    <a:pt x="423749" y="91529"/>
                  </a:lnTo>
                  <a:lnTo>
                    <a:pt x="426212" y="90419"/>
                  </a:lnTo>
                  <a:lnTo>
                    <a:pt x="428676" y="89302"/>
                  </a:lnTo>
                  <a:lnTo>
                    <a:pt x="431140" y="88181"/>
                  </a:lnTo>
                  <a:lnTo>
                    <a:pt x="433603" y="87057"/>
                  </a:lnTo>
                  <a:lnTo>
                    <a:pt x="436067" y="85929"/>
                  </a:lnTo>
                  <a:lnTo>
                    <a:pt x="438531" y="84797"/>
                  </a:lnTo>
                  <a:lnTo>
                    <a:pt x="440994" y="83664"/>
                  </a:lnTo>
                  <a:lnTo>
                    <a:pt x="443458" y="82528"/>
                  </a:lnTo>
                  <a:lnTo>
                    <a:pt x="445922" y="81391"/>
                  </a:lnTo>
                  <a:lnTo>
                    <a:pt x="448385" y="80252"/>
                  </a:lnTo>
                  <a:lnTo>
                    <a:pt x="450849" y="79113"/>
                  </a:lnTo>
                  <a:lnTo>
                    <a:pt x="453312" y="77974"/>
                  </a:lnTo>
                  <a:lnTo>
                    <a:pt x="455776" y="76835"/>
                  </a:lnTo>
                  <a:lnTo>
                    <a:pt x="458240" y="75698"/>
                  </a:lnTo>
                  <a:lnTo>
                    <a:pt x="460703" y="74561"/>
                  </a:lnTo>
                  <a:lnTo>
                    <a:pt x="463167" y="73426"/>
                  </a:lnTo>
                  <a:lnTo>
                    <a:pt x="465631" y="72293"/>
                  </a:lnTo>
                  <a:lnTo>
                    <a:pt x="468094" y="71161"/>
                  </a:lnTo>
                  <a:lnTo>
                    <a:pt x="470558" y="70034"/>
                  </a:lnTo>
                  <a:lnTo>
                    <a:pt x="473022" y="68909"/>
                  </a:lnTo>
                  <a:lnTo>
                    <a:pt x="475485" y="67787"/>
                  </a:lnTo>
                  <a:lnTo>
                    <a:pt x="477949" y="66669"/>
                  </a:lnTo>
                  <a:lnTo>
                    <a:pt x="480413" y="65556"/>
                  </a:lnTo>
                  <a:lnTo>
                    <a:pt x="482876" y="64445"/>
                  </a:lnTo>
                  <a:lnTo>
                    <a:pt x="485340" y="63342"/>
                  </a:lnTo>
                  <a:lnTo>
                    <a:pt x="487804" y="62242"/>
                  </a:lnTo>
                  <a:lnTo>
                    <a:pt x="490267" y="61146"/>
                  </a:lnTo>
                  <a:lnTo>
                    <a:pt x="492731" y="60058"/>
                  </a:lnTo>
                  <a:lnTo>
                    <a:pt x="495195" y="58973"/>
                  </a:lnTo>
                  <a:lnTo>
                    <a:pt x="497658" y="57895"/>
                  </a:lnTo>
                  <a:lnTo>
                    <a:pt x="500122" y="56823"/>
                  </a:lnTo>
                  <a:lnTo>
                    <a:pt x="502586" y="55756"/>
                  </a:lnTo>
                  <a:lnTo>
                    <a:pt x="505049" y="54695"/>
                  </a:lnTo>
                  <a:lnTo>
                    <a:pt x="507513" y="53642"/>
                  </a:lnTo>
                  <a:lnTo>
                    <a:pt x="509977" y="52593"/>
                  </a:lnTo>
                  <a:lnTo>
                    <a:pt x="512440" y="51552"/>
                  </a:lnTo>
                  <a:lnTo>
                    <a:pt x="514904" y="50518"/>
                  </a:lnTo>
                  <a:lnTo>
                    <a:pt x="517368" y="49488"/>
                  </a:lnTo>
                  <a:lnTo>
                    <a:pt x="519831" y="48468"/>
                  </a:lnTo>
                  <a:lnTo>
                    <a:pt x="522295" y="47453"/>
                  </a:lnTo>
                  <a:lnTo>
                    <a:pt x="524759" y="46443"/>
                  </a:lnTo>
                  <a:lnTo>
                    <a:pt x="527222" y="45444"/>
                  </a:lnTo>
                  <a:lnTo>
                    <a:pt x="529686" y="44449"/>
                  </a:lnTo>
                  <a:lnTo>
                    <a:pt x="532150" y="43459"/>
                  </a:lnTo>
                  <a:lnTo>
                    <a:pt x="534613" y="42480"/>
                  </a:lnTo>
                  <a:lnTo>
                    <a:pt x="537077" y="41505"/>
                  </a:lnTo>
                  <a:lnTo>
                    <a:pt x="539541" y="40537"/>
                  </a:lnTo>
                  <a:lnTo>
                    <a:pt x="542004" y="39578"/>
                  </a:lnTo>
                  <a:lnTo>
                    <a:pt x="544468" y="38623"/>
                  </a:lnTo>
                  <a:lnTo>
                    <a:pt x="546931" y="37676"/>
                  </a:lnTo>
                  <a:lnTo>
                    <a:pt x="549395" y="36737"/>
                  </a:lnTo>
                  <a:lnTo>
                    <a:pt x="551859" y="35803"/>
                  </a:lnTo>
                  <a:lnTo>
                    <a:pt x="554322" y="34878"/>
                  </a:lnTo>
                  <a:lnTo>
                    <a:pt x="556786" y="33959"/>
                  </a:lnTo>
                  <a:lnTo>
                    <a:pt x="559250" y="33045"/>
                  </a:lnTo>
                  <a:lnTo>
                    <a:pt x="561713" y="32142"/>
                  </a:lnTo>
                  <a:lnTo>
                    <a:pt x="564177" y="31244"/>
                  </a:lnTo>
                  <a:lnTo>
                    <a:pt x="566641" y="30352"/>
                  </a:lnTo>
                  <a:lnTo>
                    <a:pt x="569104" y="29470"/>
                  </a:lnTo>
                  <a:lnTo>
                    <a:pt x="571568" y="28595"/>
                  </a:lnTo>
                  <a:lnTo>
                    <a:pt x="574032" y="27725"/>
                  </a:lnTo>
                  <a:lnTo>
                    <a:pt x="576495" y="26866"/>
                  </a:lnTo>
                  <a:lnTo>
                    <a:pt x="578959" y="26013"/>
                  </a:lnTo>
                  <a:lnTo>
                    <a:pt x="581423" y="25167"/>
                  </a:lnTo>
                  <a:lnTo>
                    <a:pt x="583886" y="24332"/>
                  </a:lnTo>
                  <a:lnTo>
                    <a:pt x="586350" y="23503"/>
                  </a:lnTo>
                  <a:lnTo>
                    <a:pt x="588814" y="22683"/>
                  </a:lnTo>
                  <a:lnTo>
                    <a:pt x="591277" y="21874"/>
                  </a:lnTo>
                  <a:lnTo>
                    <a:pt x="593741" y="21070"/>
                  </a:lnTo>
                  <a:lnTo>
                    <a:pt x="596205" y="20278"/>
                  </a:lnTo>
                  <a:lnTo>
                    <a:pt x="598668" y="19496"/>
                  </a:lnTo>
                  <a:lnTo>
                    <a:pt x="601132" y="18721"/>
                  </a:lnTo>
                  <a:lnTo>
                    <a:pt x="603596" y="17959"/>
                  </a:lnTo>
                  <a:lnTo>
                    <a:pt x="606059" y="17207"/>
                  </a:lnTo>
                  <a:lnTo>
                    <a:pt x="608523" y="16462"/>
                  </a:lnTo>
                  <a:lnTo>
                    <a:pt x="610987" y="15734"/>
                  </a:lnTo>
                  <a:lnTo>
                    <a:pt x="613450" y="15015"/>
                  </a:lnTo>
                  <a:lnTo>
                    <a:pt x="615914" y="14305"/>
                  </a:lnTo>
                  <a:lnTo>
                    <a:pt x="618378" y="13613"/>
                  </a:lnTo>
                  <a:lnTo>
                    <a:pt x="620841" y="12929"/>
                  </a:lnTo>
                  <a:lnTo>
                    <a:pt x="623305" y="12258"/>
                  </a:lnTo>
                  <a:lnTo>
                    <a:pt x="625769" y="11605"/>
                  </a:lnTo>
                  <a:lnTo>
                    <a:pt x="628232" y="10960"/>
                  </a:lnTo>
                  <a:lnTo>
                    <a:pt x="630696" y="10332"/>
                  </a:lnTo>
                  <a:lnTo>
                    <a:pt x="633159" y="9721"/>
                  </a:lnTo>
                  <a:lnTo>
                    <a:pt x="635623" y="9120"/>
                  </a:lnTo>
                  <a:lnTo>
                    <a:pt x="638087" y="8538"/>
                  </a:lnTo>
                  <a:lnTo>
                    <a:pt x="640550" y="7972"/>
                  </a:lnTo>
                  <a:lnTo>
                    <a:pt x="643014" y="7418"/>
                  </a:lnTo>
                  <a:lnTo>
                    <a:pt x="645478" y="6887"/>
                  </a:lnTo>
                  <a:lnTo>
                    <a:pt x="647941" y="6371"/>
                  </a:lnTo>
                  <a:lnTo>
                    <a:pt x="650405" y="5867"/>
                  </a:lnTo>
                  <a:lnTo>
                    <a:pt x="652869" y="5390"/>
                  </a:lnTo>
                  <a:lnTo>
                    <a:pt x="655332" y="4927"/>
                  </a:lnTo>
                  <a:lnTo>
                    <a:pt x="657796" y="4480"/>
                  </a:lnTo>
                  <a:lnTo>
                    <a:pt x="660260" y="4059"/>
                  </a:lnTo>
                  <a:lnTo>
                    <a:pt x="662723" y="3653"/>
                  </a:lnTo>
                  <a:lnTo>
                    <a:pt x="665187" y="3265"/>
                  </a:lnTo>
                  <a:lnTo>
                    <a:pt x="667651" y="2903"/>
                  </a:lnTo>
                  <a:lnTo>
                    <a:pt x="670114" y="2556"/>
                  </a:lnTo>
                  <a:lnTo>
                    <a:pt x="672578" y="2232"/>
                  </a:lnTo>
                  <a:lnTo>
                    <a:pt x="675042" y="1932"/>
                  </a:lnTo>
                  <a:lnTo>
                    <a:pt x="677505" y="1647"/>
                  </a:lnTo>
                  <a:lnTo>
                    <a:pt x="679969" y="1389"/>
                  </a:lnTo>
                  <a:lnTo>
                    <a:pt x="682433" y="1152"/>
                  </a:lnTo>
                  <a:lnTo>
                    <a:pt x="684896" y="931"/>
                  </a:lnTo>
                  <a:lnTo>
                    <a:pt x="687360" y="741"/>
                  </a:lnTo>
                  <a:lnTo>
                    <a:pt x="689824" y="570"/>
                  </a:lnTo>
                  <a:lnTo>
                    <a:pt x="692287" y="415"/>
                  </a:lnTo>
                  <a:lnTo>
                    <a:pt x="694751" y="295"/>
                  </a:lnTo>
                  <a:lnTo>
                    <a:pt x="697215" y="190"/>
                  </a:lnTo>
                  <a:lnTo>
                    <a:pt x="699678" y="105"/>
                  </a:lnTo>
                  <a:lnTo>
                    <a:pt x="702142" y="52"/>
                  </a:lnTo>
                  <a:lnTo>
                    <a:pt x="704606" y="14"/>
                  </a:lnTo>
                  <a:lnTo>
                    <a:pt x="707069" y="0"/>
                  </a:lnTo>
                  <a:lnTo>
                    <a:pt x="709533" y="13"/>
                  </a:lnTo>
                  <a:lnTo>
                    <a:pt x="711997" y="43"/>
                  </a:lnTo>
                  <a:lnTo>
                    <a:pt x="714460" y="98"/>
                  </a:lnTo>
                  <a:lnTo>
                    <a:pt x="716924" y="179"/>
                  </a:lnTo>
                  <a:lnTo>
                    <a:pt x="719388" y="275"/>
                  </a:lnTo>
                  <a:lnTo>
                    <a:pt x="721851" y="399"/>
                  </a:lnTo>
                  <a:lnTo>
                    <a:pt x="724315" y="545"/>
                  </a:lnTo>
                  <a:lnTo>
                    <a:pt x="726778" y="706"/>
                  </a:lnTo>
                  <a:lnTo>
                    <a:pt x="729242" y="898"/>
                  </a:lnTo>
                  <a:lnTo>
                    <a:pt x="731706" y="1107"/>
                  </a:lnTo>
                  <a:lnTo>
                    <a:pt x="734169" y="1332"/>
                  </a:lnTo>
                  <a:lnTo>
                    <a:pt x="736633" y="1589"/>
                  </a:lnTo>
                  <a:lnTo>
                    <a:pt x="739097" y="1860"/>
                  </a:lnTo>
                  <a:lnTo>
                    <a:pt x="741560" y="2149"/>
                  </a:lnTo>
                  <a:lnTo>
                    <a:pt x="744024" y="2466"/>
                  </a:lnTo>
                  <a:lnTo>
                    <a:pt x="746488" y="2796"/>
                  </a:lnTo>
                  <a:lnTo>
                    <a:pt x="748951" y="3146"/>
                  </a:lnTo>
                  <a:lnTo>
                    <a:pt x="751415" y="3520"/>
                  </a:lnTo>
                  <a:lnTo>
                    <a:pt x="753879" y="3907"/>
                  </a:lnTo>
                  <a:lnTo>
                    <a:pt x="756342" y="4316"/>
                  </a:lnTo>
                  <a:lnTo>
                    <a:pt x="758806" y="4744"/>
                  </a:lnTo>
                  <a:lnTo>
                    <a:pt x="761270" y="5185"/>
                  </a:lnTo>
                  <a:lnTo>
                    <a:pt x="763733" y="5649"/>
                  </a:lnTo>
                  <a:lnTo>
                    <a:pt x="766197" y="6129"/>
                  </a:lnTo>
                  <a:lnTo>
                    <a:pt x="768661" y="6621"/>
                  </a:lnTo>
                  <a:lnTo>
                    <a:pt x="771124" y="7136"/>
                  </a:lnTo>
                  <a:lnTo>
                    <a:pt x="773588" y="7665"/>
                  </a:lnTo>
                  <a:lnTo>
                    <a:pt x="776052" y="8205"/>
                  </a:lnTo>
                  <a:lnTo>
                    <a:pt x="778515" y="8770"/>
                  </a:lnTo>
                  <a:lnTo>
                    <a:pt x="780979" y="9345"/>
                  </a:lnTo>
                  <a:lnTo>
                    <a:pt x="783443" y="9933"/>
                  </a:lnTo>
                  <a:lnTo>
                    <a:pt x="785906" y="10541"/>
                  </a:lnTo>
                  <a:lnTo>
                    <a:pt x="788370" y="11160"/>
                  </a:lnTo>
                  <a:lnTo>
                    <a:pt x="790834" y="11793"/>
                  </a:lnTo>
                  <a:lnTo>
                    <a:pt x="793297" y="12443"/>
                  </a:lnTo>
                  <a:lnTo>
                    <a:pt x="795761" y="13103"/>
                  </a:lnTo>
                  <a:lnTo>
                    <a:pt x="798225" y="13779"/>
                  </a:lnTo>
                  <a:lnTo>
                    <a:pt x="800688" y="14469"/>
                  </a:lnTo>
                  <a:lnTo>
                    <a:pt x="803152" y="15169"/>
                  </a:lnTo>
                  <a:lnTo>
                    <a:pt x="805616" y="15885"/>
                  </a:lnTo>
                  <a:lnTo>
                    <a:pt x="808079" y="16614"/>
                  </a:lnTo>
                  <a:lnTo>
                    <a:pt x="810543" y="17351"/>
                  </a:lnTo>
                  <a:lnTo>
                    <a:pt x="813006" y="18107"/>
                  </a:lnTo>
                  <a:lnTo>
                    <a:pt x="815470" y="18873"/>
                  </a:lnTo>
                  <a:lnTo>
                    <a:pt x="817934" y="19647"/>
                  </a:lnTo>
                  <a:lnTo>
                    <a:pt x="820397" y="20441"/>
                  </a:lnTo>
                  <a:lnTo>
                    <a:pt x="822861" y="21243"/>
                  </a:lnTo>
                  <a:lnTo>
                    <a:pt x="825325" y="22056"/>
                  </a:lnTo>
                  <a:lnTo>
                    <a:pt x="827788" y="22885"/>
                  </a:lnTo>
                  <a:lnTo>
                    <a:pt x="830252" y="23723"/>
                  </a:lnTo>
                  <a:lnTo>
                    <a:pt x="832716" y="24572"/>
                  </a:lnTo>
                  <a:lnTo>
                    <a:pt x="835179" y="25437"/>
                  </a:lnTo>
                  <a:lnTo>
                    <a:pt x="837643" y="26310"/>
                  </a:lnTo>
                  <a:lnTo>
                    <a:pt x="840107" y="27197"/>
                  </a:lnTo>
                  <a:lnTo>
                    <a:pt x="842570" y="28096"/>
                  </a:lnTo>
                  <a:lnTo>
                    <a:pt x="845034" y="29004"/>
                  </a:lnTo>
                  <a:lnTo>
                    <a:pt x="847498" y="29927"/>
                  </a:lnTo>
                  <a:lnTo>
                    <a:pt x="849961" y="30862"/>
                  </a:lnTo>
                  <a:lnTo>
                    <a:pt x="852425" y="31805"/>
                  </a:lnTo>
                  <a:lnTo>
                    <a:pt x="854889" y="32765"/>
                  </a:lnTo>
                  <a:lnTo>
                    <a:pt x="857352" y="33734"/>
                  </a:lnTo>
                  <a:lnTo>
                    <a:pt x="859816" y="34712"/>
                  </a:lnTo>
                  <a:lnTo>
                    <a:pt x="862280" y="35707"/>
                  </a:lnTo>
                  <a:lnTo>
                    <a:pt x="864743" y="36711"/>
                  </a:lnTo>
                  <a:lnTo>
                    <a:pt x="867207" y="37725"/>
                  </a:lnTo>
                  <a:lnTo>
                    <a:pt x="869671" y="38754"/>
                  </a:lnTo>
                  <a:lnTo>
                    <a:pt x="872134" y="39792"/>
                  </a:lnTo>
                  <a:lnTo>
                    <a:pt x="874598" y="40841"/>
                  </a:lnTo>
                  <a:lnTo>
                    <a:pt x="877062" y="41904"/>
                  </a:lnTo>
                  <a:lnTo>
                    <a:pt x="879525" y="42975"/>
                  </a:lnTo>
                  <a:lnTo>
                    <a:pt x="881989" y="44059"/>
                  </a:lnTo>
                  <a:lnTo>
                    <a:pt x="884453" y="45154"/>
                  </a:lnTo>
                  <a:lnTo>
                    <a:pt x="886916" y="46257"/>
                  </a:lnTo>
                  <a:lnTo>
                    <a:pt x="889380" y="47373"/>
                  </a:lnTo>
                  <a:lnTo>
                    <a:pt x="891844" y="48500"/>
                  </a:lnTo>
                  <a:lnTo>
                    <a:pt x="894307" y="49633"/>
                  </a:lnTo>
                  <a:lnTo>
                    <a:pt x="896771" y="50781"/>
                  </a:lnTo>
                  <a:lnTo>
                    <a:pt x="899235" y="51936"/>
                  </a:lnTo>
                  <a:lnTo>
                    <a:pt x="901698" y="53098"/>
                  </a:lnTo>
                  <a:lnTo>
                    <a:pt x="904162" y="54274"/>
                  </a:lnTo>
                  <a:lnTo>
                    <a:pt x="906625" y="55456"/>
                  </a:lnTo>
                  <a:lnTo>
                    <a:pt x="909089" y="56645"/>
                  </a:lnTo>
                  <a:lnTo>
                    <a:pt x="911553" y="57845"/>
                  </a:lnTo>
                  <a:lnTo>
                    <a:pt x="914016" y="59050"/>
                  </a:lnTo>
                  <a:lnTo>
                    <a:pt x="916480" y="60263"/>
                  </a:lnTo>
                  <a:lnTo>
                    <a:pt x="918944" y="61484"/>
                  </a:lnTo>
                  <a:lnTo>
                    <a:pt x="921407" y="62710"/>
                  </a:lnTo>
                  <a:lnTo>
                    <a:pt x="923871" y="63942"/>
                  </a:lnTo>
                  <a:lnTo>
                    <a:pt x="926335" y="65181"/>
                  </a:lnTo>
                  <a:lnTo>
                    <a:pt x="928798" y="66422"/>
                  </a:lnTo>
                  <a:lnTo>
                    <a:pt x="931262" y="67670"/>
                  </a:lnTo>
                  <a:lnTo>
                    <a:pt x="933726" y="68921"/>
                  </a:lnTo>
                  <a:lnTo>
                    <a:pt x="936189" y="70175"/>
                  </a:lnTo>
                  <a:lnTo>
                    <a:pt x="938653" y="71433"/>
                  </a:lnTo>
                  <a:lnTo>
                    <a:pt x="941117" y="72693"/>
                  </a:lnTo>
                  <a:lnTo>
                    <a:pt x="943580" y="73954"/>
                  </a:lnTo>
                  <a:lnTo>
                    <a:pt x="946044" y="75218"/>
                  </a:lnTo>
                  <a:lnTo>
                    <a:pt x="948508" y="76481"/>
                  </a:lnTo>
                  <a:lnTo>
                    <a:pt x="950971" y="77745"/>
                  </a:lnTo>
                  <a:lnTo>
                    <a:pt x="953435" y="79008"/>
                  </a:lnTo>
                  <a:lnTo>
                    <a:pt x="955899" y="80270"/>
                  </a:lnTo>
                  <a:lnTo>
                    <a:pt x="958362" y="81530"/>
                  </a:lnTo>
                  <a:lnTo>
                    <a:pt x="960826" y="82788"/>
                  </a:lnTo>
                  <a:lnTo>
                    <a:pt x="963290" y="84043"/>
                  </a:lnTo>
                  <a:lnTo>
                    <a:pt x="965753" y="85295"/>
                  </a:lnTo>
                  <a:lnTo>
                    <a:pt x="968217" y="86542"/>
                  </a:lnTo>
                  <a:lnTo>
                    <a:pt x="970681" y="87786"/>
                  </a:lnTo>
                  <a:lnTo>
                    <a:pt x="973144" y="89024"/>
                  </a:lnTo>
                  <a:lnTo>
                    <a:pt x="975608" y="90255"/>
                  </a:lnTo>
                  <a:lnTo>
                    <a:pt x="978072" y="91482"/>
                  </a:lnTo>
                  <a:lnTo>
                    <a:pt x="980535" y="92700"/>
                  </a:lnTo>
                  <a:lnTo>
                    <a:pt x="982999" y="93911"/>
                  </a:lnTo>
                  <a:lnTo>
                    <a:pt x="985463" y="95117"/>
                  </a:lnTo>
                  <a:lnTo>
                    <a:pt x="987926" y="96309"/>
                  </a:lnTo>
                  <a:lnTo>
                    <a:pt x="990390" y="97495"/>
                  </a:lnTo>
                  <a:lnTo>
                    <a:pt x="992853" y="98673"/>
                  </a:lnTo>
                  <a:lnTo>
                    <a:pt x="995317" y="99837"/>
                  </a:lnTo>
                  <a:lnTo>
                    <a:pt x="997781" y="100994"/>
                  </a:lnTo>
                  <a:lnTo>
                    <a:pt x="1000244" y="102140"/>
                  </a:lnTo>
                  <a:lnTo>
                    <a:pt x="1002708" y="103271"/>
                  </a:lnTo>
                  <a:lnTo>
                    <a:pt x="1005172" y="104394"/>
                  </a:lnTo>
                  <a:lnTo>
                    <a:pt x="1007635" y="105504"/>
                  </a:lnTo>
                  <a:lnTo>
                    <a:pt x="1010099" y="106599"/>
                  </a:lnTo>
                  <a:lnTo>
                    <a:pt x="1012563" y="107685"/>
                  </a:lnTo>
                  <a:lnTo>
                    <a:pt x="1015026" y="108754"/>
                  </a:lnTo>
                  <a:lnTo>
                    <a:pt x="1017490" y="109810"/>
                  </a:lnTo>
                  <a:lnTo>
                    <a:pt x="1019954" y="110856"/>
                  </a:lnTo>
                  <a:lnTo>
                    <a:pt x="1022417" y="111882"/>
                  </a:lnTo>
                  <a:lnTo>
                    <a:pt x="1024881" y="112896"/>
                  </a:lnTo>
                  <a:lnTo>
                    <a:pt x="1027345" y="113899"/>
                  </a:lnTo>
                  <a:lnTo>
                    <a:pt x="1029808" y="114879"/>
                  </a:lnTo>
                  <a:lnTo>
                    <a:pt x="1032272" y="115848"/>
                  </a:lnTo>
                  <a:lnTo>
                    <a:pt x="1034736" y="116804"/>
                  </a:lnTo>
                  <a:lnTo>
                    <a:pt x="1037199" y="117739"/>
                  </a:lnTo>
                  <a:lnTo>
                    <a:pt x="1039663" y="118662"/>
                  </a:lnTo>
                  <a:lnTo>
                    <a:pt x="1042127" y="119570"/>
                  </a:lnTo>
                  <a:lnTo>
                    <a:pt x="1044590" y="120457"/>
                  </a:lnTo>
                  <a:lnTo>
                    <a:pt x="1047054" y="121333"/>
                  </a:lnTo>
                  <a:lnTo>
                    <a:pt x="1049518" y="122191"/>
                  </a:lnTo>
                  <a:lnTo>
                    <a:pt x="1051981" y="123031"/>
                  </a:lnTo>
                  <a:lnTo>
                    <a:pt x="1054445" y="123859"/>
                  </a:lnTo>
                  <a:lnTo>
                    <a:pt x="1056909" y="124667"/>
                  </a:lnTo>
                  <a:lnTo>
                    <a:pt x="1059372" y="125458"/>
                  </a:lnTo>
                  <a:lnTo>
                    <a:pt x="1061836" y="126239"/>
                  </a:lnTo>
                  <a:lnTo>
                    <a:pt x="1064300" y="126996"/>
                  </a:lnTo>
                  <a:lnTo>
                    <a:pt x="1066763" y="127740"/>
                  </a:lnTo>
                  <a:lnTo>
                    <a:pt x="1069227" y="128473"/>
                  </a:lnTo>
                  <a:lnTo>
                    <a:pt x="1071691" y="129181"/>
                  </a:lnTo>
                  <a:lnTo>
                    <a:pt x="1074154" y="129877"/>
                  </a:lnTo>
                  <a:lnTo>
                    <a:pt x="1076618" y="130561"/>
                  </a:lnTo>
                  <a:lnTo>
                    <a:pt x="1079082" y="131222"/>
                  </a:lnTo>
                  <a:lnTo>
                    <a:pt x="1081545" y="131873"/>
                  </a:lnTo>
                  <a:lnTo>
                    <a:pt x="1084009" y="132508"/>
                  </a:lnTo>
                  <a:lnTo>
                    <a:pt x="1086472" y="133125"/>
                  </a:lnTo>
                  <a:lnTo>
                    <a:pt x="1088936" y="133731"/>
                  </a:lnTo>
                  <a:lnTo>
                    <a:pt x="1091400" y="134320"/>
                  </a:lnTo>
                  <a:lnTo>
                    <a:pt x="1093863" y="134893"/>
                  </a:lnTo>
                  <a:lnTo>
                    <a:pt x="1096327" y="135455"/>
                  </a:lnTo>
                  <a:lnTo>
                    <a:pt x="1098791" y="136000"/>
                  </a:lnTo>
                  <a:lnTo>
                    <a:pt x="1101254" y="136531"/>
                  </a:lnTo>
                  <a:lnTo>
                    <a:pt x="1103718" y="137053"/>
                  </a:lnTo>
                  <a:lnTo>
                    <a:pt x="1106182" y="137556"/>
                  </a:lnTo>
                  <a:lnTo>
                    <a:pt x="1108645" y="138047"/>
                  </a:lnTo>
                  <a:lnTo>
                    <a:pt x="1111109" y="138530"/>
                  </a:lnTo>
                  <a:lnTo>
                    <a:pt x="1113573" y="138993"/>
                  </a:lnTo>
                  <a:lnTo>
                    <a:pt x="1116036" y="139447"/>
                  </a:lnTo>
                  <a:lnTo>
                    <a:pt x="1118500" y="139891"/>
                  </a:lnTo>
                  <a:lnTo>
                    <a:pt x="1120964" y="140319"/>
                  </a:lnTo>
                  <a:lnTo>
                    <a:pt x="1123427" y="140739"/>
                  </a:lnTo>
                  <a:lnTo>
                    <a:pt x="1125891" y="141147"/>
                  </a:lnTo>
                  <a:lnTo>
                    <a:pt x="1128355" y="141541"/>
                  </a:lnTo>
                  <a:lnTo>
                    <a:pt x="1130818" y="141929"/>
                  </a:lnTo>
                  <a:lnTo>
                    <a:pt x="1133282" y="142304"/>
                  </a:lnTo>
                  <a:lnTo>
                    <a:pt x="1135746" y="142668"/>
                  </a:lnTo>
                  <a:lnTo>
                    <a:pt x="1138209" y="143025"/>
                  </a:lnTo>
                  <a:lnTo>
                    <a:pt x="1140673" y="143370"/>
                  </a:lnTo>
                  <a:lnTo>
                    <a:pt x="1143137" y="143706"/>
                  </a:lnTo>
                  <a:lnTo>
                    <a:pt x="1145600" y="144036"/>
                  </a:lnTo>
                  <a:lnTo>
                    <a:pt x="1148064" y="144353"/>
                  </a:lnTo>
                  <a:lnTo>
                    <a:pt x="1150528" y="144663"/>
                  </a:lnTo>
                  <a:lnTo>
                    <a:pt x="1152991" y="144967"/>
                  </a:lnTo>
                  <a:lnTo>
                    <a:pt x="1155455" y="145260"/>
                  </a:lnTo>
                  <a:lnTo>
                    <a:pt x="1157919" y="145546"/>
                  </a:lnTo>
                  <a:lnTo>
                    <a:pt x="1160382" y="145827"/>
                  </a:lnTo>
                  <a:lnTo>
                    <a:pt x="1162846" y="146097"/>
                  </a:lnTo>
                  <a:lnTo>
                    <a:pt x="1165310" y="146363"/>
                  </a:lnTo>
                  <a:lnTo>
                    <a:pt x="1167773" y="146622"/>
                  </a:lnTo>
                  <a:lnTo>
                    <a:pt x="1170237" y="146873"/>
                  </a:lnTo>
                  <a:lnTo>
                    <a:pt x="1172701" y="147119"/>
                  </a:lnTo>
                  <a:lnTo>
                    <a:pt x="1175164" y="147359"/>
                  </a:lnTo>
                  <a:lnTo>
                    <a:pt x="1177628" y="147592"/>
                  </a:lnTo>
                  <a:lnTo>
                    <a:pt x="1180091" y="147821"/>
                  </a:lnTo>
                  <a:lnTo>
                    <a:pt x="1182555" y="148043"/>
                  </a:lnTo>
                  <a:lnTo>
                    <a:pt x="1185019" y="148261"/>
                  </a:lnTo>
                  <a:lnTo>
                    <a:pt x="1187482" y="148474"/>
                  </a:lnTo>
                  <a:lnTo>
                    <a:pt x="1189946" y="148681"/>
                  </a:lnTo>
                  <a:lnTo>
                    <a:pt x="1192410" y="148883"/>
                  </a:lnTo>
                  <a:lnTo>
                    <a:pt x="1194873" y="149083"/>
                  </a:lnTo>
                  <a:lnTo>
                    <a:pt x="1197337" y="149275"/>
                  </a:lnTo>
                  <a:lnTo>
                    <a:pt x="1199801" y="149465"/>
                  </a:lnTo>
                  <a:lnTo>
                    <a:pt x="1202264" y="149651"/>
                  </a:lnTo>
                  <a:lnTo>
                    <a:pt x="1204728" y="149831"/>
                  </a:lnTo>
                  <a:lnTo>
                    <a:pt x="1207192" y="150009"/>
                  </a:lnTo>
                  <a:lnTo>
                    <a:pt x="1209655" y="150183"/>
                  </a:lnTo>
                  <a:lnTo>
                    <a:pt x="1212119" y="150352"/>
                  </a:lnTo>
                  <a:lnTo>
                    <a:pt x="1214583" y="150519"/>
                  </a:lnTo>
                  <a:lnTo>
                    <a:pt x="1217046" y="150682"/>
                  </a:lnTo>
                  <a:lnTo>
                    <a:pt x="1219510" y="150841"/>
                  </a:lnTo>
                  <a:lnTo>
                    <a:pt x="1221974" y="150997"/>
                  </a:lnTo>
                  <a:lnTo>
                    <a:pt x="1224437" y="151150"/>
                  </a:lnTo>
                  <a:lnTo>
                    <a:pt x="1226901" y="151299"/>
                  </a:lnTo>
                  <a:lnTo>
                    <a:pt x="1229365" y="151446"/>
                  </a:lnTo>
                  <a:lnTo>
                    <a:pt x="1231828" y="151589"/>
                  </a:lnTo>
                  <a:lnTo>
                    <a:pt x="1234292" y="151730"/>
                  </a:lnTo>
                  <a:lnTo>
                    <a:pt x="1236756" y="151868"/>
                  </a:lnTo>
                  <a:lnTo>
                    <a:pt x="1239219" y="152002"/>
                  </a:lnTo>
                  <a:lnTo>
                    <a:pt x="1241683" y="152134"/>
                  </a:lnTo>
                  <a:lnTo>
                    <a:pt x="1244147" y="152263"/>
                  </a:lnTo>
                  <a:lnTo>
                    <a:pt x="1246610" y="152389"/>
                  </a:lnTo>
                  <a:lnTo>
                    <a:pt x="1249074" y="152513"/>
                  </a:lnTo>
                  <a:lnTo>
                    <a:pt x="1251538" y="152634"/>
                  </a:lnTo>
                  <a:lnTo>
                    <a:pt x="1254001" y="152752"/>
                  </a:lnTo>
                  <a:lnTo>
                    <a:pt x="1256465" y="152868"/>
                  </a:lnTo>
                  <a:lnTo>
                    <a:pt x="1258929" y="152981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42670" y="2185191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700561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7320349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7635081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7949813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26454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8"/>
            <p:cNvSpPr/>
            <p:nvPr/>
          </p:nvSpPr>
          <p:spPr>
            <a:xfrm>
              <a:off x="6927936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242668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7557400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7872132" y="224749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8155787" y="2246129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592414" y="239691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24" name="rc124"/>
            <p:cNvSpPr/>
            <p:nvPr/>
          </p:nvSpPr>
          <p:spPr>
            <a:xfrm>
              <a:off x="8397081" y="581025"/>
              <a:ext cx="1523999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8466670" y="87830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8529616" y="1667436"/>
              <a:ext cx="1258929" cy="458351"/>
            </a:xfrm>
            <a:custGeom>
              <a:avLst/>
              <a:pathLst>
                <a:path w="1258929" h="458351">
                  <a:moveTo>
                    <a:pt x="0" y="458349"/>
                  </a:moveTo>
                  <a:lnTo>
                    <a:pt x="2463" y="458348"/>
                  </a:lnTo>
                  <a:lnTo>
                    <a:pt x="4927" y="458346"/>
                  </a:lnTo>
                  <a:lnTo>
                    <a:pt x="7390" y="458344"/>
                  </a:lnTo>
                  <a:lnTo>
                    <a:pt x="9854" y="458340"/>
                  </a:lnTo>
                  <a:lnTo>
                    <a:pt x="12318" y="458335"/>
                  </a:lnTo>
                  <a:lnTo>
                    <a:pt x="14781" y="458327"/>
                  </a:lnTo>
                  <a:lnTo>
                    <a:pt x="17245" y="458314"/>
                  </a:lnTo>
                  <a:lnTo>
                    <a:pt x="19709" y="458296"/>
                  </a:lnTo>
                  <a:lnTo>
                    <a:pt x="22172" y="458271"/>
                  </a:lnTo>
                  <a:lnTo>
                    <a:pt x="24636" y="458234"/>
                  </a:lnTo>
                  <a:lnTo>
                    <a:pt x="27100" y="458184"/>
                  </a:lnTo>
                  <a:lnTo>
                    <a:pt x="29563" y="458114"/>
                  </a:lnTo>
                  <a:lnTo>
                    <a:pt x="32027" y="458011"/>
                  </a:lnTo>
                  <a:lnTo>
                    <a:pt x="34491" y="457870"/>
                  </a:lnTo>
                  <a:lnTo>
                    <a:pt x="36954" y="457679"/>
                  </a:lnTo>
                  <a:lnTo>
                    <a:pt x="39418" y="457422"/>
                  </a:lnTo>
                  <a:lnTo>
                    <a:pt x="41882" y="457082"/>
                  </a:lnTo>
                  <a:lnTo>
                    <a:pt x="44345" y="456636"/>
                  </a:lnTo>
                  <a:lnTo>
                    <a:pt x="46809" y="456059"/>
                  </a:lnTo>
                  <a:lnTo>
                    <a:pt x="49273" y="455284"/>
                  </a:lnTo>
                  <a:lnTo>
                    <a:pt x="51736" y="454282"/>
                  </a:lnTo>
                  <a:lnTo>
                    <a:pt x="54200" y="453011"/>
                  </a:lnTo>
                  <a:lnTo>
                    <a:pt x="56664" y="451418"/>
                  </a:lnTo>
                  <a:lnTo>
                    <a:pt x="59127" y="449441"/>
                  </a:lnTo>
                  <a:lnTo>
                    <a:pt x="61591" y="447015"/>
                  </a:lnTo>
                  <a:lnTo>
                    <a:pt x="64055" y="444068"/>
                  </a:lnTo>
                  <a:lnTo>
                    <a:pt x="66518" y="440432"/>
                  </a:lnTo>
                  <a:lnTo>
                    <a:pt x="68982" y="436036"/>
                  </a:lnTo>
                  <a:lnTo>
                    <a:pt x="71446" y="430837"/>
                  </a:lnTo>
                  <a:lnTo>
                    <a:pt x="73909" y="424752"/>
                  </a:lnTo>
                  <a:lnTo>
                    <a:pt x="76373" y="417706"/>
                  </a:lnTo>
                  <a:lnTo>
                    <a:pt x="78837" y="409626"/>
                  </a:lnTo>
                  <a:lnTo>
                    <a:pt x="81300" y="400453"/>
                  </a:lnTo>
                  <a:lnTo>
                    <a:pt x="83764" y="390025"/>
                  </a:lnTo>
                  <a:lnTo>
                    <a:pt x="86228" y="378306"/>
                  </a:lnTo>
                  <a:lnTo>
                    <a:pt x="88691" y="365414"/>
                  </a:lnTo>
                  <a:lnTo>
                    <a:pt x="91155" y="351379"/>
                  </a:lnTo>
                  <a:lnTo>
                    <a:pt x="93618" y="336256"/>
                  </a:lnTo>
                  <a:lnTo>
                    <a:pt x="96082" y="320124"/>
                  </a:lnTo>
                  <a:lnTo>
                    <a:pt x="98546" y="303090"/>
                  </a:lnTo>
                  <a:lnTo>
                    <a:pt x="101009" y="285249"/>
                  </a:lnTo>
                  <a:lnTo>
                    <a:pt x="103473" y="266780"/>
                  </a:lnTo>
                  <a:lnTo>
                    <a:pt x="105937" y="247971"/>
                  </a:lnTo>
                  <a:lnTo>
                    <a:pt x="108400" y="229024"/>
                  </a:lnTo>
                  <a:lnTo>
                    <a:pt x="110864" y="210147"/>
                  </a:lnTo>
                  <a:lnTo>
                    <a:pt x="113328" y="191550"/>
                  </a:lnTo>
                  <a:lnTo>
                    <a:pt x="115791" y="173439"/>
                  </a:lnTo>
                  <a:lnTo>
                    <a:pt x="118255" y="156039"/>
                  </a:lnTo>
                  <a:lnTo>
                    <a:pt x="120719" y="139691"/>
                  </a:lnTo>
                  <a:lnTo>
                    <a:pt x="123182" y="124419"/>
                  </a:lnTo>
                  <a:lnTo>
                    <a:pt x="125646" y="110334"/>
                  </a:lnTo>
                  <a:lnTo>
                    <a:pt x="128110" y="97513"/>
                  </a:lnTo>
                  <a:lnTo>
                    <a:pt x="130573" y="86002"/>
                  </a:lnTo>
                  <a:lnTo>
                    <a:pt x="133037" y="75817"/>
                  </a:lnTo>
                  <a:lnTo>
                    <a:pt x="135501" y="66944"/>
                  </a:lnTo>
                  <a:lnTo>
                    <a:pt x="137964" y="59552"/>
                  </a:lnTo>
                  <a:lnTo>
                    <a:pt x="140428" y="53297"/>
                  </a:lnTo>
                  <a:lnTo>
                    <a:pt x="142892" y="48070"/>
                  </a:lnTo>
                  <a:lnTo>
                    <a:pt x="145355" y="43750"/>
                  </a:lnTo>
                  <a:lnTo>
                    <a:pt x="147819" y="40206"/>
                  </a:lnTo>
                  <a:lnTo>
                    <a:pt x="150283" y="37307"/>
                  </a:lnTo>
                  <a:lnTo>
                    <a:pt x="152746" y="34917"/>
                  </a:lnTo>
                  <a:lnTo>
                    <a:pt x="155210" y="32943"/>
                  </a:lnTo>
                  <a:lnTo>
                    <a:pt x="157674" y="31192"/>
                  </a:lnTo>
                  <a:lnTo>
                    <a:pt x="160137" y="29556"/>
                  </a:lnTo>
                  <a:lnTo>
                    <a:pt x="162601" y="27954"/>
                  </a:lnTo>
                  <a:lnTo>
                    <a:pt x="165065" y="26319"/>
                  </a:lnTo>
                  <a:lnTo>
                    <a:pt x="167528" y="24602"/>
                  </a:lnTo>
                  <a:lnTo>
                    <a:pt x="169992" y="22768"/>
                  </a:lnTo>
                  <a:lnTo>
                    <a:pt x="172456" y="20782"/>
                  </a:lnTo>
                  <a:lnTo>
                    <a:pt x="174919" y="18657"/>
                  </a:lnTo>
                  <a:lnTo>
                    <a:pt x="177383" y="16423"/>
                  </a:lnTo>
                  <a:lnTo>
                    <a:pt x="179847" y="14112"/>
                  </a:lnTo>
                  <a:lnTo>
                    <a:pt x="182310" y="11765"/>
                  </a:lnTo>
                  <a:lnTo>
                    <a:pt x="184774" y="9434"/>
                  </a:lnTo>
                  <a:lnTo>
                    <a:pt x="187237" y="7177"/>
                  </a:lnTo>
                  <a:lnTo>
                    <a:pt x="189701" y="5084"/>
                  </a:lnTo>
                  <a:lnTo>
                    <a:pt x="192165" y="3251"/>
                  </a:lnTo>
                  <a:lnTo>
                    <a:pt x="194628" y="1744"/>
                  </a:lnTo>
                  <a:lnTo>
                    <a:pt x="197092" y="645"/>
                  </a:lnTo>
                  <a:lnTo>
                    <a:pt x="199556" y="35"/>
                  </a:lnTo>
                  <a:lnTo>
                    <a:pt x="202019" y="0"/>
                  </a:lnTo>
                  <a:lnTo>
                    <a:pt x="204483" y="620"/>
                  </a:lnTo>
                  <a:lnTo>
                    <a:pt x="206947" y="2037"/>
                  </a:lnTo>
                  <a:lnTo>
                    <a:pt x="209410" y="4396"/>
                  </a:lnTo>
                  <a:lnTo>
                    <a:pt x="211874" y="7673"/>
                  </a:lnTo>
                  <a:lnTo>
                    <a:pt x="214338" y="11929"/>
                  </a:lnTo>
                  <a:lnTo>
                    <a:pt x="216801" y="17214"/>
                  </a:lnTo>
                  <a:lnTo>
                    <a:pt x="219265" y="23570"/>
                  </a:lnTo>
                  <a:lnTo>
                    <a:pt x="221729" y="31026"/>
                  </a:lnTo>
                  <a:lnTo>
                    <a:pt x="224192" y="39644"/>
                  </a:lnTo>
                  <a:lnTo>
                    <a:pt x="226656" y="49549"/>
                  </a:lnTo>
                  <a:lnTo>
                    <a:pt x="229120" y="60546"/>
                  </a:lnTo>
                  <a:lnTo>
                    <a:pt x="231583" y="72595"/>
                  </a:lnTo>
                  <a:lnTo>
                    <a:pt x="234047" y="85643"/>
                  </a:lnTo>
                  <a:lnTo>
                    <a:pt x="236511" y="99621"/>
                  </a:lnTo>
                  <a:lnTo>
                    <a:pt x="238974" y="114448"/>
                  </a:lnTo>
                  <a:lnTo>
                    <a:pt x="241438" y="130036"/>
                  </a:lnTo>
                  <a:lnTo>
                    <a:pt x="243902" y="146360"/>
                  </a:lnTo>
                  <a:lnTo>
                    <a:pt x="246365" y="163156"/>
                  </a:lnTo>
                  <a:lnTo>
                    <a:pt x="248829" y="180298"/>
                  </a:lnTo>
                  <a:lnTo>
                    <a:pt x="251293" y="197655"/>
                  </a:lnTo>
                  <a:lnTo>
                    <a:pt x="253756" y="215094"/>
                  </a:lnTo>
                  <a:lnTo>
                    <a:pt x="256220" y="232485"/>
                  </a:lnTo>
                  <a:lnTo>
                    <a:pt x="258684" y="249699"/>
                  </a:lnTo>
                  <a:lnTo>
                    <a:pt x="261147" y="266533"/>
                  </a:lnTo>
                  <a:lnTo>
                    <a:pt x="263611" y="282892"/>
                  </a:lnTo>
                  <a:lnTo>
                    <a:pt x="266075" y="298687"/>
                  </a:lnTo>
                  <a:lnTo>
                    <a:pt x="268538" y="313831"/>
                  </a:lnTo>
                  <a:lnTo>
                    <a:pt x="271002" y="328249"/>
                  </a:lnTo>
                  <a:lnTo>
                    <a:pt x="273465" y="341880"/>
                  </a:lnTo>
                  <a:lnTo>
                    <a:pt x="275929" y="354676"/>
                  </a:lnTo>
                  <a:lnTo>
                    <a:pt x="278393" y="366478"/>
                  </a:lnTo>
                  <a:lnTo>
                    <a:pt x="280856" y="377342"/>
                  </a:lnTo>
                  <a:lnTo>
                    <a:pt x="283320" y="387316"/>
                  </a:lnTo>
                  <a:lnTo>
                    <a:pt x="285784" y="396413"/>
                  </a:lnTo>
                  <a:lnTo>
                    <a:pt x="288247" y="404654"/>
                  </a:lnTo>
                  <a:lnTo>
                    <a:pt x="290711" y="412069"/>
                  </a:lnTo>
                  <a:lnTo>
                    <a:pt x="293175" y="418695"/>
                  </a:lnTo>
                  <a:lnTo>
                    <a:pt x="295638" y="424501"/>
                  </a:lnTo>
                  <a:lnTo>
                    <a:pt x="298102" y="429570"/>
                  </a:lnTo>
                  <a:lnTo>
                    <a:pt x="300566" y="434017"/>
                  </a:lnTo>
                  <a:lnTo>
                    <a:pt x="303029" y="437892"/>
                  </a:lnTo>
                  <a:lnTo>
                    <a:pt x="305493" y="441249"/>
                  </a:lnTo>
                  <a:lnTo>
                    <a:pt x="307957" y="444138"/>
                  </a:lnTo>
                  <a:lnTo>
                    <a:pt x="310420" y="446609"/>
                  </a:lnTo>
                  <a:lnTo>
                    <a:pt x="312884" y="448683"/>
                  </a:lnTo>
                  <a:lnTo>
                    <a:pt x="315348" y="450406"/>
                  </a:lnTo>
                  <a:lnTo>
                    <a:pt x="317811" y="451859"/>
                  </a:lnTo>
                  <a:lnTo>
                    <a:pt x="320275" y="453077"/>
                  </a:lnTo>
                  <a:lnTo>
                    <a:pt x="322739" y="454091"/>
                  </a:lnTo>
                  <a:lnTo>
                    <a:pt x="325202" y="454932"/>
                  </a:lnTo>
                  <a:lnTo>
                    <a:pt x="327666" y="455623"/>
                  </a:lnTo>
                  <a:lnTo>
                    <a:pt x="330130" y="456183"/>
                  </a:lnTo>
                  <a:lnTo>
                    <a:pt x="332593" y="456627"/>
                  </a:lnTo>
                  <a:lnTo>
                    <a:pt x="335057" y="456988"/>
                  </a:lnTo>
                  <a:lnTo>
                    <a:pt x="337521" y="457280"/>
                  </a:lnTo>
                  <a:lnTo>
                    <a:pt x="339984" y="457515"/>
                  </a:lnTo>
                  <a:lnTo>
                    <a:pt x="342448" y="457701"/>
                  </a:lnTo>
                  <a:lnTo>
                    <a:pt x="344912" y="457847"/>
                  </a:lnTo>
                  <a:lnTo>
                    <a:pt x="347375" y="457961"/>
                  </a:lnTo>
                  <a:lnTo>
                    <a:pt x="349839" y="458045"/>
                  </a:lnTo>
                  <a:lnTo>
                    <a:pt x="352303" y="458108"/>
                  </a:lnTo>
                  <a:lnTo>
                    <a:pt x="354766" y="458155"/>
                  </a:lnTo>
                  <a:lnTo>
                    <a:pt x="357230" y="458187"/>
                  </a:lnTo>
                  <a:lnTo>
                    <a:pt x="359694" y="458208"/>
                  </a:lnTo>
                  <a:lnTo>
                    <a:pt x="362157" y="458218"/>
                  </a:lnTo>
                  <a:lnTo>
                    <a:pt x="364621" y="458220"/>
                  </a:lnTo>
                  <a:lnTo>
                    <a:pt x="367084" y="458212"/>
                  </a:lnTo>
                  <a:lnTo>
                    <a:pt x="369548" y="458197"/>
                  </a:lnTo>
                  <a:lnTo>
                    <a:pt x="372012" y="458176"/>
                  </a:lnTo>
                  <a:lnTo>
                    <a:pt x="374475" y="458147"/>
                  </a:lnTo>
                  <a:lnTo>
                    <a:pt x="376939" y="458113"/>
                  </a:lnTo>
                  <a:lnTo>
                    <a:pt x="379403" y="458071"/>
                  </a:lnTo>
                  <a:lnTo>
                    <a:pt x="381866" y="458023"/>
                  </a:lnTo>
                  <a:lnTo>
                    <a:pt x="384330" y="457968"/>
                  </a:lnTo>
                  <a:lnTo>
                    <a:pt x="386794" y="457906"/>
                  </a:lnTo>
                  <a:lnTo>
                    <a:pt x="389257" y="457838"/>
                  </a:lnTo>
                  <a:lnTo>
                    <a:pt x="391721" y="457764"/>
                  </a:lnTo>
                  <a:lnTo>
                    <a:pt x="394185" y="457684"/>
                  </a:lnTo>
                  <a:lnTo>
                    <a:pt x="396648" y="457599"/>
                  </a:lnTo>
                  <a:lnTo>
                    <a:pt x="399112" y="457509"/>
                  </a:lnTo>
                  <a:lnTo>
                    <a:pt x="401576" y="457414"/>
                  </a:lnTo>
                  <a:lnTo>
                    <a:pt x="404039" y="457316"/>
                  </a:lnTo>
                  <a:lnTo>
                    <a:pt x="406503" y="457216"/>
                  </a:lnTo>
                  <a:lnTo>
                    <a:pt x="408967" y="457114"/>
                  </a:lnTo>
                  <a:lnTo>
                    <a:pt x="411430" y="457012"/>
                  </a:lnTo>
                  <a:lnTo>
                    <a:pt x="413894" y="456909"/>
                  </a:lnTo>
                  <a:lnTo>
                    <a:pt x="416358" y="456807"/>
                  </a:lnTo>
                  <a:lnTo>
                    <a:pt x="418821" y="456706"/>
                  </a:lnTo>
                  <a:lnTo>
                    <a:pt x="421285" y="456608"/>
                  </a:lnTo>
                  <a:lnTo>
                    <a:pt x="423749" y="456513"/>
                  </a:lnTo>
                  <a:lnTo>
                    <a:pt x="426212" y="456420"/>
                  </a:lnTo>
                  <a:lnTo>
                    <a:pt x="428676" y="456331"/>
                  </a:lnTo>
                  <a:lnTo>
                    <a:pt x="431140" y="456245"/>
                  </a:lnTo>
                  <a:lnTo>
                    <a:pt x="433603" y="456163"/>
                  </a:lnTo>
                  <a:lnTo>
                    <a:pt x="436067" y="456085"/>
                  </a:lnTo>
                  <a:lnTo>
                    <a:pt x="438531" y="456011"/>
                  </a:lnTo>
                  <a:lnTo>
                    <a:pt x="440994" y="455941"/>
                  </a:lnTo>
                  <a:lnTo>
                    <a:pt x="443458" y="455875"/>
                  </a:lnTo>
                  <a:lnTo>
                    <a:pt x="445922" y="455812"/>
                  </a:lnTo>
                  <a:lnTo>
                    <a:pt x="448385" y="455752"/>
                  </a:lnTo>
                  <a:lnTo>
                    <a:pt x="450849" y="455696"/>
                  </a:lnTo>
                  <a:lnTo>
                    <a:pt x="453312" y="455643"/>
                  </a:lnTo>
                  <a:lnTo>
                    <a:pt x="455776" y="455594"/>
                  </a:lnTo>
                  <a:lnTo>
                    <a:pt x="458240" y="455547"/>
                  </a:lnTo>
                  <a:lnTo>
                    <a:pt x="460703" y="455504"/>
                  </a:lnTo>
                  <a:lnTo>
                    <a:pt x="463167" y="455462"/>
                  </a:lnTo>
                  <a:lnTo>
                    <a:pt x="465631" y="455423"/>
                  </a:lnTo>
                  <a:lnTo>
                    <a:pt x="468094" y="455386"/>
                  </a:lnTo>
                  <a:lnTo>
                    <a:pt x="470558" y="455351"/>
                  </a:lnTo>
                  <a:lnTo>
                    <a:pt x="473022" y="455316"/>
                  </a:lnTo>
                  <a:lnTo>
                    <a:pt x="475485" y="455283"/>
                  </a:lnTo>
                  <a:lnTo>
                    <a:pt x="477949" y="455249"/>
                  </a:lnTo>
                  <a:lnTo>
                    <a:pt x="480413" y="455216"/>
                  </a:lnTo>
                  <a:lnTo>
                    <a:pt x="482876" y="455182"/>
                  </a:lnTo>
                  <a:lnTo>
                    <a:pt x="485340" y="455148"/>
                  </a:lnTo>
                  <a:lnTo>
                    <a:pt x="487804" y="455115"/>
                  </a:lnTo>
                  <a:lnTo>
                    <a:pt x="490267" y="455081"/>
                  </a:lnTo>
                  <a:lnTo>
                    <a:pt x="492731" y="455048"/>
                  </a:lnTo>
                  <a:lnTo>
                    <a:pt x="495195" y="455016"/>
                  </a:lnTo>
                  <a:lnTo>
                    <a:pt x="497658" y="454986"/>
                  </a:lnTo>
                  <a:lnTo>
                    <a:pt x="500122" y="454960"/>
                  </a:lnTo>
                  <a:lnTo>
                    <a:pt x="502586" y="454938"/>
                  </a:lnTo>
                  <a:lnTo>
                    <a:pt x="505049" y="454922"/>
                  </a:lnTo>
                  <a:lnTo>
                    <a:pt x="507513" y="454913"/>
                  </a:lnTo>
                  <a:lnTo>
                    <a:pt x="509977" y="454914"/>
                  </a:lnTo>
                  <a:lnTo>
                    <a:pt x="512440" y="454924"/>
                  </a:lnTo>
                  <a:lnTo>
                    <a:pt x="514904" y="454946"/>
                  </a:lnTo>
                  <a:lnTo>
                    <a:pt x="517368" y="454980"/>
                  </a:lnTo>
                  <a:lnTo>
                    <a:pt x="519831" y="455026"/>
                  </a:lnTo>
                  <a:lnTo>
                    <a:pt x="522295" y="455085"/>
                  </a:lnTo>
                  <a:lnTo>
                    <a:pt x="524759" y="455160"/>
                  </a:lnTo>
                  <a:lnTo>
                    <a:pt x="527222" y="455249"/>
                  </a:lnTo>
                  <a:lnTo>
                    <a:pt x="529686" y="455352"/>
                  </a:lnTo>
                  <a:lnTo>
                    <a:pt x="532150" y="455467"/>
                  </a:lnTo>
                  <a:lnTo>
                    <a:pt x="534613" y="455593"/>
                  </a:lnTo>
                  <a:lnTo>
                    <a:pt x="537077" y="455729"/>
                  </a:lnTo>
                  <a:lnTo>
                    <a:pt x="539541" y="455874"/>
                  </a:lnTo>
                  <a:lnTo>
                    <a:pt x="542004" y="456026"/>
                  </a:lnTo>
                  <a:lnTo>
                    <a:pt x="544468" y="456184"/>
                  </a:lnTo>
                  <a:lnTo>
                    <a:pt x="546931" y="456344"/>
                  </a:lnTo>
                  <a:lnTo>
                    <a:pt x="549395" y="456504"/>
                  </a:lnTo>
                  <a:lnTo>
                    <a:pt x="551859" y="456664"/>
                  </a:lnTo>
                  <a:lnTo>
                    <a:pt x="554322" y="456820"/>
                  </a:lnTo>
                  <a:lnTo>
                    <a:pt x="556786" y="456972"/>
                  </a:lnTo>
                  <a:lnTo>
                    <a:pt x="559250" y="457118"/>
                  </a:lnTo>
                  <a:lnTo>
                    <a:pt x="561713" y="457254"/>
                  </a:lnTo>
                  <a:lnTo>
                    <a:pt x="564177" y="457381"/>
                  </a:lnTo>
                  <a:lnTo>
                    <a:pt x="566641" y="457499"/>
                  </a:lnTo>
                  <a:lnTo>
                    <a:pt x="569104" y="457606"/>
                  </a:lnTo>
                  <a:lnTo>
                    <a:pt x="571568" y="457702"/>
                  </a:lnTo>
                  <a:lnTo>
                    <a:pt x="574032" y="457786"/>
                  </a:lnTo>
                  <a:lnTo>
                    <a:pt x="576495" y="457859"/>
                  </a:lnTo>
                  <a:lnTo>
                    <a:pt x="578959" y="457918"/>
                  </a:lnTo>
                  <a:lnTo>
                    <a:pt x="581423" y="457966"/>
                  </a:lnTo>
                  <a:lnTo>
                    <a:pt x="583886" y="458003"/>
                  </a:lnTo>
                  <a:lnTo>
                    <a:pt x="586350" y="458029"/>
                  </a:lnTo>
                  <a:lnTo>
                    <a:pt x="588814" y="458045"/>
                  </a:lnTo>
                  <a:lnTo>
                    <a:pt x="591277" y="458050"/>
                  </a:lnTo>
                  <a:lnTo>
                    <a:pt x="593741" y="458045"/>
                  </a:lnTo>
                  <a:lnTo>
                    <a:pt x="596205" y="458030"/>
                  </a:lnTo>
                  <a:lnTo>
                    <a:pt x="598668" y="458006"/>
                  </a:lnTo>
                  <a:lnTo>
                    <a:pt x="601132" y="457974"/>
                  </a:lnTo>
                  <a:lnTo>
                    <a:pt x="603596" y="457934"/>
                  </a:lnTo>
                  <a:lnTo>
                    <a:pt x="606059" y="457888"/>
                  </a:lnTo>
                  <a:lnTo>
                    <a:pt x="608523" y="457836"/>
                  </a:lnTo>
                  <a:lnTo>
                    <a:pt x="610987" y="457779"/>
                  </a:lnTo>
                  <a:lnTo>
                    <a:pt x="613450" y="457718"/>
                  </a:lnTo>
                  <a:lnTo>
                    <a:pt x="615914" y="457655"/>
                  </a:lnTo>
                  <a:lnTo>
                    <a:pt x="618378" y="457591"/>
                  </a:lnTo>
                  <a:lnTo>
                    <a:pt x="620841" y="457528"/>
                  </a:lnTo>
                  <a:lnTo>
                    <a:pt x="623305" y="457466"/>
                  </a:lnTo>
                  <a:lnTo>
                    <a:pt x="625769" y="457408"/>
                  </a:lnTo>
                  <a:lnTo>
                    <a:pt x="628232" y="457355"/>
                  </a:lnTo>
                  <a:lnTo>
                    <a:pt x="630696" y="457308"/>
                  </a:lnTo>
                  <a:lnTo>
                    <a:pt x="633159" y="457269"/>
                  </a:lnTo>
                  <a:lnTo>
                    <a:pt x="635623" y="457239"/>
                  </a:lnTo>
                  <a:lnTo>
                    <a:pt x="638087" y="457219"/>
                  </a:lnTo>
                  <a:lnTo>
                    <a:pt x="640550" y="457208"/>
                  </a:lnTo>
                  <a:lnTo>
                    <a:pt x="643014" y="457208"/>
                  </a:lnTo>
                  <a:lnTo>
                    <a:pt x="645478" y="457218"/>
                  </a:lnTo>
                  <a:lnTo>
                    <a:pt x="647941" y="457239"/>
                  </a:lnTo>
                  <a:lnTo>
                    <a:pt x="650405" y="457270"/>
                  </a:lnTo>
                  <a:lnTo>
                    <a:pt x="652869" y="457309"/>
                  </a:lnTo>
                  <a:lnTo>
                    <a:pt x="655332" y="457357"/>
                  </a:lnTo>
                  <a:lnTo>
                    <a:pt x="657796" y="457410"/>
                  </a:lnTo>
                  <a:lnTo>
                    <a:pt x="660260" y="457469"/>
                  </a:lnTo>
                  <a:lnTo>
                    <a:pt x="662723" y="457532"/>
                  </a:lnTo>
                  <a:lnTo>
                    <a:pt x="665187" y="457597"/>
                  </a:lnTo>
                  <a:lnTo>
                    <a:pt x="667651" y="457664"/>
                  </a:lnTo>
                  <a:lnTo>
                    <a:pt x="670114" y="457731"/>
                  </a:lnTo>
                  <a:lnTo>
                    <a:pt x="672578" y="457796"/>
                  </a:lnTo>
                  <a:lnTo>
                    <a:pt x="675042" y="457859"/>
                  </a:lnTo>
                  <a:lnTo>
                    <a:pt x="677505" y="457918"/>
                  </a:lnTo>
                  <a:lnTo>
                    <a:pt x="679969" y="457975"/>
                  </a:lnTo>
                  <a:lnTo>
                    <a:pt x="682433" y="458027"/>
                  </a:lnTo>
                  <a:lnTo>
                    <a:pt x="684896" y="458074"/>
                  </a:lnTo>
                  <a:lnTo>
                    <a:pt x="687360" y="458116"/>
                  </a:lnTo>
                  <a:lnTo>
                    <a:pt x="689824" y="458153"/>
                  </a:lnTo>
                  <a:lnTo>
                    <a:pt x="692287" y="458186"/>
                  </a:lnTo>
                  <a:lnTo>
                    <a:pt x="694751" y="458215"/>
                  </a:lnTo>
                  <a:lnTo>
                    <a:pt x="697215" y="458239"/>
                  </a:lnTo>
                  <a:lnTo>
                    <a:pt x="699678" y="458260"/>
                  </a:lnTo>
                  <a:lnTo>
                    <a:pt x="702142" y="458276"/>
                  </a:lnTo>
                  <a:lnTo>
                    <a:pt x="704606" y="458289"/>
                  </a:lnTo>
                  <a:lnTo>
                    <a:pt x="707069" y="458299"/>
                  </a:lnTo>
                  <a:lnTo>
                    <a:pt x="709533" y="458307"/>
                  </a:lnTo>
                  <a:lnTo>
                    <a:pt x="711997" y="458311"/>
                  </a:lnTo>
                  <a:lnTo>
                    <a:pt x="714460" y="458313"/>
                  </a:lnTo>
                  <a:lnTo>
                    <a:pt x="716924" y="458313"/>
                  </a:lnTo>
                  <a:lnTo>
                    <a:pt x="719388" y="458310"/>
                  </a:lnTo>
                  <a:lnTo>
                    <a:pt x="721851" y="458304"/>
                  </a:lnTo>
                  <a:lnTo>
                    <a:pt x="724315" y="458295"/>
                  </a:lnTo>
                  <a:lnTo>
                    <a:pt x="726778" y="458284"/>
                  </a:lnTo>
                  <a:lnTo>
                    <a:pt x="729242" y="458269"/>
                  </a:lnTo>
                  <a:lnTo>
                    <a:pt x="731706" y="458251"/>
                  </a:lnTo>
                  <a:lnTo>
                    <a:pt x="734169" y="458230"/>
                  </a:lnTo>
                  <a:lnTo>
                    <a:pt x="736633" y="458204"/>
                  </a:lnTo>
                  <a:lnTo>
                    <a:pt x="739097" y="458173"/>
                  </a:lnTo>
                  <a:lnTo>
                    <a:pt x="741560" y="458138"/>
                  </a:lnTo>
                  <a:lnTo>
                    <a:pt x="744024" y="458098"/>
                  </a:lnTo>
                  <a:lnTo>
                    <a:pt x="746488" y="458054"/>
                  </a:lnTo>
                  <a:lnTo>
                    <a:pt x="748951" y="458005"/>
                  </a:lnTo>
                  <a:lnTo>
                    <a:pt x="751415" y="457951"/>
                  </a:lnTo>
                  <a:lnTo>
                    <a:pt x="753879" y="457893"/>
                  </a:lnTo>
                  <a:lnTo>
                    <a:pt x="756342" y="457832"/>
                  </a:lnTo>
                  <a:lnTo>
                    <a:pt x="758806" y="457768"/>
                  </a:lnTo>
                  <a:lnTo>
                    <a:pt x="761270" y="457702"/>
                  </a:lnTo>
                  <a:lnTo>
                    <a:pt x="763733" y="457635"/>
                  </a:lnTo>
                  <a:lnTo>
                    <a:pt x="766197" y="457568"/>
                  </a:lnTo>
                  <a:lnTo>
                    <a:pt x="768661" y="457504"/>
                  </a:lnTo>
                  <a:lnTo>
                    <a:pt x="771124" y="457442"/>
                  </a:lnTo>
                  <a:lnTo>
                    <a:pt x="773588" y="457385"/>
                  </a:lnTo>
                  <a:lnTo>
                    <a:pt x="776052" y="457334"/>
                  </a:lnTo>
                  <a:lnTo>
                    <a:pt x="778515" y="457291"/>
                  </a:lnTo>
                  <a:lnTo>
                    <a:pt x="780979" y="457255"/>
                  </a:lnTo>
                  <a:lnTo>
                    <a:pt x="783443" y="457229"/>
                  </a:lnTo>
                  <a:lnTo>
                    <a:pt x="785906" y="457212"/>
                  </a:lnTo>
                  <a:lnTo>
                    <a:pt x="788370" y="457205"/>
                  </a:lnTo>
                  <a:lnTo>
                    <a:pt x="790834" y="457211"/>
                  </a:lnTo>
                  <a:lnTo>
                    <a:pt x="793297" y="457226"/>
                  </a:lnTo>
                  <a:lnTo>
                    <a:pt x="795761" y="457252"/>
                  </a:lnTo>
                  <a:lnTo>
                    <a:pt x="798225" y="457286"/>
                  </a:lnTo>
                  <a:lnTo>
                    <a:pt x="800688" y="457329"/>
                  </a:lnTo>
                  <a:lnTo>
                    <a:pt x="803152" y="457379"/>
                  </a:lnTo>
                  <a:lnTo>
                    <a:pt x="805616" y="457435"/>
                  </a:lnTo>
                  <a:lnTo>
                    <a:pt x="808079" y="457497"/>
                  </a:lnTo>
                  <a:lnTo>
                    <a:pt x="810543" y="457561"/>
                  </a:lnTo>
                  <a:lnTo>
                    <a:pt x="813006" y="457627"/>
                  </a:lnTo>
                  <a:lnTo>
                    <a:pt x="815470" y="457694"/>
                  </a:lnTo>
                  <a:lnTo>
                    <a:pt x="817934" y="457760"/>
                  </a:lnTo>
                  <a:lnTo>
                    <a:pt x="820397" y="457825"/>
                  </a:lnTo>
                  <a:lnTo>
                    <a:pt x="822861" y="457887"/>
                  </a:lnTo>
                  <a:lnTo>
                    <a:pt x="825325" y="457945"/>
                  </a:lnTo>
                  <a:lnTo>
                    <a:pt x="827788" y="457999"/>
                  </a:lnTo>
                  <a:lnTo>
                    <a:pt x="830252" y="458049"/>
                  </a:lnTo>
                  <a:lnTo>
                    <a:pt x="832716" y="458094"/>
                  </a:lnTo>
                  <a:lnTo>
                    <a:pt x="835179" y="458134"/>
                  </a:lnTo>
                  <a:lnTo>
                    <a:pt x="837643" y="458170"/>
                  </a:lnTo>
                  <a:lnTo>
                    <a:pt x="840107" y="458202"/>
                  </a:lnTo>
                  <a:lnTo>
                    <a:pt x="842570" y="458229"/>
                  </a:lnTo>
                  <a:lnTo>
                    <a:pt x="845034" y="458251"/>
                  </a:lnTo>
                  <a:lnTo>
                    <a:pt x="847498" y="458271"/>
                  </a:lnTo>
                  <a:lnTo>
                    <a:pt x="849961" y="458287"/>
                  </a:lnTo>
                  <a:lnTo>
                    <a:pt x="852425" y="458300"/>
                  </a:lnTo>
                  <a:lnTo>
                    <a:pt x="854889" y="458311"/>
                  </a:lnTo>
                  <a:lnTo>
                    <a:pt x="857352" y="458320"/>
                  </a:lnTo>
                  <a:lnTo>
                    <a:pt x="859816" y="458328"/>
                  </a:lnTo>
                  <a:lnTo>
                    <a:pt x="862280" y="458333"/>
                  </a:lnTo>
                  <a:lnTo>
                    <a:pt x="864743" y="458337"/>
                  </a:lnTo>
                  <a:lnTo>
                    <a:pt x="867207" y="458341"/>
                  </a:lnTo>
                  <a:lnTo>
                    <a:pt x="869671" y="458343"/>
                  </a:lnTo>
                  <a:lnTo>
                    <a:pt x="872134" y="458345"/>
                  </a:lnTo>
                  <a:lnTo>
                    <a:pt x="874598" y="458347"/>
                  </a:lnTo>
                  <a:lnTo>
                    <a:pt x="877062" y="458348"/>
                  </a:lnTo>
                  <a:lnTo>
                    <a:pt x="879525" y="458349"/>
                  </a:lnTo>
                  <a:lnTo>
                    <a:pt x="881989" y="458349"/>
                  </a:lnTo>
                  <a:lnTo>
                    <a:pt x="884453" y="458350"/>
                  </a:lnTo>
                  <a:lnTo>
                    <a:pt x="886916" y="458350"/>
                  </a:lnTo>
                  <a:lnTo>
                    <a:pt x="889380" y="458350"/>
                  </a:lnTo>
                  <a:lnTo>
                    <a:pt x="891844" y="458351"/>
                  </a:lnTo>
                  <a:lnTo>
                    <a:pt x="894307" y="458351"/>
                  </a:lnTo>
                  <a:lnTo>
                    <a:pt x="896771" y="458351"/>
                  </a:lnTo>
                  <a:lnTo>
                    <a:pt x="899235" y="458351"/>
                  </a:lnTo>
                  <a:lnTo>
                    <a:pt x="901698" y="458351"/>
                  </a:lnTo>
                  <a:lnTo>
                    <a:pt x="904162" y="458351"/>
                  </a:lnTo>
                  <a:lnTo>
                    <a:pt x="906625" y="458351"/>
                  </a:lnTo>
                  <a:lnTo>
                    <a:pt x="909089" y="458351"/>
                  </a:lnTo>
                  <a:lnTo>
                    <a:pt x="911553" y="458351"/>
                  </a:lnTo>
                  <a:lnTo>
                    <a:pt x="914016" y="458351"/>
                  </a:lnTo>
                  <a:lnTo>
                    <a:pt x="916480" y="458351"/>
                  </a:lnTo>
                  <a:lnTo>
                    <a:pt x="918944" y="458351"/>
                  </a:lnTo>
                  <a:lnTo>
                    <a:pt x="921407" y="458351"/>
                  </a:lnTo>
                  <a:lnTo>
                    <a:pt x="923871" y="458351"/>
                  </a:lnTo>
                  <a:lnTo>
                    <a:pt x="926335" y="458351"/>
                  </a:lnTo>
                  <a:lnTo>
                    <a:pt x="928798" y="458351"/>
                  </a:lnTo>
                  <a:lnTo>
                    <a:pt x="931262" y="458351"/>
                  </a:lnTo>
                  <a:lnTo>
                    <a:pt x="933726" y="458351"/>
                  </a:lnTo>
                  <a:lnTo>
                    <a:pt x="936189" y="458351"/>
                  </a:lnTo>
                  <a:lnTo>
                    <a:pt x="938653" y="458351"/>
                  </a:lnTo>
                  <a:lnTo>
                    <a:pt x="941117" y="458351"/>
                  </a:lnTo>
                  <a:lnTo>
                    <a:pt x="943580" y="458351"/>
                  </a:lnTo>
                  <a:lnTo>
                    <a:pt x="946044" y="458351"/>
                  </a:lnTo>
                  <a:lnTo>
                    <a:pt x="948508" y="458351"/>
                  </a:lnTo>
                  <a:lnTo>
                    <a:pt x="950971" y="458351"/>
                  </a:lnTo>
                  <a:lnTo>
                    <a:pt x="953435" y="458351"/>
                  </a:lnTo>
                  <a:lnTo>
                    <a:pt x="955899" y="458351"/>
                  </a:lnTo>
                  <a:lnTo>
                    <a:pt x="958362" y="458351"/>
                  </a:lnTo>
                  <a:lnTo>
                    <a:pt x="960826" y="458351"/>
                  </a:lnTo>
                  <a:lnTo>
                    <a:pt x="963290" y="458351"/>
                  </a:lnTo>
                  <a:lnTo>
                    <a:pt x="965753" y="458351"/>
                  </a:lnTo>
                  <a:lnTo>
                    <a:pt x="968217" y="458351"/>
                  </a:lnTo>
                  <a:lnTo>
                    <a:pt x="970681" y="458351"/>
                  </a:lnTo>
                  <a:lnTo>
                    <a:pt x="973144" y="458351"/>
                  </a:lnTo>
                  <a:lnTo>
                    <a:pt x="975608" y="458351"/>
                  </a:lnTo>
                  <a:lnTo>
                    <a:pt x="978072" y="458351"/>
                  </a:lnTo>
                  <a:lnTo>
                    <a:pt x="980535" y="458351"/>
                  </a:lnTo>
                  <a:lnTo>
                    <a:pt x="982999" y="458351"/>
                  </a:lnTo>
                  <a:lnTo>
                    <a:pt x="985463" y="458351"/>
                  </a:lnTo>
                  <a:lnTo>
                    <a:pt x="987926" y="458351"/>
                  </a:lnTo>
                  <a:lnTo>
                    <a:pt x="990390" y="458351"/>
                  </a:lnTo>
                  <a:lnTo>
                    <a:pt x="992853" y="458351"/>
                  </a:lnTo>
                  <a:lnTo>
                    <a:pt x="995317" y="458351"/>
                  </a:lnTo>
                  <a:lnTo>
                    <a:pt x="997781" y="458351"/>
                  </a:lnTo>
                  <a:lnTo>
                    <a:pt x="1000244" y="458351"/>
                  </a:lnTo>
                  <a:lnTo>
                    <a:pt x="1002708" y="458351"/>
                  </a:lnTo>
                  <a:lnTo>
                    <a:pt x="1005172" y="458351"/>
                  </a:lnTo>
                  <a:lnTo>
                    <a:pt x="1007635" y="458351"/>
                  </a:lnTo>
                  <a:lnTo>
                    <a:pt x="1010099" y="458351"/>
                  </a:lnTo>
                  <a:lnTo>
                    <a:pt x="1012563" y="458351"/>
                  </a:lnTo>
                  <a:lnTo>
                    <a:pt x="1015026" y="458351"/>
                  </a:lnTo>
                  <a:lnTo>
                    <a:pt x="1017490" y="458351"/>
                  </a:lnTo>
                  <a:lnTo>
                    <a:pt x="1019954" y="458351"/>
                  </a:lnTo>
                  <a:lnTo>
                    <a:pt x="1022417" y="458351"/>
                  </a:lnTo>
                  <a:lnTo>
                    <a:pt x="1024881" y="458351"/>
                  </a:lnTo>
                  <a:lnTo>
                    <a:pt x="1027345" y="458350"/>
                  </a:lnTo>
                  <a:lnTo>
                    <a:pt x="1029808" y="458350"/>
                  </a:lnTo>
                  <a:lnTo>
                    <a:pt x="1032272" y="458350"/>
                  </a:lnTo>
                  <a:lnTo>
                    <a:pt x="1034736" y="458349"/>
                  </a:lnTo>
                  <a:lnTo>
                    <a:pt x="1037199" y="458349"/>
                  </a:lnTo>
                  <a:lnTo>
                    <a:pt x="1039663" y="458348"/>
                  </a:lnTo>
                  <a:lnTo>
                    <a:pt x="1042127" y="458347"/>
                  </a:lnTo>
                  <a:lnTo>
                    <a:pt x="1044590" y="458345"/>
                  </a:lnTo>
                  <a:lnTo>
                    <a:pt x="1047054" y="458343"/>
                  </a:lnTo>
                  <a:lnTo>
                    <a:pt x="1049518" y="458341"/>
                  </a:lnTo>
                  <a:lnTo>
                    <a:pt x="1051981" y="458338"/>
                  </a:lnTo>
                  <a:lnTo>
                    <a:pt x="1054445" y="458333"/>
                  </a:lnTo>
                  <a:lnTo>
                    <a:pt x="1056909" y="458328"/>
                  </a:lnTo>
                  <a:lnTo>
                    <a:pt x="1059372" y="458320"/>
                  </a:lnTo>
                  <a:lnTo>
                    <a:pt x="1061836" y="458312"/>
                  </a:lnTo>
                  <a:lnTo>
                    <a:pt x="1064300" y="458301"/>
                  </a:lnTo>
                  <a:lnTo>
                    <a:pt x="1066763" y="458287"/>
                  </a:lnTo>
                  <a:lnTo>
                    <a:pt x="1069227" y="458272"/>
                  </a:lnTo>
                  <a:lnTo>
                    <a:pt x="1071691" y="458252"/>
                  </a:lnTo>
                  <a:lnTo>
                    <a:pt x="1074154" y="458229"/>
                  </a:lnTo>
                  <a:lnTo>
                    <a:pt x="1076618" y="458202"/>
                  </a:lnTo>
                  <a:lnTo>
                    <a:pt x="1079082" y="458171"/>
                  </a:lnTo>
                  <a:lnTo>
                    <a:pt x="1081545" y="458135"/>
                  </a:lnTo>
                  <a:lnTo>
                    <a:pt x="1084009" y="458095"/>
                  </a:lnTo>
                  <a:lnTo>
                    <a:pt x="1086472" y="458051"/>
                  </a:lnTo>
                  <a:lnTo>
                    <a:pt x="1088936" y="458001"/>
                  </a:lnTo>
                  <a:lnTo>
                    <a:pt x="1091400" y="457947"/>
                  </a:lnTo>
                  <a:lnTo>
                    <a:pt x="1093863" y="457889"/>
                  </a:lnTo>
                  <a:lnTo>
                    <a:pt x="1096327" y="457827"/>
                  </a:lnTo>
                  <a:lnTo>
                    <a:pt x="1098791" y="457763"/>
                  </a:lnTo>
                  <a:lnTo>
                    <a:pt x="1101254" y="457697"/>
                  </a:lnTo>
                  <a:lnTo>
                    <a:pt x="1103718" y="457631"/>
                  </a:lnTo>
                  <a:lnTo>
                    <a:pt x="1106182" y="457564"/>
                  </a:lnTo>
                  <a:lnTo>
                    <a:pt x="1108645" y="457500"/>
                  </a:lnTo>
                  <a:lnTo>
                    <a:pt x="1111109" y="457439"/>
                  </a:lnTo>
                  <a:lnTo>
                    <a:pt x="1113573" y="457383"/>
                  </a:lnTo>
                  <a:lnTo>
                    <a:pt x="1116036" y="457332"/>
                  </a:lnTo>
                  <a:lnTo>
                    <a:pt x="1118500" y="457289"/>
                  </a:lnTo>
                  <a:lnTo>
                    <a:pt x="1120964" y="457253"/>
                  </a:lnTo>
                  <a:lnTo>
                    <a:pt x="1123427" y="457227"/>
                  </a:lnTo>
                  <a:lnTo>
                    <a:pt x="1125891" y="457212"/>
                  </a:lnTo>
                  <a:lnTo>
                    <a:pt x="1128355" y="457208"/>
                  </a:lnTo>
                  <a:lnTo>
                    <a:pt x="1130818" y="457213"/>
                  </a:lnTo>
                  <a:lnTo>
                    <a:pt x="1133282" y="457229"/>
                  </a:lnTo>
                  <a:lnTo>
                    <a:pt x="1135746" y="457254"/>
                  </a:lnTo>
                  <a:lnTo>
                    <a:pt x="1138209" y="457289"/>
                  </a:lnTo>
                  <a:lnTo>
                    <a:pt x="1140673" y="457332"/>
                  </a:lnTo>
                  <a:lnTo>
                    <a:pt x="1143137" y="457383"/>
                  </a:lnTo>
                  <a:lnTo>
                    <a:pt x="1145600" y="457440"/>
                  </a:lnTo>
                  <a:lnTo>
                    <a:pt x="1148064" y="457501"/>
                  </a:lnTo>
                  <a:lnTo>
                    <a:pt x="1150528" y="457566"/>
                  </a:lnTo>
                  <a:lnTo>
                    <a:pt x="1152991" y="457632"/>
                  </a:lnTo>
                  <a:lnTo>
                    <a:pt x="1155455" y="457698"/>
                  </a:lnTo>
                  <a:lnTo>
                    <a:pt x="1157919" y="457765"/>
                  </a:lnTo>
                  <a:lnTo>
                    <a:pt x="1160382" y="457829"/>
                  </a:lnTo>
                  <a:lnTo>
                    <a:pt x="1162846" y="457890"/>
                  </a:lnTo>
                  <a:lnTo>
                    <a:pt x="1165310" y="457948"/>
                  </a:lnTo>
                  <a:lnTo>
                    <a:pt x="1167773" y="458002"/>
                  </a:lnTo>
                  <a:lnTo>
                    <a:pt x="1170237" y="458051"/>
                  </a:lnTo>
                  <a:lnTo>
                    <a:pt x="1172701" y="458096"/>
                  </a:lnTo>
                  <a:lnTo>
                    <a:pt x="1175164" y="458137"/>
                  </a:lnTo>
                  <a:lnTo>
                    <a:pt x="1177628" y="458172"/>
                  </a:lnTo>
                  <a:lnTo>
                    <a:pt x="1180091" y="458203"/>
                  </a:lnTo>
                  <a:lnTo>
                    <a:pt x="1182555" y="458229"/>
                  </a:lnTo>
                  <a:lnTo>
                    <a:pt x="1185019" y="458252"/>
                  </a:lnTo>
                  <a:lnTo>
                    <a:pt x="1187482" y="458272"/>
                  </a:lnTo>
                  <a:lnTo>
                    <a:pt x="1189946" y="458288"/>
                  </a:lnTo>
                  <a:lnTo>
                    <a:pt x="1192410" y="458301"/>
                  </a:lnTo>
                  <a:lnTo>
                    <a:pt x="1194873" y="458312"/>
                  </a:lnTo>
                  <a:lnTo>
                    <a:pt x="1197337" y="458321"/>
                  </a:lnTo>
                  <a:lnTo>
                    <a:pt x="1199801" y="458328"/>
                  </a:lnTo>
                  <a:lnTo>
                    <a:pt x="1202264" y="458333"/>
                  </a:lnTo>
                  <a:lnTo>
                    <a:pt x="1204728" y="458338"/>
                  </a:lnTo>
                  <a:lnTo>
                    <a:pt x="1207192" y="458341"/>
                  </a:lnTo>
                  <a:lnTo>
                    <a:pt x="1209655" y="458344"/>
                  </a:lnTo>
                  <a:lnTo>
                    <a:pt x="1212119" y="458346"/>
                  </a:lnTo>
                  <a:lnTo>
                    <a:pt x="1214583" y="458347"/>
                  </a:lnTo>
                  <a:lnTo>
                    <a:pt x="1217046" y="458348"/>
                  </a:lnTo>
                  <a:lnTo>
                    <a:pt x="1219510" y="458349"/>
                  </a:lnTo>
                  <a:lnTo>
                    <a:pt x="1221974" y="458349"/>
                  </a:lnTo>
                  <a:lnTo>
                    <a:pt x="1224437" y="458350"/>
                  </a:lnTo>
                  <a:lnTo>
                    <a:pt x="1226901" y="458350"/>
                  </a:lnTo>
                  <a:lnTo>
                    <a:pt x="1229365" y="458350"/>
                  </a:lnTo>
                  <a:lnTo>
                    <a:pt x="1231828" y="458351"/>
                  </a:lnTo>
                  <a:lnTo>
                    <a:pt x="1234292" y="458351"/>
                  </a:lnTo>
                  <a:lnTo>
                    <a:pt x="1236756" y="458351"/>
                  </a:lnTo>
                  <a:lnTo>
                    <a:pt x="1239219" y="458351"/>
                  </a:lnTo>
                  <a:lnTo>
                    <a:pt x="1241683" y="458351"/>
                  </a:lnTo>
                  <a:lnTo>
                    <a:pt x="1244147" y="458351"/>
                  </a:lnTo>
                  <a:lnTo>
                    <a:pt x="1246610" y="458351"/>
                  </a:lnTo>
                  <a:lnTo>
                    <a:pt x="1249074" y="458351"/>
                  </a:lnTo>
                  <a:lnTo>
                    <a:pt x="1251538" y="458351"/>
                  </a:lnTo>
                  <a:lnTo>
                    <a:pt x="1254001" y="458351"/>
                  </a:lnTo>
                  <a:lnTo>
                    <a:pt x="1256465" y="458351"/>
                  </a:lnTo>
                  <a:lnTo>
                    <a:pt x="1258929" y="458351"/>
                  </a:lnTo>
                  <a:lnTo>
                    <a:pt x="1256465" y="458351"/>
                  </a:lnTo>
                  <a:lnTo>
                    <a:pt x="1254001" y="458351"/>
                  </a:lnTo>
                  <a:lnTo>
                    <a:pt x="1251538" y="458351"/>
                  </a:lnTo>
                  <a:lnTo>
                    <a:pt x="1249074" y="458351"/>
                  </a:lnTo>
                  <a:lnTo>
                    <a:pt x="1246610" y="458351"/>
                  </a:lnTo>
                  <a:lnTo>
                    <a:pt x="1244147" y="458351"/>
                  </a:lnTo>
                  <a:lnTo>
                    <a:pt x="1241683" y="458351"/>
                  </a:lnTo>
                  <a:lnTo>
                    <a:pt x="1239219" y="458351"/>
                  </a:lnTo>
                  <a:lnTo>
                    <a:pt x="1236756" y="458351"/>
                  </a:lnTo>
                  <a:lnTo>
                    <a:pt x="1234292" y="458351"/>
                  </a:lnTo>
                  <a:lnTo>
                    <a:pt x="1231828" y="458351"/>
                  </a:lnTo>
                  <a:lnTo>
                    <a:pt x="1229365" y="458351"/>
                  </a:lnTo>
                  <a:lnTo>
                    <a:pt x="1226901" y="458351"/>
                  </a:lnTo>
                  <a:lnTo>
                    <a:pt x="1224437" y="458351"/>
                  </a:lnTo>
                  <a:lnTo>
                    <a:pt x="1221974" y="458351"/>
                  </a:lnTo>
                  <a:lnTo>
                    <a:pt x="1219510" y="458351"/>
                  </a:lnTo>
                  <a:lnTo>
                    <a:pt x="1217046" y="458351"/>
                  </a:lnTo>
                  <a:lnTo>
                    <a:pt x="1214583" y="458351"/>
                  </a:lnTo>
                  <a:lnTo>
                    <a:pt x="1212119" y="458351"/>
                  </a:lnTo>
                  <a:lnTo>
                    <a:pt x="1209655" y="458351"/>
                  </a:lnTo>
                  <a:lnTo>
                    <a:pt x="1207192" y="458351"/>
                  </a:lnTo>
                  <a:lnTo>
                    <a:pt x="1204728" y="458351"/>
                  </a:lnTo>
                  <a:lnTo>
                    <a:pt x="1202264" y="458351"/>
                  </a:lnTo>
                  <a:lnTo>
                    <a:pt x="1199801" y="458351"/>
                  </a:lnTo>
                  <a:lnTo>
                    <a:pt x="1197337" y="458351"/>
                  </a:lnTo>
                  <a:lnTo>
                    <a:pt x="1194873" y="458351"/>
                  </a:lnTo>
                  <a:lnTo>
                    <a:pt x="1192410" y="458351"/>
                  </a:lnTo>
                  <a:lnTo>
                    <a:pt x="1189946" y="458351"/>
                  </a:lnTo>
                  <a:lnTo>
                    <a:pt x="1187482" y="458351"/>
                  </a:lnTo>
                  <a:lnTo>
                    <a:pt x="1185019" y="458351"/>
                  </a:lnTo>
                  <a:lnTo>
                    <a:pt x="1182555" y="458351"/>
                  </a:lnTo>
                  <a:lnTo>
                    <a:pt x="1180091" y="458351"/>
                  </a:lnTo>
                  <a:lnTo>
                    <a:pt x="1177628" y="458351"/>
                  </a:lnTo>
                  <a:lnTo>
                    <a:pt x="1175164" y="458351"/>
                  </a:lnTo>
                  <a:lnTo>
                    <a:pt x="1172701" y="458351"/>
                  </a:lnTo>
                  <a:lnTo>
                    <a:pt x="1170237" y="458351"/>
                  </a:lnTo>
                  <a:lnTo>
                    <a:pt x="1167773" y="458351"/>
                  </a:lnTo>
                  <a:lnTo>
                    <a:pt x="1165310" y="458351"/>
                  </a:lnTo>
                  <a:lnTo>
                    <a:pt x="1162846" y="458351"/>
                  </a:lnTo>
                  <a:lnTo>
                    <a:pt x="1160382" y="458351"/>
                  </a:lnTo>
                  <a:lnTo>
                    <a:pt x="1157919" y="458351"/>
                  </a:lnTo>
                  <a:lnTo>
                    <a:pt x="1155455" y="458351"/>
                  </a:lnTo>
                  <a:lnTo>
                    <a:pt x="1152991" y="458351"/>
                  </a:lnTo>
                  <a:lnTo>
                    <a:pt x="1150528" y="458351"/>
                  </a:lnTo>
                  <a:lnTo>
                    <a:pt x="1148064" y="458351"/>
                  </a:lnTo>
                  <a:lnTo>
                    <a:pt x="1145600" y="458351"/>
                  </a:lnTo>
                  <a:lnTo>
                    <a:pt x="1143137" y="458351"/>
                  </a:lnTo>
                  <a:lnTo>
                    <a:pt x="1140673" y="458351"/>
                  </a:lnTo>
                  <a:lnTo>
                    <a:pt x="1138209" y="458351"/>
                  </a:lnTo>
                  <a:lnTo>
                    <a:pt x="1135746" y="458351"/>
                  </a:lnTo>
                  <a:lnTo>
                    <a:pt x="1133282" y="458351"/>
                  </a:lnTo>
                  <a:lnTo>
                    <a:pt x="1130818" y="458351"/>
                  </a:lnTo>
                  <a:lnTo>
                    <a:pt x="1128355" y="458351"/>
                  </a:lnTo>
                  <a:lnTo>
                    <a:pt x="1125891" y="458351"/>
                  </a:lnTo>
                  <a:lnTo>
                    <a:pt x="1123427" y="458351"/>
                  </a:lnTo>
                  <a:lnTo>
                    <a:pt x="1120964" y="458351"/>
                  </a:lnTo>
                  <a:lnTo>
                    <a:pt x="1118500" y="458351"/>
                  </a:lnTo>
                  <a:lnTo>
                    <a:pt x="1116036" y="458351"/>
                  </a:lnTo>
                  <a:lnTo>
                    <a:pt x="1113573" y="458351"/>
                  </a:lnTo>
                  <a:lnTo>
                    <a:pt x="1111109" y="458351"/>
                  </a:lnTo>
                  <a:lnTo>
                    <a:pt x="1108645" y="458351"/>
                  </a:lnTo>
                  <a:lnTo>
                    <a:pt x="1106182" y="458351"/>
                  </a:lnTo>
                  <a:lnTo>
                    <a:pt x="1103718" y="458351"/>
                  </a:lnTo>
                  <a:lnTo>
                    <a:pt x="1101254" y="458351"/>
                  </a:lnTo>
                  <a:lnTo>
                    <a:pt x="1098791" y="458351"/>
                  </a:lnTo>
                  <a:lnTo>
                    <a:pt x="1096327" y="458351"/>
                  </a:lnTo>
                  <a:lnTo>
                    <a:pt x="1093863" y="458351"/>
                  </a:lnTo>
                  <a:lnTo>
                    <a:pt x="1091400" y="458351"/>
                  </a:lnTo>
                  <a:lnTo>
                    <a:pt x="1088936" y="458351"/>
                  </a:lnTo>
                  <a:lnTo>
                    <a:pt x="1086472" y="458351"/>
                  </a:lnTo>
                  <a:lnTo>
                    <a:pt x="1084009" y="458351"/>
                  </a:lnTo>
                  <a:lnTo>
                    <a:pt x="1081545" y="458351"/>
                  </a:lnTo>
                  <a:lnTo>
                    <a:pt x="1079082" y="458351"/>
                  </a:lnTo>
                  <a:lnTo>
                    <a:pt x="1076618" y="458351"/>
                  </a:lnTo>
                  <a:lnTo>
                    <a:pt x="1074154" y="458351"/>
                  </a:lnTo>
                  <a:lnTo>
                    <a:pt x="1071691" y="458351"/>
                  </a:lnTo>
                  <a:lnTo>
                    <a:pt x="1069227" y="458351"/>
                  </a:lnTo>
                  <a:lnTo>
                    <a:pt x="1066763" y="458351"/>
                  </a:lnTo>
                  <a:lnTo>
                    <a:pt x="1064300" y="458351"/>
                  </a:lnTo>
                  <a:lnTo>
                    <a:pt x="1061836" y="458351"/>
                  </a:lnTo>
                  <a:lnTo>
                    <a:pt x="1059372" y="458351"/>
                  </a:lnTo>
                  <a:lnTo>
                    <a:pt x="1056909" y="458351"/>
                  </a:lnTo>
                  <a:lnTo>
                    <a:pt x="1054445" y="458351"/>
                  </a:lnTo>
                  <a:lnTo>
                    <a:pt x="1051981" y="458351"/>
                  </a:lnTo>
                  <a:lnTo>
                    <a:pt x="1049518" y="458351"/>
                  </a:lnTo>
                  <a:lnTo>
                    <a:pt x="1047054" y="458351"/>
                  </a:lnTo>
                  <a:lnTo>
                    <a:pt x="1044590" y="458351"/>
                  </a:lnTo>
                  <a:lnTo>
                    <a:pt x="1042127" y="458351"/>
                  </a:lnTo>
                  <a:lnTo>
                    <a:pt x="1039663" y="458351"/>
                  </a:lnTo>
                  <a:lnTo>
                    <a:pt x="1037199" y="458351"/>
                  </a:lnTo>
                  <a:lnTo>
                    <a:pt x="1034736" y="458351"/>
                  </a:lnTo>
                  <a:lnTo>
                    <a:pt x="1032272" y="458351"/>
                  </a:lnTo>
                  <a:lnTo>
                    <a:pt x="1029808" y="458351"/>
                  </a:lnTo>
                  <a:lnTo>
                    <a:pt x="1027345" y="458351"/>
                  </a:lnTo>
                  <a:lnTo>
                    <a:pt x="1024881" y="458351"/>
                  </a:lnTo>
                  <a:lnTo>
                    <a:pt x="1022417" y="458351"/>
                  </a:lnTo>
                  <a:lnTo>
                    <a:pt x="1019954" y="458351"/>
                  </a:lnTo>
                  <a:lnTo>
                    <a:pt x="1017490" y="458351"/>
                  </a:lnTo>
                  <a:lnTo>
                    <a:pt x="1015026" y="458351"/>
                  </a:lnTo>
                  <a:lnTo>
                    <a:pt x="1012563" y="458351"/>
                  </a:lnTo>
                  <a:lnTo>
                    <a:pt x="1010099" y="458351"/>
                  </a:lnTo>
                  <a:lnTo>
                    <a:pt x="1007635" y="458351"/>
                  </a:lnTo>
                  <a:lnTo>
                    <a:pt x="1005172" y="458351"/>
                  </a:lnTo>
                  <a:lnTo>
                    <a:pt x="1002708" y="458351"/>
                  </a:lnTo>
                  <a:lnTo>
                    <a:pt x="1000244" y="458351"/>
                  </a:lnTo>
                  <a:lnTo>
                    <a:pt x="997781" y="458351"/>
                  </a:lnTo>
                  <a:lnTo>
                    <a:pt x="995317" y="458351"/>
                  </a:lnTo>
                  <a:lnTo>
                    <a:pt x="992853" y="458351"/>
                  </a:lnTo>
                  <a:lnTo>
                    <a:pt x="990390" y="458351"/>
                  </a:lnTo>
                  <a:lnTo>
                    <a:pt x="987926" y="458351"/>
                  </a:lnTo>
                  <a:lnTo>
                    <a:pt x="985463" y="458351"/>
                  </a:lnTo>
                  <a:lnTo>
                    <a:pt x="982999" y="458351"/>
                  </a:lnTo>
                  <a:lnTo>
                    <a:pt x="980535" y="458351"/>
                  </a:lnTo>
                  <a:lnTo>
                    <a:pt x="978072" y="458351"/>
                  </a:lnTo>
                  <a:lnTo>
                    <a:pt x="975608" y="458351"/>
                  </a:lnTo>
                  <a:lnTo>
                    <a:pt x="973144" y="458351"/>
                  </a:lnTo>
                  <a:lnTo>
                    <a:pt x="970681" y="458351"/>
                  </a:lnTo>
                  <a:lnTo>
                    <a:pt x="968217" y="458351"/>
                  </a:lnTo>
                  <a:lnTo>
                    <a:pt x="965753" y="458351"/>
                  </a:lnTo>
                  <a:lnTo>
                    <a:pt x="963290" y="458351"/>
                  </a:lnTo>
                  <a:lnTo>
                    <a:pt x="960826" y="458351"/>
                  </a:lnTo>
                  <a:lnTo>
                    <a:pt x="958362" y="458351"/>
                  </a:lnTo>
                  <a:lnTo>
                    <a:pt x="955899" y="458351"/>
                  </a:lnTo>
                  <a:lnTo>
                    <a:pt x="953435" y="458351"/>
                  </a:lnTo>
                  <a:lnTo>
                    <a:pt x="950971" y="458351"/>
                  </a:lnTo>
                  <a:lnTo>
                    <a:pt x="948508" y="458351"/>
                  </a:lnTo>
                  <a:lnTo>
                    <a:pt x="946044" y="458351"/>
                  </a:lnTo>
                  <a:lnTo>
                    <a:pt x="943580" y="458351"/>
                  </a:lnTo>
                  <a:lnTo>
                    <a:pt x="941117" y="458351"/>
                  </a:lnTo>
                  <a:lnTo>
                    <a:pt x="938653" y="458351"/>
                  </a:lnTo>
                  <a:lnTo>
                    <a:pt x="936189" y="458351"/>
                  </a:lnTo>
                  <a:lnTo>
                    <a:pt x="933726" y="458351"/>
                  </a:lnTo>
                  <a:lnTo>
                    <a:pt x="931262" y="458351"/>
                  </a:lnTo>
                  <a:lnTo>
                    <a:pt x="928798" y="458351"/>
                  </a:lnTo>
                  <a:lnTo>
                    <a:pt x="926335" y="458351"/>
                  </a:lnTo>
                  <a:lnTo>
                    <a:pt x="923871" y="458351"/>
                  </a:lnTo>
                  <a:lnTo>
                    <a:pt x="921407" y="458351"/>
                  </a:lnTo>
                  <a:lnTo>
                    <a:pt x="918944" y="458351"/>
                  </a:lnTo>
                  <a:lnTo>
                    <a:pt x="916480" y="458351"/>
                  </a:lnTo>
                  <a:lnTo>
                    <a:pt x="914016" y="458351"/>
                  </a:lnTo>
                  <a:lnTo>
                    <a:pt x="911553" y="458351"/>
                  </a:lnTo>
                  <a:lnTo>
                    <a:pt x="909089" y="458351"/>
                  </a:lnTo>
                  <a:lnTo>
                    <a:pt x="906625" y="458351"/>
                  </a:lnTo>
                  <a:lnTo>
                    <a:pt x="904162" y="458351"/>
                  </a:lnTo>
                  <a:lnTo>
                    <a:pt x="901698" y="458351"/>
                  </a:lnTo>
                  <a:lnTo>
                    <a:pt x="899235" y="458351"/>
                  </a:lnTo>
                  <a:lnTo>
                    <a:pt x="896771" y="458351"/>
                  </a:lnTo>
                  <a:lnTo>
                    <a:pt x="894307" y="458351"/>
                  </a:lnTo>
                  <a:lnTo>
                    <a:pt x="891844" y="458351"/>
                  </a:lnTo>
                  <a:lnTo>
                    <a:pt x="889380" y="458351"/>
                  </a:lnTo>
                  <a:lnTo>
                    <a:pt x="886916" y="458351"/>
                  </a:lnTo>
                  <a:lnTo>
                    <a:pt x="884453" y="458351"/>
                  </a:lnTo>
                  <a:lnTo>
                    <a:pt x="881989" y="458351"/>
                  </a:lnTo>
                  <a:lnTo>
                    <a:pt x="879525" y="458351"/>
                  </a:lnTo>
                  <a:lnTo>
                    <a:pt x="877062" y="458351"/>
                  </a:lnTo>
                  <a:lnTo>
                    <a:pt x="874598" y="458351"/>
                  </a:lnTo>
                  <a:lnTo>
                    <a:pt x="872134" y="458351"/>
                  </a:lnTo>
                  <a:lnTo>
                    <a:pt x="869671" y="458351"/>
                  </a:lnTo>
                  <a:lnTo>
                    <a:pt x="867207" y="458351"/>
                  </a:lnTo>
                  <a:lnTo>
                    <a:pt x="864743" y="458351"/>
                  </a:lnTo>
                  <a:lnTo>
                    <a:pt x="862280" y="458351"/>
                  </a:lnTo>
                  <a:lnTo>
                    <a:pt x="859816" y="458351"/>
                  </a:lnTo>
                  <a:lnTo>
                    <a:pt x="857352" y="458351"/>
                  </a:lnTo>
                  <a:lnTo>
                    <a:pt x="854889" y="458351"/>
                  </a:lnTo>
                  <a:lnTo>
                    <a:pt x="852425" y="458351"/>
                  </a:lnTo>
                  <a:lnTo>
                    <a:pt x="849961" y="458351"/>
                  </a:lnTo>
                  <a:lnTo>
                    <a:pt x="847498" y="458351"/>
                  </a:lnTo>
                  <a:lnTo>
                    <a:pt x="845034" y="458351"/>
                  </a:lnTo>
                  <a:lnTo>
                    <a:pt x="842570" y="458351"/>
                  </a:lnTo>
                  <a:lnTo>
                    <a:pt x="840107" y="458351"/>
                  </a:lnTo>
                  <a:lnTo>
                    <a:pt x="837643" y="458351"/>
                  </a:lnTo>
                  <a:lnTo>
                    <a:pt x="835179" y="458351"/>
                  </a:lnTo>
                  <a:lnTo>
                    <a:pt x="832716" y="458351"/>
                  </a:lnTo>
                  <a:lnTo>
                    <a:pt x="830252" y="458351"/>
                  </a:lnTo>
                  <a:lnTo>
                    <a:pt x="827788" y="458351"/>
                  </a:lnTo>
                  <a:lnTo>
                    <a:pt x="825325" y="458351"/>
                  </a:lnTo>
                  <a:lnTo>
                    <a:pt x="822861" y="458351"/>
                  </a:lnTo>
                  <a:lnTo>
                    <a:pt x="820397" y="458351"/>
                  </a:lnTo>
                  <a:lnTo>
                    <a:pt x="817934" y="458351"/>
                  </a:lnTo>
                  <a:lnTo>
                    <a:pt x="815470" y="458351"/>
                  </a:lnTo>
                  <a:lnTo>
                    <a:pt x="813006" y="458351"/>
                  </a:lnTo>
                  <a:lnTo>
                    <a:pt x="810543" y="458351"/>
                  </a:lnTo>
                  <a:lnTo>
                    <a:pt x="808079" y="458351"/>
                  </a:lnTo>
                  <a:lnTo>
                    <a:pt x="805616" y="458351"/>
                  </a:lnTo>
                  <a:lnTo>
                    <a:pt x="803152" y="458351"/>
                  </a:lnTo>
                  <a:lnTo>
                    <a:pt x="800688" y="458351"/>
                  </a:lnTo>
                  <a:lnTo>
                    <a:pt x="798225" y="458351"/>
                  </a:lnTo>
                  <a:lnTo>
                    <a:pt x="795761" y="458351"/>
                  </a:lnTo>
                  <a:lnTo>
                    <a:pt x="793297" y="458351"/>
                  </a:lnTo>
                  <a:lnTo>
                    <a:pt x="790834" y="458351"/>
                  </a:lnTo>
                  <a:lnTo>
                    <a:pt x="788370" y="458351"/>
                  </a:lnTo>
                  <a:lnTo>
                    <a:pt x="785906" y="458351"/>
                  </a:lnTo>
                  <a:lnTo>
                    <a:pt x="783443" y="458351"/>
                  </a:lnTo>
                  <a:lnTo>
                    <a:pt x="780979" y="458351"/>
                  </a:lnTo>
                  <a:lnTo>
                    <a:pt x="778515" y="458351"/>
                  </a:lnTo>
                  <a:lnTo>
                    <a:pt x="776052" y="458351"/>
                  </a:lnTo>
                  <a:lnTo>
                    <a:pt x="773588" y="458351"/>
                  </a:lnTo>
                  <a:lnTo>
                    <a:pt x="771124" y="458351"/>
                  </a:lnTo>
                  <a:lnTo>
                    <a:pt x="768661" y="458351"/>
                  </a:lnTo>
                  <a:lnTo>
                    <a:pt x="766197" y="458351"/>
                  </a:lnTo>
                  <a:lnTo>
                    <a:pt x="763733" y="458351"/>
                  </a:lnTo>
                  <a:lnTo>
                    <a:pt x="761270" y="458351"/>
                  </a:lnTo>
                  <a:lnTo>
                    <a:pt x="758806" y="458351"/>
                  </a:lnTo>
                  <a:lnTo>
                    <a:pt x="756342" y="458351"/>
                  </a:lnTo>
                  <a:lnTo>
                    <a:pt x="753879" y="458351"/>
                  </a:lnTo>
                  <a:lnTo>
                    <a:pt x="751415" y="458351"/>
                  </a:lnTo>
                  <a:lnTo>
                    <a:pt x="748951" y="458351"/>
                  </a:lnTo>
                  <a:lnTo>
                    <a:pt x="746488" y="458351"/>
                  </a:lnTo>
                  <a:lnTo>
                    <a:pt x="744024" y="458351"/>
                  </a:lnTo>
                  <a:lnTo>
                    <a:pt x="741560" y="458351"/>
                  </a:lnTo>
                  <a:lnTo>
                    <a:pt x="739097" y="458351"/>
                  </a:lnTo>
                  <a:lnTo>
                    <a:pt x="736633" y="458351"/>
                  </a:lnTo>
                  <a:lnTo>
                    <a:pt x="734169" y="458351"/>
                  </a:lnTo>
                  <a:lnTo>
                    <a:pt x="731706" y="458351"/>
                  </a:lnTo>
                  <a:lnTo>
                    <a:pt x="729242" y="458351"/>
                  </a:lnTo>
                  <a:lnTo>
                    <a:pt x="726778" y="458351"/>
                  </a:lnTo>
                  <a:lnTo>
                    <a:pt x="724315" y="458351"/>
                  </a:lnTo>
                  <a:lnTo>
                    <a:pt x="721851" y="458351"/>
                  </a:lnTo>
                  <a:lnTo>
                    <a:pt x="719388" y="458351"/>
                  </a:lnTo>
                  <a:lnTo>
                    <a:pt x="716924" y="458351"/>
                  </a:lnTo>
                  <a:lnTo>
                    <a:pt x="714460" y="458351"/>
                  </a:lnTo>
                  <a:lnTo>
                    <a:pt x="711997" y="458351"/>
                  </a:lnTo>
                  <a:lnTo>
                    <a:pt x="709533" y="458351"/>
                  </a:lnTo>
                  <a:lnTo>
                    <a:pt x="707069" y="458351"/>
                  </a:lnTo>
                  <a:lnTo>
                    <a:pt x="704606" y="458351"/>
                  </a:lnTo>
                  <a:lnTo>
                    <a:pt x="702142" y="458351"/>
                  </a:lnTo>
                  <a:lnTo>
                    <a:pt x="699678" y="458351"/>
                  </a:lnTo>
                  <a:lnTo>
                    <a:pt x="697215" y="458351"/>
                  </a:lnTo>
                  <a:lnTo>
                    <a:pt x="694751" y="458351"/>
                  </a:lnTo>
                  <a:lnTo>
                    <a:pt x="692287" y="458351"/>
                  </a:lnTo>
                  <a:lnTo>
                    <a:pt x="689824" y="458351"/>
                  </a:lnTo>
                  <a:lnTo>
                    <a:pt x="687360" y="458351"/>
                  </a:lnTo>
                  <a:lnTo>
                    <a:pt x="684896" y="458351"/>
                  </a:lnTo>
                  <a:lnTo>
                    <a:pt x="682433" y="458351"/>
                  </a:lnTo>
                  <a:lnTo>
                    <a:pt x="679969" y="458351"/>
                  </a:lnTo>
                  <a:lnTo>
                    <a:pt x="677505" y="458351"/>
                  </a:lnTo>
                  <a:lnTo>
                    <a:pt x="675042" y="458351"/>
                  </a:lnTo>
                  <a:lnTo>
                    <a:pt x="672578" y="458351"/>
                  </a:lnTo>
                  <a:lnTo>
                    <a:pt x="670114" y="458351"/>
                  </a:lnTo>
                  <a:lnTo>
                    <a:pt x="667651" y="458351"/>
                  </a:lnTo>
                  <a:lnTo>
                    <a:pt x="665187" y="458351"/>
                  </a:lnTo>
                  <a:lnTo>
                    <a:pt x="662723" y="458351"/>
                  </a:lnTo>
                  <a:lnTo>
                    <a:pt x="660260" y="458351"/>
                  </a:lnTo>
                  <a:lnTo>
                    <a:pt x="657796" y="458351"/>
                  </a:lnTo>
                  <a:lnTo>
                    <a:pt x="655332" y="458351"/>
                  </a:lnTo>
                  <a:lnTo>
                    <a:pt x="652869" y="458351"/>
                  </a:lnTo>
                  <a:lnTo>
                    <a:pt x="650405" y="458351"/>
                  </a:lnTo>
                  <a:lnTo>
                    <a:pt x="647941" y="458351"/>
                  </a:lnTo>
                  <a:lnTo>
                    <a:pt x="645478" y="458351"/>
                  </a:lnTo>
                  <a:lnTo>
                    <a:pt x="643014" y="458351"/>
                  </a:lnTo>
                  <a:lnTo>
                    <a:pt x="640550" y="458351"/>
                  </a:lnTo>
                  <a:lnTo>
                    <a:pt x="638087" y="458351"/>
                  </a:lnTo>
                  <a:lnTo>
                    <a:pt x="635623" y="458351"/>
                  </a:lnTo>
                  <a:lnTo>
                    <a:pt x="633159" y="458351"/>
                  </a:lnTo>
                  <a:lnTo>
                    <a:pt x="630696" y="458351"/>
                  </a:lnTo>
                  <a:lnTo>
                    <a:pt x="628232" y="458351"/>
                  </a:lnTo>
                  <a:lnTo>
                    <a:pt x="625769" y="458351"/>
                  </a:lnTo>
                  <a:lnTo>
                    <a:pt x="623305" y="458351"/>
                  </a:lnTo>
                  <a:lnTo>
                    <a:pt x="620841" y="458351"/>
                  </a:lnTo>
                  <a:lnTo>
                    <a:pt x="618378" y="458351"/>
                  </a:lnTo>
                  <a:lnTo>
                    <a:pt x="615914" y="458351"/>
                  </a:lnTo>
                  <a:lnTo>
                    <a:pt x="613450" y="458351"/>
                  </a:lnTo>
                  <a:lnTo>
                    <a:pt x="610987" y="458351"/>
                  </a:lnTo>
                  <a:lnTo>
                    <a:pt x="608523" y="458351"/>
                  </a:lnTo>
                  <a:lnTo>
                    <a:pt x="606059" y="458351"/>
                  </a:lnTo>
                  <a:lnTo>
                    <a:pt x="603596" y="458351"/>
                  </a:lnTo>
                  <a:lnTo>
                    <a:pt x="601132" y="458351"/>
                  </a:lnTo>
                  <a:lnTo>
                    <a:pt x="598668" y="458351"/>
                  </a:lnTo>
                  <a:lnTo>
                    <a:pt x="596205" y="458351"/>
                  </a:lnTo>
                  <a:lnTo>
                    <a:pt x="593741" y="458351"/>
                  </a:lnTo>
                  <a:lnTo>
                    <a:pt x="591277" y="458351"/>
                  </a:lnTo>
                  <a:lnTo>
                    <a:pt x="588814" y="458351"/>
                  </a:lnTo>
                  <a:lnTo>
                    <a:pt x="586350" y="458351"/>
                  </a:lnTo>
                  <a:lnTo>
                    <a:pt x="583886" y="458351"/>
                  </a:lnTo>
                  <a:lnTo>
                    <a:pt x="581423" y="458351"/>
                  </a:lnTo>
                  <a:lnTo>
                    <a:pt x="578959" y="458351"/>
                  </a:lnTo>
                  <a:lnTo>
                    <a:pt x="576495" y="458351"/>
                  </a:lnTo>
                  <a:lnTo>
                    <a:pt x="574032" y="458351"/>
                  </a:lnTo>
                  <a:lnTo>
                    <a:pt x="571568" y="458351"/>
                  </a:lnTo>
                  <a:lnTo>
                    <a:pt x="569104" y="458351"/>
                  </a:lnTo>
                  <a:lnTo>
                    <a:pt x="566641" y="458351"/>
                  </a:lnTo>
                  <a:lnTo>
                    <a:pt x="564177" y="458351"/>
                  </a:lnTo>
                  <a:lnTo>
                    <a:pt x="561713" y="458351"/>
                  </a:lnTo>
                  <a:lnTo>
                    <a:pt x="559250" y="458351"/>
                  </a:lnTo>
                  <a:lnTo>
                    <a:pt x="556786" y="458351"/>
                  </a:lnTo>
                  <a:lnTo>
                    <a:pt x="554322" y="458351"/>
                  </a:lnTo>
                  <a:lnTo>
                    <a:pt x="551859" y="458351"/>
                  </a:lnTo>
                  <a:lnTo>
                    <a:pt x="549395" y="458351"/>
                  </a:lnTo>
                  <a:lnTo>
                    <a:pt x="546931" y="458351"/>
                  </a:lnTo>
                  <a:lnTo>
                    <a:pt x="544468" y="458351"/>
                  </a:lnTo>
                  <a:lnTo>
                    <a:pt x="542004" y="458351"/>
                  </a:lnTo>
                  <a:lnTo>
                    <a:pt x="539541" y="458351"/>
                  </a:lnTo>
                  <a:lnTo>
                    <a:pt x="537077" y="458351"/>
                  </a:lnTo>
                  <a:lnTo>
                    <a:pt x="534613" y="458351"/>
                  </a:lnTo>
                  <a:lnTo>
                    <a:pt x="532150" y="458351"/>
                  </a:lnTo>
                  <a:lnTo>
                    <a:pt x="529686" y="458351"/>
                  </a:lnTo>
                  <a:lnTo>
                    <a:pt x="527222" y="458351"/>
                  </a:lnTo>
                  <a:lnTo>
                    <a:pt x="524759" y="458351"/>
                  </a:lnTo>
                  <a:lnTo>
                    <a:pt x="522295" y="458351"/>
                  </a:lnTo>
                  <a:lnTo>
                    <a:pt x="519831" y="458351"/>
                  </a:lnTo>
                  <a:lnTo>
                    <a:pt x="517368" y="458351"/>
                  </a:lnTo>
                  <a:lnTo>
                    <a:pt x="514904" y="458351"/>
                  </a:lnTo>
                  <a:lnTo>
                    <a:pt x="512440" y="458351"/>
                  </a:lnTo>
                  <a:lnTo>
                    <a:pt x="509977" y="458351"/>
                  </a:lnTo>
                  <a:lnTo>
                    <a:pt x="507513" y="458351"/>
                  </a:lnTo>
                  <a:lnTo>
                    <a:pt x="505049" y="458351"/>
                  </a:lnTo>
                  <a:lnTo>
                    <a:pt x="502586" y="458351"/>
                  </a:lnTo>
                  <a:lnTo>
                    <a:pt x="500122" y="458351"/>
                  </a:lnTo>
                  <a:lnTo>
                    <a:pt x="497658" y="458351"/>
                  </a:lnTo>
                  <a:lnTo>
                    <a:pt x="495195" y="458351"/>
                  </a:lnTo>
                  <a:lnTo>
                    <a:pt x="492731" y="458351"/>
                  </a:lnTo>
                  <a:lnTo>
                    <a:pt x="490267" y="458351"/>
                  </a:lnTo>
                  <a:lnTo>
                    <a:pt x="487804" y="458351"/>
                  </a:lnTo>
                  <a:lnTo>
                    <a:pt x="485340" y="458351"/>
                  </a:lnTo>
                  <a:lnTo>
                    <a:pt x="482876" y="458351"/>
                  </a:lnTo>
                  <a:lnTo>
                    <a:pt x="480413" y="458351"/>
                  </a:lnTo>
                  <a:lnTo>
                    <a:pt x="477949" y="458351"/>
                  </a:lnTo>
                  <a:lnTo>
                    <a:pt x="475485" y="458351"/>
                  </a:lnTo>
                  <a:lnTo>
                    <a:pt x="473022" y="458351"/>
                  </a:lnTo>
                  <a:lnTo>
                    <a:pt x="470558" y="458351"/>
                  </a:lnTo>
                  <a:lnTo>
                    <a:pt x="468094" y="458351"/>
                  </a:lnTo>
                  <a:lnTo>
                    <a:pt x="465631" y="458351"/>
                  </a:lnTo>
                  <a:lnTo>
                    <a:pt x="463167" y="458351"/>
                  </a:lnTo>
                  <a:lnTo>
                    <a:pt x="460703" y="458351"/>
                  </a:lnTo>
                  <a:lnTo>
                    <a:pt x="458240" y="458351"/>
                  </a:lnTo>
                  <a:lnTo>
                    <a:pt x="455776" y="458351"/>
                  </a:lnTo>
                  <a:lnTo>
                    <a:pt x="453312" y="458351"/>
                  </a:lnTo>
                  <a:lnTo>
                    <a:pt x="450849" y="458351"/>
                  </a:lnTo>
                  <a:lnTo>
                    <a:pt x="448385" y="458351"/>
                  </a:lnTo>
                  <a:lnTo>
                    <a:pt x="445922" y="458351"/>
                  </a:lnTo>
                  <a:lnTo>
                    <a:pt x="443458" y="458351"/>
                  </a:lnTo>
                  <a:lnTo>
                    <a:pt x="440994" y="458351"/>
                  </a:lnTo>
                  <a:lnTo>
                    <a:pt x="438531" y="458351"/>
                  </a:lnTo>
                  <a:lnTo>
                    <a:pt x="436067" y="458351"/>
                  </a:lnTo>
                  <a:lnTo>
                    <a:pt x="433603" y="458351"/>
                  </a:lnTo>
                  <a:lnTo>
                    <a:pt x="431140" y="458351"/>
                  </a:lnTo>
                  <a:lnTo>
                    <a:pt x="428676" y="458351"/>
                  </a:lnTo>
                  <a:lnTo>
                    <a:pt x="426212" y="458351"/>
                  </a:lnTo>
                  <a:lnTo>
                    <a:pt x="423749" y="458351"/>
                  </a:lnTo>
                  <a:lnTo>
                    <a:pt x="421285" y="458351"/>
                  </a:lnTo>
                  <a:lnTo>
                    <a:pt x="418821" y="458351"/>
                  </a:lnTo>
                  <a:lnTo>
                    <a:pt x="416358" y="458351"/>
                  </a:lnTo>
                  <a:lnTo>
                    <a:pt x="413894" y="458351"/>
                  </a:lnTo>
                  <a:lnTo>
                    <a:pt x="411430" y="458351"/>
                  </a:lnTo>
                  <a:lnTo>
                    <a:pt x="408967" y="458351"/>
                  </a:lnTo>
                  <a:lnTo>
                    <a:pt x="406503" y="458351"/>
                  </a:lnTo>
                  <a:lnTo>
                    <a:pt x="404039" y="458351"/>
                  </a:lnTo>
                  <a:lnTo>
                    <a:pt x="401576" y="458351"/>
                  </a:lnTo>
                  <a:lnTo>
                    <a:pt x="399112" y="458351"/>
                  </a:lnTo>
                  <a:lnTo>
                    <a:pt x="396648" y="458351"/>
                  </a:lnTo>
                  <a:lnTo>
                    <a:pt x="394185" y="458351"/>
                  </a:lnTo>
                  <a:lnTo>
                    <a:pt x="391721" y="458351"/>
                  </a:lnTo>
                  <a:lnTo>
                    <a:pt x="389257" y="458351"/>
                  </a:lnTo>
                  <a:lnTo>
                    <a:pt x="386794" y="458351"/>
                  </a:lnTo>
                  <a:lnTo>
                    <a:pt x="384330" y="458351"/>
                  </a:lnTo>
                  <a:lnTo>
                    <a:pt x="381866" y="458351"/>
                  </a:lnTo>
                  <a:lnTo>
                    <a:pt x="379403" y="458351"/>
                  </a:lnTo>
                  <a:lnTo>
                    <a:pt x="376939" y="458351"/>
                  </a:lnTo>
                  <a:lnTo>
                    <a:pt x="374475" y="458351"/>
                  </a:lnTo>
                  <a:lnTo>
                    <a:pt x="372012" y="458351"/>
                  </a:lnTo>
                  <a:lnTo>
                    <a:pt x="369548" y="458351"/>
                  </a:lnTo>
                  <a:lnTo>
                    <a:pt x="367084" y="458351"/>
                  </a:lnTo>
                  <a:lnTo>
                    <a:pt x="364621" y="458351"/>
                  </a:lnTo>
                  <a:lnTo>
                    <a:pt x="362157" y="458351"/>
                  </a:lnTo>
                  <a:lnTo>
                    <a:pt x="359694" y="458351"/>
                  </a:lnTo>
                  <a:lnTo>
                    <a:pt x="357230" y="458351"/>
                  </a:lnTo>
                  <a:lnTo>
                    <a:pt x="354766" y="458351"/>
                  </a:lnTo>
                  <a:lnTo>
                    <a:pt x="352303" y="458351"/>
                  </a:lnTo>
                  <a:lnTo>
                    <a:pt x="349839" y="458351"/>
                  </a:lnTo>
                  <a:lnTo>
                    <a:pt x="347375" y="458351"/>
                  </a:lnTo>
                  <a:lnTo>
                    <a:pt x="344912" y="458351"/>
                  </a:lnTo>
                  <a:lnTo>
                    <a:pt x="342448" y="458351"/>
                  </a:lnTo>
                  <a:lnTo>
                    <a:pt x="339984" y="458351"/>
                  </a:lnTo>
                  <a:lnTo>
                    <a:pt x="337521" y="458351"/>
                  </a:lnTo>
                  <a:lnTo>
                    <a:pt x="335057" y="458351"/>
                  </a:lnTo>
                  <a:lnTo>
                    <a:pt x="332593" y="458351"/>
                  </a:lnTo>
                  <a:lnTo>
                    <a:pt x="330130" y="458351"/>
                  </a:lnTo>
                  <a:lnTo>
                    <a:pt x="327666" y="458351"/>
                  </a:lnTo>
                  <a:lnTo>
                    <a:pt x="325202" y="458351"/>
                  </a:lnTo>
                  <a:lnTo>
                    <a:pt x="322739" y="458351"/>
                  </a:lnTo>
                  <a:lnTo>
                    <a:pt x="320275" y="458351"/>
                  </a:lnTo>
                  <a:lnTo>
                    <a:pt x="317811" y="458351"/>
                  </a:lnTo>
                  <a:lnTo>
                    <a:pt x="315348" y="458351"/>
                  </a:lnTo>
                  <a:lnTo>
                    <a:pt x="312884" y="458351"/>
                  </a:lnTo>
                  <a:lnTo>
                    <a:pt x="310420" y="458351"/>
                  </a:lnTo>
                  <a:lnTo>
                    <a:pt x="307957" y="458351"/>
                  </a:lnTo>
                  <a:lnTo>
                    <a:pt x="305493" y="458351"/>
                  </a:lnTo>
                  <a:lnTo>
                    <a:pt x="303029" y="458351"/>
                  </a:lnTo>
                  <a:lnTo>
                    <a:pt x="300566" y="458351"/>
                  </a:lnTo>
                  <a:lnTo>
                    <a:pt x="298102" y="458351"/>
                  </a:lnTo>
                  <a:lnTo>
                    <a:pt x="295638" y="458351"/>
                  </a:lnTo>
                  <a:lnTo>
                    <a:pt x="293175" y="458351"/>
                  </a:lnTo>
                  <a:lnTo>
                    <a:pt x="290711" y="458351"/>
                  </a:lnTo>
                  <a:lnTo>
                    <a:pt x="288247" y="458351"/>
                  </a:lnTo>
                  <a:lnTo>
                    <a:pt x="285784" y="458351"/>
                  </a:lnTo>
                  <a:lnTo>
                    <a:pt x="283320" y="458351"/>
                  </a:lnTo>
                  <a:lnTo>
                    <a:pt x="280856" y="458351"/>
                  </a:lnTo>
                  <a:lnTo>
                    <a:pt x="278393" y="458351"/>
                  </a:lnTo>
                  <a:lnTo>
                    <a:pt x="275929" y="458351"/>
                  </a:lnTo>
                  <a:lnTo>
                    <a:pt x="273465" y="458351"/>
                  </a:lnTo>
                  <a:lnTo>
                    <a:pt x="271002" y="458351"/>
                  </a:lnTo>
                  <a:lnTo>
                    <a:pt x="268538" y="458351"/>
                  </a:lnTo>
                  <a:lnTo>
                    <a:pt x="266075" y="458351"/>
                  </a:lnTo>
                  <a:lnTo>
                    <a:pt x="263611" y="458351"/>
                  </a:lnTo>
                  <a:lnTo>
                    <a:pt x="261147" y="458351"/>
                  </a:lnTo>
                  <a:lnTo>
                    <a:pt x="258684" y="458351"/>
                  </a:lnTo>
                  <a:lnTo>
                    <a:pt x="256220" y="458351"/>
                  </a:lnTo>
                  <a:lnTo>
                    <a:pt x="253756" y="458351"/>
                  </a:lnTo>
                  <a:lnTo>
                    <a:pt x="251293" y="458351"/>
                  </a:lnTo>
                  <a:lnTo>
                    <a:pt x="248829" y="458351"/>
                  </a:lnTo>
                  <a:lnTo>
                    <a:pt x="246365" y="458351"/>
                  </a:lnTo>
                  <a:lnTo>
                    <a:pt x="243902" y="458351"/>
                  </a:lnTo>
                  <a:lnTo>
                    <a:pt x="241438" y="458351"/>
                  </a:lnTo>
                  <a:lnTo>
                    <a:pt x="238974" y="458351"/>
                  </a:lnTo>
                  <a:lnTo>
                    <a:pt x="236511" y="458351"/>
                  </a:lnTo>
                  <a:lnTo>
                    <a:pt x="234047" y="458351"/>
                  </a:lnTo>
                  <a:lnTo>
                    <a:pt x="231583" y="458351"/>
                  </a:lnTo>
                  <a:lnTo>
                    <a:pt x="229120" y="458351"/>
                  </a:lnTo>
                  <a:lnTo>
                    <a:pt x="226656" y="458351"/>
                  </a:lnTo>
                  <a:lnTo>
                    <a:pt x="224192" y="458351"/>
                  </a:lnTo>
                  <a:lnTo>
                    <a:pt x="221729" y="458351"/>
                  </a:lnTo>
                  <a:lnTo>
                    <a:pt x="219265" y="458351"/>
                  </a:lnTo>
                  <a:lnTo>
                    <a:pt x="216801" y="458351"/>
                  </a:lnTo>
                  <a:lnTo>
                    <a:pt x="214338" y="458351"/>
                  </a:lnTo>
                  <a:lnTo>
                    <a:pt x="211874" y="458351"/>
                  </a:lnTo>
                  <a:lnTo>
                    <a:pt x="209410" y="458351"/>
                  </a:lnTo>
                  <a:lnTo>
                    <a:pt x="206947" y="458351"/>
                  </a:lnTo>
                  <a:lnTo>
                    <a:pt x="204483" y="458351"/>
                  </a:lnTo>
                  <a:lnTo>
                    <a:pt x="202019" y="458351"/>
                  </a:lnTo>
                  <a:lnTo>
                    <a:pt x="199556" y="458351"/>
                  </a:lnTo>
                  <a:lnTo>
                    <a:pt x="197092" y="458351"/>
                  </a:lnTo>
                  <a:lnTo>
                    <a:pt x="194628" y="458351"/>
                  </a:lnTo>
                  <a:lnTo>
                    <a:pt x="192165" y="458351"/>
                  </a:lnTo>
                  <a:lnTo>
                    <a:pt x="189701" y="458351"/>
                  </a:lnTo>
                  <a:lnTo>
                    <a:pt x="187237" y="458351"/>
                  </a:lnTo>
                  <a:lnTo>
                    <a:pt x="184774" y="458351"/>
                  </a:lnTo>
                  <a:lnTo>
                    <a:pt x="182310" y="458351"/>
                  </a:lnTo>
                  <a:lnTo>
                    <a:pt x="179847" y="458351"/>
                  </a:lnTo>
                  <a:lnTo>
                    <a:pt x="177383" y="458351"/>
                  </a:lnTo>
                  <a:lnTo>
                    <a:pt x="174919" y="458351"/>
                  </a:lnTo>
                  <a:lnTo>
                    <a:pt x="172456" y="458351"/>
                  </a:lnTo>
                  <a:lnTo>
                    <a:pt x="169992" y="458351"/>
                  </a:lnTo>
                  <a:lnTo>
                    <a:pt x="167528" y="458351"/>
                  </a:lnTo>
                  <a:lnTo>
                    <a:pt x="165065" y="458351"/>
                  </a:lnTo>
                  <a:lnTo>
                    <a:pt x="162601" y="458351"/>
                  </a:lnTo>
                  <a:lnTo>
                    <a:pt x="160137" y="458351"/>
                  </a:lnTo>
                  <a:lnTo>
                    <a:pt x="157674" y="458351"/>
                  </a:lnTo>
                  <a:lnTo>
                    <a:pt x="155210" y="458351"/>
                  </a:lnTo>
                  <a:lnTo>
                    <a:pt x="152746" y="458351"/>
                  </a:lnTo>
                  <a:lnTo>
                    <a:pt x="150283" y="458351"/>
                  </a:lnTo>
                  <a:lnTo>
                    <a:pt x="147819" y="458351"/>
                  </a:lnTo>
                  <a:lnTo>
                    <a:pt x="145355" y="458351"/>
                  </a:lnTo>
                  <a:lnTo>
                    <a:pt x="142892" y="458351"/>
                  </a:lnTo>
                  <a:lnTo>
                    <a:pt x="140428" y="458351"/>
                  </a:lnTo>
                  <a:lnTo>
                    <a:pt x="137964" y="458351"/>
                  </a:lnTo>
                  <a:lnTo>
                    <a:pt x="135501" y="458351"/>
                  </a:lnTo>
                  <a:lnTo>
                    <a:pt x="133037" y="458351"/>
                  </a:lnTo>
                  <a:lnTo>
                    <a:pt x="130573" y="458351"/>
                  </a:lnTo>
                  <a:lnTo>
                    <a:pt x="128110" y="458351"/>
                  </a:lnTo>
                  <a:lnTo>
                    <a:pt x="125646" y="458351"/>
                  </a:lnTo>
                  <a:lnTo>
                    <a:pt x="123182" y="458351"/>
                  </a:lnTo>
                  <a:lnTo>
                    <a:pt x="120719" y="458351"/>
                  </a:lnTo>
                  <a:lnTo>
                    <a:pt x="118255" y="458351"/>
                  </a:lnTo>
                  <a:lnTo>
                    <a:pt x="115791" y="458351"/>
                  </a:lnTo>
                  <a:lnTo>
                    <a:pt x="113328" y="458351"/>
                  </a:lnTo>
                  <a:lnTo>
                    <a:pt x="110864" y="458351"/>
                  </a:lnTo>
                  <a:lnTo>
                    <a:pt x="108400" y="458351"/>
                  </a:lnTo>
                  <a:lnTo>
                    <a:pt x="105937" y="458351"/>
                  </a:lnTo>
                  <a:lnTo>
                    <a:pt x="103473" y="458351"/>
                  </a:lnTo>
                  <a:lnTo>
                    <a:pt x="101009" y="458351"/>
                  </a:lnTo>
                  <a:lnTo>
                    <a:pt x="98546" y="458351"/>
                  </a:lnTo>
                  <a:lnTo>
                    <a:pt x="96082" y="458351"/>
                  </a:lnTo>
                  <a:lnTo>
                    <a:pt x="93618" y="458351"/>
                  </a:lnTo>
                  <a:lnTo>
                    <a:pt x="91155" y="458351"/>
                  </a:lnTo>
                  <a:lnTo>
                    <a:pt x="88691" y="458351"/>
                  </a:lnTo>
                  <a:lnTo>
                    <a:pt x="86228" y="458351"/>
                  </a:lnTo>
                  <a:lnTo>
                    <a:pt x="83764" y="458351"/>
                  </a:lnTo>
                  <a:lnTo>
                    <a:pt x="81300" y="458351"/>
                  </a:lnTo>
                  <a:lnTo>
                    <a:pt x="78837" y="458351"/>
                  </a:lnTo>
                  <a:lnTo>
                    <a:pt x="76373" y="458351"/>
                  </a:lnTo>
                  <a:lnTo>
                    <a:pt x="73909" y="458351"/>
                  </a:lnTo>
                  <a:lnTo>
                    <a:pt x="71446" y="458351"/>
                  </a:lnTo>
                  <a:lnTo>
                    <a:pt x="68982" y="458351"/>
                  </a:lnTo>
                  <a:lnTo>
                    <a:pt x="66518" y="458351"/>
                  </a:lnTo>
                  <a:lnTo>
                    <a:pt x="64055" y="458351"/>
                  </a:lnTo>
                  <a:lnTo>
                    <a:pt x="61591" y="458351"/>
                  </a:lnTo>
                  <a:lnTo>
                    <a:pt x="59127" y="458351"/>
                  </a:lnTo>
                  <a:lnTo>
                    <a:pt x="56664" y="458351"/>
                  </a:lnTo>
                  <a:lnTo>
                    <a:pt x="54200" y="458351"/>
                  </a:lnTo>
                  <a:lnTo>
                    <a:pt x="51736" y="458351"/>
                  </a:lnTo>
                  <a:lnTo>
                    <a:pt x="49273" y="458351"/>
                  </a:lnTo>
                  <a:lnTo>
                    <a:pt x="46809" y="458351"/>
                  </a:lnTo>
                  <a:lnTo>
                    <a:pt x="44345" y="458351"/>
                  </a:lnTo>
                  <a:lnTo>
                    <a:pt x="41882" y="458351"/>
                  </a:lnTo>
                  <a:lnTo>
                    <a:pt x="39418" y="458351"/>
                  </a:lnTo>
                  <a:lnTo>
                    <a:pt x="36954" y="458351"/>
                  </a:lnTo>
                  <a:lnTo>
                    <a:pt x="34491" y="458351"/>
                  </a:lnTo>
                  <a:lnTo>
                    <a:pt x="32027" y="458351"/>
                  </a:lnTo>
                  <a:lnTo>
                    <a:pt x="29563" y="458351"/>
                  </a:lnTo>
                  <a:lnTo>
                    <a:pt x="27100" y="458351"/>
                  </a:lnTo>
                  <a:lnTo>
                    <a:pt x="24636" y="458351"/>
                  </a:lnTo>
                  <a:lnTo>
                    <a:pt x="22172" y="458351"/>
                  </a:lnTo>
                  <a:lnTo>
                    <a:pt x="19709" y="458351"/>
                  </a:lnTo>
                  <a:lnTo>
                    <a:pt x="17245" y="458351"/>
                  </a:lnTo>
                  <a:lnTo>
                    <a:pt x="14781" y="458351"/>
                  </a:lnTo>
                  <a:lnTo>
                    <a:pt x="12318" y="458351"/>
                  </a:lnTo>
                  <a:lnTo>
                    <a:pt x="9854" y="458351"/>
                  </a:lnTo>
                  <a:lnTo>
                    <a:pt x="7390" y="458351"/>
                  </a:lnTo>
                  <a:lnTo>
                    <a:pt x="4927" y="458351"/>
                  </a:lnTo>
                  <a:lnTo>
                    <a:pt x="2463" y="45835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529616" y="1667436"/>
              <a:ext cx="1258929" cy="458351"/>
            </a:xfrm>
            <a:custGeom>
              <a:avLst/>
              <a:pathLst>
                <a:path w="1258929" h="458351">
                  <a:moveTo>
                    <a:pt x="0" y="458349"/>
                  </a:moveTo>
                  <a:lnTo>
                    <a:pt x="2463" y="458348"/>
                  </a:lnTo>
                  <a:lnTo>
                    <a:pt x="4927" y="458346"/>
                  </a:lnTo>
                  <a:lnTo>
                    <a:pt x="7390" y="458344"/>
                  </a:lnTo>
                  <a:lnTo>
                    <a:pt x="9854" y="458340"/>
                  </a:lnTo>
                  <a:lnTo>
                    <a:pt x="12318" y="458335"/>
                  </a:lnTo>
                  <a:lnTo>
                    <a:pt x="14781" y="458327"/>
                  </a:lnTo>
                  <a:lnTo>
                    <a:pt x="17245" y="458314"/>
                  </a:lnTo>
                  <a:lnTo>
                    <a:pt x="19709" y="458296"/>
                  </a:lnTo>
                  <a:lnTo>
                    <a:pt x="22172" y="458271"/>
                  </a:lnTo>
                  <a:lnTo>
                    <a:pt x="24636" y="458234"/>
                  </a:lnTo>
                  <a:lnTo>
                    <a:pt x="27100" y="458184"/>
                  </a:lnTo>
                  <a:lnTo>
                    <a:pt x="29563" y="458114"/>
                  </a:lnTo>
                  <a:lnTo>
                    <a:pt x="32027" y="458011"/>
                  </a:lnTo>
                  <a:lnTo>
                    <a:pt x="34491" y="457870"/>
                  </a:lnTo>
                  <a:lnTo>
                    <a:pt x="36954" y="457679"/>
                  </a:lnTo>
                  <a:lnTo>
                    <a:pt x="39418" y="457422"/>
                  </a:lnTo>
                  <a:lnTo>
                    <a:pt x="41882" y="457082"/>
                  </a:lnTo>
                  <a:lnTo>
                    <a:pt x="44345" y="456636"/>
                  </a:lnTo>
                  <a:lnTo>
                    <a:pt x="46809" y="456059"/>
                  </a:lnTo>
                  <a:lnTo>
                    <a:pt x="49273" y="455284"/>
                  </a:lnTo>
                  <a:lnTo>
                    <a:pt x="51736" y="454282"/>
                  </a:lnTo>
                  <a:lnTo>
                    <a:pt x="54200" y="453011"/>
                  </a:lnTo>
                  <a:lnTo>
                    <a:pt x="56664" y="451418"/>
                  </a:lnTo>
                  <a:lnTo>
                    <a:pt x="59127" y="449441"/>
                  </a:lnTo>
                  <a:lnTo>
                    <a:pt x="61591" y="447015"/>
                  </a:lnTo>
                  <a:lnTo>
                    <a:pt x="64055" y="444068"/>
                  </a:lnTo>
                  <a:lnTo>
                    <a:pt x="66518" y="440432"/>
                  </a:lnTo>
                  <a:lnTo>
                    <a:pt x="68982" y="436036"/>
                  </a:lnTo>
                  <a:lnTo>
                    <a:pt x="71446" y="430837"/>
                  </a:lnTo>
                  <a:lnTo>
                    <a:pt x="73909" y="424752"/>
                  </a:lnTo>
                  <a:lnTo>
                    <a:pt x="76373" y="417706"/>
                  </a:lnTo>
                  <a:lnTo>
                    <a:pt x="78837" y="409626"/>
                  </a:lnTo>
                  <a:lnTo>
                    <a:pt x="81300" y="400453"/>
                  </a:lnTo>
                  <a:lnTo>
                    <a:pt x="83764" y="390025"/>
                  </a:lnTo>
                  <a:lnTo>
                    <a:pt x="86228" y="378306"/>
                  </a:lnTo>
                  <a:lnTo>
                    <a:pt x="88691" y="365414"/>
                  </a:lnTo>
                  <a:lnTo>
                    <a:pt x="91155" y="351379"/>
                  </a:lnTo>
                  <a:lnTo>
                    <a:pt x="93618" y="336256"/>
                  </a:lnTo>
                  <a:lnTo>
                    <a:pt x="96082" y="320124"/>
                  </a:lnTo>
                  <a:lnTo>
                    <a:pt x="98546" y="303090"/>
                  </a:lnTo>
                  <a:lnTo>
                    <a:pt x="101009" y="285249"/>
                  </a:lnTo>
                  <a:lnTo>
                    <a:pt x="103473" y="266780"/>
                  </a:lnTo>
                  <a:lnTo>
                    <a:pt x="105937" y="247971"/>
                  </a:lnTo>
                  <a:lnTo>
                    <a:pt x="108400" y="229024"/>
                  </a:lnTo>
                  <a:lnTo>
                    <a:pt x="110864" y="210147"/>
                  </a:lnTo>
                  <a:lnTo>
                    <a:pt x="113328" y="191550"/>
                  </a:lnTo>
                  <a:lnTo>
                    <a:pt x="115791" y="173439"/>
                  </a:lnTo>
                  <a:lnTo>
                    <a:pt x="118255" y="156039"/>
                  </a:lnTo>
                  <a:lnTo>
                    <a:pt x="120719" y="139691"/>
                  </a:lnTo>
                  <a:lnTo>
                    <a:pt x="123182" y="124419"/>
                  </a:lnTo>
                  <a:lnTo>
                    <a:pt x="125646" y="110334"/>
                  </a:lnTo>
                  <a:lnTo>
                    <a:pt x="128110" y="97513"/>
                  </a:lnTo>
                  <a:lnTo>
                    <a:pt x="130573" y="86002"/>
                  </a:lnTo>
                  <a:lnTo>
                    <a:pt x="133037" y="75817"/>
                  </a:lnTo>
                  <a:lnTo>
                    <a:pt x="135501" y="66944"/>
                  </a:lnTo>
                  <a:lnTo>
                    <a:pt x="137964" y="59552"/>
                  </a:lnTo>
                  <a:lnTo>
                    <a:pt x="140428" y="53297"/>
                  </a:lnTo>
                  <a:lnTo>
                    <a:pt x="142892" y="48070"/>
                  </a:lnTo>
                  <a:lnTo>
                    <a:pt x="145355" y="43750"/>
                  </a:lnTo>
                  <a:lnTo>
                    <a:pt x="147819" y="40206"/>
                  </a:lnTo>
                  <a:lnTo>
                    <a:pt x="150283" y="37307"/>
                  </a:lnTo>
                  <a:lnTo>
                    <a:pt x="152746" y="34917"/>
                  </a:lnTo>
                  <a:lnTo>
                    <a:pt x="155210" y="32943"/>
                  </a:lnTo>
                  <a:lnTo>
                    <a:pt x="157674" y="31192"/>
                  </a:lnTo>
                  <a:lnTo>
                    <a:pt x="160137" y="29556"/>
                  </a:lnTo>
                  <a:lnTo>
                    <a:pt x="162601" y="27954"/>
                  </a:lnTo>
                  <a:lnTo>
                    <a:pt x="165065" y="26319"/>
                  </a:lnTo>
                  <a:lnTo>
                    <a:pt x="167528" y="24602"/>
                  </a:lnTo>
                  <a:lnTo>
                    <a:pt x="169992" y="22768"/>
                  </a:lnTo>
                  <a:lnTo>
                    <a:pt x="172456" y="20782"/>
                  </a:lnTo>
                  <a:lnTo>
                    <a:pt x="174919" y="18657"/>
                  </a:lnTo>
                  <a:lnTo>
                    <a:pt x="177383" y="16423"/>
                  </a:lnTo>
                  <a:lnTo>
                    <a:pt x="179847" y="14112"/>
                  </a:lnTo>
                  <a:lnTo>
                    <a:pt x="182310" y="11765"/>
                  </a:lnTo>
                  <a:lnTo>
                    <a:pt x="184774" y="9434"/>
                  </a:lnTo>
                  <a:lnTo>
                    <a:pt x="187237" y="7177"/>
                  </a:lnTo>
                  <a:lnTo>
                    <a:pt x="189701" y="5084"/>
                  </a:lnTo>
                  <a:lnTo>
                    <a:pt x="192165" y="3251"/>
                  </a:lnTo>
                  <a:lnTo>
                    <a:pt x="194628" y="1744"/>
                  </a:lnTo>
                  <a:lnTo>
                    <a:pt x="197092" y="645"/>
                  </a:lnTo>
                  <a:lnTo>
                    <a:pt x="199556" y="35"/>
                  </a:lnTo>
                  <a:lnTo>
                    <a:pt x="202019" y="0"/>
                  </a:lnTo>
                  <a:lnTo>
                    <a:pt x="204483" y="620"/>
                  </a:lnTo>
                  <a:lnTo>
                    <a:pt x="206947" y="2037"/>
                  </a:lnTo>
                  <a:lnTo>
                    <a:pt x="209410" y="4396"/>
                  </a:lnTo>
                  <a:lnTo>
                    <a:pt x="211874" y="7673"/>
                  </a:lnTo>
                  <a:lnTo>
                    <a:pt x="214338" y="11929"/>
                  </a:lnTo>
                  <a:lnTo>
                    <a:pt x="216801" y="17214"/>
                  </a:lnTo>
                  <a:lnTo>
                    <a:pt x="219265" y="23570"/>
                  </a:lnTo>
                  <a:lnTo>
                    <a:pt x="221729" y="31026"/>
                  </a:lnTo>
                  <a:lnTo>
                    <a:pt x="224192" y="39644"/>
                  </a:lnTo>
                  <a:lnTo>
                    <a:pt x="226656" y="49549"/>
                  </a:lnTo>
                  <a:lnTo>
                    <a:pt x="229120" y="60546"/>
                  </a:lnTo>
                  <a:lnTo>
                    <a:pt x="231583" y="72595"/>
                  </a:lnTo>
                  <a:lnTo>
                    <a:pt x="234047" y="85643"/>
                  </a:lnTo>
                  <a:lnTo>
                    <a:pt x="236511" y="99621"/>
                  </a:lnTo>
                  <a:lnTo>
                    <a:pt x="238974" y="114448"/>
                  </a:lnTo>
                  <a:lnTo>
                    <a:pt x="241438" y="130036"/>
                  </a:lnTo>
                  <a:lnTo>
                    <a:pt x="243902" y="146360"/>
                  </a:lnTo>
                  <a:lnTo>
                    <a:pt x="246365" y="163156"/>
                  </a:lnTo>
                  <a:lnTo>
                    <a:pt x="248829" y="180298"/>
                  </a:lnTo>
                  <a:lnTo>
                    <a:pt x="251293" y="197655"/>
                  </a:lnTo>
                  <a:lnTo>
                    <a:pt x="253756" y="215094"/>
                  </a:lnTo>
                  <a:lnTo>
                    <a:pt x="256220" y="232485"/>
                  </a:lnTo>
                  <a:lnTo>
                    <a:pt x="258684" y="249699"/>
                  </a:lnTo>
                  <a:lnTo>
                    <a:pt x="261147" y="266533"/>
                  </a:lnTo>
                  <a:lnTo>
                    <a:pt x="263611" y="282892"/>
                  </a:lnTo>
                  <a:lnTo>
                    <a:pt x="266075" y="298687"/>
                  </a:lnTo>
                  <a:lnTo>
                    <a:pt x="268538" y="313831"/>
                  </a:lnTo>
                  <a:lnTo>
                    <a:pt x="271002" y="328249"/>
                  </a:lnTo>
                  <a:lnTo>
                    <a:pt x="273465" y="341880"/>
                  </a:lnTo>
                  <a:lnTo>
                    <a:pt x="275929" y="354676"/>
                  </a:lnTo>
                  <a:lnTo>
                    <a:pt x="278393" y="366478"/>
                  </a:lnTo>
                  <a:lnTo>
                    <a:pt x="280856" y="377342"/>
                  </a:lnTo>
                  <a:lnTo>
                    <a:pt x="283320" y="387316"/>
                  </a:lnTo>
                  <a:lnTo>
                    <a:pt x="285784" y="396413"/>
                  </a:lnTo>
                  <a:lnTo>
                    <a:pt x="288247" y="404654"/>
                  </a:lnTo>
                  <a:lnTo>
                    <a:pt x="290711" y="412069"/>
                  </a:lnTo>
                  <a:lnTo>
                    <a:pt x="293175" y="418695"/>
                  </a:lnTo>
                  <a:lnTo>
                    <a:pt x="295638" y="424501"/>
                  </a:lnTo>
                  <a:lnTo>
                    <a:pt x="298102" y="429570"/>
                  </a:lnTo>
                  <a:lnTo>
                    <a:pt x="300566" y="434017"/>
                  </a:lnTo>
                  <a:lnTo>
                    <a:pt x="303029" y="437892"/>
                  </a:lnTo>
                  <a:lnTo>
                    <a:pt x="305493" y="441249"/>
                  </a:lnTo>
                  <a:lnTo>
                    <a:pt x="307957" y="444138"/>
                  </a:lnTo>
                  <a:lnTo>
                    <a:pt x="310420" y="446609"/>
                  </a:lnTo>
                  <a:lnTo>
                    <a:pt x="312884" y="448683"/>
                  </a:lnTo>
                  <a:lnTo>
                    <a:pt x="315348" y="450406"/>
                  </a:lnTo>
                  <a:lnTo>
                    <a:pt x="317811" y="451859"/>
                  </a:lnTo>
                  <a:lnTo>
                    <a:pt x="320275" y="453077"/>
                  </a:lnTo>
                  <a:lnTo>
                    <a:pt x="322739" y="454091"/>
                  </a:lnTo>
                  <a:lnTo>
                    <a:pt x="325202" y="454932"/>
                  </a:lnTo>
                  <a:lnTo>
                    <a:pt x="327666" y="455623"/>
                  </a:lnTo>
                  <a:lnTo>
                    <a:pt x="330130" y="456183"/>
                  </a:lnTo>
                  <a:lnTo>
                    <a:pt x="332593" y="456627"/>
                  </a:lnTo>
                  <a:lnTo>
                    <a:pt x="335057" y="456988"/>
                  </a:lnTo>
                  <a:lnTo>
                    <a:pt x="337521" y="457280"/>
                  </a:lnTo>
                  <a:lnTo>
                    <a:pt x="339984" y="457515"/>
                  </a:lnTo>
                  <a:lnTo>
                    <a:pt x="342448" y="457701"/>
                  </a:lnTo>
                  <a:lnTo>
                    <a:pt x="344912" y="457847"/>
                  </a:lnTo>
                  <a:lnTo>
                    <a:pt x="347375" y="457961"/>
                  </a:lnTo>
                  <a:lnTo>
                    <a:pt x="349839" y="458045"/>
                  </a:lnTo>
                  <a:lnTo>
                    <a:pt x="352303" y="458108"/>
                  </a:lnTo>
                  <a:lnTo>
                    <a:pt x="354766" y="458155"/>
                  </a:lnTo>
                  <a:lnTo>
                    <a:pt x="357230" y="458187"/>
                  </a:lnTo>
                  <a:lnTo>
                    <a:pt x="359694" y="458208"/>
                  </a:lnTo>
                  <a:lnTo>
                    <a:pt x="362157" y="458218"/>
                  </a:lnTo>
                  <a:lnTo>
                    <a:pt x="364621" y="458220"/>
                  </a:lnTo>
                  <a:lnTo>
                    <a:pt x="367084" y="458212"/>
                  </a:lnTo>
                  <a:lnTo>
                    <a:pt x="369548" y="458197"/>
                  </a:lnTo>
                  <a:lnTo>
                    <a:pt x="372012" y="458176"/>
                  </a:lnTo>
                  <a:lnTo>
                    <a:pt x="374475" y="458147"/>
                  </a:lnTo>
                  <a:lnTo>
                    <a:pt x="376939" y="458113"/>
                  </a:lnTo>
                  <a:lnTo>
                    <a:pt x="379403" y="458071"/>
                  </a:lnTo>
                  <a:lnTo>
                    <a:pt x="381866" y="458023"/>
                  </a:lnTo>
                  <a:lnTo>
                    <a:pt x="384330" y="457968"/>
                  </a:lnTo>
                  <a:lnTo>
                    <a:pt x="386794" y="457906"/>
                  </a:lnTo>
                  <a:lnTo>
                    <a:pt x="389257" y="457838"/>
                  </a:lnTo>
                  <a:lnTo>
                    <a:pt x="391721" y="457764"/>
                  </a:lnTo>
                  <a:lnTo>
                    <a:pt x="394185" y="457684"/>
                  </a:lnTo>
                  <a:lnTo>
                    <a:pt x="396648" y="457599"/>
                  </a:lnTo>
                  <a:lnTo>
                    <a:pt x="399112" y="457509"/>
                  </a:lnTo>
                  <a:lnTo>
                    <a:pt x="401576" y="457414"/>
                  </a:lnTo>
                  <a:lnTo>
                    <a:pt x="404039" y="457316"/>
                  </a:lnTo>
                  <a:lnTo>
                    <a:pt x="406503" y="457216"/>
                  </a:lnTo>
                  <a:lnTo>
                    <a:pt x="408967" y="457114"/>
                  </a:lnTo>
                  <a:lnTo>
                    <a:pt x="411430" y="457012"/>
                  </a:lnTo>
                  <a:lnTo>
                    <a:pt x="413894" y="456909"/>
                  </a:lnTo>
                  <a:lnTo>
                    <a:pt x="416358" y="456807"/>
                  </a:lnTo>
                  <a:lnTo>
                    <a:pt x="418821" y="456706"/>
                  </a:lnTo>
                  <a:lnTo>
                    <a:pt x="421285" y="456608"/>
                  </a:lnTo>
                  <a:lnTo>
                    <a:pt x="423749" y="456513"/>
                  </a:lnTo>
                  <a:lnTo>
                    <a:pt x="426212" y="456420"/>
                  </a:lnTo>
                  <a:lnTo>
                    <a:pt x="428676" y="456331"/>
                  </a:lnTo>
                  <a:lnTo>
                    <a:pt x="431140" y="456245"/>
                  </a:lnTo>
                  <a:lnTo>
                    <a:pt x="433603" y="456163"/>
                  </a:lnTo>
                  <a:lnTo>
                    <a:pt x="436067" y="456085"/>
                  </a:lnTo>
                  <a:lnTo>
                    <a:pt x="438531" y="456011"/>
                  </a:lnTo>
                  <a:lnTo>
                    <a:pt x="440994" y="455941"/>
                  </a:lnTo>
                  <a:lnTo>
                    <a:pt x="443458" y="455875"/>
                  </a:lnTo>
                  <a:lnTo>
                    <a:pt x="445922" y="455812"/>
                  </a:lnTo>
                  <a:lnTo>
                    <a:pt x="448385" y="455752"/>
                  </a:lnTo>
                  <a:lnTo>
                    <a:pt x="450849" y="455696"/>
                  </a:lnTo>
                  <a:lnTo>
                    <a:pt x="453312" y="455643"/>
                  </a:lnTo>
                  <a:lnTo>
                    <a:pt x="455776" y="455594"/>
                  </a:lnTo>
                  <a:lnTo>
                    <a:pt x="458240" y="455547"/>
                  </a:lnTo>
                  <a:lnTo>
                    <a:pt x="460703" y="455504"/>
                  </a:lnTo>
                  <a:lnTo>
                    <a:pt x="463167" y="455462"/>
                  </a:lnTo>
                  <a:lnTo>
                    <a:pt x="465631" y="455423"/>
                  </a:lnTo>
                  <a:lnTo>
                    <a:pt x="468094" y="455386"/>
                  </a:lnTo>
                  <a:lnTo>
                    <a:pt x="470558" y="455351"/>
                  </a:lnTo>
                  <a:lnTo>
                    <a:pt x="473022" y="455316"/>
                  </a:lnTo>
                  <a:lnTo>
                    <a:pt x="475485" y="455283"/>
                  </a:lnTo>
                  <a:lnTo>
                    <a:pt x="477949" y="455249"/>
                  </a:lnTo>
                  <a:lnTo>
                    <a:pt x="480413" y="455216"/>
                  </a:lnTo>
                  <a:lnTo>
                    <a:pt x="482876" y="455182"/>
                  </a:lnTo>
                  <a:lnTo>
                    <a:pt x="485340" y="455148"/>
                  </a:lnTo>
                  <a:lnTo>
                    <a:pt x="487804" y="455115"/>
                  </a:lnTo>
                  <a:lnTo>
                    <a:pt x="490267" y="455081"/>
                  </a:lnTo>
                  <a:lnTo>
                    <a:pt x="492731" y="455048"/>
                  </a:lnTo>
                  <a:lnTo>
                    <a:pt x="495195" y="455016"/>
                  </a:lnTo>
                  <a:lnTo>
                    <a:pt x="497658" y="454986"/>
                  </a:lnTo>
                  <a:lnTo>
                    <a:pt x="500122" y="454960"/>
                  </a:lnTo>
                  <a:lnTo>
                    <a:pt x="502586" y="454938"/>
                  </a:lnTo>
                  <a:lnTo>
                    <a:pt x="505049" y="454922"/>
                  </a:lnTo>
                  <a:lnTo>
                    <a:pt x="507513" y="454913"/>
                  </a:lnTo>
                  <a:lnTo>
                    <a:pt x="509977" y="454914"/>
                  </a:lnTo>
                  <a:lnTo>
                    <a:pt x="512440" y="454924"/>
                  </a:lnTo>
                  <a:lnTo>
                    <a:pt x="514904" y="454946"/>
                  </a:lnTo>
                  <a:lnTo>
                    <a:pt x="517368" y="454980"/>
                  </a:lnTo>
                  <a:lnTo>
                    <a:pt x="519831" y="455026"/>
                  </a:lnTo>
                  <a:lnTo>
                    <a:pt x="522295" y="455085"/>
                  </a:lnTo>
                  <a:lnTo>
                    <a:pt x="524759" y="455160"/>
                  </a:lnTo>
                  <a:lnTo>
                    <a:pt x="527222" y="455249"/>
                  </a:lnTo>
                  <a:lnTo>
                    <a:pt x="529686" y="455352"/>
                  </a:lnTo>
                  <a:lnTo>
                    <a:pt x="532150" y="455467"/>
                  </a:lnTo>
                  <a:lnTo>
                    <a:pt x="534613" y="455593"/>
                  </a:lnTo>
                  <a:lnTo>
                    <a:pt x="537077" y="455729"/>
                  </a:lnTo>
                  <a:lnTo>
                    <a:pt x="539541" y="455874"/>
                  </a:lnTo>
                  <a:lnTo>
                    <a:pt x="542004" y="456026"/>
                  </a:lnTo>
                  <a:lnTo>
                    <a:pt x="544468" y="456184"/>
                  </a:lnTo>
                  <a:lnTo>
                    <a:pt x="546931" y="456344"/>
                  </a:lnTo>
                  <a:lnTo>
                    <a:pt x="549395" y="456504"/>
                  </a:lnTo>
                  <a:lnTo>
                    <a:pt x="551859" y="456664"/>
                  </a:lnTo>
                  <a:lnTo>
                    <a:pt x="554322" y="456820"/>
                  </a:lnTo>
                  <a:lnTo>
                    <a:pt x="556786" y="456972"/>
                  </a:lnTo>
                  <a:lnTo>
                    <a:pt x="559250" y="457118"/>
                  </a:lnTo>
                  <a:lnTo>
                    <a:pt x="561713" y="457254"/>
                  </a:lnTo>
                  <a:lnTo>
                    <a:pt x="564177" y="457381"/>
                  </a:lnTo>
                  <a:lnTo>
                    <a:pt x="566641" y="457499"/>
                  </a:lnTo>
                  <a:lnTo>
                    <a:pt x="569104" y="457606"/>
                  </a:lnTo>
                  <a:lnTo>
                    <a:pt x="571568" y="457702"/>
                  </a:lnTo>
                  <a:lnTo>
                    <a:pt x="574032" y="457786"/>
                  </a:lnTo>
                  <a:lnTo>
                    <a:pt x="576495" y="457859"/>
                  </a:lnTo>
                  <a:lnTo>
                    <a:pt x="578959" y="457918"/>
                  </a:lnTo>
                  <a:lnTo>
                    <a:pt x="581423" y="457966"/>
                  </a:lnTo>
                  <a:lnTo>
                    <a:pt x="583886" y="458003"/>
                  </a:lnTo>
                  <a:lnTo>
                    <a:pt x="586350" y="458029"/>
                  </a:lnTo>
                  <a:lnTo>
                    <a:pt x="588814" y="458045"/>
                  </a:lnTo>
                  <a:lnTo>
                    <a:pt x="591277" y="458050"/>
                  </a:lnTo>
                  <a:lnTo>
                    <a:pt x="593741" y="458045"/>
                  </a:lnTo>
                  <a:lnTo>
                    <a:pt x="596205" y="458030"/>
                  </a:lnTo>
                  <a:lnTo>
                    <a:pt x="598668" y="458006"/>
                  </a:lnTo>
                  <a:lnTo>
                    <a:pt x="601132" y="457974"/>
                  </a:lnTo>
                  <a:lnTo>
                    <a:pt x="603596" y="457934"/>
                  </a:lnTo>
                  <a:lnTo>
                    <a:pt x="606059" y="457888"/>
                  </a:lnTo>
                  <a:lnTo>
                    <a:pt x="608523" y="457836"/>
                  </a:lnTo>
                  <a:lnTo>
                    <a:pt x="610987" y="457779"/>
                  </a:lnTo>
                  <a:lnTo>
                    <a:pt x="613450" y="457718"/>
                  </a:lnTo>
                  <a:lnTo>
                    <a:pt x="615914" y="457655"/>
                  </a:lnTo>
                  <a:lnTo>
                    <a:pt x="618378" y="457591"/>
                  </a:lnTo>
                  <a:lnTo>
                    <a:pt x="620841" y="457528"/>
                  </a:lnTo>
                  <a:lnTo>
                    <a:pt x="623305" y="457466"/>
                  </a:lnTo>
                  <a:lnTo>
                    <a:pt x="625769" y="457408"/>
                  </a:lnTo>
                  <a:lnTo>
                    <a:pt x="628232" y="457355"/>
                  </a:lnTo>
                  <a:lnTo>
                    <a:pt x="630696" y="457308"/>
                  </a:lnTo>
                  <a:lnTo>
                    <a:pt x="633159" y="457269"/>
                  </a:lnTo>
                  <a:lnTo>
                    <a:pt x="635623" y="457239"/>
                  </a:lnTo>
                  <a:lnTo>
                    <a:pt x="638087" y="457219"/>
                  </a:lnTo>
                  <a:lnTo>
                    <a:pt x="640550" y="457208"/>
                  </a:lnTo>
                  <a:lnTo>
                    <a:pt x="643014" y="457208"/>
                  </a:lnTo>
                  <a:lnTo>
                    <a:pt x="645478" y="457218"/>
                  </a:lnTo>
                  <a:lnTo>
                    <a:pt x="647941" y="457239"/>
                  </a:lnTo>
                  <a:lnTo>
                    <a:pt x="650405" y="457270"/>
                  </a:lnTo>
                  <a:lnTo>
                    <a:pt x="652869" y="457309"/>
                  </a:lnTo>
                  <a:lnTo>
                    <a:pt x="655332" y="457357"/>
                  </a:lnTo>
                  <a:lnTo>
                    <a:pt x="657796" y="457410"/>
                  </a:lnTo>
                  <a:lnTo>
                    <a:pt x="660260" y="457469"/>
                  </a:lnTo>
                  <a:lnTo>
                    <a:pt x="662723" y="457532"/>
                  </a:lnTo>
                  <a:lnTo>
                    <a:pt x="665187" y="457597"/>
                  </a:lnTo>
                  <a:lnTo>
                    <a:pt x="667651" y="457664"/>
                  </a:lnTo>
                  <a:lnTo>
                    <a:pt x="670114" y="457731"/>
                  </a:lnTo>
                  <a:lnTo>
                    <a:pt x="672578" y="457796"/>
                  </a:lnTo>
                  <a:lnTo>
                    <a:pt x="675042" y="457859"/>
                  </a:lnTo>
                  <a:lnTo>
                    <a:pt x="677505" y="457918"/>
                  </a:lnTo>
                  <a:lnTo>
                    <a:pt x="679969" y="457975"/>
                  </a:lnTo>
                  <a:lnTo>
                    <a:pt x="682433" y="458027"/>
                  </a:lnTo>
                  <a:lnTo>
                    <a:pt x="684896" y="458074"/>
                  </a:lnTo>
                  <a:lnTo>
                    <a:pt x="687360" y="458116"/>
                  </a:lnTo>
                  <a:lnTo>
                    <a:pt x="689824" y="458153"/>
                  </a:lnTo>
                  <a:lnTo>
                    <a:pt x="692287" y="458186"/>
                  </a:lnTo>
                  <a:lnTo>
                    <a:pt x="694751" y="458215"/>
                  </a:lnTo>
                  <a:lnTo>
                    <a:pt x="697215" y="458239"/>
                  </a:lnTo>
                  <a:lnTo>
                    <a:pt x="699678" y="458260"/>
                  </a:lnTo>
                  <a:lnTo>
                    <a:pt x="702142" y="458276"/>
                  </a:lnTo>
                  <a:lnTo>
                    <a:pt x="704606" y="458289"/>
                  </a:lnTo>
                  <a:lnTo>
                    <a:pt x="707069" y="458299"/>
                  </a:lnTo>
                  <a:lnTo>
                    <a:pt x="709533" y="458307"/>
                  </a:lnTo>
                  <a:lnTo>
                    <a:pt x="711997" y="458311"/>
                  </a:lnTo>
                  <a:lnTo>
                    <a:pt x="714460" y="458313"/>
                  </a:lnTo>
                  <a:lnTo>
                    <a:pt x="716924" y="458313"/>
                  </a:lnTo>
                  <a:lnTo>
                    <a:pt x="719388" y="458310"/>
                  </a:lnTo>
                  <a:lnTo>
                    <a:pt x="721851" y="458304"/>
                  </a:lnTo>
                  <a:lnTo>
                    <a:pt x="724315" y="458295"/>
                  </a:lnTo>
                  <a:lnTo>
                    <a:pt x="726778" y="458284"/>
                  </a:lnTo>
                  <a:lnTo>
                    <a:pt x="729242" y="458269"/>
                  </a:lnTo>
                  <a:lnTo>
                    <a:pt x="731706" y="458251"/>
                  </a:lnTo>
                  <a:lnTo>
                    <a:pt x="734169" y="458230"/>
                  </a:lnTo>
                  <a:lnTo>
                    <a:pt x="736633" y="458204"/>
                  </a:lnTo>
                  <a:lnTo>
                    <a:pt x="739097" y="458173"/>
                  </a:lnTo>
                  <a:lnTo>
                    <a:pt x="741560" y="458138"/>
                  </a:lnTo>
                  <a:lnTo>
                    <a:pt x="744024" y="458098"/>
                  </a:lnTo>
                  <a:lnTo>
                    <a:pt x="746488" y="458054"/>
                  </a:lnTo>
                  <a:lnTo>
                    <a:pt x="748951" y="458005"/>
                  </a:lnTo>
                  <a:lnTo>
                    <a:pt x="751415" y="457951"/>
                  </a:lnTo>
                  <a:lnTo>
                    <a:pt x="753879" y="457893"/>
                  </a:lnTo>
                  <a:lnTo>
                    <a:pt x="756342" y="457832"/>
                  </a:lnTo>
                  <a:lnTo>
                    <a:pt x="758806" y="457768"/>
                  </a:lnTo>
                  <a:lnTo>
                    <a:pt x="761270" y="457702"/>
                  </a:lnTo>
                  <a:lnTo>
                    <a:pt x="763733" y="457635"/>
                  </a:lnTo>
                  <a:lnTo>
                    <a:pt x="766197" y="457568"/>
                  </a:lnTo>
                  <a:lnTo>
                    <a:pt x="768661" y="457504"/>
                  </a:lnTo>
                  <a:lnTo>
                    <a:pt x="771124" y="457442"/>
                  </a:lnTo>
                  <a:lnTo>
                    <a:pt x="773588" y="457385"/>
                  </a:lnTo>
                  <a:lnTo>
                    <a:pt x="776052" y="457334"/>
                  </a:lnTo>
                  <a:lnTo>
                    <a:pt x="778515" y="457291"/>
                  </a:lnTo>
                  <a:lnTo>
                    <a:pt x="780979" y="457255"/>
                  </a:lnTo>
                  <a:lnTo>
                    <a:pt x="783443" y="457229"/>
                  </a:lnTo>
                  <a:lnTo>
                    <a:pt x="785906" y="457212"/>
                  </a:lnTo>
                  <a:lnTo>
                    <a:pt x="788370" y="457205"/>
                  </a:lnTo>
                  <a:lnTo>
                    <a:pt x="790834" y="457211"/>
                  </a:lnTo>
                  <a:lnTo>
                    <a:pt x="793297" y="457226"/>
                  </a:lnTo>
                  <a:lnTo>
                    <a:pt x="795761" y="457252"/>
                  </a:lnTo>
                  <a:lnTo>
                    <a:pt x="798225" y="457286"/>
                  </a:lnTo>
                  <a:lnTo>
                    <a:pt x="800688" y="457329"/>
                  </a:lnTo>
                  <a:lnTo>
                    <a:pt x="803152" y="457379"/>
                  </a:lnTo>
                  <a:lnTo>
                    <a:pt x="805616" y="457435"/>
                  </a:lnTo>
                  <a:lnTo>
                    <a:pt x="808079" y="457497"/>
                  </a:lnTo>
                  <a:lnTo>
                    <a:pt x="810543" y="457561"/>
                  </a:lnTo>
                  <a:lnTo>
                    <a:pt x="813006" y="457627"/>
                  </a:lnTo>
                  <a:lnTo>
                    <a:pt x="815470" y="457694"/>
                  </a:lnTo>
                  <a:lnTo>
                    <a:pt x="817934" y="457760"/>
                  </a:lnTo>
                  <a:lnTo>
                    <a:pt x="820397" y="457825"/>
                  </a:lnTo>
                  <a:lnTo>
                    <a:pt x="822861" y="457887"/>
                  </a:lnTo>
                  <a:lnTo>
                    <a:pt x="825325" y="457945"/>
                  </a:lnTo>
                  <a:lnTo>
                    <a:pt x="827788" y="457999"/>
                  </a:lnTo>
                  <a:lnTo>
                    <a:pt x="830252" y="458049"/>
                  </a:lnTo>
                  <a:lnTo>
                    <a:pt x="832716" y="458094"/>
                  </a:lnTo>
                  <a:lnTo>
                    <a:pt x="835179" y="458134"/>
                  </a:lnTo>
                  <a:lnTo>
                    <a:pt x="837643" y="458170"/>
                  </a:lnTo>
                  <a:lnTo>
                    <a:pt x="840107" y="458202"/>
                  </a:lnTo>
                  <a:lnTo>
                    <a:pt x="842570" y="458229"/>
                  </a:lnTo>
                  <a:lnTo>
                    <a:pt x="845034" y="458251"/>
                  </a:lnTo>
                  <a:lnTo>
                    <a:pt x="847498" y="458271"/>
                  </a:lnTo>
                  <a:lnTo>
                    <a:pt x="849961" y="458287"/>
                  </a:lnTo>
                  <a:lnTo>
                    <a:pt x="852425" y="458300"/>
                  </a:lnTo>
                  <a:lnTo>
                    <a:pt x="854889" y="458311"/>
                  </a:lnTo>
                  <a:lnTo>
                    <a:pt x="857352" y="458320"/>
                  </a:lnTo>
                  <a:lnTo>
                    <a:pt x="859816" y="458328"/>
                  </a:lnTo>
                  <a:lnTo>
                    <a:pt x="862280" y="458333"/>
                  </a:lnTo>
                  <a:lnTo>
                    <a:pt x="864743" y="458337"/>
                  </a:lnTo>
                  <a:lnTo>
                    <a:pt x="867207" y="458341"/>
                  </a:lnTo>
                  <a:lnTo>
                    <a:pt x="869671" y="458343"/>
                  </a:lnTo>
                  <a:lnTo>
                    <a:pt x="872134" y="458345"/>
                  </a:lnTo>
                  <a:lnTo>
                    <a:pt x="874598" y="458347"/>
                  </a:lnTo>
                  <a:lnTo>
                    <a:pt x="877062" y="458348"/>
                  </a:lnTo>
                  <a:lnTo>
                    <a:pt x="879525" y="458349"/>
                  </a:lnTo>
                  <a:lnTo>
                    <a:pt x="881989" y="458349"/>
                  </a:lnTo>
                  <a:lnTo>
                    <a:pt x="884453" y="458350"/>
                  </a:lnTo>
                  <a:lnTo>
                    <a:pt x="886916" y="458350"/>
                  </a:lnTo>
                  <a:lnTo>
                    <a:pt x="889380" y="458350"/>
                  </a:lnTo>
                  <a:lnTo>
                    <a:pt x="891844" y="458351"/>
                  </a:lnTo>
                  <a:lnTo>
                    <a:pt x="894307" y="458351"/>
                  </a:lnTo>
                  <a:lnTo>
                    <a:pt x="896771" y="458351"/>
                  </a:lnTo>
                  <a:lnTo>
                    <a:pt x="899235" y="458351"/>
                  </a:lnTo>
                  <a:lnTo>
                    <a:pt x="901698" y="458351"/>
                  </a:lnTo>
                  <a:lnTo>
                    <a:pt x="904162" y="458351"/>
                  </a:lnTo>
                  <a:lnTo>
                    <a:pt x="906625" y="458351"/>
                  </a:lnTo>
                  <a:lnTo>
                    <a:pt x="909089" y="458351"/>
                  </a:lnTo>
                  <a:lnTo>
                    <a:pt x="911553" y="458351"/>
                  </a:lnTo>
                  <a:lnTo>
                    <a:pt x="914016" y="458351"/>
                  </a:lnTo>
                  <a:lnTo>
                    <a:pt x="916480" y="458351"/>
                  </a:lnTo>
                  <a:lnTo>
                    <a:pt x="918944" y="458351"/>
                  </a:lnTo>
                  <a:lnTo>
                    <a:pt x="921407" y="458351"/>
                  </a:lnTo>
                  <a:lnTo>
                    <a:pt x="923871" y="458351"/>
                  </a:lnTo>
                  <a:lnTo>
                    <a:pt x="926335" y="458351"/>
                  </a:lnTo>
                  <a:lnTo>
                    <a:pt x="928798" y="458351"/>
                  </a:lnTo>
                  <a:lnTo>
                    <a:pt x="931262" y="458351"/>
                  </a:lnTo>
                  <a:lnTo>
                    <a:pt x="933726" y="458351"/>
                  </a:lnTo>
                  <a:lnTo>
                    <a:pt x="936189" y="458351"/>
                  </a:lnTo>
                  <a:lnTo>
                    <a:pt x="938653" y="458351"/>
                  </a:lnTo>
                  <a:lnTo>
                    <a:pt x="941117" y="458351"/>
                  </a:lnTo>
                  <a:lnTo>
                    <a:pt x="943580" y="458351"/>
                  </a:lnTo>
                  <a:lnTo>
                    <a:pt x="946044" y="458351"/>
                  </a:lnTo>
                  <a:lnTo>
                    <a:pt x="948508" y="458351"/>
                  </a:lnTo>
                  <a:lnTo>
                    <a:pt x="950971" y="458351"/>
                  </a:lnTo>
                  <a:lnTo>
                    <a:pt x="953435" y="458351"/>
                  </a:lnTo>
                  <a:lnTo>
                    <a:pt x="955899" y="458351"/>
                  </a:lnTo>
                  <a:lnTo>
                    <a:pt x="958362" y="458351"/>
                  </a:lnTo>
                  <a:lnTo>
                    <a:pt x="960826" y="458351"/>
                  </a:lnTo>
                  <a:lnTo>
                    <a:pt x="963290" y="458351"/>
                  </a:lnTo>
                  <a:lnTo>
                    <a:pt x="965753" y="458351"/>
                  </a:lnTo>
                  <a:lnTo>
                    <a:pt x="968217" y="458351"/>
                  </a:lnTo>
                  <a:lnTo>
                    <a:pt x="970681" y="458351"/>
                  </a:lnTo>
                  <a:lnTo>
                    <a:pt x="973144" y="458351"/>
                  </a:lnTo>
                  <a:lnTo>
                    <a:pt x="975608" y="458351"/>
                  </a:lnTo>
                  <a:lnTo>
                    <a:pt x="978072" y="458351"/>
                  </a:lnTo>
                  <a:lnTo>
                    <a:pt x="980535" y="458351"/>
                  </a:lnTo>
                  <a:lnTo>
                    <a:pt x="982999" y="458351"/>
                  </a:lnTo>
                  <a:lnTo>
                    <a:pt x="985463" y="458351"/>
                  </a:lnTo>
                  <a:lnTo>
                    <a:pt x="987926" y="458351"/>
                  </a:lnTo>
                  <a:lnTo>
                    <a:pt x="990390" y="458351"/>
                  </a:lnTo>
                  <a:lnTo>
                    <a:pt x="992853" y="458351"/>
                  </a:lnTo>
                  <a:lnTo>
                    <a:pt x="995317" y="458351"/>
                  </a:lnTo>
                  <a:lnTo>
                    <a:pt x="997781" y="458351"/>
                  </a:lnTo>
                  <a:lnTo>
                    <a:pt x="1000244" y="458351"/>
                  </a:lnTo>
                  <a:lnTo>
                    <a:pt x="1002708" y="458351"/>
                  </a:lnTo>
                  <a:lnTo>
                    <a:pt x="1005172" y="458351"/>
                  </a:lnTo>
                  <a:lnTo>
                    <a:pt x="1007635" y="458351"/>
                  </a:lnTo>
                  <a:lnTo>
                    <a:pt x="1010099" y="458351"/>
                  </a:lnTo>
                  <a:lnTo>
                    <a:pt x="1012563" y="458351"/>
                  </a:lnTo>
                  <a:lnTo>
                    <a:pt x="1015026" y="458351"/>
                  </a:lnTo>
                  <a:lnTo>
                    <a:pt x="1017490" y="458351"/>
                  </a:lnTo>
                  <a:lnTo>
                    <a:pt x="1019954" y="458351"/>
                  </a:lnTo>
                  <a:lnTo>
                    <a:pt x="1022417" y="458351"/>
                  </a:lnTo>
                  <a:lnTo>
                    <a:pt x="1024881" y="458351"/>
                  </a:lnTo>
                  <a:lnTo>
                    <a:pt x="1027345" y="458350"/>
                  </a:lnTo>
                  <a:lnTo>
                    <a:pt x="1029808" y="458350"/>
                  </a:lnTo>
                  <a:lnTo>
                    <a:pt x="1032272" y="458350"/>
                  </a:lnTo>
                  <a:lnTo>
                    <a:pt x="1034736" y="458349"/>
                  </a:lnTo>
                  <a:lnTo>
                    <a:pt x="1037199" y="458349"/>
                  </a:lnTo>
                  <a:lnTo>
                    <a:pt x="1039663" y="458348"/>
                  </a:lnTo>
                  <a:lnTo>
                    <a:pt x="1042127" y="458347"/>
                  </a:lnTo>
                  <a:lnTo>
                    <a:pt x="1044590" y="458345"/>
                  </a:lnTo>
                  <a:lnTo>
                    <a:pt x="1047054" y="458343"/>
                  </a:lnTo>
                  <a:lnTo>
                    <a:pt x="1049518" y="458341"/>
                  </a:lnTo>
                  <a:lnTo>
                    <a:pt x="1051981" y="458338"/>
                  </a:lnTo>
                  <a:lnTo>
                    <a:pt x="1054445" y="458333"/>
                  </a:lnTo>
                  <a:lnTo>
                    <a:pt x="1056909" y="458328"/>
                  </a:lnTo>
                  <a:lnTo>
                    <a:pt x="1059372" y="458320"/>
                  </a:lnTo>
                  <a:lnTo>
                    <a:pt x="1061836" y="458312"/>
                  </a:lnTo>
                  <a:lnTo>
                    <a:pt x="1064300" y="458301"/>
                  </a:lnTo>
                  <a:lnTo>
                    <a:pt x="1066763" y="458287"/>
                  </a:lnTo>
                  <a:lnTo>
                    <a:pt x="1069227" y="458272"/>
                  </a:lnTo>
                  <a:lnTo>
                    <a:pt x="1071691" y="458252"/>
                  </a:lnTo>
                  <a:lnTo>
                    <a:pt x="1074154" y="458229"/>
                  </a:lnTo>
                  <a:lnTo>
                    <a:pt x="1076618" y="458202"/>
                  </a:lnTo>
                  <a:lnTo>
                    <a:pt x="1079082" y="458171"/>
                  </a:lnTo>
                  <a:lnTo>
                    <a:pt x="1081545" y="458135"/>
                  </a:lnTo>
                  <a:lnTo>
                    <a:pt x="1084009" y="458095"/>
                  </a:lnTo>
                  <a:lnTo>
                    <a:pt x="1086472" y="458051"/>
                  </a:lnTo>
                  <a:lnTo>
                    <a:pt x="1088936" y="458001"/>
                  </a:lnTo>
                  <a:lnTo>
                    <a:pt x="1091400" y="457947"/>
                  </a:lnTo>
                  <a:lnTo>
                    <a:pt x="1093863" y="457889"/>
                  </a:lnTo>
                  <a:lnTo>
                    <a:pt x="1096327" y="457827"/>
                  </a:lnTo>
                  <a:lnTo>
                    <a:pt x="1098791" y="457763"/>
                  </a:lnTo>
                  <a:lnTo>
                    <a:pt x="1101254" y="457697"/>
                  </a:lnTo>
                  <a:lnTo>
                    <a:pt x="1103718" y="457631"/>
                  </a:lnTo>
                  <a:lnTo>
                    <a:pt x="1106182" y="457564"/>
                  </a:lnTo>
                  <a:lnTo>
                    <a:pt x="1108645" y="457500"/>
                  </a:lnTo>
                  <a:lnTo>
                    <a:pt x="1111109" y="457439"/>
                  </a:lnTo>
                  <a:lnTo>
                    <a:pt x="1113573" y="457383"/>
                  </a:lnTo>
                  <a:lnTo>
                    <a:pt x="1116036" y="457332"/>
                  </a:lnTo>
                  <a:lnTo>
                    <a:pt x="1118500" y="457289"/>
                  </a:lnTo>
                  <a:lnTo>
                    <a:pt x="1120964" y="457253"/>
                  </a:lnTo>
                  <a:lnTo>
                    <a:pt x="1123427" y="457227"/>
                  </a:lnTo>
                  <a:lnTo>
                    <a:pt x="1125891" y="457212"/>
                  </a:lnTo>
                  <a:lnTo>
                    <a:pt x="1128355" y="457208"/>
                  </a:lnTo>
                  <a:lnTo>
                    <a:pt x="1130818" y="457213"/>
                  </a:lnTo>
                  <a:lnTo>
                    <a:pt x="1133282" y="457229"/>
                  </a:lnTo>
                  <a:lnTo>
                    <a:pt x="1135746" y="457254"/>
                  </a:lnTo>
                  <a:lnTo>
                    <a:pt x="1138209" y="457289"/>
                  </a:lnTo>
                  <a:lnTo>
                    <a:pt x="1140673" y="457332"/>
                  </a:lnTo>
                  <a:lnTo>
                    <a:pt x="1143137" y="457383"/>
                  </a:lnTo>
                  <a:lnTo>
                    <a:pt x="1145600" y="457440"/>
                  </a:lnTo>
                  <a:lnTo>
                    <a:pt x="1148064" y="457501"/>
                  </a:lnTo>
                  <a:lnTo>
                    <a:pt x="1150528" y="457566"/>
                  </a:lnTo>
                  <a:lnTo>
                    <a:pt x="1152991" y="457632"/>
                  </a:lnTo>
                  <a:lnTo>
                    <a:pt x="1155455" y="457698"/>
                  </a:lnTo>
                  <a:lnTo>
                    <a:pt x="1157919" y="457765"/>
                  </a:lnTo>
                  <a:lnTo>
                    <a:pt x="1160382" y="457829"/>
                  </a:lnTo>
                  <a:lnTo>
                    <a:pt x="1162846" y="457890"/>
                  </a:lnTo>
                  <a:lnTo>
                    <a:pt x="1165310" y="457948"/>
                  </a:lnTo>
                  <a:lnTo>
                    <a:pt x="1167773" y="458002"/>
                  </a:lnTo>
                  <a:lnTo>
                    <a:pt x="1170237" y="458051"/>
                  </a:lnTo>
                  <a:lnTo>
                    <a:pt x="1172701" y="458096"/>
                  </a:lnTo>
                  <a:lnTo>
                    <a:pt x="1175164" y="458137"/>
                  </a:lnTo>
                  <a:lnTo>
                    <a:pt x="1177628" y="458172"/>
                  </a:lnTo>
                  <a:lnTo>
                    <a:pt x="1180091" y="458203"/>
                  </a:lnTo>
                  <a:lnTo>
                    <a:pt x="1182555" y="458229"/>
                  </a:lnTo>
                  <a:lnTo>
                    <a:pt x="1185019" y="458252"/>
                  </a:lnTo>
                  <a:lnTo>
                    <a:pt x="1187482" y="458272"/>
                  </a:lnTo>
                  <a:lnTo>
                    <a:pt x="1189946" y="458288"/>
                  </a:lnTo>
                  <a:lnTo>
                    <a:pt x="1192410" y="458301"/>
                  </a:lnTo>
                  <a:lnTo>
                    <a:pt x="1194873" y="458312"/>
                  </a:lnTo>
                  <a:lnTo>
                    <a:pt x="1197337" y="458321"/>
                  </a:lnTo>
                  <a:lnTo>
                    <a:pt x="1199801" y="458328"/>
                  </a:lnTo>
                  <a:lnTo>
                    <a:pt x="1202264" y="458333"/>
                  </a:lnTo>
                  <a:lnTo>
                    <a:pt x="1204728" y="458338"/>
                  </a:lnTo>
                  <a:lnTo>
                    <a:pt x="1207192" y="458341"/>
                  </a:lnTo>
                  <a:lnTo>
                    <a:pt x="1209655" y="458344"/>
                  </a:lnTo>
                  <a:lnTo>
                    <a:pt x="1212119" y="458346"/>
                  </a:lnTo>
                  <a:lnTo>
                    <a:pt x="1214583" y="458347"/>
                  </a:lnTo>
                  <a:lnTo>
                    <a:pt x="1217046" y="458348"/>
                  </a:lnTo>
                  <a:lnTo>
                    <a:pt x="1219510" y="458349"/>
                  </a:lnTo>
                  <a:lnTo>
                    <a:pt x="1221974" y="458349"/>
                  </a:lnTo>
                  <a:lnTo>
                    <a:pt x="1224437" y="458350"/>
                  </a:lnTo>
                  <a:lnTo>
                    <a:pt x="1226901" y="458350"/>
                  </a:lnTo>
                  <a:lnTo>
                    <a:pt x="1229365" y="458350"/>
                  </a:lnTo>
                  <a:lnTo>
                    <a:pt x="1231828" y="458351"/>
                  </a:lnTo>
                  <a:lnTo>
                    <a:pt x="1234292" y="458351"/>
                  </a:lnTo>
                  <a:lnTo>
                    <a:pt x="1236756" y="458351"/>
                  </a:lnTo>
                  <a:lnTo>
                    <a:pt x="1239219" y="458351"/>
                  </a:lnTo>
                  <a:lnTo>
                    <a:pt x="1241683" y="458351"/>
                  </a:lnTo>
                  <a:lnTo>
                    <a:pt x="1244147" y="458351"/>
                  </a:lnTo>
                  <a:lnTo>
                    <a:pt x="1246610" y="458351"/>
                  </a:lnTo>
                  <a:lnTo>
                    <a:pt x="1249074" y="458351"/>
                  </a:lnTo>
                  <a:lnTo>
                    <a:pt x="1251538" y="458351"/>
                  </a:lnTo>
                  <a:lnTo>
                    <a:pt x="1254001" y="458351"/>
                  </a:lnTo>
                  <a:lnTo>
                    <a:pt x="1256465" y="458351"/>
                  </a:lnTo>
                  <a:lnTo>
                    <a:pt x="1258929" y="458351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8529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79"/>
                  </a:lnTo>
                  <a:lnTo>
                    <a:pt x="56664" y="1188078"/>
                  </a:lnTo>
                  <a:lnTo>
                    <a:pt x="59127" y="1188077"/>
                  </a:lnTo>
                  <a:lnTo>
                    <a:pt x="61591" y="1188073"/>
                  </a:lnTo>
                  <a:lnTo>
                    <a:pt x="64055" y="1188064"/>
                  </a:lnTo>
                  <a:lnTo>
                    <a:pt x="66518" y="1188048"/>
                  </a:lnTo>
                  <a:lnTo>
                    <a:pt x="68982" y="1188017"/>
                  </a:lnTo>
                  <a:lnTo>
                    <a:pt x="71446" y="1187959"/>
                  </a:lnTo>
                  <a:lnTo>
                    <a:pt x="73909" y="1187855"/>
                  </a:lnTo>
                  <a:lnTo>
                    <a:pt x="76373" y="1187674"/>
                  </a:lnTo>
                  <a:lnTo>
                    <a:pt x="78837" y="1187370"/>
                  </a:lnTo>
                  <a:lnTo>
                    <a:pt x="81300" y="1186877"/>
                  </a:lnTo>
                  <a:lnTo>
                    <a:pt x="83764" y="1186058"/>
                  </a:lnTo>
                  <a:lnTo>
                    <a:pt x="86228" y="1184787"/>
                  </a:lnTo>
                  <a:lnTo>
                    <a:pt x="88691" y="1182888"/>
                  </a:lnTo>
                  <a:lnTo>
                    <a:pt x="91155" y="1180152"/>
                  </a:lnTo>
                  <a:lnTo>
                    <a:pt x="93618" y="1176347"/>
                  </a:lnTo>
                  <a:lnTo>
                    <a:pt x="96082" y="1171238"/>
                  </a:lnTo>
                  <a:lnTo>
                    <a:pt x="98546" y="1164618"/>
                  </a:lnTo>
                  <a:lnTo>
                    <a:pt x="101009" y="1156340"/>
                  </a:lnTo>
                  <a:lnTo>
                    <a:pt x="103473" y="1146358"/>
                  </a:lnTo>
                  <a:lnTo>
                    <a:pt x="105937" y="1134759"/>
                  </a:lnTo>
                  <a:lnTo>
                    <a:pt x="108400" y="1121794"/>
                  </a:lnTo>
                  <a:lnTo>
                    <a:pt x="110864" y="1107889"/>
                  </a:lnTo>
                  <a:lnTo>
                    <a:pt x="113328" y="1093659"/>
                  </a:lnTo>
                  <a:lnTo>
                    <a:pt x="115791" y="1079941"/>
                  </a:lnTo>
                  <a:lnTo>
                    <a:pt x="118255" y="1067510"/>
                  </a:lnTo>
                  <a:lnTo>
                    <a:pt x="120719" y="1057067"/>
                  </a:lnTo>
                  <a:lnTo>
                    <a:pt x="123182" y="1049168"/>
                  </a:lnTo>
                  <a:lnTo>
                    <a:pt x="125646" y="1044161"/>
                  </a:lnTo>
                  <a:lnTo>
                    <a:pt x="128110" y="1042146"/>
                  </a:lnTo>
                  <a:lnTo>
                    <a:pt x="130573" y="1042978"/>
                  </a:lnTo>
                  <a:lnTo>
                    <a:pt x="133037" y="1046290"/>
                  </a:lnTo>
                  <a:lnTo>
                    <a:pt x="135501" y="1051553"/>
                  </a:lnTo>
                  <a:lnTo>
                    <a:pt x="137964" y="1058150"/>
                  </a:lnTo>
                  <a:lnTo>
                    <a:pt x="140428" y="1065456"/>
                  </a:lnTo>
                  <a:lnTo>
                    <a:pt x="142892" y="1072904"/>
                  </a:lnTo>
                  <a:lnTo>
                    <a:pt x="145355" y="1079997"/>
                  </a:lnTo>
                  <a:lnTo>
                    <a:pt x="147819" y="1086476"/>
                  </a:lnTo>
                  <a:lnTo>
                    <a:pt x="150283" y="1092227"/>
                  </a:lnTo>
                  <a:lnTo>
                    <a:pt x="152746" y="1097237"/>
                  </a:lnTo>
                  <a:lnTo>
                    <a:pt x="155210" y="1101561"/>
                  </a:lnTo>
                  <a:lnTo>
                    <a:pt x="157674" y="1105284"/>
                  </a:lnTo>
                  <a:lnTo>
                    <a:pt x="160137" y="1108493"/>
                  </a:lnTo>
                  <a:lnTo>
                    <a:pt x="162601" y="1111255"/>
                  </a:lnTo>
                  <a:lnTo>
                    <a:pt x="165065" y="1113611"/>
                  </a:lnTo>
                  <a:lnTo>
                    <a:pt x="167528" y="1115577"/>
                  </a:lnTo>
                  <a:lnTo>
                    <a:pt x="169992" y="1117149"/>
                  </a:lnTo>
                  <a:lnTo>
                    <a:pt x="172456" y="1118317"/>
                  </a:lnTo>
                  <a:lnTo>
                    <a:pt x="174919" y="1119048"/>
                  </a:lnTo>
                  <a:lnTo>
                    <a:pt x="177383" y="1119396"/>
                  </a:lnTo>
                  <a:lnTo>
                    <a:pt x="179847" y="1119418"/>
                  </a:lnTo>
                  <a:lnTo>
                    <a:pt x="182310" y="1119189"/>
                  </a:lnTo>
                  <a:lnTo>
                    <a:pt x="184774" y="1118803"/>
                  </a:lnTo>
                  <a:lnTo>
                    <a:pt x="187237" y="1118359"/>
                  </a:lnTo>
                  <a:lnTo>
                    <a:pt x="189701" y="1117952"/>
                  </a:lnTo>
                  <a:lnTo>
                    <a:pt x="192165" y="1117658"/>
                  </a:lnTo>
                  <a:lnTo>
                    <a:pt x="194628" y="1117529"/>
                  </a:lnTo>
                  <a:lnTo>
                    <a:pt x="197092" y="1117585"/>
                  </a:lnTo>
                  <a:lnTo>
                    <a:pt x="199556" y="1117813"/>
                  </a:lnTo>
                  <a:lnTo>
                    <a:pt x="202019" y="1118176"/>
                  </a:lnTo>
                  <a:lnTo>
                    <a:pt x="204483" y="1118615"/>
                  </a:lnTo>
                  <a:lnTo>
                    <a:pt x="206947" y="1119056"/>
                  </a:lnTo>
                  <a:lnTo>
                    <a:pt x="209410" y="1119435"/>
                  </a:lnTo>
                  <a:lnTo>
                    <a:pt x="211874" y="1119705"/>
                  </a:lnTo>
                  <a:lnTo>
                    <a:pt x="214338" y="1119835"/>
                  </a:lnTo>
                  <a:lnTo>
                    <a:pt x="216801" y="1119802"/>
                  </a:lnTo>
                  <a:lnTo>
                    <a:pt x="219265" y="1119597"/>
                  </a:lnTo>
                  <a:lnTo>
                    <a:pt x="221729" y="1119210"/>
                  </a:lnTo>
                  <a:lnTo>
                    <a:pt x="224192" y="1118631"/>
                  </a:lnTo>
                  <a:lnTo>
                    <a:pt x="226656" y="1117844"/>
                  </a:lnTo>
                  <a:lnTo>
                    <a:pt x="229120" y="1116821"/>
                  </a:lnTo>
                  <a:lnTo>
                    <a:pt x="231583" y="1115530"/>
                  </a:lnTo>
                  <a:lnTo>
                    <a:pt x="234047" y="1113927"/>
                  </a:lnTo>
                  <a:lnTo>
                    <a:pt x="236511" y="1111946"/>
                  </a:lnTo>
                  <a:lnTo>
                    <a:pt x="238974" y="1109586"/>
                  </a:lnTo>
                  <a:lnTo>
                    <a:pt x="241438" y="1106828"/>
                  </a:lnTo>
                  <a:lnTo>
                    <a:pt x="243902" y="1103674"/>
                  </a:lnTo>
                  <a:lnTo>
                    <a:pt x="246365" y="1100132"/>
                  </a:lnTo>
                  <a:lnTo>
                    <a:pt x="248829" y="1096224"/>
                  </a:lnTo>
                  <a:lnTo>
                    <a:pt x="251293" y="1091964"/>
                  </a:lnTo>
                  <a:lnTo>
                    <a:pt x="253756" y="1087359"/>
                  </a:lnTo>
                  <a:lnTo>
                    <a:pt x="256220" y="1082386"/>
                  </a:lnTo>
                  <a:lnTo>
                    <a:pt x="258684" y="1076987"/>
                  </a:lnTo>
                  <a:lnTo>
                    <a:pt x="261147" y="1071051"/>
                  </a:lnTo>
                  <a:lnTo>
                    <a:pt x="263611" y="1064412"/>
                  </a:lnTo>
                  <a:lnTo>
                    <a:pt x="266075" y="1056734"/>
                  </a:lnTo>
                  <a:lnTo>
                    <a:pt x="268538" y="1047718"/>
                  </a:lnTo>
                  <a:lnTo>
                    <a:pt x="271002" y="1036988"/>
                  </a:lnTo>
                  <a:lnTo>
                    <a:pt x="273465" y="1024076"/>
                  </a:lnTo>
                  <a:lnTo>
                    <a:pt x="275929" y="1008435"/>
                  </a:lnTo>
                  <a:lnTo>
                    <a:pt x="278393" y="989426"/>
                  </a:lnTo>
                  <a:lnTo>
                    <a:pt x="280856" y="966316"/>
                  </a:lnTo>
                  <a:lnTo>
                    <a:pt x="283320" y="938279"/>
                  </a:lnTo>
                  <a:lnTo>
                    <a:pt x="285784" y="904414"/>
                  </a:lnTo>
                  <a:lnTo>
                    <a:pt x="288247" y="863791"/>
                  </a:lnTo>
                  <a:lnTo>
                    <a:pt x="290711" y="815525"/>
                  </a:lnTo>
                  <a:lnTo>
                    <a:pt x="293175" y="758887"/>
                  </a:lnTo>
                  <a:lnTo>
                    <a:pt x="295638" y="693091"/>
                  </a:lnTo>
                  <a:lnTo>
                    <a:pt x="298102" y="618227"/>
                  </a:lnTo>
                  <a:lnTo>
                    <a:pt x="300566" y="535800"/>
                  </a:lnTo>
                  <a:lnTo>
                    <a:pt x="303029" y="447725"/>
                  </a:lnTo>
                  <a:lnTo>
                    <a:pt x="305493" y="356876"/>
                  </a:lnTo>
                  <a:lnTo>
                    <a:pt x="307957" y="267049"/>
                  </a:lnTo>
                  <a:lnTo>
                    <a:pt x="310420" y="182798"/>
                  </a:lnTo>
                  <a:lnTo>
                    <a:pt x="312884" y="109150"/>
                  </a:lnTo>
                  <a:lnTo>
                    <a:pt x="315348" y="51189"/>
                  </a:lnTo>
                  <a:lnTo>
                    <a:pt x="317811" y="13571"/>
                  </a:lnTo>
                  <a:lnTo>
                    <a:pt x="320275" y="0"/>
                  </a:lnTo>
                  <a:lnTo>
                    <a:pt x="322739" y="12747"/>
                  </a:lnTo>
                  <a:lnTo>
                    <a:pt x="325202" y="52464"/>
                  </a:lnTo>
                  <a:lnTo>
                    <a:pt x="327666" y="119246"/>
                  </a:lnTo>
                  <a:lnTo>
                    <a:pt x="330130" y="206715"/>
                  </a:lnTo>
                  <a:lnTo>
                    <a:pt x="332593" y="309540"/>
                  </a:lnTo>
                  <a:lnTo>
                    <a:pt x="335057" y="421637"/>
                  </a:lnTo>
                  <a:lnTo>
                    <a:pt x="337521" y="536807"/>
                  </a:lnTo>
                  <a:lnTo>
                    <a:pt x="339984" y="649324"/>
                  </a:lnTo>
                  <a:lnTo>
                    <a:pt x="342448" y="754418"/>
                  </a:lnTo>
                  <a:lnTo>
                    <a:pt x="344912" y="848580"/>
                  </a:lnTo>
                  <a:lnTo>
                    <a:pt x="347375" y="929685"/>
                  </a:lnTo>
                  <a:lnTo>
                    <a:pt x="349839" y="996936"/>
                  </a:lnTo>
                  <a:lnTo>
                    <a:pt x="352303" y="1050668"/>
                  </a:lnTo>
                  <a:lnTo>
                    <a:pt x="354766" y="1092064"/>
                  </a:lnTo>
                  <a:lnTo>
                    <a:pt x="357230" y="1122258"/>
                  </a:lnTo>
                  <a:lnTo>
                    <a:pt x="359694" y="1143879"/>
                  </a:lnTo>
                  <a:lnTo>
                    <a:pt x="362157" y="1159060"/>
                  </a:lnTo>
                  <a:lnTo>
                    <a:pt x="364621" y="1169423"/>
                  </a:lnTo>
                  <a:lnTo>
                    <a:pt x="367084" y="1176309"/>
                  </a:lnTo>
                  <a:lnTo>
                    <a:pt x="369548" y="1180773"/>
                  </a:lnTo>
                  <a:lnTo>
                    <a:pt x="372012" y="1183601"/>
                  </a:lnTo>
                  <a:lnTo>
                    <a:pt x="374475" y="1185361"/>
                  </a:lnTo>
                  <a:lnTo>
                    <a:pt x="376939" y="1186439"/>
                  </a:lnTo>
                  <a:lnTo>
                    <a:pt x="379403" y="1187093"/>
                  </a:lnTo>
                  <a:lnTo>
                    <a:pt x="381866" y="1187488"/>
                  </a:lnTo>
                  <a:lnTo>
                    <a:pt x="384330" y="1187726"/>
                  </a:lnTo>
                  <a:lnTo>
                    <a:pt x="386794" y="1187868"/>
                  </a:lnTo>
                  <a:lnTo>
                    <a:pt x="389257" y="1187952"/>
                  </a:lnTo>
                  <a:lnTo>
                    <a:pt x="391721" y="1188004"/>
                  </a:lnTo>
                  <a:lnTo>
                    <a:pt x="394185" y="1188036"/>
                  </a:lnTo>
                  <a:lnTo>
                    <a:pt x="396648" y="1188054"/>
                  </a:lnTo>
                  <a:lnTo>
                    <a:pt x="399112" y="1188065"/>
                  </a:lnTo>
                  <a:lnTo>
                    <a:pt x="401576" y="1188071"/>
                  </a:lnTo>
                  <a:lnTo>
                    <a:pt x="404039" y="1188074"/>
                  </a:lnTo>
                  <a:lnTo>
                    <a:pt x="406503" y="1188074"/>
                  </a:lnTo>
                  <a:lnTo>
                    <a:pt x="408967" y="1188072"/>
                  </a:lnTo>
                  <a:lnTo>
                    <a:pt x="411430" y="1188068"/>
                  </a:lnTo>
                  <a:lnTo>
                    <a:pt x="413894" y="1188059"/>
                  </a:lnTo>
                  <a:lnTo>
                    <a:pt x="416358" y="1188045"/>
                  </a:lnTo>
                  <a:lnTo>
                    <a:pt x="418821" y="1188021"/>
                  </a:lnTo>
                  <a:lnTo>
                    <a:pt x="421285" y="1187984"/>
                  </a:lnTo>
                  <a:lnTo>
                    <a:pt x="423749" y="1187929"/>
                  </a:lnTo>
                  <a:lnTo>
                    <a:pt x="426212" y="1187849"/>
                  </a:lnTo>
                  <a:lnTo>
                    <a:pt x="428676" y="1187739"/>
                  </a:lnTo>
                  <a:lnTo>
                    <a:pt x="431140" y="1187590"/>
                  </a:lnTo>
                  <a:lnTo>
                    <a:pt x="433603" y="1187398"/>
                  </a:lnTo>
                  <a:lnTo>
                    <a:pt x="436067" y="1187158"/>
                  </a:lnTo>
                  <a:lnTo>
                    <a:pt x="438531" y="1186869"/>
                  </a:lnTo>
                  <a:lnTo>
                    <a:pt x="440994" y="1186533"/>
                  </a:lnTo>
                  <a:lnTo>
                    <a:pt x="443458" y="1186159"/>
                  </a:lnTo>
                  <a:lnTo>
                    <a:pt x="445922" y="1185760"/>
                  </a:lnTo>
                  <a:lnTo>
                    <a:pt x="448385" y="1185356"/>
                  </a:lnTo>
                  <a:lnTo>
                    <a:pt x="450849" y="1184972"/>
                  </a:lnTo>
                  <a:lnTo>
                    <a:pt x="453312" y="1184635"/>
                  </a:lnTo>
                  <a:lnTo>
                    <a:pt x="455776" y="1184366"/>
                  </a:lnTo>
                  <a:lnTo>
                    <a:pt x="458240" y="1184187"/>
                  </a:lnTo>
                  <a:lnTo>
                    <a:pt x="460703" y="1184111"/>
                  </a:lnTo>
                  <a:lnTo>
                    <a:pt x="463167" y="1184142"/>
                  </a:lnTo>
                  <a:lnTo>
                    <a:pt x="465631" y="1184280"/>
                  </a:lnTo>
                  <a:lnTo>
                    <a:pt x="468094" y="1184512"/>
                  </a:lnTo>
                  <a:lnTo>
                    <a:pt x="470558" y="1184822"/>
                  </a:lnTo>
                  <a:lnTo>
                    <a:pt x="473022" y="1185188"/>
                  </a:lnTo>
                  <a:lnTo>
                    <a:pt x="475485" y="1185584"/>
                  </a:lnTo>
                  <a:lnTo>
                    <a:pt x="477949" y="1185988"/>
                  </a:lnTo>
                  <a:lnTo>
                    <a:pt x="480413" y="1186373"/>
                  </a:lnTo>
                  <a:lnTo>
                    <a:pt x="482876" y="1186726"/>
                  </a:lnTo>
                  <a:lnTo>
                    <a:pt x="485340" y="1187035"/>
                  </a:lnTo>
                  <a:lnTo>
                    <a:pt x="487804" y="1187296"/>
                  </a:lnTo>
                  <a:lnTo>
                    <a:pt x="490267" y="1187508"/>
                  </a:lnTo>
                  <a:lnTo>
                    <a:pt x="492731" y="1187675"/>
                  </a:lnTo>
                  <a:lnTo>
                    <a:pt x="495195" y="1187802"/>
                  </a:lnTo>
                  <a:lnTo>
                    <a:pt x="497658" y="1187894"/>
                  </a:lnTo>
                  <a:lnTo>
                    <a:pt x="500122" y="1187960"/>
                  </a:lnTo>
                  <a:lnTo>
                    <a:pt x="502586" y="1188005"/>
                  </a:lnTo>
                  <a:lnTo>
                    <a:pt x="505049" y="1188034"/>
                  </a:lnTo>
                  <a:lnTo>
                    <a:pt x="507513" y="1188053"/>
                  </a:lnTo>
                  <a:lnTo>
                    <a:pt x="509977" y="1188064"/>
                  </a:lnTo>
                  <a:lnTo>
                    <a:pt x="512440" y="1188071"/>
                  </a:lnTo>
                  <a:lnTo>
                    <a:pt x="514904" y="1188075"/>
                  </a:lnTo>
                  <a:lnTo>
                    <a:pt x="517368" y="1188077"/>
                  </a:lnTo>
                  <a:lnTo>
                    <a:pt x="519831" y="1188078"/>
                  </a:lnTo>
                  <a:lnTo>
                    <a:pt x="522295" y="1188079"/>
                  </a:lnTo>
                  <a:lnTo>
                    <a:pt x="524759" y="1188079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79"/>
                  </a:lnTo>
                  <a:lnTo>
                    <a:pt x="603596" y="1188079"/>
                  </a:lnTo>
                  <a:lnTo>
                    <a:pt x="606059" y="1188078"/>
                  </a:lnTo>
                  <a:lnTo>
                    <a:pt x="608523" y="1188077"/>
                  </a:lnTo>
                  <a:lnTo>
                    <a:pt x="610987" y="1188075"/>
                  </a:lnTo>
                  <a:lnTo>
                    <a:pt x="613450" y="1188071"/>
                  </a:lnTo>
                  <a:lnTo>
                    <a:pt x="615914" y="1188064"/>
                  </a:lnTo>
                  <a:lnTo>
                    <a:pt x="618378" y="1188053"/>
                  </a:lnTo>
                  <a:lnTo>
                    <a:pt x="620841" y="1188036"/>
                  </a:lnTo>
                  <a:lnTo>
                    <a:pt x="623305" y="1188010"/>
                  </a:lnTo>
                  <a:lnTo>
                    <a:pt x="625769" y="1187972"/>
                  </a:lnTo>
                  <a:lnTo>
                    <a:pt x="628232" y="1187917"/>
                  </a:lnTo>
                  <a:lnTo>
                    <a:pt x="630696" y="1187840"/>
                  </a:lnTo>
                  <a:lnTo>
                    <a:pt x="633159" y="1187738"/>
                  </a:lnTo>
                  <a:lnTo>
                    <a:pt x="635623" y="1187607"/>
                  </a:lnTo>
                  <a:lnTo>
                    <a:pt x="638087" y="1187448"/>
                  </a:lnTo>
                  <a:lnTo>
                    <a:pt x="640550" y="1187262"/>
                  </a:lnTo>
                  <a:lnTo>
                    <a:pt x="643014" y="1187053"/>
                  </a:lnTo>
                  <a:lnTo>
                    <a:pt x="645478" y="1186832"/>
                  </a:lnTo>
                  <a:lnTo>
                    <a:pt x="647941" y="1186609"/>
                  </a:lnTo>
                  <a:lnTo>
                    <a:pt x="650405" y="1186399"/>
                  </a:lnTo>
                  <a:lnTo>
                    <a:pt x="652869" y="1186216"/>
                  </a:lnTo>
                  <a:lnTo>
                    <a:pt x="655332" y="1186076"/>
                  </a:lnTo>
                  <a:lnTo>
                    <a:pt x="657796" y="1185988"/>
                  </a:lnTo>
                  <a:lnTo>
                    <a:pt x="660260" y="1185963"/>
                  </a:lnTo>
                  <a:lnTo>
                    <a:pt x="662723" y="1186003"/>
                  </a:lnTo>
                  <a:lnTo>
                    <a:pt x="665187" y="1186097"/>
                  </a:lnTo>
                  <a:lnTo>
                    <a:pt x="667651" y="1186233"/>
                  </a:lnTo>
                  <a:lnTo>
                    <a:pt x="670114" y="1186394"/>
                  </a:lnTo>
                  <a:lnTo>
                    <a:pt x="672578" y="1186560"/>
                  </a:lnTo>
                  <a:lnTo>
                    <a:pt x="675042" y="1186712"/>
                  </a:lnTo>
                  <a:lnTo>
                    <a:pt x="677505" y="1186834"/>
                  </a:lnTo>
                  <a:lnTo>
                    <a:pt x="679969" y="1186912"/>
                  </a:lnTo>
                  <a:lnTo>
                    <a:pt x="682433" y="1186936"/>
                  </a:lnTo>
                  <a:lnTo>
                    <a:pt x="684896" y="1186905"/>
                  </a:lnTo>
                  <a:lnTo>
                    <a:pt x="687360" y="1186821"/>
                  </a:lnTo>
                  <a:lnTo>
                    <a:pt x="689824" y="1186692"/>
                  </a:lnTo>
                  <a:lnTo>
                    <a:pt x="692287" y="1186533"/>
                  </a:lnTo>
                  <a:lnTo>
                    <a:pt x="694751" y="1186365"/>
                  </a:lnTo>
                  <a:lnTo>
                    <a:pt x="697215" y="1186209"/>
                  </a:lnTo>
                  <a:lnTo>
                    <a:pt x="699678" y="1186082"/>
                  </a:lnTo>
                  <a:lnTo>
                    <a:pt x="702142" y="1186000"/>
                  </a:lnTo>
                  <a:lnTo>
                    <a:pt x="704606" y="1185974"/>
                  </a:lnTo>
                  <a:lnTo>
                    <a:pt x="707069" y="1186008"/>
                  </a:lnTo>
                  <a:lnTo>
                    <a:pt x="709533" y="1186102"/>
                  </a:lnTo>
                  <a:lnTo>
                    <a:pt x="711997" y="1186247"/>
                  </a:lnTo>
                  <a:lnTo>
                    <a:pt x="714460" y="1186434"/>
                  </a:lnTo>
                  <a:lnTo>
                    <a:pt x="716924" y="1186647"/>
                  </a:lnTo>
                  <a:lnTo>
                    <a:pt x="719388" y="1186872"/>
                  </a:lnTo>
                  <a:lnTo>
                    <a:pt x="721851" y="1187093"/>
                  </a:lnTo>
                  <a:lnTo>
                    <a:pt x="724315" y="1187297"/>
                  </a:lnTo>
                  <a:lnTo>
                    <a:pt x="726778" y="1187478"/>
                  </a:lnTo>
                  <a:lnTo>
                    <a:pt x="729242" y="1187630"/>
                  </a:lnTo>
                  <a:lnTo>
                    <a:pt x="731706" y="1187754"/>
                  </a:lnTo>
                  <a:lnTo>
                    <a:pt x="734169" y="1187851"/>
                  </a:lnTo>
                  <a:lnTo>
                    <a:pt x="736633" y="1187924"/>
                  </a:lnTo>
                  <a:lnTo>
                    <a:pt x="739097" y="1187976"/>
                  </a:lnTo>
                  <a:lnTo>
                    <a:pt x="741560" y="1188012"/>
                  </a:lnTo>
                  <a:lnTo>
                    <a:pt x="744024" y="1188035"/>
                  </a:lnTo>
                  <a:lnTo>
                    <a:pt x="746488" y="1188047"/>
                  </a:lnTo>
                  <a:lnTo>
                    <a:pt x="748951" y="1188050"/>
                  </a:lnTo>
                  <a:lnTo>
                    <a:pt x="751415" y="1188045"/>
                  </a:lnTo>
                  <a:lnTo>
                    <a:pt x="753879" y="1188030"/>
                  </a:lnTo>
                  <a:lnTo>
                    <a:pt x="756342" y="1188004"/>
                  </a:lnTo>
                  <a:lnTo>
                    <a:pt x="758806" y="1187964"/>
                  </a:lnTo>
                  <a:lnTo>
                    <a:pt x="761270" y="1187906"/>
                  </a:lnTo>
                  <a:lnTo>
                    <a:pt x="763733" y="1187826"/>
                  </a:lnTo>
                  <a:lnTo>
                    <a:pt x="766197" y="1187721"/>
                  </a:lnTo>
                  <a:lnTo>
                    <a:pt x="768661" y="1187588"/>
                  </a:lnTo>
                  <a:lnTo>
                    <a:pt x="771124" y="1187427"/>
                  </a:lnTo>
                  <a:lnTo>
                    <a:pt x="773588" y="1187239"/>
                  </a:lnTo>
                  <a:lnTo>
                    <a:pt x="776052" y="1187029"/>
                  </a:lnTo>
                  <a:lnTo>
                    <a:pt x="778515" y="1186806"/>
                  </a:lnTo>
                  <a:lnTo>
                    <a:pt x="780979" y="1186582"/>
                  </a:lnTo>
                  <a:lnTo>
                    <a:pt x="783443" y="1186374"/>
                  </a:lnTo>
                  <a:lnTo>
                    <a:pt x="785906" y="1186199"/>
                  </a:lnTo>
                  <a:lnTo>
                    <a:pt x="788370" y="1186069"/>
                  </a:lnTo>
                  <a:lnTo>
                    <a:pt x="790834" y="1185997"/>
                  </a:lnTo>
                  <a:lnTo>
                    <a:pt x="793297" y="1185988"/>
                  </a:lnTo>
                  <a:lnTo>
                    <a:pt x="795761" y="1186043"/>
                  </a:lnTo>
                  <a:lnTo>
                    <a:pt x="798225" y="1186156"/>
                  </a:lnTo>
                  <a:lnTo>
                    <a:pt x="800688" y="1186318"/>
                  </a:lnTo>
                  <a:lnTo>
                    <a:pt x="803152" y="1186516"/>
                  </a:lnTo>
                  <a:lnTo>
                    <a:pt x="805616" y="1186734"/>
                  </a:lnTo>
                  <a:lnTo>
                    <a:pt x="808079" y="1186959"/>
                  </a:lnTo>
                  <a:lnTo>
                    <a:pt x="810543" y="1187175"/>
                  </a:lnTo>
                  <a:lnTo>
                    <a:pt x="813006" y="1187372"/>
                  </a:lnTo>
                  <a:lnTo>
                    <a:pt x="815470" y="1187542"/>
                  </a:lnTo>
                  <a:lnTo>
                    <a:pt x="817934" y="1187684"/>
                  </a:lnTo>
                  <a:lnTo>
                    <a:pt x="820397" y="1187796"/>
                  </a:lnTo>
                  <a:lnTo>
                    <a:pt x="822861" y="1187883"/>
                  </a:lnTo>
                  <a:lnTo>
                    <a:pt x="825325" y="1187948"/>
                  </a:lnTo>
                  <a:lnTo>
                    <a:pt x="827788" y="1187994"/>
                  </a:lnTo>
                  <a:lnTo>
                    <a:pt x="830252" y="1188026"/>
                  </a:lnTo>
                  <a:lnTo>
                    <a:pt x="832716" y="1188047"/>
                  </a:lnTo>
                  <a:lnTo>
                    <a:pt x="835179" y="1188060"/>
                  </a:lnTo>
                  <a:lnTo>
                    <a:pt x="837643" y="1188069"/>
                  </a:lnTo>
                  <a:lnTo>
                    <a:pt x="840107" y="1188074"/>
                  </a:lnTo>
                  <a:lnTo>
                    <a:pt x="842570" y="1188077"/>
                  </a:lnTo>
                  <a:lnTo>
                    <a:pt x="845034" y="1188078"/>
                  </a:lnTo>
                  <a:lnTo>
                    <a:pt x="847498" y="1188079"/>
                  </a:lnTo>
                  <a:lnTo>
                    <a:pt x="849961" y="1188079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79"/>
                  </a:lnTo>
                  <a:lnTo>
                    <a:pt x="1010099" y="1188079"/>
                  </a:lnTo>
                  <a:lnTo>
                    <a:pt x="1012563" y="1188078"/>
                  </a:lnTo>
                  <a:lnTo>
                    <a:pt x="1015026" y="1188077"/>
                  </a:lnTo>
                  <a:lnTo>
                    <a:pt x="1017490" y="1188075"/>
                  </a:lnTo>
                  <a:lnTo>
                    <a:pt x="1019954" y="1188071"/>
                  </a:lnTo>
                  <a:lnTo>
                    <a:pt x="1022417" y="1188065"/>
                  </a:lnTo>
                  <a:lnTo>
                    <a:pt x="1024881" y="1188055"/>
                  </a:lnTo>
                  <a:lnTo>
                    <a:pt x="1027345" y="1188038"/>
                  </a:lnTo>
                  <a:lnTo>
                    <a:pt x="1029808" y="1188011"/>
                  </a:lnTo>
                  <a:lnTo>
                    <a:pt x="1032272" y="1187973"/>
                  </a:lnTo>
                  <a:lnTo>
                    <a:pt x="1034736" y="1187917"/>
                  </a:lnTo>
                  <a:lnTo>
                    <a:pt x="1037199" y="1187840"/>
                  </a:lnTo>
                  <a:lnTo>
                    <a:pt x="1039663" y="1187739"/>
                  </a:lnTo>
                  <a:lnTo>
                    <a:pt x="1042127" y="1187611"/>
                  </a:lnTo>
                  <a:lnTo>
                    <a:pt x="1044590" y="1187454"/>
                  </a:lnTo>
                  <a:lnTo>
                    <a:pt x="1047054" y="1187270"/>
                  </a:lnTo>
                  <a:lnTo>
                    <a:pt x="1049518" y="1187063"/>
                  </a:lnTo>
                  <a:lnTo>
                    <a:pt x="1051981" y="1186842"/>
                  </a:lnTo>
                  <a:lnTo>
                    <a:pt x="1054445" y="1186618"/>
                  </a:lnTo>
                  <a:lnTo>
                    <a:pt x="1056909" y="1186407"/>
                  </a:lnTo>
                  <a:lnTo>
                    <a:pt x="1059372" y="1186225"/>
                  </a:lnTo>
                  <a:lnTo>
                    <a:pt x="1061836" y="1186088"/>
                  </a:lnTo>
                  <a:lnTo>
                    <a:pt x="1064300" y="1186006"/>
                  </a:lnTo>
                  <a:lnTo>
                    <a:pt x="1066763" y="1185987"/>
                  </a:lnTo>
                  <a:lnTo>
                    <a:pt x="1069227" y="1186031"/>
                  </a:lnTo>
                  <a:lnTo>
                    <a:pt x="1071691" y="1186135"/>
                  </a:lnTo>
                  <a:lnTo>
                    <a:pt x="1074154" y="1186290"/>
                  </a:lnTo>
                  <a:lnTo>
                    <a:pt x="1076618" y="1186483"/>
                  </a:lnTo>
                  <a:lnTo>
                    <a:pt x="1079082" y="1186699"/>
                  </a:lnTo>
                  <a:lnTo>
                    <a:pt x="1081545" y="1186923"/>
                  </a:lnTo>
                  <a:lnTo>
                    <a:pt x="1084009" y="1187141"/>
                  </a:lnTo>
                  <a:lnTo>
                    <a:pt x="1086472" y="1187342"/>
                  </a:lnTo>
                  <a:lnTo>
                    <a:pt x="1088936" y="1187516"/>
                  </a:lnTo>
                  <a:lnTo>
                    <a:pt x="1091400" y="1187662"/>
                  </a:lnTo>
                  <a:lnTo>
                    <a:pt x="1093863" y="1187780"/>
                  </a:lnTo>
                  <a:lnTo>
                    <a:pt x="1096327" y="1187871"/>
                  </a:lnTo>
                  <a:lnTo>
                    <a:pt x="1098791" y="1187938"/>
                  </a:lnTo>
                  <a:lnTo>
                    <a:pt x="1101254" y="1187987"/>
                  </a:lnTo>
                  <a:lnTo>
                    <a:pt x="1103718" y="1188021"/>
                  </a:lnTo>
                  <a:lnTo>
                    <a:pt x="1106182" y="1188044"/>
                  </a:lnTo>
                  <a:lnTo>
                    <a:pt x="1108645" y="1188059"/>
                  </a:lnTo>
                  <a:lnTo>
                    <a:pt x="1111109" y="1188068"/>
                  </a:lnTo>
                  <a:lnTo>
                    <a:pt x="1113573" y="1188073"/>
                  </a:lnTo>
                  <a:lnTo>
                    <a:pt x="1116036" y="1188076"/>
                  </a:lnTo>
                  <a:lnTo>
                    <a:pt x="1118500" y="1188078"/>
                  </a:lnTo>
                  <a:lnTo>
                    <a:pt x="1120964" y="1188079"/>
                  </a:lnTo>
                  <a:lnTo>
                    <a:pt x="1123427" y="1188079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529616" y="93770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79"/>
                  </a:lnTo>
                  <a:lnTo>
                    <a:pt x="56664" y="1188078"/>
                  </a:lnTo>
                  <a:lnTo>
                    <a:pt x="59127" y="1188077"/>
                  </a:lnTo>
                  <a:lnTo>
                    <a:pt x="61591" y="1188073"/>
                  </a:lnTo>
                  <a:lnTo>
                    <a:pt x="64055" y="1188064"/>
                  </a:lnTo>
                  <a:lnTo>
                    <a:pt x="66518" y="1188048"/>
                  </a:lnTo>
                  <a:lnTo>
                    <a:pt x="68982" y="1188017"/>
                  </a:lnTo>
                  <a:lnTo>
                    <a:pt x="71446" y="1187959"/>
                  </a:lnTo>
                  <a:lnTo>
                    <a:pt x="73909" y="1187855"/>
                  </a:lnTo>
                  <a:lnTo>
                    <a:pt x="76373" y="1187674"/>
                  </a:lnTo>
                  <a:lnTo>
                    <a:pt x="78837" y="1187370"/>
                  </a:lnTo>
                  <a:lnTo>
                    <a:pt x="81300" y="1186877"/>
                  </a:lnTo>
                  <a:lnTo>
                    <a:pt x="83764" y="1186058"/>
                  </a:lnTo>
                  <a:lnTo>
                    <a:pt x="86228" y="1184787"/>
                  </a:lnTo>
                  <a:lnTo>
                    <a:pt x="88691" y="1182888"/>
                  </a:lnTo>
                  <a:lnTo>
                    <a:pt x="91155" y="1180152"/>
                  </a:lnTo>
                  <a:lnTo>
                    <a:pt x="93618" y="1176347"/>
                  </a:lnTo>
                  <a:lnTo>
                    <a:pt x="96082" y="1171238"/>
                  </a:lnTo>
                  <a:lnTo>
                    <a:pt x="98546" y="1164618"/>
                  </a:lnTo>
                  <a:lnTo>
                    <a:pt x="101009" y="1156340"/>
                  </a:lnTo>
                  <a:lnTo>
                    <a:pt x="103473" y="1146358"/>
                  </a:lnTo>
                  <a:lnTo>
                    <a:pt x="105937" y="1134759"/>
                  </a:lnTo>
                  <a:lnTo>
                    <a:pt x="108400" y="1121794"/>
                  </a:lnTo>
                  <a:lnTo>
                    <a:pt x="110864" y="1107889"/>
                  </a:lnTo>
                  <a:lnTo>
                    <a:pt x="113328" y="1093659"/>
                  </a:lnTo>
                  <a:lnTo>
                    <a:pt x="115791" y="1079941"/>
                  </a:lnTo>
                  <a:lnTo>
                    <a:pt x="118255" y="1067510"/>
                  </a:lnTo>
                  <a:lnTo>
                    <a:pt x="120719" y="1057067"/>
                  </a:lnTo>
                  <a:lnTo>
                    <a:pt x="123182" y="1049168"/>
                  </a:lnTo>
                  <a:lnTo>
                    <a:pt x="125646" y="1044161"/>
                  </a:lnTo>
                  <a:lnTo>
                    <a:pt x="128110" y="1042146"/>
                  </a:lnTo>
                  <a:lnTo>
                    <a:pt x="130573" y="1042978"/>
                  </a:lnTo>
                  <a:lnTo>
                    <a:pt x="133037" y="1046290"/>
                  </a:lnTo>
                  <a:lnTo>
                    <a:pt x="135501" y="1051553"/>
                  </a:lnTo>
                  <a:lnTo>
                    <a:pt x="137964" y="1058150"/>
                  </a:lnTo>
                  <a:lnTo>
                    <a:pt x="140428" y="1065456"/>
                  </a:lnTo>
                  <a:lnTo>
                    <a:pt x="142892" y="1072904"/>
                  </a:lnTo>
                  <a:lnTo>
                    <a:pt x="145355" y="1079997"/>
                  </a:lnTo>
                  <a:lnTo>
                    <a:pt x="147819" y="1086476"/>
                  </a:lnTo>
                  <a:lnTo>
                    <a:pt x="150283" y="1092227"/>
                  </a:lnTo>
                  <a:lnTo>
                    <a:pt x="152746" y="1097237"/>
                  </a:lnTo>
                  <a:lnTo>
                    <a:pt x="155210" y="1101561"/>
                  </a:lnTo>
                  <a:lnTo>
                    <a:pt x="157674" y="1105284"/>
                  </a:lnTo>
                  <a:lnTo>
                    <a:pt x="160137" y="1108493"/>
                  </a:lnTo>
                  <a:lnTo>
                    <a:pt x="162601" y="1111255"/>
                  </a:lnTo>
                  <a:lnTo>
                    <a:pt x="165065" y="1113611"/>
                  </a:lnTo>
                  <a:lnTo>
                    <a:pt x="167528" y="1115577"/>
                  </a:lnTo>
                  <a:lnTo>
                    <a:pt x="169992" y="1117149"/>
                  </a:lnTo>
                  <a:lnTo>
                    <a:pt x="172456" y="1118317"/>
                  </a:lnTo>
                  <a:lnTo>
                    <a:pt x="174919" y="1119048"/>
                  </a:lnTo>
                  <a:lnTo>
                    <a:pt x="177383" y="1119396"/>
                  </a:lnTo>
                  <a:lnTo>
                    <a:pt x="179847" y="1119418"/>
                  </a:lnTo>
                  <a:lnTo>
                    <a:pt x="182310" y="1119189"/>
                  </a:lnTo>
                  <a:lnTo>
                    <a:pt x="184774" y="1118803"/>
                  </a:lnTo>
                  <a:lnTo>
                    <a:pt x="187237" y="1118359"/>
                  </a:lnTo>
                  <a:lnTo>
                    <a:pt x="189701" y="1117952"/>
                  </a:lnTo>
                  <a:lnTo>
                    <a:pt x="192165" y="1117658"/>
                  </a:lnTo>
                  <a:lnTo>
                    <a:pt x="194628" y="1117529"/>
                  </a:lnTo>
                  <a:lnTo>
                    <a:pt x="197092" y="1117585"/>
                  </a:lnTo>
                  <a:lnTo>
                    <a:pt x="199556" y="1117813"/>
                  </a:lnTo>
                  <a:lnTo>
                    <a:pt x="202019" y="1118176"/>
                  </a:lnTo>
                  <a:lnTo>
                    <a:pt x="204483" y="1118615"/>
                  </a:lnTo>
                  <a:lnTo>
                    <a:pt x="206947" y="1119056"/>
                  </a:lnTo>
                  <a:lnTo>
                    <a:pt x="209410" y="1119435"/>
                  </a:lnTo>
                  <a:lnTo>
                    <a:pt x="211874" y="1119705"/>
                  </a:lnTo>
                  <a:lnTo>
                    <a:pt x="214338" y="1119835"/>
                  </a:lnTo>
                  <a:lnTo>
                    <a:pt x="216801" y="1119802"/>
                  </a:lnTo>
                  <a:lnTo>
                    <a:pt x="219265" y="1119597"/>
                  </a:lnTo>
                  <a:lnTo>
                    <a:pt x="221729" y="1119210"/>
                  </a:lnTo>
                  <a:lnTo>
                    <a:pt x="224192" y="1118631"/>
                  </a:lnTo>
                  <a:lnTo>
                    <a:pt x="226656" y="1117844"/>
                  </a:lnTo>
                  <a:lnTo>
                    <a:pt x="229120" y="1116821"/>
                  </a:lnTo>
                  <a:lnTo>
                    <a:pt x="231583" y="1115530"/>
                  </a:lnTo>
                  <a:lnTo>
                    <a:pt x="234047" y="1113927"/>
                  </a:lnTo>
                  <a:lnTo>
                    <a:pt x="236511" y="1111946"/>
                  </a:lnTo>
                  <a:lnTo>
                    <a:pt x="238974" y="1109586"/>
                  </a:lnTo>
                  <a:lnTo>
                    <a:pt x="241438" y="1106828"/>
                  </a:lnTo>
                  <a:lnTo>
                    <a:pt x="243902" y="1103674"/>
                  </a:lnTo>
                  <a:lnTo>
                    <a:pt x="246365" y="1100132"/>
                  </a:lnTo>
                  <a:lnTo>
                    <a:pt x="248829" y="1096224"/>
                  </a:lnTo>
                  <a:lnTo>
                    <a:pt x="251293" y="1091964"/>
                  </a:lnTo>
                  <a:lnTo>
                    <a:pt x="253756" y="1087359"/>
                  </a:lnTo>
                  <a:lnTo>
                    <a:pt x="256220" y="1082386"/>
                  </a:lnTo>
                  <a:lnTo>
                    <a:pt x="258684" y="1076987"/>
                  </a:lnTo>
                  <a:lnTo>
                    <a:pt x="261147" y="1071051"/>
                  </a:lnTo>
                  <a:lnTo>
                    <a:pt x="263611" y="1064412"/>
                  </a:lnTo>
                  <a:lnTo>
                    <a:pt x="266075" y="1056734"/>
                  </a:lnTo>
                  <a:lnTo>
                    <a:pt x="268538" y="1047718"/>
                  </a:lnTo>
                  <a:lnTo>
                    <a:pt x="271002" y="1036988"/>
                  </a:lnTo>
                  <a:lnTo>
                    <a:pt x="273465" y="1024076"/>
                  </a:lnTo>
                  <a:lnTo>
                    <a:pt x="275929" y="1008435"/>
                  </a:lnTo>
                  <a:lnTo>
                    <a:pt x="278393" y="989426"/>
                  </a:lnTo>
                  <a:lnTo>
                    <a:pt x="280856" y="966316"/>
                  </a:lnTo>
                  <a:lnTo>
                    <a:pt x="283320" y="938279"/>
                  </a:lnTo>
                  <a:lnTo>
                    <a:pt x="285784" y="904414"/>
                  </a:lnTo>
                  <a:lnTo>
                    <a:pt x="288247" y="863791"/>
                  </a:lnTo>
                  <a:lnTo>
                    <a:pt x="290711" y="815525"/>
                  </a:lnTo>
                  <a:lnTo>
                    <a:pt x="293175" y="758887"/>
                  </a:lnTo>
                  <a:lnTo>
                    <a:pt x="295638" y="693091"/>
                  </a:lnTo>
                  <a:lnTo>
                    <a:pt x="298102" y="618227"/>
                  </a:lnTo>
                  <a:lnTo>
                    <a:pt x="300566" y="535800"/>
                  </a:lnTo>
                  <a:lnTo>
                    <a:pt x="303029" y="447725"/>
                  </a:lnTo>
                  <a:lnTo>
                    <a:pt x="305493" y="356876"/>
                  </a:lnTo>
                  <a:lnTo>
                    <a:pt x="307957" y="267049"/>
                  </a:lnTo>
                  <a:lnTo>
                    <a:pt x="310420" y="182798"/>
                  </a:lnTo>
                  <a:lnTo>
                    <a:pt x="312884" y="109150"/>
                  </a:lnTo>
                  <a:lnTo>
                    <a:pt x="315348" y="51189"/>
                  </a:lnTo>
                  <a:lnTo>
                    <a:pt x="317811" y="13571"/>
                  </a:lnTo>
                  <a:lnTo>
                    <a:pt x="320275" y="0"/>
                  </a:lnTo>
                  <a:lnTo>
                    <a:pt x="322739" y="12747"/>
                  </a:lnTo>
                  <a:lnTo>
                    <a:pt x="325202" y="52464"/>
                  </a:lnTo>
                  <a:lnTo>
                    <a:pt x="327666" y="119246"/>
                  </a:lnTo>
                  <a:lnTo>
                    <a:pt x="330130" y="206715"/>
                  </a:lnTo>
                  <a:lnTo>
                    <a:pt x="332593" y="309540"/>
                  </a:lnTo>
                  <a:lnTo>
                    <a:pt x="335057" y="421637"/>
                  </a:lnTo>
                  <a:lnTo>
                    <a:pt x="337521" y="536807"/>
                  </a:lnTo>
                  <a:lnTo>
                    <a:pt x="339984" y="649324"/>
                  </a:lnTo>
                  <a:lnTo>
                    <a:pt x="342448" y="754418"/>
                  </a:lnTo>
                  <a:lnTo>
                    <a:pt x="344912" y="848580"/>
                  </a:lnTo>
                  <a:lnTo>
                    <a:pt x="347375" y="929685"/>
                  </a:lnTo>
                  <a:lnTo>
                    <a:pt x="349839" y="996936"/>
                  </a:lnTo>
                  <a:lnTo>
                    <a:pt x="352303" y="1050668"/>
                  </a:lnTo>
                  <a:lnTo>
                    <a:pt x="354766" y="1092064"/>
                  </a:lnTo>
                  <a:lnTo>
                    <a:pt x="357230" y="1122258"/>
                  </a:lnTo>
                  <a:lnTo>
                    <a:pt x="359694" y="1143879"/>
                  </a:lnTo>
                  <a:lnTo>
                    <a:pt x="362157" y="1159060"/>
                  </a:lnTo>
                  <a:lnTo>
                    <a:pt x="364621" y="1169423"/>
                  </a:lnTo>
                  <a:lnTo>
                    <a:pt x="367084" y="1176309"/>
                  </a:lnTo>
                  <a:lnTo>
                    <a:pt x="369548" y="1180773"/>
                  </a:lnTo>
                  <a:lnTo>
                    <a:pt x="372012" y="1183601"/>
                  </a:lnTo>
                  <a:lnTo>
                    <a:pt x="374475" y="1185361"/>
                  </a:lnTo>
                  <a:lnTo>
                    <a:pt x="376939" y="1186439"/>
                  </a:lnTo>
                  <a:lnTo>
                    <a:pt x="379403" y="1187093"/>
                  </a:lnTo>
                  <a:lnTo>
                    <a:pt x="381866" y="1187488"/>
                  </a:lnTo>
                  <a:lnTo>
                    <a:pt x="384330" y="1187726"/>
                  </a:lnTo>
                  <a:lnTo>
                    <a:pt x="386794" y="1187868"/>
                  </a:lnTo>
                  <a:lnTo>
                    <a:pt x="389257" y="1187952"/>
                  </a:lnTo>
                  <a:lnTo>
                    <a:pt x="391721" y="1188004"/>
                  </a:lnTo>
                  <a:lnTo>
                    <a:pt x="394185" y="1188036"/>
                  </a:lnTo>
                  <a:lnTo>
                    <a:pt x="396648" y="1188054"/>
                  </a:lnTo>
                  <a:lnTo>
                    <a:pt x="399112" y="1188065"/>
                  </a:lnTo>
                  <a:lnTo>
                    <a:pt x="401576" y="1188071"/>
                  </a:lnTo>
                  <a:lnTo>
                    <a:pt x="404039" y="1188074"/>
                  </a:lnTo>
                  <a:lnTo>
                    <a:pt x="406503" y="1188074"/>
                  </a:lnTo>
                  <a:lnTo>
                    <a:pt x="408967" y="1188072"/>
                  </a:lnTo>
                  <a:lnTo>
                    <a:pt x="411430" y="1188068"/>
                  </a:lnTo>
                  <a:lnTo>
                    <a:pt x="413894" y="1188059"/>
                  </a:lnTo>
                  <a:lnTo>
                    <a:pt x="416358" y="1188045"/>
                  </a:lnTo>
                  <a:lnTo>
                    <a:pt x="418821" y="1188021"/>
                  </a:lnTo>
                  <a:lnTo>
                    <a:pt x="421285" y="1187984"/>
                  </a:lnTo>
                  <a:lnTo>
                    <a:pt x="423749" y="1187929"/>
                  </a:lnTo>
                  <a:lnTo>
                    <a:pt x="426212" y="1187849"/>
                  </a:lnTo>
                  <a:lnTo>
                    <a:pt x="428676" y="1187739"/>
                  </a:lnTo>
                  <a:lnTo>
                    <a:pt x="431140" y="1187590"/>
                  </a:lnTo>
                  <a:lnTo>
                    <a:pt x="433603" y="1187398"/>
                  </a:lnTo>
                  <a:lnTo>
                    <a:pt x="436067" y="1187158"/>
                  </a:lnTo>
                  <a:lnTo>
                    <a:pt x="438531" y="1186869"/>
                  </a:lnTo>
                  <a:lnTo>
                    <a:pt x="440994" y="1186533"/>
                  </a:lnTo>
                  <a:lnTo>
                    <a:pt x="443458" y="1186159"/>
                  </a:lnTo>
                  <a:lnTo>
                    <a:pt x="445922" y="1185760"/>
                  </a:lnTo>
                  <a:lnTo>
                    <a:pt x="448385" y="1185356"/>
                  </a:lnTo>
                  <a:lnTo>
                    <a:pt x="450849" y="1184972"/>
                  </a:lnTo>
                  <a:lnTo>
                    <a:pt x="453312" y="1184635"/>
                  </a:lnTo>
                  <a:lnTo>
                    <a:pt x="455776" y="1184366"/>
                  </a:lnTo>
                  <a:lnTo>
                    <a:pt x="458240" y="1184187"/>
                  </a:lnTo>
                  <a:lnTo>
                    <a:pt x="460703" y="1184111"/>
                  </a:lnTo>
                  <a:lnTo>
                    <a:pt x="463167" y="1184142"/>
                  </a:lnTo>
                  <a:lnTo>
                    <a:pt x="465631" y="1184280"/>
                  </a:lnTo>
                  <a:lnTo>
                    <a:pt x="468094" y="1184512"/>
                  </a:lnTo>
                  <a:lnTo>
                    <a:pt x="470558" y="1184822"/>
                  </a:lnTo>
                  <a:lnTo>
                    <a:pt x="473022" y="1185188"/>
                  </a:lnTo>
                  <a:lnTo>
                    <a:pt x="475485" y="1185584"/>
                  </a:lnTo>
                  <a:lnTo>
                    <a:pt x="477949" y="1185988"/>
                  </a:lnTo>
                  <a:lnTo>
                    <a:pt x="480413" y="1186373"/>
                  </a:lnTo>
                  <a:lnTo>
                    <a:pt x="482876" y="1186726"/>
                  </a:lnTo>
                  <a:lnTo>
                    <a:pt x="485340" y="1187035"/>
                  </a:lnTo>
                  <a:lnTo>
                    <a:pt x="487804" y="1187296"/>
                  </a:lnTo>
                  <a:lnTo>
                    <a:pt x="490267" y="1187508"/>
                  </a:lnTo>
                  <a:lnTo>
                    <a:pt x="492731" y="1187675"/>
                  </a:lnTo>
                  <a:lnTo>
                    <a:pt x="495195" y="1187802"/>
                  </a:lnTo>
                  <a:lnTo>
                    <a:pt x="497658" y="1187894"/>
                  </a:lnTo>
                  <a:lnTo>
                    <a:pt x="500122" y="1187960"/>
                  </a:lnTo>
                  <a:lnTo>
                    <a:pt x="502586" y="1188005"/>
                  </a:lnTo>
                  <a:lnTo>
                    <a:pt x="505049" y="1188034"/>
                  </a:lnTo>
                  <a:lnTo>
                    <a:pt x="507513" y="1188053"/>
                  </a:lnTo>
                  <a:lnTo>
                    <a:pt x="509977" y="1188064"/>
                  </a:lnTo>
                  <a:lnTo>
                    <a:pt x="512440" y="1188071"/>
                  </a:lnTo>
                  <a:lnTo>
                    <a:pt x="514904" y="1188075"/>
                  </a:lnTo>
                  <a:lnTo>
                    <a:pt x="517368" y="1188077"/>
                  </a:lnTo>
                  <a:lnTo>
                    <a:pt x="519831" y="1188078"/>
                  </a:lnTo>
                  <a:lnTo>
                    <a:pt x="522295" y="1188079"/>
                  </a:lnTo>
                  <a:lnTo>
                    <a:pt x="524759" y="1188079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79"/>
                  </a:lnTo>
                  <a:lnTo>
                    <a:pt x="603596" y="1188079"/>
                  </a:lnTo>
                  <a:lnTo>
                    <a:pt x="606059" y="1188078"/>
                  </a:lnTo>
                  <a:lnTo>
                    <a:pt x="608523" y="1188077"/>
                  </a:lnTo>
                  <a:lnTo>
                    <a:pt x="610987" y="1188075"/>
                  </a:lnTo>
                  <a:lnTo>
                    <a:pt x="613450" y="1188071"/>
                  </a:lnTo>
                  <a:lnTo>
                    <a:pt x="615914" y="1188064"/>
                  </a:lnTo>
                  <a:lnTo>
                    <a:pt x="618378" y="1188053"/>
                  </a:lnTo>
                  <a:lnTo>
                    <a:pt x="620841" y="1188036"/>
                  </a:lnTo>
                  <a:lnTo>
                    <a:pt x="623305" y="1188010"/>
                  </a:lnTo>
                  <a:lnTo>
                    <a:pt x="625769" y="1187972"/>
                  </a:lnTo>
                  <a:lnTo>
                    <a:pt x="628232" y="1187917"/>
                  </a:lnTo>
                  <a:lnTo>
                    <a:pt x="630696" y="1187840"/>
                  </a:lnTo>
                  <a:lnTo>
                    <a:pt x="633159" y="1187738"/>
                  </a:lnTo>
                  <a:lnTo>
                    <a:pt x="635623" y="1187607"/>
                  </a:lnTo>
                  <a:lnTo>
                    <a:pt x="638087" y="1187448"/>
                  </a:lnTo>
                  <a:lnTo>
                    <a:pt x="640550" y="1187262"/>
                  </a:lnTo>
                  <a:lnTo>
                    <a:pt x="643014" y="1187053"/>
                  </a:lnTo>
                  <a:lnTo>
                    <a:pt x="645478" y="1186832"/>
                  </a:lnTo>
                  <a:lnTo>
                    <a:pt x="647941" y="1186609"/>
                  </a:lnTo>
                  <a:lnTo>
                    <a:pt x="650405" y="1186399"/>
                  </a:lnTo>
                  <a:lnTo>
                    <a:pt x="652869" y="1186216"/>
                  </a:lnTo>
                  <a:lnTo>
                    <a:pt x="655332" y="1186076"/>
                  </a:lnTo>
                  <a:lnTo>
                    <a:pt x="657796" y="1185988"/>
                  </a:lnTo>
                  <a:lnTo>
                    <a:pt x="660260" y="1185963"/>
                  </a:lnTo>
                  <a:lnTo>
                    <a:pt x="662723" y="1186003"/>
                  </a:lnTo>
                  <a:lnTo>
                    <a:pt x="665187" y="1186097"/>
                  </a:lnTo>
                  <a:lnTo>
                    <a:pt x="667651" y="1186233"/>
                  </a:lnTo>
                  <a:lnTo>
                    <a:pt x="670114" y="1186394"/>
                  </a:lnTo>
                  <a:lnTo>
                    <a:pt x="672578" y="1186560"/>
                  </a:lnTo>
                  <a:lnTo>
                    <a:pt x="675042" y="1186712"/>
                  </a:lnTo>
                  <a:lnTo>
                    <a:pt x="677505" y="1186834"/>
                  </a:lnTo>
                  <a:lnTo>
                    <a:pt x="679969" y="1186912"/>
                  </a:lnTo>
                  <a:lnTo>
                    <a:pt x="682433" y="1186936"/>
                  </a:lnTo>
                  <a:lnTo>
                    <a:pt x="684896" y="1186905"/>
                  </a:lnTo>
                  <a:lnTo>
                    <a:pt x="687360" y="1186821"/>
                  </a:lnTo>
                  <a:lnTo>
                    <a:pt x="689824" y="1186692"/>
                  </a:lnTo>
                  <a:lnTo>
                    <a:pt x="692287" y="1186533"/>
                  </a:lnTo>
                  <a:lnTo>
                    <a:pt x="694751" y="1186365"/>
                  </a:lnTo>
                  <a:lnTo>
                    <a:pt x="697215" y="1186209"/>
                  </a:lnTo>
                  <a:lnTo>
                    <a:pt x="699678" y="1186082"/>
                  </a:lnTo>
                  <a:lnTo>
                    <a:pt x="702142" y="1186000"/>
                  </a:lnTo>
                  <a:lnTo>
                    <a:pt x="704606" y="1185974"/>
                  </a:lnTo>
                  <a:lnTo>
                    <a:pt x="707069" y="1186008"/>
                  </a:lnTo>
                  <a:lnTo>
                    <a:pt x="709533" y="1186102"/>
                  </a:lnTo>
                  <a:lnTo>
                    <a:pt x="711997" y="1186247"/>
                  </a:lnTo>
                  <a:lnTo>
                    <a:pt x="714460" y="1186434"/>
                  </a:lnTo>
                  <a:lnTo>
                    <a:pt x="716924" y="1186647"/>
                  </a:lnTo>
                  <a:lnTo>
                    <a:pt x="719388" y="1186872"/>
                  </a:lnTo>
                  <a:lnTo>
                    <a:pt x="721851" y="1187093"/>
                  </a:lnTo>
                  <a:lnTo>
                    <a:pt x="724315" y="1187297"/>
                  </a:lnTo>
                  <a:lnTo>
                    <a:pt x="726778" y="1187478"/>
                  </a:lnTo>
                  <a:lnTo>
                    <a:pt x="729242" y="1187630"/>
                  </a:lnTo>
                  <a:lnTo>
                    <a:pt x="731706" y="1187754"/>
                  </a:lnTo>
                  <a:lnTo>
                    <a:pt x="734169" y="1187851"/>
                  </a:lnTo>
                  <a:lnTo>
                    <a:pt x="736633" y="1187924"/>
                  </a:lnTo>
                  <a:lnTo>
                    <a:pt x="739097" y="1187976"/>
                  </a:lnTo>
                  <a:lnTo>
                    <a:pt x="741560" y="1188012"/>
                  </a:lnTo>
                  <a:lnTo>
                    <a:pt x="744024" y="1188035"/>
                  </a:lnTo>
                  <a:lnTo>
                    <a:pt x="746488" y="1188047"/>
                  </a:lnTo>
                  <a:lnTo>
                    <a:pt x="748951" y="1188050"/>
                  </a:lnTo>
                  <a:lnTo>
                    <a:pt x="751415" y="1188045"/>
                  </a:lnTo>
                  <a:lnTo>
                    <a:pt x="753879" y="1188030"/>
                  </a:lnTo>
                  <a:lnTo>
                    <a:pt x="756342" y="1188004"/>
                  </a:lnTo>
                  <a:lnTo>
                    <a:pt x="758806" y="1187964"/>
                  </a:lnTo>
                  <a:lnTo>
                    <a:pt x="761270" y="1187906"/>
                  </a:lnTo>
                  <a:lnTo>
                    <a:pt x="763733" y="1187826"/>
                  </a:lnTo>
                  <a:lnTo>
                    <a:pt x="766197" y="1187721"/>
                  </a:lnTo>
                  <a:lnTo>
                    <a:pt x="768661" y="1187588"/>
                  </a:lnTo>
                  <a:lnTo>
                    <a:pt x="771124" y="1187427"/>
                  </a:lnTo>
                  <a:lnTo>
                    <a:pt x="773588" y="1187239"/>
                  </a:lnTo>
                  <a:lnTo>
                    <a:pt x="776052" y="1187029"/>
                  </a:lnTo>
                  <a:lnTo>
                    <a:pt x="778515" y="1186806"/>
                  </a:lnTo>
                  <a:lnTo>
                    <a:pt x="780979" y="1186582"/>
                  </a:lnTo>
                  <a:lnTo>
                    <a:pt x="783443" y="1186374"/>
                  </a:lnTo>
                  <a:lnTo>
                    <a:pt x="785906" y="1186199"/>
                  </a:lnTo>
                  <a:lnTo>
                    <a:pt x="788370" y="1186069"/>
                  </a:lnTo>
                  <a:lnTo>
                    <a:pt x="790834" y="1185997"/>
                  </a:lnTo>
                  <a:lnTo>
                    <a:pt x="793297" y="1185988"/>
                  </a:lnTo>
                  <a:lnTo>
                    <a:pt x="795761" y="1186043"/>
                  </a:lnTo>
                  <a:lnTo>
                    <a:pt x="798225" y="1186156"/>
                  </a:lnTo>
                  <a:lnTo>
                    <a:pt x="800688" y="1186318"/>
                  </a:lnTo>
                  <a:lnTo>
                    <a:pt x="803152" y="1186516"/>
                  </a:lnTo>
                  <a:lnTo>
                    <a:pt x="805616" y="1186734"/>
                  </a:lnTo>
                  <a:lnTo>
                    <a:pt x="808079" y="1186959"/>
                  </a:lnTo>
                  <a:lnTo>
                    <a:pt x="810543" y="1187175"/>
                  </a:lnTo>
                  <a:lnTo>
                    <a:pt x="813006" y="1187372"/>
                  </a:lnTo>
                  <a:lnTo>
                    <a:pt x="815470" y="1187542"/>
                  </a:lnTo>
                  <a:lnTo>
                    <a:pt x="817934" y="1187684"/>
                  </a:lnTo>
                  <a:lnTo>
                    <a:pt x="820397" y="1187796"/>
                  </a:lnTo>
                  <a:lnTo>
                    <a:pt x="822861" y="1187883"/>
                  </a:lnTo>
                  <a:lnTo>
                    <a:pt x="825325" y="1187948"/>
                  </a:lnTo>
                  <a:lnTo>
                    <a:pt x="827788" y="1187994"/>
                  </a:lnTo>
                  <a:lnTo>
                    <a:pt x="830252" y="1188026"/>
                  </a:lnTo>
                  <a:lnTo>
                    <a:pt x="832716" y="1188047"/>
                  </a:lnTo>
                  <a:lnTo>
                    <a:pt x="835179" y="1188060"/>
                  </a:lnTo>
                  <a:lnTo>
                    <a:pt x="837643" y="1188069"/>
                  </a:lnTo>
                  <a:lnTo>
                    <a:pt x="840107" y="1188074"/>
                  </a:lnTo>
                  <a:lnTo>
                    <a:pt x="842570" y="1188077"/>
                  </a:lnTo>
                  <a:lnTo>
                    <a:pt x="845034" y="1188078"/>
                  </a:lnTo>
                  <a:lnTo>
                    <a:pt x="847498" y="1188079"/>
                  </a:lnTo>
                  <a:lnTo>
                    <a:pt x="849961" y="1188079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79"/>
                  </a:lnTo>
                  <a:lnTo>
                    <a:pt x="1010099" y="1188079"/>
                  </a:lnTo>
                  <a:lnTo>
                    <a:pt x="1012563" y="1188078"/>
                  </a:lnTo>
                  <a:lnTo>
                    <a:pt x="1015026" y="1188077"/>
                  </a:lnTo>
                  <a:lnTo>
                    <a:pt x="1017490" y="1188075"/>
                  </a:lnTo>
                  <a:lnTo>
                    <a:pt x="1019954" y="1188071"/>
                  </a:lnTo>
                  <a:lnTo>
                    <a:pt x="1022417" y="1188065"/>
                  </a:lnTo>
                  <a:lnTo>
                    <a:pt x="1024881" y="1188055"/>
                  </a:lnTo>
                  <a:lnTo>
                    <a:pt x="1027345" y="1188038"/>
                  </a:lnTo>
                  <a:lnTo>
                    <a:pt x="1029808" y="1188011"/>
                  </a:lnTo>
                  <a:lnTo>
                    <a:pt x="1032272" y="1187973"/>
                  </a:lnTo>
                  <a:lnTo>
                    <a:pt x="1034736" y="1187917"/>
                  </a:lnTo>
                  <a:lnTo>
                    <a:pt x="1037199" y="1187840"/>
                  </a:lnTo>
                  <a:lnTo>
                    <a:pt x="1039663" y="1187739"/>
                  </a:lnTo>
                  <a:lnTo>
                    <a:pt x="1042127" y="1187611"/>
                  </a:lnTo>
                  <a:lnTo>
                    <a:pt x="1044590" y="1187454"/>
                  </a:lnTo>
                  <a:lnTo>
                    <a:pt x="1047054" y="1187270"/>
                  </a:lnTo>
                  <a:lnTo>
                    <a:pt x="1049518" y="1187063"/>
                  </a:lnTo>
                  <a:lnTo>
                    <a:pt x="1051981" y="1186842"/>
                  </a:lnTo>
                  <a:lnTo>
                    <a:pt x="1054445" y="1186618"/>
                  </a:lnTo>
                  <a:lnTo>
                    <a:pt x="1056909" y="1186407"/>
                  </a:lnTo>
                  <a:lnTo>
                    <a:pt x="1059372" y="1186225"/>
                  </a:lnTo>
                  <a:lnTo>
                    <a:pt x="1061836" y="1186088"/>
                  </a:lnTo>
                  <a:lnTo>
                    <a:pt x="1064300" y="1186006"/>
                  </a:lnTo>
                  <a:lnTo>
                    <a:pt x="1066763" y="1185987"/>
                  </a:lnTo>
                  <a:lnTo>
                    <a:pt x="1069227" y="1186031"/>
                  </a:lnTo>
                  <a:lnTo>
                    <a:pt x="1071691" y="1186135"/>
                  </a:lnTo>
                  <a:lnTo>
                    <a:pt x="1074154" y="1186290"/>
                  </a:lnTo>
                  <a:lnTo>
                    <a:pt x="1076618" y="1186483"/>
                  </a:lnTo>
                  <a:lnTo>
                    <a:pt x="1079082" y="1186699"/>
                  </a:lnTo>
                  <a:lnTo>
                    <a:pt x="1081545" y="1186923"/>
                  </a:lnTo>
                  <a:lnTo>
                    <a:pt x="1084009" y="1187141"/>
                  </a:lnTo>
                  <a:lnTo>
                    <a:pt x="1086472" y="1187342"/>
                  </a:lnTo>
                  <a:lnTo>
                    <a:pt x="1088936" y="1187516"/>
                  </a:lnTo>
                  <a:lnTo>
                    <a:pt x="1091400" y="1187662"/>
                  </a:lnTo>
                  <a:lnTo>
                    <a:pt x="1093863" y="1187780"/>
                  </a:lnTo>
                  <a:lnTo>
                    <a:pt x="1096327" y="1187871"/>
                  </a:lnTo>
                  <a:lnTo>
                    <a:pt x="1098791" y="1187938"/>
                  </a:lnTo>
                  <a:lnTo>
                    <a:pt x="1101254" y="1187987"/>
                  </a:lnTo>
                  <a:lnTo>
                    <a:pt x="1103718" y="1188021"/>
                  </a:lnTo>
                  <a:lnTo>
                    <a:pt x="1106182" y="1188044"/>
                  </a:lnTo>
                  <a:lnTo>
                    <a:pt x="1108645" y="1188059"/>
                  </a:lnTo>
                  <a:lnTo>
                    <a:pt x="1111109" y="1188068"/>
                  </a:lnTo>
                  <a:lnTo>
                    <a:pt x="1113573" y="1188073"/>
                  </a:lnTo>
                  <a:lnTo>
                    <a:pt x="1116036" y="1188076"/>
                  </a:lnTo>
                  <a:lnTo>
                    <a:pt x="1118500" y="1188078"/>
                  </a:lnTo>
                  <a:lnTo>
                    <a:pt x="1120964" y="1188079"/>
                  </a:lnTo>
                  <a:lnTo>
                    <a:pt x="1123427" y="1188079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8529616" y="1731125"/>
              <a:ext cx="1258929" cy="394661"/>
            </a:xfrm>
            <a:custGeom>
              <a:avLst/>
              <a:pathLst>
                <a:path w="1258929" h="394661">
                  <a:moveTo>
                    <a:pt x="0" y="394656"/>
                  </a:moveTo>
                  <a:lnTo>
                    <a:pt x="2463" y="394653"/>
                  </a:lnTo>
                  <a:lnTo>
                    <a:pt x="4927" y="394650"/>
                  </a:lnTo>
                  <a:lnTo>
                    <a:pt x="7390" y="394646"/>
                  </a:lnTo>
                  <a:lnTo>
                    <a:pt x="9854" y="394640"/>
                  </a:lnTo>
                  <a:lnTo>
                    <a:pt x="12318" y="394633"/>
                  </a:lnTo>
                  <a:lnTo>
                    <a:pt x="14781" y="394623"/>
                  </a:lnTo>
                  <a:lnTo>
                    <a:pt x="17245" y="394610"/>
                  </a:lnTo>
                  <a:lnTo>
                    <a:pt x="19709" y="394593"/>
                  </a:lnTo>
                  <a:lnTo>
                    <a:pt x="22172" y="394571"/>
                  </a:lnTo>
                  <a:lnTo>
                    <a:pt x="24636" y="394543"/>
                  </a:lnTo>
                  <a:lnTo>
                    <a:pt x="27100" y="394507"/>
                  </a:lnTo>
                  <a:lnTo>
                    <a:pt x="29563" y="394462"/>
                  </a:lnTo>
                  <a:lnTo>
                    <a:pt x="32027" y="394406"/>
                  </a:lnTo>
                  <a:lnTo>
                    <a:pt x="34491" y="394335"/>
                  </a:lnTo>
                  <a:lnTo>
                    <a:pt x="36954" y="394245"/>
                  </a:lnTo>
                  <a:lnTo>
                    <a:pt x="39418" y="394136"/>
                  </a:lnTo>
                  <a:lnTo>
                    <a:pt x="41882" y="394003"/>
                  </a:lnTo>
                  <a:lnTo>
                    <a:pt x="44345" y="393842"/>
                  </a:lnTo>
                  <a:lnTo>
                    <a:pt x="46809" y="393651"/>
                  </a:lnTo>
                  <a:lnTo>
                    <a:pt x="49273" y="393421"/>
                  </a:lnTo>
                  <a:lnTo>
                    <a:pt x="51736" y="393142"/>
                  </a:lnTo>
                  <a:lnTo>
                    <a:pt x="54200" y="392814"/>
                  </a:lnTo>
                  <a:lnTo>
                    <a:pt x="56664" y="392433"/>
                  </a:lnTo>
                  <a:lnTo>
                    <a:pt x="59127" y="391993"/>
                  </a:lnTo>
                  <a:lnTo>
                    <a:pt x="61591" y="391488"/>
                  </a:lnTo>
                  <a:lnTo>
                    <a:pt x="64055" y="390913"/>
                  </a:lnTo>
                  <a:lnTo>
                    <a:pt x="66518" y="390244"/>
                  </a:lnTo>
                  <a:lnTo>
                    <a:pt x="68982" y="389494"/>
                  </a:lnTo>
                  <a:lnTo>
                    <a:pt x="71446" y="388658"/>
                  </a:lnTo>
                  <a:lnTo>
                    <a:pt x="73909" y="387735"/>
                  </a:lnTo>
                  <a:lnTo>
                    <a:pt x="76373" y="386721"/>
                  </a:lnTo>
                  <a:lnTo>
                    <a:pt x="78837" y="385617"/>
                  </a:lnTo>
                  <a:lnTo>
                    <a:pt x="81300" y="384404"/>
                  </a:lnTo>
                  <a:lnTo>
                    <a:pt x="83764" y="383101"/>
                  </a:lnTo>
                  <a:lnTo>
                    <a:pt x="86228" y="381717"/>
                  </a:lnTo>
                  <a:lnTo>
                    <a:pt x="88691" y="380257"/>
                  </a:lnTo>
                  <a:lnTo>
                    <a:pt x="91155" y="378727"/>
                  </a:lnTo>
                  <a:lnTo>
                    <a:pt x="93618" y="377138"/>
                  </a:lnTo>
                  <a:lnTo>
                    <a:pt x="96082" y="375494"/>
                  </a:lnTo>
                  <a:lnTo>
                    <a:pt x="98546" y="373816"/>
                  </a:lnTo>
                  <a:lnTo>
                    <a:pt x="101009" y="372122"/>
                  </a:lnTo>
                  <a:lnTo>
                    <a:pt x="103473" y="370424"/>
                  </a:lnTo>
                  <a:lnTo>
                    <a:pt x="105937" y="368739"/>
                  </a:lnTo>
                  <a:lnTo>
                    <a:pt x="108400" y="367080"/>
                  </a:lnTo>
                  <a:lnTo>
                    <a:pt x="110864" y="365469"/>
                  </a:lnTo>
                  <a:lnTo>
                    <a:pt x="113328" y="363927"/>
                  </a:lnTo>
                  <a:lnTo>
                    <a:pt x="115791" y="362462"/>
                  </a:lnTo>
                  <a:lnTo>
                    <a:pt x="118255" y="361085"/>
                  </a:lnTo>
                  <a:lnTo>
                    <a:pt x="120719" y="359805"/>
                  </a:lnTo>
                  <a:lnTo>
                    <a:pt x="123182" y="358631"/>
                  </a:lnTo>
                  <a:lnTo>
                    <a:pt x="125646" y="357577"/>
                  </a:lnTo>
                  <a:lnTo>
                    <a:pt x="128110" y="356661"/>
                  </a:lnTo>
                  <a:lnTo>
                    <a:pt x="130573" y="355863"/>
                  </a:lnTo>
                  <a:lnTo>
                    <a:pt x="133037" y="355184"/>
                  </a:lnTo>
                  <a:lnTo>
                    <a:pt x="135501" y="354618"/>
                  </a:lnTo>
                  <a:lnTo>
                    <a:pt x="137964" y="354162"/>
                  </a:lnTo>
                  <a:lnTo>
                    <a:pt x="140428" y="353810"/>
                  </a:lnTo>
                  <a:lnTo>
                    <a:pt x="142892" y="353572"/>
                  </a:lnTo>
                  <a:lnTo>
                    <a:pt x="145355" y="353414"/>
                  </a:lnTo>
                  <a:lnTo>
                    <a:pt x="147819" y="353326"/>
                  </a:lnTo>
                  <a:lnTo>
                    <a:pt x="150283" y="353297"/>
                  </a:lnTo>
                  <a:lnTo>
                    <a:pt x="152746" y="353318"/>
                  </a:lnTo>
                  <a:lnTo>
                    <a:pt x="155210" y="353377"/>
                  </a:lnTo>
                  <a:lnTo>
                    <a:pt x="157674" y="353468"/>
                  </a:lnTo>
                  <a:lnTo>
                    <a:pt x="160137" y="353575"/>
                  </a:lnTo>
                  <a:lnTo>
                    <a:pt x="162601" y="353690"/>
                  </a:lnTo>
                  <a:lnTo>
                    <a:pt x="165065" y="353805"/>
                  </a:lnTo>
                  <a:lnTo>
                    <a:pt x="167528" y="353916"/>
                  </a:lnTo>
                  <a:lnTo>
                    <a:pt x="169992" y="354018"/>
                  </a:lnTo>
                  <a:lnTo>
                    <a:pt x="172456" y="354106"/>
                  </a:lnTo>
                  <a:lnTo>
                    <a:pt x="174919" y="354180"/>
                  </a:lnTo>
                  <a:lnTo>
                    <a:pt x="177383" y="354239"/>
                  </a:lnTo>
                  <a:lnTo>
                    <a:pt x="179847" y="354285"/>
                  </a:lnTo>
                  <a:lnTo>
                    <a:pt x="182310" y="354319"/>
                  </a:lnTo>
                  <a:lnTo>
                    <a:pt x="184774" y="354344"/>
                  </a:lnTo>
                  <a:lnTo>
                    <a:pt x="187237" y="354362"/>
                  </a:lnTo>
                  <a:lnTo>
                    <a:pt x="189701" y="354377"/>
                  </a:lnTo>
                  <a:lnTo>
                    <a:pt x="192165" y="354394"/>
                  </a:lnTo>
                  <a:lnTo>
                    <a:pt x="194628" y="354415"/>
                  </a:lnTo>
                  <a:lnTo>
                    <a:pt x="197092" y="354443"/>
                  </a:lnTo>
                  <a:lnTo>
                    <a:pt x="199556" y="354481"/>
                  </a:lnTo>
                  <a:lnTo>
                    <a:pt x="202019" y="354532"/>
                  </a:lnTo>
                  <a:lnTo>
                    <a:pt x="204483" y="354600"/>
                  </a:lnTo>
                  <a:lnTo>
                    <a:pt x="206947" y="354682"/>
                  </a:lnTo>
                  <a:lnTo>
                    <a:pt x="209410" y="354780"/>
                  </a:lnTo>
                  <a:lnTo>
                    <a:pt x="211874" y="354893"/>
                  </a:lnTo>
                  <a:lnTo>
                    <a:pt x="214338" y="355019"/>
                  </a:lnTo>
                  <a:lnTo>
                    <a:pt x="216801" y="355158"/>
                  </a:lnTo>
                  <a:lnTo>
                    <a:pt x="219265" y="355307"/>
                  </a:lnTo>
                  <a:lnTo>
                    <a:pt x="221729" y="355461"/>
                  </a:lnTo>
                  <a:lnTo>
                    <a:pt x="224192" y="355617"/>
                  </a:lnTo>
                  <a:lnTo>
                    <a:pt x="226656" y="355770"/>
                  </a:lnTo>
                  <a:lnTo>
                    <a:pt x="229120" y="355918"/>
                  </a:lnTo>
                  <a:lnTo>
                    <a:pt x="231583" y="356054"/>
                  </a:lnTo>
                  <a:lnTo>
                    <a:pt x="234047" y="356172"/>
                  </a:lnTo>
                  <a:lnTo>
                    <a:pt x="236511" y="356267"/>
                  </a:lnTo>
                  <a:lnTo>
                    <a:pt x="238974" y="356336"/>
                  </a:lnTo>
                  <a:lnTo>
                    <a:pt x="241438" y="356374"/>
                  </a:lnTo>
                  <a:lnTo>
                    <a:pt x="243902" y="356379"/>
                  </a:lnTo>
                  <a:lnTo>
                    <a:pt x="246365" y="356345"/>
                  </a:lnTo>
                  <a:lnTo>
                    <a:pt x="248829" y="356262"/>
                  </a:lnTo>
                  <a:lnTo>
                    <a:pt x="251293" y="356128"/>
                  </a:lnTo>
                  <a:lnTo>
                    <a:pt x="253756" y="355943"/>
                  </a:lnTo>
                  <a:lnTo>
                    <a:pt x="256220" y="355705"/>
                  </a:lnTo>
                  <a:lnTo>
                    <a:pt x="258684" y="355411"/>
                  </a:lnTo>
                  <a:lnTo>
                    <a:pt x="261147" y="355058"/>
                  </a:lnTo>
                  <a:lnTo>
                    <a:pt x="263611" y="354636"/>
                  </a:lnTo>
                  <a:lnTo>
                    <a:pt x="266075" y="354141"/>
                  </a:lnTo>
                  <a:lnTo>
                    <a:pt x="268538" y="353576"/>
                  </a:lnTo>
                  <a:lnTo>
                    <a:pt x="271002" y="352941"/>
                  </a:lnTo>
                  <a:lnTo>
                    <a:pt x="273465" y="352231"/>
                  </a:lnTo>
                  <a:lnTo>
                    <a:pt x="275929" y="351444"/>
                  </a:lnTo>
                  <a:lnTo>
                    <a:pt x="278393" y="350572"/>
                  </a:lnTo>
                  <a:lnTo>
                    <a:pt x="280856" y="349599"/>
                  </a:lnTo>
                  <a:lnTo>
                    <a:pt x="283320" y="348537"/>
                  </a:lnTo>
                  <a:lnTo>
                    <a:pt x="285784" y="347379"/>
                  </a:lnTo>
                  <a:lnTo>
                    <a:pt x="288247" y="346123"/>
                  </a:lnTo>
                  <a:lnTo>
                    <a:pt x="290711" y="344763"/>
                  </a:lnTo>
                  <a:lnTo>
                    <a:pt x="293175" y="343294"/>
                  </a:lnTo>
                  <a:lnTo>
                    <a:pt x="295638" y="341680"/>
                  </a:lnTo>
                  <a:lnTo>
                    <a:pt x="298102" y="339941"/>
                  </a:lnTo>
                  <a:lnTo>
                    <a:pt x="300566" y="338070"/>
                  </a:lnTo>
                  <a:lnTo>
                    <a:pt x="303029" y="336059"/>
                  </a:lnTo>
                  <a:lnTo>
                    <a:pt x="305493" y="333900"/>
                  </a:lnTo>
                  <a:lnTo>
                    <a:pt x="307957" y="331586"/>
                  </a:lnTo>
                  <a:lnTo>
                    <a:pt x="310420" y="329074"/>
                  </a:lnTo>
                  <a:lnTo>
                    <a:pt x="312884" y="326374"/>
                  </a:lnTo>
                  <a:lnTo>
                    <a:pt x="315348" y="323486"/>
                  </a:lnTo>
                  <a:lnTo>
                    <a:pt x="317811" y="320399"/>
                  </a:lnTo>
                  <a:lnTo>
                    <a:pt x="320275" y="317103"/>
                  </a:lnTo>
                  <a:lnTo>
                    <a:pt x="322739" y="313589"/>
                  </a:lnTo>
                  <a:lnTo>
                    <a:pt x="325202" y="309812"/>
                  </a:lnTo>
                  <a:lnTo>
                    <a:pt x="327666" y="305769"/>
                  </a:lnTo>
                  <a:lnTo>
                    <a:pt x="330130" y="301474"/>
                  </a:lnTo>
                  <a:lnTo>
                    <a:pt x="332593" y="296917"/>
                  </a:lnTo>
                  <a:lnTo>
                    <a:pt x="335057" y="292090"/>
                  </a:lnTo>
                  <a:lnTo>
                    <a:pt x="337521" y="286988"/>
                  </a:lnTo>
                  <a:lnTo>
                    <a:pt x="339984" y="281577"/>
                  </a:lnTo>
                  <a:lnTo>
                    <a:pt x="342448" y="275835"/>
                  </a:lnTo>
                  <a:lnTo>
                    <a:pt x="344912" y="269802"/>
                  </a:lnTo>
                  <a:lnTo>
                    <a:pt x="347375" y="263475"/>
                  </a:lnTo>
                  <a:lnTo>
                    <a:pt x="349839" y="256855"/>
                  </a:lnTo>
                  <a:lnTo>
                    <a:pt x="352303" y="249944"/>
                  </a:lnTo>
                  <a:lnTo>
                    <a:pt x="354766" y="242731"/>
                  </a:lnTo>
                  <a:lnTo>
                    <a:pt x="357230" y="235183"/>
                  </a:lnTo>
                  <a:lnTo>
                    <a:pt x="359694" y="227364"/>
                  </a:lnTo>
                  <a:lnTo>
                    <a:pt x="362157" y="219283"/>
                  </a:lnTo>
                  <a:lnTo>
                    <a:pt x="364621" y="210952"/>
                  </a:lnTo>
                  <a:lnTo>
                    <a:pt x="367084" y="202385"/>
                  </a:lnTo>
                  <a:lnTo>
                    <a:pt x="369548" y="193597"/>
                  </a:lnTo>
                  <a:lnTo>
                    <a:pt x="372012" y="184565"/>
                  </a:lnTo>
                  <a:lnTo>
                    <a:pt x="374475" y="175363"/>
                  </a:lnTo>
                  <a:lnTo>
                    <a:pt x="376939" y="166015"/>
                  </a:lnTo>
                  <a:lnTo>
                    <a:pt x="379403" y="156546"/>
                  </a:lnTo>
                  <a:lnTo>
                    <a:pt x="381866" y="146985"/>
                  </a:lnTo>
                  <a:lnTo>
                    <a:pt x="384330" y="137362"/>
                  </a:lnTo>
                  <a:lnTo>
                    <a:pt x="386794" y="127715"/>
                  </a:lnTo>
                  <a:lnTo>
                    <a:pt x="389257" y="118094"/>
                  </a:lnTo>
                  <a:lnTo>
                    <a:pt x="391721" y="108541"/>
                  </a:lnTo>
                  <a:lnTo>
                    <a:pt x="394185" y="99096"/>
                  </a:lnTo>
                  <a:lnTo>
                    <a:pt x="396648" y="89800"/>
                  </a:lnTo>
                  <a:lnTo>
                    <a:pt x="399112" y="80697"/>
                  </a:lnTo>
                  <a:lnTo>
                    <a:pt x="401576" y="71872"/>
                  </a:lnTo>
                  <a:lnTo>
                    <a:pt x="404039" y="63380"/>
                  </a:lnTo>
                  <a:lnTo>
                    <a:pt x="406503" y="55242"/>
                  </a:lnTo>
                  <a:lnTo>
                    <a:pt x="408967" y="47500"/>
                  </a:lnTo>
                  <a:lnTo>
                    <a:pt x="411430" y="40197"/>
                  </a:lnTo>
                  <a:lnTo>
                    <a:pt x="413894" y="33371"/>
                  </a:lnTo>
                  <a:lnTo>
                    <a:pt x="416358" y="27110"/>
                  </a:lnTo>
                  <a:lnTo>
                    <a:pt x="418821" y="21497"/>
                  </a:lnTo>
                  <a:lnTo>
                    <a:pt x="421285" y="16480"/>
                  </a:lnTo>
                  <a:lnTo>
                    <a:pt x="423749" y="12083"/>
                  </a:lnTo>
                  <a:lnTo>
                    <a:pt x="426212" y="8325"/>
                  </a:lnTo>
                  <a:lnTo>
                    <a:pt x="428676" y="5222"/>
                  </a:lnTo>
                  <a:lnTo>
                    <a:pt x="431140" y="2810"/>
                  </a:lnTo>
                  <a:lnTo>
                    <a:pt x="433603" y="1204"/>
                  </a:lnTo>
                  <a:lnTo>
                    <a:pt x="436067" y="269"/>
                  </a:lnTo>
                  <a:lnTo>
                    <a:pt x="438531" y="0"/>
                  </a:lnTo>
                  <a:lnTo>
                    <a:pt x="440994" y="387"/>
                  </a:lnTo>
                  <a:lnTo>
                    <a:pt x="443458" y="1421"/>
                  </a:lnTo>
                  <a:lnTo>
                    <a:pt x="445922" y="3086"/>
                  </a:lnTo>
                  <a:lnTo>
                    <a:pt x="448385" y="5502"/>
                  </a:lnTo>
                  <a:lnTo>
                    <a:pt x="450849" y="8510"/>
                  </a:lnTo>
                  <a:lnTo>
                    <a:pt x="453312" y="12085"/>
                  </a:lnTo>
                  <a:lnTo>
                    <a:pt x="455776" y="16207"/>
                  </a:lnTo>
                  <a:lnTo>
                    <a:pt x="458240" y="20857"/>
                  </a:lnTo>
                  <a:lnTo>
                    <a:pt x="460703" y="26012"/>
                  </a:lnTo>
                  <a:lnTo>
                    <a:pt x="463167" y="31736"/>
                  </a:lnTo>
                  <a:lnTo>
                    <a:pt x="465631" y="37941"/>
                  </a:lnTo>
                  <a:lnTo>
                    <a:pt x="468094" y="44580"/>
                  </a:lnTo>
                  <a:lnTo>
                    <a:pt x="470558" y="51631"/>
                  </a:lnTo>
                  <a:lnTo>
                    <a:pt x="473022" y="59074"/>
                  </a:lnTo>
                  <a:lnTo>
                    <a:pt x="475485" y="66888"/>
                  </a:lnTo>
                  <a:lnTo>
                    <a:pt x="477949" y="75091"/>
                  </a:lnTo>
                  <a:lnTo>
                    <a:pt x="480413" y="83643"/>
                  </a:lnTo>
                  <a:lnTo>
                    <a:pt x="482876" y="92480"/>
                  </a:lnTo>
                  <a:lnTo>
                    <a:pt x="485340" y="101577"/>
                  </a:lnTo>
                  <a:lnTo>
                    <a:pt x="487804" y="110905"/>
                  </a:lnTo>
                  <a:lnTo>
                    <a:pt x="490267" y="120435"/>
                  </a:lnTo>
                  <a:lnTo>
                    <a:pt x="492731" y="130149"/>
                  </a:lnTo>
                  <a:lnTo>
                    <a:pt x="495195" y="140010"/>
                  </a:lnTo>
                  <a:lnTo>
                    <a:pt x="497658" y="149959"/>
                  </a:lnTo>
                  <a:lnTo>
                    <a:pt x="500122" y="159963"/>
                  </a:lnTo>
                  <a:lnTo>
                    <a:pt x="502586" y="169987"/>
                  </a:lnTo>
                  <a:lnTo>
                    <a:pt x="505049" y="180000"/>
                  </a:lnTo>
                  <a:lnTo>
                    <a:pt x="507513" y="189964"/>
                  </a:lnTo>
                  <a:lnTo>
                    <a:pt x="509977" y="199823"/>
                  </a:lnTo>
                  <a:lnTo>
                    <a:pt x="512440" y="209556"/>
                  </a:lnTo>
                  <a:lnTo>
                    <a:pt x="514904" y="219135"/>
                  </a:lnTo>
                  <a:lnTo>
                    <a:pt x="517368" y="228535"/>
                  </a:lnTo>
                  <a:lnTo>
                    <a:pt x="519831" y="237732"/>
                  </a:lnTo>
                  <a:lnTo>
                    <a:pt x="522295" y="246704"/>
                  </a:lnTo>
                  <a:lnTo>
                    <a:pt x="524759" y="255373"/>
                  </a:lnTo>
                  <a:lnTo>
                    <a:pt x="527222" y="263769"/>
                  </a:lnTo>
                  <a:lnTo>
                    <a:pt x="529686" y="271885"/>
                  </a:lnTo>
                  <a:lnTo>
                    <a:pt x="532150" y="279711"/>
                  </a:lnTo>
                  <a:lnTo>
                    <a:pt x="534613" y="287240"/>
                  </a:lnTo>
                  <a:lnTo>
                    <a:pt x="537077" y="294466"/>
                  </a:lnTo>
                  <a:lnTo>
                    <a:pt x="539541" y="301334"/>
                  </a:lnTo>
                  <a:lnTo>
                    <a:pt x="542004" y="307875"/>
                  </a:lnTo>
                  <a:lnTo>
                    <a:pt x="544468" y="314111"/>
                  </a:lnTo>
                  <a:lnTo>
                    <a:pt x="546931" y="320045"/>
                  </a:lnTo>
                  <a:lnTo>
                    <a:pt x="549395" y="325681"/>
                  </a:lnTo>
                  <a:lnTo>
                    <a:pt x="551859" y="331025"/>
                  </a:lnTo>
                  <a:lnTo>
                    <a:pt x="554322" y="336046"/>
                  </a:lnTo>
                  <a:lnTo>
                    <a:pt x="556786" y="340759"/>
                  </a:lnTo>
                  <a:lnTo>
                    <a:pt x="559250" y="345203"/>
                  </a:lnTo>
                  <a:lnTo>
                    <a:pt x="561713" y="349387"/>
                  </a:lnTo>
                  <a:lnTo>
                    <a:pt x="564177" y="353317"/>
                  </a:lnTo>
                  <a:lnTo>
                    <a:pt x="566641" y="357002"/>
                  </a:lnTo>
                  <a:lnTo>
                    <a:pt x="569104" y="360433"/>
                  </a:lnTo>
                  <a:lnTo>
                    <a:pt x="571568" y="363603"/>
                  </a:lnTo>
                  <a:lnTo>
                    <a:pt x="574032" y="366557"/>
                  </a:lnTo>
                  <a:lnTo>
                    <a:pt x="576495" y="369305"/>
                  </a:lnTo>
                  <a:lnTo>
                    <a:pt x="578959" y="371855"/>
                  </a:lnTo>
                  <a:lnTo>
                    <a:pt x="581423" y="374215"/>
                  </a:lnTo>
                  <a:lnTo>
                    <a:pt x="583886" y="376388"/>
                  </a:lnTo>
                  <a:lnTo>
                    <a:pt x="586350" y="378354"/>
                  </a:lnTo>
                  <a:lnTo>
                    <a:pt x="588814" y="380159"/>
                  </a:lnTo>
                  <a:lnTo>
                    <a:pt x="591277" y="381812"/>
                  </a:lnTo>
                  <a:lnTo>
                    <a:pt x="593741" y="383320"/>
                  </a:lnTo>
                  <a:lnTo>
                    <a:pt x="596205" y="384691"/>
                  </a:lnTo>
                  <a:lnTo>
                    <a:pt x="598668" y="385933"/>
                  </a:lnTo>
                  <a:lnTo>
                    <a:pt x="601132" y="387031"/>
                  </a:lnTo>
                  <a:lnTo>
                    <a:pt x="603596" y="388016"/>
                  </a:lnTo>
                  <a:lnTo>
                    <a:pt x="606059" y="388900"/>
                  </a:lnTo>
                  <a:lnTo>
                    <a:pt x="608523" y="389689"/>
                  </a:lnTo>
                  <a:lnTo>
                    <a:pt x="610987" y="390390"/>
                  </a:lnTo>
                  <a:lnTo>
                    <a:pt x="613450" y="391010"/>
                  </a:lnTo>
                  <a:lnTo>
                    <a:pt x="615914" y="391544"/>
                  </a:lnTo>
                  <a:lnTo>
                    <a:pt x="618378" y="392009"/>
                  </a:lnTo>
                  <a:lnTo>
                    <a:pt x="620841" y="392414"/>
                  </a:lnTo>
                  <a:lnTo>
                    <a:pt x="623305" y="392766"/>
                  </a:lnTo>
                  <a:lnTo>
                    <a:pt x="625769" y="393069"/>
                  </a:lnTo>
                  <a:lnTo>
                    <a:pt x="628232" y="393328"/>
                  </a:lnTo>
                  <a:lnTo>
                    <a:pt x="630696" y="393543"/>
                  </a:lnTo>
                  <a:lnTo>
                    <a:pt x="633159" y="393721"/>
                  </a:lnTo>
                  <a:lnTo>
                    <a:pt x="635623" y="393869"/>
                  </a:lnTo>
                  <a:lnTo>
                    <a:pt x="638087" y="393990"/>
                  </a:lnTo>
                  <a:lnTo>
                    <a:pt x="640550" y="394086"/>
                  </a:lnTo>
                  <a:lnTo>
                    <a:pt x="643014" y="394162"/>
                  </a:lnTo>
                  <a:lnTo>
                    <a:pt x="645478" y="394217"/>
                  </a:lnTo>
                  <a:lnTo>
                    <a:pt x="647941" y="394252"/>
                  </a:lnTo>
                  <a:lnTo>
                    <a:pt x="650405" y="394273"/>
                  </a:lnTo>
                  <a:lnTo>
                    <a:pt x="652869" y="394279"/>
                  </a:lnTo>
                  <a:lnTo>
                    <a:pt x="655332" y="394274"/>
                  </a:lnTo>
                  <a:lnTo>
                    <a:pt x="657796" y="394256"/>
                  </a:lnTo>
                  <a:lnTo>
                    <a:pt x="660260" y="394228"/>
                  </a:lnTo>
                  <a:lnTo>
                    <a:pt x="662723" y="394188"/>
                  </a:lnTo>
                  <a:lnTo>
                    <a:pt x="665187" y="394140"/>
                  </a:lnTo>
                  <a:lnTo>
                    <a:pt x="667651" y="394083"/>
                  </a:lnTo>
                  <a:lnTo>
                    <a:pt x="670114" y="394018"/>
                  </a:lnTo>
                  <a:lnTo>
                    <a:pt x="672578" y="393947"/>
                  </a:lnTo>
                  <a:lnTo>
                    <a:pt x="675042" y="393869"/>
                  </a:lnTo>
                  <a:lnTo>
                    <a:pt x="677505" y="393785"/>
                  </a:lnTo>
                  <a:lnTo>
                    <a:pt x="679969" y="393697"/>
                  </a:lnTo>
                  <a:lnTo>
                    <a:pt x="682433" y="393606"/>
                  </a:lnTo>
                  <a:lnTo>
                    <a:pt x="684896" y="393512"/>
                  </a:lnTo>
                  <a:lnTo>
                    <a:pt x="687360" y="393419"/>
                  </a:lnTo>
                  <a:lnTo>
                    <a:pt x="689824" y="393325"/>
                  </a:lnTo>
                  <a:lnTo>
                    <a:pt x="692287" y="393234"/>
                  </a:lnTo>
                  <a:lnTo>
                    <a:pt x="694751" y="393146"/>
                  </a:lnTo>
                  <a:lnTo>
                    <a:pt x="697215" y="393064"/>
                  </a:lnTo>
                  <a:lnTo>
                    <a:pt x="699678" y="392987"/>
                  </a:lnTo>
                  <a:lnTo>
                    <a:pt x="702142" y="392919"/>
                  </a:lnTo>
                  <a:lnTo>
                    <a:pt x="704606" y="392858"/>
                  </a:lnTo>
                  <a:lnTo>
                    <a:pt x="707069" y="392809"/>
                  </a:lnTo>
                  <a:lnTo>
                    <a:pt x="709533" y="392772"/>
                  </a:lnTo>
                  <a:lnTo>
                    <a:pt x="711997" y="392746"/>
                  </a:lnTo>
                  <a:lnTo>
                    <a:pt x="714460" y="392733"/>
                  </a:lnTo>
                  <a:lnTo>
                    <a:pt x="716924" y="392731"/>
                  </a:lnTo>
                  <a:lnTo>
                    <a:pt x="719388" y="392742"/>
                  </a:lnTo>
                  <a:lnTo>
                    <a:pt x="721851" y="392766"/>
                  </a:lnTo>
                  <a:lnTo>
                    <a:pt x="724315" y="392803"/>
                  </a:lnTo>
                  <a:lnTo>
                    <a:pt x="726778" y="392851"/>
                  </a:lnTo>
                  <a:lnTo>
                    <a:pt x="729242" y="392909"/>
                  </a:lnTo>
                  <a:lnTo>
                    <a:pt x="731706" y="392976"/>
                  </a:lnTo>
                  <a:lnTo>
                    <a:pt x="734169" y="393051"/>
                  </a:lnTo>
                  <a:lnTo>
                    <a:pt x="736633" y="393133"/>
                  </a:lnTo>
                  <a:lnTo>
                    <a:pt x="739097" y="393221"/>
                  </a:lnTo>
                  <a:lnTo>
                    <a:pt x="741560" y="393313"/>
                  </a:lnTo>
                  <a:lnTo>
                    <a:pt x="744024" y="393407"/>
                  </a:lnTo>
                  <a:lnTo>
                    <a:pt x="746488" y="393502"/>
                  </a:lnTo>
                  <a:lnTo>
                    <a:pt x="748951" y="393597"/>
                  </a:lnTo>
                  <a:lnTo>
                    <a:pt x="751415" y="393691"/>
                  </a:lnTo>
                  <a:lnTo>
                    <a:pt x="753879" y="393782"/>
                  </a:lnTo>
                  <a:lnTo>
                    <a:pt x="756342" y="393870"/>
                  </a:lnTo>
                  <a:lnTo>
                    <a:pt x="758806" y="393954"/>
                  </a:lnTo>
                  <a:lnTo>
                    <a:pt x="761270" y="394033"/>
                  </a:lnTo>
                  <a:lnTo>
                    <a:pt x="763733" y="394107"/>
                  </a:lnTo>
                  <a:lnTo>
                    <a:pt x="766197" y="394176"/>
                  </a:lnTo>
                  <a:lnTo>
                    <a:pt x="768661" y="394239"/>
                  </a:lnTo>
                  <a:lnTo>
                    <a:pt x="771124" y="394295"/>
                  </a:lnTo>
                  <a:lnTo>
                    <a:pt x="773588" y="394347"/>
                  </a:lnTo>
                  <a:lnTo>
                    <a:pt x="776052" y="394393"/>
                  </a:lnTo>
                  <a:lnTo>
                    <a:pt x="778515" y="394434"/>
                  </a:lnTo>
                  <a:lnTo>
                    <a:pt x="780979" y="394470"/>
                  </a:lnTo>
                  <a:lnTo>
                    <a:pt x="783443" y="394501"/>
                  </a:lnTo>
                  <a:lnTo>
                    <a:pt x="785906" y="394528"/>
                  </a:lnTo>
                  <a:lnTo>
                    <a:pt x="788370" y="394551"/>
                  </a:lnTo>
                  <a:lnTo>
                    <a:pt x="790834" y="394571"/>
                  </a:lnTo>
                  <a:lnTo>
                    <a:pt x="793297" y="394588"/>
                  </a:lnTo>
                  <a:lnTo>
                    <a:pt x="795761" y="394602"/>
                  </a:lnTo>
                  <a:lnTo>
                    <a:pt x="798225" y="394614"/>
                  </a:lnTo>
                  <a:lnTo>
                    <a:pt x="800688" y="394623"/>
                  </a:lnTo>
                  <a:lnTo>
                    <a:pt x="803152" y="394631"/>
                  </a:lnTo>
                  <a:lnTo>
                    <a:pt x="805616" y="394637"/>
                  </a:lnTo>
                  <a:lnTo>
                    <a:pt x="808079" y="394643"/>
                  </a:lnTo>
                  <a:lnTo>
                    <a:pt x="810543" y="394647"/>
                  </a:lnTo>
                  <a:lnTo>
                    <a:pt x="813006" y="394650"/>
                  </a:lnTo>
                  <a:lnTo>
                    <a:pt x="815470" y="394653"/>
                  </a:lnTo>
                  <a:lnTo>
                    <a:pt x="817934" y="394655"/>
                  </a:lnTo>
                  <a:lnTo>
                    <a:pt x="820397" y="394656"/>
                  </a:lnTo>
                  <a:lnTo>
                    <a:pt x="822861" y="394658"/>
                  </a:lnTo>
                  <a:lnTo>
                    <a:pt x="825325" y="394659"/>
                  </a:lnTo>
                  <a:lnTo>
                    <a:pt x="827788" y="394659"/>
                  </a:lnTo>
                  <a:lnTo>
                    <a:pt x="830252" y="394660"/>
                  </a:lnTo>
                  <a:lnTo>
                    <a:pt x="832716" y="394660"/>
                  </a:lnTo>
                  <a:lnTo>
                    <a:pt x="835179" y="394661"/>
                  </a:lnTo>
                  <a:lnTo>
                    <a:pt x="837643" y="394661"/>
                  </a:lnTo>
                  <a:lnTo>
                    <a:pt x="840107" y="394661"/>
                  </a:lnTo>
                  <a:lnTo>
                    <a:pt x="842570" y="394661"/>
                  </a:lnTo>
                  <a:lnTo>
                    <a:pt x="845034" y="394661"/>
                  </a:lnTo>
                  <a:lnTo>
                    <a:pt x="847498" y="394661"/>
                  </a:lnTo>
                  <a:lnTo>
                    <a:pt x="849961" y="394661"/>
                  </a:lnTo>
                  <a:lnTo>
                    <a:pt x="852425" y="394661"/>
                  </a:lnTo>
                  <a:lnTo>
                    <a:pt x="854889" y="394661"/>
                  </a:lnTo>
                  <a:lnTo>
                    <a:pt x="857352" y="394661"/>
                  </a:lnTo>
                  <a:lnTo>
                    <a:pt x="859816" y="394661"/>
                  </a:lnTo>
                  <a:lnTo>
                    <a:pt x="862280" y="394661"/>
                  </a:lnTo>
                  <a:lnTo>
                    <a:pt x="864743" y="394661"/>
                  </a:lnTo>
                  <a:lnTo>
                    <a:pt x="867207" y="394661"/>
                  </a:lnTo>
                  <a:lnTo>
                    <a:pt x="869671" y="394661"/>
                  </a:lnTo>
                  <a:lnTo>
                    <a:pt x="872134" y="394661"/>
                  </a:lnTo>
                  <a:lnTo>
                    <a:pt x="874598" y="394661"/>
                  </a:lnTo>
                  <a:lnTo>
                    <a:pt x="877062" y="394661"/>
                  </a:lnTo>
                  <a:lnTo>
                    <a:pt x="879525" y="394661"/>
                  </a:lnTo>
                  <a:lnTo>
                    <a:pt x="881989" y="394660"/>
                  </a:lnTo>
                  <a:lnTo>
                    <a:pt x="884453" y="394660"/>
                  </a:lnTo>
                  <a:lnTo>
                    <a:pt x="886916" y="394659"/>
                  </a:lnTo>
                  <a:lnTo>
                    <a:pt x="889380" y="394659"/>
                  </a:lnTo>
                  <a:lnTo>
                    <a:pt x="891844" y="394658"/>
                  </a:lnTo>
                  <a:lnTo>
                    <a:pt x="894307" y="394656"/>
                  </a:lnTo>
                  <a:lnTo>
                    <a:pt x="896771" y="394655"/>
                  </a:lnTo>
                  <a:lnTo>
                    <a:pt x="899235" y="394653"/>
                  </a:lnTo>
                  <a:lnTo>
                    <a:pt x="901698" y="394651"/>
                  </a:lnTo>
                  <a:lnTo>
                    <a:pt x="904162" y="394648"/>
                  </a:lnTo>
                  <a:lnTo>
                    <a:pt x="906625" y="394644"/>
                  </a:lnTo>
                  <a:lnTo>
                    <a:pt x="909089" y="394639"/>
                  </a:lnTo>
                  <a:lnTo>
                    <a:pt x="911553" y="394634"/>
                  </a:lnTo>
                  <a:lnTo>
                    <a:pt x="914016" y="394627"/>
                  </a:lnTo>
                  <a:lnTo>
                    <a:pt x="916480" y="394619"/>
                  </a:lnTo>
                  <a:lnTo>
                    <a:pt x="918944" y="394610"/>
                  </a:lnTo>
                  <a:lnTo>
                    <a:pt x="921407" y="394599"/>
                  </a:lnTo>
                  <a:lnTo>
                    <a:pt x="923871" y="394586"/>
                  </a:lnTo>
                  <a:lnTo>
                    <a:pt x="926335" y="394570"/>
                  </a:lnTo>
                  <a:lnTo>
                    <a:pt x="928798" y="394552"/>
                  </a:lnTo>
                  <a:lnTo>
                    <a:pt x="931262" y="394532"/>
                  </a:lnTo>
                  <a:lnTo>
                    <a:pt x="933726" y="394509"/>
                  </a:lnTo>
                  <a:lnTo>
                    <a:pt x="936189" y="394483"/>
                  </a:lnTo>
                  <a:lnTo>
                    <a:pt x="938653" y="394453"/>
                  </a:lnTo>
                  <a:lnTo>
                    <a:pt x="941117" y="394419"/>
                  </a:lnTo>
                  <a:lnTo>
                    <a:pt x="943580" y="394383"/>
                  </a:lnTo>
                  <a:lnTo>
                    <a:pt x="946044" y="394342"/>
                  </a:lnTo>
                  <a:lnTo>
                    <a:pt x="948508" y="394299"/>
                  </a:lnTo>
                  <a:lnTo>
                    <a:pt x="950971" y="394251"/>
                  </a:lnTo>
                  <a:lnTo>
                    <a:pt x="953435" y="394200"/>
                  </a:lnTo>
                  <a:lnTo>
                    <a:pt x="955899" y="394146"/>
                  </a:lnTo>
                  <a:lnTo>
                    <a:pt x="958362" y="394088"/>
                  </a:lnTo>
                  <a:lnTo>
                    <a:pt x="960826" y="394028"/>
                  </a:lnTo>
                  <a:lnTo>
                    <a:pt x="963290" y="393965"/>
                  </a:lnTo>
                  <a:lnTo>
                    <a:pt x="965753" y="393901"/>
                  </a:lnTo>
                  <a:lnTo>
                    <a:pt x="968217" y="393834"/>
                  </a:lnTo>
                  <a:lnTo>
                    <a:pt x="970681" y="393767"/>
                  </a:lnTo>
                  <a:lnTo>
                    <a:pt x="973144" y="393700"/>
                  </a:lnTo>
                  <a:lnTo>
                    <a:pt x="975608" y="393632"/>
                  </a:lnTo>
                  <a:lnTo>
                    <a:pt x="978072" y="393566"/>
                  </a:lnTo>
                  <a:lnTo>
                    <a:pt x="980535" y="393501"/>
                  </a:lnTo>
                  <a:lnTo>
                    <a:pt x="982999" y="393438"/>
                  </a:lnTo>
                  <a:lnTo>
                    <a:pt x="985463" y="393379"/>
                  </a:lnTo>
                  <a:lnTo>
                    <a:pt x="987926" y="393323"/>
                  </a:lnTo>
                  <a:lnTo>
                    <a:pt x="990390" y="393270"/>
                  </a:lnTo>
                  <a:lnTo>
                    <a:pt x="992853" y="393222"/>
                  </a:lnTo>
                  <a:lnTo>
                    <a:pt x="995317" y="393179"/>
                  </a:lnTo>
                  <a:lnTo>
                    <a:pt x="997781" y="393142"/>
                  </a:lnTo>
                  <a:lnTo>
                    <a:pt x="1000244" y="393111"/>
                  </a:lnTo>
                  <a:lnTo>
                    <a:pt x="1002708" y="393086"/>
                  </a:lnTo>
                  <a:lnTo>
                    <a:pt x="1005172" y="393068"/>
                  </a:lnTo>
                  <a:lnTo>
                    <a:pt x="1007635" y="393055"/>
                  </a:lnTo>
                  <a:lnTo>
                    <a:pt x="1010099" y="393050"/>
                  </a:lnTo>
                  <a:lnTo>
                    <a:pt x="1012563" y="393051"/>
                  </a:lnTo>
                  <a:lnTo>
                    <a:pt x="1015026" y="393060"/>
                  </a:lnTo>
                  <a:lnTo>
                    <a:pt x="1017490" y="393075"/>
                  </a:lnTo>
                  <a:lnTo>
                    <a:pt x="1019954" y="393097"/>
                  </a:lnTo>
                  <a:lnTo>
                    <a:pt x="1022417" y="393124"/>
                  </a:lnTo>
                  <a:lnTo>
                    <a:pt x="1024881" y="393158"/>
                  </a:lnTo>
                  <a:lnTo>
                    <a:pt x="1027345" y="393197"/>
                  </a:lnTo>
                  <a:lnTo>
                    <a:pt x="1029808" y="393242"/>
                  </a:lnTo>
                  <a:lnTo>
                    <a:pt x="1032272" y="393292"/>
                  </a:lnTo>
                  <a:lnTo>
                    <a:pt x="1034736" y="393346"/>
                  </a:lnTo>
                  <a:lnTo>
                    <a:pt x="1037199" y="393404"/>
                  </a:lnTo>
                  <a:lnTo>
                    <a:pt x="1039663" y="393465"/>
                  </a:lnTo>
                  <a:lnTo>
                    <a:pt x="1042127" y="393528"/>
                  </a:lnTo>
                  <a:lnTo>
                    <a:pt x="1044590" y="393594"/>
                  </a:lnTo>
                  <a:lnTo>
                    <a:pt x="1047054" y="393661"/>
                  </a:lnTo>
                  <a:lnTo>
                    <a:pt x="1049518" y="393728"/>
                  </a:lnTo>
                  <a:lnTo>
                    <a:pt x="1051981" y="393796"/>
                  </a:lnTo>
                  <a:lnTo>
                    <a:pt x="1054445" y="393862"/>
                  </a:lnTo>
                  <a:lnTo>
                    <a:pt x="1056909" y="393928"/>
                  </a:lnTo>
                  <a:lnTo>
                    <a:pt x="1059372" y="393992"/>
                  </a:lnTo>
                  <a:lnTo>
                    <a:pt x="1061836" y="394053"/>
                  </a:lnTo>
                  <a:lnTo>
                    <a:pt x="1064300" y="394112"/>
                  </a:lnTo>
                  <a:lnTo>
                    <a:pt x="1066763" y="394169"/>
                  </a:lnTo>
                  <a:lnTo>
                    <a:pt x="1069227" y="394222"/>
                  </a:lnTo>
                  <a:lnTo>
                    <a:pt x="1071691" y="394272"/>
                  </a:lnTo>
                  <a:lnTo>
                    <a:pt x="1074154" y="394317"/>
                  </a:lnTo>
                  <a:lnTo>
                    <a:pt x="1076618" y="394360"/>
                  </a:lnTo>
                  <a:lnTo>
                    <a:pt x="1079082" y="394398"/>
                  </a:lnTo>
                  <a:lnTo>
                    <a:pt x="1081545" y="394433"/>
                  </a:lnTo>
                  <a:lnTo>
                    <a:pt x="1084009" y="394465"/>
                  </a:lnTo>
                  <a:lnTo>
                    <a:pt x="1086472" y="394494"/>
                  </a:lnTo>
                  <a:lnTo>
                    <a:pt x="1088936" y="394519"/>
                  </a:lnTo>
                  <a:lnTo>
                    <a:pt x="1091400" y="394541"/>
                  </a:lnTo>
                  <a:lnTo>
                    <a:pt x="1093863" y="394560"/>
                  </a:lnTo>
                  <a:lnTo>
                    <a:pt x="1096327" y="394577"/>
                  </a:lnTo>
                  <a:lnTo>
                    <a:pt x="1098791" y="394591"/>
                  </a:lnTo>
                  <a:lnTo>
                    <a:pt x="1101254" y="394604"/>
                  </a:lnTo>
                  <a:lnTo>
                    <a:pt x="1103718" y="394614"/>
                  </a:lnTo>
                  <a:lnTo>
                    <a:pt x="1106182" y="394623"/>
                  </a:lnTo>
                  <a:lnTo>
                    <a:pt x="1108645" y="394630"/>
                  </a:lnTo>
                  <a:lnTo>
                    <a:pt x="1111109" y="394636"/>
                  </a:lnTo>
                  <a:lnTo>
                    <a:pt x="1113573" y="394641"/>
                  </a:lnTo>
                  <a:lnTo>
                    <a:pt x="1116036" y="394646"/>
                  </a:lnTo>
                  <a:lnTo>
                    <a:pt x="1118500" y="394649"/>
                  </a:lnTo>
                  <a:lnTo>
                    <a:pt x="1120964" y="394652"/>
                  </a:lnTo>
                  <a:lnTo>
                    <a:pt x="1123427" y="394654"/>
                  </a:lnTo>
                  <a:lnTo>
                    <a:pt x="1125891" y="394656"/>
                  </a:lnTo>
                  <a:lnTo>
                    <a:pt x="1128355" y="394657"/>
                  </a:lnTo>
                  <a:lnTo>
                    <a:pt x="1130818" y="394658"/>
                  </a:lnTo>
                  <a:lnTo>
                    <a:pt x="1133282" y="394659"/>
                  </a:lnTo>
                  <a:lnTo>
                    <a:pt x="1135746" y="394659"/>
                  </a:lnTo>
                  <a:lnTo>
                    <a:pt x="1138209" y="394660"/>
                  </a:lnTo>
                  <a:lnTo>
                    <a:pt x="1140673" y="394660"/>
                  </a:lnTo>
                  <a:lnTo>
                    <a:pt x="1143137" y="394661"/>
                  </a:lnTo>
                  <a:lnTo>
                    <a:pt x="1145600" y="394661"/>
                  </a:lnTo>
                  <a:lnTo>
                    <a:pt x="1148064" y="394661"/>
                  </a:lnTo>
                  <a:lnTo>
                    <a:pt x="1150528" y="394661"/>
                  </a:lnTo>
                  <a:lnTo>
                    <a:pt x="1152991" y="394661"/>
                  </a:lnTo>
                  <a:lnTo>
                    <a:pt x="1155455" y="394661"/>
                  </a:lnTo>
                  <a:lnTo>
                    <a:pt x="1157919" y="394661"/>
                  </a:lnTo>
                  <a:lnTo>
                    <a:pt x="1160382" y="394661"/>
                  </a:lnTo>
                  <a:lnTo>
                    <a:pt x="1162846" y="394661"/>
                  </a:lnTo>
                  <a:lnTo>
                    <a:pt x="1165310" y="394661"/>
                  </a:lnTo>
                  <a:lnTo>
                    <a:pt x="1167773" y="394661"/>
                  </a:lnTo>
                  <a:lnTo>
                    <a:pt x="1170237" y="394661"/>
                  </a:lnTo>
                  <a:lnTo>
                    <a:pt x="1172701" y="394661"/>
                  </a:lnTo>
                  <a:lnTo>
                    <a:pt x="1175164" y="394661"/>
                  </a:lnTo>
                  <a:lnTo>
                    <a:pt x="1177628" y="394661"/>
                  </a:lnTo>
                  <a:lnTo>
                    <a:pt x="1180091" y="394661"/>
                  </a:lnTo>
                  <a:lnTo>
                    <a:pt x="1182555" y="394661"/>
                  </a:lnTo>
                  <a:lnTo>
                    <a:pt x="1185019" y="394661"/>
                  </a:lnTo>
                  <a:lnTo>
                    <a:pt x="1187482" y="394661"/>
                  </a:lnTo>
                  <a:lnTo>
                    <a:pt x="1189946" y="394661"/>
                  </a:lnTo>
                  <a:lnTo>
                    <a:pt x="1192410" y="394661"/>
                  </a:lnTo>
                  <a:lnTo>
                    <a:pt x="1194873" y="394661"/>
                  </a:lnTo>
                  <a:lnTo>
                    <a:pt x="1197337" y="394661"/>
                  </a:lnTo>
                  <a:lnTo>
                    <a:pt x="1199801" y="394661"/>
                  </a:lnTo>
                  <a:lnTo>
                    <a:pt x="1202264" y="394661"/>
                  </a:lnTo>
                  <a:lnTo>
                    <a:pt x="1204728" y="394661"/>
                  </a:lnTo>
                  <a:lnTo>
                    <a:pt x="1207192" y="394661"/>
                  </a:lnTo>
                  <a:lnTo>
                    <a:pt x="1209655" y="394661"/>
                  </a:lnTo>
                  <a:lnTo>
                    <a:pt x="1212119" y="394661"/>
                  </a:lnTo>
                  <a:lnTo>
                    <a:pt x="1214583" y="394661"/>
                  </a:lnTo>
                  <a:lnTo>
                    <a:pt x="1217046" y="394661"/>
                  </a:lnTo>
                  <a:lnTo>
                    <a:pt x="1219510" y="394661"/>
                  </a:lnTo>
                  <a:lnTo>
                    <a:pt x="1221974" y="394661"/>
                  </a:lnTo>
                  <a:lnTo>
                    <a:pt x="1224437" y="394661"/>
                  </a:lnTo>
                  <a:lnTo>
                    <a:pt x="1226901" y="394661"/>
                  </a:lnTo>
                  <a:lnTo>
                    <a:pt x="1229365" y="394661"/>
                  </a:lnTo>
                  <a:lnTo>
                    <a:pt x="1231828" y="394661"/>
                  </a:lnTo>
                  <a:lnTo>
                    <a:pt x="1234292" y="394661"/>
                  </a:lnTo>
                  <a:lnTo>
                    <a:pt x="1236756" y="394661"/>
                  </a:lnTo>
                  <a:lnTo>
                    <a:pt x="1239219" y="394661"/>
                  </a:lnTo>
                  <a:lnTo>
                    <a:pt x="1241683" y="394661"/>
                  </a:lnTo>
                  <a:lnTo>
                    <a:pt x="1244147" y="394661"/>
                  </a:lnTo>
                  <a:lnTo>
                    <a:pt x="1246610" y="394661"/>
                  </a:lnTo>
                  <a:lnTo>
                    <a:pt x="1249074" y="394661"/>
                  </a:lnTo>
                  <a:lnTo>
                    <a:pt x="1251538" y="394661"/>
                  </a:lnTo>
                  <a:lnTo>
                    <a:pt x="1254001" y="394661"/>
                  </a:lnTo>
                  <a:lnTo>
                    <a:pt x="1256465" y="394661"/>
                  </a:lnTo>
                  <a:lnTo>
                    <a:pt x="1258929" y="394661"/>
                  </a:lnTo>
                  <a:lnTo>
                    <a:pt x="1256465" y="394661"/>
                  </a:lnTo>
                  <a:lnTo>
                    <a:pt x="1254001" y="394661"/>
                  </a:lnTo>
                  <a:lnTo>
                    <a:pt x="1251538" y="394661"/>
                  </a:lnTo>
                  <a:lnTo>
                    <a:pt x="1249074" y="394661"/>
                  </a:lnTo>
                  <a:lnTo>
                    <a:pt x="1246610" y="394661"/>
                  </a:lnTo>
                  <a:lnTo>
                    <a:pt x="1244147" y="394661"/>
                  </a:lnTo>
                  <a:lnTo>
                    <a:pt x="1241683" y="394661"/>
                  </a:lnTo>
                  <a:lnTo>
                    <a:pt x="1239219" y="394661"/>
                  </a:lnTo>
                  <a:lnTo>
                    <a:pt x="1236756" y="394661"/>
                  </a:lnTo>
                  <a:lnTo>
                    <a:pt x="1234292" y="394661"/>
                  </a:lnTo>
                  <a:lnTo>
                    <a:pt x="1231828" y="394661"/>
                  </a:lnTo>
                  <a:lnTo>
                    <a:pt x="1229365" y="394661"/>
                  </a:lnTo>
                  <a:lnTo>
                    <a:pt x="1226901" y="394661"/>
                  </a:lnTo>
                  <a:lnTo>
                    <a:pt x="1224437" y="394661"/>
                  </a:lnTo>
                  <a:lnTo>
                    <a:pt x="1221974" y="394661"/>
                  </a:lnTo>
                  <a:lnTo>
                    <a:pt x="1219510" y="394661"/>
                  </a:lnTo>
                  <a:lnTo>
                    <a:pt x="1217046" y="394661"/>
                  </a:lnTo>
                  <a:lnTo>
                    <a:pt x="1214583" y="394661"/>
                  </a:lnTo>
                  <a:lnTo>
                    <a:pt x="1212119" y="394661"/>
                  </a:lnTo>
                  <a:lnTo>
                    <a:pt x="1209655" y="394661"/>
                  </a:lnTo>
                  <a:lnTo>
                    <a:pt x="1207192" y="394661"/>
                  </a:lnTo>
                  <a:lnTo>
                    <a:pt x="1204728" y="394661"/>
                  </a:lnTo>
                  <a:lnTo>
                    <a:pt x="1202264" y="394661"/>
                  </a:lnTo>
                  <a:lnTo>
                    <a:pt x="1199801" y="394661"/>
                  </a:lnTo>
                  <a:lnTo>
                    <a:pt x="1197337" y="394661"/>
                  </a:lnTo>
                  <a:lnTo>
                    <a:pt x="1194873" y="394661"/>
                  </a:lnTo>
                  <a:lnTo>
                    <a:pt x="1192410" y="394661"/>
                  </a:lnTo>
                  <a:lnTo>
                    <a:pt x="1189946" y="394661"/>
                  </a:lnTo>
                  <a:lnTo>
                    <a:pt x="1187482" y="394661"/>
                  </a:lnTo>
                  <a:lnTo>
                    <a:pt x="1185019" y="394661"/>
                  </a:lnTo>
                  <a:lnTo>
                    <a:pt x="1182555" y="394661"/>
                  </a:lnTo>
                  <a:lnTo>
                    <a:pt x="1180091" y="394661"/>
                  </a:lnTo>
                  <a:lnTo>
                    <a:pt x="1177628" y="394661"/>
                  </a:lnTo>
                  <a:lnTo>
                    <a:pt x="1175164" y="394661"/>
                  </a:lnTo>
                  <a:lnTo>
                    <a:pt x="1172701" y="394661"/>
                  </a:lnTo>
                  <a:lnTo>
                    <a:pt x="1170237" y="394661"/>
                  </a:lnTo>
                  <a:lnTo>
                    <a:pt x="1167773" y="394661"/>
                  </a:lnTo>
                  <a:lnTo>
                    <a:pt x="1165310" y="394661"/>
                  </a:lnTo>
                  <a:lnTo>
                    <a:pt x="1162846" y="394661"/>
                  </a:lnTo>
                  <a:lnTo>
                    <a:pt x="1160382" y="394661"/>
                  </a:lnTo>
                  <a:lnTo>
                    <a:pt x="1157919" y="394661"/>
                  </a:lnTo>
                  <a:lnTo>
                    <a:pt x="1155455" y="394661"/>
                  </a:lnTo>
                  <a:lnTo>
                    <a:pt x="1152991" y="394661"/>
                  </a:lnTo>
                  <a:lnTo>
                    <a:pt x="1150528" y="394661"/>
                  </a:lnTo>
                  <a:lnTo>
                    <a:pt x="1148064" y="394661"/>
                  </a:lnTo>
                  <a:lnTo>
                    <a:pt x="1145600" y="394661"/>
                  </a:lnTo>
                  <a:lnTo>
                    <a:pt x="1143137" y="394661"/>
                  </a:lnTo>
                  <a:lnTo>
                    <a:pt x="1140673" y="394661"/>
                  </a:lnTo>
                  <a:lnTo>
                    <a:pt x="1138209" y="394661"/>
                  </a:lnTo>
                  <a:lnTo>
                    <a:pt x="1135746" y="394661"/>
                  </a:lnTo>
                  <a:lnTo>
                    <a:pt x="1133282" y="394661"/>
                  </a:lnTo>
                  <a:lnTo>
                    <a:pt x="1130818" y="394661"/>
                  </a:lnTo>
                  <a:lnTo>
                    <a:pt x="1128355" y="394661"/>
                  </a:lnTo>
                  <a:lnTo>
                    <a:pt x="1125891" y="394661"/>
                  </a:lnTo>
                  <a:lnTo>
                    <a:pt x="1123427" y="394661"/>
                  </a:lnTo>
                  <a:lnTo>
                    <a:pt x="1120964" y="394661"/>
                  </a:lnTo>
                  <a:lnTo>
                    <a:pt x="1118500" y="394661"/>
                  </a:lnTo>
                  <a:lnTo>
                    <a:pt x="1116036" y="394661"/>
                  </a:lnTo>
                  <a:lnTo>
                    <a:pt x="1113573" y="394661"/>
                  </a:lnTo>
                  <a:lnTo>
                    <a:pt x="1111109" y="394661"/>
                  </a:lnTo>
                  <a:lnTo>
                    <a:pt x="1108645" y="394661"/>
                  </a:lnTo>
                  <a:lnTo>
                    <a:pt x="1106182" y="394661"/>
                  </a:lnTo>
                  <a:lnTo>
                    <a:pt x="1103718" y="394661"/>
                  </a:lnTo>
                  <a:lnTo>
                    <a:pt x="1101254" y="394661"/>
                  </a:lnTo>
                  <a:lnTo>
                    <a:pt x="1098791" y="394661"/>
                  </a:lnTo>
                  <a:lnTo>
                    <a:pt x="1096327" y="394661"/>
                  </a:lnTo>
                  <a:lnTo>
                    <a:pt x="1093863" y="394661"/>
                  </a:lnTo>
                  <a:lnTo>
                    <a:pt x="1091400" y="394661"/>
                  </a:lnTo>
                  <a:lnTo>
                    <a:pt x="1088936" y="394661"/>
                  </a:lnTo>
                  <a:lnTo>
                    <a:pt x="1086472" y="394661"/>
                  </a:lnTo>
                  <a:lnTo>
                    <a:pt x="1084009" y="394661"/>
                  </a:lnTo>
                  <a:lnTo>
                    <a:pt x="1081545" y="394661"/>
                  </a:lnTo>
                  <a:lnTo>
                    <a:pt x="1079082" y="394661"/>
                  </a:lnTo>
                  <a:lnTo>
                    <a:pt x="1076618" y="394661"/>
                  </a:lnTo>
                  <a:lnTo>
                    <a:pt x="1074154" y="394661"/>
                  </a:lnTo>
                  <a:lnTo>
                    <a:pt x="1071691" y="394661"/>
                  </a:lnTo>
                  <a:lnTo>
                    <a:pt x="1069227" y="394661"/>
                  </a:lnTo>
                  <a:lnTo>
                    <a:pt x="1066763" y="394661"/>
                  </a:lnTo>
                  <a:lnTo>
                    <a:pt x="1064300" y="394661"/>
                  </a:lnTo>
                  <a:lnTo>
                    <a:pt x="1061836" y="394661"/>
                  </a:lnTo>
                  <a:lnTo>
                    <a:pt x="1059372" y="394661"/>
                  </a:lnTo>
                  <a:lnTo>
                    <a:pt x="1056909" y="394661"/>
                  </a:lnTo>
                  <a:lnTo>
                    <a:pt x="1054445" y="394661"/>
                  </a:lnTo>
                  <a:lnTo>
                    <a:pt x="1051981" y="394661"/>
                  </a:lnTo>
                  <a:lnTo>
                    <a:pt x="1049518" y="394661"/>
                  </a:lnTo>
                  <a:lnTo>
                    <a:pt x="1047054" y="394661"/>
                  </a:lnTo>
                  <a:lnTo>
                    <a:pt x="1044590" y="394661"/>
                  </a:lnTo>
                  <a:lnTo>
                    <a:pt x="1042127" y="394661"/>
                  </a:lnTo>
                  <a:lnTo>
                    <a:pt x="1039663" y="394661"/>
                  </a:lnTo>
                  <a:lnTo>
                    <a:pt x="1037199" y="394661"/>
                  </a:lnTo>
                  <a:lnTo>
                    <a:pt x="1034736" y="394661"/>
                  </a:lnTo>
                  <a:lnTo>
                    <a:pt x="1032272" y="394661"/>
                  </a:lnTo>
                  <a:lnTo>
                    <a:pt x="1029808" y="394661"/>
                  </a:lnTo>
                  <a:lnTo>
                    <a:pt x="1027345" y="394661"/>
                  </a:lnTo>
                  <a:lnTo>
                    <a:pt x="1024881" y="394661"/>
                  </a:lnTo>
                  <a:lnTo>
                    <a:pt x="1022417" y="394661"/>
                  </a:lnTo>
                  <a:lnTo>
                    <a:pt x="1019954" y="394661"/>
                  </a:lnTo>
                  <a:lnTo>
                    <a:pt x="1017490" y="394661"/>
                  </a:lnTo>
                  <a:lnTo>
                    <a:pt x="1015026" y="394661"/>
                  </a:lnTo>
                  <a:lnTo>
                    <a:pt x="1012563" y="394661"/>
                  </a:lnTo>
                  <a:lnTo>
                    <a:pt x="1010099" y="394661"/>
                  </a:lnTo>
                  <a:lnTo>
                    <a:pt x="1007635" y="394661"/>
                  </a:lnTo>
                  <a:lnTo>
                    <a:pt x="1005172" y="394661"/>
                  </a:lnTo>
                  <a:lnTo>
                    <a:pt x="1002708" y="394661"/>
                  </a:lnTo>
                  <a:lnTo>
                    <a:pt x="1000244" y="394661"/>
                  </a:lnTo>
                  <a:lnTo>
                    <a:pt x="997781" y="394661"/>
                  </a:lnTo>
                  <a:lnTo>
                    <a:pt x="995317" y="394661"/>
                  </a:lnTo>
                  <a:lnTo>
                    <a:pt x="992853" y="394661"/>
                  </a:lnTo>
                  <a:lnTo>
                    <a:pt x="990390" y="394661"/>
                  </a:lnTo>
                  <a:lnTo>
                    <a:pt x="987926" y="394661"/>
                  </a:lnTo>
                  <a:lnTo>
                    <a:pt x="985463" y="394661"/>
                  </a:lnTo>
                  <a:lnTo>
                    <a:pt x="982999" y="394661"/>
                  </a:lnTo>
                  <a:lnTo>
                    <a:pt x="980535" y="394661"/>
                  </a:lnTo>
                  <a:lnTo>
                    <a:pt x="978072" y="394661"/>
                  </a:lnTo>
                  <a:lnTo>
                    <a:pt x="975608" y="394661"/>
                  </a:lnTo>
                  <a:lnTo>
                    <a:pt x="973144" y="394661"/>
                  </a:lnTo>
                  <a:lnTo>
                    <a:pt x="970681" y="394661"/>
                  </a:lnTo>
                  <a:lnTo>
                    <a:pt x="968217" y="394661"/>
                  </a:lnTo>
                  <a:lnTo>
                    <a:pt x="965753" y="394661"/>
                  </a:lnTo>
                  <a:lnTo>
                    <a:pt x="963290" y="394661"/>
                  </a:lnTo>
                  <a:lnTo>
                    <a:pt x="960826" y="394661"/>
                  </a:lnTo>
                  <a:lnTo>
                    <a:pt x="958362" y="394661"/>
                  </a:lnTo>
                  <a:lnTo>
                    <a:pt x="955899" y="394661"/>
                  </a:lnTo>
                  <a:lnTo>
                    <a:pt x="953435" y="394661"/>
                  </a:lnTo>
                  <a:lnTo>
                    <a:pt x="950971" y="394661"/>
                  </a:lnTo>
                  <a:lnTo>
                    <a:pt x="948508" y="394661"/>
                  </a:lnTo>
                  <a:lnTo>
                    <a:pt x="946044" y="394661"/>
                  </a:lnTo>
                  <a:lnTo>
                    <a:pt x="943580" y="394661"/>
                  </a:lnTo>
                  <a:lnTo>
                    <a:pt x="941117" y="394661"/>
                  </a:lnTo>
                  <a:lnTo>
                    <a:pt x="938653" y="394661"/>
                  </a:lnTo>
                  <a:lnTo>
                    <a:pt x="936189" y="394661"/>
                  </a:lnTo>
                  <a:lnTo>
                    <a:pt x="933726" y="394661"/>
                  </a:lnTo>
                  <a:lnTo>
                    <a:pt x="931262" y="394661"/>
                  </a:lnTo>
                  <a:lnTo>
                    <a:pt x="928798" y="394661"/>
                  </a:lnTo>
                  <a:lnTo>
                    <a:pt x="926335" y="394661"/>
                  </a:lnTo>
                  <a:lnTo>
                    <a:pt x="923871" y="394661"/>
                  </a:lnTo>
                  <a:lnTo>
                    <a:pt x="921407" y="394661"/>
                  </a:lnTo>
                  <a:lnTo>
                    <a:pt x="918944" y="394661"/>
                  </a:lnTo>
                  <a:lnTo>
                    <a:pt x="916480" y="394661"/>
                  </a:lnTo>
                  <a:lnTo>
                    <a:pt x="914016" y="394661"/>
                  </a:lnTo>
                  <a:lnTo>
                    <a:pt x="911553" y="394661"/>
                  </a:lnTo>
                  <a:lnTo>
                    <a:pt x="909089" y="394661"/>
                  </a:lnTo>
                  <a:lnTo>
                    <a:pt x="906625" y="394661"/>
                  </a:lnTo>
                  <a:lnTo>
                    <a:pt x="904162" y="394661"/>
                  </a:lnTo>
                  <a:lnTo>
                    <a:pt x="901698" y="394661"/>
                  </a:lnTo>
                  <a:lnTo>
                    <a:pt x="899235" y="394661"/>
                  </a:lnTo>
                  <a:lnTo>
                    <a:pt x="896771" y="394661"/>
                  </a:lnTo>
                  <a:lnTo>
                    <a:pt x="894307" y="394661"/>
                  </a:lnTo>
                  <a:lnTo>
                    <a:pt x="891844" y="394661"/>
                  </a:lnTo>
                  <a:lnTo>
                    <a:pt x="889380" y="394661"/>
                  </a:lnTo>
                  <a:lnTo>
                    <a:pt x="886916" y="394661"/>
                  </a:lnTo>
                  <a:lnTo>
                    <a:pt x="884453" y="394661"/>
                  </a:lnTo>
                  <a:lnTo>
                    <a:pt x="881989" y="394661"/>
                  </a:lnTo>
                  <a:lnTo>
                    <a:pt x="879525" y="394661"/>
                  </a:lnTo>
                  <a:lnTo>
                    <a:pt x="877062" y="394661"/>
                  </a:lnTo>
                  <a:lnTo>
                    <a:pt x="874598" y="394661"/>
                  </a:lnTo>
                  <a:lnTo>
                    <a:pt x="872134" y="394661"/>
                  </a:lnTo>
                  <a:lnTo>
                    <a:pt x="869671" y="394661"/>
                  </a:lnTo>
                  <a:lnTo>
                    <a:pt x="867207" y="394661"/>
                  </a:lnTo>
                  <a:lnTo>
                    <a:pt x="864743" y="394661"/>
                  </a:lnTo>
                  <a:lnTo>
                    <a:pt x="862280" y="394661"/>
                  </a:lnTo>
                  <a:lnTo>
                    <a:pt x="859816" y="394661"/>
                  </a:lnTo>
                  <a:lnTo>
                    <a:pt x="857352" y="394661"/>
                  </a:lnTo>
                  <a:lnTo>
                    <a:pt x="854889" y="394661"/>
                  </a:lnTo>
                  <a:lnTo>
                    <a:pt x="852425" y="394661"/>
                  </a:lnTo>
                  <a:lnTo>
                    <a:pt x="849961" y="394661"/>
                  </a:lnTo>
                  <a:lnTo>
                    <a:pt x="847498" y="394661"/>
                  </a:lnTo>
                  <a:lnTo>
                    <a:pt x="845034" y="394661"/>
                  </a:lnTo>
                  <a:lnTo>
                    <a:pt x="842570" y="394661"/>
                  </a:lnTo>
                  <a:lnTo>
                    <a:pt x="840107" y="394661"/>
                  </a:lnTo>
                  <a:lnTo>
                    <a:pt x="837643" y="394661"/>
                  </a:lnTo>
                  <a:lnTo>
                    <a:pt x="835179" y="394661"/>
                  </a:lnTo>
                  <a:lnTo>
                    <a:pt x="832716" y="394661"/>
                  </a:lnTo>
                  <a:lnTo>
                    <a:pt x="830252" y="394661"/>
                  </a:lnTo>
                  <a:lnTo>
                    <a:pt x="827788" y="394661"/>
                  </a:lnTo>
                  <a:lnTo>
                    <a:pt x="825325" y="394661"/>
                  </a:lnTo>
                  <a:lnTo>
                    <a:pt x="822861" y="394661"/>
                  </a:lnTo>
                  <a:lnTo>
                    <a:pt x="820397" y="394661"/>
                  </a:lnTo>
                  <a:lnTo>
                    <a:pt x="817934" y="394661"/>
                  </a:lnTo>
                  <a:lnTo>
                    <a:pt x="815470" y="394661"/>
                  </a:lnTo>
                  <a:lnTo>
                    <a:pt x="813006" y="394661"/>
                  </a:lnTo>
                  <a:lnTo>
                    <a:pt x="810543" y="394661"/>
                  </a:lnTo>
                  <a:lnTo>
                    <a:pt x="808079" y="394661"/>
                  </a:lnTo>
                  <a:lnTo>
                    <a:pt x="805616" y="394661"/>
                  </a:lnTo>
                  <a:lnTo>
                    <a:pt x="803152" y="394661"/>
                  </a:lnTo>
                  <a:lnTo>
                    <a:pt x="800688" y="394661"/>
                  </a:lnTo>
                  <a:lnTo>
                    <a:pt x="798225" y="394661"/>
                  </a:lnTo>
                  <a:lnTo>
                    <a:pt x="795761" y="394661"/>
                  </a:lnTo>
                  <a:lnTo>
                    <a:pt x="793297" y="394661"/>
                  </a:lnTo>
                  <a:lnTo>
                    <a:pt x="790834" y="394661"/>
                  </a:lnTo>
                  <a:lnTo>
                    <a:pt x="788370" y="394661"/>
                  </a:lnTo>
                  <a:lnTo>
                    <a:pt x="785906" y="394661"/>
                  </a:lnTo>
                  <a:lnTo>
                    <a:pt x="783443" y="394661"/>
                  </a:lnTo>
                  <a:lnTo>
                    <a:pt x="780979" y="394661"/>
                  </a:lnTo>
                  <a:lnTo>
                    <a:pt x="778515" y="394661"/>
                  </a:lnTo>
                  <a:lnTo>
                    <a:pt x="776052" y="394661"/>
                  </a:lnTo>
                  <a:lnTo>
                    <a:pt x="773588" y="394661"/>
                  </a:lnTo>
                  <a:lnTo>
                    <a:pt x="771124" y="394661"/>
                  </a:lnTo>
                  <a:lnTo>
                    <a:pt x="768661" y="394661"/>
                  </a:lnTo>
                  <a:lnTo>
                    <a:pt x="766197" y="394661"/>
                  </a:lnTo>
                  <a:lnTo>
                    <a:pt x="763733" y="394661"/>
                  </a:lnTo>
                  <a:lnTo>
                    <a:pt x="761270" y="394661"/>
                  </a:lnTo>
                  <a:lnTo>
                    <a:pt x="758806" y="394661"/>
                  </a:lnTo>
                  <a:lnTo>
                    <a:pt x="756342" y="394661"/>
                  </a:lnTo>
                  <a:lnTo>
                    <a:pt x="753879" y="394661"/>
                  </a:lnTo>
                  <a:lnTo>
                    <a:pt x="751415" y="394661"/>
                  </a:lnTo>
                  <a:lnTo>
                    <a:pt x="748951" y="394661"/>
                  </a:lnTo>
                  <a:lnTo>
                    <a:pt x="746488" y="394661"/>
                  </a:lnTo>
                  <a:lnTo>
                    <a:pt x="744024" y="394661"/>
                  </a:lnTo>
                  <a:lnTo>
                    <a:pt x="741560" y="394661"/>
                  </a:lnTo>
                  <a:lnTo>
                    <a:pt x="739097" y="394661"/>
                  </a:lnTo>
                  <a:lnTo>
                    <a:pt x="736633" y="394661"/>
                  </a:lnTo>
                  <a:lnTo>
                    <a:pt x="734169" y="394661"/>
                  </a:lnTo>
                  <a:lnTo>
                    <a:pt x="731706" y="394661"/>
                  </a:lnTo>
                  <a:lnTo>
                    <a:pt x="729242" y="394661"/>
                  </a:lnTo>
                  <a:lnTo>
                    <a:pt x="726778" y="394661"/>
                  </a:lnTo>
                  <a:lnTo>
                    <a:pt x="724315" y="394661"/>
                  </a:lnTo>
                  <a:lnTo>
                    <a:pt x="721851" y="394661"/>
                  </a:lnTo>
                  <a:lnTo>
                    <a:pt x="719388" y="394661"/>
                  </a:lnTo>
                  <a:lnTo>
                    <a:pt x="716924" y="394661"/>
                  </a:lnTo>
                  <a:lnTo>
                    <a:pt x="714460" y="394661"/>
                  </a:lnTo>
                  <a:lnTo>
                    <a:pt x="711997" y="394661"/>
                  </a:lnTo>
                  <a:lnTo>
                    <a:pt x="709533" y="394661"/>
                  </a:lnTo>
                  <a:lnTo>
                    <a:pt x="707069" y="394661"/>
                  </a:lnTo>
                  <a:lnTo>
                    <a:pt x="704606" y="394661"/>
                  </a:lnTo>
                  <a:lnTo>
                    <a:pt x="702142" y="394661"/>
                  </a:lnTo>
                  <a:lnTo>
                    <a:pt x="699678" y="394661"/>
                  </a:lnTo>
                  <a:lnTo>
                    <a:pt x="697215" y="394661"/>
                  </a:lnTo>
                  <a:lnTo>
                    <a:pt x="694751" y="394661"/>
                  </a:lnTo>
                  <a:lnTo>
                    <a:pt x="692287" y="394661"/>
                  </a:lnTo>
                  <a:lnTo>
                    <a:pt x="689824" y="394661"/>
                  </a:lnTo>
                  <a:lnTo>
                    <a:pt x="687360" y="394661"/>
                  </a:lnTo>
                  <a:lnTo>
                    <a:pt x="684896" y="394661"/>
                  </a:lnTo>
                  <a:lnTo>
                    <a:pt x="682433" y="394661"/>
                  </a:lnTo>
                  <a:lnTo>
                    <a:pt x="679969" y="394661"/>
                  </a:lnTo>
                  <a:lnTo>
                    <a:pt x="677505" y="394661"/>
                  </a:lnTo>
                  <a:lnTo>
                    <a:pt x="675042" y="394661"/>
                  </a:lnTo>
                  <a:lnTo>
                    <a:pt x="672578" y="394661"/>
                  </a:lnTo>
                  <a:lnTo>
                    <a:pt x="670114" y="394661"/>
                  </a:lnTo>
                  <a:lnTo>
                    <a:pt x="667651" y="394661"/>
                  </a:lnTo>
                  <a:lnTo>
                    <a:pt x="665187" y="394661"/>
                  </a:lnTo>
                  <a:lnTo>
                    <a:pt x="662723" y="394661"/>
                  </a:lnTo>
                  <a:lnTo>
                    <a:pt x="660260" y="394661"/>
                  </a:lnTo>
                  <a:lnTo>
                    <a:pt x="657796" y="394661"/>
                  </a:lnTo>
                  <a:lnTo>
                    <a:pt x="655332" y="394661"/>
                  </a:lnTo>
                  <a:lnTo>
                    <a:pt x="652869" y="394661"/>
                  </a:lnTo>
                  <a:lnTo>
                    <a:pt x="650405" y="394661"/>
                  </a:lnTo>
                  <a:lnTo>
                    <a:pt x="647941" y="394661"/>
                  </a:lnTo>
                  <a:lnTo>
                    <a:pt x="645478" y="394661"/>
                  </a:lnTo>
                  <a:lnTo>
                    <a:pt x="643014" y="394661"/>
                  </a:lnTo>
                  <a:lnTo>
                    <a:pt x="640550" y="394661"/>
                  </a:lnTo>
                  <a:lnTo>
                    <a:pt x="638087" y="394661"/>
                  </a:lnTo>
                  <a:lnTo>
                    <a:pt x="635623" y="394661"/>
                  </a:lnTo>
                  <a:lnTo>
                    <a:pt x="633159" y="394661"/>
                  </a:lnTo>
                  <a:lnTo>
                    <a:pt x="630696" y="394661"/>
                  </a:lnTo>
                  <a:lnTo>
                    <a:pt x="628232" y="394661"/>
                  </a:lnTo>
                  <a:lnTo>
                    <a:pt x="625769" y="394661"/>
                  </a:lnTo>
                  <a:lnTo>
                    <a:pt x="623305" y="394661"/>
                  </a:lnTo>
                  <a:lnTo>
                    <a:pt x="620841" y="394661"/>
                  </a:lnTo>
                  <a:lnTo>
                    <a:pt x="618378" y="394661"/>
                  </a:lnTo>
                  <a:lnTo>
                    <a:pt x="615914" y="394661"/>
                  </a:lnTo>
                  <a:lnTo>
                    <a:pt x="613450" y="394661"/>
                  </a:lnTo>
                  <a:lnTo>
                    <a:pt x="610987" y="394661"/>
                  </a:lnTo>
                  <a:lnTo>
                    <a:pt x="608523" y="394661"/>
                  </a:lnTo>
                  <a:lnTo>
                    <a:pt x="606059" y="394661"/>
                  </a:lnTo>
                  <a:lnTo>
                    <a:pt x="603596" y="394661"/>
                  </a:lnTo>
                  <a:lnTo>
                    <a:pt x="601132" y="394661"/>
                  </a:lnTo>
                  <a:lnTo>
                    <a:pt x="598668" y="394661"/>
                  </a:lnTo>
                  <a:lnTo>
                    <a:pt x="596205" y="394661"/>
                  </a:lnTo>
                  <a:lnTo>
                    <a:pt x="593741" y="394661"/>
                  </a:lnTo>
                  <a:lnTo>
                    <a:pt x="591277" y="394661"/>
                  </a:lnTo>
                  <a:lnTo>
                    <a:pt x="588814" y="394661"/>
                  </a:lnTo>
                  <a:lnTo>
                    <a:pt x="586350" y="394661"/>
                  </a:lnTo>
                  <a:lnTo>
                    <a:pt x="583886" y="394661"/>
                  </a:lnTo>
                  <a:lnTo>
                    <a:pt x="581423" y="394661"/>
                  </a:lnTo>
                  <a:lnTo>
                    <a:pt x="578959" y="394661"/>
                  </a:lnTo>
                  <a:lnTo>
                    <a:pt x="576495" y="394661"/>
                  </a:lnTo>
                  <a:lnTo>
                    <a:pt x="574032" y="394661"/>
                  </a:lnTo>
                  <a:lnTo>
                    <a:pt x="571568" y="394661"/>
                  </a:lnTo>
                  <a:lnTo>
                    <a:pt x="569104" y="394661"/>
                  </a:lnTo>
                  <a:lnTo>
                    <a:pt x="566641" y="394661"/>
                  </a:lnTo>
                  <a:lnTo>
                    <a:pt x="564177" y="394661"/>
                  </a:lnTo>
                  <a:lnTo>
                    <a:pt x="561713" y="394661"/>
                  </a:lnTo>
                  <a:lnTo>
                    <a:pt x="559250" y="394661"/>
                  </a:lnTo>
                  <a:lnTo>
                    <a:pt x="556786" y="394661"/>
                  </a:lnTo>
                  <a:lnTo>
                    <a:pt x="554322" y="394661"/>
                  </a:lnTo>
                  <a:lnTo>
                    <a:pt x="551859" y="394661"/>
                  </a:lnTo>
                  <a:lnTo>
                    <a:pt x="549395" y="394661"/>
                  </a:lnTo>
                  <a:lnTo>
                    <a:pt x="546931" y="394661"/>
                  </a:lnTo>
                  <a:lnTo>
                    <a:pt x="544468" y="394661"/>
                  </a:lnTo>
                  <a:lnTo>
                    <a:pt x="542004" y="394661"/>
                  </a:lnTo>
                  <a:lnTo>
                    <a:pt x="539541" y="394661"/>
                  </a:lnTo>
                  <a:lnTo>
                    <a:pt x="537077" y="394661"/>
                  </a:lnTo>
                  <a:lnTo>
                    <a:pt x="534613" y="394661"/>
                  </a:lnTo>
                  <a:lnTo>
                    <a:pt x="532150" y="394661"/>
                  </a:lnTo>
                  <a:lnTo>
                    <a:pt x="529686" y="394661"/>
                  </a:lnTo>
                  <a:lnTo>
                    <a:pt x="527222" y="394661"/>
                  </a:lnTo>
                  <a:lnTo>
                    <a:pt x="524759" y="394661"/>
                  </a:lnTo>
                  <a:lnTo>
                    <a:pt x="522295" y="394661"/>
                  </a:lnTo>
                  <a:lnTo>
                    <a:pt x="519831" y="394661"/>
                  </a:lnTo>
                  <a:lnTo>
                    <a:pt x="517368" y="394661"/>
                  </a:lnTo>
                  <a:lnTo>
                    <a:pt x="514904" y="394661"/>
                  </a:lnTo>
                  <a:lnTo>
                    <a:pt x="512440" y="394661"/>
                  </a:lnTo>
                  <a:lnTo>
                    <a:pt x="509977" y="394661"/>
                  </a:lnTo>
                  <a:lnTo>
                    <a:pt x="507513" y="394661"/>
                  </a:lnTo>
                  <a:lnTo>
                    <a:pt x="505049" y="394661"/>
                  </a:lnTo>
                  <a:lnTo>
                    <a:pt x="502586" y="394661"/>
                  </a:lnTo>
                  <a:lnTo>
                    <a:pt x="500122" y="394661"/>
                  </a:lnTo>
                  <a:lnTo>
                    <a:pt x="497658" y="394661"/>
                  </a:lnTo>
                  <a:lnTo>
                    <a:pt x="495195" y="394661"/>
                  </a:lnTo>
                  <a:lnTo>
                    <a:pt x="492731" y="394661"/>
                  </a:lnTo>
                  <a:lnTo>
                    <a:pt x="490267" y="394661"/>
                  </a:lnTo>
                  <a:lnTo>
                    <a:pt x="487804" y="394661"/>
                  </a:lnTo>
                  <a:lnTo>
                    <a:pt x="485340" y="394661"/>
                  </a:lnTo>
                  <a:lnTo>
                    <a:pt x="482876" y="394661"/>
                  </a:lnTo>
                  <a:lnTo>
                    <a:pt x="480413" y="394661"/>
                  </a:lnTo>
                  <a:lnTo>
                    <a:pt x="477949" y="394661"/>
                  </a:lnTo>
                  <a:lnTo>
                    <a:pt x="475485" y="394661"/>
                  </a:lnTo>
                  <a:lnTo>
                    <a:pt x="473022" y="394661"/>
                  </a:lnTo>
                  <a:lnTo>
                    <a:pt x="470558" y="394661"/>
                  </a:lnTo>
                  <a:lnTo>
                    <a:pt x="468094" y="394661"/>
                  </a:lnTo>
                  <a:lnTo>
                    <a:pt x="465631" y="394661"/>
                  </a:lnTo>
                  <a:lnTo>
                    <a:pt x="463167" y="394661"/>
                  </a:lnTo>
                  <a:lnTo>
                    <a:pt x="460703" y="394661"/>
                  </a:lnTo>
                  <a:lnTo>
                    <a:pt x="458240" y="394661"/>
                  </a:lnTo>
                  <a:lnTo>
                    <a:pt x="455776" y="394661"/>
                  </a:lnTo>
                  <a:lnTo>
                    <a:pt x="453312" y="394661"/>
                  </a:lnTo>
                  <a:lnTo>
                    <a:pt x="450849" y="394661"/>
                  </a:lnTo>
                  <a:lnTo>
                    <a:pt x="448385" y="394661"/>
                  </a:lnTo>
                  <a:lnTo>
                    <a:pt x="445922" y="394661"/>
                  </a:lnTo>
                  <a:lnTo>
                    <a:pt x="443458" y="394661"/>
                  </a:lnTo>
                  <a:lnTo>
                    <a:pt x="440994" y="394661"/>
                  </a:lnTo>
                  <a:lnTo>
                    <a:pt x="438531" y="394661"/>
                  </a:lnTo>
                  <a:lnTo>
                    <a:pt x="436067" y="394661"/>
                  </a:lnTo>
                  <a:lnTo>
                    <a:pt x="433603" y="394661"/>
                  </a:lnTo>
                  <a:lnTo>
                    <a:pt x="431140" y="394661"/>
                  </a:lnTo>
                  <a:lnTo>
                    <a:pt x="428676" y="394661"/>
                  </a:lnTo>
                  <a:lnTo>
                    <a:pt x="426212" y="394661"/>
                  </a:lnTo>
                  <a:lnTo>
                    <a:pt x="423749" y="394661"/>
                  </a:lnTo>
                  <a:lnTo>
                    <a:pt x="421285" y="394661"/>
                  </a:lnTo>
                  <a:lnTo>
                    <a:pt x="418821" y="394661"/>
                  </a:lnTo>
                  <a:lnTo>
                    <a:pt x="416358" y="394661"/>
                  </a:lnTo>
                  <a:lnTo>
                    <a:pt x="413894" y="394661"/>
                  </a:lnTo>
                  <a:lnTo>
                    <a:pt x="411430" y="394661"/>
                  </a:lnTo>
                  <a:lnTo>
                    <a:pt x="408967" y="394661"/>
                  </a:lnTo>
                  <a:lnTo>
                    <a:pt x="406503" y="394661"/>
                  </a:lnTo>
                  <a:lnTo>
                    <a:pt x="404039" y="394661"/>
                  </a:lnTo>
                  <a:lnTo>
                    <a:pt x="401576" y="394661"/>
                  </a:lnTo>
                  <a:lnTo>
                    <a:pt x="399112" y="394661"/>
                  </a:lnTo>
                  <a:lnTo>
                    <a:pt x="396648" y="394661"/>
                  </a:lnTo>
                  <a:lnTo>
                    <a:pt x="394185" y="394661"/>
                  </a:lnTo>
                  <a:lnTo>
                    <a:pt x="391721" y="394661"/>
                  </a:lnTo>
                  <a:lnTo>
                    <a:pt x="389257" y="394661"/>
                  </a:lnTo>
                  <a:lnTo>
                    <a:pt x="386794" y="394661"/>
                  </a:lnTo>
                  <a:lnTo>
                    <a:pt x="384330" y="394661"/>
                  </a:lnTo>
                  <a:lnTo>
                    <a:pt x="381866" y="394661"/>
                  </a:lnTo>
                  <a:lnTo>
                    <a:pt x="379403" y="394661"/>
                  </a:lnTo>
                  <a:lnTo>
                    <a:pt x="376939" y="394661"/>
                  </a:lnTo>
                  <a:lnTo>
                    <a:pt x="374475" y="394661"/>
                  </a:lnTo>
                  <a:lnTo>
                    <a:pt x="372012" y="394661"/>
                  </a:lnTo>
                  <a:lnTo>
                    <a:pt x="369548" y="394661"/>
                  </a:lnTo>
                  <a:lnTo>
                    <a:pt x="367084" y="394661"/>
                  </a:lnTo>
                  <a:lnTo>
                    <a:pt x="364621" y="394661"/>
                  </a:lnTo>
                  <a:lnTo>
                    <a:pt x="362157" y="394661"/>
                  </a:lnTo>
                  <a:lnTo>
                    <a:pt x="359694" y="394661"/>
                  </a:lnTo>
                  <a:lnTo>
                    <a:pt x="357230" y="394661"/>
                  </a:lnTo>
                  <a:lnTo>
                    <a:pt x="354766" y="394661"/>
                  </a:lnTo>
                  <a:lnTo>
                    <a:pt x="352303" y="394661"/>
                  </a:lnTo>
                  <a:lnTo>
                    <a:pt x="349839" y="394661"/>
                  </a:lnTo>
                  <a:lnTo>
                    <a:pt x="347375" y="394661"/>
                  </a:lnTo>
                  <a:lnTo>
                    <a:pt x="344912" y="394661"/>
                  </a:lnTo>
                  <a:lnTo>
                    <a:pt x="342448" y="394661"/>
                  </a:lnTo>
                  <a:lnTo>
                    <a:pt x="339984" y="394661"/>
                  </a:lnTo>
                  <a:lnTo>
                    <a:pt x="337521" y="394661"/>
                  </a:lnTo>
                  <a:lnTo>
                    <a:pt x="335057" y="394661"/>
                  </a:lnTo>
                  <a:lnTo>
                    <a:pt x="332593" y="394661"/>
                  </a:lnTo>
                  <a:lnTo>
                    <a:pt x="330130" y="394661"/>
                  </a:lnTo>
                  <a:lnTo>
                    <a:pt x="327666" y="394661"/>
                  </a:lnTo>
                  <a:lnTo>
                    <a:pt x="325202" y="394661"/>
                  </a:lnTo>
                  <a:lnTo>
                    <a:pt x="322739" y="394661"/>
                  </a:lnTo>
                  <a:lnTo>
                    <a:pt x="320275" y="394661"/>
                  </a:lnTo>
                  <a:lnTo>
                    <a:pt x="317811" y="394661"/>
                  </a:lnTo>
                  <a:lnTo>
                    <a:pt x="315348" y="394661"/>
                  </a:lnTo>
                  <a:lnTo>
                    <a:pt x="312884" y="394661"/>
                  </a:lnTo>
                  <a:lnTo>
                    <a:pt x="310420" y="394661"/>
                  </a:lnTo>
                  <a:lnTo>
                    <a:pt x="307957" y="394661"/>
                  </a:lnTo>
                  <a:lnTo>
                    <a:pt x="305493" y="394661"/>
                  </a:lnTo>
                  <a:lnTo>
                    <a:pt x="303029" y="394661"/>
                  </a:lnTo>
                  <a:lnTo>
                    <a:pt x="300566" y="394661"/>
                  </a:lnTo>
                  <a:lnTo>
                    <a:pt x="298102" y="394661"/>
                  </a:lnTo>
                  <a:lnTo>
                    <a:pt x="295638" y="394661"/>
                  </a:lnTo>
                  <a:lnTo>
                    <a:pt x="293175" y="394661"/>
                  </a:lnTo>
                  <a:lnTo>
                    <a:pt x="290711" y="394661"/>
                  </a:lnTo>
                  <a:lnTo>
                    <a:pt x="288247" y="394661"/>
                  </a:lnTo>
                  <a:lnTo>
                    <a:pt x="285784" y="394661"/>
                  </a:lnTo>
                  <a:lnTo>
                    <a:pt x="283320" y="394661"/>
                  </a:lnTo>
                  <a:lnTo>
                    <a:pt x="280856" y="394661"/>
                  </a:lnTo>
                  <a:lnTo>
                    <a:pt x="278393" y="394661"/>
                  </a:lnTo>
                  <a:lnTo>
                    <a:pt x="275929" y="394661"/>
                  </a:lnTo>
                  <a:lnTo>
                    <a:pt x="273465" y="394661"/>
                  </a:lnTo>
                  <a:lnTo>
                    <a:pt x="271002" y="394661"/>
                  </a:lnTo>
                  <a:lnTo>
                    <a:pt x="268538" y="394661"/>
                  </a:lnTo>
                  <a:lnTo>
                    <a:pt x="266075" y="394661"/>
                  </a:lnTo>
                  <a:lnTo>
                    <a:pt x="263611" y="394661"/>
                  </a:lnTo>
                  <a:lnTo>
                    <a:pt x="261147" y="394661"/>
                  </a:lnTo>
                  <a:lnTo>
                    <a:pt x="258684" y="394661"/>
                  </a:lnTo>
                  <a:lnTo>
                    <a:pt x="256220" y="394661"/>
                  </a:lnTo>
                  <a:lnTo>
                    <a:pt x="253756" y="394661"/>
                  </a:lnTo>
                  <a:lnTo>
                    <a:pt x="251293" y="394661"/>
                  </a:lnTo>
                  <a:lnTo>
                    <a:pt x="248829" y="394661"/>
                  </a:lnTo>
                  <a:lnTo>
                    <a:pt x="246365" y="394661"/>
                  </a:lnTo>
                  <a:lnTo>
                    <a:pt x="243902" y="394661"/>
                  </a:lnTo>
                  <a:lnTo>
                    <a:pt x="241438" y="394661"/>
                  </a:lnTo>
                  <a:lnTo>
                    <a:pt x="238974" y="394661"/>
                  </a:lnTo>
                  <a:lnTo>
                    <a:pt x="236511" y="394661"/>
                  </a:lnTo>
                  <a:lnTo>
                    <a:pt x="234047" y="394661"/>
                  </a:lnTo>
                  <a:lnTo>
                    <a:pt x="231583" y="394661"/>
                  </a:lnTo>
                  <a:lnTo>
                    <a:pt x="229120" y="394661"/>
                  </a:lnTo>
                  <a:lnTo>
                    <a:pt x="226656" y="394661"/>
                  </a:lnTo>
                  <a:lnTo>
                    <a:pt x="224192" y="394661"/>
                  </a:lnTo>
                  <a:lnTo>
                    <a:pt x="221729" y="394661"/>
                  </a:lnTo>
                  <a:lnTo>
                    <a:pt x="219265" y="394661"/>
                  </a:lnTo>
                  <a:lnTo>
                    <a:pt x="216801" y="394661"/>
                  </a:lnTo>
                  <a:lnTo>
                    <a:pt x="214338" y="394661"/>
                  </a:lnTo>
                  <a:lnTo>
                    <a:pt x="211874" y="394661"/>
                  </a:lnTo>
                  <a:lnTo>
                    <a:pt x="209410" y="394661"/>
                  </a:lnTo>
                  <a:lnTo>
                    <a:pt x="206947" y="394661"/>
                  </a:lnTo>
                  <a:lnTo>
                    <a:pt x="204483" y="394661"/>
                  </a:lnTo>
                  <a:lnTo>
                    <a:pt x="202019" y="394661"/>
                  </a:lnTo>
                  <a:lnTo>
                    <a:pt x="199556" y="394661"/>
                  </a:lnTo>
                  <a:lnTo>
                    <a:pt x="197092" y="394661"/>
                  </a:lnTo>
                  <a:lnTo>
                    <a:pt x="194628" y="394661"/>
                  </a:lnTo>
                  <a:lnTo>
                    <a:pt x="192165" y="394661"/>
                  </a:lnTo>
                  <a:lnTo>
                    <a:pt x="189701" y="394661"/>
                  </a:lnTo>
                  <a:lnTo>
                    <a:pt x="187237" y="394661"/>
                  </a:lnTo>
                  <a:lnTo>
                    <a:pt x="184774" y="394661"/>
                  </a:lnTo>
                  <a:lnTo>
                    <a:pt x="182310" y="394661"/>
                  </a:lnTo>
                  <a:lnTo>
                    <a:pt x="179847" y="394661"/>
                  </a:lnTo>
                  <a:lnTo>
                    <a:pt x="177383" y="394661"/>
                  </a:lnTo>
                  <a:lnTo>
                    <a:pt x="174919" y="394661"/>
                  </a:lnTo>
                  <a:lnTo>
                    <a:pt x="172456" y="394661"/>
                  </a:lnTo>
                  <a:lnTo>
                    <a:pt x="169992" y="394661"/>
                  </a:lnTo>
                  <a:lnTo>
                    <a:pt x="167528" y="394661"/>
                  </a:lnTo>
                  <a:lnTo>
                    <a:pt x="165065" y="394661"/>
                  </a:lnTo>
                  <a:lnTo>
                    <a:pt x="162601" y="394661"/>
                  </a:lnTo>
                  <a:lnTo>
                    <a:pt x="160137" y="394661"/>
                  </a:lnTo>
                  <a:lnTo>
                    <a:pt x="157674" y="394661"/>
                  </a:lnTo>
                  <a:lnTo>
                    <a:pt x="155210" y="394661"/>
                  </a:lnTo>
                  <a:lnTo>
                    <a:pt x="152746" y="394661"/>
                  </a:lnTo>
                  <a:lnTo>
                    <a:pt x="150283" y="394661"/>
                  </a:lnTo>
                  <a:lnTo>
                    <a:pt x="147819" y="394661"/>
                  </a:lnTo>
                  <a:lnTo>
                    <a:pt x="145355" y="394661"/>
                  </a:lnTo>
                  <a:lnTo>
                    <a:pt x="142892" y="394661"/>
                  </a:lnTo>
                  <a:lnTo>
                    <a:pt x="140428" y="394661"/>
                  </a:lnTo>
                  <a:lnTo>
                    <a:pt x="137964" y="394661"/>
                  </a:lnTo>
                  <a:lnTo>
                    <a:pt x="135501" y="394661"/>
                  </a:lnTo>
                  <a:lnTo>
                    <a:pt x="133037" y="394661"/>
                  </a:lnTo>
                  <a:lnTo>
                    <a:pt x="130573" y="394661"/>
                  </a:lnTo>
                  <a:lnTo>
                    <a:pt x="128110" y="394661"/>
                  </a:lnTo>
                  <a:lnTo>
                    <a:pt x="125646" y="394661"/>
                  </a:lnTo>
                  <a:lnTo>
                    <a:pt x="123182" y="394661"/>
                  </a:lnTo>
                  <a:lnTo>
                    <a:pt x="120719" y="394661"/>
                  </a:lnTo>
                  <a:lnTo>
                    <a:pt x="118255" y="394661"/>
                  </a:lnTo>
                  <a:lnTo>
                    <a:pt x="115791" y="394661"/>
                  </a:lnTo>
                  <a:lnTo>
                    <a:pt x="113328" y="394661"/>
                  </a:lnTo>
                  <a:lnTo>
                    <a:pt x="110864" y="394661"/>
                  </a:lnTo>
                  <a:lnTo>
                    <a:pt x="108400" y="394661"/>
                  </a:lnTo>
                  <a:lnTo>
                    <a:pt x="105937" y="394661"/>
                  </a:lnTo>
                  <a:lnTo>
                    <a:pt x="103473" y="394661"/>
                  </a:lnTo>
                  <a:lnTo>
                    <a:pt x="101009" y="394661"/>
                  </a:lnTo>
                  <a:lnTo>
                    <a:pt x="98546" y="394661"/>
                  </a:lnTo>
                  <a:lnTo>
                    <a:pt x="96082" y="394661"/>
                  </a:lnTo>
                  <a:lnTo>
                    <a:pt x="93618" y="394661"/>
                  </a:lnTo>
                  <a:lnTo>
                    <a:pt x="91155" y="394661"/>
                  </a:lnTo>
                  <a:lnTo>
                    <a:pt x="88691" y="394661"/>
                  </a:lnTo>
                  <a:lnTo>
                    <a:pt x="86228" y="394661"/>
                  </a:lnTo>
                  <a:lnTo>
                    <a:pt x="83764" y="394661"/>
                  </a:lnTo>
                  <a:lnTo>
                    <a:pt x="81300" y="394661"/>
                  </a:lnTo>
                  <a:lnTo>
                    <a:pt x="78837" y="394661"/>
                  </a:lnTo>
                  <a:lnTo>
                    <a:pt x="76373" y="394661"/>
                  </a:lnTo>
                  <a:lnTo>
                    <a:pt x="73909" y="394661"/>
                  </a:lnTo>
                  <a:lnTo>
                    <a:pt x="71446" y="394661"/>
                  </a:lnTo>
                  <a:lnTo>
                    <a:pt x="68982" y="394661"/>
                  </a:lnTo>
                  <a:lnTo>
                    <a:pt x="66518" y="394661"/>
                  </a:lnTo>
                  <a:lnTo>
                    <a:pt x="64055" y="394661"/>
                  </a:lnTo>
                  <a:lnTo>
                    <a:pt x="61591" y="394661"/>
                  </a:lnTo>
                  <a:lnTo>
                    <a:pt x="59127" y="394661"/>
                  </a:lnTo>
                  <a:lnTo>
                    <a:pt x="56664" y="394661"/>
                  </a:lnTo>
                  <a:lnTo>
                    <a:pt x="54200" y="394661"/>
                  </a:lnTo>
                  <a:lnTo>
                    <a:pt x="51736" y="394661"/>
                  </a:lnTo>
                  <a:lnTo>
                    <a:pt x="49273" y="394661"/>
                  </a:lnTo>
                  <a:lnTo>
                    <a:pt x="46809" y="394661"/>
                  </a:lnTo>
                  <a:lnTo>
                    <a:pt x="44345" y="394661"/>
                  </a:lnTo>
                  <a:lnTo>
                    <a:pt x="41882" y="394661"/>
                  </a:lnTo>
                  <a:lnTo>
                    <a:pt x="39418" y="394661"/>
                  </a:lnTo>
                  <a:lnTo>
                    <a:pt x="36954" y="394661"/>
                  </a:lnTo>
                  <a:lnTo>
                    <a:pt x="34491" y="394661"/>
                  </a:lnTo>
                  <a:lnTo>
                    <a:pt x="32027" y="394661"/>
                  </a:lnTo>
                  <a:lnTo>
                    <a:pt x="29563" y="394661"/>
                  </a:lnTo>
                  <a:lnTo>
                    <a:pt x="27100" y="394661"/>
                  </a:lnTo>
                  <a:lnTo>
                    <a:pt x="24636" y="394661"/>
                  </a:lnTo>
                  <a:lnTo>
                    <a:pt x="22172" y="394661"/>
                  </a:lnTo>
                  <a:lnTo>
                    <a:pt x="19709" y="394661"/>
                  </a:lnTo>
                  <a:lnTo>
                    <a:pt x="17245" y="394661"/>
                  </a:lnTo>
                  <a:lnTo>
                    <a:pt x="14781" y="394661"/>
                  </a:lnTo>
                  <a:lnTo>
                    <a:pt x="12318" y="394661"/>
                  </a:lnTo>
                  <a:lnTo>
                    <a:pt x="9854" y="394661"/>
                  </a:lnTo>
                  <a:lnTo>
                    <a:pt x="7390" y="394661"/>
                  </a:lnTo>
                  <a:lnTo>
                    <a:pt x="4927" y="394661"/>
                  </a:lnTo>
                  <a:lnTo>
                    <a:pt x="2463" y="39466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529616" y="1731125"/>
              <a:ext cx="1258929" cy="394661"/>
            </a:xfrm>
            <a:custGeom>
              <a:avLst/>
              <a:pathLst>
                <a:path w="1258929" h="394661">
                  <a:moveTo>
                    <a:pt x="0" y="394656"/>
                  </a:moveTo>
                  <a:lnTo>
                    <a:pt x="2463" y="394653"/>
                  </a:lnTo>
                  <a:lnTo>
                    <a:pt x="4927" y="394650"/>
                  </a:lnTo>
                  <a:lnTo>
                    <a:pt x="7390" y="394646"/>
                  </a:lnTo>
                  <a:lnTo>
                    <a:pt x="9854" y="394640"/>
                  </a:lnTo>
                  <a:lnTo>
                    <a:pt x="12318" y="394633"/>
                  </a:lnTo>
                  <a:lnTo>
                    <a:pt x="14781" y="394623"/>
                  </a:lnTo>
                  <a:lnTo>
                    <a:pt x="17245" y="394610"/>
                  </a:lnTo>
                  <a:lnTo>
                    <a:pt x="19709" y="394593"/>
                  </a:lnTo>
                  <a:lnTo>
                    <a:pt x="22172" y="394571"/>
                  </a:lnTo>
                  <a:lnTo>
                    <a:pt x="24636" y="394543"/>
                  </a:lnTo>
                  <a:lnTo>
                    <a:pt x="27100" y="394507"/>
                  </a:lnTo>
                  <a:lnTo>
                    <a:pt x="29563" y="394462"/>
                  </a:lnTo>
                  <a:lnTo>
                    <a:pt x="32027" y="394406"/>
                  </a:lnTo>
                  <a:lnTo>
                    <a:pt x="34491" y="394335"/>
                  </a:lnTo>
                  <a:lnTo>
                    <a:pt x="36954" y="394245"/>
                  </a:lnTo>
                  <a:lnTo>
                    <a:pt x="39418" y="394136"/>
                  </a:lnTo>
                  <a:lnTo>
                    <a:pt x="41882" y="394003"/>
                  </a:lnTo>
                  <a:lnTo>
                    <a:pt x="44345" y="393842"/>
                  </a:lnTo>
                  <a:lnTo>
                    <a:pt x="46809" y="393651"/>
                  </a:lnTo>
                  <a:lnTo>
                    <a:pt x="49273" y="393421"/>
                  </a:lnTo>
                  <a:lnTo>
                    <a:pt x="51736" y="393142"/>
                  </a:lnTo>
                  <a:lnTo>
                    <a:pt x="54200" y="392814"/>
                  </a:lnTo>
                  <a:lnTo>
                    <a:pt x="56664" y="392433"/>
                  </a:lnTo>
                  <a:lnTo>
                    <a:pt x="59127" y="391993"/>
                  </a:lnTo>
                  <a:lnTo>
                    <a:pt x="61591" y="391488"/>
                  </a:lnTo>
                  <a:lnTo>
                    <a:pt x="64055" y="390913"/>
                  </a:lnTo>
                  <a:lnTo>
                    <a:pt x="66518" y="390244"/>
                  </a:lnTo>
                  <a:lnTo>
                    <a:pt x="68982" y="389494"/>
                  </a:lnTo>
                  <a:lnTo>
                    <a:pt x="71446" y="388658"/>
                  </a:lnTo>
                  <a:lnTo>
                    <a:pt x="73909" y="387735"/>
                  </a:lnTo>
                  <a:lnTo>
                    <a:pt x="76373" y="386721"/>
                  </a:lnTo>
                  <a:lnTo>
                    <a:pt x="78837" y="385617"/>
                  </a:lnTo>
                  <a:lnTo>
                    <a:pt x="81300" y="384404"/>
                  </a:lnTo>
                  <a:lnTo>
                    <a:pt x="83764" y="383101"/>
                  </a:lnTo>
                  <a:lnTo>
                    <a:pt x="86228" y="381717"/>
                  </a:lnTo>
                  <a:lnTo>
                    <a:pt x="88691" y="380257"/>
                  </a:lnTo>
                  <a:lnTo>
                    <a:pt x="91155" y="378727"/>
                  </a:lnTo>
                  <a:lnTo>
                    <a:pt x="93618" y="377138"/>
                  </a:lnTo>
                  <a:lnTo>
                    <a:pt x="96082" y="375494"/>
                  </a:lnTo>
                  <a:lnTo>
                    <a:pt x="98546" y="373816"/>
                  </a:lnTo>
                  <a:lnTo>
                    <a:pt x="101009" y="372122"/>
                  </a:lnTo>
                  <a:lnTo>
                    <a:pt x="103473" y="370424"/>
                  </a:lnTo>
                  <a:lnTo>
                    <a:pt x="105937" y="368739"/>
                  </a:lnTo>
                  <a:lnTo>
                    <a:pt x="108400" y="367080"/>
                  </a:lnTo>
                  <a:lnTo>
                    <a:pt x="110864" y="365469"/>
                  </a:lnTo>
                  <a:lnTo>
                    <a:pt x="113328" y="363927"/>
                  </a:lnTo>
                  <a:lnTo>
                    <a:pt x="115791" y="362462"/>
                  </a:lnTo>
                  <a:lnTo>
                    <a:pt x="118255" y="361085"/>
                  </a:lnTo>
                  <a:lnTo>
                    <a:pt x="120719" y="359805"/>
                  </a:lnTo>
                  <a:lnTo>
                    <a:pt x="123182" y="358631"/>
                  </a:lnTo>
                  <a:lnTo>
                    <a:pt x="125646" y="357577"/>
                  </a:lnTo>
                  <a:lnTo>
                    <a:pt x="128110" y="356661"/>
                  </a:lnTo>
                  <a:lnTo>
                    <a:pt x="130573" y="355863"/>
                  </a:lnTo>
                  <a:lnTo>
                    <a:pt x="133037" y="355184"/>
                  </a:lnTo>
                  <a:lnTo>
                    <a:pt x="135501" y="354618"/>
                  </a:lnTo>
                  <a:lnTo>
                    <a:pt x="137964" y="354162"/>
                  </a:lnTo>
                  <a:lnTo>
                    <a:pt x="140428" y="353810"/>
                  </a:lnTo>
                  <a:lnTo>
                    <a:pt x="142892" y="353572"/>
                  </a:lnTo>
                  <a:lnTo>
                    <a:pt x="145355" y="353414"/>
                  </a:lnTo>
                  <a:lnTo>
                    <a:pt x="147819" y="353326"/>
                  </a:lnTo>
                  <a:lnTo>
                    <a:pt x="150283" y="353297"/>
                  </a:lnTo>
                  <a:lnTo>
                    <a:pt x="152746" y="353318"/>
                  </a:lnTo>
                  <a:lnTo>
                    <a:pt x="155210" y="353377"/>
                  </a:lnTo>
                  <a:lnTo>
                    <a:pt x="157674" y="353468"/>
                  </a:lnTo>
                  <a:lnTo>
                    <a:pt x="160137" y="353575"/>
                  </a:lnTo>
                  <a:lnTo>
                    <a:pt x="162601" y="353690"/>
                  </a:lnTo>
                  <a:lnTo>
                    <a:pt x="165065" y="353805"/>
                  </a:lnTo>
                  <a:lnTo>
                    <a:pt x="167528" y="353916"/>
                  </a:lnTo>
                  <a:lnTo>
                    <a:pt x="169992" y="354018"/>
                  </a:lnTo>
                  <a:lnTo>
                    <a:pt x="172456" y="354106"/>
                  </a:lnTo>
                  <a:lnTo>
                    <a:pt x="174919" y="354180"/>
                  </a:lnTo>
                  <a:lnTo>
                    <a:pt x="177383" y="354239"/>
                  </a:lnTo>
                  <a:lnTo>
                    <a:pt x="179847" y="354285"/>
                  </a:lnTo>
                  <a:lnTo>
                    <a:pt x="182310" y="354319"/>
                  </a:lnTo>
                  <a:lnTo>
                    <a:pt x="184774" y="354344"/>
                  </a:lnTo>
                  <a:lnTo>
                    <a:pt x="187237" y="354362"/>
                  </a:lnTo>
                  <a:lnTo>
                    <a:pt x="189701" y="354377"/>
                  </a:lnTo>
                  <a:lnTo>
                    <a:pt x="192165" y="354394"/>
                  </a:lnTo>
                  <a:lnTo>
                    <a:pt x="194628" y="354415"/>
                  </a:lnTo>
                  <a:lnTo>
                    <a:pt x="197092" y="354443"/>
                  </a:lnTo>
                  <a:lnTo>
                    <a:pt x="199556" y="354481"/>
                  </a:lnTo>
                  <a:lnTo>
                    <a:pt x="202019" y="354532"/>
                  </a:lnTo>
                  <a:lnTo>
                    <a:pt x="204483" y="354600"/>
                  </a:lnTo>
                  <a:lnTo>
                    <a:pt x="206947" y="354682"/>
                  </a:lnTo>
                  <a:lnTo>
                    <a:pt x="209410" y="354780"/>
                  </a:lnTo>
                  <a:lnTo>
                    <a:pt x="211874" y="354893"/>
                  </a:lnTo>
                  <a:lnTo>
                    <a:pt x="214338" y="355019"/>
                  </a:lnTo>
                  <a:lnTo>
                    <a:pt x="216801" y="355158"/>
                  </a:lnTo>
                  <a:lnTo>
                    <a:pt x="219265" y="355307"/>
                  </a:lnTo>
                  <a:lnTo>
                    <a:pt x="221729" y="355461"/>
                  </a:lnTo>
                  <a:lnTo>
                    <a:pt x="224192" y="355617"/>
                  </a:lnTo>
                  <a:lnTo>
                    <a:pt x="226656" y="355770"/>
                  </a:lnTo>
                  <a:lnTo>
                    <a:pt x="229120" y="355918"/>
                  </a:lnTo>
                  <a:lnTo>
                    <a:pt x="231583" y="356054"/>
                  </a:lnTo>
                  <a:lnTo>
                    <a:pt x="234047" y="356172"/>
                  </a:lnTo>
                  <a:lnTo>
                    <a:pt x="236511" y="356267"/>
                  </a:lnTo>
                  <a:lnTo>
                    <a:pt x="238974" y="356336"/>
                  </a:lnTo>
                  <a:lnTo>
                    <a:pt x="241438" y="356374"/>
                  </a:lnTo>
                  <a:lnTo>
                    <a:pt x="243902" y="356379"/>
                  </a:lnTo>
                  <a:lnTo>
                    <a:pt x="246365" y="356345"/>
                  </a:lnTo>
                  <a:lnTo>
                    <a:pt x="248829" y="356262"/>
                  </a:lnTo>
                  <a:lnTo>
                    <a:pt x="251293" y="356128"/>
                  </a:lnTo>
                  <a:lnTo>
                    <a:pt x="253756" y="355943"/>
                  </a:lnTo>
                  <a:lnTo>
                    <a:pt x="256220" y="355705"/>
                  </a:lnTo>
                  <a:lnTo>
                    <a:pt x="258684" y="355411"/>
                  </a:lnTo>
                  <a:lnTo>
                    <a:pt x="261147" y="355058"/>
                  </a:lnTo>
                  <a:lnTo>
                    <a:pt x="263611" y="354636"/>
                  </a:lnTo>
                  <a:lnTo>
                    <a:pt x="266075" y="354141"/>
                  </a:lnTo>
                  <a:lnTo>
                    <a:pt x="268538" y="353576"/>
                  </a:lnTo>
                  <a:lnTo>
                    <a:pt x="271002" y="352941"/>
                  </a:lnTo>
                  <a:lnTo>
                    <a:pt x="273465" y="352231"/>
                  </a:lnTo>
                  <a:lnTo>
                    <a:pt x="275929" y="351444"/>
                  </a:lnTo>
                  <a:lnTo>
                    <a:pt x="278393" y="350572"/>
                  </a:lnTo>
                  <a:lnTo>
                    <a:pt x="280856" y="349599"/>
                  </a:lnTo>
                  <a:lnTo>
                    <a:pt x="283320" y="348537"/>
                  </a:lnTo>
                  <a:lnTo>
                    <a:pt x="285784" y="347379"/>
                  </a:lnTo>
                  <a:lnTo>
                    <a:pt x="288247" y="346123"/>
                  </a:lnTo>
                  <a:lnTo>
                    <a:pt x="290711" y="344763"/>
                  </a:lnTo>
                  <a:lnTo>
                    <a:pt x="293175" y="343294"/>
                  </a:lnTo>
                  <a:lnTo>
                    <a:pt x="295638" y="341680"/>
                  </a:lnTo>
                  <a:lnTo>
                    <a:pt x="298102" y="339941"/>
                  </a:lnTo>
                  <a:lnTo>
                    <a:pt x="300566" y="338070"/>
                  </a:lnTo>
                  <a:lnTo>
                    <a:pt x="303029" y="336059"/>
                  </a:lnTo>
                  <a:lnTo>
                    <a:pt x="305493" y="333900"/>
                  </a:lnTo>
                  <a:lnTo>
                    <a:pt x="307957" y="331586"/>
                  </a:lnTo>
                  <a:lnTo>
                    <a:pt x="310420" y="329074"/>
                  </a:lnTo>
                  <a:lnTo>
                    <a:pt x="312884" y="326374"/>
                  </a:lnTo>
                  <a:lnTo>
                    <a:pt x="315348" y="323486"/>
                  </a:lnTo>
                  <a:lnTo>
                    <a:pt x="317811" y="320399"/>
                  </a:lnTo>
                  <a:lnTo>
                    <a:pt x="320275" y="317103"/>
                  </a:lnTo>
                  <a:lnTo>
                    <a:pt x="322739" y="313589"/>
                  </a:lnTo>
                  <a:lnTo>
                    <a:pt x="325202" y="309812"/>
                  </a:lnTo>
                  <a:lnTo>
                    <a:pt x="327666" y="305769"/>
                  </a:lnTo>
                  <a:lnTo>
                    <a:pt x="330130" y="301474"/>
                  </a:lnTo>
                  <a:lnTo>
                    <a:pt x="332593" y="296917"/>
                  </a:lnTo>
                  <a:lnTo>
                    <a:pt x="335057" y="292090"/>
                  </a:lnTo>
                  <a:lnTo>
                    <a:pt x="337521" y="286988"/>
                  </a:lnTo>
                  <a:lnTo>
                    <a:pt x="339984" y="281577"/>
                  </a:lnTo>
                  <a:lnTo>
                    <a:pt x="342448" y="275835"/>
                  </a:lnTo>
                  <a:lnTo>
                    <a:pt x="344912" y="269802"/>
                  </a:lnTo>
                  <a:lnTo>
                    <a:pt x="347375" y="263475"/>
                  </a:lnTo>
                  <a:lnTo>
                    <a:pt x="349839" y="256855"/>
                  </a:lnTo>
                  <a:lnTo>
                    <a:pt x="352303" y="249944"/>
                  </a:lnTo>
                  <a:lnTo>
                    <a:pt x="354766" y="242731"/>
                  </a:lnTo>
                  <a:lnTo>
                    <a:pt x="357230" y="235183"/>
                  </a:lnTo>
                  <a:lnTo>
                    <a:pt x="359694" y="227364"/>
                  </a:lnTo>
                  <a:lnTo>
                    <a:pt x="362157" y="219283"/>
                  </a:lnTo>
                  <a:lnTo>
                    <a:pt x="364621" y="210952"/>
                  </a:lnTo>
                  <a:lnTo>
                    <a:pt x="367084" y="202385"/>
                  </a:lnTo>
                  <a:lnTo>
                    <a:pt x="369548" y="193597"/>
                  </a:lnTo>
                  <a:lnTo>
                    <a:pt x="372012" y="184565"/>
                  </a:lnTo>
                  <a:lnTo>
                    <a:pt x="374475" y="175363"/>
                  </a:lnTo>
                  <a:lnTo>
                    <a:pt x="376939" y="166015"/>
                  </a:lnTo>
                  <a:lnTo>
                    <a:pt x="379403" y="156546"/>
                  </a:lnTo>
                  <a:lnTo>
                    <a:pt x="381866" y="146985"/>
                  </a:lnTo>
                  <a:lnTo>
                    <a:pt x="384330" y="137362"/>
                  </a:lnTo>
                  <a:lnTo>
                    <a:pt x="386794" y="127715"/>
                  </a:lnTo>
                  <a:lnTo>
                    <a:pt x="389257" y="118094"/>
                  </a:lnTo>
                  <a:lnTo>
                    <a:pt x="391721" y="108541"/>
                  </a:lnTo>
                  <a:lnTo>
                    <a:pt x="394185" y="99096"/>
                  </a:lnTo>
                  <a:lnTo>
                    <a:pt x="396648" y="89800"/>
                  </a:lnTo>
                  <a:lnTo>
                    <a:pt x="399112" y="80697"/>
                  </a:lnTo>
                  <a:lnTo>
                    <a:pt x="401576" y="71872"/>
                  </a:lnTo>
                  <a:lnTo>
                    <a:pt x="404039" y="63380"/>
                  </a:lnTo>
                  <a:lnTo>
                    <a:pt x="406503" y="55242"/>
                  </a:lnTo>
                  <a:lnTo>
                    <a:pt x="408967" y="47500"/>
                  </a:lnTo>
                  <a:lnTo>
                    <a:pt x="411430" y="40197"/>
                  </a:lnTo>
                  <a:lnTo>
                    <a:pt x="413894" y="33371"/>
                  </a:lnTo>
                  <a:lnTo>
                    <a:pt x="416358" y="27110"/>
                  </a:lnTo>
                  <a:lnTo>
                    <a:pt x="418821" y="21497"/>
                  </a:lnTo>
                  <a:lnTo>
                    <a:pt x="421285" y="16480"/>
                  </a:lnTo>
                  <a:lnTo>
                    <a:pt x="423749" y="12083"/>
                  </a:lnTo>
                  <a:lnTo>
                    <a:pt x="426212" y="8325"/>
                  </a:lnTo>
                  <a:lnTo>
                    <a:pt x="428676" y="5222"/>
                  </a:lnTo>
                  <a:lnTo>
                    <a:pt x="431140" y="2810"/>
                  </a:lnTo>
                  <a:lnTo>
                    <a:pt x="433603" y="1204"/>
                  </a:lnTo>
                  <a:lnTo>
                    <a:pt x="436067" y="269"/>
                  </a:lnTo>
                  <a:lnTo>
                    <a:pt x="438531" y="0"/>
                  </a:lnTo>
                  <a:lnTo>
                    <a:pt x="440994" y="387"/>
                  </a:lnTo>
                  <a:lnTo>
                    <a:pt x="443458" y="1421"/>
                  </a:lnTo>
                  <a:lnTo>
                    <a:pt x="445922" y="3086"/>
                  </a:lnTo>
                  <a:lnTo>
                    <a:pt x="448385" y="5502"/>
                  </a:lnTo>
                  <a:lnTo>
                    <a:pt x="450849" y="8510"/>
                  </a:lnTo>
                  <a:lnTo>
                    <a:pt x="453312" y="12085"/>
                  </a:lnTo>
                  <a:lnTo>
                    <a:pt x="455776" y="16207"/>
                  </a:lnTo>
                  <a:lnTo>
                    <a:pt x="458240" y="20857"/>
                  </a:lnTo>
                  <a:lnTo>
                    <a:pt x="460703" y="26012"/>
                  </a:lnTo>
                  <a:lnTo>
                    <a:pt x="463167" y="31736"/>
                  </a:lnTo>
                  <a:lnTo>
                    <a:pt x="465631" y="37941"/>
                  </a:lnTo>
                  <a:lnTo>
                    <a:pt x="468094" y="44580"/>
                  </a:lnTo>
                  <a:lnTo>
                    <a:pt x="470558" y="51631"/>
                  </a:lnTo>
                  <a:lnTo>
                    <a:pt x="473022" y="59074"/>
                  </a:lnTo>
                  <a:lnTo>
                    <a:pt x="475485" y="66888"/>
                  </a:lnTo>
                  <a:lnTo>
                    <a:pt x="477949" y="75091"/>
                  </a:lnTo>
                  <a:lnTo>
                    <a:pt x="480413" y="83643"/>
                  </a:lnTo>
                  <a:lnTo>
                    <a:pt x="482876" y="92480"/>
                  </a:lnTo>
                  <a:lnTo>
                    <a:pt x="485340" y="101577"/>
                  </a:lnTo>
                  <a:lnTo>
                    <a:pt x="487804" y="110905"/>
                  </a:lnTo>
                  <a:lnTo>
                    <a:pt x="490267" y="120435"/>
                  </a:lnTo>
                  <a:lnTo>
                    <a:pt x="492731" y="130149"/>
                  </a:lnTo>
                  <a:lnTo>
                    <a:pt x="495195" y="140010"/>
                  </a:lnTo>
                  <a:lnTo>
                    <a:pt x="497658" y="149959"/>
                  </a:lnTo>
                  <a:lnTo>
                    <a:pt x="500122" y="159963"/>
                  </a:lnTo>
                  <a:lnTo>
                    <a:pt x="502586" y="169987"/>
                  </a:lnTo>
                  <a:lnTo>
                    <a:pt x="505049" y="180000"/>
                  </a:lnTo>
                  <a:lnTo>
                    <a:pt x="507513" y="189964"/>
                  </a:lnTo>
                  <a:lnTo>
                    <a:pt x="509977" y="199823"/>
                  </a:lnTo>
                  <a:lnTo>
                    <a:pt x="512440" y="209556"/>
                  </a:lnTo>
                  <a:lnTo>
                    <a:pt x="514904" y="219135"/>
                  </a:lnTo>
                  <a:lnTo>
                    <a:pt x="517368" y="228535"/>
                  </a:lnTo>
                  <a:lnTo>
                    <a:pt x="519831" y="237732"/>
                  </a:lnTo>
                  <a:lnTo>
                    <a:pt x="522295" y="246704"/>
                  </a:lnTo>
                  <a:lnTo>
                    <a:pt x="524759" y="255373"/>
                  </a:lnTo>
                  <a:lnTo>
                    <a:pt x="527222" y="263769"/>
                  </a:lnTo>
                  <a:lnTo>
                    <a:pt x="529686" y="271885"/>
                  </a:lnTo>
                  <a:lnTo>
                    <a:pt x="532150" y="279711"/>
                  </a:lnTo>
                  <a:lnTo>
                    <a:pt x="534613" y="287240"/>
                  </a:lnTo>
                  <a:lnTo>
                    <a:pt x="537077" y="294466"/>
                  </a:lnTo>
                  <a:lnTo>
                    <a:pt x="539541" y="301334"/>
                  </a:lnTo>
                  <a:lnTo>
                    <a:pt x="542004" y="307875"/>
                  </a:lnTo>
                  <a:lnTo>
                    <a:pt x="544468" y="314111"/>
                  </a:lnTo>
                  <a:lnTo>
                    <a:pt x="546931" y="320045"/>
                  </a:lnTo>
                  <a:lnTo>
                    <a:pt x="549395" y="325681"/>
                  </a:lnTo>
                  <a:lnTo>
                    <a:pt x="551859" y="331025"/>
                  </a:lnTo>
                  <a:lnTo>
                    <a:pt x="554322" y="336046"/>
                  </a:lnTo>
                  <a:lnTo>
                    <a:pt x="556786" y="340759"/>
                  </a:lnTo>
                  <a:lnTo>
                    <a:pt x="559250" y="345203"/>
                  </a:lnTo>
                  <a:lnTo>
                    <a:pt x="561713" y="349387"/>
                  </a:lnTo>
                  <a:lnTo>
                    <a:pt x="564177" y="353317"/>
                  </a:lnTo>
                  <a:lnTo>
                    <a:pt x="566641" y="357002"/>
                  </a:lnTo>
                  <a:lnTo>
                    <a:pt x="569104" y="360433"/>
                  </a:lnTo>
                  <a:lnTo>
                    <a:pt x="571568" y="363603"/>
                  </a:lnTo>
                  <a:lnTo>
                    <a:pt x="574032" y="366557"/>
                  </a:lnTo>
                  <a:lnTo>
                    <a:pt x="576495" y="369305"/>
                  </a:lnTo>
                  <a:lnTo>
                    <a:pt x="578959" y="371855"/>
                  </a:lnTo>
                  <a:lnTo>
                    <a:pt x="581423" y="374215"/>
                  </a:lnTo>
                  <a:lnTo>
                    <a:pt x="583886" y="376388"/>
                  </a:lnTo>
                  <a:lnTo>
                    <a:pt x="586350" y="378354"/>
                  </a:lnTo>
                  <a:lnTo>
                    <a:pt x="588814" y="380159"/>
                  </a:lnTo>
                  <a:lnTo>
                    <a:pt x="591277" y="381812"/>
                  </a:lnTo>
                  <a:lnTo>
                    <a:pt x="593741" y="383320"/>
                  </a:lnTo>
                  <a:lnTo>
                    <a:pt x="596205" y="384691"/>
                  </a:lnTo>
                  <a:lnTo>
                    <a:pt x="598668" y="385933"/>
                  </a:lnTo>
                  <a:lnTo>
                    <a:pt x="601132" y="387031"/>
                  </a:lnTo>
                  <a:lnTo>
                    <a:pt x="603596" y="388016"/>
                  </a:lnTo>
                  <a:lnTo>
                    <a:pt x="606059" y="388900"/>
                  </a:lnTo>
                  <a:lnTo>
                    <a:pt x="608523" y="389689"/>
                  </a:lnTo>
                  <a:lnTo>
                    <a:pt x="610987" y="390390"/>
                  </a:lnTo>
                  <a:lnTo>
                    <a:pt x="613450" y="391010"/>
                  </a:lnTo>
                  <a:lnTo>
                    <a:pt x="615914" y="391544"/>
                  </a:lnTo>
                  <a:lnTo>
                    <a:pt x="618378" y="392009"/>
                  </a:lnTo>
                  <a:lnTo>
                    <a:pt x="620841" y="392414"/>
                  </a:lnTo>
                  <a:lnTo>
                    <a:pt x="623305" y="392766"/>
                  </a:lnTo>
                  <a:lnTo>
                    <a:pt x="625769" y="393069"/>
                  </a:lnTo>
                  <a:lnTo>
                    <a:pt x="628232" y="393328"/>
                  </a:lnTo>
                  <a:lnTo>
                    <a:pt x="630696" y="393543"/>
                  </a:lnTo>
                  <a:lnTo>
                    <a:pt x="633159" y="393721"/>
                  </a:lnTo>
                  <a:lnTo>
                    <a:pt x="635623" y="393869"/>
                  </a:lnTo>
                  <a:lnTo>
                    <a:pt x="638087" y="393990"/>
                  </a:lnTo>
                  <a:lnTo>
                    <a:pt x="640550" y="394086"/>
                  </a:lnTo>
                  <a:lnTo>
                    <a:pt x="643014" y="394162"/>
                  </a:lnTo>
                  <a:lnTo>
                    <a:pt x="645478" y="394217"/>
                  </a:lnTo>
                  <a:lnTo>
                    <a:pt x="647941" y="394252"/>
                  </a:lnTo>
                  <a:lnTo>
                    <a:pt x="650405" y="394273"/>
                  </a:lnTo>
                  <a:lnTo>
                    <a:pt x="652869" y="394279"/>
                  </a:lnTo>
                  <a:lnTo>
                    <a:pt x="655332" y="394274"/>
                  </a:lnTo>
                  <a:lnTo>
                    <a:pt x="657796" y="394256"/>
                  </a:lnTo>
                  <a:lnTo>
                    <a:pt x="660260" y="394228"/>
                  </a:lnTo>
                  <a:lnTo>
                    <a:pt x="662723" y="394188"/>
                  </a:lnTo>
                  <a:lnTo>
                    <a:pt x="665187" y="394140"/>
                  </a:lnTo>
                  <a:lnTo>
                    <a:pt x="667651" y="394083"/>
                  </a:lnTo>
                  <a:lnTo>
                    <a:pt x="670114" y="394018"/>
                  </a:lnTo>
                  <a:lnTo>
                    <a:pt x="672578" y="393947"/>
                  </a:lnTo>
                  <a:lnTo>
                    <a:pt x="675042" y="393869"/>
                  </a:lnTo>
                  <a:lnTo>
                    <a:pt x="677505" y="393785"/>
                  </a:lnTo>
                  <a:lnTo>
                    <a:pt x="679969" y="393697"/>
                  </a:lnTo>
                  <a:lnTo>
                    <a:pt x="682433" y="393606"/>
                  </a:lnTo>
                  <a:lnTo>
                    <a:pt x="684896" y="393512"/>
                  </a:lnTo>
                  <a:lnTo>
                    <a:pt x="687360" y="393419"/>
                  </a:lnTo>
                  <a:lnTo>
                    <a:pt x="689824" y="393325"/>
                  </a:lnTo>
                  <a:lnTo>
                    <a:pt x="692287" y="393234"/>
                  </a:lnTo>
                  <a:lnTo>
                    <a:pt x="694751" y="393146"/>
                  </a:lnTo>
                  <a:lnTo>
                    <a:pt x="697215" y="393064"/>
                  </a:lnTo>
                  <a:lnTo>
                    <a:pt x="699678" y="392987"/>
                  </a:lnTo>
                  <a:lnTo>
                    <a:pt x="702142" y="392919"/>
                  </a:lnTo>
                  <a:lnTo>
                    <a:pt x="704606" y="392858"/>
                  </a:lnTo>
                  <a:lnTo>
                    <a:pt x="707069" y="392809"/>
                  </a:lnTo>
                  <a:lnTo>
                    <a:pt x="709533" y="392772"/>
                  </a:lnTo>
                  <a:lnTo>
                    <a:pt x="711997" y="392746"/>
                  </a:lnTo>
                  <a:lnTo>
                    <a:pt x="714460" y="392733"/>
                  </a:lnTo>
                  <a:lnTo>
                    <a:pt x="716924" y="392731"/>
                  </a:lnTo>
                  <a:lnTo>
                    <a:pt x="719388" y="392742"/>
                  </a:lnTo>
                  <a:lnTo>
                    <a:pt x="721851" y="392766"/>
                  </a:lnTo>
                  <a:lnTo>
                    <a:pt x="724315" y="392803"/>
                  </a:lnTo>
                  <a:lnTo>
                    <a:pt x="726778" y="392851"/>
                  </a:lnTo>
                  <a:lnTo>
                    <a:pt x="729242" y="392909"/>
                  </a:lnTo>
                  <a:lnTo>
                    <a:pt x="731706" y="392976"/>
                  </a:lnTo>
                  <a:lnTo>
                    <a:pt x="734169" y="393051"/>
                  </a:lnTo>
                  <a:lnTo>
                    <a:pt x="736633" y="393133"/>
                  </a:lnTo>
                  <a:lnTo>
                    <a:pt x="739097" y="393221"/>
                  </a:lnTo>
                  <a:lnTo>
                    <a:pt x="741560" y="393313"/>
                  </a:lnTo>
                  <a:lnTo>
                    <a:pt x="744024" y="393407"/>
                  </a:lnTo>
                  <a:lnTo>
                    <a:pt x="746488" y="393502"/>
                  </a:lnTo>
                  <a:lnTo>
                    <a:pt x="748951" y="393597"/>
                  </a:lnTo>
                  <a:lnTo>
                    <a:pt x="751415" y="393691"/>
                  </a:lnTo>
                  <a:lnTo>
                    <a:pt x="753879" y="393782"/>
                  </a:lnTo>
                  <a:lnTo>
                    <a:pt x="756342" y="393870"/>
                  </a:lnTo>
                  <a:lnTo>
                    <a:pt x="758806" y="393954"/>
                  </a:lnTo>
                  <a:lnTo>
                    <a:pt x="761270" y="394033"/>
                  </a:lnTo>
                  <a:lnTo>
                    <a:pt x="763733" y="394107"/>
                  </a:lnTo>
                  <a:lnTo>
                    <a:pt x="766197" y="394176"/>
                  </a:lnTo>
                  <a:lnTo>
                    <a:pt x="768661" y="394239"/>
                  </a:lnTo>
                  <a:lnTo>
                    <a:pt x="771124" y="394295"/>
                  </a:lnTo>
                  <a:lnTo>
                    <a:pt x="773588" y="394347"/>
                  </a:lnTo>
                  <a:lnTo>
                    <a:pt x="776052" y="394393"/>
                  </a:lnTo>
                  <a:lnTo>
                    <a:pt x="778515" y="394434"/>
                  </a:lnTo>
                  <a:lnTo>
                    <a:pt x="780979" y="394470"/>
                  </a:lnTo>
                  <a:lnTo>
                    <a:pt x="783443" y="394501"/>
                  </a:lnTo>
                  <a:lnTo>
                    <a:pt x="785906" y="394528"/>
                  </a:lnTo>
                  <a:lnTo>
                    <a:pt x="788370" y="394551"/>
                  </a:lnTo>
                  <a:lnTo>
                    <a:pt x="790834" y="394571"/>
                  </a:lnTo>
                  <a:lnTo>
                    <a:pt x="793297" y="394588"/>
                  </a:lnTo>
                  <a:lnTo>
                    <a:pt x="795761" y="394602"/>
                  </a:lnTo>
                  <a:lnTo>
                    <a:pt x="798225" y="394614"/>
                  </a:lnTo>
                  <a:lnTo>
                    <a:pt x="800688" y="394623"/>
                  </a:lnTo>
                  <a:lnTo>
                    <a:pt x="803152" y="394631"/>
                  </a:lnTo>
                  <a:lnTo>
                    <a:pt x="805616" y="394637"/>
                  </a:lnTo>
                  <a:lnTo>
                    <a:pt x="808079" y="394643"/>
                  </a:lnTo>
                  <a:lnTo>
                    <a:pt x="810543" y="394647"/>
                  </a:lnTo>
                  <a:lnTo>
                    <a:pt x="813006" y="394650"/>
                  </a:lnTo>
                  <a:lnTo>
                    <a:pt x="815470" y="394653"/>
                  </a:lnTo>
                  <a:lnTo>
                    <a:pt x="817934" y="394655"/>
                  </a:lnTo>
                  <a:lnTo>
                    <a:pt x="820397" y="394656"/>
                  </a:lnTo>
                  <a:lnTo>
                    <a:pt x="822861" y="394658"/>
                  </a:lnTo>
                  <a:lnTo>
                    <a:pt x="825325" y="394659"/>
                  </a:lnTo>
                  <a:lnTo>
                    <a:pt x="827788" y="394659"/>
                  </a:lnTo>
                  <a:lnTo>
                    <a:pt x="830252" y="394660"/>
                  </a:lnTo>
                  <a:lnTo>
                    <a:pt x="832716" y="394660"/>
                  </a:lnTo>
                  <a:lnTo>
                    <a:pt x="835179" y="394661"/>
                  </a:lnTo>
                  <a:lnTo>
                    <a:pt x="837643" y="394661"/>
                  </a:lnTo>
                  <a:lnTo>
                    <a:pt x="840107" y="394661"/>
                  </a:lnTo>
                  <a:lnTo>
                    <a:pt x="842570" y="394661"/>
                  </a:lnTo>
                  <a:lnTo>
                    <a:pt x="845034" y="394661"/>
                  </a:lnTo>
                  <a:lnTo>
                    <a:pt x="847498" y="394661"/>
                  </a:lnTo>
                  <a:lnTo>
                    <a:pt x="849961" y="394661"/>
                  </a:lnTo>
                  <a:lnTo>
                    <a:pt x="852425" y="394661"/>
                  </a:lnTo>
                  <a:lnTo>
                    <a:pt x="854889" y="394661"/>
                  </a:lnTo>
                  <a:lnTo>
                    <a:pt x="857352" y="394661"/>
                  </a:lnTo>
                  <a:lnTo>
                    <a:pt x="859816" y="394661"/>
                  </a:lnTo>
                  <a:lnTo>
                    <a:pt x="862280" y="394661"/>
                  </a:lnTo>
                  <a:lnTo>
                    <a:pt x="864743" y="394661"/>
                  </a:lnTo>
                  <a:lnTo>
                    <a:pt x="867207" y="394661"/>
                  </a:lnTo>
                  <a:lnTo>
                    <a:pt x="869671" y="394661"/>
                  </a:lnTo>
                  <a:lnTo>
                    <a:pt x="872134" y="394661"/>
                  </a:lnTo>
                  <a:lnTo>
                    <a:pt x="874598" y="394661"/>
                  </a:lnTo>
                  <a:lnTo>
                    <a:pt x="877062" y="394661"/>
                  </a:lnTo>
                  <a:lnTo>
                    <a:pt x="879525" y="394661"/>
                  </a:lnTo>
                  <a:lnTo>
                    <a:pt x="881989" y="394660"/>
                  </a:lnTo>
                  <a:lnTo>
                    <a:pt x="884453" y="394660"/>
                  </a:lnTo>
                  <a:lnTo>
                    <a:pt x="886916" y="394659"/>
                  </a:lnTo>
                  <a:lnTo>
                    <a:pt x="889380" y="394659"/>
                  </a:lnTo>
                  <a:lnTo>
                    <a:pt x="891844" y="394658"/>
                  </a:lnTo>
                  <a:lnTo>
                    <a:pt x="894307" y="394656"/>
                  </a:lnTo>
                  <a:lnTo>
                    <a:pt x="896771" y="394655"/>
                  </a:lnTo>
                  <a:lnTo>
                    <a:pt x="899235" y="394653"/>
                  </a:lnTo>
                  <a:lnTo>
                    <a:pt x="901698" y="394651"/>
                  </a:lnTo>
                  <a:lnTo>
                    <a:pt x="904162" y="394648"/>
                  </a:lnTo>
                  <a:lnTo>
                    <a:pt x="906625" y="394644"/>
                  </a:lnTo>
                  <a:lnTo>
                    <a:pt x="909089" y="394639"/>
                  </a:lnTo>
                  <a:lnTo>
                    <a:pt x="911553" y="394634"/>
                  </a:lnTo>
                  <a:lnTo>
                    <a:pt x="914016" y="394627"/>
                  </a:lnTo>
                  <a:lnTo>
                    <a:pt x="916480" y="394619"/>
                  </a:lnTo>
                  <a:lnTo>
                    <a:pt x="918944" y="394610"/>
                  </a:lnTo>
                  <a:lnTo>
                    <a:pt x="921407" y="394599"/>
                  </a:lnTo>
                  <a:lnTo>
                    <a:pt x="923871" y="394586"/>
                  </a:lnTo>
                  <a:lnTo>
                    <a:pt x="926335" y="394570"/>
                  </a:lnTo>
                  <a:lnTo>
                    <a:pt x="928798" y="394552"/>
                  </a:lnTo>
                  <a:lnTo>
                    <a:pt x="931262" y="394532"/>
                  </a:lnTo>
                  <a:lnTo>
                    <a:pt x="933726" y="394509"/>
                  </a:lnTo>
                  <a:lnTo>
                    <a:pt x="936189" y="394483"/>
                  </a:lnTo>
                  <a:lnTo>
                    <a:pt x="938653" y="394453"/>
                  </a:lnTo>
                  <a:lnTo>
                    <a:pt x="941117" y="394419"/>
                  </a:lnTo>
                  <a:lnTo>
                    <a:pt x="943580" y="394383"/>
                  </a:lnTo>
                  <a:lnTo>
                    <a:pt x="946044" y="394342"/>
                  </a:lnTo>
                  <a:lnTo>
                    <a:pt x="948508" y="394299"/>
                  </a:lnTo>
                  <a:lnTo>
                    <a:pt x="950971" y="394251"/>
                  </a:lnTo>
                  <a:lnTo>
                    <a:pt x="953435" y="394200"/>
                  </a:lnTo>
                  <a:lnTo>
                    <a:pt x="955899" y="394146"/>
                  </a:lnTo>
                  <a:lnTo>
                    <a:pt x="958362" y="394088"/>
                  </a:lnTo>
                  <a:lnTo>
                    <a:pt x="960826" y="394028"/>
                  </a:lnTo>
                  <a:lnTo>
                    <a:pt x="963290" y="393965"/>
                  </a:lnTo>
                  <a:lnTo>
                    <a:pt x="965753" y="393901"/>
                  </a:lnTo>
                  <a:lnTo>
                    <a:pt x="968217" y="393834"/>
                  </a:lnTo>
                  <a:lnTo>
                    <a:pt x="970681" y="393767"/>
                  </a:lnTo>
                  <a:lnTo>
                    <a:pt x="973144" y="393700"/>
                  </a:lnTo>
                  <a:lnTo>
                    <a:pt x="975608" y="393632"/>
                  </a:lnTo>
                  <a:lnTo>
                    <a:pt x="978072" y="393566"/>
                  </a:lnTo>
                  <a:lnTo>
                    <a:pt x="980535" y="393501"/>
                  </a:lnTo>
                  <a:lnTo>
                    <a:pt x="982999" y="393438"/>
                  </a:lnTo>
                  <a:lnTo>
                    <a:pt x="985463" y="393379"/>
                  </a:lnTo>
                  <a:lnTo>
                    <a:pt x="987926" y="393323"/>
                  </a:lnTo>
                  <a:lnTo>
                    <a:pt x="990390" y="393270"/>
                  </a:lnTo>
                  <a:lnTo>
                    <a:pt x="992853" y="393222"/>
                  </a:lnTo>
                  <a:lnTo>
                    <a:pt x="995317" y="393179"/>
                  </a:lnTo>
                  <a:lnTo>
                    <a:pt x="997781" y="393142"/>
                  </a:lnTo>
                  <a:lnTo>
                    <a:pt x="1000244" y="393111"/>
                  </a:lnTo>
                  <a:lnTo>
                    <a:pt x="1002708" y="393086"/>
                  </a:lnTo>
                  <a:lnTo>
                    <a:pt x="1005172" y="393068"/>
                  </a:lnTo>
                  <a:lnTo>
                    <a:pt x="1007635" y="393055"/>
                  </a:lnTo>
                  <a:lnTo>
                    <a:pt x="1010099" y="393050"/>
                  </a:lnTo>
                  <a:lnTo>
                    <a:pt x="1012563" y="393051"/>
                  </a:lnTo>
                  <a:lnTo>
                    <a:pt x="1015026" y="393060"/>
                  </a:lnTo>
                  <a:lnTo>
                    <a:pt x="1017490" y="393075"/>
                  </a:lnTo>
                  <a:lnTo>
                    <a:pt x="1019954" y="393097"/>
                  </a:lnTo>
                  <a:lnTo>
                    <a:pt x="1022417" y="393124"/>
                  </a:lnTo>
                  <a:lnTo>
                    <a:pt x="1024881" y="393158"/>
                  </a:lnTo>
                  <a:lnTo>
                    <a:pt x="1027345" y="393197"/>
                  </a:lnTo>
                  <a:lnTo>
                    <a:pt x="1029808" y="393242"/>
                  </a:lnTo>
                  <a:lnTo>
                    <a:pt x="1032272" y="393292"/>
                  </a:lnTo>
                  <a:lnTo>
                    <a:pt x="1034736" y="393346"/>
                  </a:lnTo>
                  <a:lnTo>
                    <a:pt x="1037199" y="393404"/>
                  </a:lnTo>
                  <a:lnTo>
                    <a:pt x="1039663" y="393465"/>
                  </a:lnTo>
                  <a:lnTo>
                    <a:pt x="1042127" y="393528"/>
                  </a:lnTo>
                  <a:lnTo>
                    <a:pt x="1044590" y="393594"/>
                  </a:lnTo>
                  <a:lnTo>
                    <a:pt x="1047054" y="393661"/>
                  </a:lnTo>
                  <a:lnTo>
                    <a:pt x="1049518" y="393728"/>
                  </a:lnTo>
                  <a:lnTo>
                    <a:pt x="1051981" y="393796"/>
                  </a:lnTo>
                  <a:lnTo>
                    <a:pt x="1054445" y="393862"/>
                  </a:lnTo>
                  <a:lnTo>
                    <a:pt x="1056909" y="393928"/>
                  </a:lnTo>
                  <a:lnTo>
                    <a:pt x="1059372" y="393992"/>
                  </a:lnTo>
                  <a:lnTo>
                    <a:pt x="1061836" y="394053"/>
                  </a:lnTo>
                  <a:lnTo>
                    <a:pt x="1064300" y="394112"/>
                  </a:lnTo>
                  <a:lnTo>
                    <a:pt x="1066763" y="394169"/>
                  </a:lnTo>
                  <a:lnTo>
                    <a:pt x="1069227" y="394222"/>
                  </a:lnTo>
                  <a:lnTo>
                    <a:pt x="1071691" y="394272"/>
                  </a:lnTo>
                  <a:lnTo>
                    <a:pt x="1074154" y="394317"/>
                  </a:lnTo>
                  <a:lnTo>
                    <a:pt x="1076618" y="394360"/>
                  </a:lnTo>
                  <a:lnTo>
                    <a:pt x="1079082" y="394398"/>
                  </a:lnTo>
                  <a:lnTo>
                    <a:pt x="1081545" y="394433"/>
                  </a:lnTo>
                  <a:lnTo>
                    <a:pt x="1084009" y="394465"/>
                  </a:lnTo>
                  <a:lnTo>
                    <a:pt x="1086472" y="394494"/>
                  </a:lnTo>
                  <a:lnTo>
                    <a:pt x="1088936" y="394519"/>
                  </a:lnTo>
                  <a:lnTo>
                    <a:pt x="1091400" y="394541"/>
                  </a:lnTo>
                  <a:lnTo>
                    <a:pt x="1093863" y="394560"/>
                  </a:lnTo>
                  <a:lnTo>
                    <a:pt x="1096327" y="394577"/>
                  </a:lnTo>
                  <a:lnTo>
                    <a:pt x="1098791" y="394591"/>
                  </a:lnTo>
                  <a:lnTo>
                    <a:pt x="1101254" y="394604"/>
                  </a:lnTo>
                  <a:lnTo>
                    <a:pt x="1103718" y="394614"/>
                  </a:lnTo>
                  <a:lnTo>
                    <a:pt x="1106182" y="394623"/>
                  </a:lnTo>
                  <a:lnTo>
                    <a:pt x="1108645" y="394630"/>
                  </a:lnTo>
                  <a:lnTo>
                    <a:pt x="1111109" y="394636"/>
                  </a:lnTo>
                  <a:lnTo>
                    <a:pt x="1113573" y="394641"/>
                  </a:lnTo>
                  <a:lnTo>
                    <a:pt x="1116036" y="394646"/>
                  </a:lnTo>
                  <a:lnTo>
                    <a:pt x="1118500" y="394649"/>
                  </a:lnTo>
                  <a:lnTo>
                    <a:pt x="1120964" y="394652"/>
                  </a:lnTo>
                  <a:lnTo>
                    <a:pt x="1123427" y="394654"/>
                  </a:lnTo>
                  <a:lnTo>
                    <a:pt x="1125891" y="394656"/>
                  </a:lnTo>
                  <a:lnTo>
                    <a:pt x="1128355" y="394657"/>
                  </a:lnTo>
                  <a:lnTo>
                    <a:pt x="1130818" y="394658"/>
                  </a:lnTo>
                  <a:lnTo>
                    <a:pt x="1133282" y="394659"/>
                  </a:lnTo>
                  <a:lnTo>
                    <a:pt x="1135746" y="394659"/>
                  </a:lnTo>
                  <a:lnTo>
                    <a:pt x="1138209" y="394660"/>
                  </a:lnTo>
                  <a:lnTo>
                    <a:pt x="1140673" y="394660"/>
                  </a:lnTo>
                  <a:lnTo>
                    <a:pt x="1143137" y="394661"/>
                  </a:lnTo>
                  <a:lnTo>
                    <a:pt x="1145600" y="394661"/>
                  </a:lnTo>
                  <a:lnTo>
                    <a:pt x="1148064" y="394661"/>
                  </a:lnTo>
                  <a:lnTo>
                    <a:pt x="1150528" y="394661"/>
                  </a:lnTo>
                  <a:lnTo>
                    <a:pt x="1152991" y="394661"/>
                  </a:lnTo>
                  <a:lnTo>
                    <a:pt x="1155455" y="394661"/>
                  </a:lnTo>
                  <a:lnTo>
                    <a:pt x="1157919" y="394661"/>
                  </a:lnTo>
                  <a:lnTo>
                    <a:pt x="1160382" y="394661"/>
                  </a:lnTo>
                  <a:lnTo>
                    <a:pt x="1162846" y="394661"/>
                  </a:lnTo>
                  <a:lnTo>
                    <a:pt x="1165310" y="394661"/>
                  </a:lnTo>
                  <a:lnTo>
                    <a:pt x="1167773" y="394661"/>
                  </a:lnTo>
                  <a:lnTo>
                    <a:pt x="1170237" y="394661"/>
                  </a:lnTo>
                  <a:lnTo>
                    <a:pt x="1172701" y="394661"/>
                  </a:lnTo>
                  <a:lnTo>
                    <a:pt x="1175164" y="394661"/>
                  </a:lnTo>
                  <a:lnTo>
                    <a:pt x="1177628" y="394661"/>
                  </a:lnTo>
                  <a:lnTo>
                    <a:pt x="1180091" y="394661"/>
                  </a:lnTo>
                  <a:lnTo>
                    <a:pt x="1182555" y="394661"/>
                  </a:lnTo>
                  <a:lnTo>
                    <a:pt x="1185019" y="394661"/>
                  </a:lnTo>
                  <a:lnTo>
                    <a:pt x="1187482" y="394661"/>
                  </a:lnTo>
                  <a:lnTo>
                    <a:pt x="1189946" y="394661"/>
                  </a:lnTo>
                  <a:lnTo>
                    <a:pt x="1192410" y="394661"/>
                  </a:lnTo>
                  <a:lnTo>
                    <a:pt x="1194873" y="394661"/>
                  </a:lnTo>
                  <a:lnTo>
                    <a:pt x="1197337" y="394661"/>
                  </a:lnTo>
                  <a:lnTo>
                    <a:pt x="1199801" y="394661"/>
                  </a:lnTo>
                  <a:lnTo>
                    <a:pt x="1202264" y="394661"/>
                  </a:lnTo>
                  <a:lnTo>
                    <a:pt x="1204728" y="394661"/>
                  </a:lnTo>
                  <a:lnTo>
                    <a:pt x="1207192" y="394661"/>
                  </a:lnTo>
                  <a:lnTo>
                    <a:pt x="1209655" y="394661"/>
                  </a:lnTo>
                  <a:lnTo>
                    <a:pt x="1212119" y="394661"/>
                  </a:lnTo>
                  <a:lnTo>
                    <a:pt x="1214583" y="394661"/>
                  </a:lnTo>
                  <a:lnTo>
                    <a:pt x="1217046" y="394661"/>
                  </a:lnTo>
                  <a:lnTo>
                    <a:pt x="1219510" y="394661"/>
                  </a:lnTo>
                  <a:lnTo>
                    <a:pt x="1221974" y="394661"/>
                  </a:lnTo>
                  <a:lnTo>
                    <a:pt x="1224437" y="394661"/>
                  </a:lnTo>
                  <a:lnTo>
                    <a:pt x="1226901" y="394661"/>
                  </a:lnTo>
                  <a:lnTo>
                    <a:pt x="1229365" y="394661"/>
                  </a:lnTo>
                  <a:lnTo>
                    <a:pt x="1231828" y="394661"/>
                  </a:lnTo>
                  <a:lnTo>
                    <a:pt x="1234292" y="394661"/>
                  </a:lnTo>
                  <a:lnTo>
                    <a:pt x="1236756" y="394661"/>
                  </a:lnTo>
                  <a:lnTo>
                    <a:pt x="1239219" y="394661"/>
                  </a:lnTo>
                  <a:lnTo>
                    <a:pt x="1241683" y="394661"/>
                  </a:lnTo>
                  <a:lnTo>
                    <a:pt x="1244147" y="394661"/>
                  </a:lnTo>
                  <a:lnTo>
                    <a:pt x="1246610" y="394661"/>
                  </a:lnTo>
                  <a:lnTo>
                    <a:pt x="1249074" y="394661"/>
                  </a:lnTo>
                  <a:lnTo>
                    <a:pt x="1251538" y="394661"/>
                  </a:lnTo>
                  <a:lnTo>
                    <a:pt x="1254001" y="394661"/>
                  </a:lnTo>
                  <a:lnTo>
                    <a:pt x="1256465" y="394661"/>
                  </a:lnTo>
                  <a:lnTo>
                    <a:pt x="1258929" y="394661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8529616" y="1939716"/>
              <a:ext cx="1258929" cy="186070"/>
            </a:xfrm>
            <a:custGeom>
              <a:avLst/>
              <a:pathLst>
                <a:path w="1258929" h="186070">
                  <a:moveTo>
                    <a:pt x="0" y="185079"/>
                  </a:moveTo>
                  <a:lnTo>
                    <a:pt x="2463" y="184991"/>
                  </a:lnTo>
                  <a:lnTo>
                    <a:pt x="4927" y="184895"/>
                  </a:lnTo>
                  <a:lnTo>
                    <a:pt x="7390" y="184792"/>
                  </a:lnTo>
                  <a:lnTo>
                    <a:pt x="9854" y="184683"/>
                  </a:lnTo>
                  <a:lnTo>
                    <a:pt x="12318" y="184568"/>
                  </a:lnTo>
                  <a:lnTo>
                    <a:pt x="14781" y="184444"/>
                  </a:lnTo>
                  <a:lnTo>
                    <a:pt x="17245" y="184313"/>
                  </a:lnTo>
                  <a:lnTo>
                    <a:pt x="19709" y="184175"/>
                  </a:lnTo>
                  <a:lnTo>
                    <a:pt x="22172" y="184029"/>
                  </a:lnTo>
                  <a:lnTo>
                    <a:pt x="24636" y="183874"/>
                  </a:lnTo>
                  <a:lnTo>
                    <a:pt x="27100" y="183712"/>
                  </a:lnTo>
                  <a:lnTo>
                    <a:pt x="29563" y="183543"/>
                  </a:lnTo>
                  <a:lnTo>
                    <a:pt x="32027" y="183363"/>
                  </a:lnTo>
                  <a:lnTo>
                    <a:pt x="34491" y="183176"/>
                  </a:lnTo>
                  <a:lnTo>
                    <a:pt x="36954" y="182981"/>
                  </a:lnTo>
                  <a:lnTo>
                    <a:pt x="39418" y="182778"/>
                  </a:lnTo>
                  <a:lnTo>
                    <a:pt x="41882" y="182565"/>
                  </a:lnTo>
                  <a:lnTo>
                    <a:pt x="44345" y="182345"/>
                  </a:lnTo>
                  <a:lnTo>
                    <a:pt x="46809" y="182118"/>
                  </a:lnTo>
                  <a:lnTo>
                    <a:pt x="49273" y="181881"/>
                  </a:lnTo>
                  <a:lnTo>
                    <a:pt x="51736" y="181637"/>
                  </a:lnTo>
                  <a:lnTo>
                    <a:pt x="54200" y="181386"/>
                  </a:lnTo>
                  <a:lnTo>
                    <a:pt x="56664" y="181129"/>
                  </a:lnTo>
                  <a:lnTo>
                    <a:pt x="59127" y="180863"/>
                  </a:lnTo>
                  <a:lnTo>
                    <a:pt x="61591" y="180591"/>
                  </a:lnTo>
                  <a:lnTo>
                    <a:pt x="64055" y="180315"/>
                  </a:lnTo>
                  <a:lnTo>
                    <a:pt x="66518" y="180032"/>
                  </a:lnTo>
                  <a:lnTo>
                    <a:pt x="68982" y="179743"/>
                  </a:lnTo>
                  <a:lnTo>
                    <a:pt x="71446" y="179451"/>
                  </a:lnTo>
                  <a:lnTo>
                    <a:pt x="73909" y="179155"/>
                  </a:lnTo>
                  <a:lnTo>
                    <a:pt x="76373" y="178854"/>
                  </a:lnTo>
                  <a:lnTo>
                    <a:pt x="78837" y="178552"/>
                  </a:lnTo>
                  <a:lnTo>
                    <a:pt x="81300" y="178247"/>
                  </a:lnTo>
                  <a:lnTo>
                    <a:pt x="83764" y="177941"/>
                  </a:lnTo>
                  <a:lnTo>
                    <a:pt x="86228" y="177634"/>
                  </a:lnTo>
                  <a:lnTo>
                    <a:pt x="88691" y="177327"/>
                  </a:lnTo>
                  <a:lnTo>
                    <a:pt x="91155" y="177020"/>
                  </a:lnTo>
                  <a:lnTo>
                    <a:pt x="93618" y="176715"/>
                  </a:lnTo>
                  <a:lnTo>
                    <a:pt x="96082" y="176411"/>
                  </a:lnTo>
                  <a:lnTo>
                    <a:pt x="98546" y="176111"/>
                  </a:lnTo>
                  <a:lnTo>
                    <a:pt x="101009" y="175813"/>
                  </a:lnTo>
                  <a:lnTo>
                    <a:pt x="103473" y="175520"/>
                  </a:lnTo>
                  <a:lnTo>
                    <a:pt x="105937" y="175232"/>
                  </a:lnTo>
                  <a:lnTo>
                    <a:pt x="108400" y="174948"/>
                  </a:lnTo>
                  <a:lnTo>
                    <a:pt x="110864" y="174671"/>
                  </a:lnTo>
                  <a:lnTo>
                    <a:pt x="113328" y="174400"/>
                  </a:lnTo>
                  <a:lnTo>
                    <a:pt x="115791" y="174136"/>
                  </a:lnTo>
                  <a:lnTo>
                    <a:pt x="118255" y="173878"/>
                  </a:lnTo>
                  <a:lnTo>
                    <a:pt x="120719" y="173631"/>
                  </a:lnTo>
                  <a:lnTo>
                    <a:pt x="123182" y="173390"/>
                  </a:lnTo>
                  <a:lnTo>
                    <a:pt x="125646" y="173157"/>
                  </a:lnTo>
                  <a:lnTo>
                    <a:pt x="128110" y="172934"/>
                  </a:lnTo>
                  <a:lnTo>
                    <a:pt x="130573" y="172721"/>
                  </a:lnTo>
                  <a:lnTo>
                    <a:pt x="133037" y="172515"/>
                  </a:lnTo>
                  <a:lnTo>
                    <a:pt x="135501" y="172317"/>
                  </a:lnTo>
                  <a:lnTo>
                    <a:pt x="137964" y="172132"/>
                  </a:lnTo>
                  <a:lnTo>
                    <a:pt x="140428" y="171954"/>
                  </a:lnTo>
                  <a:lnTo>
                    <a:pt x="142892" y="171785"/>
                  </a:lnTo>
                  <a:lnTo>
                    <a:pt x="145355" y="171624"/>
                  </a:lnTo>
                  <a:lnTo>
                    <a:pt x="147819" y="171474"/>
                  </a:lnTo>
                  <a:lnTo>
                    <a:pt x="150283" y="171330"/>
                  </a:lnTo>
                  <a:lnTo>
                    <a:pt x="152746" y="171194"/>
                  </a:lnTo>
                  <a:lnTo>
                    <a:pt x="155210" y="171066"/>
                  </a:lnTo>
                  <a:lnTo>
                    <a:pt x="157674" y="170945"/>
                  </a:lnTo>
                  <a:lnTo>
                    <a:pt x="160137" y="170830"/>
                  </a:lnTo>
                  <a:lnTo>
                    <a:pt x="162601" y="170720"/>
                  </a:lnTo>
                  <a:lnTo>
                    <a:pt x="165065" y="170616"/>
                  </a:lnTo>
                  <a:lnTo>
                    <a:pt x="167528" y="170516"/>
                  </a:lnTo>
                  <a:lnTo>
                    <a:pt x="169992" y="170420"/>
                  </a:lnTo>
                  <a:lnTo>
                    <a:pt x="172456" y="170327"/>
                  </a:lnTo>
                  <a:lnTo>
                    <a:pt x="174919" y="170235"/>
                  </a:lnTo>
                  <a:lnTo>
                    <a:pt x="177383" y="170145"/>
                  </a:lnTo>
                  <a:lnTo>
                    <a:pt x="179847" y="170056"/>
                  </a:lnTo>
                  <a:lnTo>
                    <a:pt x="182310" y="169965"/>
                  </a:lnTo>
                  <a:lnTo>
                    <a:pt x="184774" y="169874"/>
                  </a:lnTo>
                  <a:lnTo>
                    <a:pt x="187237" y="169780"/>
                  </a:lnTo>
                  <a:lnTo>
                    <a:pt x="189701" y="169684"/>
                  </a:lnTo>
                  <a:lnTo>
                    <a:pt x="192165" y="169582"/>
                  </a:lnTo>
                  <a:lnTo>
                    <a:pt x="194628" y="169477"/>
                  </a:lnTo>
                  <a:lnTo>
                    <a:pt x="197092" y="169367"/>
                  </a:lnTo>
                  <a:lnTo>
                    <a:pt x="199556" y="169248"/>
                  </a:lnTo>
                  <a:lnTo>
                    <a:pt x="202019" y="169123"/>
                  </a:lnTo>
                  <a:lnTo>
                    <a:pt x="204483" y="168990"/>
                  </a:lnTo>
                  <a:lnTo>
                    <a:pt x="206947" y="168849"/>
                  </a:lnTo>
                  <a:lnTo>
                    <a:pt x="209410" y="168696"/>
                  </a:lnTo>
                  <a:lnTo>
                    <a:pt x="211874" y="168534"/>
                  </a:lnTo>
                  <a:lnTo>
                    <a:pt x="214338" y="168363"/>
                  </a:lnTo>
                  <a:lnTo>
                    <a:pt x="216801" y="168177"/>
                  </a:lnTo>
                  <a:lnTo>
                    <a:pt x="219265" y="167979"/>
                  </a:lnTo>
                  <a:lnTo>
                    <a:pt x="221729" y="167769"/>
                  </a:lnTo>
                  <a:lnTo>
                    <a:pt x="224192" y="167548"/>
                  </a:lnTo>
                  <a:lnTo>
                    <a:pt x="226656" y="167308"/>
                  </a:lnTo>
                  <a:lnTo>
                    <a:pt x="229120" y="167055"/>
                  </a:lnTo>
                  <a:lnTo>
                    <a:pt x="231583" y="166790"/>
                  </a:lnTo>
                  <a:lnTo>
                    <a:pt x="234047" y="166507"/>
                  </a:lnTo>
                  <a:lnTo>
                    <a:pt x="236511" y="166206"/>
                  </a:lnTo>
                  <a:lnTo>
                    <a:pt x="238974" y="165891"/>
                  </a:lnTo>
                  <a:lnTo>
                    <a:pt x="241438" y="165563"/>
                  </a:lnTo>
                  <a:lnTo>
                    <a:pt x="243902" y="165211"/>
                  </a:lnTo>
                  <a:lnTo>
                    <a:pt x="246365" y="164844"/>
                  </a:lnTo>
                  <a:lnTo>
                    <a:pt x="248829" y="164461"/>
                  </a:lnTo>
                  <a:lnTo>
                    <a:pt x="251293" y="164060"/>
                  </a:lnTo>
                  <a:lnTo>
                    <a:pt x="253756" y="163637"/>
                  </a:lnTo>
                  <a:lnTo>
                    <a:pt x="256220" y="163199"/>
                  </a:lnTo>
                  <a:lnTo>
                    <a:pt x="258684" y="162744"/>
                  </a:lnTo>
                  <a:lnTo>
                    <a:pt x="261147" y="162264"/>
                  </a:lnTo>
                  <a:lnTo>
                    <a:pt x="263611" y="161766"/>
                  </a:lnTo>
                  <a:lnTo>
                    <a:pt x="266075" y="161251"/>
                  </a:lnTo>
                  <a:lnTo>
                    <a:pt x="268538" y="160716"/>
                  </a:lnTo>
                  <a:lnTo>
                    <a:pt x="271002" y="160155"/>
                  </a:lnTo>
                  <a:lnTo>
                    <a:pt x="273465" y="159577"/>
                  </a:lnTo>
                  <a:lnTo>
                    <a:pt x="275929" y="158981"/>
                  </a:lnTo>
                  <a:lnTo>
                    <a:pt x="278393" y="158359"/>
                  </a:lnTo>
                  <a:lnTo>
                    <a:pt x="280856" y="157714"/>
                  </a:lnTo>
                  <a:lnTo>
                    <a:pt x="283320" y="157051"/>
                  </a:lnTo>
                  <a:lnTo>
                    <a:pt x="285784" y="156368"/>
                  </a:lnTo>
                  <a:lnTo>
                    <a:pt x="288247" y="155654"/>
                  </a:lnTo>
                  <a:lnTo>
                    <a:pt x="290711" y="154919"/>
                  </a:lnTo>
                  <a:lnTo>
                    <a:pt x="293175" y="154165"/>
                  </a:lnTo>
                  <a:lnTo>
                    <a:pt x="295638" y="153384"/>
                  </a:lnTo>
                  <a:lnTo>
                    <a:pt x="298102" y="152576"/>
                  </a:lnTo>
                  <a:lnTo>
                    <a:pt x="300566" y="151746"/>
                  </a:lnTo>
                  <a:lnTo>
                    <a:pt x="303029" y="150895"/>
                  </a:lnTo>
                  <a:lnTo>
                    <a:pt x="305493" y="150010"/>
                  </a:lnTo>
                  <a:lnTo>
                    <a:pt x="307957" y="149101"/>
                  </a:lnTo>
                  <a:lnTo>
                    <a:pt x="310420" y="148170"/>
                  </a:lnTo>
                  <a:lnTo>
                    <a:pt x="312884" y="147211"/>
                  </a:lnTo>
                  <a:lnTo>
                    <a:pt x="315348" y="146220"/>
                  </a:lnTo>
                  <a:lnTo>
                    <a:pt x="317811" y="145205"/>
                  </a:lnTo>
                  <a:lnTo>
                    <a:pt x="320275" y="144168"/>
                  </a:lnTo>
                  <a:lnTo>
                    <a:pt x="322739" y="143095"/>
                  </a:lnTo>
                  <a:lnTo>
                    <a:pt x="325202" y="141995"/>
                  </a:lnTo>
                  <a:lnTo>
                    <a:pt x="327666" y="140870"/>
                  </a:lnTo>
                  <a:lnTo>
                    <a:pt x="330130" y="139720"/>
                  </a:lnTo>
                  <a:lnTo>
                    <a:pt x="332593" y="138532"/>
                  </a:lnTo>
                  <a:lnTo>
                    <a:pt x="335057" y="137321"/>
                  </a:lnTo>
                  <a:lnTo>
                    <a:pt x="337521" y="136085"/>
                  </a:lnTo>
                  <a:lnTo>
                    <a:pt x="339984" y="134817"/>
                  </a:lnTo>
                  <a:lnTo>
                    <a:pt x="342448" y="133518"/>
                  </a:lnTo>
                  <a:lnTo>
                    <a:pt x="344912" y="132196"/>
                  </a:lnTo>
                  <a:lnTo>
                    <a:pt x="347375" y="130850"/>
                  </a:lnTo>
                  <a:lnTo>
                    <a:pt x="349839" y="129467"/>
                  </a:lnTo>
                  <a:lnTo>
                    <a:pt x="352303" y="128061"/>
                  </a:lnTo>
                  <a:lnTo>
                    <a:pt x="354766" y="126633"/>
                  </a:lnTo>
                  <a:lnTo>
                    <a:pt x="357230" y="125176"/>
                  </a:lnTo>
                  <a:lnTo>
                    <a:pt x="359694" y="123690"/>
                  </a:lnTo>
                  <a:lnTo>
                    <a:pt x="362157" y="122183"/>
                  </a:lnTo>
                  <a:lnTo>
                    <a:pt x="364621" y="120656"/>
                  </a:lnTo>
                  <a:lnTo>
                    <a:pt x="367084" y="119097"/>
                  </a:lnTo>
                  <a:lnTo>
                    <a:pt x="369548" y="117518"/>
                  </a:lnTo>
                  <a:lnTo>
                    <a:pt x="372012" y="115920"/>
                  </a:lnTo>
                  <a:lnTo>
                    <a:pt x="374475" y="114301"/>
                  </a:lnTo>
                  <a:lnTo>
                    <a:pt x="376939" y="112656"/>
                  </a:lnTo>
                  <a:lnTo>
                    <a:pt x="379403" y="110995"/>
                  </a:lnTo>
                  <a:lnTo>
                    <a:pt x="381866" y="109318"/>
                  </a:lnTo>
                  <a:lnTo>
                    <a:pt x="384330" y="107620"/>
                  </a:lnTo>
                  <a:lnTo>
                    <a:pt x="386794" y="105904"/>
                  </a:lnTo>
                  <a:lnTo>
                    <a:pt x="389257" y="104174"/>
                  </a:lnTo>
                  <a:lnTo>
                    <a:pt x="391721" y="102431"/>
                  </a:lnTo>
                  <a:lnTo>
                    <a:pt x="394185" y="100668"/>
                  </a:lnTo>
                  <a:lnTo>
                    <a:pt x="396648" y="98895"/>
                  </a:lnTo>
                  <a:lnTo>
                    <a:pt x="399112" y="97110"/>
                  </a:lnTo>
                  <a:lnTo>
                    <a:pt x="401576" y="95313"/>
                  </a:lnTo>
                  <a:lnTo>
                    <a:pt x="404039" y="93503"/>
                  </a:lnTo>
                  <a:lnTo>
                    <a:pt x="406503" y="91686"/>
                  </a:lnTo>
                  <a:lnTo>
                    <a:pt x="408967" y="89860"/>
                  </a:lnTo>
                  <a:lnTo>
                    <a:pt x="411430" y="88022"/>
                  </a:lnTo>
                  <a:lnTo>
                    <a:pt x="413894" y="86179"/>
                  </a:lnTo>
                  <a:lnTo>
                    <a:pt x="416358" y="84329"/>
                  </a:lnTo>
                  <a:lnTo>
                    <a:pt x="418821" y="82473"/>
                  </a:lnTo>
                  <a:lnTo>
                    <a:pt x="421285" y="80611"/>
                  </a:lnTo>
                  <a:lnTo>
                    <a:pt x="423749" y="78745"/>
                  </a:lnTo>
                  <a:lnTo>
                    <a:pt x="426212" y="76876"/>
                  </a:lnTo>
                  <a:lnTo>
                    <a:pt x="428676" y="75003"/>
                  </a:lnTo>
                  <a:lnTo>
                    <a:pt x="431140" y="73127"/>
                  </a:lnTo>
                  <a:lnTo>
                    <a:pt x="433603" y="71250"/>
                  </a:lnTo>
                  <a:lnTo>
                    <a:pt x="436067" y="69372"/>
                  </a:lnTo>
                  <a:lnTo>
                    <a:pt x="438531" y="67494"/>
                  </a:lnTo>
                  <a:lnTo>
                    <a:pt x="440994" y="65616"/>
                  </a:lnTo>
                  <a:lnTo>
                    <a:pt x="443458" y="63739"/>
                  </a:lnTo>
                  <a:lnTo>
                    <a:pt x="445922" y="61865"/>
                  </a:lnTo>
                  <a:lnTo>
                    <a:pt x="448385" y="59994"/>
                  </a:lnTo>
                  <a:lnTo>
                    <a:pt x="450849" y="58126"/>
                  </a:lnTo>
                  <a:lnTo>
                    <a:pt x="453312" y="56262"/>
                  </a:lnTo>
                  <a:lnTo>
                    <a:pt x="455776" y="54405"/>
                  </a:lnTo>
                  <a:lnTo>
                    <a:pt x="458240" y="52555"/>
                  </a:lnTo>
                  <a:lnTo>
                    <a:pt x="460703" y="50711"/>
                  </a:lnTo>
                  <a:lnTo>
                    <a:pt x="463167" y="48877"/>
                  </a:lnTo>
                  <a:lnTo>
                    <a:pt x="465631" y="47054"/>
                  </a:lnTo>
                  <a:lnTo>
                    <a:pt x="468094" y="45240"/>
                  </a:lnTo>
                  <a:lnTo>
                    <a:pt x="470558" y="43437"/>
                  </a:lnTo>
                  <a:lnTo>
                    <a:pt x="473022" y="41652"/>
                  </a:lnTo>
                  <a:lnTo>
                    <a:pt x="475485" y="39882"/>
                  </a:lnTo>
                  <a:lnTo>
                    <a:pt x="477949" y="38125"/>
                  </a:lnTo>
                  <a:lnTo>
                    <a:pt x="480413" y="36386"/>
                  </a:lnTo>
                  <a:lnTo>
                    <a:pt x="482876" y="34672"/>
                  </a:lnTo>
                  <a:lnTo>
                    <a:pt x="485340" y="32976"/>
                  </a:lnTo>
                  <a:lnTo>
                    <a:pt x="487804" y="31299"/>
                  </a:lnTo>
                  <a:lnTo>
                    <a:pt x="490267" y="29653"/>
                  </a:lnTo>
                  <a:lnTo>
                    <a:pt x="492731" y="28033"/>
                  </a:lnTo>
                  <a:lnTo>
                    <a:pt x="495195" y="26437"/>
                  </a:lnTo>
                  <a:lnTo>
                    <a:pt x="497658" y="24869"/>
                  </a:lnTo>
                  <a:lnTo>
                    <a:pt x="500122" y="23342"/>
                  </a:lnTo>
                  <a:lnTo>
                    <a:pt x="502586" y="21844"/>
                  </a:lnTo>
                  <a:lnTo>
                    <a:pt x="505049" y="20376"/>
                  </a:lnTo>
                  <a:lnTo>
                    <a:pt x="507513" y="18951"/>
                  </a:lnTo>
                  <a:lnTo>
                    <a:pt x="509977" y="17568"/>
                  </a:lnTo>
                  <a:lnTo>
                    <a:pt x="512440" y="16221"/>
                  </a:lnTo>
                  <a:lnTo>
                    <a:pt x="514904" y="14909"/>
                  </a:lnTo>
                  <a:lnTo>
                    <a:pt x="517368" y="13659"/>
                  </a:lnTo>
                  <a:lnTo>
                    <a:pt x="519831" y="12449"/>
                  </a:lnTo>
                  <a:lnTo>
                    <a:pt x="522295" y="11279"/>
                  </a:lnTo>
                  <a:lnTo>
                    <a:pt x="524759" y="10163"/>
                  </a:lnTo>
                  <a:lnTo>
                    <a:pt x="527222" y="9107"/>
                  </a:lnTo>
                  <a:lnTo>
                    <a:pt x="529686" y="8095"/>
                  </a:lnTo>
                  <a:lnTo>
                    <a:pt x="532150" y="7129"/>
                  </a:lnTo>
                  <a:lnTo>
                    <a:pt x="534613" y="6236"/>
                  </a:lnTo>
                  <a:lnTo>
                    <a:pt x="537077" y="5395"/>
                  </a:lnTo>
                  <a:lnTo>
                    <a:pt x="539541" y="4604"/>
                  </a:lnTo>
                  <a:lnTo>
                    <a:pt x="542004" y="3872"/>
                  </a:lnTo>
                  <a:lnTo>
                    <a:pt x="544468" y="3215"/>
                  </a:lnTo>
                  <a:lnTo>
                    <a:pt x="546931" y="2609"/>
                  </a:lnTo>
                  <a:lnTo>
                    <a:pt x="549395" y="2056"/>
                  </a:lnTo>
                  <a:lnTo>
                    <a:pt x="551859" y="1580"/>
                  </a:lnTo>
                  <a:lnTo>
                    <a:pt x="554322" y="1167"/>
                  </a:lnTo>
                  <a:lnTo>
                    <a:pt x="556786" y="809"/>
                  </a:lnTo>
                  <a:lnTo>
                    <a:pt x="559250" y="510"/>
                  </a:lnTo>
                  <a:lnTo>
                    <a:pt x="561713" y="295"/>
                  </a:lnTo>
                  <a:lnTo>
                    <a:pt x="564177" y="135"/>
                  </a:lnTo>
                  <a:lnTo>
                    <a:pt x="566641" y="30"/>
                  </a:lnTo>
                  <a:lnTo>
                    <a:pt x="569104" y="0"/>
                  </a:lnTo>
                  <a:lnTo>
                    <a:pt x="571568" y="39"/>
                  </a:lnTo>
                  <a:lnTo>
                    <a:pt x="574032" y="132"/>
                  </a:lnTo>
                  <a:lnTo>
                    <a:pt x="576495" y="280"/>
                  </a:lnTo>
                  <a:lnTo>
                    <a:pt x="578959" y="515"/>
                  </a:lnTo>
                  <a:lnTo>
                    <a:pt x="581423" y="804"/>
                  </a:lnTo>
                  <a:lnTo>
                    <a:pt x="583886" y="1146"/>
                  </a:lnTo>
                  <a:lnTo>
                    <a:pt x="586350" y="1553"/>
                  </a:lnTo>
                  <a:lnTo>
                    <a:pt x="588814" y="2031"/>
                  </a:lnTo>
                  <a:lnTo>
                    <a:pt x="591277" y="2560"/>
                  </a:lnTo>
                  <a:lnTo>
                    <a:pt x="593741" y="3138"/>
                  </a:lnTo>
                  <a:lnTo>
                    <a:pt x="596205" y="3791"/>
                  </a:lnTo>
                  <a:lnTo>
                    <a:pt x="598668" y="4497"/>
                  </a:lnTo>
                  <a:lnTo>
                    <a:pt x="601132" y="5250"/>
                  </a:lnTo>
                  <a:lnTo>
                    <a:pt x="603596" y="6057"/>
                  </a:lnTo>
                  <a:lnTo>
                    <a:pt x="606059" y="6929"/>
                  </a:lnTo>
                  <a:lnTo>
                    <a:pt x="608523" y="7846"/>
                  </a:lnTo>
                  <a:lnTo>
                    <a:pt x="610987" y="8805"/>
                  </a:lnTo>
                  <a:lnTo>
                    <a:pt x="613450" y="9822"/>
                  </a:lnTo>
                  <a:lnTo>
                    <a:pt x="615914" y="10888"/>
                  </a:lnTo>
                  <a:lnTo>
                    <a:pt x="618378" y="11993"/>
                  </a:lnTo>
                  <a:lnTo>
                    <a:pt x="620841" y="13138"/>
                  </a:lnTo>
                  <a:lnTo>
                    <a:pt x="623305" y="14340"/>
                  </a:lnTo>
                  <a:lnTo>
                    <a:pt x="625769" y="15576"/>
                  </a:lnTo>
                  <a:lnTo>
                    <a:pt x="628232" y="16847"/>
                  </a:lnTo>
                  <a:lnTo>
                    <a:pt x="630696" y="18160"/>
                  </a:lnTo>
                  <a:lnTo>
                    <a:pt x="633159" y="19513"/>
                  </a:lnTo>
                  <a:lnTo>
                    <a:pt x="635623" y="20896"/>
                  </a:lnTo>
                  <a:lnTo>
                    <a:pt x="638087" y="22308"/>
                  </a:lnTo>
                  <a:lnTo>
                    <a:pt x="640550" y="23763"/>
                  </a:lnTo>
                  <a:lnTo>
                    <a:pt x="643014" y="25244"/>
                  </a:lnTo>
                  <a:lnTo>
                    <a:pt x="645478" y="26749"/>
                  </a:lnTo>
                  <a:lnTo>
                    <a:pt x="647941" y="28284"/>
                  </a:lnTo>
                  <a:lnTo>
                    <a:pt x="650405" y="29848"/>
                  </a:lnTo>
                  <a:lnTo>
                    <a:pt x="652869" y="31434"/>
                  </a:lnTo>
                  <a:lnTo>
                    <a:pt x="655332" y="33039"/>
                  </a:lnTo>
                  <a:lnTo>
                    <a:pt x="657796" y="34671"/>
                  </a:lnTo>
                  <a:lnTo>
                    <a:pt x="660260" y="36323"/>
                  </a:lnTo>
                  <a:lnTo>
                    <a:pt x="662723" y="37991"/>
                  </a:lnTo>
                  <a:lnTo>
                    <a:pt x="665187" y="39676"/>
                  </a:lnTo>
                  <a:lnTo>
                    <a:pt x="667651" y="41383"/>
                  </a:lnTo>
                  <a:lnTo>
                    <a:pt x="670114" y="43102"/>
                  </a:lnTo>
                  <a:lnTo>
                    <a:pt x="672578" y="44833"/>
                  </a:lnTo>
                  <a:lnTo>
                    <a:pt x="675042" y="46580"/>
                  </a:lnTo>
                  <a:lnTo>
                    <a:pt x="677505" y="48340"/>
                  </a:lnTo>
                  <a:lnTo>
                    <a:pt x="679969" y="50109"/>
                  </a:lnTo>
                  <a:lnTo>
                    <a:pt x="682433" y="51888"/>
                  </a:lnTo>
                  <a:lnTo>
                    <a:pt x="684896" y="53679"/>
                  </a:lnTo>
                  <a:lnTo>
                    <a:pt x="687360" y="55477"/>
                  </a:lnTo>
                  <a:lnTo>
                    <a:pt x="689824" y="57282"/>
                  </a:lnTo>
                  <a:lnTo>
                    <a:pt x="692287" y="59095"/>
                  </a:lnTo>
                  <a:lnTo>
                    <a:pt x="694751" y="60915"/>
                  </a:lnTo>
                  <a:lnTo>
                    <a:pt x="697215" y="62740"/>
                  </a:lnTo>
                  <a:lnTo>
                    <a:pt x="699678" y="64569"/>
                  </a:lnTo>
                  <a:lnTo>
                    <a:pt x="702142" y="66404"/>
                  </a:lnTo>
                  <a:lnTo>
                    <a:pt x="704606" y="68243"/>
                  </a:lnTo>
                  <a:lnTo>
                    <a:pt x="707069" y="70084"/>
                  </a:lnTo>
                  <a:lnTo>
                    <a:pt x="709533" y="71929"/>
                  </a:lnTo>
                  <a:lnTo>
                    <a:pt x="711997" y="73776"/>
                  </a:lnTo>
                  <a:lnTo>
                    <a:pt x="714460" y="75625"/>
                  </a:lnTo>
                  <a:lnTo>
                    <a:pt x="716924" y="77475"/>
                  </a:lnTo>
                  <a:lnTo>
                    <a:pt x="719388" y="79326"/>
                  </a:lnTo>
                  <a:lnTo>
                    <a:pt x="721851" y="81178"/>
                  </a:lnTo>
                  <a:lnTo>
                    <a:pt x="724315" y="83030"/>
                  </a:lnTo>
                  <a:lnTo>
                    <a:pt x="726778" y="84881"/>
                  </a:lnTo>
                  <a:lnTo>
                    <a:pt x="729242" y="86731"/>
                  </a:lnTo>
                  <a:lnTo>
                    <a:pt x="731706" y="88580"/>
                  </a:lnTo>
                  <a:lnTo>
                    <a:pt x="734169" y="90427"/>
                  </a:lnTo>
                  <a:lnTo>
                    <a:pt x="736633" y="92271"/>
                  </a:lnTo>
                  <a:lnTo>
                    <a:pt x="739097" y="94112"/>
                  </a:lnTo>
                  <a:lnTo>
                    <a:pt x="741560" y="95950"/>
                  </a:lnTo>
                  <a:lnTo>
                    <a:pt x="744024" y="97784"/>
                  </a:lnTo>
                  <a:lnTo>
                    <a:pt x="746488" y="99611"/>
                  </a:lnTo>
                  <a:lnTo>
                    <a:pt x="748951" y="101434"/>
                  </a:lnTo>
                  <a:lnTo>
                    <a:pt x="751415" y="103251"/>
                  </a:lnTo>
                  <a:lnTo>
                    <a:pt x="753879" y="105061"/>
                  </a:lnTo>
                  <a:lnTo>
                    <a:pt x="756342" y="106861"/>
                  </a:lnTo>
                  <a:lnTo>
                    <a:pt x="758806" y="108655"/>
                  </a:lnTo>
                  <a:lnTo>
                    <a:pt x="761270" y="110440"/>
                  </a:lnTo>
                  <a:lnTo>
                    <a:pt x="763733" y="112212"/>
                  </a:lnTo>
                  <a:lnTo>
                    <a:pt x="766197" y="113974"/>
                  </a:lnTo>
                  <a:lnTo>
                    <a:pt x="768661" y="115725"/>
                  </a:lnTo>
                  <a:lnTo>
                    <a:pt x="771124" y="117464"/>
                  </a:lnTo>
                  <a:lnTo>
                    <a:pt x="773588" y="119185"/>
                  </a:lnTo>
                  <a:lnTo>
                    <a:pt x="776052" y="120893"/>
                  </a:lnTo>
                  <a:lnTo>
                    <a:pt x="778515" y="122588"/>
                  </a:lnTo>
                  <a:lnTo>
                    <a:pt x="780979" y="124263"/>
                  </a:lnTo>
                  <a:lnTo>
                    <a:pt x="783443" y="125919"/>
                  </a:lnTo>
                  <a:lnTo>
                    <a:pt x="785906" y="127559"/>
                  </a:lnTo>
                  <a:lnTo>
                    <a:pt x="788370" y="129182"/>
                  </a:lnTo>
                  <a:lnTo>
                    <a:pt x="790834" y="130777"/>
                  </a:lnTo>
                  <a:lnTo>
                    <a:pt x="793297" y="132354"/>
                  </a:lnTo>
                  <a:lnTo>
                    <a:pt x="795761" y="133912"/>
                  </a:lnTo>
                  <a:lnTo>
                    <a:pt x="798225" y="135443"/>
                  </a:lnTo>
                  <a:lnTo>
                    <a:pt x="800688" y="136948"/>
                  </a:lnTo>
                  <a:lnTo>
                    <a:pt x="803152" y="138431"/>
                  </a:lnTo>
                  <a:lnTo>
                    <a:pt x="805616" y="139892"/>
                  </a:lnTo>
                  <a:lnTo>
                    <a:pt x="808079" y="141318"/>
                  </a:lnTo>
                  <a:lnTo>
                    <a:pt x="810543" y="142720"/>
                  </a:lnTo>
                  <a:lnTo>
                    <a:pt x="813006" y="144098"/>
                  </a:lnTo>
                  <a:lnTo>
                    <a:pt x="815470" y="145447"/>
                  </a:lnTo>
                  <a:lnTo>
                    <a:pt x="817934" y="146761"/>
                  </a:lnTo>
                  <a:lnTo>
                    <a:pt x="820397" y="148051"/>
                  </a:lnTo>
                  <a:lnTo>
                    <a:pt x="822861" y="149315"/>
                  </a:lnTo>
                  <a:lnTo>
                    <a:pt x="825325" y="150542"/>
                  </a:lnTo>
                  <a:lnTo>
                    <a:pt x="827788" y="151740"/>
                  </a:lnTo>
                  <a:lnTo>
                    <a:pt x="830252" y="152912"/>
                  </a:lnTo>
                  <a:lnTo>
                    <a:pt x="832716" y="154054"/>
                  </a:lnTo>
                  <a:lnTo>
                    <a:pt x="835179" y="155158"/>
                  </a:lnTo>
                  <a:lnTo>
                    <a:pt x="837643" y="156237"/>
                  </a:lnTo>
                  <a:lnTo>
                    <a:pt x="840107" y="157289"/>
                  </a:lnTo>
                  <a:lnTo>
                    <a:pt x="842570" y="158306"/>
                  </a:lnTo>
                  <a:lnTo>
                    <a:pt x="845034" y="159291"/>
                  </a:lnTo>
                  <a:lnTo>
                    <a:pt x="847498" y="160252"/>
                  </a:lnTo>
                  <a:lnTo>
                    <a:pt x="849961" y="161186"/>
                  </a:lnTo>
                  <a:lnTo>
                    <a:pt x="852425" y="162082"/>
                  </a:lnTo>
                  <a:lnTo>
                    <a:pt x="854889" y="162953"/>
                  </a:lnTo>
                  <a:lnTo>
                    <a:pt x="857352" y="163800"/>
                  </a:lnTo>
                  <a:lnTo>
                    <a:pt x="859816" y="164617"/>
                  </a:lnTo>
                  <a:lnTo>
                    <a:pt x="862280" y="165403"/>
                  </a:lnTo>
                  <a:lnTo>
                    <a:pt x="864743" y="166167"/>
                  </a:lnTo>
                  <a:lnTo>
                    <a:pt x="867207" y="166909"/>
                  </a:lnTo>
                  <a:lnTo>
                    <a:pt x="869671" y="167618"/>
                  </a:lnTo>
                  <a:lnTo>
                    <a:pt x="872134" y="168304"/>
                  </a:lnTo>
                  <a:lnTo>
                    <a:pt x="874598" y="168971"/>
                  </a:lnTo>
                  <a:lnTo>
                    <a:pt x="877062" y="169613"/>
                  </a:lnTo>
                  <a:lnTo>
                    <a:pt x="879525" y="170228"/>
                  </a:lnTo>
                  <a:lnTo>
                    <a:pt x="881989" y="170825"/>
                  </a:lnTo>
                  <a:lnTo>
                    <a:pt x="884453" y="171404"/>
                  </a:lnTo>
                  <a:lnTo>
                    <a:pt x="886916" y="171958"/>
                  </a:lnTo>
                  <a:lnTo>
                    <a:pt x="889380" y="172492"/>
                  </a:lnTo>
                  <a:lnTo>
                    <a:pt x="891844" y="173010"/>
                  </a:lnTo>
                  <a:lnTo>
                    <a:pt x="894307" y="173511"/>
                  </a:lnTo>
                  <a:lnTo>
                    <a:pt x="896771" y="173989"/>
                  </a:lnTo>
                  <a:lnTo>
                    <a:pt x="899235" y="174453"/>
                  </a:lnTo>
                  <a:lnTo>
                    <a:pt x="901698" y="174903"/>
                  </a:lnTo>
                  <a:lnTo>
                    <a:pt x="904162" y="175335"/>
                  </a:lnTo>
                  <a:lnTo>
                    <a:pt x="906625" y="175750"/>
                  </a:lnTo>
                  <a:lnTo>
                    <a:pt x="909089" y="176154"/>
                  </a:lnTo>
                  <a:lnTo>
                    <a:pt x="911553" y="176545"/>
                  </a:lnTo>
                  <a:lnTo>
                    <a:pt x="914016" y="176918"/>
                  </a:lnTo>
                  <a:lnTo>
                    <a:pt x="916480" y="177280"/>
                  </a:lnTo>
                  <a:lnTo>
                    <a:pt x="918944" y="177631"/>
                  </a:lnTo>
                  <a:lnTo>
                    <a:pt x="921407" y="177970"/>
                  </a:lnTo>
                  <a:lnTo>
                    <a:pt x="923871" y="178295"/>
                  </a:lnTo>
                  <a:lnTo>
                    <a:pt x="926335" y="178611"/>
                  </a:lnTo>
                  <a:lnTo>
                    <a:pt x="928798" y="178918"/>
                  </a:lnTo>
                  <a:lnTo>
                    <a:pt x="931262" y="179211"/>
                  </a:lnTo>
                  <a:lnTo>
                    <a:pt x="933726" y="179495"/>
                  </a:lnTo>
                  <a:lnTo>
                    <a:pt x="936189" y="179772"/>
                  </a:lnTo>
                  <a:lnTo>
                    <a:pt x="938653" y="180039"/>
                  </a:lnTo>
                  <a:lnTo>
                    <a:pt x="941117" y="180295"/>
                  </a:lnTo>
                  <a:lnTo>
                    <a:pt x="943580" y="180543"/>
                  </a:lnTo>
                  <a:lnTo>
                    <a:pt x="946044" y="180785"/>
                  </a:lnTo>
                  <a:lnTo>
                    <a:pt x="948508" y="181016"/>
                  </a:lnTo>
                  <a:lnTo>
                    <a:pt x="950971" y="181240"/>
                  </a:lnTo>
                  <a:lnTo>
                    <a:pt x="953435" y="181457"/>
                  </a:lnTo>
                  <a:lnTo>
                    <a:pt x="955899" y="181668"/>
                  </a:lnTo>
                  <a:lnTo>
                    <a:pt x="958362" y="181868"/>
                  </a:lnTo>
                  <a:lnTo>
                    <a:pt x="960826" y="182063"/>
                  </a:lnTo>
                  <a:lnTo>
                    <a:pt x="963290" y="182252"/>
                  </a:lnTo>
                  <a:lnTo>
                    <a:pt x="965753" y="182434"/>
                  </a:lnTo>
                  <a:lnTo>
                    <a:pt x="968217" y="182608"/>
                  </a:lnTo>
                  <a:lnTo>
                    <a:pt x="970681" y="182777"/>
                  </a:lnTo>
                  <a:lnTo>
                    <a:pt x="973144" y="182941"/>
                  </a:lnTo>
                  <a:lnTo>
                    <a:pt x="975608" y="183096"/>
                  </a:lnTo>
                  <a:lnTo>
                    <a:pt x="978072" y="183246"/>
                  </a:lnTo>
                  <a:lnTo>
                    <a:pt x="980535" y="183392"/>
                  </a:lnTo>
                  <a:lnTo>
                    <a:pt x="982999" y="183531"/>
                  </a:lnTo>
                  <a:lnTo>
                    <a:pt x="985463" y="183664"/>
                  </a:lnTo>
                  <a:lnTo>
                    <a:pt x="987926" y="183792"/>
                  </a:lnTo>
                  <a:lnTo>
                    <a:pt x="990390" y="183916"/>
                  </a:lnTo>
                  <a:lnTo>
                    <a:pt x="992853" y="184034"/>
                  </a:lnTo>
                  <a:lnTo>
                    <a:pt x="995317" y="184147"/>
                  </a:lnTo>
                  <a:lnTo>
                    <a:pt x="997781" y="184255"/>
                  </a:lnTo>
                  <a:lnTo>
                    <a:pt x="1000244" y="184359"/>
                  </a:lnTo>
                  <a:lnTo>
                    <a:pt x="1002708" y="184458"/>
                  </a:lnTo>
                  <a:lnTo>
                    <a:pt x="1005172" y="184552"/>
                  </a:lnTo>
                  <a:lnTo>
                    <a:pt x="1007635" y="184643"/>
                  </a:lnTo>
                  <a:lnTo>
                    <a:pt x="1010099" y="184729"/>
                  </a:lnTo>
                  <a:lnTo>
                    <a:pt x="1012563" y="184810"/>
                  </a:lnTo>
                  <a:lnTo>
                    <a:pt x="1015026" y="184889"/>
                  </a:lnTo>
                  <a:lnTo>
                    <a:pt x="1017490" y="184963"/>
                  </a:lnTo>
                  <a:lnTo>
                    <a:pt x="1019954" y="185033"/>
                  </a:lnTo>
                  <a:lnTo>
                    <a:pt x="1022417" y="185100"/>
                  </a:lnTo>
                  <a:lnTo>
                    <a:pt x="1024881" y="185164"/>
                  </a:lnTo>
                  <a:lnTo>
                    <a:pt x="1027345" y="185224"/>
                  </a:lnTo>
                  <a:lnTo>
                    <a:pt x="1029808" y="185280"/>
                  </a:lnTo>
                  <a:lnTo>
                    <a:pt x="1032272" y="185334"/>
                  </a:lnTo>
                  <a:lnTo>
                    <a:pt x="1034736" y="185386"/>
                  </a:lnTo>
                  <a:lnTo>
                    <a:pt x="1037199" y="185433"/>
                  </a:lnTo>
                  <a:lnTo>
                    <a:pt x="1039663" y="185478"/>
                  </a:lnTo>
                  <a:lnTo>
                    <a:pt x="1042127" y="185521"/>
                  </a:lnTo>
                  <a:lnTo>
                    <a:pt x="1044590" y="185561"/>
                  </a:lnTo>
                  <a:lnTo>
                    <a:pt x="1047054" y="185598"/>
                  </a:lnTo>
                  <a:lnTo>
                    <a:pt x="1049518" y="185634"/>
                  </a:lnTo>
                  <a:lnTo>
                    <a:pt x="1051981" y="185667"/>
                  </a:lnTo>
                  <a:lnTo>
                    <a:pt x="1054445" y="185698"/>
                  </a:lnTo>
                  <a:lnTo>
                    <a:pt x="1056909" y="185727"/>
                  </a:lnTo>
                  <a:lnTo>
                    <a:pt x="1059372" y="185754"/>
                  </a:lnTo>
                  <a:lnTo>
                    <a:pt x="1061836" y="185779"/>
                  </a:lnTo>
                  <a:lnTo>
                    <a:pt x="1064300" y="185803"/>
                  </a:lnTo>
                  <a:lnTo>
                    <a:pt x="1066763" y="185825"/>
                  </a:lnTo>
                  <a:lnTo>
                    <a:pt x="1069227" y="185845"/>
                  </a:lnTo>
                  <a:lnTo>
                    <a:pt x="1071691" y="185864"/>
                  </a:lnTo>
                  <a:lnTo>
                    <a:pt x="1074154" y="185881"/>
                  </a:lnTo>
                  <a:lnTo>
                    <a:pt x="1076618" y="185898"/>
                  </a:lnTo>
                  <a:lnTo>
                    <a:pt x="1079082" y="185913"/>
                  </a:lnTo>
                  <a:lnTo>
                    <a:pt x="1081545" y="185927"/>
                  </a:lnTo>
                  <a:lnTo>
                    <a:pt x="1084009" y="185939"/>
                  </a:lnTo>
                  <a:lnTo>
                    <a:pt x="1086472" y="185951"/>
                  </a:lnTo>
                  <a:lnTo>
                    <a:pt x="1088936" y="185962"/>
                  </a:lnTo>
                  <a:lnTo>
                    <a:pt x="1091400" y="185972"/>
                  </a:lnTo>
                  <a:lnTo>
                    <a:pt x="1093863" y="185981"/>
                  </a:lnTo>
                  <a:lnTo>
                    <a:pt x="1096327" y="185990"/>
                  </a:lnTo>
                  <a:lnTo>
                    <a:pt x="1098791" y="185998"/>
                  </a:lnTo>
                  <a:lnTo>
                    <a:pt x="1101254" y="186005"/>
                  </a:lnTo>
                  <a:lnTo>
                    <a:pt x="1103718" y="186011"/>
                  </a:lnTo>
                  <a:lnTo>
                    <a:pt x="1106182" y="186017"/>
                  </a:lnTo>
                  <a:lnTo>
                    <a:pt x="1108645" y="186022"/>
                  </a:lnTo>
                  <a:lnTo>
                    <a:pt x="1111109" y="186027"/>
                  </a:lnTo>
                  <a:lnTo>
                    <a:pt x="1113573" y="186032"/>
                  </a:lnTo>
                  <a:lnTo>
                    <a:pt x="1116036" y="186036"/>
                  </a:lnTo>
                  <a:lnTo>
                    <a:pt x="1118500" y="186039"/>
                  </a:lnTo>
                  <a:lnTo>
                    <a:pt x="1120964" y="186043"/>
                  </a:lnTo>
                  <a:lnTo>
                    <a:pt x="1123427" y="186046"/>
                  </a:lnTo>
                  <a:lnTo>
                    <a:pt x="1125891" y="186048"/>
                  </a:lnTo>
                  <a:lnTo>
                    <a:pt x="1128355" y="186051"/>
                  </a:lnTo>
                  <a:lnTo>
                    <a:pt x="1130818" y="186053"/>
                  </a:lnTo>
                  <a:lnTo>
                    <a:pt x="1133282" y="186055"/>
                  </a:lnTo>
                  <a:lnTo>
                    <a:pt x="1135746" y="186056"/>
                  </a:lnTo>
                  <a:lnTo>
                    <a:pt x="1138209" y="186058"/>
                  </a:lnTo>
                  <a:lnTo>
                    <a:pt x="1140673" y="186059"/>
                  </a:lnTo>
                  <a:lnTo>
                    <a:pt x="1143137" y="186061"/>
                  </a:lnTo>
                  <a:lnTo>
                    <a:pt x="1145600" y="186062"/>
                  </a:lnTo>
                  <a:lnTo>
                    <a:pt x="1148064" y="186063"/>
                  </a:lnTo>
                  <a:lnTo>
                    <a:pt x="1150528" y="186064"/>
                  </a:lnTo>
                  <a:lnTo>
                    <a:pt x="1152991" y="186064"/>
                  </a:lnTo>
                  <a:lnTo>
                    <a:pt x="1155455" y="186065"/>
                  </a:lnTo>
                  <a:lnTo>
                    <a:pt x="1157919" y="186066"/>
                  </a:lnTo>
                  <a:lnTo>
                    <a:pt x="1160382" y="186066"/>
                  </a:lnTo>
                  <a:lnTo>
                    <a:pt x="1162846" y="186067"/>
                  </a:lnTo>
                  <a:lnTo>
                    <a:pt x="1165310" y="186067"/>
                  </a:lnTo>
                  <a:lnTo>
                    <a:pt x="1167773" y="186068"/>
                  </a:lnTo>
                  <a:lnTo>
                    <a:pt x="1170237" y="186068"/>
                  </a:lnTo>
                  <a:lnTo>
                    <a:pt x="1172701" y="186068"/>
                  </a:lnTo>
                  <a:lnTo>
                    <a:pt x="1175164" y="186068"/>
                  </a:lnTo>
                  <a:lnTo>
                    <a:pt x="1177628" y="186069"/>
                  </a:lnTo>
                  <a:lnTo>
                    <a:pt x="1180091" y="186069"/>
                  </a:lnTo>
                  <a:lnTo>
                    <a:pt x="1182555" y="186069"/>
                  </a:lnTo>
                  <a:lnTo>
                    <a:pt x="1185019" y="186069"/>
                  </a:lnTo>
                  <a:lnTo>
                    <a:pt x="1187482" y="186069"/>
                  </a:lnTo>
                  <a:lnTo>
                    <a:pt x="1189946" y="186069"/>
                  </a:lnTo>
                  <a:lnTo>
                    <a:pt x="1192410" y="186069"/>
                  </a:lnTo>
                  <a:lnTo>
                    <a:pt x="1194873" y="186070"/>
                  </a:lnTo>
                  <a:lnTo>
                    <a:pt x="1197337" y="186070"/>
                  </a:lnTo>
                  <a:lnTo>
                    <a:pt x="1199801" y="186070"/>
                  </a:lnTo>
                  <a:lnTo>
                    <a:pt x="1202264" y="186070"/>
                  </a:lnTo>
                  <a:lnTo>
                    <a:pt x="1204728" y="186070"/>
                  </a:lnTo>
                  <a:lnTo>
                    <a:pt x="1207192" y="186070"/>
                  </a:lnTo>
                  <a:lnTo>
                    <a:pt x="1209655" y="186070"/>
                  </a:lnTo>
                  <a:lnTo>
                    <a:pt x="1212119" y="186070"/>
                  </a:lnTo>
                  <a:lnTo>
                    <a:pt x="1214583" y="186070"/>
                  </a:lnTo>
                  <a:lnTo>
                    <a:pt x="1217046" y="186070"/>
                  </a:lnTo>
                  <a:lnTo>
                    <a:pt x="1219510" y="186070"/>
                  </a:lnTo>
                  <a:lnTo>
                    <a:pt x="1221974" y="186070"/>
                  </a:lnTo>
                  <a:lnTo>
                    <a:pt x="1224437" y="186070"/>
                  </a:lnTo>
                  <a:lnTo>
                    <a:pt x="1226901" y="186070"/>
                  </a:lnTo>
                  <a:lnTo>
                    <a:pt x="1229365" y="186070"/>
                  </a:lnTo>
                  <a:lnTo>
                    <a:pt x="1231828" y="186070"/>
                  </a:lnTo>
                  <a:lnTo>
                    <a:pt x="1234292" y="186070"/>
                  </a:lnTo>
                  <a:lnTo>
                    <a:pt x="1236756" y="186070"/>
                  </a:lnTo>
                  <a:lnTo>
                    <a:pt x="1239219" y="186070"/>
                  </a:lnTo>
                  <a:lnTo>
                    <a:pt x="1241683" y="186070"/>
                  </a:lnTo>
                  <a:lnTo>
                    <a:pt x="1244147" y="186070"/>
                  </a:lnTo>
                  <a:lnTo>
                    <a:pt x="1246610" y="186070"/>
                  </a:lnTo>
                  <a:lnTo>
                    <a:pt x="1249074" y="186070"/>
                  </a:lnTo>
                  <a:lnTo>
                    <a:pt x="1251538" y="186070"/>
                  </a:lnTo>
                  <a:lnTo>
                    <a:pt x="1254001" y="186070"/>
                  </a:lnTo>
                  <a:lnTo>
                    <a:pt x="1256465" y="186070"/>
                  </a:lnTo>
                  <a:lnTo>
                    <a:pt x="1258929" y="186070"/>
                  </a:lnTo>
                  <a:lnTo>
                    <a:pt x="1256465" y="186070"/>
                  </a:lnTo>
                  <a:lnTo>
                    <a:pt x="1254001" y="186070"/>
                  </a:lnTo>
                  <a:lnTo>
                    <a:pt x="1251538" y="186070"/>
                  </a:lnTo>
                  <a:lnTo>
                    <a:pt x="1249074" y="186070"/>
                  </a:lnTo>
                  <a:lnTo>
                    <a:pt x="1246610" y="186070"/>
                  </a:lnTo>
                  <a:lnTo>
                    <a:pt x="1244147" y="186070"/>
                  </a:lnTo>
                  <a:lnTo>
                    <a:pt x="1241683" y="186070"/>
                  </a:lnTo>
                  <a:lnTo>
                    <a:pt x="1239219" y="186070"/>
                  </a:lnTo>
                  <a:lnTo>
                    <a:pt x="1236756" y="186070"/>
                  </a:lnTo>
                  <a:lnTo>
                    <a:pt x="1234292" y="186070"/>
                  </a:lnTo>
                  <a:lnTo>
                    <a:pt x="1231828" y="186070"/>
                  </a:lnTo>
                  <a:lnTo>
                    <a:pt x="1229365" y="186070"/>
                  </a:lnTo>
                  <a:lnTo>
                    <a:pt x="1226901" y="186070"/>
                  </a:lnTo>
                  <a:lnTo>
                    <a:pt x="1224437" y="186070"/>
                  </a:lnTo>
                  <a:lnTo>
                    <a:pt x="1221974" y="186070"/>
                  </a:lnTo>
                  <a:lnTo>
                    <a:pt x="1219510" y="186070"/>
                  </a:lnTo>
                  <a:lnTo>
                    <a:pt x="1217046" y="186070"/>
                  </a:lnTo>
                  <a:lnTo>
                    <a:pt x="1214583" y="186070"/>
                  </a:lnTo>
                  <a:lnTo>
                    <a:pt x="1212119" y="186070"/>
                  </a:lnTo>
                  <a:lnTo>
                    <a:pt x="1209655" y="186070"/>
                  </a:lnTo>
                  <a:lnTo>
                    <a:pt x="1207192" y="186070"/>
                  </a:lnTo>
                  <a:lnTo>
                    <a:pt x="1204728" y="186070"/>
                  </a:lnTo>
                  <a:lnTo>
                    <a:pt x="1202264" y="186070"/>
                  </a:lnTo>
                  <a:lnTo>
                    <a:pt x="1199801" y="186070"/>
                  </a:lnTo>
                  <a:lnTo>
                    <a:pt x="1197337" y="186070"/>
                  </a:lnTo>
                  <a:lnTo>
                    <a:pt x="1194873" y="186070"/>
                  </a:lnTo>
                  <a:lnTo>
                    <a:pt x="1192410" y="186070"/>
                  </a:lnTo>
                  <a:lnTo>
                    <a:pt x="1189946" y="186070"/>
                  </a:lnTo>
                  <a:lnTo>
                    <a:pt x="1187482" y="186070"/>
                  </a:lnTo>
                  <a:lnTo>
                    <a:pt x="1185019" y="186070"/>
                  </a:lnTo>
                  <a:lnTo>
                    <a:pt x="1182555" y="186070"/>
                  </a:lnTo>
                  <a:lnTo>
                    <a:pt x="1180091" y="186070"/>
                  </a:lnTo>
                  <a:lnTo>
                    <a:pt x="1177628" y="186070"/>
                  </a:lnTo>
                  <a:lnTo>
                    <a:pt x="1175164" y="186070"/>
                  </a:lnTo>
                  <a:lnTo>
                    <a:pt x="1172701" y="186070"/>
                  </a:lnTo>
                  <a:lnTo>
                    <a:pt x="1170237" y="186070"/>
                  </a:lnTo>
                  <a:lnTo>
                    <a:pt x="1167773" y="186070"/>
                  </a:lnTo>
                  <a:lnTo>
                    <a:pt x="1165310" y="186070"/>
                  </a:lnTo>
                  <a:lnTo>
                    <a:pt x="1162846" y="186070"/>
                  </a:lnTo>
                  <a:lnTo>
                    <a:pt x="1160382" y="186070"/>
                  </a:lnTo>
                  <a:lnTo>
                    <a:pt x="1157919" y="186070"/>
                  </a:lnTo>
                  <a:lnTo>
                    <a:pt x="1155455" y="186070"/>
                  </a:lnTo>
                  <a:lnTo>
                    <a:pt x="1152991" y="186070"/>
                  </a:lnTo>
                  <a:lnTo>
                    <a:pt x="1150528" y="186070"/>
                  </a:lnTo>
                  <a:lnTo>
                    <a:pt x="1148064" y="186070"/>
                  </a:lnTo>
                  <a:lnTo>
                    <a:pt x="1145600" y="186070"/>
                  </a:lnTo>
                  <a:lnTo>
                    <a:pt x="1143137" y="186070"/>
                  </a:lnTo>
                  <a:lnTo>
                    <a:pt x="1140673" y="186070"/>
                  </a:lnTo>
                  <a:lnTo>
                    <a:pt x="1138209" y="186070"/>
                  </a:lnTo>
                  <a:lnTo>
                    <a:pt x="1135746" y="186070"/>
                  </a:lnTo>
                  <a:lnTo>
                    <a:pt x="1133282" y="186070"/>
                  </a:lnTo>
                  <a:lnTo>
                    <a:pt x="1130818" y="186070"/>
                  </a:lnTo>
                  <a:lnTo>
                    <a:pt x="1128355" y="186070"/>
                  </a:lnTo>
                  <a:lnTo>
                    <a:pt x="1125891" y="186070"/>
                  </a:lnTo>
                  <a:lnTo>
                    <a:pt x="1123427" y="186070"/>
                  </a:lnTo>
                  <a:lnTo>
                    <a:pt x="1120964" y="186070"/>
                  </a:lnTo>
                  <a:lnTo>
                    <a:pt x="1118500" y="186070"/>
                  </a:lnTo>
                  <a:lnTo>
                    <a:pt x="1116036" y="186070"/>
                  </a:lnTo>
                  <a:lnTo>
                    <a:pt x="1113573" y="186070"/>
                  </a:lnTo>
                  <a:lnTo>
                    <a:pt x="1111109" y="186070"/>
                  </a:lnTo>
                  <a:lnTo>
                    <a:pt x="1108645" y="186070"/>
                  </a:lnTo>
                  <a:lnTo>
                    <a:pt x="1106182" y="186070"/>
                  </a:lnTo>
                  <a:lnTo>
                    <a:pt x="1103718" y="186070"/>
                  </a:lnTo>
                  <a:lnTo>
                    <a:pt x="1101254" y="186070"/>
                  </a:lnTo>
                  <a:lnTo>
                    <a:pt x="1098791" y="186070"/>
                  </a:lnTo>
                  <a:lnTo>
                    <a:pt x="1096327" y="186070"/>
                  </a:lnTo>
                  <a:lnTo>
                    <a:pt x="1093863" y="186070"/>
                  </a:lnTo>
                  <a:lnTo>
                    <a:pt x="1091400" y="186070"/>
                  </a:lnTo>
                  <a:lnTo>
                    <a:pt x="1088936" y="186070"/>
                  </a:lnTo>
                  <a:lnTo>
                    <a:pt x="1086472" y="186070"/>
                  </a:lnTo>
                  <a:lnTo>
                    <a:pt x="1084009" y="186070"/>
                  </a:lnTo>
                  <a:lnTo>
                    <a:pt x="1081545" y="186070"/>
                  </a:lnTo>
                  <a:lnTo>
                    <a:pt x="1079082" y="186070"/>
                  </a:lnTo>
                  <a:lnTo>
                    <a:pt x="1076618" y="186070"/>
                  </a:lnTo>
                  <a:lnTo>
                    <a:pt x="1074154" y="186070"/>
                  </a:lnTo>
                  <a:lnTo>
                    <a:pt x="1071691" y="186070"/>
                  </a:lnTo>
                  <a:lnTo>
                    <a:pt x="1069227" y="186070"/>
                  </a:lnTo>
                  <a:lnTo>
                    <a:pt x="1066763" y="186070"/>
                  </a:lnTo>
                  <a:lnTo>
                    <a:pt x="1064300" y="186070"/>
                  </a:lnTo>
                  <a:lnTo>
                    <a:pt x="1061836" y="186070"/>
                  </a:lnTo>
                  <a:lnTo>
                    <a:pt x="1059372" y="186070"/>
                  </a:lnTo>
                  <a:lnTo>
                    <a:pt x="1056909" y="186070"/>
                  </a:lnTo>
                  <a:lnTo>
                    <a:pt x="1054445" y="186070"/>
                  </a:lnTo>
                  <a:lnTo>
                    <a:pt x="1051981" y="186070"/>
                  </a:lnTo>
                  <a:lnTo>
                    <a:pt x="1049518" y="186070"/>
                  </a:lnTo>
                  <a:lnTo>
                    <a:pt x="1047054" y="186070"/>
                  </a:lnTo>
                  <a:lnTo>
                    <a:pt x="1044590" y="186070"/>
                  </a:lnTo>
                  <a:lnTo>
                    <a:pt x="1042127" y="186070"/>
                  </a:lnTo>
                  <a:lnTo>
                    <a:pt x="1039663" y="186070"/>
                  </a:lnTo>
                  <a:lnTo>
                    <a:pt x="1037199" y="186070"/>
                  </a:lnTo>
                  <a:lnTo>
                    <a:pt x="1034736" y="186070"/>
                  </a:lnTo>
                  <a:lnTo>
                    <a:pt x="1032272" y="186070"/>
                  </a:lnTo>
                  <a:lnTo>
                    <a:pt x="1029808" y="186070"/>
                  </a:lnTo>
                  <a:lnTo>
                    <a:pt x="1027345" y="186070"/>
                  </a:lnTo>
                  <a:lnTo>
                    <a:pt x="1024881" y="186070"/>
                  </a:lnTo>
                  <a:lnTo>
                    <a:pt x="1022417" y="186070"/>
                  </a:lnTo>
                  <a:lnTo>
                    <a:pt x="1019954" y="186070"/>
                  </a:lnTo>
                  <a:lnTo>
                    <a:pt x="1017490" y="186070"/>
                  </a:lnTo>
                  <a:lnTo>
                    <a:pt x="1015026" y="186070"/>
                  </a:lnTo>
                  <a:lnTo>
                    <a:pt x="1012563" y="186070"/>
                  </a:lnTo>
                  <a:lnTo>
                    <a:pt x="1010099" y="186070"/>
                  </a:lnTo>
                  <a:lnTo>
                    <a:pt x="1007635" y="186070"/>
                  </a:lnTo>
                  <a:lnTo>
                    <a:pt x="1005172" y="186070"/>
                  </a:lnTo>
                  <a:lnTo>
                    <a:pt x="1002708" y="186070"/>
                  </a:lnTo>
                  <a:lnTo>
                    <a:pt x="1000244" y="186070"/>
                  </a:lnTo>
                  <a:lnTo>
                    <a:pt x="997781" y="186070"/>
                  </a:lnTo>
                  <a:lnTo>
                    <a:pt x="995317" y="186070"/>
                  </a:lnTo>
                  <a:lnTo>
                    <a:pt x="992853" y="186070"/>
                  </a:lnTo>
                  <a:lnTo>
                    <a:pt x="990390" y="186070"/>
                  </a:lnTo>
                  <a:lnTo>
                    <a:pt x="987926" y="186070"/>
                  </a:lnTo>
                  <a:lnTo>
                    <a:pt x="985463" y="186070"/>
                  </a:lnTo>
                  <a:lnTo>
                    <a:pt x="982999" y="186070"/>
                  </a:lnTo>
                  <a:lnTo>
                    <a:pt x="980535" y="186070"/>
                  </a:lnTo>
                  <a:lnTo>
                    <a:pt x="978072" y="186070"/>
                  </a:lnTo>
                  <a:lnTo>
                    <a:pt x="975608" y="186070"/>
                  </a:lnTo>
                  <a:lnTo>
                    <a:pt x="973144" y="186070"/>
                  </a:lnTo>
                  <a:lnTo>
                    <a:pt x="970681" y="186070"/>
                  </a:lnTo>
                  <a:lnTo>
                    <a:pt x="968217" y="186070"/>
                  </a:lnTo>
                  <a:lnTo>
                    <a:pt x="965753" y="186070"/>
                  </a:lnTo>
                  <a:lnTo>
                    <a:pt x="963290" y="186070"/>
                  </a:lnTo>
                  <a:lnTo>
                    <a:pt x="960826" y="186070"/>
                  </a:lnTo>
                  <a:lnTo>
                    <a:pt x="958362" y="186070"/>
                  </a:lnTo>
                  <a:lnTo>
                    <a:pt x="955899" y="186070"/>
                  </a:lnTo>
                  <a:lnTo>
                    <a:pt x="953435" y="186070"/>
                  </a:lnTo>
                  <a:lnTo>
                    <a:pt x="950971" y="186070"/>
                  </a:lnTo>
                  <a:lnTo>
                    <a:pt x="948508" y="186070"/>
                  </a:lnTo>
                  <a:lnTo>
                    <a:pt x="946044" y="186070"/>
                  </a:lnTo>
                  <a:lnTo>
                    <a:pt x="943580" y="186070"/>
                  </a:lnTo>
                  <a:lnTo>
                    <a:pt x="941117" y="186070"/>
                  </a:lnTo>
                  <a:lnTo>
                    <a:pt x="938653" y="186070"/>
                  </a:lnTo>
                  <a:lnTo>
                    <a:pt x="936189" y="186070"/>
                  </a:lnTo>
                  <a:lnTo>
                    <a:pt x="933726" y="186070"/>
                  </a:lnTo>
                  <a:lnTo>
                    <a:pt x="931262" y="186070"/>
                  </a:lnTo>
                  <a:lnTo>
                    <a:pt x="928798" y="186070"/>
                  </a:lnTo>
                  <a:lnTo>
                    <a:pt x="926335" y="186070"/>
                  </a:lnTo>
                  <a:lnTo>
                    <a:pt x="923871" y="186070"/>
                  </a:lnTo>
                  <a:lnTo>
                    <a:pt x="921407" y="186070"/>
                  </a:lnTo>
                  <a:lnTo>
                    <a:pt x="918944" y="186070"/>
                  </a:lnTo>
                  <a:lnTo>
                    <a:pt x="916480" y="186070"/>
                  </a:lnTo>
                  <a:lnTo>
                    <a:pt x="914016" y="186070"/>
                  </a:lnTo>
                  <a:lnTo>
                    <a:pt x="911553" y="186070"/>
                  </a:lnTo>
                  <a:lnTo>
                    <a:pt x="909089" y="186070"/>
                  </a:lnTo>
                  <a:lnTo>
                    <a:pt x="906625" y="186070"/>
                  </a:lnTo>
                  <a:lnTo>
                    <a:pt x="904162" y="186070"/>
                  </a:lnTo>
                  <a:lnTo>
                    <a:pt x="901698" y="186070"/>
                  </a:lnTo>
                  <a:lnTo>
                    <a:pt x="899235" y="186070"/>
                  </a:lnTo>
                  <a:lnTo>
                    <a:pt x="896771" y="186070"/>
                  </a:lnTo>
                  <a:lnTo>
                    <a:pt x="894307" y="186070"/>
                  </a:lnTo>
                  <a:lnTo>
                    <a:pt x="891844" y="186070"/>
                  </a:lnTo>
                  <a:lnTo>
                    <a:pt x="889380" y="186070"/>
                  </a:lnTo>
                  <a:lnTo>
                    <a:pt x="886916" y="186070"/>
                  </a:lnTo>
                  <a:lnTo>
                    <a:pt x="884453" y="186070"/>
                  </a:lnTo>
                  <a:lnTo>
                    <a:pt x="881989" y="186070"/>
                  </a:lnTo>
                  <a:lnTo>
                    <a:pt x="879525" y="186070"/>
                  </a:lnTo>
                  <a:lnTo>
                    <a:pt x="877062" y="186070"/>
                  </a:lnTo>
                  <a:lnTo>
                    <a:pt x="874598" y="186070"/>
                  </a:lnTo>
                  <a:lnTo>
                    <a:pt x="872134" y="186070"/>
                  </a:lnTo>
                  <a:lnTo>
                    <a:pt x="869671" y="186070"/>
                  </a:lnTo>
                  <a:lnTo>
                    <a:pt x="867207" y="186070"/>
                  </a:lnTo>
                  <a:lnTo>
                    <a:pt x="864743" y="186070"/>
                  </a:lnTo>
                  <a:lnTo>
                    <a:pt x="862280" y="186070"/>
                  </a:lnTo>
                  <a:lnTo>
                    <a:pt x="859816" y="186070"/>
                  </a:lnTo>
                  <a:lnTo>
                    <a:pt x="857352" y="186070"/>
                  </a:lnTo>
                  <a:lnTo>
                    <a:pt x="854889" y="186070"/>
                  </a:lnTo>
                  <a:lnTo>
                    <a:pt x="852425" y="186070"/>
                  </a:lnTo>
                  <a:lnTo>
                    <a:pt x="849961" y="186070"/>
                  </a:lnTo>
                  <a:lnTo>
                    <a:pt x="847498" y="186070"/>
                  </a:lnTo>
                  <a:lnTo>
                    <a:pt x="845034" y="186070"/>
                  </a:lnTo>
                  <a:lnTo>
                    <a:pt x="842570" y="186070"/>
                  </a:lnTo>
                  <a:lnTo>
                    <a:pt x="840107" y="186070"/>
                  </a:lnTo>
                  <a:lnTo>
                    <a:pt x="837643" y="186070"/>
                  </a:lnTo>
                  <a:lnTo>
                    <a:pt x="835179" y="186070"/>
                  </a:lnTo>
                  <a:lnTo>
                    <a:pt x="832716" y="186070"/>
                  </a:lnTo>
                  <a:lnTo>
                    <a:pt x="830252" y="186070"/>
                  </a:lnTo>
                  <a:lnTo>
                    <a:pt x="827788" y="186070"/>
                  </a:lnTo>
                  <a:lnTo>
                    <a:pt x="825325" y="186070"/>
                  </a:lnTo>
                  <a:lnTo>
                    <a:pt x="822861" y="186070"/>
                  </a:lnTo>
                  <a:lnTo>
                    <a:pt x="820397" y="186070"/>
                  </a:lnTo>
                  <a:lnTo>
                    <a:pt x="817934" y="186070"/>
                  </a:lnTo>
                  <a:lnTo>
                    <a:pt x="815470" y="186070"/>
                  </a:lnTo>
                  <a:lnTo>
                    <a:pt x="813006" y="186070"/>
                  </a:lnTo>
                  <a:lnTo>
                    <a:pt x="810543" y="186070"/>
                  </a:lnTo>
                  <a:lnTo>
                    <a:pt x="808079" y="186070"/>
                  </a:lnTo>
                  <a:lnTo>
                    <a:pt x="805616" y="186070"/>
                  </a:lnTo>
                  <a:lnTo>
                    <a:pt x="803152" y="186070"/>
                  </a:lnTo>
                  <a:lnTo>
                    <a:pt x="800688" y="186070"/>
                  </a:lnTo>
                  <a:lnTo>
                    <a:pt x="798225" y="186070"/>
                  </a:lnTo>
                  <a:lnTo>
                    <a:pt x="795761" y="186070"/>
                  </a:lnTo>
                  <a:lnTo>
                    <a:pt x="793297" y="186070"/>
                  </a:lnTo>
                  <a:lnTo>
                    <a:pt x="790834" y="186070"/>
                  </a:lnTo>
                  <a:lnTo>
                    <a:pt x="788370" y="186070"/>
                  </a:lnTo>
                  <a:lnTo>
                    <a:pt x="785906" y="186070"/>
                  </a:lnTo>
                  <a:lnTo>
                    <a:pt x="783443" y="186070"/>
                  </a:lnTo>
                  <a:lnTo>
                    <a:pt x="780979" y="186070"/>
                  </a:lnTo>
                  <a:lnTo>
                    <a:pt x="778515" y="186070"/>
                  </a:lnTo>
                  <a:lnTo>
                    <a:pt x="776052" y="186070"/>
                  </a:lnTo>
                  <a:lnTo>
                    <a:pt x="773588" y="186070"/>
                  </a:lnTo>
                  <a:lnTo>
                    <a:pt x="771124" y="186070"/>
                  </a:lnTo>
                  <a:lnTo>
                    <a:pt x="768661" y="186070"/>
                  </a:lnTo>
                  <a:lnTo>
                    <a:pt x="766197" y="186070"/>
                  </a:lnTo>
                  <a:lnTo>
                    <a:pt x="763733" y="186070"/>
                  </a:lnTo>
                  <a:lnTo>
                    <a:pt x="761270" y="186070"/>
                  </a:lnTo>
                  <a:lnTo>
                    <a:pt x="758806" y="186070"/>
                  </a:lnTo>
                  <a:lnTo>
                    <a:pt x="756342" y="186070"/>
                  </a:lnTo>
                  <a:lnTo>
                    <a:pt x="753879" y="186070"/>
                  </a:lnTo>
                  <a:lnTo>
                    <a:pt x="751415" y="186070"/>
                  </a:lnTo>
                  <a:lnTo>
                    <a:pt x="748951" y="186070"/>
                  </a:lnTo>
                  <a:lnTo>
                    <a:pt x="746488" y="186070"/>
                  </a:lnTo>
                  <a:lnTo>
                    <a:pt x="744024" y="186070"/>
                  </a:lnTo>
                  <a:lnTo>
                    <a:pt x="741560" y="186070"/>
                  </a:lnTo>
                  <a:lnTo>
                    <a:pt x="739097" y="186070"/>
                  </a:lnTo>
                  <a:lnTo>
                    <a:pt x="736633" y="186070"/>
                  </a:lnTo>
                  <a:lnTo>
                    <a:pt x="734169" y="186070"/>
                  </a:lnTo>
                  <a:lnTo>
                    <a:pt x="731706" y="186070"/>
                  </a:lnTo>
                  <a:lnTo>
                    <a:pt x="729242" y="186070"/>
                  </a:lnTo>
                  <a:lnTo>
                    <a:pt x="726778" y="186070"/>
                  </a:lnTo>
                  <a:lnTo>
                    <a:pt x="724315" y="186070"/>
                  </a:lnTo>
                  <a:lnTo>
                    <a:pt x="721851" y="186070"/>
                  </a:lnTo>
                  <a:lnTo>
                    <a:pt x="719388" y="186070"/>
                  </a:lnTo>
                  <a:lnTo>
                    <a:pt x="716924" y="186070"/>
                  </a:lnTo>
                  <a:lnTo>
                    <a:pt x="714460" y="186070"/>
                  </a:lnTo>
                  <a:lnTo>
                    <a:pt x="711997" y="186070"/>
                  </a:lnTo>
                  <a:lnTo>
                    <a:pt x="709533" y="186070"/>
                  </a:lnTo>
                  <a:lnTo>
                    <a:pt x="707069" y="186070"/>
                  </a:lnTo>
                  <a:lnTo>
                    <a:pt x="704606" y="186070"/>
                  </a:lnTo>
                  <a:lnTo>
                    <a:pt x="702142" y="186070"/>
                  </a:lnTo>
                  <a:lnTo>
                    <a:pt x="699678" y="186070"/>
                  </a:lnTo>
                  <a:lnTo>
                    <a:pt x="697215" y="186070"/>
                  </a:lnTo>
                  <a:lnTo>
                    <a:pt x="694751" y="186070"/>
                  </a:lnTo>
                  <a:lnTo>
                    <a:pt x="692287" y="186070"/>
                  </a:lnTo>
                  <a:lnTo>
                    <a:pt x="689824" y="186070"/>
                  </a:lnTo>
                  <a:lnTo>
                    <a:pt x="687360" y="186070"/>
                  </a:lnTo>
                  <a:lnTo>
                    <a:pt x="684896" y="186070"/>
                  </a:lnTo>
                  <a:lnTo>
                    <a:pt x="682433" y="186070"/>
                  </a:lnTo>
                  <a:lnTo>
                    <a:pt x="679969" y="186070"/>
                  </a:lnTo>
                  <a:lnTo>
                    <a:pt x="677505" y="186070"/>
                  </a:lnTo>
                  <a:lnTo>
                    <a:pt x="675042" y="186070"/>
                  </a:lnTo>
                  <a:lnTo>
                    <a:pt x="672578" y="186070"/>
                  </a:lnTo>
                  <a:lnTo>
                    <a:pt x="670114" y="186070"/>
                  </a:lnTo>
                  <a:lnTo>
                    <a:pt x="667651" y="186070"/>
                  </a:lnTo>
                  <a:lnTo>
                    <a:pt x="665187" y="186070"/>
                  </a:lnTo>
                  <a:lnTo>
                    <a:pt x="662723" y="186070"/>
                  </a:lnTo>
                  <a:lnTo>
                    <a:pt x="660260" y="186070"/>
                  </a:lnTo>
                  <a:lnTo>
                    <a:pt x="657796" y="186070"/>
                  </a:lnTo>
                  <a:lnTo>
                    <a:pt x="655332" y="186070"/>
                  </a:lnTo>
                  <a:lnTo>
                    <a:pt x="652869" y="186070"/>
                  </a:lnTo>
                  <a:lnTo>
                    <a:pt x="650405" y="186070"/>
                  </a:lnTo>
                  <a:lnTo>
                    <a:pt x="647941" y="186070"/>
                  </a:lnTo>
                  <a:lnTo>
                    <a:pt x="645478" y="186070"/>
                  </a:lnTo>
                  <a:lnTo>
                    <a:pt x="643014" y="186070"/>
                  </a:lnTo>
                  <a:lnTo>
                    <a:pt x="640550" y="186070"/>
                  </a:lnTo>
                  <a:lnTo>
                    <a:pt x="638087" y="186070"/>
                  </a:lnTo>
                  <a:lnTo>
                    <a:pt x="635623" y="186070"/>
                  </a:lnTo>
                  <a:lnTo>
                    <a:pt x="633159" y="186070"/>
                  </a:lnTo>
                  <a:lnTo>
                    <a:pt x="630696" y="186070"/>
                  </a:lnTo>
                  <a:lnTo>
                    <a:pt x="628232" y="186070"/>
                  </a:lnTo>
                  <a:lnTo>
                    <a:pt x="625769" y="186070"/>
                  </a:lnTo>
                  <a:lnTo>
                    <a:pt x="623305" y="186070"/>
                  </a:lnTo>
                  <a:lnTo>
                    <a:pt x="620841" y="186070"/>
                  </a:lnTo>
                  <a:lnTo>
                    <a:pt x="618378" y="186070"/>
                  </a:lnTo>
                  <a:lnTo>
                    <a:pt x="615914" y="186070"/>
                  </a:lnTo>
                  <a:lnTo>
                    <a:pt x="613450" y="186070"/>
                  </a:lnTo>
                  <a:lnTo>
                    <a:pt x="610987" y="186070"/>
                  </a:lnTo>
                  <a:lnTo>
                    <a:pt x="608523" y="186070"/>
                  </a:lnTo>
                  <a:lnTo>
                    <a:pt x="606059" y="186070"/>
                  </a:lnTo>
                  <a:lnTo>
                    <a:pt x="603596" y="186070"/>
                  </a:lnTo>
                  <a:lnTo>
                    <a:pt x="601132" y="186070"/>
                  </a:lnTo>
                  <a:lnTo>
                    <a:pt x="598668" y="186070"/>
                  </a:lnTo>
                  <a:lnTo>
                    <a:pt x="596205" y="186070"/>
                  </a:lnTo>
                  <a:lnTo>
                    <a:pt x="593741" y="186070"/>
                  </a:lnTo>
                  <a:lnTo>
                    <a:pt x="591277" y="186070"/>
                  </a:lnTo>
                  <a:lnTo>
                    <a:pt x="588814" y="186070"/>
                  </a:lnTo>
                  <a:lnTo>
                    <a:pt x="586350" y="186070"/>
                  </a:lnTo>
                  <a:lnTo>
                    <a:pt x="583886" y="186070"/>
                  </a:lnTo>
                  <a:lnTo>
                    <a:pt x="581423" y="186070"/>
                  </a:lnTo>
                  <a:lnTo>
                    <a:pt x="578959" y="186070"/>
                  </a:lnTo>
                  <a:lnTo>
                    <a:pt x="576495" y="186070"/>
                  </a:lnTo>
                  <a:lnTo>
                    <a:pt x="574032" y="186070"/>
                  </a:lnTo>
                  <a:lnTo>
                    <a:pt x="571568" y="186070"/>
                  </a:lnTo>
                  <a:lnTo>
                    <a:pt x="569104" y="186070"/>
                  </a:lnTo>
                  <a:lnTo>
                    <a:pt x="566641" y="186070"/>
                  </a:lnTo>
                  <a:lnTo>
                    <a:pt x="564177" y="186070"/>
                  </a:lnTo>
                  <a:lnTo>
                    <a:pt x="561713" y="186070"/>
                  </a:lnTo>
                  <a:lnTo>
                    <a:pt x="559250" y="186070"/>
                  </a:lnTo>
                  <a:lnTo>
                    <a:pt x="556786" y="186070"/>
                  </a:lnTo>
                  <a:lnTo>
                    <a:pt x="554322" y="186070"/>
                  </a:lnTo>
                  <a:lnTo>
                    <a:pt x="551859" y="186070"/>
                  </a:lnTo>
                  <a:lnTo>
                    <a:pt x="549395" y="186070"/>
                  </a:lnTo>
                  <a:lnTo>
                    <a:pt x="546931" y="186070"/>
                  </a:lnTo>
                  <a:lnTo>
                    <a:pt x="544468" y="186070"/>
                  </a:lnTo>
                  <a:lnTo>
                    <a:pt x="542004" y="186070"/>
                  </a:lnTo>
                  <a:lnTo>
                    <a:pt x="539541" y="186070"/>
                  </a:lnTo>
                  <a:lnTo>
                    <a:pt x="537077" y="186070"/>
                  </a:lnTo>
                  <a:lnTo>
                    <a:pt x="534613" y="186070"/>
                  </a:lnTo>
                  <a:lnTo>
                    <a:pt x="532150" y="186070"/>
                  </a:lnTo>
                  <a:lnTo>
                    <a:pt x="529686" y="186070"/>
                  </a:lnTo>
                  <a:lnTo>
                    <a:pt x="527222" y="186070"/>
                  </a:lnTo>
                  <a:lnTo>
                    <a:pt x="524759" y="186070"/>
                  </a:lnTo>
                  <a:lnTo>
                    <a:pt x="522295" y="186070"/>
                  </a:lnTo>
                  <a:lnTo>
                    <a:pt x="519831" y="186070"/>
                  </a:lnTo>
                  <a:lnTo>
                    <a:pt x="517368" y="186070"/>
                  </a:lnTo>
                  <a:lnTo>
                    <a:pt x="514904" y="186070"/>
                  </a:lnTo>
                  <a:lnTo>
                    <a:pt x="512440" y="186070"/>
                  </a:lnTo>
                  <a:lnTo>
                    <a:pt x="509977" y="186070"/>
                  </a:lnTo>
                  <a:lnTo>
                    <a:pt x="507513" y="186070"/>
                  </a:lnTo>
                  <a:lnTo>
                    <a:pt x="505049" y="186070"/>
                  </a:lnTo>
                  <a:lnTo>
                    <a:pt x="502586" y="186070"/>
                  </a:lnTo>
                  <a:lnTo>
                    <a:pt x="500122" y="186070"/>
                  </a:lnTo>
                  <a:lnTo>
                    <a:pt x="497658" y="186070"/>
                  </a:lnTo>
                  <a:lnTo>
                    <a:pt x="495195" y="186070"/>
                  </a:lnTo>
                  <a:lnTo>
                    <a:pt x="492731" y="186070"/>
                  </a:lnTo>
                  <a:lnTo>
                    <a:pt x="490267" y="186070"/>
                  </a:lnTo>
                  <a:lnTo>
                    <a:pt x="487804" y="186070"/>
                  </a:lnTo>
                  <a:lnTo>
                    <a:pt x="485340" y="186070"/>
                  </a:lnTo>
                  <a:lnTo>
                    <a:pt x="482876" y="186070"/>
                  </a:lnTo>
                  <a:lnTo>
                    <a:pt x="480413" y="186070"/>
                  </a:lnTo>
                  <a:lnTo>
                    <a:pt x="477949" y="186070"/>
                  </a:lnTo>
                  <a:lnTo>
                    <a:pt x="475485" y="186070"/>
                  </a:lnTo>
                  <a:lnTo>
                    <a:pt x="473022" y="186070"/>
                  </a:lnTo>
                  <a:lnTo>
                    <a:pt x="470558" y="186070"/>
                  </a:lnTo>
                  <a:lnTo>
                    <a:pt x="468094" y="186070"/>
                  </a:lnTo>
                  <a:lnTo>
                    <a:pt x="465631" y="186070"/>
                  </a:lnTo>
                  <a:lnTo>
                    <a:pt x="463167" y="186070"/>
                  </a:lnTo>
                  <a:lnTo>
                    <a:pt x="460703" y="186070"/>
                  </a:lnTo>
                  <a:lnTo>
                    <a:pt x="458240" y="186070"/>
                  </a:lnTo>
                  <a:lnTo>
                    <a:pt x="455776" y="186070"/>
                  </a:lnTo>
                  <a:lnTo>
                    <a:pt x="453312" y="186070"/>
                  </a:lnTo>
                  <a:lnTo>
                    <a:pt x="450849" y="186070"/>
                  </a:lnTo>
                  <a:lnTo>
                    <a:pt x="448385" y="186070"/>
                  </a:lnTo>
                  <a:lnTo>
                    <a:pt x="445922" y="186070"/>
                  </a:lnTo>
                  <a:lnTo>
                    <a:pt x="443458" y="186070"/>
                  </a:lnTo>
                  <a:lnTo>
                    <a:pt x="440994" y="186070"/>
                  </a:lnTo>
                  <a:lnTo>
                    <a:pt x="438531" y="186070"/>
                  </a:lnTo>
                  <a:lnTo>
                    <a:pt x="436067" y="186070"/>
                  </a:lnTo>
                  <a:lnTo>
                    <a:pt x="433603" y="186070"/>
                  </a:lnTo>
                  <a:lnTo>
                    <a:pt x="431140" y="186070"/>
                  </a:lnTo>
                  <a:lnTo>
                    <a:pt x="428676" y="186070"/>
                  </a:lnTo>
                  <a:lnTo>
                    <a:pt x="426212" y="186070"/>
                  </a:lnTo>
                  <a:lnTo>
                    <a:pt x="423749" y="186070"/>
                  </a:lnTo>
                  <a:lnTo>
                    <a:pt x="421285" y="186070"/>
                  </a:lnTo>
                  <a:lnTo>
                    <a:pt x="418821" y="186070"/>
                  </a:lnTo>
                  <a:lnTo>
                    <a:pt x="416358" y="186070"/>
                  </a:lnTo>
                  <a:lnTo>
                    <a:pt x="413894" y="186070"/>
                  </a:lnTo>
                  <a:lnTo>
                    <a:pt x="411430" y="186070"/>
                  </a:lnTo>
                  <a:lnTo>
                    <a:pt x="408967" y="186070"/>
                  </a:lnTo>
                  <a:lnTo>
                    <a:pt x="406503" y="186070"/>
                  </a:lnTo>
                  <a:lnTo>
                    <a:pt x="404039" y="186070"/>
                  </a:lnTo>
                  <a:lnTo>
                    <a:pt x="401576" y="186070"/>
                  </a:lnTo>
                  <a:lnTo>
                    <a:pt x="399112" y="186070"/>
                  </a:lnTo>
                  <a:lnTo>
                    <a:pt x="396648" y="186070"/>
                  </a:lnTo>
                  <a:lnTo>
                    <a:pt x="394185" y="186070"/>
                  </a:lnTo>
                  <a:lnTo>
                    <a:pt x="391721" y="186070"/>
                  </a:lnTo>
                  <a:lnTo>
                    <a:pt x="389257" y="186070"/>
                  </a:lnTo>
                  <a:lnTo>
                    <a:pt x="386794" y="186070"/>
                  </a:lnTo>
                  <a:lnTo>
                    <a:pt x="384330" y="186070"/>
                  </a:lnTo>
                  <a:lnTo>
                    <a:pt x="381866" y="186070"/>
                  </a:lnTo>
                  <a:lnTo>
                    <a:pt x="379403" y="186070"/>
                  </a:lnTo>
                  <a:lnTo>
                    <a:pt x="376939" y="186070"/>
                  </a:lnTo>
                  <a:lnTo>
                    <a:pt x="374475" y="186070"/>
                  </a:lnTo>
                  <a:lnTo>
                    <a:pt x="372012" y="186070"/>
                  </a:lnTo>
                  <a:lnTo>
                    <a:pt x="369548" y="186070"/>
                  </a:lnTo>
                  <a:lnTo>
                    <a:pt x="367084" y="186070"/>
                  </a:lnTo>
                  <a:lnTo>
                    <a:pt x="364621" y="186070"/>
                  </a:lnTo>
                  <a:lnTo>
                    <a:pt x="362157" y="186070"/>
                  </a:lnTo>
                  <a:lnTo>
                    <a:pt x="359694" y="186070"/>
                  </a:lnTo>
                  <a:lnTo>
                    <a:pt x="357230" y="186070"/>
                  </a:lnTo>
                  <a:lnTo>
                    <a:pt x="354766" y="186070"/>
                  </a:lnTo>
                  <a:lnTo>
                    <a:pt x="352303" y="186070"/>
                  </a:lnTo>
                  <a:lnTo>
                    <a:pt x="349839" y="186070"/>
                  </a:lnTo>
                  <a:lnTo>
                    <a:pt x="347375" y="186070"/>
                  </a:lnTo>
                  <a:lnTo>
                    <a:pt x="344912" y="186070"/>
                  </a:lnTo>
                  <a:lnTo>
                    <a:pt x="342448" y="186070"/>
                  </a:lnTo>
                  <a:lnTo>
                    <a:pt x="339984" y="186070"/>
                  </a:lnTo>
                  <a:lnTo>
                    <a:pt x="337521" y="186070"/>
                  </a:lnTo>
                  <a:lnTo>
                    <a:pt x="335057" y="186070"/>
                  </a:lnTo>
                  <a:lnTo>
                    <a:pt x="332593" y="186070"/>
                  </a:lnTo>
                  <a:lnTo>
                    <a:pt x="330130" y="186070"/>
                  </a:lnTo>
                  <a:lnTo>
                    <a:pt x="327666" y="186070"/>
                  </a:lnTo>
                  <a:lnTo>
                    <a:pt x="325202" y="186070"/>
                  </a:lnTo>
                  <a:lnTo>
                    <a:pt x="322739" y="186070"/>
                  </a:lnTo>
                  <a:lnTo>
                    <a:pt x="320275" y="186070"/>
                  </a:lnTo>
                  <a:lnTo>
                    <a:pt x="317811" y="186070"/>
                  </a:lnTo>
                  <a:lnTo>
                    <a:pt x="315348" y="186070"/>
                  </a:lnTo>
                  <a:lnTo>
                    <a:pt x="312884" y="186070"/>
                  </a:lnTo>
                  <a:lnTo>
                    <a:pt x="310420" y="186070"/>
                  </a:lnTo>
                  <a:lnTo>
                    <a:pt x="307957" y="186070"/>
                  </a:lnTo>
                  <a:lnTo>
                    <a:pt x="305493" y="186070"/>
                  </a:lnTo>
                  <a:lnTo>
                    <a:pt x="303029" y="186070"/>
                  </a:lnTo>
                  <a:lnTo>
                    <a:pt x="300566" y="186070"/>
                  </a:lnTo>
                  <a:lnTo>
                    <a:pt x="298102" y="186070"/>
                  </a:lnTo>
                  <a:lnTo>
                    <a:pt x="295638" y="186070"/>
                  </a:lnTo>
                  <a:lnTo>
                    <a:pt x="293175" y="186070"/>
                  </a:lnTo>
                  <a:lnTo>
                    <a:pt x="290711" y="186070"/>
                  </a:lnTo>
                  <a:lnTo>
                    <a:pt x="288247" y="186070"/>
                  </a:lnTo>
                  <a:lnTo>
                    <a:pt x="285784" y="186070"/>
                  </a:lnTo>
                  <a:lnTo>
                    <a:pt x="283320" y="186070"/>
                  </a:lnTo>
                  <a:lnTo>
                    <a:pt x="280856" y="186070"/>
                  </a:lnTo>
                  <a:lnTo>
                    <a:pt x="278393" y="186070"/>
                  </a:lnTo>
                  <a:lnTo>
                    <a:pt x="275929" y="186070"/>
                  </a:lnTo>
                  <a:lnTo>
                    <a:pt x="273465" y="186070"/>
                  </a:lnTo>
                  <a:lnTo>
                    <a:pt x="271002" y="186070"/>
                  </a:lnTo>
                  <a:lnTo>
                    <a:pt x="268538" y="186070"/>
                  </a:lnTo>
                  <a:lnTo>
                    <a:pt x="266075" y="186070"/>
                  </a:lnTo>
                  <a:lnTo>
                    <a:pt x="263611" y="186070"/>
                  </a:lnTo>
                  <a:lnTo>
                    <a:pt x="261147" y="186070"/>
                  </a:lnTo>
                  <a:lnTo>
                    <a:pt x="258684" y="186070"/>
                  </a:lnTo>
                  <a:lnTo>
                    <a:pt x="256220" y="186070"/>
                  </a:lnTo>
                  <a:lnTo>
                    <a:pt x="253756" y="186070"/>
                  </a:lnTo>
                  <a:lnTo>
                    <a:pt x="251293" y="186070"/>
                  </a:lnTo>
                  <a:lnTo>
                    <a:pt x="248829" y="186070"/>
                  </a:lnTo>
                  <a:lnTo>
                    <a:pt x="246365" y="186070"/>
                  </a:lnTo>
                  <a:lnTo>
                    <a:pt x="243902" y="186070"/>
                  </a:lnTo>
                  <a:lnTo>
                    <a:pt x="241438" y="186070"/>
                  </a:lnTo>
                  <a:lnTo>
                    <a:pt x="238974" y="186070"/>
                  </a:lnTo>
                  <a:lnTo>
                    <a:pt x="236511" y="186070"/>
                  </a:lnTo>
                  <a:lnTo>
                    <a:pt x="234047" y="186070"/>
                  </a:lnTo>
                  <a:lnTo>
                    <a:pt x="231583" y="186070"/>
                  </a:lnTo>
                  <a:lnTo>
                    <a:pt x="229120" y="186070"/>
                  </a:lnTo>
                  <a:lnTo>
                    <a:pt x="226656" y="186070"/>
                  </a:lnTo>
                  <a:lnTo>
                    <a:pt x="224192" y="186070"/>
                  </a:lnTo>
                  <a:lnTo>
                    <a:pt x="221729" y="186070"/>
                  </a:lnTo>
                  <a:lnTo>
                    <a:pt x="219265" y="186070"/>
                  </a:lnTo>
                  <a:lnTo>
                    <a:pt x="216801" y="186070"/>
                  </a:lnTo>
                  <a:lnTo>
                    <a:pt x="214338" y="186070"/>
                  </a:lnTo>
                  <a:lnTo>
                    <a:pt x="211874" y="186070"/>
                  </a:lnTo>
                  <a:lnTo>
                    <a:pt x="209410" y="186070"/>
                  </a:lnTo>
                  <a:lnTo>
                    <a:pt x="206947" y="186070"/>
                  </a:lnTo>
                  <a:lnTo>
                    <a:pt x="204483" y="186070"/>
                  </a:lnTo>
                  <a:lnTo>
                    <a:pt x="202019" y="186070"/>
                  </a:lnTo>
                  <a:lnTo>
                    <a:pt x="199556" y="186070"/>
                  </a:lnTo>
                  <a:lnTo>
                    <a:pt x="197092" y="186070"/>
                  </a:lnTo>
                  <a:lnTo>
                    <a:pt x="194628" y="186070"/>
                  </a:lnTo>
                  <a:lnTo>
                    <a:pt x="192165" y="186070"/>
                  </a:lnTo>
                  <a:lnTo>
                    <a:pt x="189701" y="186070"/>
                  </a:lnTo>
                  <a:lnTo>
                    <a:pt x="187237" y="186070"/>
                  </a:lnTo>
                  <a:lnTo>
                    <a:pt x="184774" y="186070"/>
                  </a:lnTo>
                  <a:lnTo>
                    <a:pt x="182310" y="186070"/>
                  </a:lnTo>
                  <a:lnTo>
                    <a:pt x="179847" y="186070"/>
                  </a:lnTo>
                  <a:lnTo>
                    <a:pt x="177383" y="186070"/>
                  </a:lnTo>
                  <a:lnTo>
                    <a:pt x="174919" y="186070"/>
                  </a:lnTo>
                  <a:lnTo>
                    <a:pt x="172456" y="186070"/>
                  </a:lnTo>
                  <a:lnTo>
                    <a:pt x="169992" y="186070"/>
                  </a:lnTo>
                  <a:lnTo>
                    <a:pt x="167528" y="186070"/>
                  </a:lnTo>
                  <a:lnTo>
                    <a:pt x="165065" y="186070"/>
                  </a:lnTo>
                  <a:lnTo>
                    <a:pt x="162601" y="186070"/>
                  </a:lnTo>
                  <a:lnTo>
                    <a:pt x="160137" y="186070"/>
                  </a:lnTo>
                  <a:lnTo>
                    <a:pt x="157674" y="186070"/>
                  </a:lnTo>
                  <a:lnTo>
                    <a:pt x="155210" y="186070"/>
                  </a:lnTo>
                  <a:lnTo>
                    <a:pt x="152746" y="186070"/>
                  </a:lnTo>
                  <a:lnTo>
                    <a:pt x="150283" y="186070"/>
                  </a:lnTo>
                  <a:lnTo>
                    <a:pt x="147819" y="186070"/>
                  </a:lnTo>
                  <a:lnTo>
                    <a:pt x="145355" y="186070"/>
                  </a:lnTo>
                  <a:lnTo>
                    <a:pt x="142892" y="186070"/>
                  </a:lnTo>
                  <a:lnTo>
                    <a:pt x="140428" y="186070"/>
                  </a:lnTo>
                  <a:lnTo>
                    <a:pt x="137964" y="186070"/>
                  </a:lnTo>
                  <a:lnTo>
                    <a:pt x="135501" y="186070"/>
                  </a:lnTo>
                  <a:lnTo>
                    <a:pt x="133037" y="186070"/>
                  </a:lnTo>
                  <a:lnTo>
                    <a:pt x="130573" y="186070"/>
                  </a:lnTo>
                  <a:lnTo>
                    <a:pt x="128110" y="186070"/>
                  </a:lnTo>
                  <a:lnTo>
                    <a:pt x="125646" y="186070"/>
                  </a:lnTo>
                  <a:lnTo>
                    <a:pt x="123182" y="186070"/>
                  </a:lnTo>
                  <a:lnTo>
                    <a:pt x="120719" y="186070"/>
                  </a:lnTo>
                  <a:lnTo>
                    <a:pt x="118255" y="186070"/>
                  </a:lnTo>
                  <a:lnTo>
                    <a:pt x="115791" y="186070"/>
                  </a:lnTo>
                  <a:lnTo>
                    <a:pt x="113328" y="186070"/>
                  </a:lnTo>
                  <a:lnTo>
                    <a:pt x="110864" y="186070"/>
                  </a:lnTo>
                  <a:lnTo>
                    <a:pt x="108400" y="186070"/>
                  </a:lnTo>
                  <a:lnTo>
                    <a:pt x="105937" y="186070"/>
                  </a:lnTo>
                  <a:lnTo>
                    <a:pt x="103473" y="186070"/>
                  </a:lnTo>
                  <a:lnTo>
                    <a:pt x="101009" y="186070"/>
                  </a:lnTo>
                  <a:lnTo>
                    <a:pt x="98546" y="186070"/>
                  </a:lnTo>
                  <a:lnTo>
                    <a:pt x="96082" y="186070"/>
                  </a:lnTo>
                  <a:lnTo>
                    <a:pt x="93618" y="186070"/>
                  </a:lnTo>
                  <a:lnTo>
                    <a:pt x="91155" y="186070"/>
                  </a:lnTo>
                  <a:lnTo>
                    <a:pt x="88691" y="186070"/>
                  </a:lnTo>
                  <a:lnTo>
                    <a:pt x="86228" y="186070"/>
                  </a:lnTo>
                  <a:lnTo>
                    <a:pt x="83764" y="186070"/>
                  </a:lnTo>
                  <a:lnTo>
                    <a:pt x="81300" y="186070"/>
                  </a:lnTo>
                  <a:lnTo>
                    <a:pt x="78837" y="186070"/>
                  </a:lnTo>
                  <a:lnTo>
                    <a:pt x="76373" y="186070"/>
                  </a:lnTo>
                  <a:lnTo>
                    <a:pt x="73909" y="186070"/>
                  </a:lnTo>
                  <a:lnTo>
                    <a:pt x="71446" y="186070"/>
                  </a:lnTo>
                  <a:lnTo>
                    <a:pt x="68982" y="186070"/>
                  </a:lnTo>
                  <a:lnTo>
                    <a:pt x="66518" y="186070"/>
                  </a:lnTo>
                  <a:lnTo>
                    <a:pt x="64055" y="186070"/>
                  </a:lnTo>
                  <a:lnTo>
                    <a:pt x="61591" y="186070"/>
                  </a:lnTo>
                  <a:lnTo>
                    <a:pt x="59127" y="186070"/>
                  </a:lnTo>
                  <a:lnTo>
                    <a:pt x="56664" y="186070"/>
                  </a:lnTo>
                  <a:lnTo>
                    <a:pt x="54200" y="186070"/>
                  </a:lnTo>
                  <a:lnTo>
                    <a:pt x="51736" y="186070"/>
                  </a:lnTo>
                  <a:lnTo>
                    <a:pt x="49273" y="186070"/>
                  </a:lnTo>
                  <a:lnTo>
                    <a:pt x="46809" y="186070"/>
                  </a:lnTo>
                  <a:lnTo>
                    <a:pt x="44345" y="186070"/>
                  </a:lnTo>
                  <a:lnTo>
                    <a:pt x="41882" y="186070"/>
                  </a:lnTo>
                  <a:lnTo>
                    <a:pt x="39418" y="186070"/>
                  </a:lnTo>
                  <a:lnTo>
                    <a:pt x="36954" y="186070"/>
                  </a:lnTo>
                  <a:lnTo>
                    <a:pt x="34491" y="186070"/>
                  </a:lnTo>
                  <a:lnTo>
                    <a:pt x="32027" y="186070"/>
                  </a:lnTo>
                  <a:lnTo>
                    <a:pt x="29563" y="186070"/>
                  </a:lnTo>
                  <a:lnTo>
                    <a:pt x="27100" y="186070"/>
                  </a:lnTo>
                  <a:lnTo>
                    <a:pt x="24636" y="186070"/>
                  </a:lnTo>
                  <a:lnTo>
                    <a:pt x="22172" y="186070"/>
                  </a:lnTo>
                  <a:lnTo>
                    <a:pt x="19709" y="186070"/>
                  </a:lnTo>
                  <a:lnTo>
                    <a:pt x="17245" y="186070"/>
                  </a:lnTo>
                  <a:lnTo>
                    <a:pt x="14781" y="186070"/>
                  </a:lnTo>
                  <a:lnTo>
                    <a:pt x="12318" y="186070"/>
                  </a:lnTo>
                  <a:lnTo>
                    <a:pt x="9854" y="186070"/>
                  </a:lnTo>
                  <a:lnTo>
                    <a:pt x="7390" y="186070"/>
                  </a:lnTo>
                  <a:lnTo>
                    <a:pt x="4927" y="186070"/>
                  </a:lnTo>
                  <a:lnTo>
                    <a:pt x="2463" y="186070"/>
                  </a:lnTo>
                  <a:lnTo>
                    <a:pt x="0" y="18607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529616" y="1939716"/>
              <a:ext cx="1258929" cy="186070"/>
            </a:xfrm>
            <a:custGeom>
              <a:avLst/>
              <a:pathLst>
                <a:path w="1258929" h="186070">
                  <a:moveTo>
                    <a:pt x="0" y="185079"/>
                  </a:moveTo>
                  <a:lnTo>
                    <a:pt x="2463" y="184991"/>
                  </a:lnTo>
                  <a:lnTo>
                    <a:pt x="4927" y="184895"/>
                  </a:lnTo>
                  <a:lnTo>
                    <a:pt x="7390" y="184792"/>
                  </a:lnTo>
                  <a:lnTo>
                    <a:pt x="9854" y="184683"/>
                  </a:lnTo>
                  <a:lnTo>
                    <a:pt x="12318" y="184568"/>
                  </a:lnTo>
                  <a:lnTo>
                    <a:pt x="14781" y="184444"/>
                  </a:lnTo>
                  <a:lnTo>
                    <a:pt x="17245" y="184313"/>
                  </a:lnTo>
                  <a:lnTo>
                    <a:pt x="19709" y="184175"/>
                  </a:lnTo>
                  <a:lnTo>
                    <a:pt x="22172" y="184029"/>
                  </a:lnTo>
                  <a:lnTo>
                    <a:pt x="24636" y="183874"/>
                  </a:lnTo>
                  <a:lnTo>
                    <a:pt x="27100" y="183712"/>
                  </a:lnTo>
                  <a:lnTo>
                    <a:pt x="29563" y="183543"/>
                  </a:lnTo>
                  <a:lnTo>
                    <a:pt x="32027" y="183363"/>
                  </a:lnTo>
                  <a:lnTo>
                    <a:pt x="34491" y="183176"/>
                  </a:lnTo>
                  <a:lnTo>
                    <a:pt x="36954" y="182981"/>
                  </a:lnTo>
                  <a:lnTo>
                    <a:pt x="39418" y="182778"/>
                  </a:lnTo>
                  <a:lnTo>
                    <a:pt x="41882" y="182565"/>
                  </a:lnTo>
                  <a:lnTo>
                    <a:pt x="44345" y="182345"/>
                  </a:lnTo>
                  <a:lnTo>
                    <a:pt x="46809" y="182118"/>
                  </a:lnTo>
                  <a:lnTo>
                    <a:pt x="49273" y="181881"/>
                  </a:lnTo>
                  <a:lnTo>
                    <a:pt x="51736" y="181637"/>
                  </a:lnTo>
                  <a:lnTo>
                    <a:pt x="54200" y="181386"/>
                  </a:lnTo>
                  <a:lnTo>
                    <a:pt x="56664" y="181129"/>
                  </a:lnTo>
                  <a:lnTo>
                    <a:pt x="59127" y="180863"/>
                  </a:lnTo>
                  <a:lnTo>
                    <a:pt x="61591" y="180591"/>
                  </a:lnTo>
                  <a:lnTo>
                    <a:pt x="64055" y="180315"/>
                  </a:lnTo>
                  <a:lnTo>
                    <a:pt x="66518" y="180032"/>
                  </a:lnTo>
                  <a:lnTo>
                    <a:pt x="68982" y="179743"/>
                  </a:lnTo>
                  <a:lnTo>
                    <a:pt x="71446" y="179451"/>
                  </a:lnTo>
                  <a:lnTo>
                    <a:pt x="73909" y="179155"/>
                  </a:lnTo>
                  <a:lnTo>
                    <a:pt x="76373" y="178854"/>
                  </a:lnTo>
                  <a:lnTo>
                    <a:pt x="78837" y="178552"/>
                  </a:lnTo>
                  <a:lnTo>
                    <a:pt x="81300" y="178247"/>
                  </a:lnTo>
                  <a:lnTo>
                    <a:pt x="83764" y="177941"/>
                  </a:lnTo>
                  <a:lnTo>
                    <a:pt x="86228" y="177634"/>
                  </a:lnTo>
                  <a:lnTo>
                    <a:pt x="88691" y="177327"/>
                  </a:lnTo>
                  <a:lnTo>
                    <a:pt x="91155" y="177020"/>
                  </a:lnTo>
                  <a:lnTo>
                    <a:pt x="93618" y="176715"/>
                  </a:lnTo>
                  <a:lnTo>
                    <a:pt x="96082" y="176411"/>
                  </a:lnTo>
                  <a:lnTo>
                    <a:pt x="98546" y="176111"/>
                  </a:lnTo>
                  <a:lnTo>
                    <a:pt x="101009" y="175813"/>
                  </a:lnTo>
                  <a:lnTo>
                    <a:pt x="103473" y="175520"/>
                  </a:lnTo>
                  <a:lnTo>
                    <a:pt x="105937" y="175232"/>
                  </a:lnTo>
                  <a:lnTo>
                    <a:pt x="108400" y="174948"/>
                  </a:lnTo>
                  <a:lnTo>
                    <a:pt x="110864" y="174671"/>
                  </a:lnTo>
                  <a:lnTo>
                    <a:pt x="113328" y="174400"/>
                  </a:lnTo>
                  <a:lnTo>
                    <a:pt x="115791" y="174136"/>
                  </a:lnTo>
                  <a:lnTo>
                    <a:pt x="118255" y="173878"/>
                  </a:lnTo>
                  <a:lnTo>
                    <a:pt x="120719" y="173631"/>
                  </a:lnTo>
                  <a:lnTo>
                    <a:pt x="123182" y="173390"/>
                  </a:lnTo>
                  <a:lnTo>
                    <a:pt x="125646" y="173157"/>
                  </a:lnTo>
                  <a:lnTo>
                    <a:pt x="128110" y="172934"/>
                  </a:lnTo>
                  <a:lnTo>
                    <a:pt x="130573" y="172721"/>
                  </a:lnTo>
                  <a:lnTo>
                    <a:pt x="133037" y="172515"/>
                  </a:lnTo>
                  <a:lnTo>
                    <a:pt x="135501" y="172317"/>
                  </a:lnTo>
                  <a:lnTo>
                    <a:pt x="137964" y="172132"/>
                  </a:lnTo>
                  <a:lnTo>
                    <a:pt x="140428" y="171954"/>
                  </a:lnTo>
                  <a:lnTo>
                    <a:pt x="142892" y="171785"/>
                  </a:lnTo>
                  <a:lnTo>
                    <a:pt x="145355" y="171624"/>
                  </a:lnTo>
                  <a:lnTo>
                    <a:pt x="147819" y="171474"/>
                  </a:lnTo>
                  <a:lnTo>
                    <a:pt x="150283" y="171330"/>
                  </a:lnTo>
                  <a:lnTo>
                    <a:pt x="152746" y="171194"/>
                  </a:lnTo>
                  <a:lnTo>
                    <a:pt x="155210" y="171066"/>
                  </a:lnTo>
                  <a:lnTo>
                    <a:pt x="157674" y="170945"/>
                  </a:lnTo>
                  <a:lnTo>
                    <a:pt x="160137" y="170830"/>
                  </a:lnTo>
                  <a:lnTo>
                    <a:pt x="162601" y="170720"/>
                  </a:lnTo>
                  <a:lnTo>
                    <a:pt x="165065" y="170616"/>
                  </a:lnTo>
                  <a:lnTo>
                    <a:pt x="167528" y="170516"/>
                  </a:lnTo>
                  <a:lnTo>
                    <a:pt x="169992" y="170420"/>
                  </a:lnTo>
                  <a:lnTo>
                    <a:pt x="172456" y="170327"/>
                  </a:lnTo>
                  <a:lnTo>
                    <a:pt x="174919" y="170235"/>
                  </a:lnTo>
                  <a:lnTo>
                    <a:pt x="177383" y="170145"/>
                  </a:lnTo>
                  <a:lnTo>
                    <a:pt x="179847" y="170056"/>
                  </a:lnTo>
                  <a:lnTo>
                    <a:pt x="182310" y="169965"/>
                  </a:lnTo>
                  <a:lnTo>
                    <a:pt x="184774" y="169874"/>
                  </a:lnTo>
                  <a:lnTo>
                    <a:pt x="187237" y="169780"/>
                  </a:lnTo>
                  <a:lnTo>
                    <a:pt x="189701" y="169684"/>
                  </a:lnTo>
                  <a:lnTo>
                    <a:pt x="192165" y="169582"/>
                  </a:lnTo>
                  <a:lnTo>
                    <a:pt x="194628" y="169477"/>
                  </a:lnTo>
                  <a:lnTo>
                    <a:pt x="197092" y="169367"/>
                  </a:lnTo>
                  <a:lnTo>
                    <a:pt x="199556" y="169248"/>
                  </a:lnTo>
                  <a:lnTo>
                    <a:pt x="202019" y="169123"/>
                  </a:lnTo>
                  <a:lnTo>
                    <a:pt x="204483" y="168990"/>
                  </a:lnTo>
                  <a:lnTo>
                    <a:pt x="206947" y="168849"/>
                  </a:lnTo>
                  <a:lnTo>
                    <a:pt x="209410" y="168696"/>
                  </a:lnTo>
                  <a:lnTo>
                    <a:pt x="211874" y="168534"/>
                  </a:lnTo>
                  <a:lnTo>
                    <a:pt x="214338" y="168363"/>
                  </a:lnTo>
                  <a:lnTo>
                    <a:pt x="216801" y="168177"/>
                  </a:lnTo>
                  <a:lnTo>
                    <a:pt x="219265" y="167979"/>
                  </a:lnTo>
                  <a:lnTo>
                    <a:pt x="221729" y="167769"/>
                  </a:lnTo>
                  <a:lnTo>
                    <a:pt x="224192" y="167548"/>
                  </a:lnTo>
                  <a:lnTo>
                    <a:pt x="226656" y="167308"/>
                  </a:lnTo>
                  <a:lnTo>
                    <a:pt x="229120" y="167055"/>
                  </a:lnTo>
                  <a:lnTo>
                    <a:pt x="231583" y="166790"/>
                  </a:lnTo>
                  <a:lnTo>
                    <a:pt x="234047" y="166507"/>
                  </a:lnTo>
                  <a:lnTo>
                    <a:pt x="236511" y="166206"/>
                  </a:lnTo>
                  <a:lnTo>
                    <a:pt x="238974" y="165891"/>
                  </a:lnTo>
                  <a:lnTo>
                    <a:pt x="241438" y="165563"/>
                  </a:lnTo>
                  <a:lnTo>
                    <a:pt x="243902" y="165211"/>
                  </a:lnTo>
                  <a:lnTo>
                    <a:pt x="246365" y="164844"/>
                  </a:lnTo>
                  <a:lnTo>
                    <a:pt x="248829" y="164461"/>
                  </a:lnTo>
                  <a:lnTo>
                    <a:pt x="251293" y="164060"/>
                  </a:lnTo>
                  <a:lnTo>
                    <a:pt x="253756" y="163637"/>
                  </a:lnTo>
                  <a:lnTo>
                    <a:pt x="256220" y="163199"/>
                  </a:lnTo>
                  <a:lnTo>
                    <a:pt x="258684" y="162744"/>
                  </a:lnTo>
                  <a:lnTo>
                    <a:pt x="261147" y="162264"/>
                  </a:lnTo>
                  <a:lnTo>
                    <a:pt x="263611" y="161766"/>
                  </a:lnTo>
                  <a:lnTo>
                    <a:pt x="266075" y="161251"/>
                  </a:lnTo>
                  <a:lnTo>
                    <a:pt x="268538" y="160716"/>
                  </a:lnTo>
                  <a:lnTo>
                    <a:pt x="271002" y="160155"/>
                  </a:lnTo>
                  <a:lnTo>
                    <a:pt x="273465" y="159577"/>
                  </a:lnTo>
                  <a:lnTo>
                    <a:pt x="275929" y="158981"/>
                  </a:lnTo>
                  <a:lnTo>
                    <a:pt x="278393" y="158359"/>
                  </a:lnTo>
                  <a:lnTo>
                    <a:pt x="280856" y="157714"/>
                  </a:lnTo>
                  <a:lnTo>
                    <a:pt x="283320" y="157051"/>
                  </a:lnTo>
                  <a:lnTo>
                    <a:pt x="285784" y="156368"/>
                  </a:lnTo>
                  <a:lnTo>
                    <a:pt x="288247" y="155654"/>
                  </a:lnTo>
                  <a:lnTo>
                    <a:pt x="290711" y="154919"/>
                  </a:lnTo>
                  <a:lnTo>
                    <a:pt x="293175" y="154165"/>
                  </a:lnTo>
                  <a:lnTo>
                    <a:pt x="295638" y="153384"/>
                  </a:lnTo>
                  <a:lnTo>
                    <a:pt x="298102" y="152576"/>
                  </a:lnTo>
                  <a:lnTo>
                    <a:pt x="300566" y="151746"/>
                  </a:lnTo>
                  <a:lnTo>
                    <a:pt x="303029" y="150895"/>
                  </a:lnTo>
                  <a:lnTo>
                    <a:pt x="305493" y="150010"/>
                  </a:lnTo>
                  <a:lnTo>
                    <a:pt x="307957" y="149101"/>
                  </a:lnTo>
                  <a:lnTo>
                    <a:pt x="310420" y="148170"/>
                  </a:lnTo>
                  <a:lnTo>
                    <a:pt x="312884" y="147211"/>
                  </a:lnTo>
                  <a:lnTo>
                    <a:pt x="315348" y="146220"/>
                  </a:lnTo>
                  <a:lnTo>
                    <a:pt x="317811" y="145205"/>
                  </a:lnTo>
                  <a:lnTo>
                    <a:pt x="320275" y="144168"/>
                  </a:lnTo>
                  <a:lnTo>
                    <a:pt x="322739" y="143095"/>
                  </a:lnTo>
                  <a:lnTo>
                    <a:pt x="325202" y="141995"/>
                  </a:lnTo>
                  <a:lnTo>
                    <a:pt x="327666" y="140870"/>
                  </a:lnTo>
                  <a:lnTo>
                    <a:pt x="330130" y="139720"/>
                  </a:lnTo>
                  <a:lnTo>
                    <a:pt x="332593" y="138532"/>
                  </a:lnTo>
                  <a:lnTo>
                    <a:pt x="335057" y="137321"/>
                  </a:lnTo>
                  <a:lnTo>
                    <a:pt x="337521" y="136085"/>
                  </a:lnTo>
                  <a:lnTo>
                    <a:pt x="339984" y="134817"/>
                  </a:lnTo>
                  <a:lnTo>
                    <a:pt x="342448" y="133518"/>
                  </a:lnTo>
                  <a:lnTo>
                    <a:pt x="344912" y="132196"/>
                  </a:lnTo>
                  <a:lnTo>
                    <a:pt x="347375" y="130850"/>
                  </a:lnTo>
                  <a:lnTo>
                    <a:pt x="349839" y="129467"/>
                  </a:lnTo>
                  <a:lnTo>
                    <a:pt x="352303" y="128061"/>
                  </a:lnTo>
                  <a:lnTo>
                    <a:pt x="354766" y="126633"/>
                  </a:lnTo>
                  <a:lnTo>
                    <a:pt x="357230" y="125176"/>
                  </a:lnTo>
                  <a:lnTo>
                    <a:pt x="359694" y="123690"/>
                  </a:lnTo>
                  <a:lnTo>
                    <a:pt x="362157" y="122183"/>
                  </a:lnTo>
                  <a:lnTo>
                    <a:pt x="364621" y="120656"/>
                  </a:lnTo>
                  <a:lnTo>
                    <a:pt x="367084" y="119097"/>
                  </a:lnTo>
                  <a:lnTo>
                    <a:pt x="369548" y="117518"/>
                  </a:lnTo>
                  <a:lnTo>
                    <a:pt x="372012" y="115920"/>
                  </a:lnTo>
                  <a:lnTo>
                    <a:pt x="374475" y="114301"/>
                  </a:lnTo>
                  <a:lnTo>
                    <a:pt x="376939" y="112656"/>
                  </a:lnTo>
                  <a:lnTo>
                    <a:pt x="379403" y="110995"/>
                  </a:lnTo>
                  <a:lnTo>
                    <a:pt x="381866" y="109318"/>
                  </a:lnTo>
                  <a:lnTo>
                    <a:pt x="384330" y="107620"/>
                  </a:lnTo>
                  <a:lnTo>
                    <a:pt x="386794" y="105904"/>
                  </a:lnTo>
                  <a:lnTo>
                    <a:pt x="389257" y="104174"/>
                  </a:lnTo>
                  <a:lnTo>
                    <a:pt x="391721" y="102431"/>
                  </a:lnTo>
                  <a:lnTo>
                    <a:pt x="394185" y="100668"/>
                  </a:lnTo>
                  <a:lnTo>
                    <a:pt x="396648" y="98895"/>
                  </a:lnTo>
                  <a:lnTo>
                    <a:pt x="399112" y="97110"/>
                  </a:lnTo>
                  <a:lnTo>
                    <a:pt x="401576" y="95313"/>
                  </a:lnTo>
                  <a:lnTo>
                    <a:pt x="404039" y="93503"/>
                  </a:lnTo>
                  <a:lnTo>
                    <a:pt x="406503" y="91686"/>
                  </a:lnTo>
                  <a:lnTo>
                    <a:pt x="408967" y="89860"/>
                  </a:lnTo>
                  <a:lnTo>
                    <a:pt x="411430" y="88022"/>
                  </a:lnTo>
                  <a:lnTo>
                    <a:pt x="413894" y="86179"/>
                  </a:lnTo>
                  <a:lnTo>
                    <a:pt x="416358" y="84329"/>
                  </a:lnTo>
                  <a:lnTo>
                    <a:pt x="418821" y="82473"/>
                  </a:lnTo>
                  <a:lnTo>
                    <a:pt x="421285" y="80611"/>
                  </a:lnTo>
                  <a:lnTo>
                    <a:pt x="423749" y="78745"/>
                  </a:lnTo>
                  <a:lnTo>
                    <a:pt x="426212" y="76876"/>
                  </a:lnTo>
                  <a:lnTo>
                    <a:pt x="428676" y="75003"/>
                  </a:lnTo>
                  <a:lnTo>
                    <a:pt x="431140" y="73127"/>
                  </a:lnTo>
                  <a:lnTo>
                    <a:pt x="433603" y="71250"/>
                  </a:lnTo>
                  <a:lnTo>
                    <a:pt x="436067" y="69372"/>
                  </a:lnTo>
                  <a:lnTo>
                    <a:pt x="438531" y="67494"/>
                  </a:lnTo>
                  <a:lnTo>
                    <a:pt x="440994" y="65616"/>
                  </a:lnTo>
                  <a:lnTo>
                    <a:pt x="443458" y="63739"/>
                  </a:lnTo>
                  <a:lnTo>
                    <a:pt x="445922" y="61865"/>
                  </a:lnTo>
                  <a:lnTo>
                    <a:pt x="448385" y="59994"/>
                  </a:lnTo>
                  <a:lnTo>
                    <a:pt x="450849" y="58126"/>
                  </a:lnTo>
                  <a:lnTo>
                    <a:pt x="453312" y="56262"/>
                  </a:lnTo>
                  <a:lnTo>
                    <a:pt x="455776" y="54405"/>
                  </a:lnTo>
                  <a:lnTo>
                    <a:pt x="458240" y="52555"/>
                  </a:lnTo>
                  <a:lnTo>
                    <a:pt x="460703" y="50711"/>
                  </a:lnTo>
                  <a:lnTo>
                    <a:pt x="463167" y="48877"/>
                  </a:lnTo>
                  <a:lnTo>
                    <a:pt x="465631" y="47054"/>
                  </a:lnTo>
                  <a:lnTo>
                    <a:pt x="468094" y="45240"/>
                  </a:lnTo>
                  <a:lnTo>
                    <a:pt x="470558" y="43437"/>
                  </a:lnTo>
                  <a:lnTo>
                    <a:pt x="473022" y="41652"/>
                  </a:lnTo>
                  <a:lnTo>
                    <a:pt x="475485" y="39882"/>
                  </a:lnTo>
                  <a:lnTo>
                    <a:pt x="477949" y="38125"/>
                  </a:lnTo>
                  <a:lnTo>
                    <a:pt x="480413" y="36386"/>
                  </a:lnTo>
                  <a:lnTo>
                    <a:pt x="482876" y="34672"/>
                  </a:lnTo>
                  <a:lnTo>
                    <a:pt x="485340" y="32976"/>
                  </a:lnTo>
                  <a:lnTo>
                    <a:pt x="487804" y="31299"/>
                  </a:lnTo>
                  <a:lnTo>
                    <a:pt x="490267" y="29653"/>
                  </a:lnTo>
                  <a:lnTo>
                    <a:pt x="492731" y="28033"/>
                  </a:lnTo>
                  <a:lnTo>
                    <a:pt x="495195" y="26437"/>
                  </a:lnTo>
                  <a:lnTo>
                    <a:pt x="497658" y="24869"/>
                  </a:lnTo>
                  <a:lnTo>
                    <a:pt x="500122" y="23342"/>
                  </a:lnTo>
                  <a:lnTo>
                    <a:pt x="502586" y="21844"/>
                  </a:lnTo>
                  <a:lnTo>
                    <a:pt x="505049" y="20376"/>
                  </a:lnTo>
                  <a:lnTo>
                    <a:pt x="507513" y="18951"/>
                  </a:lnTo>
                  <a:lnTo>
                    <a:pt x="509977" y="17568"/>
                  </a:lnTo>
                  <a:lnTo>
                    <a:pt x="512440" y="16221"/>
                  </a:lnTo>
                  <a:lnTo>
                    <a:pt x="514904" y="14909"/>
                  </a:lnTo>
                  <a:lnTo>
                    <a:pt x="517368" y="13659"/>
                  </a:lnTo>
                  <a:lnTo>
                    <a:pt x="519831" y="12449"/>
                  </a:lnTo>
                  <a:lnTo>
                    <a:pt x="522295" y="11279"/>
                  </a:lnTo>
                  <a:lnTo>
                    <a:pt x="524759" y="10163"/>
                  </a:lnTo>
                  <a:lnTo>
                    <a:pt x="527222" y="9107"/>
                  </a:lnTo>
                  <a:lnTo>
                    <a:pt x="529686" y="8095"/>
                  </a:lnTo>
                  <a:lnTo>
                    <a:pt x="532150" y="7129"/>
                  </a:lnTo>
                  <a:lnTo>
                    <a:pt x="534613" y="6236"/>
                  </a:lnTo>
                  <a:lnTo>
                    <a:pt x="537077" y="5395"/>
                  </a:lnTo>
                  <a:lnTo>
                    <a:pt x="539541" y="4604"/>
                  </a:lnTo>
                  <a:lnTo>
                    <a:pt x="542004" y="3872"/>
                  </a:lnTo>
                  <a:lnTo>
                    <a:pt x="544468" y="3215"/>
                  </a:lnTo>
                  <a:lnTo>
                    <a:pt x="546931" y="2609"/>
                  </a:lnTo>
                  <a:lnTo>
                    <a:pt x="549395" y="2056"/>
                  </a:lnTo>
                  <a:lnTo>
                    <a:pt x="551859" y="1580"/>
                  </a:lnTo>
                  <a:lnTo>
                    <a:pt x="554322" y="1167"/>
                  </a:lnTo>
                  <a:lnTo>
                    <a:pt x="556786" y="809"/>
                  </a:lnTo>
                  <a:lnTo>
                    <a:pt x="559250" y="510"/>
                  </a:lnTo>
                  <a:lnTo>
                    <a:pt x="561713" y="295"/>
                  </a:lnTo>
                  <a:lnTo>
                    <a:pt x="564177" y="135"/>
                  </a:lnTo>
                  <a:lnTo>
                    <a:pt x="566641" y="30"/>
                  </a:lnTo>
                  <a:lnTo>
                    <a:pt x="569104" y="0"/>
                  </a:lnTo>
                  <a:lnTo>
                    <a:pt x="571568" y="39"/>
                  </a:lnTo>
                  <a:lnTo>
                    <a:pt x="574032" y="132"/>
                  </a:lnTo>
                  <a:lnTo>
                    <a:pt x="576495" y="280"/>
                  </a:lnTo>
                  <a:lnTo>
                    <a:pt x="578959" y="515"/>
                  </a:lnTo>
                  <a:lnTo>
                    <a:pt x="581423" y="804"/>
                  </a:lnTo>
                  <a:lnTo>
                    <a:pt x="583886" y="1146"/>
                  </a:lnTo>
                  <a:lnTo>
                    <a:pt x="586350" y="1553"/>
                  </a:lnTo>
                  <a:lnTo>
                    <a:pt x="588814" y="2031"/>
                  </a:lnTo>
                  <a:lnTo>
                    <a:pt x="591277" y="2560"/>
                  </a:lnTo>
                  <a:lnTo>
                    <a:pt x="593741" y="3138"/>
                  </a:lnTo>
                  <a:lnTo>
                    <a:pt x="596205" y="3791"/>
                  </a:lnTo>
                  <a:lnTo>
                    <a:pt x="598668" y="4497"/>
                  </a:lnTo>
                  <a:lnTo>
                    <a:pt x="601132" y="5250"/>
                  </a:lnTo>
                  <a:lnTo>
                    <a:pt x="603596" y="6057"/>
                  </a:lnTo>
                  <a:lnTo>
                    <a:pt x="606059" y="6929"/>
                  </a:lnTo>
                  <a:lnTo>
                    <a:pt x="608523" y="7846"/>
                  </a:lnTo>
                  <a:lnTo>
                    <a:pt x="610987" y="8805"/>
                  </a:lnTo>
                  <a:lnTo>
                    <a:pt x="613450" y="9822"/>
                  </a:lnTo>
                  <a:lnTo>
                    <a:pt x="615914" y="10888"/>
                  </a:lnTo>
                  <a:lnTo>
                    <a:pt x="618378" y="11993"/>
                  </a:lnTo>
                  <a:lnTo>
                    <a:pt x="620841" y="13138"/>
                  </a:lnTo>
                  <a:lnTo>
                    <a:pt x="623305" y="14340"/>
                  </a:lnTo>
                  <a:lnTo>
                    <a:pt x="625769" y="15576"/>
                  </a:lnTo>
                  <a:lnTo>
                    <a:pt x="628232" y="16847"/>
                  </a:lnTo>
                  <a:lnTo>
                    <a:pt x="630696" y="18160"/>
                  </a:lnTo>
                  <a:lnTo>
                    <a:pt x="633159" y="19513"/>
                  </a:lnTo>
                  <a:lnTo>
                    <a:pt x="635623" y="20896"/>
                  </a:lnTo>
                  <a:lnTo>
                    <a:pt x="638087" y="22308"/>
                  </a:lnTo>
                  <a:lnTo>
                    <a:pt x="640550" y="23763"/>
                  </a:lnTo>
                  <a:lnTo>
                    <a:pt x="643014" y="25244"/>
                  </a:lnTo>
                  <a:lnTo>
                    <a:pt x="645478" y="26749"/>
                  </a:lnTo>
                  <a:lnTo>
                    <a:pt x="647941" y="28284"/>
                  </a:lnTo>
                  <a:lnTo>
                    <a:pt x="650405" y="29848"/>
                  </a:lnTo>
                  <a:lnTo>
                    <a:pt x="652869" y="31434"/>
                  </a:lnTo>
                  <a:lnTo>
                    <a:pt x="655332" y="33039"/>
                  </a:lnTo>
                  <a:lnTo>
                    <a:pt x="657796" y="34671"/>
                  </a:lnTo>
                  <a:lnTo>
                    <a:pt x="660260" y="36323"/>
                  </a:lnTo>
                  <a:lnTo>
                    <a:pt x="662723" y="37991"/>
                  </a:lnTo>
                  <a:lnTo>
                    <a:pt x="665187" y="39676"/>
                  </a:lnTo>
                  <a:lnTo>
                    <a:pt x="667651" y="41383"/>
                  </a:lnTo>
                  <a:lnTo>
                    <a:pt x="670114" y="43102"/>
                  </a:lnTo>
                  <a:lnTo>
                    <a:pt x="672578" y="44833"/>
                  </a:lnTo>
                  <a:lnTo>
                    <a:pt x="675042" y="46580"/>
                  </a:lnTo>
                  <a:lnTo>
                    <a:pt x="677505" y="48340"/>
                  </a:lnTo>
                  <a:lnTo>
                    <a:pt x="679969" y="50109"/>
                  </a:lnTo>
                  <a:lnTo>
                    <a:pt x="682433" y="51888"/>
                  </a:lnTo>
                  <a:lnTo>
                    <a:pt x="684896" y="53679"/>
                  </a:lnTo>
                  <a:lnTo>
                    <a:pt x="687360" y="55477"/>
                  </a:lnTo>
                  <a:lnTo>
                    <a:pt x="689824" y="57282"/>
                  </a:lnTo>
                  <a:lnTo>
                    <a:pt x="692287" y="59095"/>
                  </a:lnTo>
                  <a:lnTo>
                    <a:pt x="694751" y="60915"/>
                  </a:lnTo>
                  <a:lnTo>
                    <a:pt x="697215" y="62740"/>
                  </a:lnTo>
                  <a:lnTo>
                    <a:pt x="699678" y="64569"/>
                  </a:lnTo>
                  <a:lnTo>
                    <a:pt x="702142" y="66404"/>
                  </a:lnTo>
                  <a:lnTo>
                    <a:pt x="704606" y="68243"/>
                  </a:lnTo>
                  <a:lnTo>
                    <a:pt x="707069" y="70084"/>
                  </a:lnTo>
                  <a:lnTo>
                    <a:pt x="709533" y="71929"/>
                  </a:lnTo>
                  <a:lnTo>
                    <a:pt x="711997" y="73776"/>
                  </a:lnTo>
                  <a:lnTo>
                    <a:pt x="714460" y="75625"/>
                  </a:lnTo>
                  <a:lnTo>
                    <a:pt x="716924" y="77475"/>
                  </a:lnTo>
                  <a:lnTo>
                    <a:pt x="719388" y="79326"/>
                  </a:lnTo>
                  <a:lnTo>
                    <a:pt x="721851" y="81178"/>
                  </a:lnTo>
                  <a:lnTo>
                    <a:pt x="724315" y="83030"/>
                  </a:lnTo>
                  <a:lnTo>
                    <a:pt x="726778" y="84881"/>
                  </a:lnTo>
                  <a:lnTo>
                    <a:pt x="729242" y="86731"/>
                  </a:lnTo>
                  <a:lnTo>
                    <a:pt x="731706" y="88580"/>
                  </a:lnTo>
                  <a:lnTo>
                    <a:pt x="734169" y="90427"/>
                  </a:lnTo>
                  <a:lnTo>
                    <a:pt x="736633" y="92271"/>
                  </a:lnTo>
                  <a:lnTo>
                    <a:pt x="739097" y="94112"/>
                  </a:lnTo>
                  <a:lnTo>
                    <a:pt x="741560" y="95950"/>
                  </a:lnTo>
                  <a:lnTo>
                    <a:pt x="744024" y="97784"/>
                  </a:lnTo>
                  <a:lnTo>
                    <a:pt x="746488" y="99611"/>
                  </a:lnTo>
                  <a:lnTo>
                    <a:pt x="748951" y="101434"/>
                  </a:lnTo>
                  <a:lnTo>
                    <a:pt x="751415" y="103251"/>
                  </a:lnTo>
                  <a:lnTo>
                    <a:pt x="753879" y="105061"/>
                  </a:lnTo>
                  <a:lnTo>
                    <a:pt x="756342" y="106861"/>
                  </a:lnTo>
                  <a:lnTo>
                    <a:pt x="758806" y="108655"/>
                  </a:lnTo>
                  <a:lnTo>
                    <a:pt x="761270" y="110440"/>
                  </a:lnTo>
                  <a:lnTo>
                    <a:pt x="763733" y="112212"/>
                  </a:lnTo>
                  <a:lnTo>
                    <a:pt x="766197" y="113974"/>
                  </a:lnTo>
                  <a:lnTo>
                    <a:pt x="768661" y="115725"/>
                  </a:lnTo>
                  <a:lnTo>
                    <a:pt x="771124" y="117464"/>
                  </a:lnTo>
                  <a:lnTo>
                    <a:pt x="773588" y="119185"/>
                  </a:lnTo>
                  <a:lnTo>
                    <a:pt x="776052" y="120893"/>
                  </a:lnTo>
                  <a:lnTo>
                    <a:pt x="778515" y="122588"/>
                  </a:lnTo>
                  <a:lnTo>
                    <a:pt x="780979" y="124263"/>
                  </a:lnTo>
                  <a:lnTo>
                    <a:pt x="783443" y="125919"/>
                  </a:lnTo>
                  <a:lnTo>
                    <a:pt x="785906" y="127559"/>
                  </a:lnTo>
                  <a:lnTo>
                    <a:pt x="788370" y="129182"/>
                  </a:lnTo>
                  <a:lnTo>
                    <a:pt x="790834" y="130777"/>
                  </a:lnTo>
                  <a:lnTo>
                    <a:pt x="793297" y="132354"/>
                  </a:lnTo>
                  <a:lnTo>
                    <a:pt x="795761" y="133912"/>
                  </a:lnTo>
                  <a:lnTo>
                    <a:pt x="798225" y="135443"/>
                  </a:lnTo>
                  <a:lnTo>
                    <a:pt x="800688" y="136948"/>
                  </a:lnTo>
                  <a:lnTo>
                    <a:pt x="803152" y="138431"/>
                  </a:lnTo>
                  <a:lnTo>
                    <a:pt x="805616" y="139892"/>
                  </a:lnTo>
                  <a:lnTo>
                    <a:pt x="808079" y="141318"/>
                  </a:lnTo>
                  <a:lnTo>
                    <a:pt x="810543" y="142720"/>
                  </a:lnTo>
                  <a:lnTo>
                    <a:pt x="813006" y="144098"/>
                  </a:lnTo>
                  <a:lnTo>
                    <a:pt x="815470" y="145447"/>
                  </a:lnTo>
                  <a:lnTo>
                    <a:pt x="817934" y="146761"/>
                  </a:lnTo>
                  <a:lnTo>
                    <a:pt x="820397" y="148051"/>
                  </a:lnTo>
                  <a:lnTo>
                    <a:pt x="822861" y="149315"/>
                  </a:lnTo>
                  <a:lnTo>
                    <a:pt x="825325" y="150542"/>
                  </a:lnTo>
                  <a:lnTo>
                    <a:pt x="827788" y="151740"/>
                  </a:lnTo>
                  <a:lnTo>
                    <a:pt x="830252" y="152912"/>
                  </a:lnTo>
                  <a:lnTo>
                    <a:pt x="832716" y="154054"/>
                  </a:lnTo>
                  <a:lnTo>
                    <a:pt x="835179" y="155158"/>
                  </a:lnTo>
                  <a:lnTo>
                    <a:pt x="837643" y="156237"/>
                  </a:lnTo>
                  <a:lnTo>
                    <a:pt x="840107" y="157289"/>
                  </a:lnTo>
                  <a:lnTo>
                    <a:pt x="842570" y="158306"/>
                  </a:lnTo>
                  <a:lnTo>
                    <a:pt x="845034" y="159291"/>
                  </a:lnTo>
                  <a:lnTo>
                    <a:pt x="847498" y="160252"/>
                  </a:lnTo>
                  <a:lnTo>
                    <a:pt x="849961" y="161186"/>
                  </a:lnTo>
                  <a:lnTo>
                    <a:pt x="852425" y="162082"/>
                  </a:lnTo>
                  <a:lnTo>
                    <a:pt x="854889" y="162953"/>
                  </a:lnTo>
                  <a:lnTo>
                    <a:pt x="857352" y="163800"/>
                  </a:lnTo>
                  <a:lnTo>
                    <a:pt x="859816" y="164617"/>
                  </a:lnTo>
                  <a:lnTo>
                    <a:pt x="862280" y="165403"/>
                  </a:lnTo>
                  <a:lnTo>
                    <a:pt x="864743" y="166167"/>
                  </a:lnTo>
                  <a:lnTo>
                    <a:pt x="867207" y="166909"/>
                  </a:lnTo>
                  <a:lnTo>
                    <a:pt x="869671" y="167618"/>
                  </a:lnTo>
                  <a:lnTo>
                    <a:pt x="872134" y="168304"/>
                  </a:lnTo>
                  <a:lnTo>
                    <a:pt x="874598" y="168971"/>
                  </a:lnTo>
                  <a:lnTo>
                    <a:pt x="877062" y="169613"/>
                  </a:lnTo>
                  <a:lnTo>
                    <a:pt x="879525" y="170228"/>
                  </a:lnTo>
                  <a:lnTo>
                    <a:pt x="881989" y="170825"/>
                  </a:lnTo>
                  <a:lnTo>
                    <a:pt x="884453" y="171404"/>
                  </a:lnTo>
                  <a:lnTo>
                    <a:pt x="886916" y="171958"/>
                  </a:lnTo>
                  <a:lnTo>
                    <a:pt x="889380" y="172492"/>
                  </a:lnTo>
                  <a:lnTo>
                    <a:pt x="891844" y="173010"/>
                  </a:lnTo>
                  <a:lnTo>
                    <a:pt x="894307" y="173511"/>
                  </a:lnTo>
                  <a:lnTo>
                    <a:pt x="896771" y="173989"/>
                  </a:lnTo>
                  <a:lnTo>
                    <a:pt x="899235" y="174453"/>
                  </a:lnTo>
                  <a:lnTo>
                    <a:pt x="901698" y="174903"/>
                  </a:lnTo>
                  <a:lnTo>
                    <a:pt x="904162" y="175335"/>
                  </a:lnTo>
                  <a:lnTo>
                    <a:pt x="906625" y="175750"/>
                  </a:lnTo>
                  <a:lnTo>
                    <a:pt x="909089" y="176154"/>
                  </a:lnTo>
                  <a:lnTo>
                    <a:pt x="911553" y="176545"/>
                  </a:lnTo>
                  <a:lnTo>
                    <a:pt x="914016" y="176918"/>
                  </a:lnTo>
                  <a:lnTo>
                    <a:pt x="916480" y="177280"/>
                  </a:lnTo>
                  <a:lnTo>
                    <a:pt x="918944" y="177631"/>
                  </a:lnTo>
                  <a:lnTo>
                    <a:pt x="921407" y="177970"/>
                  </a:lnTo>
                  <a:lnTo>
                    <a:pt x="923871" y="178295"/>
                  </a:lnTo>
                  <a:lnTo>
                    <a:pt x="926335" y="178611"/>
                  </a:lnTo>
                  <a:lnTo>
                    <a:pt x="928798" y="178918"/>
                  </a:lnTo>
                  <a:lnTo>
                    <a:pt x="931262" y="179211"/>
                  </a:lnTo>
                  <a:lnTo>
                    <a:pt x="933726" y="179495"/>
                  </a:lnTo>
                  <a:lnTo>
                    <a:pt x="936189" y="179772"/>
                  </a:lnTo>
                  <a:lnTo>
                    <a:pt x="938653" y="180039"/>
                  </a:lnTo>
                  <a:lnTo>
                    <a:pt x="941117" y="180295"/>
                  </a:lnTo>
                  <a:lnTo>
                    <a:pt x="943580" y="180543"/>
                  </a:lnTo>
                  <a:lnTo>
                    <a:pt x="946044" y="180785"/>
                  </a:lnTo>
                  <a:lnTo>
                    <a:pt x="948508" y="181016"/>
                  </a:lnTo>
                  <a:lnTo>
                    <a:pt x="950971" y="181240"/>
                  </a:lnTo>
                  <a:lnTo>
                    <a:pt x="953435" y="181457"/>
                  </a:lnTo>
                  <a:lnTo>
                    <a:pt x="955899" y="181668"/>
                  </a:lnTo>
                  <a:lnTo>
                    <a:pt x="958362" y="181868"/>
                  </a:lnTo>
                  <a:lnTo>
                    <a:pt x="960826" y="182063"/>
                  </a:lnTo>
                  <a:lnTo>
                    <a:pt x="963290" y="182252"/>
                  </a:lnTo>
                  <a:lnTo>
                    <a:pt x="965753" y="182434"/>
                  </a:lnTo>
                  <a:lnTo>
                    <a:pt x="968217" y="182608"/>
                  </a:lnTo>
                  <a:lnTo>
                    <a:pt x="970681" y="182777"/>
                  </a:lnTo>
                  <a:lnTo>
                    <a:pt x="973144" y="182941"/>
                  </a:lnTo>
                  <a:lnTo>
                    <a:pt x="975608" y="183096"/>
                  </a:lnTo>
                  <a:lnTo>
                    <a:pt x="978072" y="183246"/>
                  </a:lnTo>
                  <a:lnTo>
                    <a:pt x="980535" y="183392"/>
                  </a:lnTo>
                  <a:lnTo>
                    <a:pt x="982999" y="183531"/>
                  </a:lnTo>
                  <a:lnTo>
                    <a:pt x="985463" y="183664"/>
                  </a:lnTo>
                  <a:lnTo>
                    <a:pt x="987926" y="183792"/>
                  </a:lnTo>
                  <a:lnTo>
                    <a:pt x="990390" y="183916"/>
                  </a:lnTo>
                  <a:lnTo>
                    <a:pt x="992853" y="184034"/>
                  </a:lnTo>
                  <a:lnTo>
                    <a:pt x="995317" y="184147"/>
                  </a:lnTo>
                  <a:lnTo>
                    <a:pt x="997781" y="184255"/>
                  </a:lnTo>
                  <a:lnTo>
                    <a:pt x="1000244" y="184359"/>
                  </a:lnTo>
                  <a:lnTo>
                    <a:pt x="1002708" y="184458"/>
                  </a:lnTo>
                  <a:lnTo>
                    <a:pt x="1005172" y="184552"/>
                  </a:lnTo>
                  <a:lnTo>
                    <a:pt x="1007635" y="184643"/>
                  </a:lnTo>
                  <a:lnTo>
                    <a:pt x="1010099" y="184729"/>
                  </a:lnTo>
                  <a:lnTo>
                    <a:pt x="1012563" y="184810"/>
                  </a:lnTo>
                  <a:lnTo>
                    <a:pt x="1015026" y="184889"/>
                  </a:lnTo>
                  <a:lnTo>
                    <a:pt x="1017490" y="184963"/>
                  </a:lnTo>
                  <a:lnTo>
                    <a:pt x="1019954" y="185033"/>
                  </a:lnTo>
                  <a:lnTo>
                    <a:pt x="1022417" y="185100"/>
                  </a:lnTo>
                  <a:lnTo>
                    <a:pt x="1024881" y="185164"/>
                  </a:lnTo>
                  <a:lnTo>
                    <a:pt x="1027345" y="185224"/>
                  </a:lnTo>
                  <a:lnTo>
                    <a:pt x="1029808" y="185280"/>
                  </a:lnTo>
                  <a:lnTo>
                    <a:pt x="1032272" y="185334"/>
                  </a:lnTo>
                  <a:lnTo>
                    <a:pt x="1034736" y="185386"/>
                  </a:lnTo>
                  <a:lnTo>
                    <a:pt x="1037199" y="185433"/>
                  </a:lnTo>
                  <a:lnTo>
                    <a:pt x="1039663" y="185478"/>
                  </a:lnTo>
                  <a:lnTo>
                    <a:pt x="1042127" y="185521"/>
                  </a:lnTo>
                  <a:lnTo>
                    <a:pt x="1044590" y="185561"/>
                  </a:lnTo>
                  <a:lnTo>
                    <a:pt x="1047054" y="185598"/>
                  </a:lnTo>
                  <a:lnTo>
                    <a:pt x="1049518" y="185634"/>
                  </a:lnTo>
                  <a:lnTo>
                    <a:pt x="1051981" y="185667"/>
                  </a:lnTo>
                  <a:lnTo>
                    <a:pt x="1054445" y="185698"/>
                  </a:lnTo>
                  <a:lnTo>
                    <a:pt x="1056909" y="185727"/>
                  </a:lnTo>
                  <a:lnTo>
                    <a:pt x="1059372" y="185754"/>
                  </a:lnTo>
                  <a:lnTo>
                    <a:pt x="1061836" y="185779"/>
                  </a:lnTo>
                  <a:lnTo>
                    <a:pt x="1064300" y="185803"/>
                  </a:lnTo>
                  <a:lnTo>
                    <a:pt x="1066763" y="185825"/>
                  </a:lnTo>
                  <a:lnTo>
                    <a:pt x="1069227" y="185845"/>
                  </a:lnTo>
                  <a:lnTo>
                    <a:pt x="1071691" y="185864"/>
                  </a:lnTo>
                  <a:lnTo>
                    <a:pt x="1074154" y="185881"/>
                  </a:lnTo>
                  <a:lnTo>
                    <a:pt x="1076618" y="185898"/>
                  </a:lnTo>
                  <a:lnTo>
                    <a:pt x="1079082" y="185913"/>
                  </a:lnTo>
                  <a:lnTo>
                    <a:pt x="1081545" y="185927"/>
                  </a:lnTo>
                  <a:lnTo>
                    <a:pt x="1084009" y="185939"/>
                  </a:lnTo>
                  <a:lnTo>
                    <a:pt x="1086472" y="185951"/>
                  </a:lnTo>
                  <a:lnTo>
                    <a:pt x="1088936" y="185962"/>
                  </a:lnTo>
                  <a:lnTo>
                    <a:pt x="1091400" y="185972"/>
                  </a:lnTo>
                  <a:lnTo>
                    <a:pt x="1093863" y="185981"/>
                  </a:lnTo>
                  <a:lnTo>
                    <a:pt x="1096327" y="185990"/>
                  </a:lnTo>
                  <a:lnTo>
                    <a:pt x="1098791" y="185998"/>
                  </a:lnTo>
                  <a:lnTo>
                    <a:pt x="1101254" y="186005"/>
                  </a:lnTo>
                  <a:lnTo>
                    <a:pt x="1103718" y="186011"/>
                  </a:lnTo>
                  <a:lnTo>
                    <a:pt x="1106182" y="186017"/>
                  </a:lnTo>
                  <a:lnTo>
                    <a:pt x="1108645" y="186022"/>
                  </a:lnTo>
                  <a:lnTo>
                    <a:pt x="1111109" y="186027"/>
                  </a:lnTo>
                  <a:lnTo>
                    <a:pt x="1113573" y="186032"/>
                  </a:lnTo>
                  <a:lnTo>
                    <a:pt x="1116036" y="186036"/>
                  </a:lnTo>
                  <a:lnTo>
                    <a:pt x="1118500" y="186039"/>
                  </a:lnTo>
                  <a:lnTo>
                    <a:pt x="1120964" y="186043"/>
                  </a:lnTo>
                  <a:lnTo>
                    <a:pt x="1123427" y="186046"/>
                  </a:lnTo>
                  <a:lnTo>
                    <a:pt x="1125891" y="186048"/>
                  </a:lnTo>
                  <a:lnTo>
                    <a:pt x="1128355" y="186051"/>
                  </a:lnTo>
                  <a:lnTo>
                    <a:pt x="1130818" y="186053"/>
                  </a:lnTo>
                  <a:lnTo>
                    <a:pt x="1133282" y="186055"/>
                  </a:lnTo>
                  <a:lnTo>
                    <a:pt x="1135746" y="186056"/>
                  </a:lnTo>
                  <a:lnTo>
                    <a:pt x="1138209" y="186058"/>
                  </a:lnTo>
                  <a:lnTo>
                    <a:pt x="1140673" y="186059"/>
                  </a:lnTo>
                  <a:lnTo>
                    <a:pt x="1143137" y="186061"/>
                  </a:lnTo>
                  <a:lnTo>
                    <a:pt x="1145600" y="186062"/>
                  </a:lnTo>
                  <a:lnTo>
                    <a:pt x="1148064" y="186063"/>
                  </a:lnTo>
                  <a:lnTo>
                    <a:pt x="1150528" y="186064"/>
                  </a:lnTo>
                  <a:lnTo>
                    <a:pt x="1152991" y="186064"/>
                  </a:lnTo>
                  <a:lnTo>
                    <a:pt x="1155455" y="186065"/>
                  </a:lnTo>
                  <a:lnTo>
                    <a:pt x="1157919" y="186066"/>
                  </a:lnTo>
                  <a:lnTo>
                    <a:pt x="1160382" y="186066"/>
                  </a:lnTo>
                  <a:lnTo>
                    <a:pt x="1162846" y="186067"/>
                  </a:lnTo>
                  <a:lnTo>
                    <a:pt x="1165310" y="186067"/>
                  </a:lnTo>
                  <a:lnTo>
                    <a:pt x="1167773" y="186068"/>
                  </a:lnTo>
                  <a:lnTo>
                    <a:pt x="1170237" y="186068"/>
                  </a:lnTo>
                  <a:lnTo>
                    <a:pt x="1172701" y="186068"/>
                  </a:lnTo>
                  <a:lnTo>
                    <a:pt x="1175164" y="186068"/>
                  </a:lnTo>
                  <a:lnTo>
                    <a:pt x="1177628" y="186069"/>
                  </a:lnTo>
                  <a:lnTo>
                    <a:pt x="1180091" y="186069"/>
                  </a:lnTo>
                  <a:lnTo>
                    <a:pt x="1182555" y="186069"/>
                  </a:lnTo>
                  <a:lnTo>
                    <a:pt x="1185019" y="186069"/>
                  </a:lnTo>
                  <a:lnTo>
                    <a:pt x="1187482" y="186069"/>
                  </a:lnTo>
                  <a:lnTo>
                    <a:pt x="1189946" y="186069"/>
                  </a:lnTo>
                  <a:lnTo>
                    <a:pt x="1192410" y="186069"/>
                  </a:lnTo>
                  <a:lnTo>
                    <a:pt x="1194873" y="186070"/>
                  </a:lnTo>
                  <a:lnTo>
                    <a:pt x="1197337" y="186070"/>
                  </a:lnTo>
                  <a:lnTo>
                    <a:pt x="1199801" y="186070"/>
                  </a:lnTo>
                  <a:lnTo>
                    <a:pt x="1202264" y="186070"/>
                  </a:lnTo>
                  <a:lnTo>
                    <a:pt x="1204728" y="186070"/>
                  </a:lnTo>
                  <a:lnTo>
                    <a:pt x="1207192" y="186070"/>
                  </a:lnTo>
                  <a:lnTo>
                    <a:pt x="1209655" y="186070"/>
                  </a:lnTo>
                  <a:lnTo>
                    <a:pt x="1212119" y="186070"/>
                  </a:lnTo>
                  <a:lnTo>
                    <a:pt x="1214583" y="186070"/>
                  </a:lnTo>
                  <a:lnTo>
                    <a:pt x="1217046" y="186070"/>
                  </a:lnTo>
                  <a:lnTo>
                    <a:pt x="1219510" y="186070"/>
                  </a:lnTo>
                  <a:lnTo>
                    <a:pt x="1221974" y="186070"/>
                  </a:lnTo>
                  <a:lnTo>
                    <a:pt x="1224437" y="186070"/>
                  </a:lnTo>
                  <a:lnTo>
                    <a:pt x="1226901" y="186070"/>
                  </a:lnTo>
                  <a:lnTo>
                    <a:pt x="1229365" y="186070"/>
                  </a:lnTo>
                  <a:lnTo>
                    <a:pt x="1231828" y="186070"/>
                  </a:lnTo>
                  <a:lnTo>
                    <a:pt x="1234292" y="186070"/>
                  </a:lnTo>
                  <a:lnTo>
                    <a:pt x="1236756" y="186070"/>
                  </a:lnTo>
                  <a:lnTo>
                    <a:pt x="1239219" y="186070"/>
                  </a:lnTo>
                  <a:lnTo>
                    <a:pt x="1241683" y="186070"/>
                  </a:lnTo>
                  <a:lnTo>
                    <a:pt x="1244147" y="186070"/>
                  </a:lnTo>
                  <a:lnTo>
                    <a:pt x="1246610" y="186070"/>
                  </a:lnTo>
                  <a:lnTo>
                    <a:pt x="1249074" y="186070"/>
                  </a:lnTo>
                  <a:lnTo>
                    <a:pt x="1251538" y="186070"/>
                  </a:lnTo>
                  <a:lnTo>
                    <a:pt x="1254001" y="186070"/>
                  </a:lnTo>
                  <a:lnTo>
                    <a:pt x="1256465" y="186070"/>
                  </a:lnTo>
                  <a:lnTo>
                    <a:pt x="1258929" y="186070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8529616" y="2021152"/>
              <a:ext cx="1258929" cy="104635"/>
            </a:xfrm>
            <a:custGeom>
              <a:avLst/>
              <a:pathLst>
                <a:path w="1258929" h="104635">
                  <a:moveTo>
                    <a:pt x="0" y="103266"/>
                  </a:moveTo>
                  <a:lnTo>
                    <a:pt x="2463" y="103212"/>
                  </a:lnTo>
                  <a:lnTo>
                    <a:pt x="4927" y="103157"/>
                  </a:lnTo>
                  <a:lnTo>
                    <a:pt x="7390" y="103101"/>
                  </a:lnTo>
                  <a:lnTo>
                    <a:pt x="9854" y="103043"/>
                  </a:lnTo>
                  <a:lnTo>
                    <a:pt x="12318" y="102984"/>
                  </a:lnTo>
                  <a:lnTo>
                    <a:pt x="14781" y="102923"/>
                  </a:lnTo>
                  <a:lnTo>
                    <a:pt x="17245" y="102860"/>
                  </a:lnTo>
                  <a:lnTo>
                    <a:pt x="19709" y="102797"/>
                  </a:lnTo>
                  <a:lnTo>
                    <a:pt x="22172" y="102731"/>
                  </a:lnTo>
                  <a:lnTo>
                    <a:pt x="24636" y="102665"/>
                  </a:lnTo>
                  <a:lnTo>
                    <a:pt x="27100" y="102596"/>
                  </a:lnTo>
                  <a:lnTo>
                    <a:pt x="29563" y="102527"/>
                  </a:lnTo>
                  <a:lnTo>
                    <a:pt x="32027" y="102456"/>
                  </a:lnTo>
                  <a:lnTo>
                    <a:pt x="34491" y="102383"/>
                  </a:lnTo>
                  <a:lnTo>
                    <a:pt x="36954" y="102309"/>
                  </a:lnTo>
                  <a:lnTo>
                    <a:pt x="39418" y="102233"/>
                  </a:lnTo>
                  <a:lnTo>
                    <a:pt x="41882" y="102156"/>
                  </a:lnTo>
                  <a:lnTo>
                    <a:pt x="44345" y="102077"/>
                  </a:lnTo>
                  <a:lnTo>
                    <a:pt x="46809" y="101997"/>
                  </a:lnTo>
                  <a:lnTo>
                    <a:pt x="49273" y="101916"/>
                  </a:lnTo>
                  <a:lnTo>
                    <a:pt x="51736" y="101832"/>
                  </a:lnTo>
                  <a:lnTo>
                    <a:pt x="54200" y="101748"/>
                  </a:lnTo>
                  <a:lnTo>
                    <a:pt x="56664" y="101663"/>
                  </a:lnTo>
                  <a:lnTo>
                    <a:pt x="59127" y="101575"/>
                  </a:lnTo>
                  <a:lnTo>
                    <a:pt x="61591" y="101486"/>
                  </a:lnTo>
                  <a:lnTo>
                    <a:pt x="64055" y="101396"/>
                  </a:lnTo>
                  <a:lnTo>
                    <a:pt x="66518" y="101305"/>
                  </a:lnTo>
                  <a:lnTo>
                    <a:pt x="68982" y="101212"/>
                  </a:lnTo>
                  <a:lnTo>
                    <a:pt x="71446" y="101118"/>
                  </a:lnTo>
                  <a:lnTo>
                    <a:pt x="73909" y="101022"/>
                  </a:lnTo>
                  <a:lnTo>
                    <a:pt x="76373" y="100925"/>
                  </a:lnTo>
                  <a:lnTo>
                    <a:pt x="78837" y="100827"/>
                  </a:lnTo>
                  <a:lnTo>
                    <a:pt x="81300" y="100728"/>
                  </a:lnTo>
                  <a:lnTo>
                    <a:pt x="83764" y="100626"/>
                  </a:lnTo>
                  <a:lnTo>
                    <a:pt x="86228" y="100524"/>
                  </a:lnTo>
                  <a:lnTo>
                    <a:pt x="88691" y="100421"/>
                  </a:lnTo>
                  <a:lnTo>
                    <a:pt x="91155" y="100316"/>
                  </a:lnTo>
                  <a:lnTo>
                    <a:pt x="93618" y="100210"/>
                  </a:lnTo>
                  <a:lnTo>
                    <a:pt x="96082" y="100102"/>
                  </a:lnTo>
                  <a:lnTo>
                    <a:pt x="98546" y="99994"/>
                  </a:lnTo>
                  <a:lnTo>
                    <a:pt x="101009" y="99884"/>
                  </a:lnTo>
                  <a:lnTo>
                    <a:pt x="103473" y="99772"/>
                  </a:lnTo>
                  <a:lnTo>
                    <a:pt x="105937" y="99660"/>
                  </a:lnTo>
                  <a:lnTo>
                    <a:pt x="108400" y="99546"/>
                  </a:lnTo>
                  <a:lnTo>
                    <a:pt x="110864" y="99431"/>
                  </a:lnTo>
                  <a:lnTo>
                    <a:pt x="113328" y="99314"/>
                  </a:lnTo>
                  <a:lnTo>
                    <a:pt x="115791" y="99196"/>
                  </a:lnTo>
                  <a:lnTo>
                    <a:pt x="118255" y="99077"/>
                  </a:lnTo>
                  <a:lnTo>
                    <a:pt x="120719" y="98957"/>
                  </a:lnTo>
                  <a:lnTo>
                    <a:pt x="123182" y="98835"/>
                  </a:lnTo>
                  <a:lnTo>
                    <a:pt x="125646" y="98711"/>
                  </a:lnTo>
                  <a:lnTo>
                    <a:pt x="128110" y="98586"/>
                  </a:lnTo>
                  <a:lnTo>
                    <a:pt x="130573" y="98461"/>
                  </a:lnTo>
                  <a:lnTo>
                    <a:pt x="133037" y="98333"/>
                  </a:lnTo>
                  <a:lnTo>
                    <a:pt x="135501" y="98203"/>
                  </a:lnTo>
                  <a:lnTo>
                    <a:pt x="137964" y="98073"/>
                  </a:lnTo>
                  <a:lnTo>
                    <a:pt x="140428" y="97940"/>
                  </a:lnTo>
                  <a:lnTo>
                    <a:pt x="142892" y="97807"/>
                  </a:lnTo>
                  <a:lnTo>
                    <a:pt x="145355" y="97670"/>
                  </a:lnTo>
                  <a:lnTo>
                    <a:pt x="147819" y="97533"/>
                  </a:lnTo>
                  <a:lnTo>
                    <a:pt x="150283" y="97394"/>
                  </a:lnTo>
                  <a:lnTo>
                    <a:pt x="152746" y="97253"/>
                  </a:lnTo>
                  <a:lnTo>
                    <a:pt x="155210" y="97110"/>
                  </a:lnTo>
                  <a:lnTo>
                    <a:pt x="157674" y="96964"/>
                  </a:lnTo>
                  <a:lnTo>
                    <a:pt x="160137" y="96817"/>
                  </a:lnTo>
                  <a:lnTo>
                    <a:pt x="162601" y="96668"/>
                  </a:lnTo>
                  <a:lnTo>
                    <a:pt x="165065" y="96516"/>
                  </a:lnTo>
                  <a:lnTo>
                    <a:pt x="167528" y="96363"/>
                  </a:lnTo>
                  <a:lnTo>
                    <a:pt x="169992" y="96207"/>
                  </a:lnTo>
                  <a:lnTo>
                    <a:pt x="172456" y="96048"/>
                  </a:lnTo>
                  <a:lnTo>
                    <a:pt x="174919" y="95887"/>
                  </a:lnTo>
                  <a:lnTo>
                    <a:pt x="177383" y="95722"/>
                  </a:lnTo>
                  <a:lnTo>
                    <a:pt x="179847" y="95556"/>
                  </a:lnTo>
                  <a:lnTo>
                    <a:pt x="182310" y="95386"/>
                  </a:lnTo>
                  <a:lnTo>
                    <a:pt x="184774" y="95213"/>
                  </a:lnTo>
                  <a:lnTo>
                    <a:pt x="187237" y="95039"/>
                  </a:lnTo>
                  <a:lnTo>
                    <a:pt x="189701" y="94859"/>
                  </a:lnTo>
                  <a:lnTo>
                    <a:pt x="192165" y="94677"/>
                  </a:lnTo>
                  <a:lnTo>
                    <a:pt x="194628" y="94491"/>
                  </a:lnTo>
                  <a:lnTo>
                    <a:pt x="197092" y="94301"/>
                  </a:lnTo>
                  <a:lnTo>
                    <a:pt x="199556" y="94110"/>
                  </a:lnTo>
                  <a:lnTo>
                    <a:pt x="202019" y="93911"/>
                  </a:lnTo>
                  <a:lnTo>
                    <a:pt x="204483" y="93711"/>
                  </a:lnTo>
                  <a:lnTo>
                    <a:pt x="206947" y="93506"/>
                  </a:lnTo>
                  <a:lnTo>
                    <a:pt x="209410" y="93296"/>
                  </a:lnTo>
                  <a:lnTo>
                    <a:pt x="211874" y="93084"/>
                  </a:lnTo>
                  <a:lnTo>
                    <a:pt x="214338" y="92865"/>
                  </a:lnTo>
                  <a:lnTo>
                    <a:pt x="216801" y="92642"/>
                  </a:lnTo>
                  <a:lnTo>
                    <a:pt x="219265" y="92415"/>
                  </a:lnTo>
                  <a:lnTo>
                    <a:pt x="221729" y="92182"/>
                  </a:lnTo>
                  <a:lnTo>
                    <a:pt x="224192" y="91945"/>
                  </a:lnTo>
                  <a:lnTo>
                    <a:pt x="226656" y="91701"/>
                  </a:lnTo>
                  <a:lnTo>
                    <a:pt x="229120" y="91453"/>
                  </a:lnTo>
                  <a:lnTo>
                    <a:pt x="231583" y="91200"/>
                  </a:lnTo>
                  <a:lnTo>
                    <a:pt x="234047" y="90940"/>
                  </a:lnTo>
                  <a:lnTo>
                    <a:pt x="236511" y="90676"/>
                  </a:lnTo>
                  <a:lnTo>
                    <a:pt x="238974" y="90404"/>
                  </a:lnTo>
                  <a:lnTo>
                    <a:pt x="241438" y="90127"/>
                  </a:lnTo>
                  <a:lnTo>
                    <a:pt x="243902" y="89845"/>
                  </a:lnTo>
                  <a:lnTo>
                    <a:pt x="246365" y="89554"/>
                  </a:lnTo>
                  <a:lnTo>
                    <a:pt x="248829" y="89260"/>
                  </a:lnTo>
                  <a:lnTo>
                    <a:pt x="251293" y="88956"/>
                  </a:lnTo>
                  <a:lnTo>
                    <a:pt x="253756" y="88647"/>
                  </a:lnTo>
                  <a:lnTo>
                    <a:pt x="256220" y="88332"/>
                  </a:lnTo>
                  <a:lnTo>
                    <a:pt x="258684" y="88008"/>
                  </a:lnTo>
                  <a:lnTo>
                    <a:pt x="261147" y="87680"/>
                  </a:lnTo>
                  <a:lnTo>
                    <a:pt x="263611" y="87342"/>
                  </a:lnTo>
                  <a:lnTo>
                    <a:pt x="266075" y="86998"/>
                  </a:lnTo>
                  <a:lnTo>
                    <a:pt x="268538" y="86648"/>
                  </a:lnTo>
                  <a:lnTo>
                    <a:pt x="271002" y="86287"/>
                  </a:lnTo>
                  <a:lnTo>
                    <a:pt x="273465" y="85922"/>
                  </a:lnTo>
                  <a:lnTo>
                    <a:pt x="275929" y="85548"/>
                  </a:lnTo>
                  <a:lnTo>
                    <a:pt x="278393" y="85166"/>
                  </a:lnTo>
                  <a:lnTo>
                    <a:pt x="280856" y="84779"/>
                  </a:lnTo>
                  <a:lnTo>
                    <a:pt x="283320" y="84380"/>
                  </a:lnTo>
                  <a:lnTo>
                    <a:pt x="285784" y="83977"/>
                  </a:lnTo>
                  <a:lnTo>
                    <a:pt x="288247" y="83564"/>
                  </a:lnTo>
                  <a:lnTo>
                    <a:pt x="290711" y="83143"/>
                  </a:lnTo>
                  <a:lnTo>
                    <a:pt x="293175" y="82717"/>
                  </a:lnTo>
                  <a:lnTo>
                    <a:pt x="295638" y="82279"/>
                  </a:lnTo>
                  <a:lnTo>
                    <a:pt x="298102" y="81836"/>
                  </a:lnTo>
                  <a:lnTo>
                    <a:pt x="300566" y="81384"/>
                  </a:lnTo>
                  <a:lnTo>
                    <a:pt x="303029" y="80924"/>
                  </a:lnTo>
                  <a:lnTo>
                    <a:pt x="305493" y="80459"/>
                  </a:lnTo>
                  <a:lnTo>
                    <a:pt x="307957" y="79981"/>
                  </a:lnTo>
                  <a:lnTo>
                    <a:pt x="310420" y="79499"/>
                  </a:lnTo>
                  <a:lnTo>
                    <a:pt x="312884" y="79009"/>
                  </a:lnTo>
                  <a:lnTo>
                    <a:pt x="315348" y="78509"/>
                  </a:lnTo>
                  <a:lnTo>
                    <a:pt x="317811" y="78005"/>
                  </a:lnTo>
                  <a:lnTo>
                    <a:pt x="320275" y="77490"/>
                  </a:lnTo>
                  <a:lnTo>
                    <a:pt x="322739" y="76969"/>
                  </a:lnTo>
                  <a:lnTo>
                    <a:pt x="325202" y="76441"/>
                  </a:lnTo>
                  <a:lnTo>
                    <a:pt x="327666" y="75904"/>
                  </a:lnTo>
                  <a:lnTo>
                    <a:pt x="330130" y="75363"/>
                  </a:lnTo>
                  <a:lnTo>
                    <a:pt x="332593" y="74811"/>
                  </a:lnTo>
                  <a:lnTo>
                    <a:pt x="335057" y="74254"/>
                  </a:lnTo>
                  <a:lnTo>
                    <a:pt x="337521" y="73691"/>
                  </a:lnTo>
                  <a:lnTo>
                    <a:pt x="339984" y="73119"/>
                  </a:lnTo>
                  <a:lnTo>
                    <a:pt x="342448" y="72544"/>
                  </a:lnTo>
                  <a:lnTo>
                    <a:pt x="344912" y="71959"/>
                  </a:lnTo>
                  <a:lnTo>
                    <a:pt x="347375" y="71370"/>
                  </a:lnTo>
                  <a:lnTo>
                    <a:pt x="349839" y="70775"/>
                  </a:lnTo>
                  <a:lnTo>
                    <a:pt x="352303" y="70172"/>
                  </a:lnTo>
                  <a:lnTo>
                    <a:pt x="354766" y="69566"/>
                  </a:lnTo>
                  <a:lnTo>
                    <a:pt x="357230" y="68953"/>
                  </a:lnTo>
                  <a:lnTo>
                    <a:pt x="359694" y="68335"/>
                  </a:lnTo>
                  <a:lnTo>
                    <a:pt x="362157" y="67713"/>
                  </a:lnTo>
                  <a:lnTo>
                    <a:pt x="364621" y="67084"/>
                  </a:lnTo>
                  <a:lnTo>
                    <a:pt x="367084" y="66452"/>
                  </a:lnTo>
                  <a:lnTo>
                    <a:pt x="369548" y="65814"/>
                  </a:lnTo>
                  <a:lnTo>
                    <a:pt x="372012" y="65173"/>
                  </a:lnTo>
                  <a:lnTo>
                    <a:pt x="374475" y="64529"/>
                  </a:lnTo>
                  <a:lnTo>
                    <a:pt x="376939" y="63879"/>
                  </a:lnTo>
                  <a:lnTo>
                    <a:pt x="379403" y="63227"/>
                  </a:lnTo>
                  <a:lnTo>
                    <a:pt x="381866" y="62571"/>
                  </a:lnTo>
                  <a:lnTo>
                    <a:pt x="384330" y="61913"/>
                  </a:lnTo>
                  <a:lnTo>
                    <a:pt x="386794" y="61252"/>
                  </a:lnTo>
                  <a:lnTo>
                    <a:pt x="389257" y="60587"/>
                  </a:lnTo>
                  <a:lnTo>
                    <a:pt x="391721" y="59921"/>
                  </a:lnTo>
                  <a:lnTo>
                    <a:pt x="394185" y="59253"/>
                  </a:lnTo>
                  <a:lnTo>
                    <a:pt x="396648" y="58583"/>
                  </a:lnTo>
                  <a:lnTo>
                    <a:pt x="399112" y="57912"/>
                  </a:lnTo>
                  <a:lnTo>
                    <a:pt x="401576" y="57238"/>
                  </a:lnTo>
                  <a:lnTo>
                    <a:pt x="404039" y="56565"/>
                  </a:lnTo>
                  <a:lnTo>
                    <a:pt x="406503" y="55890"/>
                  </a:lnTo>
                  <a:lnTo>
                    <a:pt x="408967" y="55215"/>
                  </a:lnTo>
                  <a:lnTo>
                    <a:pt x="411430" y="54539"/>
                  </a:lnTo>
                  <a:lnTo>
                    <a:pt x="413894" y="53864"/>
                  </a:lnTo>
                  <a:lnTo>
                    <a:pt x="416358" y="53188"/>
                  </a:lnTo>
                  <a:lnTo>
                    <a:pt x="418821" y="52513"/>
                  </a:lnTo>
                  <a:lnTo>
                    <a:pt x="421285" y="51839"/>
                  </a:lnTo>
                  <a:lnTo>
                    <a:pt x="423749" y="51165"/>
                  </a:lnTo>
                  <a:lnTo>
                    <a:pt x="426212" y="50493"/>
                  </a:lnTo>
                  <a:lnTo>
                    <a:pt x="428676" y="49822"/>
                  </a:lnTo>
                  <a:lnTo>
                    <a:pt x="431140" y="49153"/>
                  </a:lnTo>
                  <a:lnTo>
                    <a:pt x="433603" y="48485"/>
                  </a:lnTo>
                  <a:lnTo>
                    <a:pt x="436067" y="47819"/>
                  </a:lnTo>
                  <a:lnTo>
                    <a:pt x="438531" y="47155"/>
                  </a:lnTo>
                  <a:lnTo>
                    <a:pt x="440994" y="46494"/>
                  </a:lnTo>
                  <a:lnTo>
                    <a:pt x="443458" y="45835"/>
                  </a:lnTo>
                  <a:lnTo>
                    <a:pt x="445922" y="45179"/>
                  </a:lnTo>
                  <a:lnTo>
                    <a:pt x="448385" y="44525"/>
                  </a:lnTo>
                  <a:lnTo>
                    <a:pt x="450849" y="43875"/>
                  </a:lnTo>
                  <a:lnTo>
                    <a:pt x="453312" y="43228"/>
                  </a:lnTo>
                  <a:lnTo>
                    <a:pt x="455776" y="42584"/>
                  </a:lnTo>
                  <a:lnTo>
                    <a:pt x="458240" y="41944"/>
                  </a:lnTo>
                  <a:lnTo>
                    <a:pt x="460703" y="41306"/>
                  </a:lnTo>
                  <a:lnTo>
                    <a:pt x="463167" y="40674"/>
                  </a:lnTo>
                  <a:lnTo>
                    <a:pt x="465631" y="40045"/>
                  </a:lnTo>
                  <a:lnTo>
                    <a:pt x="468094" y="39419"/>
                  </a:lnTo>
                  <a:lnTo>
                    <a:pt x="470558" y="38798"/>
                  </a:lnTo>
                  <a:lnTo>
                    <a:pt x="473022" y="38180"/>
                  </a:lnTo>
                  <a:lnTo>
                    <a:pt x="475485" y="37568"/>
                  </a:lnTo>
                  <a:lnTo>
                    <a:pt x="477949" y="36960"/>
                  </a:lnTo>
                  <a:lnTo>
                    <a:pt x="480413" y="36355"/>
                  </a:lnTo>
                  <a:lnTo>
                    <a:pt x="482876" y="35756"/>
                  </a:lnTo>
                  <a:lnTo>
                    <a:pt x="485340" y="35160"/>
                  </a:lnTo>
                  <a:lnTo>
                    <a:pt x="487804" y="34570"/>
                  </a:lnTo>
                  <a:lnTo>
                    <a:pt x="490267" y="33984"/>
                  </a:lnTo>
                  <a:lnTo>
                    <a:pt x="492731" y="33402"/>
                  </a:lnTo>
                  <a:lnTo>
                    <a:pt x="495195" y="32827"/>
                  </a:lnTo>
                  <a:lnTo>
                    <a:pt x="497658" y="32254"/>
                  </a:lnTo>
                  <a:lnTo>
                    <a:pt x="500122" y="31687"/>
                  </a:lnTo>
                  <a:lnTo>
                    <a:pt x="502586" y="31125"/>
                  </a:lnTo>
                  <a:lnTo>
                    <a:pt x="505049" y="30567"/>
                  </a:lnTo>
                  <a:lnTo>
                    <a:pt x="507513" y="30015"/>
                  </a:lnTo>
                  <a:lnTo>
                    <a:pt x="509977" y="29467"/>
                  </a:lnTo>
                  <a:lnTo>
                    <a:pt x="512440" y="28924"/>
                  </a:lnTo>
                  <a:lnTo>
                    <a:pt x="514904" y="28386"/>
                  </a:lnTo>
                  <a:lnTo>
                    <a:pt x="517368" y="27851"/>
                  </a:lnTo>
                  <a:lnTo>
                    <a:pt x="519831" y="27324"/>
                  </a:lnTo>
                  <a:lnTo>
                    <a:pt x="522295" y="26800"/>
                  </a:lnTo>
                  <a:lnTo>
                    <a:pt x="524759" y="26281"/>
                  </a:lnTo>
                  <a:lnTo>
                    <a:pt x="527222" y="25767"/>
                  </a:lnTo>
                  <a:lnTo>
                    <a:pt x="529686" y="25255"/>
                  </a:lnTo>
                  <a:lnTo>
                    <a:pt x="532150" y="24752"/>
                  </a:lnTo>
                  <a:lnTo>
                    <a:pt x="534613" y="24251"/>
                  </a:lnTo>
                  <a:lnTo>
                    <a:pt x="537077" y="23755"/>
                  </a:lnTo>
                  <a:lnTo>
                    <a:pt x="539541" y="23265"/>
                  </a:lnTo>
                  <a:lnTo>
                    <a:pt x="542004" y="22777"/>
                  </a:lnTo>
                  <a:lnTo>
                    <a:pt x="544468" y="22296"/>
                  </a:lnTo>
                  <a:lnTo>
                    <a:pt x="546931" y="21818"/>
                  </a:lnTo>
                  <a:lnTo>
                    <a:pt x="549395" y="21345"/>
                  </a:lnTo>
                  <a:lnTo>
                    <a:pt x="551859" y="20877"/>
                  </a:lnTo>
                  <a:lnTo>
                    <a:pt x="554322" y="20412"/>
                  </a:lnTo>
                  <a:lnTo>
                    <a:pt x="556786" y="19953"/>
                  </a:lnTo>
                  <a:lnTo>
                    <a:pt x="559250" y="19498"/>
                  </a:lnTo>
                  <a:lnTo>
                    <a:pt x="561713" y="19046"/>
                  </a:lnTo>
                  <a:lnTo>
                    <a:pt x="564177" y="18601"/>
                  </a:lnTo>
                  <a:lnTo>
                    <a:pt x="566641" y="18158"/>
                  </a:lnTo>
                  <a:lnTo>
                    <a:pt x="569104" y="17721"/>
                  </a:lnTo>
                  <a:lnTo>
                    <a:pt x="571568" y="17287"/>
                  </a:lnTo>
                  <a:lnTo>
                    <a:pt x="574032" y="16857"/>
                  </a:lnTo>
                  <a:lnTo>
                    <a:pt x="576495" y="16433"/>
                  </a:lnTo>
                  <a:lnTo>
                    <a:pt x="578959" y="16012"/>
                  </a:lnTo>
                  <a:lnTo>
                    <a:pt x="581423" y="15596"/>
                  </a:lnTo>
                  <a:lnTo>
                    <a:pt x="583886" y="15184"/>
                  </a:lnTo>
                  <a:lnTo>
                    <a:pt x="586350" y="14775"/>
                  </a:lnTo>
                  <a:lnTo>
                    <a:pt x="588814" y="14373"/>
                  </a:lnTo>
                  <a:lnTo>
                    <a:pt x="591277" y="13973"/>
                  </a:lnTo>
                  <a:lnTo>
                    <a:pt x="593741" y="13579"/>
                  </a:lnTo>
                  <a:lnTo>
                    <a:pt x="596205" y="13188"/>
                  </a:lnTo>
                  <a:lnTo>
                    <a:pt x="598668" y="12801"/>
                  </a:lnTo>
                  <a:lnTo>
                    <a:pt x="601132" y="12421"/>
                  </a:lnTo>
                  <a:lnTo>
                    <a:pt x="603596" y="12043"/>
                  </a:lnTo>
                  <a:lnTo>
                    <a:pt x="606059" y="11671"/>
                  </a:lnTo>
                  <a:lnTo>
                    <a:pt x="608523" y="11303"/>
                  </a:lnTo>
                  <a:lnTo>
                    <a:pt x="610987" y="10938"/>
                  </a:lnTo>
                  <a:lnTo>
                    <a:pt x="613450" y="10580"/>
                  </a:lnTo>
                  <a:lnTo>
                    <a:pt x="615914" y="10226"/>
                  </a:lnTo>
                  <a:lnTo>
                    <a:pt x="618378" y="9876"/>
                  </a:lnTo>
                  <a:lnTo>
                    <a:pt x="620841" y="9532"/>
                  </a:lnTo>
                  <a:lnTo>
                    <a:pt x="623305" y="9190"/>
                  </a:lnTo>
                  <a:lnTo>
                    <a:pt x="625769" y="8856"/>
                  </a:lnTo>
                  <a:lnTo>
                    <a:pt x="628232" y="8526"/>
                  </a:lnTo>
                  <a:lnTo>
                    <a:pt x="630696" y="8200"/>
                  </a:lnTo>
                  <a:lnTo>
                    <a:pt x="633159" y="7881"/>
                  </a:lnTo>
                  <a:lnTo>
                    <a:pt x="635623" y="7564"/>
                  </a:lnTo>
                  <a:lnTo>
                    <a:pt x="638087" y="7256"/>
                  </a:lnTo>
                  <a:lnTo>
                    <a:pt x="640550" y="6951"/>
                  </a:lnTo>
                  <a:lnTo>
                    <a:pt x="643014" y="6651"/>
                  </a:lnTo>
                  <a:lnTo>
                    <a:pt x="645478" y="6358"/>
                  </a:lnTo>
                  <a:lnTo>
                    <a:pt x="647941" y="6068"/>
                  </a:lnTo>
                  <a:lnTo>
                    <a:pt x="650405" y="5787"/>
                  </a:lnTo>
                  <a:lnTo>
                    <a:pt x="652869" y="5510"/>
                  </a:lnTo>
                  <a:lnTo>
                    <a:pt x="655332" y="5238"/>
                  </a:lnTo>
                  <a:lnTo>
                    <a:pt x="657796" y="4974"/>
                  </a:lnTo>
                  <a:lnTo>
                    <a:pt x="660260" y="4713"/>
                  </a:lnTo>
                  <a:lnTo>
                    <a:pt x="662723" y="4461"/>
                  </a:lnTo>
                  <a:lnTo>
                    <a:pt x="665187" y="4213"/>
                  </a:lnTo>
                  <a:lnTo>
                    <a:pt x="667651" y="3971"/>
                  </a:lnTo>
                  <a:lnTo>
                    <a:pt x="670114" y="3737"/>
                  </a:lnTo>
                  <a:lnTo>
                    <a:pt x="672578" y="3507"/>
                  </a:lnTo>
                  <a:lnTo>
                    <a:pt x="675042" y="3286"/>
                  </a:lnTo>
                  <a:lnTo>
                    <a:pt x="677505" y="3071"/>
                  </a:lnTo>
                  <a:lnTo>
                    <a:pt x="679969" y="2861"/>
                  </a:lnTo>
                  <a:lnTo>
                    <a:pt x="682433" y="2660"/>
                  </a:lnTo>
                  <a:lnTo>
                    <a:pt x="684896" y="2463"/>
                  </a:lnTo>
                  <a:lnTo>
                    <a:pt x="687360" y="2275"/>
                  </a:lnTo>
                  <a:lnTo>
                    <a:pt x="689824" y="2094"/>
                  </a:lnTo>
                  <a:lnTo>
                    <a:pt x="692287" y="1918"/>
                  </a:lnTo>
                  <a:lnTo>
                    <a:pt x="694751" y="1752"/>
                  </a:lnTo>
                  <a:lnTo>
                    <a:pt x="697215" y="1590"/>
                  </a:lnTo>
                  <a:lnTo>
                    <a:pt x="699678" y="1438"/>
                  </a:lnTo>
                  <a:lnTo>
                    <a:pt x="702142" y="1292"/>
                  </a:lnTo>
                  <a:lnTo>
                    <a:pt x="704606" y="1152"/>
                  </a:lnTo>
                  <a:lnTo>
                    <a:pt x="707069" y="1023"/>
                  </a:lnTo>
                  <a:lnTo>
                    <a:pt x="709533" y="898"/>
                  </a:lnTo>
                  <a:lnTo>
                    <a:pt x="711997" y="783"/>
                  </a:lnTo>
                  <a:lnTo>
                    <a:pt x="714460" y="676"/>
                  </a:lnTo>
                  <a:lnTo>
                    <a:pt x="716924" y="574"/>
                  </a:lnTo>
                  <a:lnTo>
                    <a:pt x="719388" y="483"/>
                  </a:lnTo>
                  <a:lnTo>
                    <a:pt x="721851" y="398"/>
                  </a:lnTo>
                  <a:lnTo>
                    <a:pt x="724315" y="321"/>
                  </a:lnTo>
                  <a:lnTo>
                    <a:pt x="726778" y="254"/>
                  </a:lnTo>
                  <a:lnTo>
                    <a:pt x="729242" y="191"/>
                  </a:lnTo>
                  <a:lnTo>
                    <a:pt x="731706" y="141"/>
                  </a:lnTo>
                  <a:lnTo>
                    <a:pt x="734169" y="96"/>
                  </a:lnTo>
                  <a:lnTo>
                    <a:pt x="736633" y="60"/>
                  </a:lnTo>
                  <a:lnTo>
                    <a:pt x="739097" y="33"/>
                  </a:lnTo>
                  <a:lnTo>
                    <a:pt x="741560" y="11"/>
                  </a:lnTo>
                  <a:lnTo>
                    <a:pt x="744024" y="3"/>
                  </a:lnTo>
                  <a:lnTo>
                    <a:pt x="746488" y="0"/>
                  </a:lnTo>
                  <a:lnTo>
                    <a:pt x="748951" y="5"/>
                  </a:lnTo>
                  <a:lnTo>
                    <a:pt x="751415" y="21"/>
                  </a:lnTo>
                  <a:lnTo>
                    <a:pt x="753879" y="41"/>
                  </a:lnTo>
                  <a:lnTo>
                    <a:pt x="756342" y="75"/>
                  </a:lnTo>
                  <a:lnTo>
                    <a:pt x="758806" y="114"/>
                  </a:lnTo>
                  <a:lnTo>
                    <a:pt x="761270" y="163"/>
                  </a:lnTo>
                  <a:lnTo>
                    <a:pt x="763733" y="221"/>
                  </a:lnTo>
                  <a:lnTo>
                    <a:pt x="766197" y="285"/>
                  </a:lnTo>
                  <a:lnTo>
                    <a:pt x="768661" y="362"/>
                  </a:lnTo>
                  <a:lnTo>
                    <a:pt x="771124" y="445"/>
                  </a:lnTo>
                  <a:lnTo>
                    <a:pt x="773588" y="536"/>
                  </a:lnTo>
                  <a:lnTo>
                    <a:pt x="776052" y="638"/>
                  </a:lnTo>
                  <a:lnTo>
                    <a:pt x="778515" y="746"/>
                  </a:lnTo>
                  <a:lnTo>
                    <a:pt x="780979" y="866"/>
                  </a:lnTo>
                  <a:lnTo>
                    <a:pt x="783443" y="993"/>
                  </a:lnTo>
                  <a:lnTo>
                    <a:pt x="785906" y="1127"/>
                  </a:lnTo>
                  <a:lnTo>
                    <a:pt x="788370" y="1274"/>
                  </a:lnTo>
                  <a:lnTo>
                    <a:pt x="790834" y="1425"/>
                  </a:lnTo>
                  <a:lnTo>
                    <a:pt x="793297" y="1589"/>
                  </a:lnTo>
                  <a:lnTo>
                    <a:pt x="795761" y="1760"/>
                  </a:lnTo>
                  <a:lnTo>
                    <a:pt x="798225" y="1938"/>
                  </a:lnTo>
                  <a:lnTo>
                    <a:pt x="800688" y="2128"/>
                  </a:lnTo>
                  <a:lnTo>
                    <a:pt x="803152" y="2324"/>
                  </a:lnTo>
                  <a:lnTo>
                    <a:pt x="805616" y="2530"/>
                  </a:lnTo>
                  <a:lnTo>
                    <a:pt x="808079" y="2745"/>
                  </a:lnTo>
                  <a:lnTo>
                    <a:pt x="810543" y="2966"/>
                  </a:lnTo>
                  <a:lnTo>
                    <a:pt x="813006" y="3200"/>
                  </a:lnTo>
                  <a:lnTo>
                    <a:pt x="815470" y="3438"/>
                  </a:lnTo>
                  <a:lnTo>
                    <a:pt x="817934" y="3688"/>
                  </a:lnTo>
                  <a:lnTo>
                    <a:pt x="820397" y="3945"/>
                  </a:lnTo>
                  <a:lnTo>
                    <a:pt x="822861" y="4209"/>
                  </a:lnTo>
                  <a:lnTo>
                    <a:pt x="825325" y="4485"/>
                  </a:lnTo>
                  <a:lnTo>
                    <a:pt x="827788" y="4766"/>
                  </a:lnTo>
                  <a:lnTo>
                    <a:pt x="830252" y="5057"/>
                  </a:lnTo>
                  <a:lnTo>
                    <a:pt x="832716" y="5357"/>
                  </a:lnTo>
                  <a:lnTo>
                    <a:pt x="835179" y="5661"/>
                  </a:lnTo>
                  <a:lnTo>
                    <a:pt x="837643" y="5979"/>
                  </a:lnTo>
                  <a:lnTo>
                    <a:pt x="840107" y="6301"/>
                  </a:lnTo>
                  <a:lnTo>
                    <a:pt x="842570" y="6633"/>
                  </a:lnTo>
                  <a:lnTo>
                    <a:pt x="845034" y="6972"/>
                  </a:lnTo>
                  <a:lnTo>
                    <a:pt x="847498" y="7317"/>
                  </a:lnTo>
                  <a:lnTo>
                    <a:pt x="849961" y="7674"/>
                  </a:lnTo>
                  <a:lnTo>
                    <a:pt x="852425" y="8036"/>
                  </a:lnTo>
                  <a:lnTo>
                    <a:pt x="854889" y="8406"/>
                  </a:lnTo>
                  <a:lnTo>
                    <a:pt x="857352" y="8784"/>
                  </a:lnTo>
                  <a:lnTo>
                    <a:pt x="859816" y="9167"/>
                  </a:lnTo>
                  <a:lnTo>
                    <a:pt x="862280" y="9561"/>
                  </a:lnTo>
                  <a:lnTo>
                    <a:pt x="864743" y="9961"/>
                  </a:lnTo>
                  <a:lnTo>
                    <a:pt x="867207" y="10367"/>
                  </a:lnTo>
                  <a:lnTo>
                    <a:pt x="869671" y="10782"/>
                  </a:lnTo>
                  <a:lnTo>
                    <a:pt x="872134" y="11201"/>
                  </a:lnTo>
                  <a:lnTo>
                    <a:pt x="874598" y="11630"/>
                  </a:lnTo>
                  <a:lnTo>
                    <a:pt x="877062" y="12064"/>
                  </a:lnTo>
                  <a:lnTo>
                    <a:pt x="879525" y="12504"/>
                  </a:lnTo>
                  <a:lnTo>
                    <a:pt x="881989" y="12953"/>
                  </a:lnTo>
                  <a:lnTo>
                    <a:pt x="884453" y="13405"/>
                  </a:lnTo>
                  <a:lnTo>
                    <a:pt x="886916" y="13866"/>
                  </a:lnTo>
                  <a:lnTo>
                    <a:pt x="889380" y="14333"/>
                  </a:lnTo>
                  <a:lnTo>
                    <a:pt x="891844" y="14804"/>
                  </a:lnTo>
                  <a:lnTo>
                    <a:pt x="894307" y="15283"/>
                  </a:lnTo>
                  <a:lnTo>
                    <a:pt x="896771" y="15766"/>
                  </a:lnTo>
                  <a:lnTo>
                    <a:pt x="899235" y="16257"/>
                  </a:lnTo>
                  <a:lnTo>
                    <a:pt x="901698" y="16752"/>
                  </a:lnTo>
                  <a:lnTo>
                    <a:pt x="904162" y="17252"/>
                  </a:lnTo>
                  <a:lnTo>
                    <a:pt x="906625" y="17759"/>
                  </a:lnTo>
                  <a:lnTo>
                    <a:pt x="909089" y="18269"/>
                  </a:lnTo>
                  <a:lnTo>
                    <a:pt x="911553" y="18785"/>
                  </a:lnTo>
                  <a:lnTo>
                    <a:pt x="914016" y="19307"/>
                  </a:lnTo>
                  <a:lnTo>
                    <a:pt x="916480" y="19831"/>
                  </a:lnTo>
                  <a:lnTo>
                    <a:pt x="918944" y="20363"/>
                  </a:lnTo>
                  <a:lnTo>
                    <a:pt x="921407" y="20896"/>
                  </a:lnTo>
                  <a:lnTo>
                    <a:pt x="923871" y="21436"/>
                  </a:lnTo>
                  <a:lnTo>
                    <a:pt x="926335" y="21979"/>
                  </a:lnTo>
                  <a:lnTo>
                    <a:pt x="928798" y="22525"/>
                  </a:lnTo>
                  <a:lnTo>
                    <a:pt x="931262" y="23078"/>
                  </a:lnTo>
                  <a:lnTo>
                    <a:pt x="933726" y="23632"/>
                  </a:lnTo>
                  <a:lnTo>
                    <a:pt x="936189" y="24191"/>
                  </a:lnTo>
                  <a:lnTo>
                    <a:pt x="938653" y="24753"/>
                  </a:lnTo>
                  <a:lnTo>
                    <a:pt x="941117" y="25317"/>
                  </a:lnTo>
                  <a:lnTo>
                    <a:pt x="943580" y="25887"/>
                  </a:lnTo>
                  <a:lnTo>
                    <a:pt x="946044" y="26458"/>
                  </a:lnTo>
                  <a:lnTo>
                    <a:pt x="948508" y="27033"/>
                  </a:lnTo>
                  <a:lnTo>
                    <a:pt x="950971" y="27611"/>
                  </a:lnTo>
                  <a:lnTo>
                    <a:pt x="953435" y="28190"/>
                  </a:lnTo>
                  <a:lnTo>
                    <a:pt x="955899" y="28773"/>
                  </a:lnTo>
                  <a:lnTo>
                    <a:pt x="958362" y="29358"/>
                  </a:lnTo>
                  <a:lnTo>
                    <a:pt x="960826" y="29945"/>
                  </a:lnTo>
                  <a:lnTo>
                    <a:pt x="963290" y="30535"/>
                  </a:lnTo>
                  <a:lnTo>
                    <a:pt x="965753" y="31126"/>
                  </a:lnTo>
                  <a:lnTo>
                    <a:pt x="968217" y="31720"/>
                  </a:lnTo>
                  <a:lnTo>
                    <a:pt x="970681" y="32315"/>
                  </a:lnTo>
                  <a:lnTo>
                    <a:pt x="973144" y="32912"/>
                  </a:lnTo>
                  <a:lnTo>
                    <a:pt x="975608" y="33510"/>
                  </a:lnTo>
                  <a:lnTo>
                    <a:pt x="978072" y="34110"/>
                  </a:lnTo>
                  <a:lnTo>
                    <a:pt x="980535" y="34711"/>
                  </a:lnTo>
                  <a:lnTo>
                    <a:pt x="982999" y="35313"/>
                  </a:lnTo>
                  <a:lnTo>
                    <a:pt x="985463" y="35916"/>
                  </a:lnTo>
                  <a:lnTo>
                    <a:pt x="987926" y="36521"/>
                  </a:lnTo>
                  <a:lnTo>
                    <a:pt x="990390" y="37126"/>
                  </a:lnTo>
                  <a:lnTo>
                    <a:pt x="992853" y="37732"/>
                  </a:lnTo>
                  <a:lnTo>
                    <a:pt x="995317" y="38339"/>
                  </a:lnTo>
                  <a:lnTo>
                    <a:pt x="997781" y="38946"/>
                  </a:lnTo>
                  <a:lnTo>
                    <a:pt x="1000244" y="39553"/>
                  </a:lnTo>
                  <a:lnTo>
                    <a:pt x="1002708" y="40161"/>
                  </a:lnTo>
                  <a:lnTo>
                    <a:pt x="1005172" y="40770"/>
                  </a:lnTo>
                  <a:lnTo>
                    <a:pt x="1007635" y="41378"/>
                  </a:lnTo>
                  <a:lnTo>
                    <a:pt x="1010099" y="41987"/>
                  </a:lnTo>
                  <a:lnTo>
                    <a:pt x="1012563" y="42595"/>
                  </a:lnTo>
                  <a:lnTo>
                    <a:pt x="1015026" y="43204"/>
                  </a:lnTo>
                  <a:lnTo>
                    <a:pt x="1017490" y="43813"/>
                  </a:lnTo>
                  <a:lnTo>
                    <a:pt x="1019954" y="44421"/>
                  </a:lnTo>
                  <a:lnTo>
                    <a:pt x="1022417" y="45029"/>
                  </a:lnTo>
                  <a:lnTo>
                    <a:pt x="1024881" y="45636"/>
                  </a:lnTo>
                  <a:lnTo>
                    <a:pt x="1027345" y="46244"/>
                  </a:lnTo>
                  <a:lnTo>
                    <a:pt x="1029808" y="46850"/>
                  </a:lnTo>
                  <a:lnTo>
                    <a:pt x="1032272" y="47457"/>
                  </a:lnTo>
                  <a:lnTo>
                    <a:pt x="1034736" y="48062"/>
                  </a:lnTo>
                  <a:lnTo>
                    <a:pt x="1037199" y="48667"/>
                  </a:lnTo>
                  <a:lnTo>
                    <a:pt x="1039663" y="49272"/>
                  </a:lnTo>
                  <a:lnTo>
                    <a:pt x="1042127" y="49875"/>
                  </a:lnTo>
                  <a:lnTo>
                    <a:pt x="1044590" y="50478"/>
                  </a:lnTo>
                  <a:lnTo>
                    <a:pt x="1047054" y="51080"/>
                  </a:lnTo>
                  <a:lnTo>
                    <a:pt x="1049518" y="51680"/>
                  </a:lnTo>
                  <a:lnTo>
                    <a:pt x="1051981" y="52280"/>
                  </a:lnTo>
                  <a:lnTo>
                    <a:pt x="1054445" y="52879"/>
                  </a:lnTo>
                  <a:lnTo>
                    <a:pt x="1056909" y="53477"/>
                  </a:lnTo>
                  <a:lnTo>
                    <a:pt x="1059372" y="54074"/>
                  </a:lnTo>
                  <a:lnTo>
                    <a:pt x="1061836" y="54669"/>
                  </a:lnTo>
                  <a:lnTo>
                    <a:pt x="1064300" y="55263"/>
                  </a:lnTo>
                  <a:lnTo>
                    <a:pt x="1066763" y="55857"/>
                  </a:lnTo>
                  <a:lnTo>
                    <a:pt x="1069227" y="56448"/>
                  </a:lnTo>
                  <a:lnTo>
                    <a:pt x="1071691" y="57039"/>
                  </a:lnTo>
                  <a:lnTo>
                    <a:pt x="1074154" y="57628"/>
                  </a:lnTo>
                  <a:lnTo>
                    <a:pt x="1076618" y="58216"/>
                  </a:lnTo>
                  <a:lnTo>
                    <a:pt x="1079082" y="58802"/>
                  </a:lnTo>
                  <a:lnTo>
                    <a:pt x="1081545" y="59386"/>
                  </a:lnTo>
                  <a:lnTo>
                    <a:pt x="1084009" y="59970"/>
                  </a:lnTo>
                  <a:lnTo>
                    <a:pt x="1086472" y="60551"/>
                  </a:lnTo>
                  <a:lnTo>
                    <a:pt x="1088936" y="61131"/>
                  </a:lnTo>
                  <a:lnTo>
                    <a:pt x="1091400" y="61710"/>
                  </a:lnTo>
                  <a:lnTo>
                    <a:pt x="1093863" y="62286"/>
                  </a:lnTo>
                  <a:lnTo>
                    <a:pt x="1096327" y="62862"/>
                  </a:lnTo>
                  <a:lnTo>
                    <a:pt x="1098791" y="63434"/>
                  </a:lnTo>
                  <a:lnTo>
                    <a:pt x="1101254" y="64006"/>
                  </a:lnTo>
                  <a:lnTo>
                    <a:pt x="1103718" y="64575"/>
                  </a:lnTo>
                  <a:lnTo>
                    <a:pt x="1106182" y="65142"/>
                  </a:lnTo>
                  <a:lnTo>
                    <a:pt x="1108645" y="65708"/>
                  </a:lnTo>
                  <a:lnTo>
                    <a:pt x="1111109" y="66271"/>
                  </a:lnTo>
                  <a:lnTo>
                    <a:pt x="1113573" y="66832"/>
                  </a:lnTo>
                  <a:lnTo>
                    <a:pt x="1116036" y="67392"/>
                  </a:lnTo>
                  <a:lnTo>
                    <a:pt x="1118500" y="67948"/>
                  </a:lnTo>
                  <a:lnTo>
                    <a:pt x="1120964" y="68504"/>
                  </a:lnTo>
                  <a:lnTo>
                    <a:pt x="1123427" y="69056"/>
                  </a:lnTo>
                  <a:lnTo>
                    <a:pt x="1125891" y="69605"/>
                  </a:lnTo>
                  <a:lnTo>
                    <a:pt x="1128355" y="70154"/>
                  </a:lnTo>
                  <a:lnTo>
                    <a:pt x="1130818" y="70698"/>
                  </a:lnTo>
                  <a:lnTo>
                    <a:pt x="1133282" y="71241"/>
                  </a:lnTo>
                  <a:lnTo>
                    <a:pt x="1135746" y="71780"/>
                  </a:lnTo>
                  <a:lnTo>
                    <a:pt x="1138209" y="72317"/>
                  </a:lnTo>
                  <a:lnTo>
                    <a:pt x="1140673" y="72853"/>
                  </a:lnTo>
                  <a:lnTo>
                    <a:pt x="1143137" y="73383"/>
                  </a:lnTo>
                  <a:lnTo>
                    <a:pt x="1145600" y="73912"/>
                  </a:lnTo>
                  <a:lnTo>
                    <a:pt x="1148064" y="74438"/>
                  </a:lnTo>
                  <a:lnTo>
                    <a:pt x="1150528" y="74960"/>
                  </a:lnTo>
                  <a:lnTo>
                    <a:pt x="1152991" y="75480"/>
                  </a:lnTo>
                  <a:lnTo>
                    <a:pt x="1155455" y="75996"/>
                  </a:lnTo>
                  <a:lnTo>
                    <a:pt x="1157919" y="76509"/>
                  </a:lnTo>
                  <a:lnTo>
                    <a:pt x="1160382" y="77019"/>
                  </a:lnTo>
                  <a:lnTo>
                    <a:pt x="1162846" y="77524"/>
                  </a:lnTo>
                  <a:lnTo>
                    <a:pt x="1165310" y="78028"/>
                  </a:lnTo>
                  <a:lnTo>
                    <a:pt x="1167773" y="78526"/>
                  </a:lnTo>
                  <a:lnTo>
                    <a:pt x="1170237" y="79022"/>
                  </a:lnTo>
                  <a:lnTo>
                    <a:pt x="1172701" y="79513"/>
                  </a:lnTo>
                  <a:lnTo>
                    <a:pt x="1175164" y="80001"/>
                  </a:lnTo>
                  <a:lnTo>
                    <a:pt x="1177628" y="80486"/>
                  </a:lnTo>
                  <a:lnTo>
                    <a:pt x="1180091" y="80964"/>
                  </a:lnTo>
                  <a:lnTo>
                    <a:pt x="1182555" y="81440"/>
                  </a:lnTo>
                  <a:lnTo>
                    <a:pt x="1185019" y="81912"/>
                  </a:lnTo>
                  <a:lnTo>
                    <a:pt x="1187482" y="82379"/>
                  </a:lnTo>
                  <a:lnTo>
                    <a:pt x="1189946" y="82843"/>
                  </a:lnTo>
                  <a:lnTo>
                    <a:pt x="1192410" y="83301"/>
                  </a:lnTo>
                  <a:lnTo>
                    <a:pt x="1194873" y="83755"/>
                  </a:lnTo>
                  <a:lnTo>
                    <a:pt x="1197337" y="84205"/>
                  </a:lnTo>
                  <a:lnTo>
                    <a:pt x="1199801" y="84649"/>
                  </a:lnTo>
                  <a:lnTo>
                    <a:pt x="1202264" y="85091"/>
                  </a:lnTo>
                  <a:lnTo>
                    <a:pt x="1204728" y="85526"/>
                  </a:lnTo>
                  <a:lnTo>
                    <a:pt x="1207192" y="85956"/>
                  </a:lnTo>
                  <a:lnTo>
                    <a:pt x="1209655" y="86383"/>
                  </a:lnTo>
                  <a:lnTo>
                    <a:pt x="1212119" y="86803"/>
                  </a:lnTo>
                  <a:lnTo>
                    <a:pt x="1214583" y="87220"/>
                  </a:lnTo>
                  <a:lnTo>
                    <a:pt x="1217046" y="87630"/>
                  </a:lnTo>
                  <a:lnTo>
                    <a:pt x="1219510" y="88035"/>
                  </a:lnTo>
                  <a:lnTo>
                    <a:pt x="1221974" y="88437"/>
                  </a:lnTo>
                  <a:lnTo>
                    <a:pt x="1224437" y="88830"/>
                  </a:lnTo>
                  <a:lnTo>
                    <a:pt x="1226901" y="89221"/>
                  </a:lnTo>
                  <a:lnTo>
                    <a:pt x="1229365" y="89605"/>
                  </a:lnTo>
                  <a:lnTo>
                    <a:pt x="1231828" y="89984"/>
                  </a:lnTo>
                  <a:lnTo>
                    <a:pt x="1234292" y="90359"/>
                  </a:lnTo>
                  <a:lnTo>
                    <a:pt x="1236756" y="90725"/>
                  </a:lnTo>
                  <a:lnTo>
                    <a:pt x="1239219" y="91089"/>
                  </a:lnTo>
                  <a:lnTo>
                    <a:pt x="1241683" y="91445"/>
                  </a:lnTo>
                  <a:lnTo>
                    <a:pt x="1244147" y="91796"/>
                  </a:lnTo>
                  <a:lnTo>
                    <a:pt x="1246610" y="92143"/>
                  </a:lnTo>
                  <a:lnTo>
                    <a:pt x="1249074" y="92482"/>
                  </a:lnTo>
                  <a:lnTo>
                    <a:pt x="1251538" y="92817"/>
                  </a:lnTo>
                  <a:lnTo>
                    <a:pt x="1254001" y="93146"/>
                  </a:lnTo>
                  <a:lnTo>
                    <a:pt x="1256465" y="93468"/>
                  </a:lnTo>
                  <a:lnTo>
                    <a:pt x="1258929" y="93787"/>
                  </a:lnTo>
                  <a:lnTo>
                    <a:pt x="1258929" y="104635"/>
                  </a:lnTo>
                  <a:lnTo>
                    <a:pt x="1256465" y="104635"/>
                  </a:lnTo>
                  <a:lnTo>
                    <a:pt x="1254001" y="104635"/>
                  </a:lnTo>
                  <a:lnTo>
                    <a:pt x="1251538" y="104635"/>
                  </a:lnTo>
                  <a:lnTo>
                    <a:pt x="1249074" y="104635"/>
                  </a:lnTo>
                  <a:lnTo>
                    <a:pt x="1246610" y="104635"/>
                  </a:lnTo>
                  <a:lnTo>
                    <a:pt x="1244147" y="104635"/>
                  </a:lnTo>
                  <a:lnTo>
                    <a:pt x="1241683" y="104635"/>
                  </a:lnTo>
                  <a:lnTo>
                    <a:pt x="1239219" y="104635"/>
                  </a:lnTo>
                  <a:lnTo>
                    <a:pt x="1236756" y="104635"/>
                  </a:lnTo>
                  <a:lnTo>
                    <a:pt x="1234292" y="104635"/>
                  </a:lnTo>
                  <a:lnTo>
                    <a:pt x="1231828" y="104635"/>
                  </a:lnTo>
                  <a:lnTo>
                    <a:pt x="1229365" y="104635"/>
                  </a:lnTo>
                  <a:lnTo>
                    <a:pt x="1226901" y="104635"/>
                  </a:lnTo>
                  <a:lnTo>
                    <a:pt x="1224437" y="104635"/>
                  </a:lnTo>
                  <a:lnTo>
                    <a:pt x="1221974" y="104635"/>
                  </a:lnTo>
                  <a:lnTo>
                    <a:pt x="1219510" y="104635"/>
                  </a:lnTo>
                  <a:lnTo>
                    <a:pt x="1217046" y="104635"/>
                  </a:lnTo>
                  <a:lnTo>
                    <a:pt x="1214583" y="104635"/>
                  </a:lnTo>
                  <a:lnTo>
                    <a:pt x="1212119" y="104635"/>
                  </a:lnTo>
                  <a:lnTo>
                    <a:pt x="1209655" y="104635"/>
                  </a:lnTo>
                  <a:lnTo>
                    <a:pt x="1207192" y="104635"/>
                  </a:lnTo>
                  <a:lnTo>
                    <a:pt x="1204728" y="104635"/>
                  </a:lnTo>
                  <a:lnTo>
                    <a:pt x="1202264" y="104635"/>
                  </a:lnTo>
                  <a:lnTo>
                    <a:pt x="1199801" y="104635"/>
                  </a:lnTo>
                  <a:lnTo>
                    <a:pt x="1197337" y="104635"/>
                  </a:lnTo>
                  <a:lnTo>
                    <a:pt x="1194873" y="104635"/>
                  </a:lnTo>
                  <a:lnTo>
                    <a:pt x="1192410" y="104635"/>
                  </a:lnTo>
                  <a:lnTo>
                    <a:pt x="1189946" y="104635"/>
                  </a:lnTo>
                  <a:lnTo>
                    <a:pt x="1187482" y="104635"/>
                  </a:lnTo>
                  <a:lnTo>
                    <a:pt x="1185019" y="104635"/>
                  </a:lnTo>
                  <a:lnTo>
                    <a:pt x="1182555" y="104635"/>
                  </a:lnTo>
                  <a:lnTo>
                    <a:pt x="1180091" y="104635"/>
                  </a:lnTo>
                  <a:lnTo>
                    <a:pt x="1177628" y="104635"/>
                  </a:lnTo>
                  <a:lnTo>
                    <a:pt x="1175164" y="104635"/>
                  </a:lnTo>
                  <a:lnTo>
                    <a:pt x="1172701" y="104635"/>
                  </a:lnTo>
                  <a:lnTo>
                    <a:pt x="1170237" y="104635"/>
                  </a:lnTo>
                  <a:lnTo>
                    <a:pt x="1167773" y="104635"/>
                  </a:lnTo>
                  <a:lnTo>
                    <a:pt x="1165310" y="104635"/>
                  </a:lnTo>
                  <a:lnTo>
                    <a:pt x="1162846" y="104635"/>
                  </a:lnTo>
                  <a:lnTo>
                    <a:pt x="1160382" y="104635"/>
                  </a:lnTo>
                  <a:lnTo>
                    <a:pt x="1157919" y="104635"/>
                  </a:lnTo>
                  <a:lnTo>
                    <a:pt x="1155455" y="104635"/>
                  </a:lnTo>
                  <a:lnTo>
                    <a:pt x="1152991" y="104635"/>
                  </a:lnTo>
                  <a:lnTo>
                    <a:pt x="1150528" y="104635"/>
                  </a:lnTo>
                  <a:lnTo>
                    <a:pt x="1148064" y="104635"/>
                  </a:lnTo>
                  <a:lnTo>
                    <a:pt x="1145600" y="104635"/>
                  </a:lnTo>
                  <a:lnTo>
                    <a:pt x="1143137" y="104635"/>
                  </a:lnTo>
                  <a:lnTo>
                    <a:pt x="1140673" y="104635"/>
                  </a:lnTo>
                  <a:lnTo>
                    <a:pt x="1138209" y="104635"/>
                  </a:lnTo>
                  <a:lnTo>
                    <a:pt x="1135746" y="104635"/>
                  </a:lnTo>
                  <a:lnTo>
                    <a:pt x="1133282" y="104635"/>
                  </a:lnTo>
                  <a:lnTo>
                    <a:pt x="1130818" y="104635"/>
                  </a:lnTo>
                  <a:lnTo>
                    <a:pt x="1128355" y="104635"/>
                  </a:lnTo>
                  <a:lnTo>
                    <a:pt x="1125891" y="104635"/>
                  </a:lnTo>
                  <a:lnTo>
                    <a:pt x="1123427" y="104635"/>
                  </a:lnTo>
                  <a:lnTo>
                    <a:pt x="1120964" y="104635"/>
                  </a:lnTo>
                  <a:lnTo>
                    <a:pt x="1118500" y="104635"/>
                  </a:lnTo>
                  <a:lnTo>
                    <a:pt x="1116036" y="104635"/>
                  </a:lnTo>
                  <a:lnTo>
                    <a:pt x="1113573" y="104635"/>
                  </a:lnTo>
                  <a:lnTo>
                    <a:pt x="1111109" y="104635"/>
                  </a:lnTo>
                  <a:lnTo>
                    <a:pt x="1108645" y="104635"/>
                  </a:lnTo>
                  <a:lnTo>
                    <a:pt x="1106182" y="104635"/>
                  </a:lnTo>
                  <a:lnTo>
                    <a:pt x="1103718" y="104635"/>
                  </a:lnTo>
                  <a:lnTo>
                    <a:pt x="1101254" y="104635"/>
                  </a:lnTo>
                  <a:lnTo>
                    <a:pt x="1098791" y="104635"/>
                  </a:lnTo>
                  <a:lnTo>
                    <a:pt x="1096327" y="104635"/>
                  </a:lnTo>
                  <a:lnTo>
                    <a:pt x="1093863" y="104635"/>
                  </a:lnTo>
                  <a:lnTo>
                    <a:pt x="1091400" y="104635"/>
                  </a:lnTo>
                  <a:lnTo>
                    <a:pt x="1088936" y="104635"/>
                  </a:lnTo>
                  <a:lnTo>
                    <a:pt x="1086472" y="104635"/>
                  </a:lnTo>
                  <a:lnTo>
                    <a:pt x="1084009" y="104635"/>
                  </a:lnTo>
                  <a:lnTo>
                    <a:pt x="1081545" y="104635"/>
                  </a:lnTo>
                  <a:lnTo>
                    <a:pt x="1079082" y="104635"/>
                  </a:lnTo>
                  <a:lnTo>
                    <a:pt x="1076618" y="104635"/>
                  </a:lnTo>
                  <a:lnTo>
                    <a:pt x="1074154" y="104635"/>
                  </a:lnTo>
                  <a:lnTo>
                    <a:pt x="1071691" y="104635"/>
                  </a:lnTo>
                  <a:lnTo>
                    <a:pt x="1069227" y="104635"/>
                  </a:lnTo>
                  <a:lnTo>
                    <a:pt x="1066763" y="104635"/>
                  </a:lnTo>
                  <a:lnTo>
                    <a:pt x="1064300" y="104635"/>
                  </a:lnTo>
                  <a:lnTo>
                    <a:pt x="1061836" y="104635"/>
                  </a:lnTo>
                  <a:lnTo>
                    <a:pt x="1059372" y="104635"/>
                  </a:lnTo>
                  <a:lnTo>
                    <a:pt x="1056909" y="104635"/>
                  </a:lnTo>
                  <a:lnTo>
                    <a:pt x="1054445" y="104635"/>
                  </a:lnTo>
                  <a:lnTo>
                    <a:pt x="1051981" y="104635"/>
                  </a:lnTo>
                  <a:lnTo>
                    <a:pt x="1049518" y="104635"/>
                  </a:lnTo>
                  <a:lnTo>
                    <a:pt x="1047054" y="104635"/>
                  </a:lnTo>
                  <a:lnTo>
                    <a:pt x="1044590" y="104635"/>
                  </a:lnTo>
                  <a:lnTo>
                    <a:pt x="1042127" y="104635"/>
                  </a:lnTo>
                  <a:lnTo>
                    <a:pt x="1039663" y="104635"/>
                  </a:lnTo>
                  <a:lnTo>
                    <a:pt x="1037199" y="104635"/>
                  </a:lnTo>
                  <a:lnTo>
                    <a:pt x="1034736" y="104635"/>
                  </a:lnTo>
                  <a:lnTo>
                    <a:pt x="1032272" y="104635"/>
                  </a:lnTo>
                  <a:lnTo>
                    <a:pt x="1029808" y="104635"/>
                  </a:lnTo>
                  <a:lnTo>
                    <a:pt x="1027345" y="104635"/>
                  </a:lnTo>
                  <a:lnTo>
                    <a:pt x="1024881" y="104635"/>
                  </a:lnTo>
                  <a:lnTo>
                    <a:pt x="1022417" y="104635"/>
                  </a:lnTo>
                  <a:lnTo>
                    <a:pt x="1019954" y="104635"/>
                  </a:lnTo>
                  <a:lnTo>
                    <a:pt x="1017490" y="104635"/>
                  </a:lnTo>
                  <a:lnTo>
                    <a:pt x="1015026" y="104635"/>
                  </a:lnTo>
                  <a:lnTo>
                    <a:pt x="1012563" y="104635"/>
                  </a:lnTo>
                  <a:lnTo>
                    <a:pt x="1010099" y="104635"/>
                  </a:lnTo>
                  <a:lnTo>
                    <a:pt x="1007635" y="104635"/>
                  </a:lnTo>
                  <a:lnTo>
                    <a:pt x="1005172" y="104635"/>
                  </a:lnTo>
                  <a:lnTo>
                    <a:pt x="1002708" y="104635"/>
                  </a:lnTo>
                  <a:lnTo>
                    <a:pt x="1000244" y="104635"/>
                  </a:lnTo>
                  <a:lnTo>
                    <a:pt x="997781" y="104635"/>
                  </a:lnTo>
                  <a:lnTo>
                    <a:pt x="995317" y="104635"/>
                  </a:lnTo>
                  <a:lnTo>
                    <a:pt x="992853" y="104635"/>
                  </a:lnTo>
                  <a:lnTo>
                    <a:pt x="990390" y="104635"/>
                  </a:lnTo>
                  <a:lnTo>
                    <a:pt x="987926" y="104635"/>
                  </a:lnTo>
                  <a:lnTo>
                    <a:pt x="985463" y="104635"/>
                  </a:lnTo>
                  <a:lnTo>
                    <a:pt x="982999" y="104635"/>
                  </a:lnTo>
                  <a:lnTo>
                    <a:pt x="980535" y="104635"/>
                  </a:lnTo>
                  <a:lnTo>
                    <a:pt x="978072" y="104635"/>
                  </a:lnTo>
                  <a:lnTo>
                    <a:pt x="975608" y="104635"/>
                  </a:lnTo>
                  <a:lnTo>
                    <a:pt x="973144" y="104635"/>
                  </a:lnTo>
                  <a:lnTo>
                    <a:pt x="970681" y="104635"/>
                  </a:lnTo>
                  <a:lnTo>
                    <a:pt x="968217" y="104635"/>
                  </a:lnTo>
                  <a:lnTo>
                    <a:pt x="965753" y="104635"/>
                  </a:lnTo>
                  <a:lnTo>
                    <a:pt x="963290" y="104635"/>
                  </a:lnTo>
                  <a:lnTo>
                    <a:pt x="960826" y="104635"/>
                  </a:lnTo>
                  <a:lnTo>
                    <a:pt x="958362" y="104635"/>
                  </a:lnTo>
                  <a:lnTo>
                    <a:pt x="955899" y="104635"/>
                  </a:lnTo>
                  <a:lnTo>
                    <a:pt x="953435" y="104635"/>
                  </a:lnTo>
                  <a:lnTo>
                    <a:pt x="950971" y="104635"/>
                  </a:lnTo>
                  <a:lnTo>
                    <a:pt x="948508" y="104635"/>
                  </a:lnTo>
                  <a:lnTo>
                    <a:pt x="946044" y="104635"/>
                  </a:lnTo>
                  <a:lnTo>
                    <a:pt x="943580" y="104635"/>
                  </a:lnTo>
                  <a:lnTo>
                    <a:pt x="941117" y="104635"/>
                  </a:lnTo>
                  <a:lnTo>
                    <a:pt x="938653" y="104635"/>
                  </a:lnTo>
                  <a:lnTo>
                    <a:pt x="936189" y="104635"/>
                  </a:lnTo>
                  <a:lnTo>
                    <a:pt x="933726" y="104635"/>
                  </a:lnTo>
                  <a:lnTo>
                    <a:pt x="931262" y="104635"/>
                  </a:lnTo>
                  <a:lnTo>
                    <a:pt x="928798" y="104635"/>
                  </a:lnTo>
                  <a:lnTo>
                    <a:pt x="926335" y="104635"/>
                  </a:lnTo>
                  <a:lnTo>
                    <a:pt x="923871" y="104635"/>
                  </a:lnTo>
                  <a:lnTo>
                    <a:pt x="921407" y="104635"/>
                  </a:lnTo>
                  <a:lnTo>
                    <a:pt x="918944" y="104635"/>
                  </a:lnTo>
                  <a:lnTo>
                    <a:pt x="916480" y="104635"/>
                  </a:lnTo>
                  <a:lnTo>
                    <a:pt x="914016" y="104635"/>
                  </a:lnTo>
                  <a:lnTo>
                    <a:pt x="911553" y="104635"/>
                  </a:lnTo>
                  <a:lnTo>
                    <a:pt x="909089" y="104635"/>
                  </a:lnTo>
                  <a:lnTo>
                    <a:pt x="906625" y="104635"/>
                  </a:lnTo>
                  <a:lnTo>
                    <a:pt x="904162" y="104635"/>
                  </a:lnTo>
                  <a:lnTo>
                    <a:pt x="901698" y="104635"/>
                  </a:lnTo>
                  <a:lnTo>
                    <a:pt x="899235" y="104635"/>
                  </a:lnTo>
                  <a:lnTo>
                    <a:pt x="896771" y="104635"/>
                  </a:lnTo>
                  <a:lnTo>
                    <a:pt x="894307" y="104635"/>
                  </a:lnTo>
                  <a:lnTo>
                    <a:pt x="891844" y="104635"/>
                  </a:lnTo>
                  <a:lnTo>
                    <a:pt x="889380" y="104635"/>
                  </a:lnTo>
                  <a:lnTo>
                    <a:pt x="886916" y="104635"/>
                  </a:lnTo>
                  <a:lnTo>
                    <a:pt x="884453" y="104635"/>
                  </a:lnTo>
                  <a:lnTo>
                    <a:pt x="881989" y="104635"/>
                  </a:lnTo>
                  <a:lnTo>
                    <a:pt x="879525" y="104635"/>
                  </a:lnTo>
                  <a:lnTo>
                    <a:pt x="877062" y="104635"/>
                  </a:lnTo>
                  <a:lnTo>
                    <a:pt x="874598" y="104635"/>
                  </a:lnTo>
                  <a:lnTo>
                    <a:pt x="872134" y="104635"/>
                  </a:lnTo>
                  <a:lnTo>
                    <a:pt x="869671" y="104635"/>
                  </a:lnTo>
                  <a:lnTo>
                    <a:pt x="867207" y="104635"/>
                  </a:lnTo>
                  <a:lnTo>
                    <a:pt x="864743" y="104635"/>
                  </a:lnTo>
                  <a:lnTo>
                    <a:pt x="862280" y="104635"/>
                  </a:lnTo>
                  <a:lnTo>
                    <a:pt x="859816" y="104635"/>
                  </a:lnTo>
                  <a:lnTo>
                    <a:pt x="857352" y="104635"/>
                  </a:lnTo>
                  <a:lnTo>
                    <a:pt x="854889" y="104635"/>
                  </a:lnTo>
                  <a:lnTo>
                    <a:pt x="852425" y="104635"/>
                  </a:lnTo>
                  <a:lnTo>
                    <a:pt x="849961" y="104635"/>
                  </a:lnTo>
                  <a:lnTo>
                    <a:pt x="847498" y="104635"/>
                  </a:lnTo>
                  <a:lnTo>
                    <a:pt x="845034" y="104635"/>
                  </a:lnTo>
                  <a:lnTo>
                    <a:pt x="842570" y="104635"/>
                  </a:lnTo>
                  <a:lnTo>
                    <a:pt x="840107" y="104635"/>
                  </a:lnTo>
                  <a:lnTo>
                    <a:pt x="837643" y="104635"/>
                  </a:lnTo>
                  <a:lnTo>
                    <a:pt x="835179" y="104635"/>
                  </a:lnTo>
                  <a:lnTo>
                    <a:pt x="832716" y="104635"/>
                  </a:lnTo>
                  <a:lnTo>
                    <a:pt x="830252" y="104635"/>
                  </a:lnTo>
                  <a:lnTo>
                    <a:pt x="827788" y="104635"/>
                  </a:lnTo>
                  <a:lnTo>
                    <a:pt x="825325" y="104635"/>
                  </a:lnTo>
                  <a:lnTo>
                    <a:pt x="822861" y="104635"/>
                  </a:lnTo>
                  <a:lnTo>
                    <a:pt x="820397" y="104635"/>
                  </a:lnTo>
                  <a:lnTo>
                    <a:pt x="817934" y="104635"/>
                  </a:lnTo>
                  <a:lnTo>
                    <a:pt x="815470" y="104635"/>
                  </a:lnTo>
                  <a:lnTo>
                    <a:pt x="813006" y="104635"/>
                  </a:lnTo>
                  <a:lnTo>
                    <a:pt x="810543" y="104635"/>
                  </a:lnTo>
                  <a:lnTo>
                    <a:pt x="808079" y="104635"/>
                  </a:lnTo>
                  <a:lnTo>
                    <a:pt x="805616" y="104635"/>
                  </a:lnTo>
                  <a:lnTo>
                    <a:pt x="803152" y="104635"/>
                  </a:lnTo>
                  <a:lnTo>
                    <a:pt x="800688" y="104635"/>
                  </a:lnTo>
                  <a:lnTo>
                    <a:pt x="798225" y="104635"/>
                  </a:lnTo>
                  <a:lnTo>
                    <a:pt x="795761" y="104635"/>
                  </a:lnTo>
                  <a:lnTo>
                    <a:pt x="793297" y="104635"/>
                  </a:lnTo>
                  <a:lnTo>
                    <a:pt x="790834" y="104635"/>
                  </a:lnTo>
                  <a:lnTo>
                    <a:pt x="788370" y="104635"/>
                  </a:lnTo>
                  <a:lnTo>
                    <a:pt x="785906" y="104635"/>
                  </a:lnTo>
                  <a:lnTo>
                    <a:pt x="783443" y="104635"/>
                  </a:lnTo>
                  <a:lnTo>
                    <a:pt x="780979" y="104635"/>
                  </a:lnTo>
                  <a:lnTo>
                    <a:pt x="778515" y="104635"/>
                  </a:lnTo>
                  <a:lnTo>
                    <a:pt x="776052" y="104635"/>
                  </a:lnTo>
                  <a:lnTo>
                    <a:pt x="773588" y="104635"/>
                  </a:lnTo>
                  <a:lnTo>
                    <a:pt x="771124" y="104635"/>
                  </a:lnTo>
                  <a:lnTo>
                    <a:pt x="768661" y="104635"/>
                  </a:lnTo>
                  <a:lnTo>
                    <a:pt x="766197" y="104635"/>
                  </a:lnTo>
                  <a:lnTo>
                    <a:pt x="763733" y="104635"/>
                  </a:lnTo>
                  <a:lnTo>
                    <a:pt x="761270" y="104635"/>
                  </a:lnTo>
                  <a:lnTo>
                    <a:pt x="758806" y="104635"/>
                  </a:lnTo>
                  <a:lnTo>
                    <a:pt x="756342" y="104635"/>
                  </a:lnTo>
                  <a:lnTo>
                    <a:pt x="753879" y="104635"/>
                  </a:lnTo>
                  <a:lnTo>
                    <a:pt x="751415" y="104635"/>
                  </a:lnTo>
                  <a:lnTo>
                    <a:pt x="748951" y="104635"/>
                  </a:lnTo>
                  <a:lnTo>
                    <a:pt x="746488" y="104635"/>
                  </a:lnTo>
                  <a:lnTo>
                    <a:pt x="744024" y="104635"/>
                  </a:lnTo>
                  <a:lnTo>
                    <a:pt x="741560" y="104635"/>
                  </a:lnTo>
                  <a:lnTo>
                    <a:pt x="739097" y="104635"/>
                  </a:lnTo>
                  <a:lnTo>
                    <a:pt x="736633" y="104635"/>
                  </a:lnTo>
                  <a:lnTo>
                    <a:pt x="734169" y="104635"/>
                  </a:lnTo>
                  <a:lnTo>
                    <a:pt x="731706" y="104635"/>
                  </a:lnTo>
                  <a:lnTo>
                    <a:pt x="729242" y="104635"/>
                  </a:lnTo>
                  <a:lnTo>
                    <a:pt x="726778" y="104635"/>
                  </a:lnTo>
                  <a:lnTo>
                    <a:pt x="724315" y="104635"/>
                  </a:lnTo>
                  <a:lnTo>
                    <a:pt x="721851" y="104635"/>
                  </a:lnTo>
                  <a:lnTo>
                    <a:pt x="719388" y="104635"/>
                  </a:lnTo>
                  <a:lnTo>
                    <a:pt x="716924" y="104635"/>
                  </a:lnTo>
                  <a:lnTo>
                    <a:pt x="714460" y="104635"/>
                  </a:lnTo>
                  <a:lnTo>
                    <a:pt x="711997" y="104635"/>
                  </a:lnTo>
                  <a:lnTo>
                    <a:pt x="709533" y="104635"/>
                  </a:lnTo>
                  <a:lnTo>
                    <a:pt x="707069" y="104635"/>
                  </a:lnTo>
                  <a:lnTo>
                    <a:pt x="704606" y="104635"/>
                  </a:lnTo>
                  <a:lnTo>
                    <a:pt x="702142" y="104635"/>
                  </a:lnTo>
                  <a:lnTo>
                    <a:pt x="699678" y="104635"/>
                  </a:lnTo>
                  <a:lnTo>
                    <a:pt x="697215" y="104635"/>
                  </a:lnTo>
                  <a:lnTo>
                    <a:pt x="694751" y="104635"/>
                  </a:lnTo>
                  <a:lnTo>
                    <a:pt x="692287" y="104635"/>
                  </a:lnTo>
                  <a:lnTo>
                    <a:pt x="689824" y="104635"/>
                  </a:lnTo>
                  <a:lnTo>
                    <a:pt x="687360" y="104635"/>
                  </a:lnTo>
                  <a:lnTo>
                    <a:pt x="684896" y="104635"/>
                  </a:lnTo>
                  <a:lnTo>
                    <a:pt x="682433" y="104635"/>
                  </a:lnTo>
                  <a:lnTo>
                    <a:pt x="679969" y="104635"/>
                  </a:lnTo>
                  <a:lnTo>
                    <a:pt x="677505" y="104635"/>
                  </a:lnTo>
                  <a:lnTo>
                    <a:pt x="675042" y="104635"/>
                  </a:lnTo>
                  <a:lnTo>
                    <a:pt x="672578" y="104635"/>
                  </a:lnTo>
                  <a:lnTo>
                    <a:pt x="670114" y="104635"/>
                  </a:lnTo>
                  <a:lnTo>
                    <a:pt x="667651" y="104635"/>
                  </a:lnTo>
                  <a:lnTo>
                    <a:pt x="665187" y="104635"/>
                  </a:lnTo>
                  <a:lnTo>
                    <a:pt x="662723" y="104635"/>
                  </a:lnTo>
                  <a:lnTo>
                    <a:pt x="660260" y="104635"/>
                  </a:lnTo>
                  <a:lnTo>
                    <a:pt x="657796" y="104635"/>
                  </a:lnTo>
                  <a:lnTo>
                    <a:pt x="655332" y="104635"/>
                  </a:lnTo>
                  <a:lnTo>
                    <a:pt x="652869" y="104635"/>
                  </a:lnTo>
                  <a:lnTo>
                    <a:pt x="650405" y="104635"/>
                  </a:lnTo>
                  <a:lnTo>
                    <a:pt x="647941" y="104635"/>
                  </a:lnTo>
                  <a:lnTo>
                    <a:pt x="645478" y="104635"/>
                  </a:lnTo>
                  <a:lnTo>
                    <a:pt x="643014" y="104635"/>
                  </a:lnTo>
                  <a:lnTo>
                    <a:pt x="640550" y="104635"/>
                  </a:lnTo>
                  <a:lnTo>
                    <a:pt x="638087" y="104635"/>
                  </a:lnTo>
                  <a:lnTo>
                    <a:pt x="635623" y="104635"/>
                  </a:lnTo>
                  <a:lnTo>
                    <a:pt x="633159" y="104635"/>
                  </a:lnTo>
                  <a:lnTo>
                    <a:pt x="630696" y="104635"/>
                  </a:lnTo>
                  <a:lnTo>
                    <a:pt x="628232" y="104635"/>
                  </a:lnTo>
                  <a:lnTo>
                    <a:pt x="625769" y="104635"/>
                  </a:lnTo>
                  <a:lnTo>
                    <a:pt x="623305" y="104635"/>
                  </a:lnTo>
                  <a:lnTo>
                    <a:pt x="620841" y="104635"/>
                  </a:lnTo>
                  <a:lnTo>
                    <a:pt x="618378" y="104635"/>
                  </a:lnTo>
                  <a:lnTo>
                    <a:pt x="615914" y="104635"/>
                  </a:lnTo>
                  <a:lnTo>
                    <a:pt x="613450" y="104635"/>
                  </a:lnTo>
                  <a:lnTo>
                    <a:pt x="610987" y="104635"/>
                  </a:lnTo>
                  <a:lnTo>
                    <a:pt x="608523" y="104635"/>
                  </a:lnTo>
                  <a:lnTo>
                    <a:pt x="606059" y="104635"/>
                  </a:lnTo>
                  <a:lnTo>
                    <a:pt x="603596" y="104635"/>
                  </a:lnTo>
                  <a:lnTo>
                    <a:pt x="601132" y="104635"/>
                  </a:lnTo>
                  <a:lnTo>
                    <a:pt x="598668" y="104635"/>
                  </a:lnTo>
                  <a:lnTo>
                    <a:pt x="596205" y="104635"/>
                  </a:lnTo>
                  <a:lnTo>
                    <a:pt x="593741" y="104635"/>
                  </a:lnTo>
                  <a:lnTo>
                    <a:pt x="591277" y="104635"/>
                  </a:lnTo>
                  <a:lnTo>
                    <a:pt x="588814" y="104635"/>
                  </a:lnTo>
                  <a:lnTo>
                    <a:pt x="586350" y="104635"/>
                  </a:lnTo>
                  <a:lnTo>
                    <a:pt x="583886" y="104635"/>
                  </a:lnTo>
                  <a:lnTo>
                    <a:pt x="581423" y="104635"/>
                  </a:lnTo>
                  <a:lnTo>
                    <a:pt x="578959" y="104635"/>
                  </a:lnTo>
                  <a:lnTo>
                    <a:pt x="576495" y="104635"/>
                  </a:lnTo>
                  <a:lnTo>
                    <a:pt x="574032" y="104635"/>
                  </a:lnTo>
                  <a:lnTo>
                    <a:pt x="571568" y="104635"/>
                  </a:lnTo>
                  <a:lnTo>
                    <a:pt x="569104" y="104635"/>
                  </a:lnTo>
                  <a:lnTo>
                    <a:pt x="566641" y="104635"/>
                  </a:lnTo>
                  <a:lnTo>
                    <a:pt x="564177" y="104635"/>
                  </a:lnTo>
                  <a:lnTo>
                    <a:pt x="561713" y="104635"/>
                  </a:lnTo>
                  <a:lnTo>
                    <a:pt x="559250" y="104635"/>
                  </a:lnTo>
                  <a:lnTo>
                    <a:pt x="556786" y="104635"/>
                  </a:lnTo>
                  <a:lnTo>
                    <a:pt x="554322" y="104635"/>
                  </a:lnTo>
                  <a:lnTo>
                    <a:pt x="551859" y="104635"/>
                  </a:lnTo>
                  <a:lnTo>
                    <a:pt x="549395" y="104635"/>
                  </a:lnTo>
                  <a:lnTo>
                    <a:pt x="546931" y="104635"/>
                  </a:lnTo>
                  <a:lnTo>
                    <a:pt x="544468" y="104635"/>
                  </a:lnTo>
                  <a:lnTo>
                    <a:pt x="542004" y="104635"/>
                  </a:lnTo>
                  <a:lnTo>
                    <a:pt x="539541" y="104635"/>
                  </a:lnTo>
                  <a:lnTo>
                    <a:pt x="537077" y="104635"/>
                  </a:lnTo>
                  <a:lnTo>
                    <a:pt x="534613" y="104635"/>
                  </a:lnTo>
                  <a:lnTo>
                    <a:pt x="532150" y="104635"/>
                  </a:lnTo>
                  <a:lnTo>
                    <a:pt x="529686" y="104635"/>
                  </a:lnTo>
                  <a:lnTo>
                    <a:pt x="527222" y="104635"/>
                  </a:lnTo>
                  <a:lnTo>
                    <a:pt x="524759" y="104635"/>
                  </a:lnTo>
                  <a:lnTo>
                    <a:pt x="522295" y="104635"/>
                  </a:lnTo>
                  <a:lnTo>
                    <a:pt x="519831" y="104635"/>
                  </a:lnTo>
                  <a:lnTo>
                    <a:pt x="517368" y="104635"/>
                  </a:lnTo>
                  <a:lnTo>
                    <a:pt x="514904" y="104635"/>
                  </a:lnTo>
                  <a:lnTo>
                    <a:pt x="512440" y="104635"/>
                  </a:lnTo>
                  <a:lnTo>
                    <a:pt x="509977" y="104635"/>
                  </a:lnTo>
                  <a:lnTo>
                    <a:pt x="507513" y="104635"/>
                  </a:lnTo>
                  <a:lnTo>
                    <a:pt x="505049" y="104635"/>
                  </a:lnTo>
                  <a:lnTo>
                    <a:pt x="502586" y="104635"/>
                  </a:lnTo>
                  <a:lnTo>
                    <a:pt x="500122" y="104635"/>
                  </a:lnTo>
                  <a:lnTo>
                    <a:pt x="497658" y="104635"/>
                  </a:lnTo>
                  <a:lnTo>
                    <a:pt x="495195" y="104635"/>
                  </a:lnTo>
                  <a:lnTo>
                    <a:pt x="492731" y="104635"/>
                  </a:lnTo>
                  <a:lnTo>
                    <a:pt x="490267" y="104635"/>
                  </a:lnTo>
                  <a:lnTo>
                    <a:pt x="487804" y="104635"/>
                  </a:lnTo>
                  <a:lnTo>
                    <a:pt x="485340" y="104635"/>
                  </a:lnTo>
                  <a:lnTo>
                    <a:pt x="482876" y="104635"/>
                  </a:lnTo>
                  <a:lnTo>
                    <a:pt x="480413" y="104635"/>
                  </a:lnTo>
                  <a:lnTo>
                    <a:pt x="477949" y="104635"/>
                  </a:lnTo>
                  <a:lnTo>
                    <a:pt x="475485" y="104635"/>
                  </a:lnTo>
                  <a:lnTo>
                    <a:pt x="473022" y="104635"/>
                  </a:lnTo>
                  <a:lnTo>
                    <a:pt x="470558" y="104635"/>
                  </a:lnTo>
                  <a:lnTo>
                    <a:pt x="468094" y="104635"/>
                  </a:lnTo>
                  <a:lnTo>
                    <a:pt x="465631" y="104635"/>
                  </a:lnTo>
                  <a:lnTo>
                    <a:pt x="463167" y="104635"/>
                  </a:lnTo>
                  <a:lnTo>
                    <a:pt x="460703" y="104635"/>
                  </a:lnTo>
                  <a:lnTo>
                    <a:pt x="458240" y="104635"/>
                  </a:lnTo>
                  <a:lnTo>
                    <a:pt x="455776" y="104635"/>
                  </a:lnTo>
                  <a:lnTo>
                    <a:pt x="453312" y="104635"/>
                  </a:lnTo>
                  <a:lnTo>
                    <a:pt x="450849" y="104635"/>
                  </a:lnTo>
                  <a:lnTo>
                    <a:pt x="448385" y="104635"/>
                  </a:lnTo>
                  <a:lnTo>
                    <a:pt x="445922" y="104635"/>
                  </a:lnTo>
                  <a:lnTo>
                    <a:pt x="443458" y="104635"/>
                  </a:lnTo>
                  <a:lnTo>
                    <a:pt x="440994" y="104635"/>
                  </a:lnTo>
                  <a:lnTo>
                    <a:pt x="438531" y="104635"/>
                  </a:lnTo>
                  <a:lnTo>
                    <a:pt x="436067" y="104635"/>
                  </a:lnTo>
                  <a:lnTo>
                    <a:pt x="433603" y="104635"/>
                  </a:lnTo>
                  <a:lnTo>
                    <a:pt x="431140" y="104635"/>
                  </a:lnTo>
                  <a:lnTo>
                    <a:pt x="428676" y="104635"/>
                  </a:lnTo>
                  <a:lnTo>
                    <a:pt x="426212" y="104635"/>
                  </a:lnTo>
                  <a:lnTo>
                    <a:pt x="423749" y="104635"/>
                  </a:lnTo>
                  <a:lnTo>
                    <a:pt x="421285" y="104635"/>
                  </a:lnTo>
                  <a:lnTo>
                    <a:pt x="418821" y="104635"/>
                  </a:lnTo>
                  <a:lnTo>
                    <a:pt x="416358" y="104635"/>
                  </a:lnTo>
                  <a:lnTo>
                    <a:pt x="413894" y="104635"/>
                  </a:lnTo>
                  <a:lnTo>
                    <a:pt x="411430" y="104635"/>
                  </a:lnTo>
                  <a:lnTo>
                    <a:pt x="408967" y="104635"/>
                  </a:lnTo>
                  <a:lnTo>
                    <a:pt x="406503" y="104635"/>
                  </a:lnTo>
                  <a:lnTo>
                    <a:pt x="404039" y="104635"/>
                  </a:lnTo>
                  <a:lnTo>
                    <a:pt x="401576" y="104635"/>
                  </a:lnTo>
                  <a:lnTo>
                    <a:pt x="399112" y="104635"/>
                  </a:lnTo>
                  <a:lnTo>
                    <a:pt x="396648" y="104635"/>
                  </a:lnTo>
                  <a:lnTo>
                    <a:pt x="394185" y="104635"/>
                  </a:lnTo>
                  <a:lnTo>
                    <a:pt x="391721" y="104635"/>
                  </a:lnTo>
                  <a:lnTo>
                    <a:pt x="389257" y="104635"/>
                  </a:lnTo>
                  <a:lnTo>
                    <a:pt x="386794" y="104635"/>
                  </a:lnTo>
                  <a:lnTo>
                    <a:pt x="384330" y="104635"/>
                  </a:lnTo>
                  <a:lnTo>
                    <a:pt x="381866" y="104635"/>
                  </a:lnTo>
                  <a:lnTo>
                    <a:pt x="379403" y="104635"/>
                  </a:lnTo>
                  <a:lnTo>
                    <a:pt x="376939" y="104635"/>
                  </a:lnTo>
                  <a:lnTo>
                    <a:pt x="374475" y="104635"/>
                  </a:lnTo>
                  <a:lnTo>
                    <a:pt x="372012" y="104635"/>
                  </a:lnTo>
                  <a:lnTo>
                    <a:pt x="369548" y="104635"/>
                  </a:lnTo>
                  <a:lnTo>
                    <a:pt x="367084" y="104635"/>
                  </a:lnTo>
                  <a:lnTo>
                    <a:pt x="364621" y="104635"/>
                  </a:lnTo>
                  <a:lnTo>
                    <a:pt x="362157" y="104635"/>
                  </a:lnTo>
                  <a:lnTo>
                    <a:pt x="359694" y="104635"/>
                  </a:lnTo>
                  <a:lnTo>
                    <a:pt x="357230" y="104635"/>
                  </a:lnTo>
                  <a:lnTo>
                    <a:pt x="354766" y="104635"/>
                  </a:lnTo>
                  <a:lnTo>
                    <a:pt x="352303" y="104635"/>
                  </a:lnTo>
                  <a:lnTo>
                    <a:pt x="349839" y="104635"/>
                  </a:lnTo>
                  <a:lnTo>
                    <a:pt x="347375" y="104635"/>
                  </a:lnTo>
                  <a:lnTo>
                    <a:pt x="344912" y="104635"/>
                  </a:lnTo>
                  <a:lnTo>
                    <a:pt x="342448" y="104635"/>
                  </a:lnTo>
                  <a:lnTo>
                    <a:pt x="339984" y="104635"/>
                  </a:lnTo>
                  <a:lnTo>
                    <a:pt x="337521" y="104635"/>
                  </a:lnTo>
                  <a:lnTo>
                    <a:pt x="335057" y="104635"/>
                  </a:lnTo>
                  <a:lnTo>
                    <a:pt x="332593" y="104635"/>
                  </a:lnTo>
                  <a:lnTo>
                    <a:pt x="330130" y="104635"/>
                  </a:lnTo>
                  <a:lnTo>
                    <a:pt x="327666" y="104635"/>
                  </a:lnTo>
                  <a:lnTo>
                    <a:pt x="325202" y="104635"/>
                  </a:lnTo>
                  <a:lnTo>
                    <a:pt x="322739" y="104635"/>
                  </a:lnTo>
                  <a:lnTo>
                    <a:pt x="320275" y="104635"/>
                  </a:lnTo>
                  <a:lnTo>
                    <a:pt x="317811" y="104635"/>
                  </a:lnTo>
                  <a:lnTo>
                    <a:pt x="315348" y="104635"/>
                  </a:lnTo>
                  <a:lnTo>
                    <a:pt x="312884" y="104635"/>
                  </a:lnTo>
                  <a:lnTo>
                    <a:pt x="310420" y="104635"/>
                  </a:lnTo>
                  <a:lnTo>
                    <a:pt x="307957" y="104635"/>
                  </a:lnTo>
                  <a:lnTo>
                    <a:pt x="305493" y="104635"/>
                  </a:lnTo>
                  <a:lnTo>
                    <a:pt x="303029" y="104635"/>
                  </a:lnTo>
                  <a:lnTo>
                    <a:pt x="300566" y="104635"/>
                  </a:lnTo>
                  <a:lnTo>
                    <a:pt x="298102" y="104635"/>
                  </a:lnTo>
                  <a:lnTo>
                    <a:pt x="295638" y="104635"/>
                  </a:lnTo>
                  <a:lnTo>
                    <a:pt x="293175" y="104635"/>
                  </a:lnTo>
                  <a:lnTo>
                    <a:pt x="290711" y="104635"/>
                  </a:lnTo>
                  <a:lnTo>
                    <a:pt x="288247" y="104635"/>
                  </a:lnTo>
                  <a:lnTo>
                    <a:pt x="285784" y="104635"/>
                  </a:lnTo>
                  <a:lnTo>
                    <a:pt x="283320" y="104635"/>
                  </a:lnTo>
                  <a:lnTo>
                    <a:pt x="280856" y="104635"/>
                  </a:lnTo>
                  <a:lnTo>
                    <a:pt x="278393" y="104635"/>
                  </a:lnTo>
                  <a:lnTo>
                    <a:pt x="275929" y="104635"/>
                  </a:lnTo>
                  <a:lnTo>
                    <a:pt x="273465" y="104635"/>
                  </a:lnTo>
                  <a:lnTo>
                    <a:pt x="271002" y="104635"/>
                  </a:lnTo>
                  <a:lnTo>
                    <a:pt x="268538" y="104635"/>
                  </a:lnTo>
                  <a:lnTo>
                    <a:pt x="266075" y="104635"/>
                  </a:lnTo>
                  <a:lnTo>
                    <a:pt x="263611" y="104635"/>
                  </a:lnTo>
                  <a:lnTo>
                    <a:pt x="261147" y="104635"/>
                  </a:lnTo>
                  <a:lnTo>
                    <a:pt x="258684" y="104635"/>
                  </a:lnTo>
                  <a:lnTo>
                    <a:pt x="256220" y="104635"/>
                  </a:lnTo>
                  <a:lnTo>
                    <a:pt x="253756" y="104635"/>
                  </a:lnTo>
                  <a:lnTo>
                    <a:pt x="251293" y="104635"/>
                  </a:lnTo>
                  <a:lnTo>
                    <a:pt x="248829" y="104635"/>
                  </a:lnTo>
                  <a:lnTo>
                    <a:pt x="246365" y="104635"/>
                  </a:lnTo>
                  <a:lnTo>
                    <a:pt x="243902" y="104635"/>
                  </a:lnTo>
                  <a:lnTo>
                    <a:pt x="241438" y="104635"/>
                  </a:lnTo>
                  <a:lnTo>
                    <a:pt x="238974" y="104635"/>
                  </a:lnTo>
                  <a:lnTo>
                    <a:pt x="236511" y="104635"/>
                  </a:lnTo>
                  <a:lnTo>
                    <a:pt x="234047" y="104635"/>
                  </a:lnTo>
                  <a:lnTo>
                    <a:pt x="231583" y="104635"/>
                  </a:lnTo>
                  <a:lnTo>
                    <a:pt x="229120" y="104635"/>
                  </a:lnTo>
                  <a:lnTo>
                    <a:pt x="226656" y="104635"/>
                  </a:lnTo>
                  <a:lnTo>
                    <a:pt x="224192" y="104635"/>
                  </a:lnTo>
                  <a:lnTo>
                    <a:pt x="221729" y="104635"/>
                  </a:lnTo>
                  <a:lnTo>
                    <a:pt x="219265" y="104635"/>
                  </a:lnTo>
                  <a:lnTo>
                    <a:pt x="216801" y="104635"/>
                  </a:lnTo>
                  <a:lnTo>
                    <a:pt x="214338" y="104635"/>
                  </a:lnTo>
                  <a:lnTo>
                    <a:pt x="211874" y="104635"/>
                  </a:lnTo>
                  <a:lnTo>
                    <a:pt x="209410" y="104635"/>
                  </a:lnTo>
                  <a:lnTo>
                    <a:pt x="206947" y="104635"/>
                  </a:lnTo>
                  <a:lnTo>
                    <a:pt x="204483" y="104635"/>
                  </a:lnTo>
                  <a:lnTo>
                    <a:pt x="202019" y="104635"/>
                  </a:lnTo>
                  <a:lnTo>
                    <a:pt x="199556" y="104635"/>
                  </a:lnTo>
                  <a:lnTo>
                    <a:pt x="197092" y="104635"/>
                  </a:lnTo>
                  <a:lnTo>
                    <a:pt x="194628" y="104635"/>
                  </a:lnTo>
                  <a:lnTo>
                    <a:pt x="192165" y="104635"/>
                  </a:lnTo>
                  <a:lnTo>
                    <a:pt x="189701" y="104635"/>
                  </a:lnTo>
                  <a:lnTo>
                    <a:pt x="187237" y="104635"/>
                  </a:lnTo>
                  <a:lnTo>
                    <a:pt x="184774" y="104635"/>
                  </a:lnTo>
                  <a:lnTo>
                    <a:pt x="182310" y="104635"/>
                  </a:lnTo>
                  <a:lnTo>
                    <a:pt x="179847" y="104635"/>
                  </a:lnTo>
                  <a:lnTo>
                    <a:pt x="177383" y="104635"/>
                  </a:lnTo>
                  <a:lnTo>
                    <a:pt x="174919" y="104635"/>
                  </a:lnTo>
                  <a:lnTo>
                    <a:pt x="172456" y="104635"/>
                  </a:lnTo>
                  <a:lnTo>
                    <a:pt x="169992" y="104635"/>
                  </a:lnTo>
                  <a:lnTo>
                    <a:pt x="167528" y="104635"/>
                  </a:lnTo>
                  <a:lnTo>
                    <a:pt x="165065" y="104635"/>
                  </a:lnTo>
                  <a:lnTo>
                    <a:pt x="162601" y="104635"/>
                  </a:lnTo>
                  <a:lnTo>
                    <a:pt x="160137" y="104635"/>
                  </a:lnTo>
                  <a:lnTo>
                    <a:pt x="157674" y="104635"/>
                  </a:lnTo>
                  <a:lnTo>
                    <a:pt x="155210" y="104635"/>
                  </a:lnTo>
                  <a:lnTo>
                    <a:pt x="152746" y="104635"/>
                  </a:lnTo>
                  <a:lnTo>
                    <a:pt x="150283" y="104635"/>
                  </a:lnTo>
                  <a:lnTo>
                    <a:pt x="147819" y="104635"/>
                  </a:lnTo>
                  <a:lnTo>
                    <a:pt x="145355" y="104635"/>
                  </a:lnTo>
                  <a:lnTo>
                    <a:pt x="142892" y="104635"/>
                  </a:lnTo>
                  <a:lnTo>
                    <a:pt x="140428" y="104635"/>
                  </a:lnTo>
                  <a:lnTo>
                    <a:pt x="137964" y="104635"/>
                  </a:lnTo>
                  <a:lnTo>
                    <a:pt x="135501" y="104635"/>
                  </a:lnTo>
                  <a:lnTo>
                    <a:pt x="133037" y="104635"/>
                  </a:lnTo>
                  <a:lnTo>
                    <a:pt x="130573" y="104635"/>
                  </a:lnTo>
                  <a:lnTo>
                    <a:pt x="128110" y="104635"/>
                  </a:lnTo>
                  <a:lnTo>
                    <a:pt x="125646" y="104635"/>
                  </a:lnTo>
                  <a:lnTo>
                    <a:pt x="123182" y="104635"/>
                  </a:lnTo>
                  <a:lnTo>
                    <a:pt x="120719" y="104635"/>
                  </a:lnTo>
                  <a:lnTo>
                    <a:pt x="118255" y="104635"/>
                  </a:lnTo>
                  <a:lnTo>
                    <a:pt x="115791" y="104635"/>
                  </a:lnTo>
                  <a:lnTo>
                    <a:pt x="113328" y="104635"/>
                  </a:lnTo>
                  <a:lnTo>
                    <a:pt x="110864" y="104635"/>
                  </a:lnTo>
                  <a:lnTo>
                    <a:pt x="108400" y="104635"/>
                  </a:lnTo>
                  <a:lnTo>
                    <a:pt x="105937" y="104635"/>
                  </a:lnTo>
                  <a:lnTo>
                    <a:pt x="103473" y="104635"/>
                  </a:lnTo>
                  <a:lnTo>
                    <a:pt x="101009" y="104635"/>
                  </a:lnTo>
                  <a:lnTo>
                    <a:pt x="98546" y="104635"/>
                  </a:lnTo>
                  <a:lnTo>
                    <a:pt x="96082" y="104635"/>
                  </a:lnTo>
                  <a:lnTo>
                    <a:pt x="93618" y="104635"/>
                  </a:lnTo>
                  <a:lnTo>
                    <a:pt x="91155" y="104635"/>
                  </a:lnTo>
                  <a:lnTo>
                    <a:pt x="88691" y="104635"/>
                  </a:lnTo>
                  <a:lnTo>
                    <a:pt x="86228" y="104635"/>
                  </a:lnTo>
                  <a:lnTo>
                    <a:pt x="83764" y="104635"/>
                  </a:lnTo>
                  <a:lnTo>
                    <a:pt x="81300" y="104635"/>
                  </a:lnTo>
                  <a:lnTo>
                    <a:pt x="78837" y="104635"/>
                  </a:lnTo>
                  <a:lnTo>
                    <a:pt x="76373" y="104635"/>
                  </a:lnTo>
                  <a:lnTo>
                    <a:pt x="73909" y="104635"/>
                  </a:lnTo>
                  <a:lnTo>
                    <a:pt x="71446" y="104635"/>
                  </a:lnTo>
                  <a:lnTo>
                    <a:pt x="68982" y="104635"/>
                  </a:lnTo>
                  <a:lnTo>
                    <a:pt x="66518" y="104635"/>
                  </a:lnTo>
                  <a:lnTo>
                    <a:pt x="64055" y="104635"/>
                  </a:lnTo>
                  <a:lnTo>
                    <a:pt x="61591" y="104635"/>
                  </a:lnTo>
                  <a:lnTo>
                    <a:pt x="59127" y="104635"/>
                  </a:lnTo>
                  <a:lnTo>
                    <a:pt x="56664" y="104635"/>
                  </a:lnTo>
                  <a:lnTo>
                    <a:pt x="54200" y="104635"/>
                  </a:lnTo>
                  <a:lnTo>
                    <a:pt x="51736" y="104635"/>
                  </a:lnTo>
                  <a:lnTo>
                    <a:pt x="49273" y="104635"/>
                  </a:lnTo>
                  <a:lnTo>
                    <a:pt x="46809" y="104635"/>
                  </a:lnTo>
                  <a:lnTo>
                    <a:pt x="44345" y="104635"/>
                  </a:lnTo>
                  <a:lnTo>
                    <a:pt x="41882" y="104635"/>
                  </a:lnTo>
                  <a:lnTo>
                    <a:pt x="39418" y="104635"/>
                  </a:lnTo>
                  <a:lnTo>
                    <a:pt x="36954" y="104635"/>
                  </a:lnTo>
                  <a:lnTo>
                    <a:pt x="34491" y="104635"/>
                  </a:lnTo>
                  <a:lnTo>
                    <a:pt x="32027" y="104635"/>
                  </a:lnTo>
                  <a:lnTo>
                    <a:pt x="29563" y="104635"/>
                  </a:lnTo>
                  <a:lnTo>
                    <a:pt x="27100" y="104635"/>
                  </a:lnTo>
                  <a:lnTo>
                    <a:pt x="24636" y="104635"/>
                  </a:lnTo>
                  <a:lnTo>
                    <a:pt x="22172" y="104635"/>
                  </a:lnTo>
                  <a:lnTo>
                    <a:pt x="19709" y="104635"/>
                  </a:lnTo>
                  <a:lnTo>
                    <a:pt x="17245" y="104635"/>
                  </a:lnTo>
                  <a:lnTo>
                    <a:pt x="14781" y="104635"/>
                  </a:lnTo>
                  <a:lnTo>
                    <a:pt x="12318" y="104635"/>
                  </a:lnTo>
                  <a:lnTo>
                    <a:pt x="9854" y="104635"/>
                  </a:lnTo>
                  <a:lnTo>
                    <a:pt x="7390" y="104635"/>
                  </a:lnTo>
                  <a:lnTo>
                    <a:pt x="4927" y="104635"/>
                  </a:lnTo>
                  <a:lnTo>
                    <a:pt x="2463" y="104635"/>
                  </a:lnTo>
                  <a:lnTo>
                    <a:pt x="0" y="10463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529616" y="2021152"/>
              <a:ext cx="1258929" cy="103266"/>
            </a:xfrm>
            <a:custGeom>
              <a:avLst/>
              <a:pathLst>
                <a:path w="1258929" h="103266">
                  <a:moveTo>
                    <a:pt x="0" y="103266"/>
                  </a:moveTo>
                  <a:lnTo>
                    <a:pt x="2463" y="103212"/>
                  </a:lnTo>
                  <a:lnTo>
                    <a:pt x="4927" y="103157"/>
                  </a:lnTo>
                  <a:lnTo>
                    <a:pt x="7390" y="103101"/>
                  </a:lnTo>
                  <a:lnTo>
                    <a:pt x="9854" y="103043"/>
                  </a:lnTo>
                  <a:lnTo>
                    <a:pt x="12318" y="102984"/>
                  </a:lnTo>
                  <a:lnTo>
                    <a:pt x="14781" y="102923"/>
                  </a:lnTo>
                  <a:lnTo>
                    <a:pt x="17245" y="102860"/>
                  </a:lnTo>
                  <a:lnTo>
                    <a:pt x="19709" y="102797"/>
                  </a:lnTo>
                  <a:lnTo>
                    <a:pt x="22172" y="102731"/>
                  </a:lnTo>
                  <a:lnTo>
                    <a:pt x="24636" y="102665"/>
                  </a:lnTo>
                  <a:lnTo>
                    <a:pt x="27100" y="102596"/>
                  </a:lnTo>
                  <a:lnTo>
                    <a:pt x="29563" y="102527"/>
                  </a:lnTo>
                  <a:lnTo>
                    <a:pt x="32027" y="102456"/>
                  </a:lnTo>
                  <a:lnTo>
                    <a:pt x="34491" y="102383"/>
                  </a:lnTo>
                  <a:lnTo>
                    <a:pt x="36954" y="102309"/>
                  </a:lnTo>
                  <a:lnTo>
                    <a:pt x="39418" y="102233"/>
                  </a:lnTo>
                  <a:lnTo>
                    <a:pt x="41882" y="102156"/>
                  </a:lnTo>
                  <a:lnTo>
                    <a:pt x="44345" y="102077"/>
                  </a:lnTo>
                  <a:lnTo>
                    <a:pt x="46809" y="101997"/>
                  </a:lnTo>
                  <a:lnTo>
                    <a:pt x="49273" y="101916"/>
                  </a:lnTo>
                  <a:lnTo>
                    <a:pt x="51736" y="101832"/>
                  </a:lnTo>
                  <a:lnTo>
                    <a:pt x="54200" y="101748"/>
                  </a:lnTo>
                  <a:lnTo>
                    <a:pt x="56664" y="101663"/>
                  </a:lnTo>
                  <a:lnTo>
                    <a:pt x="59127" y="101575"/>
                  </a:lnTo>
                  <a:lnTo>
                    <a:pt x="61591" y="101486"/>
                  </a:lnTo>
                  <a:lnTo>
                    <a:pt x="64055" y="101396"/>
                  </a:lnTo>
                  <a:lnTo>
                    <a:pt x="66518" y="101305"/>
                  </a:lnTo>
                  <a:lnTo>
                    <a:pt x="68982" y="101212"/>
                  </a:lnTo>
                  <a:lnTo>
                    <a:pt x="71446" y="101118"/>
                  </a:lnTo>
                  <a:lnTo>
                    <a:pt x="73909" y="101022"/>
                  </a:lnTo>
                  <a:lnTo>
                    <a:pt x="76373" y="100925"/>
                  </a:lnTo>
                  <a:lnTo>
                    <a:pt x="78837" y="100827"/>
                  </a:lnTo>
                  <a:lnTo>
                    <a:pt x="81300" y="100728"/>
                  </a:lnTo>
                  <a:lnTo>
                    <a:pt x="83764" y="100626"/>
                  </a:lnTo>
                  <a:lnTo>
                    <a:pt x="86228" y="100524"/>
                  </a:lnTo>
                  <a:lnTo>
                    <a:pt x="88691" y="100421"/>
                  </a:lnTo>
                  <a:lnTo>
                    <a:pt x="91155" y="100316"/>
                  </a:lnTo>
                  <a:lnTo>
                    <a:pt x="93618" y="100210"/>
                  </a:lnTo>
                  <a:lnTo>
                    <a:pt x="96082" y="100102"/>
                  </a:lnTo>
                  <a:lnTo>
                    <a:pt x="98546" y="99994"/>
                  </a:lnTo>
                  <a:lnTo>
                    <a:pt x="101009" y="99884"/>
                  </a:lnTo>
                  <a:lnTo>
                    <a:pt x="103473" y="99772"/>
                  </a:lnTo>
                  <a:lnTo>
                    <a:pt x="105937" y="99660"/>
                  </a:lnTo>
                  <a:lnTo>
                    <a:pt x="108400" y="99546"/>
                  </a:lnTo>
                  <a:lnTo>
                    <a:pt x="110864" y="99431"/>
                  </a:lnTo>
                  <a:lnTo>
                    <a:pt x="113328" y="99314"/>
                  </a:lnTo>
                  <a:lnTo>
                    <a:pt x="115791" y="99196"/>
                  </a:lnTo>
                  <a:lnTo>
                    <a:pt x="118255" y="99077"/>
                  </a:lnTo>
                  <a:lnTo>
                    <a:pt x="120719" y="98957"/>
                  </a:lnTo>
                  <a:lnTo>
                    <a:pt x="123182" y="98835"/>
                  </a:lnTo>
                  <a:lnTo>
                    <a:pt x="125646" y="98711"/>
                  </a:lnTo>
                  <a:lnTo>
                    <a:pt x="128110" y="98586"/>
                  </a:lnTo>
                  <a:lnTo>
                    <a:pt x="130573" y="98461"/>
                  </a:lnTo>
                  <a:lnTo>
                    <a:pt x="133037" y="98333"/>
                  </a:lnTo>
                  <a:lnTo>
                    <a:pt x="135501" y="98203"/>
                  </a:lnTo>
                  <a:lnTo>
                    <a:pt x="137964" y="98073"/>
                  </a:lnTo>
                  <a:lnTo>
                    <a:pt x="140428" y="97940"/>
                  </a:lnTo>
                  <a:lnTo>
                    <a:pt x="142892" y="97807"/>
                  </a:lnTo>
                  <a:lnTo>
                    <a:pt x="145355" y="97670"/>
                  </a:lnTo>
                  <a:lnTo>
                    <a:pt x="147819" y="97533"/>
                  </a:lnTo>
                  <a:lnTo>
                    <a:pt x="150283" y="97394"/>
                  </a:lnTo>
                  <a:lnTo>
                    <a:pt x="152746" y="97253"/>
                  </a:lnTo>
                  <a:lnTo>
                    <a:pt x="155210" y="97110"/>
                  </a:lnTo>
                  <a:lnTo>
                    <a:pt x="157674" y="96964"/>
                  </a:lnTo>
                  <a:lnTo>
                    <a:pt x="160137" y="96817"/>
                  </a:lnTo>
                  <a:lnTo>
                    <a:pt x="162601" y="96668"/>
                  </a:lnTo>
                  <a:lnTo>
                    <a:pt x="165065" y="96516"/>
                  </a:lnTo>
                  <a:lnTo>
                    <a:pt x="167528" y="96363"/>
                  </a:lnTo>
                  <a:lnTo>
                    <a:pt x="169992" y="96207"/>
                  </a:lnTo>
                  <a:lnTo>
                    <a:pt x="172456" y="96048"/>
                  </a:lnTo>
                  <a:lnTo>
                    <a:pt x="174919" y="95887"/>
                  </a:lnTo>
                  <a:lnTo>
                    <a:pt x="177383" y="95722"/>
                  </a:lnTo>
                  <a:lnTo>
                    <a:pt x="179847" y="95556"/>
                  </a:lnTo>
                  <a:lnTo>
                    <a:pt x="182310" y="95386"/>
                  </a:lnTo>
                  <a:lnTo>
                    <a:pt x="184774" y="95213"/>
                  </a:lnTo>
                  <a:lnTo>
                    <a:pt x="187237" y="95039"/>
                  </a:lnTo>
                  <a:lnTo>
                    <a:pt x="189701" y="94859"/>
                  </a:lnTo>
                  <a:lnTo>
                    <a:pt x="192165" y="94677"/>
                  </a:lnTo>
                  <a:lnTo>
                    <a:pt x="194628" y="94491"/>
                  </a:lnTo>
                  <a:lnTo>
                    <a:pt x="197092" y="94301"/>
                  </a:lnTo>
                  <a:lnTo>
                    <a:pt x="199556" y="94110"/>
                  </a:lnTo>
                  <a:lnTo>
                    <a:pt x="202019" y="93911"/>
                  </a:lnTo>
                  <a:lnTo>
                    <a:pt x="204483" y="93711"/>
                  </a:lnTo>
                  <a:lnTo>
                    <a:pt x="206947" y="93506"/>
                  </a:lnTo>
                  <a:lnTo>
                    <a:pt x="209410" y="93296"/>
                  </a:lnTo>
                  <a:lnTo>
                    <a:pt x="211874" y="93084"/>
                  </a:lnTo>
                  <a:lnTo>
                    <a:pt x="214338" y="92865"/>
                  </a:lnTo>
                  <a:lnTo>
                    <a:pt x="216801" y="92642"/>
                  </a:lnTo>
                  <a:lnTo>
                    <a:pt x="219265" y="92415"/>
                  </a:lnTo>
                  <a:lnTo>
                    <a:pt x="221729" y="92182"/>
                  </a:lnTo>
                  <a:lnTo>
                    <a:pt x="224192" y="91945"/>
                  </a:lnTo>
                  <a:lnTo>
                    <a:pt x="226656" y="91701"/>
                  </a:lnTo>
                  <a:lnTo>
                    <a:pt x="229120" y="91453"/>
                  </a:lnTo>
                  <a:lnTo>
                    <a:pt x="231583" y="91200"/>
                  </a:lnTo>
                  <a:lnTo>
                    <a:pt x="234047" y="90940"/>
                  </a:lnTo>
                  <a:lnTo>
                    <a:pt x="236511" y="90676"/>
                  </a:lnTo>
                  <a:lnTo>
                    <a:pt x="238974" y="90404"/>
                  </a:lnTo>
                  <a:lnTo>
                    <a:pt x="241438" y="90127"/>
                  </a:lnTo>
                  <a:lnTo>
                    <a:pt x="243902" y="89845"/>
                  </a:lnTo>
                  <a:lnTo>
                    <a:pt x="246365" y="89554"/>
                  </a:lnTo>
                  <a:lnTo>
                    <a:pt x="248829" y="89260"/>
                  </a:lnTo>
                  <a:lnTo>
                    <a:pt x="251293" y="88956"/>
                  </a:lnTo>
                  <a:lnTo>
                    <a:pt x="253756" y="88647"/>
                  </a:lnTo>
                  <a:lnTo>
                    <a:pt x="256220" y="88332"/>
                  </a:lnTo>
                  <a:lnTo>
                    <a:pt x="258684" y="88008"/>
                  </a:lnTo>
                  <a:lnTo>
                    <a:pt x="261147" y="87680"/>
                  </a:lnTo>
                  <a:lnTo>
                    <a:pt x="263611" y="87342"/>
                  </a:lnTo>
                  <a:lnTo>
                    <a:pt x="266075" y="86998"/>
                  </a:lnTo>
                  <a:lnTo>
                    <a:pt x="268538" y="86648"/>
                  </a:lnTo>
                  <a:lnTo>
                    <a:pt x="271002" y="86287"/>
                  </a:lnTo>
                  <a:lnTo>
                    <a:pt x="273465" y="85922"/>
                  </a:lnTo>
                  <a:lnTo>
                    <a:pt x="275929" y="85548"/>
                  </a:lnTo>
                  <a:lnTo>
                    <a:pt x="278393" y="85166"/>
                  </a:lnTo>
                  <a:lnTo>
                    <a:pt x="280856" y="84779"/>
                  </a:lnTo>
                  <a:lnTo>
                    <a:pt x="283320" y="84380"/>
                  </a:lnTo>
                  <a:lnTo>
                    <a:pt x="285784" y="83977"/>
                  </a:lnTo>
                  <a:lnTo>
                    <a:pt x="288247" y="83564"/>
                  </a:lnTo>
                  <a:lnTo>
                    <a:pt x="290711" y="83143"/>
                  </a:lnTo>
                  <a:lnTo>
                    <a:pt x="293175" y="82717"/>
                  </a:lnTo>
                  <a:lnTo>
                    <a:pt x="295638" y="82279"/>
                  </a:lnTo>
                  <a:lnTo>
                    <a:pt x="298102" y="81836"/>
                  </a:lnTo>
                  <a:lnTo>
                    <a:pt x="300566" y="81384"/>
                  </a:lnTo>
                  <a:lnTo>
                    <a:pt x="303029" y="80924"/>
                  </a:lnTo>
                  <a:lnTo>
                    <a:pt x="305493" y="80459"/>
                  </a:lnTo>
                  <a:lnTo>
                    <a:pt x="307957" y="79981"/>
                  </a:lnTo>
                  <a:lnTo>
                    <a:pt x="310420" y="79499"/>
                  </a:lnTo>
                  <a:lnTo>
                    <a:pt x="312884" y="79009"/>
                  </a:lnTo>
                  <a:lnTo>
                    <a:pt x="315348" y="78509"/>
                  </a:lnTo>
                  <a:lnTo>
                    <a:pt x="317811" y="78005"/>
                  </a:lnTo>
                  <a:lnTo>
                    <a:pt x="320275" y="77490"/>
                  </a:lnTo>
                  <a:lnTo>
                    <a:pt x="322739" y="76969"/>
                  </a:lnTo>
                  <a:lnTo>
                    <a:pt x="325202" y="76441"/>
                  </a:lnTo>
                  <a:lnTo>
                    <a:pt x="327666" y="75904"/>
                  </a:lnTo>
                  <a:lnTo>
                    <a:pt x="330130" y="75363"/>
                  </a:lnTo>
                  <a:lnTo>
                    <a:pt x="332593" y="74811"/>
                  </a:lnTo>
                  <a:lnTo>
                    <a:pt x="335057" y="74254"/>
                  </a:lnTo>
                  <a:lnTo>
                    <a:pt x="337521" y="73691"/>
                  </a:lnTo>
                  <a:lnTo>
                    <a:pt x="339984" y="73119"/>
                  </a:lnTo>
                  <a:lnTo>
                    <a:pt x="342448" y="72544"/>
                  </a:lnTo>
                  <a:lnTo>
                    <a:pt x="344912" y="71959"/>
                  </a:lnTo>
                  <a:lnTo>
                    <a:pt x="347375" y="71370"/>
                  </a:lnTo>
                  <a:lnTo>
                    <a:pt x="349839" y="70775"/>
                  </a:lnTo>
                  <a:lnTo>
                    <a:pt x="352303" y="70172"/>
                  </a:lnTo>
                  <a:lnTo>
                    <a:pt x="354766" y="69566"/>
                  </a:lnTo>
                  <a:lnTo>
                    <a:pt x="357230" y="68953"/>
                  </a:lnTo>
                  <a:lnTo>
                    <a:pt x="359694" y="68335"/>
                  </a:lnTo>
                  <a:lnTo>
                    <a:pt x="362157" y="67713"/>
                  </a:lnTo>
                  <a:lnTo>
                    <a:pt x="364621" y="67084"/>
                  </a:lnTo>
                  <a:lnTo>
                    <a:pt x="367084" y="66452"/>
                  </a:lnTo>
                  <a:lnTo>
                    <a:pt x="369548" y="65814"/>
                  </a:lnTo>
                  <a:lnTo>
                    <a:pt x="372012" y="65173"/>
                  </a:lnTo>
                  <a:lnTo>
                    <a:pt x="374475" y="64529"/>
                  </a:lnTo>
                  <a:lnTo>
                    <a:pt x="376939" y="63879"/>
                  </a:lnTo>
                  <a:lnTo>
                    <a:pt x="379403" y="63227"/>
                  </a:lnTo>
                  <a:lnTo>
                    <a:pt x="381866" y="62571"/>
                  </a:lnTo>
                  <a:lnTo>
                    <a:pt x="384330" y="61913"/>
                  </a:lnTo>
                  <a:lnTo>
                    <a:pt x="386794" y="61252"/>
                  </a:lnTo>
                  <a:lnTo>
                    <a:pt x="389257" y="60587"/>
                  </a:lnTo>
                  <a:lnTo>
                    <a:pt x="391721" y="59921"/>
                  </a:lnTo>
                  <a:lnTo>
                    <a:pt x="394185" y="59253"/>
                  </a:lnTo>
                  <a:lnTo>
                    <a:pt x="396648" y="58583"/>
                  </a:lnTo>
                  <a:lnTo>
                    <a:pt x="399112" y="57912"/>
                  </a:lnTo>
                  <a:lnTo>
                    <a:pt x="401576" y="57238"/>
                  </a:lnTo>
                  <a:lnTo>
                    <a:pt x="404039" y="56565"/>
                  </a:lnTo>
                  <a:lnTo>
                    <a:pt x="406503" y="55890"/>
                  </a:lnTo>
                  <a:lnTo>
                    <a:pt x="408967" y="55215"/>
                  </a:lnTo>
                  <a:lnTo>
                    <a:pt x="411430" y="54539"/>
                  </a:lnTo>
                  <a:lnTo>
                    <a:pt x="413894" y="53864"/>
                  </a:lnTo>
                  <a:lnTo>
                    <a:pt x="416358" y="53188"/>
                  </a:lnTo>
                  <a:lnTo>
                    <a:pt x="418821" y="52513"/>
                  </a:lnTo>
                  <a:lnTo>
                    <a:pt x="421285" y="51839"/>
                  </a:lnTo>
                  <a:lnTo>
                    <a:pt x="423749" y="51165"/>
                  </a:lnTo>
                  <a:lnTo>
                    <a:pt x="426212" y="50493"/>
                  </a:lnTo>
                  <a:lnTo>
                    <a:pt x="428676" y="49822"/>
                  </a:lnTo>
                  <a:lnTo>
                    <a:pt x="431140" y="49153"/>
                  </a:lnTo>
                  <a:lnTo>
                    <a:pt x="433603" y="48485"/>
                  </a:lnTo>
                  <a:lnTo>
                    <a:pt x="436067" y="47819"/>
                  </a:lnTo>
                  <a:lnTo>
                    <a:pt x="438531" y="47155"/>
                  </a:lnTo>
                  <a:lnTo>
                    <a:pt x="440994" y="46494"/>
                  </a:lnTo>
                  <a:lnTo>
                    <a:pt x="443458" y="45835"/>
                  </a:lnTo>
                  <a:lnTo>
                    <a:pt x="445922" y="45179"/>
                  </a:lnTo>
                  <a:lnTo>
                    <a:pt x="448385" y="44525"/>
                  </a:lnTo>
                  <a:lnTo>
                    <a:pt x="450849" y="43875"/>
                  </a:lnTo>
                  <a:lnTo>
                    <a:pt x="453312" y="43228"/>
                  </a:lnTo>
                  <a:lnTo>
                    <a:pt x="455776" y="42584"/>
                  </a:lnTo>
                  <a:lnTo>
                    <a:pt x="458240" y="41944"/>
                  </a:lnTo>
                  <a:lnTo>
                    <a:pt x="460703" y="41306"/>
                  </a:lnTo>
                  <a:lnTo>
                    <a:pt x="463167" y="40674"/>
                  </a:lnTo>
                  <a:lnTo>
                    <a:pt x="465631" y="40045"/>
                  </a:lnTo>
                  <a:lnTo>
                    <a:pt x="468094" y="39419"/>
                  </a:lnTo>
                  <a:lnTo>
                    <a:pt x="470558" y="38798"/>
                  </a:lnTo>
                  <a:lnTo>
                    <a:pt x="473022" y="38180"/>
                  </a:lnTo>
                  <a:lnTo>
                    <a:pt x="475485" y="37568"/>
                  </a:lnTo>
                  <a:lnTo>
                    <a:pt x="477949" y="36960"/>
                  </a:lnTo>
                  <a:lnTo>
                    <a:pt x="480413" y="36355"/>
                  </a:lnTo>
                  <a:lnTo>
                    <a:pt x="482876" y="35756"/>
                  </a:lnTo>
                  <a:lnTo>
                    <a:pt x="485340" y="35160"/>
                  </a:lnTo>
                  <a:lnTo>
                    <a:pt x="487804" y="34570"/>
                  </a:lnTo>
                  <a:lnTo>
                    <a:pt x="490267" y="33984"/>
                  </a:lnTo>
                  <a:lnTo>
                    <a:pt x="492731" y="33402"/>
                  </a:lnTo>
                  <a:lnTo>
                    <a:pt x="495195" y="32827"/>
                  </a:lnTo>
                  <a:lnTo>
                    <a:pt x="497658" y="32254"/>
                  </a:lnTo>
                  <a:lnTo>
                    <a:pt x="500122" y="31687"/>
                  </a:lnTo>
                  <a:lnTo>
                    <a:pt x="502586" y="31125"/>
                  </a:lnTo>
                  <a:lnTo>
                    <a:pt x="505049" y="30567"/>
                  </a:lnTo>
                  <a:lnTo>
                    <a:pt x="507513" y="30015"/>
                  </a:lnTo>
                  <a:lnTo>
                    <a:pt x="509977" y="29467"/>
                  </a:lnTo>
                  <a:lnTo>
                    <a:pt x="512440" y="28924"/>
                  </a:lnTo>
                  <a:lnTo>
                    <a:pt x="514904" y="28386"/>
                  </a:lnTo>
                  <a:lnTo>
                    <a:pt x="517368" y="27851"/>
                  </a:lnTo>
                  <a:lnTo>
                    <a:pt x="519831" y="27324"/>
                  </a:lnTo>
                  <a:lnTo>
                    <a:pt x="522295" y="26800"/>
                  </a:lnTo>
                  <a:lnTo>
                    <a:pt x="524759" y="26281"/>
                  </a:lnTo>
                  <a:lnTo>
                    <a:pt x="527222" y="25767"/>
                  </a:lnTo>
                  <a:lnTo>
                    <a:pt x="529686" y="25255"/>
                  </a:lnTo>
                  <a:lnTo>
                    <a:pt x="532150" y="24752"/>
                  </a:lnTo>
                  <a:lnTo>
                    <a:pt x="534613" y="24251"/>
                  </a:lnTo>
                  <a:lnTo>
                    <a:pt x="537077" y="23755"/>
                  </a:lnTo>
                  <a:lnTo>
                    <a:pt x="539541" y="23265"/>
                  </a:lnTo>
                  <a:lnTo>
                    <a:pt x="542004" y="22777"/>
                  </a:lnTo>
                  <a:lnTo>
                    <a:pt x="544468" y="22296"/>
                  </a:lnTo>
                  <a:lnTo>
                    <a:pt x="546931" y="21818"/>
                  </a:lnTo>
                  <a:lnTo>
                    <a:pt x="549395" y="21345"/>
                  </a:lnTo>
                  <a:lnTo>
                    <a:pt x="551859" y="20877"/>
                  </a:lnTo>
                  <a:lnTo>
                    <a:pt x="554322" y="20412"/>
                  </a:lnTo>
                  <a:lnTo>
                    <a:pt x="556786" y="19953"/>
                  </a:lnTo>
                  <a:lnTo>
                    <a:pt x="559250" y="19498"/>
                  </a:lnTo>
                  <a:lnTo>
                    <a:pt x="561713" y="19046"/>
                  </a:lnTo>
                  <a:lnTo>
                    <a:pt x="564177" y="18601"/>
                  </a:lnTo>
                  <a:lnTo>
                    <a:pt x="566641" y="18158"/>
                  </a:lnTo>
                  <a:lnTo>
                    <a:pt x="569104" y="17721"/>
                  </a:lnTo>
                  <a:lnTo>
                    <a:pt x="571568" y="17287"/>
                  </a:lnTo>
                  <a:lnTo>
                    <a:pt x="574032" y="16857"/>
                  </a:lnTo>
                  <a:lnTo>
                    <a:pt x="576495" y="16433"/>
                  </a:lnTo>
                  <a:lnTo>
                    <a:pt x="578959" y="16012"/>
                  </a:lnTo>
                  <a:lnTo>
                    <a:pt x="581423" y="15596"/>
                  </a:lnTo>
                  <a:lnTo>
                    <a:pt x="583886" y="15184"/>
                  </a:lnTo>
                  <a:lnTo>
                    <a:pt x="586350" y="14775"/>
                  </a:lnTo>
                  <a:lnTo>
                    <a:pt x="588814" y="14373"/>
                  </a:lnTo>
                  <a:lnTo>
                    <a:pt x="591277" y="13973"/>
                  </a:lnTo>
                  <a:lnTo>
                    <a:pt x="593741" y="13579"/>
                  </a:lnTo>
                  <a:lnTo>
                    <a:pt x="596205" y="13188"/>
                  </a:lnTo>
                  <a:lnTo>
                    <a:pt x="598668" y="12801"/>
                  </a:lnTo>
                  <a:lnTo>
                    <a:pt x="601132" y="12421"/>
                  </a:lnTo>
                  <a:lnTo>
                    <a:pt x="603596" y="12043"/>
                  </a:lnTo>
                  <a:lnTo>
                    <a:pt x="606059" y="11671"/>
                  </a:lnTo>
                  <a:lnTo>
                    <a:pt x="608523" y="11303"/>
                  </a:lnTo>
                  <a:lnTo>
                    <a:pt x="610987" y="10938"/>
                  </a:lnTo>
                  <a:lnTo>
                    <a:pt x="613450" y="10580"/>
                  </a:lnTo>
                  <a:lnTo>
                    <a:pt x="615914" y="10226"/>
                  </a:lnTo>
                  <a:lnTo>
                    <a:pt x="618378" y="9876"/>
                  </a:lnTo>
                  <a:lnTo>
                    <a:pt x="620841" y="9532"/>
                  </a:lnTo>
                  <a:lnTo>
                    <a:pt x="623305" y="9190"/>
                  </a:lnTo>
                  <a:lnTo>
                    <a:pt x="625769" y="8856"/>
                  </a:lnTo>
                  <a:lnTo>
                    <a:pt x="628232" y="8526"/>
                  </a:lnTo>
                  <a:lnTo>
                    <a:pt x="630696" y="8200"/>
                  </a:lnTo>
                  <a:lnTo>
                    <a:pt x="633159" y="7881"/>
                  </a:lnTo>
                  <a:lnTo>
                    <a:pt x="635623" y="7564"/>
                  </a:lnTo>
                  <a:lnTo>
                    <a:pt x="638087" y="7256"/>
                  </a:lnTo>
                  <a:lnTo>
                    <a:pt x="640550" y="6951"/>
                  </a:lnTo>
                  <a:lnTo>
                    <a:pt x="643014" y="6651"/>
                  </a:lnTo>
                  <a:lnTo>
                    <a:pt x="645478" y="6358"/>
                  </a:lnTo>
                  <a:lnTo>
                    <a:pt x="647941" y="6068"/>
                  </a:lnTo>
                  <a:lnTo>
                    <a:pt x="650405" y="5787"/>
                  </a:lnTo>
                  <a:lnTo>
                    <a:pt x="652869" y="5510"/>
                  </a:lnTo>
                  <a:lnTo>
                    <a:pt x="655332" y="5238"/>
                  </a:lnTo>
                  <a:lnTo>
                    <a:pt x="657796" y="4974"/>
                  </a:lnTo>
                  <a:lnTo>
                    <a:pt x="660260" y="4713"/>
                  </a:lnTo>
                  <a:lnTo>
                    <a:pt x="662723" y="4461"/>
                  </a:lnTo>
                  <a:lnTo>
                    <a:pt x="665187" y="4213"/>
                  </a:lnTo>
                  <a:lnTo>
                    <a:pt x="667651" y="3971"/>
                  </a:lnTo>
                  <a:lnTo>
                    <a:pt x="670114" y="3737"/>
                  </a:lnTo>
                  <a:lnTo>
                    <a:pt x="672578" y="3507"/>
                  </a:lnTo>
                  <a:lnTo>
                    <a:pt x="675042" y="3286"/>
                  </a:lnTo>
                  <a:lnTo>
                    <a:pt x="677505" y="3071"/>
                  </a:lnTo>
                  <a:lnTo>
                    <a:pt x="679969" y="2861"/>
                  </a:lnTo>
                  <a:lnTo>
                    <a:pt x="682433" y="2660"/>
                  </a:lnTo>
                  <a:lnTo>
                    <a:pt x="684896" y="2463"/>
                  </a:lnTo>
                  <a:lnTo>
                    <a:pt x="687360" y="2275"/>
                  </a:lnTo>
                  <a:lnTo>
                    <a:pt x="689824" y="2094"/>
                  </a:lnTo>
                  <a:lnTo>
                    <a:pt x="692287" y="1918"/>
                  </a:lnTo>
                  <a:lnTo>
                    <a:pt x="694751" y="1752"/>
                  </a:lnTo>
                  <a:lnTo>
                    <a:pt x="697215" y="1590"/>
                  </a:lnTo>
                  <a:lnTo>
                    <a:pt x="699678" y="1438"/>
                  </a:lnTo>
                  <a:lnTo>
                    <a:pt x="702142" y="1292"/>
                  </a:lnTo>
                  <a:lnTo>
                    <a:pt x="704606" y="1152"/>
                  </a:lnTo>
                  <a:lnTo>
                    <a:pt x="707069" y="1023"/>
                  </a:lnTo>
                  <a:lnTo>
                    <a:pt x="709533" y="898"/>
                  </a:lnTo>
                  <a:lnTo>
                    <a:pt x="711997" y="783"/>
                  </a:lnTo>
                  <a:lnTo>
                    <a:pt x="714460" y="676"/>
                  </a:lnTo>
                  <a:lnTo>
                    <a:pt x="716924" y="574"/>
                  </a:lnTo>
                  <a:lnTo>
                    <a:pt x="719388" y="483"/>
                  </a:lnTo>
                  <a:lnTo>
                    <a:pt x="721851" y="398"/>
                  </a:lnTo>
                  <a:lnTo>
                    <a:pt x="724315" y="321"/>
                  </a:lnTo>
                  <a:lnTo>
                    <a:pt x="726778" y="254"/>
                  </a:lnTo>
                  <a:lnTo>
                    <a:pt x="729242" y="191"/>
                  </a:lnTo>
                  <a:lnTo>
                    <a:pt x="731706" y="141"/>
                  </a:lnTo>
                  <a:lnTo>
                    <a:pt x="734169" y="96"/>
                  </a:lnTo>
                  <a:lnTo>
                    <a:pt x="736633" y="60"/>
                  </a:lnTo>
                  <a:lnTo>
                    <a:pt x="739097" y="33"/>
                  </a:lnTo>
                  <a:lnTo>
                    <a:pt x="741560" y="11"/>
                  </a:lnTo>
                  <a:lnTo>
                    <a:pt x="744024" y="3"/>
                  </a:lnTo>
                  <a:lnTo>
                    <a:pt x="746488" y="0"/>
                  </a:lnTo>
                  <a:lnTo>
                    <a:pt x="748951" y="5"/>
                  </a:lnTo>
                  <a:lnTo>
                    <a:pt x="751415" y="21"/>
                  </a:lnTo>
                  <a:lnTo>
                    <a:pt x="753879" y="41"/>
                  </a:lnTo>
                  <a:lnTo>
                    <a:pt x="756342" y="75"/>
                  </a:lnTo>
                  <a:lnTo>
                    <a:pt x="758806" y="114"/>
                  </a:lnTo>
                  <a:lnTo>
                    <a:pt x="761270" y="163"/>
                  </a:lnTo>
                  <a:lnTo>
                    <a:pt x="763733" y="221"/>
                  </a:lnTo>
                  <a:lnTo>
                    <a:pt x="766197" y="285"/>
                  </a:lnTo>
                  <a:lnTo>
                    <a:pt x="768661" y="362"/>
                  </a:lnTo>
                  <a:lnTo>
                    <a:pt x="771124" y="445"/>
                  </a:lnTo>
                  <a:lnTo>
                    <a:pt x="773588" y="536"/>
                  </a:lnTo>
                  <a:lnTo>
                    <a:pt x="776052" y="638"/>
                  </a:lnTo>
                  <a:lnTo>
                    <a:pt x="778515" y="746"/>
                  </a:lnTo>
                  <a:lnTo>
                    <a:pt x="780979" y="866"/>
                  </a:lnTo>
                  <a:lnTo>
                    <a:pt x="783443" y="993"/>
                  </a:lnTo>
                  <a:lnTo>
                    <a:pt x="785906" y="1127"/>
                  </a:lnTo>
                  <a:lnTo>
                    <a:pt x="788370" y="1274"/>
                  </a:lnTo>
                  <a:lnTo>
                    <a:pt x="790834" y="1425"/>
                  </a:lnTo>
                  <a:lnTo>
                    <a:pt x="793297" y="1589"/>
                  </a:lnTo>
                  <a:lnTo>
                    <a:pt x="795761" y="1760"/>
                  </a:lnTo>
                  <a:lnTo>
                    <a:pt x="798225" y="1938"/>
                  </a:lnTo>
                  <a:lnTo>
                    <a:pt x="800688" y="2128"/>
                  </a:lnTo>
                  <a:lnTo>
                    <a:pt x="803152" y="2324"/>
                  </a:lnTo>
                  <a:lnTo>
                    <a:pt x="805616" y="2530"/>
                  </a:lnTo>
                  <a:lnTo>
                    <a:pt x="808079" y="2745"/>
                  </a:lnTo>
                  <a:lnTo>
                    <a:pt x="810543" y="2966"/>
                  </a:lnTo>
                  <a:lnTo>
                    <a:pt x="813006" y="3200"/>
                  </a:lnTo>
                  <a:lnTo>
                    <a:pt x="815470" y="3438"/>
                  </a:lnTo>
                  <a:lnTo>
                    <a:pt x="817934" y="3688"/>
                  </a:lnTo>
                  <a:lnTo>
                    <a:pt x="820397" y="3945"/>
                  </a:lnTo>
                  <a:lnTo>
                    <a:pt x="822861" y="4209"/>
                  </a:lnTo>
                  <a:lnTo>
                    <a:pt x="825325" y="4485"/>
                  </a:lnTo>
                  <a:lnTo>
                    <a:pt x="827788" y="4766"/>
                  </a:lnTo>
                  <a:lnTo>
                    <a:pt x="830252" y="5057"/>
                  </a:lnTo>
                  <a:lnTo>
                    <a:pt x="832716" y="5357"/>
                  </a:lnTo>
                  <a:lnTo>
                    <a:pt x="835179" y="5661"/>
                  </a:lnTo>
                  <a:lnTo>
                    <a:pt x="837643" y="5979"/>
                  </a:lnTo>
                  <a:lnTo>
                    <a:pt x="840107" y="6301"/>
                  </a:lnTo>
                  <a:lnTo>
                    <a:pt x="842570" y="6633"/>
                  </a:lnTo>
                  <a:lnTo>
                    <a:pt x="845034" y="6972"/>
                  </a:lnTo>
                  <a:lnTo>
                    <a:pt x="847498" y="7317"/>
                  </a:lnTo>
                  <a:lnTo>
                    <a:pt x="849961" y="7674"/>
                  </a:lnTo>
                  <a:lnTo>
                    <a:pt x="852425" y="8036"/>
                  </a:lnTo>
                  <a:lnTo>
                    <a:pt x="854889" y="8406"/>
                  </a:lnTo>
                  <a:lnTo>
                    <a:pt x="857352" y="8784"/>
                  </a:lnTo>
                  <a:lnTo>
                    <a:pt x="859816" y="9167"/>
                  </a:lnTo>
                  <a:lnTo>
                    <a:pt x="862280" y="9561"/>
                  </a:lnTo>
                  <a:lnTo>
                    <a:pt x="864743" y="9961"/>
                  </a:lnTo>
                  <a:lnTo>
                    <a:pt x="867207" y="10367"/>
                  </a:lnTo>
                  <a:lnTo>
                    <a:pt x="869671" y="10782"/>
                  </a:lnTo>
                  <a:lnTo>
                    <a:pt x="872134" y="11201"/>
                  </a:lnTo>
                  <a:lnTo>
                    <a:pt x="874598" y="11630"/>
                  </a:lnTo>
                  <a:lnTo>
                    <a:pt x="877062" y="12064"/>
                  </a:lnTo>
                  <a:lnTo>
                    <a:pt x="879525" y="12504"/>
                  </a:lnTo>
                  <a:lnTo>
                    <a:pt x="881989" y="12953"/>
                  </a:lnTo>
                  <a:lnTo>
                    <a:pt x="884453" y="13405"/>
                  </a:lnTo>
                  <a:lnTo>
                    <a:pt x="886916" y="13866"/>
                  </a:lnTo>
                  <a:lnTo>
                    <a:pt x="889380" y="14333"/>
                  </a:lnTo>
                  <a:lnTo>
                    <a:pt x="891844" y="14804"/>
                  </a:lnTo>
                  <a:lnTo>
                    <a:pt x="894307" y="15283"/>
                  </a:lnTo>
                  <a:lnTo>
                    <a:pt x="896771" y="15766"/>
                  </a:lnTo>
                  <a:lnTo>
                    <a:pt x="899235" y="16257"/>
                  </a:lnTo>
                  <a:lnTo>
                    <a:pt x="901698" y="16752"/>
                  </a:lnTo>
                  <a:lnTo>
                    <a:pt x="904162" y="17252"/>
                  </a:lnTo>
                  <a:lnTo>
                    <a:pt x="906625" y="17759"/>
                  </a:lnTo>
                  <a:lnTo>
                    <a:pt x="909089" y="18269"/>
                  </a:lnTo>
                  <a:lnTo>
                    <a:pt x="911553" y="18785"/>
                  </a:lnTo>
                  <a:lnTo>
                    <a:pt x="914016" y="19307"/>
                  </a:lnTo>
                  <a:lnTo>
                    <a:pt x="916480" y="19831"/>
                  </a:lnTo>
                  <a:lnTo>
                    <a:pt x="918944" y="20363"/>
                  </a:lnTo>
                  <a:lnTo>
                    <a:pt x="921407" y="20896"/>
                  </a:lnTo>
                  <a:lnTo>
                    <a:pt x="923871" y="21436"/>
                  </a:lnTo>
                  <a:lnTo>
                    <a:pt x="926335" y="21979"/>
                  </a:lnTo>
                  <a:lnTo>
                    <a:pt x="928798" y="22525"/>
                  </a:lnTo>
                  <a:lnTo>
                    <a:pt x="931262" y="23078"/>
                  </a:lnTo>
                  <a:lnTo>
                    <a:pt x="933726" y="23632"/>
                  </a:lnTo>
                  <a:lnTo>
                    <a:pt x="936189" y="24191"/>
                  </a:lnTo>
                  <a:lnTo>
                    <a:pt x="938653" y="24753"/>
                  </a:lnTo>
                  <a:lnTo>
                    <a:pt x="941117" y="25317"/>
                  </a:lnTo>
                  <a:lnTo>
                    <a:pt x="943580" y="25887"/>
                  </a:lnTo>
                  <a:lnTo>
                    <a:pt x="946044" y="26458"/>
                  </a:lnTo>
                  <a:lnTo>
                    <a:pt x="948508" y="27033"/>
                  </a:lnTo>
                  <a:lnTo>
                    <a:pt x="950971" y="27611"/>
                  </a:lnTo>
                  <a:lnTo>
                    <a:pt x="953435" y="28190"/>
                  </a:lnTo>
                  <a:lnTo>
                    <a:pt x="955899" y="28773"/>
                  </a:lnTo>
                  <a:lnTo>
                    <a:pt x="958362" y="29358"/>
                  </a:lnTo>
                  <a:lnTo>
                    <a:pt x="960826" y="29945"/>
                  </a:lnTo>
                  <a:lnTo>
                    <a:pt x="963290" y="30535"/>
                  </a:lnTo>
                  <a:lnTo>
                    <a:pt x="965753" y="31126"/>
                  </a:lnTo>
                  <a:lnTo>
                    <a:pt x="968217" y="31720"/>
                  </a:lnTo>
                  <a:lnTo>
                    <a:pt x="970681" y="32315"/>
                  </a:lnTo>
                  <a:lnTo>
                    <a:pt x="973144" y="32912"/>
                  </a:lnTo>
                  <a:lnTo>
                    <a:pt x="975608" y="33510"/>
                  </a:lnTo>
                  <a:lnTo>
                    <a:pt x="978072" y="34110"/>
                  </a:lnTo>
                  <a:lnTo>
                    <a:pt x="980535" y="34711"/>
                  </a:lnTo>
                  <a:lnTo>
                    <a:pt x="982999" y="35313"/>
                  </a:lnTo>
                  <a:lnTo>
                    <a:pt x="985463" y="35916"/>
                  </a:lnTo>
                  <a:lnTo>
                    <a:pt x="987926" y="36521"/>
                  </a:lnTo>
                  <a:lnTo>
                    <a:pt x="990390" y="37126"/>
                  </a:lnTo>
                  <a:lnTo>
                    <a:pt x="992853" y="37732"/>
                  </a:lnTo>
                  <a:lnTo>
                    <a:pt x="995317" y="38339"/>
                  </a:lnTo>
                  <a:lnTo>
                    <a:pt x="997781" y="38946"/>
                  </a:lnTo>
                  <a:lnTo>
                    <a:pt x="1000244" y="39553"/>
                  </a:lnTo>
                  <a:lnTo>
                    <a:pt x="1002708" y="40161"/>
                  </a:lnTo>
                  <a:lnTo>
                    <a:pt x="1005172" y="40770"/>
                  </a:lnTo>
                  <a:lnTo>
                    <a:pt x="1007635" y="41378"/>
                  </a:lnTo>
                  <a:lnTo>
                    <a:pt x="1010099" y="41987"/>
                  </a:lnTo>
                  <a:lnTo>
                    <a:pt x="1012563" y="42595"/>
                  </a:lnTo>
                  <a:lnTo>
                    <a:pt x="1015026" y="43204"/>
                  </a:lnTo>
                  <a:lnTo>
                    <a:pt x="1017490" y="43813"/>
                  </a:lnTo>
                  <a:lnTo>
                    <a:pt x="1019954" y="44421"/>
                  </a:lnTo>
                  <a:lnTo>
                    <a:pt x="1022417" y="45029"/>
                  </a:lnTo>
                  <a:lnTo>
                    <a:pt x="1024881" y="45636"/>
                  </a:lnTo>
                  <a:lnTo>
                    <a:pt x="1027345" y="46244"/>
                  </a:lnTo>
                  <a:lnTo>
                    <a:pt x="1029808" y="46850"/>
                  </a:lnTo>
                  <a:lnTo>
                    <a:pt x="1032272" y="47457"/>
                  </a:lnTo>
                  <a:lnTo>
                    <a:pt x="1034736" y="48062"/>
                  </a:lnTo>
                  <a:lnTo>
                    <a:pt x="1037199" y="48667"/>
                  </a:lnTo>
                  <a:lnTo>
                    <a:pt x="1039663" y="49272"/>
                  </a:lnTo>
                  <a:lnTo>
                    <a:pt x="1042127" y="49875"/>
                  </a:lnTo>
                  <a:lnTo>
                    <a:pt x="1044590" y="50478"/>
                  </a:lnTo>
                  <a:lnTo>
                    <a:pt x="1047054" y="51080"/>
                  </a:lnTo>
                  <a:lnTo>
                    <a:pt x="1049518" y="51680"/>
                  </a:lnTo>
                  <a:lnTo>
                    <a:pt x="1051981" y="52280"/>
                  </a:lnTo>
                  <a:lnTo>
                    <a:pt x="1054445" y="52879"/>
                  </a:lnTo>
                  <a:lnTo>
                    <a:pt x="1056909" y="53477"/>
                  </a:lnTo>
                  <a:lnTo>
                    <a:pt x="1059372" y="54074"/>
                  </a:lnTo>
                  <a:lnTo>
                    <a:pt x="1061836" y="54669"/>
                  </a:lnTo>
                  <a:lnTo>
                    <a:pt x="1064300" y="55263"/>
                  </a:lnTo>
                  <a:lnTo>
                    <a:pt x="1066763" y="55857"/>
                  </a:lnTo>
                  <a:lnTo>
                    <a:pt x="1069227" y="56448"/>
                  </a:lnTo>
                  <a:lnTo>
                    <a:pt x="1071691" y="57039"/>
                  </a:lnTo>
                  <a:lnTo>
                    <a:pt x="1074154" y="57628"/>
                  </a:lnTo>
                  <a:lnTo>
                    <a:pt x="1076618" y="58216"/>
                  </a:lnTo>
                  <a:lnTo>
                    <a:pt x="1079082" y="58802"/>
                  </a:lnTo>
                  <a:lnTo>
                    <a:pt x="1081545" y="59386"/>
                  </a:lnTo>
                  <a:lnTo>
                    <a:pt x="1084009" y="59970"/>
                  </a:lnTo>
                  <a:lnTo>
                    <a:pt x="1086472" y="60551"/>
                  </a:lnTo>
                  <a:lnTo>
                    <a:pt x="1088936" y="61131"/>
                  </a:lnTo>
                  <a:lnTo>
                    <a:pt x="1091400" y="61710"/>
                  </a:lnTo>
                  <a:lnTo>
                    <a:pt x="1093863" y="62286"/>
                  </a:lnTo>
                  <a:lnTo>
                    <a:pt x="1096327" y="62862"/>
                  </a:lnTo>
                  <a:lnTo>
                    <a:pt x="1098791" y="63434"/>
                  </a:lnTo>
                  <a:lnTo>
                    <a:pt x="1101254" y="64006"/>
                  </a:lnTo>
                  <a:lnTo>
                    <a:pt x="1103718" y="64575"/>
                  </a:lnTo>
                  <a:lnTo>
                    <a:pt x="1106182" y="65142"/>
                  </a:lnTo>
                  <a:lnTo>
                    <a:pt x="1108645" y="65708"/>
                  </a:lnTo>
                  <a:lnTo>
                    <a:pt x="1111109" y="66271"/>
                  </a:lnTo>
                  <a:lnTo>
                    <a:pt x="1113573" y="66832"/>
                  </a:lnTo>
                  <a:lnTo>
                    <a:pt x="1116036" y="67392"/>
                  </a:lnTo>
                  <a:lnTo>
                    <a:pt x="1118500" y="67948"/>
                  </a:lnTo>
                  <a:lnTo>
                    <a:pt x="1120964" y="68504"/>
                  </a:lnTo>
                  <a:lnTo>
                    <a:pt x="1123427" y="69056"/>
                  </a:lnTo>
                  <a:lnTo>
                    <a:pt x="1125891" y="69605"/>
                  </a:lnTo>
                  <a:lnTo>
                    <a:pt x="1128355" y="70154"/>
                  </a:lnTo>
                  <a:lnTo>
                    <a:pt x="1130818" y="70698"/>
                  </a:lnTo>
                  <a:lnTo>
                    <a:pt x="1133282" y="71241"/>
                  </a:lnTo>
                  <a:lnTo>
                    <a:pt x="1135746" y="71780"/>
                  </a:lnTo>
                  <a:lnTo>
                    <a:pt x="1138209" y="72317"/>
                  </a:lnTo>
                  <a:lnTo>
                    <a:pt x="1140673" y="72853"/>
                  </a:lnTo>
                  <a:lnTo>
                    <a:pt x="1143137" y="73383"/>
                  </a:lnTo>
                  <a:lnTo>
                    <a:pt x="1145600" y="73912"/>
                  </a:lnTo>
                  <a:lnTo>
                    <a:pt x="1148064" y="74438"/>
                  </a:lnTo>
                  <a:lnTo>
                    <a:pt x="1150528" y="74960"/>
                  </a:lnTo>
                  <a:lnTo>
                    <a:pt x="1152991" y="75480"/>
                  </a:lnTo>
                  <a:lnTo>
                    <a:pt x="1155455" y="75996"/>
                  </a:lnTo>
                  <a:lnTo>
                    <a:pt x="1157919" y="76509"/>
                  </a:lnTo>
                  <a:lnTo>
                    <a:pt x="1160382" y="77019"/>
                  </a:lnTo>
                  <a:lnTo>
                    <a:pt x="1162846" y="77524"/>
                  </a:lnTo>
                  <a:lnTo>
                    <a:pt x="1165310" y="78028"/>
                  </a:lnTo>
                  <a:lnTo>
                    <a:pt x="1167773" y="78526"/>
                  </a:lnTo>
                  <a:lnTo>
                    <a:pt x="1170237" y="79022"/>
                  </a:lnTo>
                  <a:lnTo>
                    <a:pt x="1172701" y="79513"/>
                  </a:lnTo>
                  <a:lnTo>
                    <a:pt x="1175164" y="80001"/>
                  </a:lnTo>
                  <a:lnTo>
                    <a:pt x="1177628" y="80486"/>
                  </a:lnTo>
                  <a:lnTo>
                    <a:pt x="1180091" y="80964"/>
                  </a:lnTo>
                  <a:lnTo>
                    <a:pt x="1182555" y="81440"/>
                  </a:lnTo>
                  <a:lnTo>
                    <a:pt x="1185019" y="81912"/>
                  </a:lnTo>
                  <a:lnTo>
                    <a:pt x="1187482" y="82379"/>
                  </a:lnTo>
                  <a:lnTo>
                    <a:pt x="1189946" y="82843"/>
                  </a:lnTo>
                  <a:lnTo>
                    <a:pt x="1192410" y="83301"/>
                  </a:lnTo>
                  <a:lnTo>
                    <a:pt x="1194873" y="83755"/>
                  </a:lnTo>
                  <a:lnTo>
                    <a:pt x="1197337" y="84205"/>
                  </a:lnTo>
                  <a:lnTo>
                    <a:pt x="1199801" y="84649"/>
                  </a:lnTo>
                  <a:lnTo>
                    <a:pt x="1202264" y="85091"/>
                  </a:lnTo>
                  <a:lnTo>
                    <a:pt x="1204728" y="85526"/>
                  </a:lnTo>
                  <a:lnTo>
                    <a:pt x="1207192" y="85956"/>
                  </a:lnTo>
                  <a:lnTo>
                    <a:pt x="1209655" y="86383"/>
                  </a:lnTo>
                  <a:lnTo>
                    <a:pt x="1212119" y="86803"/>
                  </a:lnTo>
                  <a:lnTo>
                    <a:pt x="1214583" y="87220"/>
                  </a:lnTo>
                  <a:lnTo>
                    <a:pt x="1217046" y="87630"/>
                  </a:lnTo>
                  <a:lnTo>
                    <a:pt x="1219510" y="88035"/>
                  </a:lnTo>
                  <a:lnTo>
                    <a:pt x="1221974" y="88437"/>
                  </a:lnTo>
                  <a:lnTo>
                    <a:pt x="1224437" y="88830"/>
                  </a:lnTo>
                  <a:lnTo>
                    <a:pt x="1226901" y="89221"/>
                  </a:lnTo>
                  <a:lnTo>
                    <a:pt x="1229365" y="89605"/>
                  </a:lnTo>
                  <a:lnTo>
                    <a:pt x="1231828" y="89984"/>
                  </a:lnTo>
                  <a:lnTo>
                    <a:pt x="1234292" y="90359"/>
                  </a:lnTo>
                  <a:lnTo>
                    <a:pt x="1236756" y="90725"/>
                  </a:lnTo>
                  <a:lnTo>
                    <a:pt x="1239219" y="91089"/>
                  </a:lnTo>
                  <a:lnTo>
                    <a:pt x="1241683" y="91445"/>
                  </a:lnTo>
                  <a:lnTo>
                    <a:pt x="1244147" y="91796"/>
                  </a:lnTo>
                  <a:lnTo>
                    <a:pt x="1246610" y="92143"/>
                  </a:lnTo>
                  <a:lnTo>
                    <a:pt x="1249074" y="92482"/>
                  </a:lnTo>
                  <a:lnTo>
                    <a:pt x="1251538" y="92817"/>
                  </a:lnTo>
                  <a:lnTo>
                    <a:pt x="1254001" y="93146"/>
                  </a:lnTo>
                  <a:lnTo>
                    <a:pt x="1256465" y="93468"/>
                  </a:lnTo>
                  <a:lnTo>
                    <a:pt x="1258929" y="93787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466670" y="2185191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52961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844349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9159081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9473813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9788546" y="218519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tx142"/>
            <p:cNvSpPr/>
            <p:nvPr/>
          </p:nvSpPr>
          <p:spPr>
            <a:xfrm>
              <a:off x="8451936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8766668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9081400" y="224612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9396132" y="224749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9679787" y="2246129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9116414" y="239691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48" name="rc148"/>
            <p:cNvSpPr/>
            <p:nvPr/>
          </p:nvSpPr>
          <p:spPr>
            <a:xfrm>
              <a:off x="777081" y="2595080"/>
              <a:ext cx="1523999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846670" y="2892358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909616" y="3286436"/>
              <a:ext cx="1258929" cy="853406"/>
            </a:xfrm>
            <a:custGeom>
              <a:avLst/>
              <a:pathLst>
                <a:path w="1258929" h="853406">
                  <a:moveTo>
                    <a:pt x="0" y="853406"/>
                  </a:moveTo>
                  <a:lnTo>
                    <a:pt x="2463" y="853406"/>
                  </a:lnTo>
                  <a:lnTo>
                    <a:pt x="4927" y="853406"/>
                  </a:lnTo>
                  <a:lnTo>
                    <a:pt x="7390" y="853406"/>
                  </a:lnTo>
                  <a:lnTo>
                    <a:pt x="9854" y="853406"/>
                  </a:lnTo>
                  <a:lnTo>
                    <a:pt x="12318" y="853406"/>
                  </a:lnTo>
                  <a:lnTo>
                    <a:pt x="14781" y="853406"/>
                  </a:lnTo>
                  <a:lnTo>
                    <a:pt x="17245" y="853406"/>
                  </a:lnTo>
                  <a:lnTo>
                    <a:pt x="19709" y="853406"/>
                  </a:lnTo>
                  <a:lnTo>
                    <a:pt x="22172" y="853406"/>
                  </a:lnTo>
                  <a:lnTo>
                    <a:pt x="24636" y="853406"/>
                  </a:lnTo>
                  <a:lnTo>
                    <a:pt x="27100" y="853406"/>
                  </a:lnTo>
                  <a:lnTo>
                    <a:pt x="29563" y="853406"/>
                  </a:lnTo>
                  <a:lnTo>
                    <a:pt x="32027" y="853406"/>
                  </a:lnTo>
                  <a:lnTo>
                    <a:pt x="34491" y="853406"/>
                  </a:lnTo>
                  <a:lnTo>
                    <a:pt x="36954" y="853406"/>
                  </a:lnTo>
                  <a:lnTo>
                    <a:pt x="39418" y="853406"/>
                  </a:lnTo>
                  <a:lnTo>
                    <a:pt x="41882" y="853406"/>
                  </a:lnTo>
                  <a:lnTo>
                    <a:pt x="44345" y="853406"/>
                  </a:lnTo>
                  <a:lnTo>
                    <a:pt x="46809" y="853406"/>
                  </a:lnTo>
                  <a:lnTo>
                    <a:pt x="49273" y="853406"/>
                  </a:lnTo>
                  <a:lnTo>
                    <a:pt x="51736" y="853406"/>
                  </a:lnTo>
                  <a:lnTo>
                    <a:pt x="54200" y="853406"/>
                  </a:lnTo>
                  <a:lnTo>
                    <a:pt x="56664" y="853406"/>
                  </a:lnTo>
                  <a:lnTo>
                    <a:pt x="59127" y="853406"/>
                  </a:lnTo>
                  <a:lnTo>
                    <a:pt x="61591" y="853406"/>
                  </a:lnTo>
                  <a:lnTo>
                    <a:pt x="64055" y="853406"/>
                  </a:lnTo>
                  <a:lnTo>
                    <a:pt x="66518" y="853406"/>
                  </a:lnTo>
                  <a:lnTo>
                    <a:pt x="68982" y="853406"/>
                  </a:lnTo>
                  <a:lnTo>
                    <a:pt x="71446" y="853406"/>
                  </a:lnTo>
                  <a:lnTo>
                    <a:pt x="73909" y="853406"/>
                  </a:lnTo>
                  <a:lnTo>
                    <a:pt x="76373" y="853406"/>
                  </a:lnTo>
                  <a:lnTo>
                    <a:pt x="78837" y="853406"/>
                  </a:lnTo>
                  <a:lnTo>
                    <a:pt x="81300" y="853406"/>
                  </a:lnTo>
                  <a:lnTo>
                    <a:pt x="83764" y="853406"/>
                  </a:lnTo>
                  <a:lnTo>
                    <a:pt x="86228" y="853406"/>
                  </a:lnTo>
                  <a:lnTo>
                    <a:pt x="88691" y="853406"/>
                  </a:lnTo>
                  <a:lnTo>
                    <a:pt x="91155" y="853406"/>
                  </a:lnTo>
                  <a:lnTo>
                    <a:pt x="93618" y="853406"/>
                  </a:lnTo>
                  <a:lnTo>
                    <a:pt x="96082" y="853406"/>
                  </a:lnTo>
                  <a:lnTo>
                    <a:pt x="98546" y="853406"/>
                  </a:lnTo>
                  <a:lnTo>
                    <a:pt x="101009" y="853406"/>
                  </a:lnTo>
                  <a:lnTo>
                    <a:pt x="103473" y="853406"/>
                  </a:lnTo>
                  <a:lnTo>
                    <a:pt x="105937" y="853406"/>
                  </a:lnTo>
                  <a:lnTo>
                    <a:pt x="108400" y="853406"/>
                  </a:lnTo>
                  <a:lnTo>
                    <a:pt x="110864" y="853406"/>
                  </a:lnTo>
                  <a:lnTo>
                    <a:pt x="113328" y="853406"/>
                  </a:lnTo>
                  <a:lnTo>
                    <a:pt x="115791" y="853404"/>
                  </a:lnTo>
                  <a:lnTo>
                    <a:pt x="118255" y="853394"/>
                  </a:lnTo>
                  <a:lnTo>
                    <a:pt x="120719" y="853356"/>
                  </a:lnTo>
                  <a:lnTo>
                    <a:pt x="123182" y="853223"/>
                  </a:lnTo>
                  <a:lnTo>
                    <a:pt x="125646" y="852858"/>
                  </a:lnTo>
                  <a:lnTo>
                    <a:pt x="128110" y="852035"/>
                  </a:lnTo>
                  <a:lnTo>
                    <a:pt x="130573" y="850535"/>
                  </a:lnTo>
                  <a:lnTo>
                    <a:pt x="133037" y="848350"/>
                  </a:lnTo>
                  <a:lnTo>
                    <a:pt x="135501" y="845881"/>
                  </a:lnTo>
                  <a:lnTo>
                    <a:pt x="137964" y="843833"/>
                  </a:lnTo>
                  <a:lnTo>
                    <a:pt x="140428" y="842698"/>
                  </a:lnTo>
                  <a:lnTo>
                    <a:pt x="142892" y="842269"/>
                  </a:lnTo>
                  <a:lnTo>
                    <a:pt x="145355" y="841834"/>
                  </a:lnTo>
                  <a:lnTo>
                    <a:pt x="147819" y="840968"/>
                  </a:lnTo>
                  <a:lnTo>
                    <a:pt x="150283" y="839943"/>
                  </a:lnTo>
                  <a:lnTo>
                    <a:pt x="152746" y="839258"/>
                  </a:lnTo>
                  <a:lnTo>
                    <a:pt x="155210" y="839092"/>
                  </a:lnTo>
                  <a:lnTo>
                    <a:pt x="157674" y="839380"/>
                  </a:lnTo>
                  <a:lnTo>
                    <a:pt x="160137" y="840066"/>
                  </a:lnTo>
                  <a:lnTo>
                    <a:pt x="162601" y="840969"/>
                  </a:lnTo>
                  <a:lnTo>
                    <a:pt x="165065" y="841774"/>
                  </a:lnTo>
                  <a:lnTo>
                    <a:pt x="167528" y="842287"/>
                  </a:lnTo>
                  <a:lnTo>
                    <a:pt x="169992" y="842533"/>
                  </a:lnTo>
                  <a:lnTo>
                    <a:pt x="172456" y="842593"/>
                  </a:lnTo>
                  <a:lnTo>
                    <a:pt x="174919" y="842480"/>
                  </a:lnTo>
                  <a:lnTo>
                    <a:pt x="177383" y="842118"/>
                  </a:lnTo>
                  <a:lnTo>
                    <a:pt x="179847" y="841326"/>
                  </a:lnTo>
                  <a:lnTo>
                    <a:pt x="182310" y="839848"/>
                  </a:lnTo>
                  <a:lnTo>
                    <a:pt x="184774" y="837510"/>
                  </a:lnTo>
                  <a:lnTo>
                    <a:pt x="187237" y="834299"/>
                  </a:lnTo>
                  <a:lnTo>
                    <a:pt x="189701" y="830189"/>
                  </a:lnTo>
                  <a:lnTo>
                    <a:pt x="192165" y="825009"/>
                  </a:lnTo>
                  <a:lnTo>
                    <a:pt x="194628" y="818853"/>
                  </a:lnTo>
                  <a:lnTo>
                    <a:pt x="197092" y="812744"/>
                  </a:lnTo>
                  <a:lnTo>
                    <a:pt x="199556" y="808494"/>
                  </a:lnTo>
                  <a:lnTo>
                    <a:pt x="202019" y="807301"/>
                  </a:lnTo>
                  <a:lnTo>
                    <a:pt x="204483" y="808343"/>
                  </a:lnTo>
                  <a:lnTo>
                    <a:pt x="206947" y="809082"/>
                  </a:lnTo>
                  <a:lnTo>
                    <a:pt x="209410" y="807170"/>
                  </a:lnTo>
                  <a:lnTo>
                    <a:pt x="211874" y="802040"/>
                  </a:lnTo>
                  <a:lnTo>
                    <a:pt x="214338" y="794836"/>
                  </a:lnTo>
                  <a:lnTo>
                    <a:pt x="216801" y="787329"/>
                  </a:lnTo>
                  <a:lnTo>
                    <a:pt x="219265" y="780933"/>
                  </a:lnTo>
                  <a:lnTo>
                    <a:pt x="221729" y="775919"/>
                  </a:lnTo>
                  <a:lnTo>
                    <a:pt x="224192" y="770720"/>
                  </a:lnTo>
                  <a:lnTo>
                    <a:pt x="226656" y="762158"/>
                  </a:lnTo>
                  <a:lnTo>
                    <a:pt x="229120" y="746902"/>
                  </a:lnTo>
                  <a:lnTo>
                    <a:pt x="231583" y="722579"/>
                  </a:lnTo>
                  <a:lnTo>
                    <a:pt x="234047" y="687241"/>
                  </a:lnTo>
                  <a:lnTo>
                    <a:pt x="236511" y="638461"/>
                  </a:lnTo>
                  <a:lnTo>
                    <a:pt x="238974" y="573112"/>
                  </a:lnTo>
                  <a:lnTo>
                    <a:pt x="241438" y="489796"/>
                  </a:lnTo>
                  <a:lnTo>
                    <a:pt x="243902" y="388588"/>
                  </a:lnTo>
                  <a:lnTo>
                    <a:pt x="246365" y="274801"/>
                  </a:lnTo>
                  <a:lnTo>
                    <a:pt x="248829" y="161780"/>
                  </a:lnTo>
                  <a:lnTo>
                    <a:pt x="251293" y="68117"/>
                  </a:lnTo>
                  <a:lnTo>
                    <a:pt x="253756" y="10694"/>
                  </a:lnTo>
                  <a:lnTo>
                    <a:pt x="256220" y="0"/>
                  </a:lnTo>
                  <a:lnTo>
                    <a:pt x="258684" y="39434"/>
                  </a:lnTo>
                  <a:lnTo>
                    <a:pt x="261147" y="124938"/>
                  </a:lnTo>
                  <a:lnTo>
                    <a:pt x="263611" y="244054"/>
                  </a:lnTo>
                  <a:lnTo>
                    <a:pt x="266075" y="377885"/>
                  </a:lnTo>
                  <a:lnTo>
                    <a:pt x="268538" y="507062"/>
                  </a:lnTo>
                  <a:lnTo>
                    <a:pt x="271002" y="617736"/>
                  </a:lnTo>
                  <a:lnTo>
                    <a:pt x="273465" y="703665"/>
                  </a:lnTo>
                  <a:lnTo>
                    <a:pt x="275929" y="764727"/>
                  </a:lnTo>
                  <a:lnTo>
                    <a:pt x="278393" y="804476"/>
                  </a:lnTo>
                  <a:lnTo>
                    <a:pt x="280856" y="828145"/>
                  </a:lnTo>
                  <a:lnTo>
                    <a:pt x="283320" y="841103"/>
                  </a:lnTo>
                  <a:lnTo>
                    <a:pt x="285784" y="847728"/>
                  </a:lnTo>
                  <a:lnTo>
                    <a:pt x="288247" y="850948"/>
                  </a:lnTo>
                  <a:lnTo>
                    <a:pt x="290711" y="852435"/>
                  </a:lnTo>
                  <a:lnTo>
                    <a:pt x="293175" y="853069"/>
                  </a:lnTo>
                  <a:lnTo>
                    <a:pt x="295638" y="853307"/>
                  </a:lnTo>
                  <a:lnTo>
                    <a:pt x="298102" y="853382"/>
                  </a:lnTo>
                  <a:lnTo>
                    <a:pt x="300566" y="853401"/>
                  </a:lnTo>
                  <a:lnTo>
                    <a:pt x="303029" y="853405"/>
                  </a:lnTo>
                  <a:lnTo>
                    <a:pt x="305493" y="853406"/>
                  </a:lnTo>
                  <a:lnTo>
                    <a:pt x="307957" y="853406"/>
                  </a:lnTo>
                  <a:lnTo>
                    <a:pt x="310420" y="853406"/>
                  </a:lnTo>
                  <a:lnTo>
                    <a:pt x="312884" y="853406"/>
                  </a:lnTo>
                  <a:lnTo>
                    <a:pt x="315348" y="853406"/>
                  </a:lnTo>
                  <a:lnTo>
                    <a:pt x="317811" y="853406"/>
                  </a:lnTo>
                  <a:lnTo>
                    <a:pt x="320275" y="853406"/>
                  </a:lnTo>
                  <a:lnTo>
                    <a:pt x="322739" y="853406"/>
                  </a:lnTo>
                  <a:lnTo>
                    <a:pt x="325202" y="853406"/>
                  </a:lnTo>
                  <a:lnTo>
                    <a:pt x="327666" y="853406"/>
                  </a:lnTo>
                  <a:lnTo>
                    <a:pt x="330130" y="853406"/>
                  </a:lnTo>
                  <a:lnTo>
                    <a:pt x="332593" y="853406"/>
                  </a:lnTo>
                  <a:lnTo>
                    <a:pt x="335057" y="853406"/>
                  </a:lnTo>
                  <a:lnTo>
                    <a:pt x="337521" y="853406"/>
                  </a:lnTo>
                  <a:lnTo>
                    <a:pt x="339984" y="853406"/>
                  </a:lnTo>
                  <a:lnTo>
                    <a:pt x="342448" y="853406"/>
                  </a:lnTo>
                  <a:lnTo>
                    <a:pt x="344912" y="853406"/>
                  </a:lnTo>
                  <a:lnTo>
                    <a:pt x="347375" y="853406"/>
                  </a:lnTo>
                  <a:lnTo>
                    <a:pt x="349839" y="853406"/>
                  </a:lnTo>
                  <a:lnTo>
                    <a:pt x="352303" y="853406"/>
                  </a:lnTo>
                  <a:lnTo>
                    <a:pt x="354766" y="853406"/>
                  </a:lnTo>
                  <a:lnTo>
                    <a:pt x="357230" y="853406"/>
                  </a:lnTo>
                  <a:lnTo>
                    <a:pt x="359694" y="853406"/>
                  </a:lnTo>
                  <a:lnTo>
                    <a:pt x="362157" y="853406"/>
                  </a:lnTo>
                  <a:lnTo>
                    <a:pt x="364621" y="853406"/>
                  </a:lnTo>
                  <a:lnTo>
                    <a:pt x="367084" y="853406"/>
                  </a:lnTo>
                  <a:lnTo>
                    <a:pt x="369548" y="853406"/>
                  </a:lnTo>
                  <a:lnTo>
                    <a:pt x="372012" y="853406"/>
                  </a:lnTo>
                  <a:lnTo>
                    <a:pt x="374475" y="853406"/>
                  </a:lnTo>
                  <a:lnTo>
                    <a:pt x="376939" y="853406"/>
                  </a:lnTo>
                  <a:lnTo>
                    <a:pt x="379403" y="853406"/>
                  </a:lnTo>
                  <a:lnTo>
                    <a:pt x="381866" y="853406"/>
                  </a:lnTo>
                  <a:lnTo>
                    <a:pt x="384330" y="853406"/>
                  </a:lnTo>
                  <a:lnTo>
                    <a:pt x="386794" y="853406"/>
                  </a:lnTo>
                  <a:lnTo>
                    <a:pt x="389257" y="853406"/>
                  </a:lnTo>
                  <a:lnTo>
                    <a:pt x="391721" y="853406"/>
                  </a:lnTo>
                  <a:lnTo>
                    <a:pt x="394185" y="853406"/>
                  </a:lnTo>
                  <a:lnTo>
                    <a:pt x="396648" y="853406"/>
                  </a:lnTo>
                  <a:lnTo>
                    <a:pt x="399112" y="853406"/>
                  </a:lnTo>
                  <a:lnTo>
                    <a:pt x="401576" y="853406"/>
                  </a:lnTo>
                  <a:lnTo>
                    <a:pt x="404039" y="853406"/>
                  </a:lnTo>
                  <a:lnTo>
                    <a:pt x="406503" y="853406"/>
                  </a:lnTo>
                  <a:lnTo>
                    <a:pt x="408967" y="853406"/>
                  </a:lnTo>
                  <a:lnTo>
                    <a:pt x="411430" y="853406"/>
                  </a:lnTo>
                  <a:lnTo>
                    <a:pt x="413894" y="853406"/>
                  </a:lnTo>
                  <a:lnTo>
                    <a:pt x="416358" y="853406"/>
                  </a:lnTo>
                  <a:lnTo>
                    <a:pt x="418821" y="853406"/>
                  </a:lnTo>
                  <a:lnTo>
                    <a:pt x="421285" y="853406"/>
                  </a:lnTo>
                  <a:lnTo>
                    <a:pt x="423749" y="853406"/>
                  </a:lnTo>
                  <a:lnTo>
                    <a:pt x="426212" y="853406"/>
                  </a:lnTo>
                  <a:lnTo>
                    <a:pt x="428676" y="853406"/>
                  </a:lnTo>
                  <a:lnTo>
                    <a:pt x="431140" y="853406"/>
                  </a:lnTo>
                  <a:lnTo>
                    <a:pt x="433603" y="853406"/>
                  </a:lnTo>
                  <a:lnTo>
                    <a:pt x="436067" y="853406"/>
                  </a:lnTo>
                  <a:lnTo>
                    <a:pt x="438531" y="853406"/>
                  </a:lnTo>
                  <a:lnTo>
                    <a:pt x="440994" y="853406"/>
                  </a:lnTo>
                  <a:lnTo>
                    <a:pt x="443458" y="853406"/>
                  </a:lnTo>
                  <a:lnTo>
                    <a:pt x="445922" y="853406"/>
                  </a:lnTo>
                  <a:lnTo>
                    <a:pt x="448385" y="853406"/>
                  </a:lnTo>
                  <a:lnTo>
                    <a:pt x="450849" y="853406"/>
                  </a:lnTo>
                  <a:lnTo>
                    <a:pt x="453312" y="853406"/>
                  </a:lnTo>
                  <a:lnTo>
                    <a:pt x="455776" y="853406"/>
                  </a:lnTo>
                  <a:lnTo>
                    <a:pt x="458240" y="853406"/>
                  </a:lnTo>
                  <a:lnTo>
                    <a:pt x="460703" y="853406"/>
                  </a:lnTo>
                  <a:lnTo>
                    <a:pt x="463167" y="853406"/>
                  </a:lnTo>
                  <a:lnTo>
                    <a:pt x="465631" y="853406"/>
                  </a:lnTo>
                  <a:lnTo>
                    <a:pt x="468094" y="853406"/>
                  </a:lnTo>
                  <a:lnTo>
                    <a:pt x="470558" y="853406"/>
                  </a:lnTo>
                  <a:lnTo>
                    <a:pt x="473022" y="853406"/>
                  </a:lnTo>
                  <a:lnTo>
                    <a:pt x="475485" y="853406"/>
                  </a:lnTo>
                  <a:lnTo>
                    <a:pt x="477949" y="853406"/>
                  </a:lnTo>
                  <a:lnTo>
                    <a:pt x="480413" y="853406"/>
                  </a:lnTo>
                  <a:lnTo>
                    <a:pt x="482876" y="853406"/>
                  </a:lnTo>
                  <a:lnTo>
                    <a:pt x="485340" y="853406"/>
                  </a:lnTo>
                  <a:lnTo>
                    <a:pt x="487804" y="853406"/>
                  </a:lnTo>
                  <a:lnTo>
                    <a:pt x="490267" y="853406"/>
                  </a:lnTo>
                  <a:lnTo>
                    <a:pt x="492731" y="853406"/>
                  </a:lnTo>
                  <a:lnTo>
                    <a:pt x="495195" y="853406"/>
                  </a:lnTo>
                  <a:lnTo>
                    <a:pt x="497658" y="853406"/>
                  </a:lnTo>
                  <a:lnTo>
                    <a:pt x="500122" y="853406"/>
                  </a:lnTo>
                  <a:lnTo>
                    <a:pt x="502586" y="853406"/>
                  </a:lnTo>
                  <a:lnTo>
                    <a:pt x="505049" y="853406"/>
                  </a:lnTo>
                  <a:lnTo>
                    <a:pt x="507513" y="853406"/>
                  </a:lnTo>
                  <a:lnTo>
                    <a:pt x="509977" y="853406"/>
                  </a:lnTo>
                  <a:lnTo>
                    <a:pt x="512440" y="853406"/>
                  </a:lnTo>
                  <a:lnTo>
                    <a:pt x="514904" y="853404"/>
                  </a:lnTo>
                  <a:lnTo>
                    <a:pt x="517368" y="853398"/>
                  </a:lnTo>
                  <a:lnTo>
                    <a:pt x="519831" y="853374"/>
                  </a:lnTo>
                  <a:lnTo>
                    <a:pt x="522295" y="853299"/>
                  </a:lnTo>
                  <a:lnTo>
                    <a:pt x="524759" y="853118"/>
                  </a:lnTo>
                  <a:lnTo>
                    <a:pt x="527222" y="852778"/>
                  </a:lnTo>
                  <a:lnTo>
                    <a:pt x="529686" y="852292"/>
                  </a:lnTo>
                  <a:lnTo>
                    <a:pt x="532150" y="851798"/>
                  </a:lnTo>
                  <a:lnTo>
                    <a:pt x="534613" y="851521"/>
                  </a:lnTo>
                  <a:lnTo>
                    <a:pt x="537077" y="851616"/>
                  </a:lnTo>
                  <a:lnTo>
                    <a:pt x="539541" y="852035"/>
                  </a:lnTo>
                  <a:lnTo>
                    <a:pt x="542004" y="852563"/>
                  </a:lnTo>
                  <a:lnTo>
                    <a:pt x="544468" y="852991"/>
                  </a:lnTo>
                  <a:lnTo>
                    <a:pt x="546931" y="853244"/>
                  </a:lnTo>
                  <a:lnTo>
                    <a:pt x="549395" y="853355"/>
                  </a:lnTo>
                  <a:lnTo>
                    <a:pt x="551859" y="853393"/>
                  </a:lnTo>
                  <a:lnTo>
                    <a:pt x="554322" y="853403"/>
                  </a:lnTo>
                  <a:lnTo>
                    <a:pt x="556786" y="853405"/>
                  </a:lnTo>
                  <a:lnTo>
                    <a:pt x="559250" y="853406"/>
                  </a:lnTo>
                  <a:lnTo>
                    <a:pt x="561713" y="853406"/>
                  </a:lnTo>
                  <a:lnTo>
                    <a:pt x="564177" y="853406"/>
                  </a:lnTo>
                  <a:lnTo>
                    <a:pt x="566641" y="853406"/>
                  </a:lnTo>
                  <a:lnTo>
                    <a:pt x="569104" y="853406"/>
                  </a:lnTo>
                  <a:lnTo>
                    <a:pt x="571568" y="853406"/>
                  </a:lnTo>
                  <a:lnTo>
                    <a:pt x="574032" y="853406"/>
                  </a:lnTo>
                  <a:lnTo>
                    <a:pt x="576495" y="853406"/>
                  </a:lnTo>
                  <a:lnTo>
                    <a:pt x="578959" y="853406"/>
                  </a:lnTo>
                  <a:lnTo>
                    <a:pt x="581423" y="853406"/>
                  </a:lnTo>
                  <a:lnTo>
                    <a:pt x="583886" y="853406"/>
                  </a:lnTo>
                  <a:lnTo>
                    <a:pt x="586350" y="853406"/>
                  </a:lnTo>
                  <a:lnTo>
                    <a:pt x="588814" y="853406"/>
                  </a:lnTo>
                  <a:lnTo>
                    <a:pt x="591277" y="853406"/>
                  </a:lnTo>
                  <a:lnTo>
                    <a:pt x="593741" y="853406"/>
                  </a:lnTo>
                  <a:lnTo>
                    <a:pt x="596205" y="853406"/>
                  </a:lnTo>
                  <a:lnTo>
                    <a:pt x="598668" y="853406"/>
                  </a:lnTo>
                  <a:lnTo>
                    <a:pt x="601132" y="853406"/>
                  </a:lnTo>
                  <a:lnTo>
                    <a:pt x="603596" y="853406"/>
                  </a:lnTo>
                  <a:lnTo>
                    <a:pt x="606059" y="853406"/>
                  </a:lnTo>
                  <a:lnTo>
                    <a:pt x="608523" y="853406"/>
                  </a:lnTo>
                  <a:lnTo>
                    <a:pt x="610987" y="853406"/>
                  </a:lnTo>
                  <a:lnTo>
                    <a:pt x="613450" y="853406"/>
                  </a:lnTo>
                  <a:lnTo>
                    <a:pt x="615914" y="853406"/>
                  </a:lnTo>
                  <a:lnTo>
                    <a:pt x="618378" y="853406"/>
                  </a:lnTo>
                  <a:lnTo>
                    <a:pt x="620841" y="853406"/>
                  </a:lnTo>
                  <a:lnTo>
                    <a:pt x="623305" y="853406"/>
                  </a:lnTo>
                  <a:lnTo>
                    <a:pt x="625769" y="853406"/>
                  </a:lnTo>
                  <a:lnTo>
                    <a:pt x="628232" y="853406"/>
                  </a:lnTo>
                  <a:lnTo>
                    <a:pt x="630696" y="853406"/>
                  </a:lnTo>
                  <a:lnTo>
                    <a:pt x="633159" y="853406"/>
                  </a:lnTo>
                  <a:lnTo>
                    <a:pt x="635623" y="853406"/>
                  </a:lnTo>
                  <a:lnTo>
                    <a:pt x="638087" y="853406"/>
                  </a:lnTo>
                  <a:lnTo>
                    <a:pt x="640550" y="853406"/>
                  </a:lnTo>
                  <a:lnTo>
                    <a:pt x="643014" y="853406"/>
                  </a:lnTo>
                  <a:lnTo>
                    <a:pt x="645478" y="853406"/>
                  </a:lnTo>
                  <a:lnTo>
                    <a:pt x="647941" y="853406"/>
                  </a:lnTo>
                  <a:lnTo>
                    <a:pt x="650405" y="853406"/>
                  </a:lnTo>
                  <a:lnTo>
                    <a:pt x="652869" y="853406"/>
                  </a:lnTo>
                  <a:lnTo>
                    <a:pt x="655332" y="853406"/>
                  </a:lnTo>
                  <a:lnTo>
                    <a:pt x="657796" y="853406"/>
                  </a:lnTo>
                  <a:lnTo>
                    <a:pt x="660260" y="853406"/>
                  </a:lnTo>
                  <a:lnTo>
                    <a:pt x="662723" y="853406"/>
                  </a:lnTo>
                  <a:lnTo>
                    <a:pt x="665187" y="853406"/>
                  </a:lnTo>
                  <a:lnTo>
                    <a:pt x="667651" y="853406"/>
                  </a:lnTo>
                  <a:lnTo>
                    <a:pt x="670114" y="853406"/>
                  </a:lnTo>
                  <a:lnTo>
                    <a:pt x="672578" y="853406"/>
                  </a:lnTo>
                  <a:lnTo>
                    <a:pt x="675042" y="853406"/>
                  </a:lnTo>
                  <a:lnTo>
                    <a:pt x="677505" y="853406"/>
                  </a:lnTo>
                  <a:lnTo>
                    <a:pt x="679969" y="853406"/>
                  </a:lnTo>
                  <a:lnTo>
                    <a:pt x="682433" y="853406"/>
                  </a:lnTo>
                  <a:lnTo>
                    <a:pt x="684896" y="853406"/>
                  </a:lnTo>
                  <a:lnTo>
                    <a:pt x="687360" y="853406"/>
                  </a:lnTo>
                  <a:lnTo>
                    <a:pt x="689824" y="853406"/>
                  </a:lnTo>
                  <a:lnTo>
                    <a:pt x="692287" y="853406"/>
                  </a:lnTo>
                  <a:lnTo>
                    <a:pt x="694751" y="853406"/>
                  </a:lnTo>
                  <a:lnTo>
                    <a:pt x="697215" y="853406"/>
                  </a:lnTo>
                  <a:lnTo>
                    <a:pt x="699678" y="853406"/>
                  </a:lnTo>
                  <a:lnTo>
                    <a:pt x="702142" y="853406"/>
                  </a:lnTo>
                  <a:lnTo>
                    <a:pt x="704606" y="853406"/>
                  </a:lnTo>
                  <a:lnTo>
                    <a:pt x="707069" y="853406"/>
                  </a:lnTo>
                  <a:lnTo>
                    <a:pt x="709533" y="853406"/>
                  </a:lnTo>
                  <a:lnTo>
                    <a:pt x="711997" y="853406"/>
                  </a:lnTo>
                  <a:lnTo>
                    <a:pt x="714460" y="853406"/>
                  </a:lnTo>
                  <a:lnTo>
                    <a:pt x="716924" y="853406"/>
                  </a:lnTo>
                  <a:lnTo>
                    <a:pt x="719388" y="853406"/>
                  </a:lnTo>
                  <a:lnTo>
                    <a:pt x="721851" y="853406"/>
                  </a:lnTo>
                  <a:lnTo>
                    <a:pt x="724315" y="853406"/>
                  </a:lnTo>
                  <a:lnTo>
                    <a:pt x="726778" y="853406"/>
                  </a:lnTo>
                  <a:lnTo>
                    <a:pt x="729242" y="853406"/>
                  </a:lnTo>
                  <a:lnTo>
                    <a:pt x="731706" y="853406"/>
                  </a:lnTo>
                  <a:lnTo>
                    <a:pt x="734169" y="853406"/>
                  </a:lnTo>
                  <a:lnTo>
                    <a:pt x="736633" y="853406"/>
                  </a:lnTo>
                  <a:lnTo>
                    <a:pt x="739097" y="853406"/>
                  </a:lnTo>
                  <a:lnTo>
                    <a:pt x="741560" y="853406"/>
                  </a:lnTo>
                  <a:lnTo>
                    <a:pt x="744024" y="853406"/>
                  </a:lnTo>
                  <a:lnTo>
                    <a:pt x="746488" y="853406"/>
                  </a:lnTo>
                  <a:lnTo>
                    <a:pt x="748951" y="853406"/>
                  </a:lnTo>
                  <a:lnTo>
                    <a:pt x="751415" y="853406"/>
                  </a:lnTo>
                  <a:lnTo>
                    <a:pt x="753879" y="853406"/>
                  </a:lnTo>
                  <a:lnTo>
                    <a:pt x="756342" y="853406"/>
                  </a:lnTo>
                  <a:lnTo>
                    <a:pt x="758806" y="853406"/>
                  </a:lnTo>
                  <a:lnTo>
                    <a:pt x="761270" y="853406"/>
                  </a:lnTo>
                  <a:lnTo>
                    <a:pt x="763733" y="853406"/>
                  </a:lnTo>
                  <a:lnTo>
                    <a:pt x="766197" y="853406"/>
                  </a:lnTo>
                  <a:lnTo>
                    <a:pt x="768661" y="853406"/>
                  </a:lnTo>
                  <a:lnTo>
                    <a:pt x="771124" y="853406"/>
                  </a:lnTo>
                  <a:lnTo>
                    <a:pt x="773588" y="853406"/>
                  </a:lnTo>
                  <a:lnTo>
                    <a:pt x="776052" y="853406"/>
                  </a:lnTo>
                  <a:lnTo>
                    <a:pt x="778515" y="853406"/>
                  </a:lnTo>
                  <a:lnTo>
                    <a:pt x="780979" y="853406"/>
                  </a:lnTo>
                  <a:lnTo>
                    <a:pt x="783443" y="853406"/>
                  </a:lnTo>
                  <a:lnTo>
                    <a:pt x="785906" y="853406"/>
                  </a:lnTo>
                  <a:lnTo>
                    <a:pt x="788370" y="853406"/>
                  </a:lnTo>
                  <a:lnTo>
                    <a:pt x="790834" y="853406"/>
                  </a:lnTo>
                  <a:lnTo>
                    <a:pt x="793297" y="853406"/>
                  </a:lnTo>
                  <a:lnTo>
                    <a:pt x="795761" y="853406"/>
                  </a:lnTo>
                  <a:lnTo>
                    <a:pt x="798225" y="853406"/>
                  </a:lnTo>
                  <a:lnTo>
                    <a:pt x="800688" y="853406"/>
                  </a:lnTo>
                  <a:lnTo>
                    <a:pt x="803152" y="853406"/>
                  </a:lnTo>
                  <a:lnTo>
                    <a:pt x="805616" y="853406"/>
                  </a:lnTo>
                  <a:lnTo>
                    <a:pt x="808079" y="853406"/>
                  </a:lnTo>
                  <a:lnTo>
                    <a:pt x="810543" y="853406"/>
                  </a:lnTo>
                  <a:lnTo>
                    <a:pt x="813006" y="853406"/>
                  </a:lnTo>
                  <a:lnTo>
                    <a:pt x="815470" y="853406"/>
                  </a:lnTo>
                  <a:lnTo>
                    <a:pt x="817934" y="853406"/>
                  </a:lnTo>
                  <a:lnTo>
                    <a:pt x="820397" y="853406"/>
                  </a:lnTo>
                  <a:lnTo>
                    <a:pt x="822861" y="853406"/>
                  </a:lnTo>
                  <a:lnTo>
                    <a:pt x="825325" y="853406"/>
                  </a:lnTo>
                  <a:lnTo>
                    <a:pt x="827788" y="853406"/>
                  </a:lnTo>
                  <a:lnTo>
                    <a:pt x="830252" y="853406"/>
                  </a:lnTo>
                  <a:lnTo>
                    <a:pt x="832716" y="853406"/>
                  </a:lnTo>
                  <a:lnTo>
                    <a:pt x="835179" y="853406"/>
                  </a:lnTo>
                  <a:lnTo>
                    <a:pt x="837643" y="853406"/>
                  </a:lnTo>
                  <a:lnTo>
                    <a:pt x="840107" y="853406"/>
                  </a:lnTo>
                  <a:lnTo>
                    <a:pt x="842570" y="853406"/>
                  </a:lnTo>
                  <a:lnTo>
                    <a:pt x="845034" y="853406"/>
                  </a:lnTo>
                  <a:lnTo>
                    <a:pt x="847498" y="853406"/>
                  </a:lnTo>
                  <a:lnTo>
                    <a:pt x="849961" y="853406"/>
                  </a:lnTo>
                  <a:lnTo>
                    <a:pt x="852425" y="853406"/>
                  </a:lnTo>
                  <a:lnTo>
                    <a:pt x="854889" y="853406"/>
                  </a:lnTo>
                  <a:lnTo>
                    <a:pt x="857352" y="853406"/>
                  </a:lnTo>
                  <a:lnTo>
                    <a:pt x="859816" y="853406"/>
                  </a:lnTo>
                  <a:lnTo>
                    <a:pt x="862280" y="853406"/>
                  </a:lnTo>
                  <a:lnTo>
                    <a:pt x="864743" y="853406"/>
                  </a:lnTo>
                  <a:lnTo>
                    <a:pt x="867207" y="853406"/>
                  </a:lnTo>
                  <a:lnTo>
                    <a:pt x="869671" y="853406"/>
                  </a:lnTo>
                  <a:lnTo>
                    <a:pt x="872134" y="853406"/>
                  </a:lnTo>
                  <a:lnTo>
                    <a:pt x="874598" y="853406"/>
                  </a:lnTo>
                  <a:lnTo>
                    <a:pt x="877062" y="853406"/>
                  </a:lnTo>
                  <a:lnTo>
                    <a:pt x="879525" y="853406"/>
                  </a:lnTo>
                  <a:lnTo>
                    <a:pt x="881989" y="853406"/>
                  </a:lnTo>
                  <a:lnTo>
                    <a:pt x="884453" y="853406"/>
                  </a:lnTo>
                  <a:lnTo>
                    <a:pt x="886916" y="853406"/>
                  </a:lnTo>
                  <a:lnTo>
                    <a:pt x="889380" y="853406"/>
                  </a:lnTo>
                  <a:lnTo>
                    <a:pt x="891844" y="853406"/>
                  </a:lnTo>
                  <a:lnTo>
                    <a:pt x="894307" y="853406"/>
                  </a:lnTo>
                  <a:lnTo>
                    <a:pt x="896771" y="853406"/>
                  </a:lnTo>
                  <a:lnTo>
                    <a:pt x="899235" y="853406"/>
                  </a:lnTo>
                  <a:lnTo>
                    <a:pt x="901698" y="853406"/>
                  </a:lnTo>
                  <a:lnTo>
                    <a:pt x="904162" y="853406"/>
                  </a:lnTo>
                  <a:lnTo>
                    <a:pt x="906625" y="853406"/>
                  </a:lnTo>
                  <a:lnTo>
                    <a:pt x="909089" y="853406"/>
                  </a:lnTo>
                  <a:lnTo>
                    <a:pt x="911553" y="853406"/>
                  </a:lnTo>
                  <a:lnTo>
                    <a:pt x="914016" y="853406"/>
                  </a:lnTo>
                  <a:lnTo>
                    <a:pt x="916480" y="853406"/>
                  </a:lnTo>
                  <a:lnTo>
                    <a:pt x="918944" y="853406"/>
                  </a:lnTo>
                  <a:lnTo>
                    <a:pt x="921407" y="853406"/>
                  </a:lnTo>
                  <a:lnTo>
                    <a:pt x="923871" y="853406"/>
                  </a:lnTo>
                  <a:lnTo>
                    <a:pt x="926335" y="853406"/>
                  </a:lnTo>
                  <a:lnTo>
                    <a:pt x="928798" y="853406"/>
                  </a:lnTo>
                  <a:lnTo>
                    <a:pt x="931262" y="853406"/>
                  </a:lnTo>
                  <a:lnTo>
                    <a:pt x="933726" y="853406"/>
                  </a:lnTo>
                  <a:lnTo>
                    <a:pt x="936189" y="853406"/>
                  </a:lnTo>
                  <a:lnTo>
                    <a:pt x="938653" y="853406"/>
                  </a:lnTo>
                  <a:lnTo>
                    <a:pt x="941117" y="853406"/>
                  </a:lnTo>
                  <a:lnTo>
                    <a:pt x="943580" y="853406"/>
                  </a:lnTo>
                  <a:lnTo>
                    <a:pt x="946044" y="853406"/>
                  </a:lnTo>
                  <a:lnTo>
                    <a:pt x="948508" y="853406"/>
                  </a:lnTo>
                  <a:lnTo>
                    <a:pt x="950971" y="853406"/>
                  </a:lnTo>
                  <a:lnTo>
                    <a:pt x="953435" y="853406"/>
                  </a:lnTo>
                  <a:lnTo>
                    <a:pt x="955899" y="853406"/>
                  </a:lnTo>
                  <a:lnTo>
                    <a:pt x="958362" y="853406"/>
                  </a:lnTo>
                  <a:lnTo>
                    <a:pt x="960826" y="853406"/>
                  </a:lnTo>
                  <a:lnTo>
                    <a:pt x="963290" y="853406"/>
                  </a:lnTo>
                  <a:lnTo>
                    <a:pt x="965753" y="853406"/>
                  </a:lnTo>
                  <a:lnTo>
                    <a:pt x="968217" y="853406"/>
                  </a:lnTo>
                  <a:lnTo>
                    <a:pt x="970681" y="853406"/>
                  </a:lnTo>
                  <a:lnTo>
                    <a:pt x="973144" y="853406"/>
                  </a:lnTo>
                  <a:lnTo>
                    <a:pt x="975608" y="853406"/>
                  </a:lnTo>
                  <a:lnTo>
                    <a:pt x="978072" y="853406"/>
                  </a:lnTo>
                  <a:lnTo>
                    <a:pt x="980535" y="853406"/>
                  </a:lnTo>
                  <a:lnTo>
                    <a:pt x="982999" y="853406"/>
                  </a:lnTo>
                  <a:lnTo>
                    <a:pt x="985463" y="853406"/>
                  </a:lnTo>
                  <a:lnTo>
                    <a:pt x="987926" y="853406"/>
                  </a:lnTo>
                  <a:lnTo>
                    <a:pt x="990390" y="853406"/>
                  </a:lnTo>
                  <a:lnTo>
                    <a:pt x="992853" y="853406"/>
                  </a:lnTo>
                  <a:lnTo>
                    <a:pt x="995317" y="853406"/>
                  </a:lnTo>
                  <a:lnTo>
                    <a:pt x="997781" y="853406"/>
                  </a:lnTo>
                  <a:lnTo>
                    <a:pt x="1000244" y="853406"/>
                  </a:lnTo>
                  <a:lnTo>
                    <a:pt x="1002708" y="853406"/>
                  </a:lnTo>
                  <a:lnTo>
                    <a:pt x="1005172" y="853406"/>
                  </a:lnTo>
                  <a:lnTo>
                    <a:pt x="1007635" y="853406"/>
                  </a:lnTo>
                  <a:lnTo>
                    <a:pt x="1010099" y="853406"/>
                  </a:lnTo>
                  <a:lnTo>
                    <a:pt x="1012563" y="853406"/>
                  </a:lnTo>
                  <a:lnTo>
                    <a:pt x="1015026" y="853406"/>
                  </a:lnTo>
                  <a:lnTo>
                    <a:pt x="1017490" y="853406"/>
                  </a:lnTo>
                  <a:lnTo>
                    <a:pt x="1019954" y="853406"/>
                  </a:lnTo>
                  <a:lnTo>
                    <a:pt x="1022417" y="853406"/>
                  </a:lnTo>
                  <a:lnTo>
                    <a:pt x="1024881" y="853406"/>
                  </a:lnTo>
                  <a:lnTo>
                    <a:pt x="1027345" y="853406"/>
                  </a:lnTo>
                  <a:lnTo>
                    <a:pt x="1029808" y="853406"/>
                  </a:lnTo>
                  <a:lnTo>
                    <a:pt x="1032272" y="853406"/>
                  </a:lnTo>
                  <a:lnTo>
                    <a:pt x="1034736" y="853406"/>
                  </a:lnTo>
                  <a:lnTo>
                    <a:pt x="1037199" y="853406"/>
                  </a:lnTo>
                  <a:lnTo>
                    <a:pt x="1039663" y="853406"/>
                  </a:lnTo>
                  <a:lnTo>
                    <a:pt x="1042127" y="853406"/>
                  </a:lnTo>
                  <a:lnTo>
                    <a:pt x="1044590" y="853406"/>
                  </a:lnTo>
                  <a:lnTo>
                    <a:pt x="1047054" y="853406"/>
                  </a:lnTo>
                  <a:lnTo>
                    <a:pt x="1049518" y="853406"/>
                  </a:lnTo>
                  <a:lnTo>
                    <a:pt x="1051981" y="853406"/>
                  </a:lnTo>
                  <a:lnTo>
                    <a:pt x="1054445" y="853406"/>
                  </a:lnTo>
                  <a:lnTo>
                    <a:pt x="1056909" y="853406"/>
                  </a:lnTo>
                  <a:lnTo>
                    <a:pt x="1059372" y="853406"/>
                  </a:lnTo>
                  <a:lnTo>
                    <a:pt x="1061836" y="853406"/>
                  </a:lnTo>
                  <a:lnTo>
                    <a:pt x="1064300" y="853406"/>
                  </a:lnTo>
                  <a:lnTo>
                    <a:pt x="1066763" y="853406"/>
                  </a:lnTo>
                  <a:lnTo>
                    <a:pt x="1069227" y="853406"/>
                  </a:lnTo>
                  <a:lnTo>
                    <a:pt x="1071691" y="853406"/>
                  </a:lnTo>
                  <a:lnTo>
                    <a:pt x="1074154" y="853406"/>
                  </a:lnTo>
                  <a:lnTo>
                    <a:pt x="1076618" y="853406"/>
                  </a:lnTo>
                  <a:lnTo>
                    <a:pt x="1079082" y="853406"/>
                  </a:lnTo>
                  <a:lnTo>
                    <a:pt x="1081545" y="853406"/>
                  </a:lnTo>
                  <a:lnTo>
                    <a:pt x="1084009" y="853406"/>
                  </a:lnTo>
                  <a:lnTo>
                    <a:pt x="1086472" y="853406"/>
                  </a:lnTo>
                  <a:lnTo>
                    <a:pt x="1088936" y="853406"/>
                  </a:lnTo>
                  <a:lnTo>
                    <a:pt x="1091400" y="853406"/>
                  </a:lnTo>
                  <a:lnTo>
                    <a:pt x="1093863" y="853406"/>
                  </a:lnTo>
                  <a:lnTo>
                    <a:pt x="1096327" y="853406"/>
                  </a:lnTo>
                  <a:lnTo>
                    <a:pt x="1098791" y="853406"/>
                  </a:lnTo>
                  <a:lnTo>
                    <a:pt x="1101254" y="853406"/>
                  </a:lnTo>
                  <a:lnTo>
                    <a:pt x="1103718" y="853406"/>
                  </a:lnTo>
                  <a:lnTo>
                    <a:pt x="1106182" y="853406"/>
                  </a:lnTo>
                  <a:lnTo>
                    <a:pt x="1108645" y="853406"/>
                  </a:lnTo>
                  <a:lnTo>
                    <a:pt x="1111109" y="853406"/>
                  </a:lnTo>
                  <a:lnTo>
                    <a:pt x="1113573" y="853406"/>
                  </a:lnTo>
                  <a:lnTo>
                    <a:pt x="1116036" y="853406"/>
                  </a:lnTo>
                  <a:lnTo>
                    <a:pt x="1118500" y="853406"/>
                  </a:lnTo>
                  <a:lnTo>
                    <a:pt x="1120964" y="853406"/>
                  </a:lnTo>
                  <a:lnTo>
                    <a:pt x="1123427" y="853406"/>
                  </a:lnTo>
                  <a:lnTo>
                    <a:pt x="1125891" y="853406"/>
                  </a:lnTo>
                  <a:lnTo>
                    <a:pt x="1128355" y="853406"/>
                  </a:lnTo>
                  <a:lnTo>
                    <a:pt x="1130818" y="853406"/>
                  </a:lnTo>
                  <a:lnTo>
                    <a:pt x="1133282" y="853406"/>
                  </a:lnTo>
                  <a:lnTo>
                    <a:pt x="1135746" y="853406"/>
                  </a:lnTo>
                  <a:lnTo>
                    <a:pt x="1138209" y="853406"/>
                  </a:lnTo>
                  <a:lnTo>
                    <a:pt x="1140673" y="853406"/>
                  </a:lnTo>
                  <a:lnTo>
                    <a:pt x="1143137" y="853406"/>
                  </a:lnTo>
                  <a:lnTo>
                    <a:pt x="1145600" y="853406"/>
                  </a:lnTo>
                  <a:lnTo>
                    <a:pt x="1148064" y="853406"/>
                  </a:lnTo>
                  <a:lnTo>
                    <a:pt x="1150528" y="853406"/>
                  </a:lnTo>
                  <a:lnTo>
                    <a:pt x="1152991" y="853406"/>
                  </a:lnTo>
                  <a:lnTo>
                    <a:pt x="1155455" y="853406"/>
                  </a:lnTo>
                  <a:lnTo>
                    <a:pt x="1157919" y="853406"/>
                  </a:lnTo>
                  <a:lnTo>
                    <a:pt x="1160382" y="853406"/>
                  </a:lnTo>
                  <a:lnTo>
                    <a:pt x="1162846" y="853406"/>
                  </a:lnTo>
                  <a:lnTo>
                    <a:pt x="1165310" y="853406"/>
                  </a:lnTo>
                  <a:lnTo>
                    <a:pt x="1167773" y="853406"/>
                  </a:lnTo>
                  <a:lnTo>
                    <a:pt x="1170237" y="853406"/>
                  </a:lnTo>
                  <a:lnTo>
                    <a:pt x="1172701" y="853406"/>
                  </a:lnTo>
                  <a:lnTo>
                    <a:pt x="1175164" y="853406"/>
                  </a:lnTo>
                  <a:lnTo>
                    <a:pt x="1177628" y="853406"/>
                  </a:lnTo>
                  <a:lnTo>
                    <a:pt x="1180091" y="853406"/>
                  </a:lnTo>
                  <a:lnTo>
                    <a:pt x="1182555" y="853406"/>
                  </a:lnTo>
                  <a:lnTo>
                    <a:pt x="1185019" y="853406"/>
                  </a:lnTo>
                  <a:lnTo>
                    <a:pt x="1187482" y="853406"/>
                  </a:lnTo>
                  <a:lnTo>
                    <a:pt x="1189946" y="853406"/>
                  </a:lnTo>
                  <a:lnTo>
                    <a:pt x="1192410" y="853406"/>
                  </a:lnTo>
                  <a:lnTo>
                    <a:pt x="1194873" y="853406"/>
                  </a:lnTo>
                  <a:lnTo>
                    <a:pt x="1197337" y="853406"/>
                  </a:lnTo>
                  <a:lnTo>
                    <a:pt x="1199801" y="853406"/>
                  </a:lnTo>
                  <a:lnTo>
                    <a:pt x="1202264" y="853406"/>
                  </a:lnTo>
                  <a:lnTo>
                    <a:pt x="1204728" y="853406"/>
                  </a:lnTo>
                  <a:lnTo>
                    <a:pt x="1207192" y="853406"/>
                  </a:lnTo>
                  <a:lnTo>
                    <a:pt x="1209655" y="853406"/>
                  </a:lnTo>
                  <a:lnTo>
                    <a:pt x="1212119" y="853406"/>
                  </a:lnTo>
                  <a:lnTo>
                    <a:pt x="1214583" y="853406"/>
                  </a:lnTo>
                  <a:lnTo>
                    <a:pt x="1217046" y="853406"/>
                  </a:lnTo>
                  <a:lnTo>
                    <a:pt x="1219510" y="853406"/>
                  </a:lnTo>
                  <a:lnTo>
                    <a:pt x="1221974" y="853404"/>
                  </a:lnTo>
                  <a:lnTo>
                    <a:pt x="1224437" y="853396"/>
                  </a:lnTo>
                  <a:lnTo>
                    <a:pt x="1226901" y="853365"/>
                  </a:lnTo>
                  <a:lnTo>
                    <a:pt x="1229365" y="853274"/>
                  </a:lnTo>
                  <a:lnTo>
                    <a:pt x="1231828" y="853060"/>
                  </a:lnTo>
                  <a:lnTo>
                    <a:pt x="1234292" y="852678"/>
                  </a:lnTo>
                  <a:lnTo>
                    <a:pt x="1236756" y="852164"/>
                  </a:lnTo>
                  <a:lnTo>
                    <a:pt x="1239219" y="851690"/>
                  </a:lnTo>
                  <a:lnTo>
                    <a:pt x="1241683" y="851491"/>
                  </a:lnTo>
                  <a:lnTo>
                    <a:pt x="1244147" y="851684"/>
                  </a:lnTo>
                  <a:lnTo>
                    <a:pt x="1246610" y="852162"/>
                  </a:lnTo>
                  <a:lnTo>
                    <a:pt x="1249074" y="852687"/>
                  </a:lnTo>
                  <a:lnTo>
                    <a:pt x="1251538" y="853074"/>
                  </a:lnTo>
                  <a:lnTo>
                    <a:pt x="1254001" y="853284"/>
                  </a:lnTo>
                  <a:lnTo>
                    <a:pt x="1256465" y="853370"/>
                  </a:lnTo>
                  <a:lnTo>
                    <a:pt x="1258929" y="853406"/>
                  </a:lnTo>
                  <a:lnTo>
                    <a:pt x="1256465" y="853406"/>
                  </a:lnTo>
                  <a:lnTo>
                    <a:pt x="1254001" y="853406"/>
                  </a:lnTo>
                  <a:lnTo>
                    <a:pt x="1251538" y="853406"/>
                  </a:lnTo>
                  <a:lnTo>
                    <a:pt x="1249074" y="853406"/>
                  </a:lnTo>
                  <a:lnTo>
                    <a:pt x="1246610" y="853406"/>
                  </a:lnTo>
                  <a:lnTo>
                    <a:pt x="1244147" y="853406"/>
                  </a:lnTo>
                  <a:lnTo>
                    <a:pt x="1241683" y="853406"/>
                  </a:lnTo>
                  <a:lnTo>
                    <a:pt x="1239219" y="853406"/>
                  </a:lnTo>
                  <a:lnTo>
                    <a:pt x="1236756" y="853406"/>
                  </a:lnTo>
                  <a:lnTo>
                    <a:pt x="1234292" y="853406"/>
                  </a:lnTo>
                  <a:lnTo>
                    <a:pt x="1231828" y="853406"/>
                  </a:lnTo>
                  <a:lnTo>
                    <a:pt x="1229365" y="853406"/>
                  </a:lnTo>
                  <a:lnTo>
                    <a:pt x="1226901" y="853406"/>
                  </a:lnTo>
                  <a:lnTo>
                    <a:pt x="1224437" y="853406"/>
                  </a:lnTo>
                  <a:lnTo>
                    <a:pt x="1221974" y="853406"/>
                  </a:lnTo>
                  <a:lnTo>
                    <a:pt x="1219510" y="853406"/>
                  </a:lnTo>
                  <a:lnTo>
                    <a:pt x="1217046" y="853406"/>
                  </a:lnTo>
                  <a:lnTo>
                    <a:pt x="1214583" y="853406"/>
                  </a:lnTo>
                  <a:lnTo>
                    <a:pt x="1212119" y="853406"/>
                  </a:lnTo>
                  <a:lnTo>
                    <a:pt x="1209655" y="853406"/>
                  </a:lnTo>
                  <a:lnTo>
                    <a:pt x="1207192" y="853406"/>
                  </a:lnTo>
                  <a:lnTo>
                    <a:pt x="1204728" y="853406"/>
                  </a:lnTo>
                  <a:lnTo>
                    <a:pt x="1202264" y="853406"/>
                  </a:lnTo>
                  <a:lnTo>
                    <a:pt x="1199801" y="853406"/>
                  </a:lnTo>
                  <a:lnTo>
                    <a:pt x="1197337" y="853406"/>
                  </a:lnTo>
                  <a:lnTo>
                    <a:pt x="1194873" y="853406"/>
                  </a:lnTo>
                  <a:lnTo>
                    <a:pt x="1192410" y="853406"/>
                  </a:lnTo>
                  <a:lnTo>
                    <a:pt x="1189946" y="853406"/>
                  </a:lnTo>
                  <a:lnTo>
                    <a:pt x="1187482" y="853406"/>
                  </a:lnTo>
                  <a:lnTo>
                    <a:pt x="1185019" y="853406"/>
                  </a:lnTo>
                  <a:lnTo>
                    <a:pt x="1182555" y="853406"/>
                  </a:lnTo>
                  <a:lnTo>
                    <a:pt x="1180091" y="853406"/>
                  </a:lnTo>
                  <a:lnTo>
                    <a:pt x="1177628" y="853406"/>
                  </a:lnTo>
                  <a:lnTo>
                    <a:pt x="1175164" y="853406"/>
                  </a:lnTo>
                  <a:lnTo>
                    <a:pt x="1172701" y="853406"/>
                  </a:lnTo>
                  <a:lnTo>
                    <a:pt x="1170237" y="853406"/>
                  </a:lnTo>
                  <a:lnTo>
                    <a:pt x="1167773" y="853406"/>
                  </a:lnTo>
                  <a:lnTo>
                    <a:pt x="1165310" y="853406"/>
                  </a:lnTo>
                  <a:lnTo>
                    <a:pt x="1162846" y="853406"/>
                  </a:lnTo>
                  <a:lnTo>
                    <a:pt x="1160382" y="853406"/>
                  </a:lnTo>
                  <a:lnTo>
                    <a:pt x="1157919" y="853406"/>
                  </a:lnTo>
                  <a:lnTo>
                    <a:pt x="1155455" y="853406"/>
                  </a:lnTo>
                  <a:lnTo>
                    <a:pt x="1152991" y="853406"/>
                  </a:lnTo>
                  <a:lnTo>
                    <a:pt x="1150528" y="853406"/>
                  </a:lnTo>
                  <a:lnTo>
                    <a:pt x="1148064" y="853406"/>
                  </a:lnTo>
                  <a:lnTo>
                    <a:pt x="1145600" y="853406"/>
                  </a:lnTo>
                  <a:lnTo>
                    <a:pt x="1143137" y="853406"/>
                  </a:lnTo>
                  <a:lnTo>
                    <a:pt x="1140673" y="853406"/>
                  </a:lnTo>
                  <a:lnTo>
                    <a:pt x="1138209" y="853406"/>
                  </a:lnTo>
                  <a:lnTo>
                    <a:pt x="1135746" y="853406"/>
                  </a:lnTo>
                  <a:lnTo>
                    <a:pt x="1133282" y="853406"/>
                  </a:lnTo>
                  <a:lnTo>
                    <a:pt x="1130818" y="853406"/>
                  </a:lnTo>
                  <a:lnTo>
                    <a:pt x="1128355" y="853406"/>
                  </a:lnTo>
                  <a:lnTo>
                    <a:pt x="1125891" y="853406"/>
                  </a:lnTo>
                  <a:lnTo>
                    <a:pt x="1123427" y="853406"/>
                  </a:lnTo>
                  <a:lnTo>
                    <a:pt x="1120964" y="853406"/>
                  </a:lnTo>
                  <a:lnTo>
                    <a:pt x="1118500" y="853406"/>
                  </a:lnTo>
                  <a:lnTo>
                    <a:pt x="1116036" y="853406"/>
                  </a:lnTo>
                  <a:lnTo>
                    <a:pt x="1113573" y="853406"/>
                  </a:lnTo>
                  <a:lnTo>
                    <a:pt x="1111109" y="853406"/>
                  </a:lnTo>
                  <a:lnTo>
                    <a:pt x="1108645" y="853406"/>
                  </a:lnTo>
                  <a:lnTo>
                    <a:pt x="1106182" y="853406"/>
                  </a:lnTo>
                  <a:lnTo>
                    <a:pt x="1103718" y="853406"/>
                  </a:lnTo>
                  <a:lnTo>
                    <a:pt x="1101254" y="853406"/>
                  </a:lnTo>
                  <a:lnTo>
                    <a:pt x="1098791" y="853406"/>
                  </a:lnTo>
                  <a:lnTo>
                    <a:pt x="1096327" y="853406"/>
                  </a:lnTo>
                  <a:lnTo>
                    <a:pt x="1093863" y="853406"/>
                  </a:lnTo>
                  <a:lnTo>
                    <a:pt x="1091400" y="853406"/>
                  </a:lnTo>
                  <a:lnTo>
                    <a:pt x="1088936" y="853406"/>
                  </a:lnTo>
                  <a:lnTo>
                    <a:pt x="1086472" y="853406"/>
                  </a:lnTo>
                  <a:lnTo>
                    <a:pt x="1084009" y="853406"/>
                  </a:lnTo>
                  <a:lnTo>
                    <a:pt x="1081545" y="853406"/>
                  </a:lnTo>
                  <a:lnTo>
                    <a:pt x="1079082" y="853406"/>
                  </a:lnTo>
                  <a:lnTo>
                    <a:pt x="1076618" y="853406"/>
                  </a:lnTo>
                  <a:lnTo>
                    <a:pt x="1074154" y="853406"/>
                  </a:lnTo>
                  <a:lnTo>
                    <a:pt x="1071691" y="853406"/>
                  </a:lnTo>
                  <a:lnTo>
                    <a:pt x="1069227" y="853406"/>
                  </a:lnTo>
                  <a:lnTo>
                    <a:pt x="1066763" y="853406"/>
                  </a:lnTo>
                  <a:lnTo>
                    <a:pt x="1064300" y="853406"/>
                  </a:lnTo>
                  <a:lnTo>
                    <a:pt x="1061836" y="853406"/>
                  </a:lnTo>
                  <a:lnTo>
                    <a:pt x="1059372" y="853406"/>
                  </a:lnTo>
                  <a:lnTo>
                    <a:pt x="1056909" y="853406"/>
                  </a:lnTo>
                  <a:lnTo>
                    <a:pt x="1054445" y="853406"/>
                  </a:lnTo>
                  <a:lnTo>
                    <a:pt x="1051981" y="853406"/>
                  </a:lnTo>
                  <a:lnTo>
                    <a:pt x="1049518" y="853406"/>
                  </a:lnTo>
                  <a:lnTo>
                    <a:pt x="1047054" y="853406"/>
                  </a:lnTo>
                  <a:lnTo>
                    <a:pt x="1044590" y="853406"/>
                  </a:lnTo>
                  <a:lnTo>
                    <a:pt x="1042127" y="853406"/>
                  </a:lnTo>
                  <a:lnTo>
                    <a:pt x="1039663" y="853406"/>
                  </a:lnTo>
                  <a:lnTo>
                    <a:pt x="1037199" y="853406"/>
                  </a:lnTo>
                  <a:lnTo>
                    <a:pt x="1034736" y="853406"/>
                  </a:lnTo>
                  <a:lnTo>
                    <a:pt x="1032272" y="853406"/>
                  </a:lnTo>
                  <a:lnTo>
                    <a:pt x="1029808" y="853406"/>
                  </a:lnTo>
                  <a:lnTo>
                    <a:pt x="1027345" y="853406"/>
                  </a:lnTo>
                  <a:lnTo>
                    <a:pt x="1024881" y="853406"/>
                  </a:lnTo>
                  <a:lnTo>
                    <a:pt x="1022417" y="853406"/>
                  </a:lnTo>
                  <a:lnTo>
                    <a:pt x="1019954" y="853406"/>
                  </a:lnTo>
                  <a:lnTo>
                    <a:pt x="1017490" y="853406"/>
                  </a:lnTo>
                  <a:lnTo>
                    <a:pt x="1015026" y="853406"/>
                  </a:lnTo>
                  <a:lnTo>
                    <a:pt x="1012563" y="853406"/>
                  </a:lnTo>
                  <a:lnTo>
                    <a:pt x="1010099" y="853406"/>
                  </a:lnTo>
                  <a:lnTo>
                    <a:pt x="1007635" y="853406"/>
                  </a:lnTo>
                  <a:lnTo>
                    <a:pt x="1005172" y="853406"/>
                  </a:lnTo>
                  <a:lnTo>
                    <a:pt x="1002708" y="853406"/>
                  </a:lnTo>
                  <a:lnTo>
                    <a:pt x="1000244" y="853406"/>
                  </a:lnTo>
                  <a:lnTo>
                    <a:pt x="997781" y="853406"/>
                  </a:lnTo>
                  <a:lnTo>
                    <a:pt x="995317" y="853406"/>
                  </a:lnTo>
                  <a:lnTo>
                    <a:pt x="992853" y="853406"/>
                  </a:lnTo>
                  <a:lnTo>
                    <a:pt x="990390" y="853406"/>
                  </a:lnTo>
                  <a:lnTo>
                    <a:pt x="987926" y="853406"/>
                  </a:lnTo>
                  <a:lnTo>
                    <a:pt x="985463" y="853406"/>
                  </a:lnTo>
                  <a:lnTo>
                    <a:pt x="982999" y="853406"/>
                  </a:lnTo>
                  <a:lnTo>
                    <a:pt x="980535" y="853406"/>
                  </a:lnTo>
                  <a:lnTo>
                    <a:pt x="978072" y="853406"/>
                  </a:lnTo>
                  <a:lnTo>
                    <a:pt x="975608" y="853406"/>
                  </a:lnTo>
                  <a:lnTo>
                    <a:pt x="973144" y="853406"/>
                  </a:lnTo>
                  <a:lnTo>
                    <a:pt x="970681" y="853406"/>
                  </a:lnTo>
                  <a:lnTo>
                    <a:pt x="968217" y="853406"/>
                  </a:lnTo>
                  <a:lnTo>
                    <a:pt x="965753" y="853406"/>
                  </a:lnTo>
                  <a:lnTo>
                    <a:pt x="963290" y="853406"/>
                  </a:lnTo>
                  <a:lnTo>
                    <a:pt x="960826" y="853406"/>
                  </a:lnTo>
                  <a:lnTo>
                    <a:pt x="958362" y="853406"/>
                  </a:lnTo>
                  <a:lnTo>
                    <a:pt x="955899" y="853406"/>
                  </a:lnTo>
                  <a:lnTo>
                    <a:pt x="953435" y="853406"/>
                  </a:lnTo>
                  <a:lnTo>
                    <a:pt x="950971" y="853406"/>
                  </a:lnTo>
                  <a:lnTo>
                    <a:pt x="948508" y="853406"/>
                  </a:lnTo>
                  <a:lnTo>
                    <a:pt x="946044" y="853406"/>
                  </a:lnTo>
                  <a:lnTo>
                    <a:pt x="943580" y="853406"/>
                  </a:lnTo>
                  <a:lnTo>
                    <a:pt x="941117" y="853406"/>
                  </a:lnTo>
                  <a:lnTo>
                    <a:pt x="938653" y="853406"/>
                  </a:lnTo>
                  <a:lnTo>
                    <a:pt x="936189" y="853406"/>
                  </a:lnTo>
                  <a:lnTo>
                    <a:pt x="933726" y="853406"/>
                  </a:lnTo>
                  <a:lnTo>
                    <a:pt x="931262" y="853406"/>
                  </a:lnTo>
                  <a:lnTo>
                    <a:pt x="928798" y="853406"/>
                  </a:lnTo>
                  <a:lnTo>
                    <a:pt x="926335" y="853406"/>
                  </a:lnTo>
                  <a:lnTo>
                    <a:pt x="923871" y="853406"/>
                  </a:lnTo>
                  <a:lnTo>
                    <a:pt x="921407" y="853406"/>
                  </a:lnTo>
                  <a:lnTo>
                    <a:pt x="918944" y="853406"/>
                  </a:lnTo>
                  <a:lnTo>
                    <a:pt x="916480" y="853406"/>
                  </a:lnTo>
                  <a:lnTo>
                    <a:pt x="914016" y="853406"/>
                  </a:lnTo>
                  <a:lnTo>
                    <a:pt x="911553" y="853406"/>
                  </a:lnTo>
                  <a:lnTo>
                    <a:pt x="909089" y="853406"/>
                  </a:lnTo>
                  <a:lnTo>
                    <a:pt x="906625" y="853406"/>
                  </a:lnTo>
                  <a:lnTo>
                    <a:pt x="904162" y="853406"/>
                  </a:lnTo>
                  <a:lnTo>
                    <a:pt x="901698" y="853406"/>
                  </a:lnTo>
                  <a:lnTo>
                    <a:pt x="899235" y="853406"/>
                  </a:lnTo>
                  <a:lnTo>
                    <a:pt x="896771" y="853406"/>
                  </a:lnTo>
                  <a:lnTo>
                    <a:pt x="894307" y="853406"/>
                  </a:lnTo>
                  <a:lnTo>
                    <a:pt x="891844" y="853406"/>
                  </a:lnTo>
                  <a:lnTo>
                    <a:pt x="889380" y="853406"/>
                  </a:lnTo>
                  <a:lnTo>
                    <a:pt x="886916" y="853406"/>
                  </a:lnTo>
                  <a:lnTo>
                    <a:pt x="884453" y="853406"/>
                  </a:lnTo>
                  <a:lnTo>
                    <a:pt x="881989" y="853406"/>
                  </a:lnTo>
                  <a:lnTo>
                    <a:pt x="879525" y="853406"/>
                  </a:lnTo>
                  <a:lnTo>
                    <a:pt x="877062" y="853406"/>
                  </a:lnTo>
                  <a:lnTo>
                    <a:pt x="874598" y="853406"/>
                  </a:lnTo>
                  <a:lnTo>
                    <a:pt x="872134" y="853406"/>
                  </a:lnTo>
                  <a:lnTo>
                    <a:pt x="869671" y="853406"/>
                  </a:lnTo>
                  <a:lnTo>
                    <a:pt x="867207" y="853406"/>
                  </a:lnTo>
                  <a:lnTo>
                    <a:pt x="864743" y="853406"/>
                  </a:lnTo>
                  <a:lnTo>
                    <a:pt x="862280" y="853406"/>
                  </a:lnTo>
                  <a:lnTo>
                    <a:pt x="859816" y="853406"/>
                  </a:lnTo>
                  <a:lnTo>
                    <a:pt x="857352" y="853406"/>
                  </a:lnTo>
                  <a:lnTo>
                    <a:pt x="854889" y="853406"/>
                  </a:lnTo>
                  <a:lnTo>
                    <a:pt x="852425" y="853406"/>
                  </a:lnTo>
                  <a:lnTo>
                    <a:pt x="849961" y="853406"/>
                  </a:lnTo>
                  <a:lnTo>
                    <a:pt x="847498" y="853406"/>
                  </a:lnTo>
                  <a:lnTo>
                    <a:pt x="845034" y="853406"/>
                  </a:lnTo>
                  <a:lnTo>
                    <a:pt x="842570" y="853406"/>
                  </a:lnTo>
                  <a:lnTo>
                    <a:pt x="840107" y="853406"/>
                  </a:lnTo>
                  <a:lnTo>
                    <a:pt x="837643" y="853406"/>
                  </a:lnTo>
                  <a:lnTo>
                    <a:pt x="835179" y="853406"/>
                  </a:lnTo>
                  <a:lnTo>
                    <a:pt x="832716" y="853406"/>
                  </a:lnTo>
                  <a:lnTo>
                    <a:pt x="830252" y="853406"/>
                  </a:lnTo>
                  <a:lnTo>
                    <a:pt x="827788" y="853406"/>
                  </a:lnTo>
                  <a:lnTo>
                    <a:pt x="825325" y="853406"/>
                  </a:lnTo>
                  <a:lnTo>
                    <a:pt x="822861" y="853406"/>
                  </a:lnTo>
                  <a:lnTo>
                    <a:pt x="820397" y="853406"/>
                  </a:lnTo>
                  <a:lnTo>
                    <a:pt x="817934" y="853406"/>
                  </a:lnTo>
                  <a:lnTo>
                    <a:pt x="815470" y="853406"/>
                  </a:lnTo>
                  <a:lnTo>
                    <a:pt x="813006" y="853406"/>
                  </a:lnTo>
                  <a:lnTo>
                    <a:pt x="810543" y="853406"/>
                  </a:lnTo>
                  <a:lnTo>
                    <a:pt x="808079" y="853406"/>
                  </a:lnTo>
                  <a:lnTo>
                    <a:pt x="805616" y="853406"/>
                  </a:lnTo>
                  <a:lnTo>
                    <a:pt x="803152" y="853406"/>
                  </a:lnTo>
                  <a:lnTo>
                    <a:pt x="800688" y="853406"/>
                  </a:lnTo>
                  <a:lnTo>
                    <a:pt x="798225" y="853406"/>
                  </a:lnTo>
                  <a:lnTo>
                    <a:pt x="795761" y="853406"/>
                  </a:lnTo>
                  <a:lnTo>
                    <a:pt x="793297" y="853406"/>
                  </a:lnTo>
                  <a:lnTo>
                    <a:pt x="790834" y="853406"/>
                  </a:lnTo>
                  <a:lnTo>
                    <a:pt x="788370" y="853406"/>
                  </a:lnTo>
                  <a:lnTo>
                    <a:pt x="785906" y="853406"/>
                  </a:lnTo>
                  <a:lnTo>
                    <a:pt x="783443" y="853406"/>
                  </a:lnTo>
                  <a:lnTo>
                    <a:pt x="780979" y="853406"/>
                  </a:lnTo>
                  <a:lnTo>
                    <a:pt x="778515" y="853406"/>
                  </a:lnTo>
                  <a:lnTo>
                    <a:pt x="776052" y="853406"/>
                  </a:lnTo>
                  <a:lnTo>
                    <a:pt x="773588" y="853406"/>
                  </a:lnTo>
                  <a:lnTo>
                    <a:pt x="771124" y="853406"/>
                  </a:lnTo>
                  <a:lnTo>
                    <a:pt x="768661" y="853406"/>
                  </a:lnTo>
                  <a:lnTo>
                    <a:pt x="766197" y="853406"/>
                  </a:lnTo>
                  <a:lnTo>
                    <a:pt x="763733" y="853406"/>
                  </a:lnTo>
                  <a:lnTo>
                    <a:pt x="761270" y="853406"/>
                  </a:lnTo>
                  <a:lnTo>
                    <a:pt x="758806" y="853406"/>
                  </a:lnTo>
                  <a:lnTo>
                    <a:pt x="756342" y="853406"/>
                  </a:lnTo>
                  <a:lnTo>
                    <a:pt x="753879" y="853406"/>
                  </a:lnTo>
                  <a:lnTo>
                    <a:pt x="751415" y="853406"/>
                  </a:lnTo>
                  <a:lnTo>
                    <a:pt x="748951" y="853406"/>
                  </a:lnTo>
                  <a:lnTo>
                    <a:pt x="746488" y="853406"/>
                  </a:lnTo>
                  <a:lnTo>
                    <a:pt x="744024" y="853406"/>
                  </a:lnTo>
                  <a:lnTo>
                    <a:pt x="741560" y="853406"/>
                  </a:lnTo>
                  <a:lnTo>
                    <a:pt x="739097" y="853406"/>
                  </a:lnTo>
                  <a:lnTo>
                    <a:pt x="736633" y="853406"/>
                  </a:lnTo>
                  <a:lnTo>
                    <a:pt x="734169" y="853406"/>
                  </a:lnTo>
                  <a:lnTo>
                    <a:pt x="731706" y="853406"/>
                  </a:lnTo>
                  <a:lnTo>
                    <a:pt x="729242" y="853406"/>
                  </a:lnTo>
                  <a:lnTo>
                    <a:pt x="726778" y="853406"/>
                  </a:lnTo>
                  <a:lnTo>
                    <a:pt x="724315" y="853406"/>
                  </a:lnTo>
                  <a:lnTo>
                    <a:pt x="721851" y="853406"/>
                  </a:lnTo>
                  <a:lnTo>
                    <a:pt x="719388" y="853406"/>
                  </a:lnTo>
                  <a:lnTo>
                    <a:pt x="716924" y="853406"/>
                  </a:lnTo>
                  <a:lnTo>
                    <a:pt x="714460" y="853406"/>
                  </a:lnTo>
                  <a:lnTo>
                    <a:pt x="711997" y="853406"/>
                  </a:lnTo>
                  <a:lnTo>
                    <a:pt x="709533" y="853406"/>
                  </a:lnTo>
                  <a:lnTo>
                    <a:pt x="707069" y="853406"/>
                  </a:lnTo>
                  <a:lnTo>
                    <a:pt x="704606" y="853406"/>
                  </a:lnTo>
                  <a:lnTo>
                    <a:pt x="702142" y="853406"/>
                  </a:lnTo>
                  <a:lnTo>
                    <a:pt x="699678" y="853406"/>
                  </a:lnTo>
                  <a:lnTo>
                    <a:pt x="697215" y="853406"/>
                  </a:lnTo>
                  <a:lnTo>
                    <a:pt x="694751" y="853406"/>
                  </a:lnTo>
                  <a:lnTo>
                    <a:pt x="692287" y="853406"/>
                  </a:lnTo>
                  <a:lnTo>
                    <a:pt x="689824" y="853406"/>
                  </a:lnTo>
                  <a:lnTo>
                    <a:pt x="687360" y="853406"/>
                  </a:lnTo>
                  <a:lnTo>
                    <a:pt x="684896" y="853406"/>
                  </a:lnTo>
                  <a:lnTo>
                    <a:pt x="682433" y="853406"/>
                  </a:lnTo>
                  <a:lnTo>
                    <a:pt x="679969" y="853406"/>
                  </a:lnTo>
                  <a:lnTo>
                    <a:pt x="677505" y="853406"/>
                  </a:lnTo>
                  <a:lnTo>
                    <a:pt x="675042" y="853406"/>
                  </a:lnTo>
                  <a:lnTo>
                    <a:pt x="672578" y="853406"/>
                  </a:lnTo>
                  <a:lnTo>
                    <a:pt x="670114" y="853406"/>
                  </a:lnTo>
                  <a:lnTo>
                    <a:pt x="667651" y="853406"/>
                  </a:lnTo>
                  <a:lnTo>
                    <a:pt x="665187" y="853406"/>
                  </a:lnTo>
                  <a:lnTo>
                    <a:pt x="662723" y="853406"/>
                  </a:lnTo>
                  <a:lnTo>
                    <a:pt x="660260" y="853406"/>
                  </a:lnTo>
                  <a:lnTo>
                    <a:pt x="657796" y="853406"/>
                  </a:lnTo>
                  <a:lnTo>
                    <a:pt x="655332" y="853406"/>
                  </a:lnTo>
                  <a:lnTo>
                    <a:pt x="652869" y="853406"/>
                  </a:lnTo>
                  <a:lnTo>
                    <a:pt x="650405" y="853406"/>
                  </a:lnTo>
                  <a:lnTo>
                    <a:pt x="647941" y="853406"/>
                  </a:lnTo>
                  <a:lnTo>
                    <a:pt x="645478" y="853406"/>
                  </a:lnTo>
                  <a:lnTo>
                    <a:pt x="643014" y="853406"/>
                  </a:lnTo>
                  <a:lnTo>
                    <a:pt x="640550" y="853406"/>
                  </a:lnTo>
                  <a:lnTo>
                    <a:pt x="638087" y="853406"/>
                  </a:lnTo>
                  <a:lnTo>
                    <a:pt x="635623" y="853406"/>
                  </a:lnTo>
                  <a:lnTo>
                    <a:pt x="633159" y="853406"/>
                  </a:lnTo>
                  <a:lnTo>
                    <a:pt x="630696" y="853406"/>
                  </a:lnTo>
                  <a:lnTo>
                    <a:pt x="628232" y="853406"/>
                  </a:lnTo>
                  <a:lnTo>
                    <a:pt x="625769" y="853406"/>
                  </a:lnTo>
                  <a:lnTo>
                    <a:pt x="623305" y="853406"/>
                  </a:lnTo>
                  <a:lnTo>
                    <a:pt x="620841" y="853406"/>
                  </a:lnTo>
                  <a:lnTo>
                    <a:pt x="618378" y="853406"/>
                  </a:lnTo>
                  <a:lnTo>
                    <a:pt x="615914" y="853406"/>
                  </a:lnTo>
                  <a:lnTo>
                    <a:pt x="613450" y="853406"/>
                  </a:lnTo>
                  <a:lnTo>
                    <a:pt x="610987" y="853406"/>
                  </a:lnTo>
                  <a:lnTo>
                    <a:pt x="608523" y="853406"/>
                  </a:lnTo>
                  <a:lnTo>
                    <a:pt x="606059" y="853406"/>
                  </a:lnTo>
                  <a:lnTo>
                    <a:pt x="603596" y="853406"/>
                  </a:lnTo>
                  <a:lnTo>
                    <a:pt x="601132" y="853406"/>
                  </a:lnTo>
                  <a:lnTo>
                    <a:pt x="598668" y="853406"/>
                  </a:lnTo>
                  <a:lnTo>
                    <a:pt x="596205" y="853406"/>
                  </a:lnTo>
                  <a:lnTo>
                    <a:pt x="593741" y="853406"/>
                  </a:lnTo>
                  <a:lnTo>
                    <a:pt x="591277" y="853406"/>
                  </a:lnTo>
                  <a:lnTo>
                    <a:pt x="588814" y="853406"/>
                  </a:lnTo>
                  <a:lnTo>
                    <a:pt x="586350" y="853406"/>
                  </a:lnTo>
                  <a:lnTo>
                    <a:pt x="583886" y="853406"/>
                  </a:lnTo>
                  <a:lnTo>
                    <a:pt x="581423" y="853406"/>
                  </a:lnTo>
                  <a:lnTo>
                    <a:pt x="578959" y="853406"/>
                  </a:lnTo>
                  <a:lnTo>
                    <a:pt x="576495" y="853406"/>
                  </a:lnTo>
                  <a:lnTo>
                    <a:pt x="574032" y="853406"/>
                  </a:lnTo>
                  <a:lnTo>
                    <a:pt x="571568" y="853406"/>
                  </a:lnTo>
                  <a:lnTo>
                    <a:pt x="569104" y="853406"/>
                  </a:lnTo>
                  <a:lnTo>
                    <a:pt x="566641" y="853406"/>
                  </a:lnTo>
                  <a:lnTo>
                    <a:pt x="564177" y="853406"/>
                  </a:lnTo>
                  <a:lnTo>
                    <a:pt x="561713" y="853406"/>
                  </a:lnTo>
                  <a:lnTo>
                    <a:pt x="559250" y="853406"/>
                  </a:lnTo>
                  <a:lnTo>
                    <a:pt x="556786" y="853406"/>
                  </a:lnTo>
                  <a:lnTo>
                    <a:pt x="554322" y="853406"/>
                  </a:lnTo>
                  <a:lnTo>
                    <a:pt x="551859" y="853406"/>
                  </a:lnTo>
                  <a:lnTo>
                    <a:pt x="549395" y="853406"/>
                  </a:lnTo>
                  <a:lnTo>
                    <a:pt x="546931" y="853406"/>
                  </a:lnTo>
                  <a:lnTo>
                    <a:pt x="544468" y="853406"/>
                  </a:lnTo>
                  <a:lnTo>
                    <a:pt x="542004" y="853406"/>
                  </a:lnTo>
                  <a:lnTo>
                    <a:pt x="539541" y="853406"/>
                  </a:lnTo>
                  <a:lnTo>
                    <a:pt x="537077" y="853406"/>
                  </a:lnTo>
                  <a:lnTo>
                    <a:pt x="534613" y="853406"/>
                  </a:lnTo>
                  <a:lnTo>
                    <a:pt x="532150" y="853406"/>
                  </a:lnTo>
                  <a:lnTo>
                    <a:pt x="529686" y="853406"/>
                  </a:lnTo>
                  <a:lnTo>
                    <a:pt x="527222" y="853406"/>
                  </a:lnTo>
                  <a:lnTo>
                    <a:pt x="524759" y="853406"/>
                  </a:lnTo>
                  <a:lnTo>
                    <a:pt x="522295" y="853406"/>
                  </a:lnTo>
                  <a:lnTo>
                    <a:pt x="519831" y="853406"/>
                  </a:lnTo>
                  <a:lnTo>
                    <a:pt x="517368" y="853406"/>
                  </a:lnTo>
                  <a:lnTo>
                    <a:pt x="514904" y="853406"/>
                  </a:lnTo>
                  <a:lnTo>
                    <a:pt x="512440" y="853406"/>
                  </a:lnTo>
                  <a:lnTo>
                    <a:pt x="509977" y="853406"/>
                  </a:lnTo>
                  <a:lnTo>
                    <a:pt x="507513" y="853406"/>
                  </a:lnTo>
                  <a:lnTo>
                    <a:pt x="505049" y="853406"/>
                  </a:lnTo>
                  <a:lnTo>
                    <a:pt x="502586" y="853406"/>
                  </a:lnTo>
                  <a:lnTo>
                    <a:pt x="500122" y="853406"/>
                  </a:lnTo>
                  <a:lnTo>
                    <a:pt x="497658" y="853406"/>
                  </a:lnTo>
                  <a:lnTo>
                    <a:pt x="495195" y="853406"/>
                  </a:lnTo>
                  <a:lnTo>
                    <a:pt x="492731" y="853406"/>
                  </a:lnTo>
                  <a:lnTo>
                    <a:pt x="490267" y="853406"/>
                  </a:lnTo>
                  <a:lnTo>
                    <a:pt x="487804" y="853406"/>
                  </a:lnTo>
                  <a:lnTo>
                    <a:pt x="485340" y="853406"/>
                  </a:lnTo>
                  <a:lnTo>
                    <a:pt x="482876" y="853406"/>
                  </a:lnTo>
                  <a:lnTo>
                    <a:pt x="480413" y="853406"/>
                  </a:lnTo>
                  <a:lnTo>
                    <a:pt x="477949" y="853406"/>
                  </a:lnTo>
                  <a:lnTo>
                    <a:pt x="475485" y="853406"/>
                  </a:lnTo>
                  <a:lnTo>
                    <a:pt x="473022" y="853406"/>
                  </a:lnTo>
                  <a:lnTo>
                    <a:pt x="470558" y="853406"/>
                  </a:lnTo>
                  <a:lnTo>
                    <a:pt x="468094" y="853406"/>
                  </a:lnTo>
                  <a:lnTo>
                    <a:pt x="465631" y="853406"/>
                  </a:lnTo>
                  <a:lnTo>
                    <a:pt x="463167" y="853406"/>
                  </a:lnTo>
                  <a:lnTo>
                    <a:pt x="460703" y="853406"/>
                  </a:lnTo>
                  <a:lnTo>
                    <a:pt x="458240" y="853406"/>
                  </a:lnTo>
                  <a:lnTo>
                    <a:pt x="455776" y="853406"/>
                  </a:lnTo>
                  <a:lnTo>
                    <a:pt x="453312" y="853406"/>
                  </a:lnTo>
                  <a:lnTo>
                    <a:pt x="450849" y="853406"/>
                  </a:lnTo>
                  <a:lnTo>
                    <a:pt x="448385" y="853406"/>
                  </a:lnTo>
                  <a:lnTo>
                    <a:pt x="445922" y="853406"/>
                  </a:lnTo>
                  <a:lnTo>
                    <a:pt x="443458" y="853406"/>
                  </a:lnTo>
                  <a:lnTo>
                    <a:pt x="440994" y="853406"/>
                  </a:lnTo>
                  <a:lnTo>
                    <a:pt x="438531" y="853406"/>
                  </a:lnTo>
                  <a:lnTo>
                    <a:pt x="436067" y="853406"/>
                  </a:lnTo>
                  <a:lnTo>
                    <a:pt x="433603" y="853406"/>
                  </a:lnTo>
                  <a:lnTo>
                    <a:pt x="431140" y="853406"/>
                  </a:lnTo>
                  <a:lnTo>
                    <a:pt x="428676" y="853406"/>
                  </a:lnTo>
                  <a:lnTo>
                    <a:pt x="426212" y="853406"/>
                  </a:lnTo>
                  <a:lnTo>
                    <a:pt x="423749" y="853406"/>
                  </a:lnTo>
                  <a:lnTo>
                    <a:pt x="421285" y="853406"/>
                  </a:lnTo>
                  <a:lnTo>
                    <a:pt x="418821" y="853406"/>
                  </a:lnTo>
                  <a:lnTo>
                    <a:pt x="416358" y="853406"/>
                  </a:lnTo>
                  <a:lnTo>
                    <a:pt x="413894" y="853406"/>
                  </a:lnTo>
                  <a:lnTo>
                    <a:pt x="411430" y="853406"/>
                  </a:lnTo>
                  <a:lnTo>
                    <a:pt x="408967" y="853406"/>
                  </a:lnTo>
                  <a:lnTo>
                    <a:pt x="406503" y="853406"/>
                  </a:lnTo>
                  <a:lnTo>
                    <a:pt x="404039" y="853406"/>
                  </a:lnTo>
                  <a:lnTo>
                    <a:pt x="401576" y="853406"/>
                  </a:lnTo>
                  <a:lnTo>
                    <a:pt x="399112" y="853406"/>
                  </a:lnTo>
                  <a:lnTo>
                    <a:pt x="396648" y="853406"/>
                  </a:lnTo>
                  <a:lnTo>
                    <a:pt x="394185" y="853406"/>
                  </a:lnTo>
                  <a:lnTo>
                    <a:pt x="391721" y="853406"/>
                  </a:lnTo>
                  <a:lnTo>
                    <a:pt x="389257" y="853406"/>
                  </a:lnTo>
                  <a:lnTo>
                    <a:pt x="386794" y="853406"/>
                  </a:lnTo>
                  <a:lnTo>
                    <a:pt x="384330" y="853406"/>
                  </a:lnTo>
                  <a:lnTo>
                    <a:pt x="381866" y="853406"/>
                  </a:lnTo>
                  <a:lnTo>
                    <a:pt x="379403" y="853406"/>
                  </a:lnTo>
                  <a:lnTo>
                    <a:pt x="376939" y="853406"/>
                  </a:lnTo>
                  <a:lnTo>
                    <a:pt x="374475" y="853406"/>
                  </a:lnTo>
                  <a:lnTo>
                    <a:pt x="372012" y="853406"/>
                  </a:lnTo>
                  <a:lnTo>
                    <a:pt x="369548" y="853406"/>
                  </a:lnTo>
                  <a:lnTo>
                    <a:pt x="367084" y="853406"/>
                  </a:lnTo>
                  <a:lnTo>
                    <a:pt x="364621" y="853406"/>
                  </a:lnTo>
                  <a:lnTo>
                    <a:pt x="362157" y="853406"/>
                  </a:lnTo>
                  <a:lnTo>
                    <a:pt x="359694" y="853406"/>
                  </a:lnTo>
                  <a:lnTo>
                    <a:pt x="357230" y="853406"/>
                  </a:lnTo>
                  <a:lnTo>
                    <a:pt x="354766" y="853406"/>
                  </a:lnTo>
                  <a:lnTo>
                    <a:pt x="352303" y="853406"/>
                  </a:lnTo>
                  <a:lnTo>
                    <a:pt x="349839" y="853406"/>
                  </a:lnTo>
                  <a:lnTo>
                    <a:pt x="347375" y="853406"/>
                  </a:lnTo>
                  <a:lnTo>
                    <a:pt x="344912" y="853406"/>
                  </a:lnTo>
                  <a:lnTo>
                    <a:pt x="342448" y="853406"/>
                  </a:lnTo>
                  <a:lnTo>
                    <a:pt x="339984" y="853406"/>
                  </a:lnTo>
                  <a:lnTo>
                    <a:pt x="337521" y="853406"/>
                  </a:lnTo>
                  <a:lnTo>
                    <a:pt x="335057" y="853406"/>
                  </a:lnTo>
                  <a:lnTo>
                    <a:pt x="332593" y="853406"/>
                  </a:lnTo>
                  <a:lnTo>
                    <a:pt x="330130" y="853406"/>
                  </a:lnTo>
                  <a:lnTo>
                    <a:pt x="327666" y="853406"/>
                  </a:lnTo>
                  <a:lnTo>
                    <a:pt x="325202" y="853406"/>
                  </a:lnTo>
                  <a:lnTo>
                    <a:pt x="322739" y="853406"/>
                  </a:lnTo>
                  <a:lnTo>
                    <a:pt x="320275" y="853406"/>
                  </a:lnTo>
                  <a:lnTo>
                    <a:pt x="317811" y="853406"/>
                  </a:lnTo>
                  <a:lnTo>
                    <a:pt x="315348" y="853406"/>
                  </a:lnTo>
                  <a:lnTo>
                    <a:pt x="312884" y="853406"/>
                  </a:lnTo>
                  <a:lnTo>
                    <a:pt x="310420" y="853406"/>
                  </a:lnTo>
                  <a:lnTo>
                    <a:pt x="307957" y="853406"/>
                  </a:lnTo>
                  <a:lnTo>
                    <a:pt x="305493" y="853406"/>
                  </a:lnTo>
                  <a:lnTo>
                    <a:pt x="303029" y="853406"/>
                  </a:lnTo>
                  <a:lnTo>
                    <a:pt x="300566" y="853406"/>
                  </a:lnTo>
                  <a:lnTo>
                    <a:pt x="298102" y="853406"/>
                  </a:lnTo>
                  <a:lnTo>
                    <a:pt x="295638" y="853406"/>
                  </a:lnTo>
                  <a:lnTo>
                    <a:pt x="293175" y="853406"/>
                  </a:lnTo>
                  <a:lnTo>
                    <a:pt x="290711" y="853406"/>
                  </a:lnTo>
                  <a:lnTo>
                    <a:pt x="288247" y="853406"/>
                  </a:lnTo>
                  <a:lnTo>
                    <a:pt x="285784" y="853406"/>
                  </a:lnTo>
                  <a:lnTo>
                    <a:pt x="283320" y="853406"/>
                  </a:lnTo>
                  <a:lnTo>
                    <a:pt x="280856" y="853406"/>
                  </a:lnTo>
                  <a:lnTo>
                    <a:pt x="278393" y="853406"/>
                  </a:lnTo>
                  <a:lnTo>
                    <a:pt x="275929" y="853406"/>
                  </a:lnTo>
                  <a:lnTo>
                    <a:pt x="273465" y="853406"/>
                  </a:lnTo>
                  <a:lnTo>
                    <a:pt x="271002" y="853406"/>
                  </a:lnTo>
                  <a:lnTo>
                    <a:pt x="268538" y="853406"/>
                  </a:lnTo>
                  <a:lnTo>
                    <a:pt x="266075" y="853406"/>
                  </a:lnTo>
                  <a:lnTo>
                    <a:pt x="263611" y="853406"/>
                  </a:lnTo>
                  <a:lnTo>
                    <a:pt x="261147" y="853406"/>
                  </a:lnTo>
                  <a:lnTo>
                    <a:pt x="258684" y="853406"/>
                  </a:lnTo>
                  <a:lnTo>
                    <a:pt x="256220" y="853406"/>
                  </a:lnTo>
                  <a:lnTo>
                    <a:pt x="253756" y="853406"/>
                  </a:lnTo>
                  <a:lnTo>
                    <a:pt x="251293" y="853406"/>
                  </a:lnTo>
                  <a:lnTo>
                    <a:pt x="248829" y="853406"/>
                  </a:lnTo>
                  <a:lnTo>
                    <a:pt x="246365" y="853406"/>
                  </a:lnTo>
                  <a:lnTo>
                    <a:pt x="243902" y="853406"/>
                  </a:lnTo>
                  <a:lnTo>
                    <a:pt x="241438" y="853406"/>
                  </a:lnTo>
                  <a:lnTo>
                    <a:pt x="238974" y="853406"/>
                  </a:lnTo>
                  <a:lnTo>
                    <a:pt x="236511" y="853406"/>
                  </a:lnTo>
                  <a:lnTo>
                    <a:pt x="234047" y="853406"/>
                  </a:lnTo>
                  <a:lnTo>
                    <a:pt x="231583" y="853406"/>
                  </a:lnTo>
                  <a:lnTo>
                    <a:pt x="229120" y="853406"/>
                  </a:lnTo>
                  <a:lnTo>
                    <a:pt x="226656" y="853406"/>
                  </a:lnTo>
                  <a:lnTo>
                    <a:pt x="224192" y="853406"/>
                  </a:lnTo>
                  <a:lnTo>
                    <a:pt x="221729" y="853406"/>
                  </a:lnTo>
                  <a:lnTo>
                    <a:pt x="219265" y="853406"/>
                  </a:lnTo>
                  <a:lnTo>
                    <a:pt x="216801" y="853406"/>
                  </a:lnTo>
                  <a:lnTo>
                    <a:pt x="214338" y="853406"/>
                  </a:lnTo>
                  <a:lnTo>
                    <a:pt x="211874" y="853406"/>
                  </a:lnTo>
                  <a:lnTo>
                    <a:pt x="209410" y="853406"/>
                  </a:lnTo>
                  <a:lnTo>
                    <a:pt x="206947" y="853406"/>
                  </a:lnTo>
                  <a:lnTo>
                    <a:pt x="204483" y="853406"/>
                  </a:lnTo>
                  <a:lnTo>
                    <a:pt x="202019" y="853406"/>
                  </a:lnTo>
                  <a:lnTo>
                    <a:pt x="199556" y="853406"/>
                  </a:lnTo>
                  <a:lnTo>
                    <a:pt x="197092" y="853406"/>
                  </a:lnTo>
                  <a:lnTo>
                    <a:pt x="194628" y="853406"/>
                  </a:lnTo>
                  <a:lnTo>
                    <a:pt x="192165" y="853406"/>
                  </a:lnTo>
                  <a:lnTo>
                    <a:pt x="189701" y="853406"/>
                  </a:lnTo>
                  <a:lnTo>
                    <a:pt x="187237" y="853406"/>
                  </a:lnTo>
                  <a:lnTo>
                    <a:pt x="184774" y="853406"/>
                  </a:lnTo>
                  <a:lnTo>
                    <a:pt x="182310" y="853406"/>
                  </a:lnTo>
                  <a:lnTo>
                    <a:pt x="179847" y="853406"/>
                  </a:lnTo>
                  <a:lnTo>
                    <a:pt x="177383" y="853406"/>
                  </a:lnTo>
                  <a:lnTo>
                    <a:pt x="174919" y="853406"/>
                  </a:lnTo>
                  <a:lnTo>
                    <a:pt x="172456" y="853406"/>
                  </a:lnTo>
                  <a:lnTo>
                    <a:pt x="169992" y="853406"/>
                  </a:lnTo>
                  <a:lnTo>
                    <a:pt x="167528" y="853406"/>
                  </a:lnTo>
                  <a:lnTo>
                    <a:pt x="165065" y="853406"/>
                  </a:lnTo>
                  <a:lnTo>
                    <a:pt x="162601" y="853406"/>
                  </a:lnTo>
                  <a:lnTo>
                    <a:pt x="160137" y="853406"/>
                  </a:lnTo>
                  <a:lnTo>
                    <a:pt x="157674" y="853406"/>
                  </a:lnTo>
                  <a:lnTo>
                    <a:pt x="155210" y="853406"/>
                  </a:lnTo>
                  <a:lnTo>
                    <a:pt x="152746" y="853406"/>
                  </a:lnTo>
                  <a:lnTo>
                    <a:pt x="150283" y="853406"/>
                  </a:lnTo>
                  <a:lnTo>
                    <a:pt x="147819" y="853406"/>
                  </a:lnTo>
                  <a:lnTo>
                    <a:pt x="145355" y="853406"/>
                  </a:lnTo>
                  <a:lnTo>
                    <a:pt x="142892" y="853406"/>
                  </a:lnTo>
                  <a:lnTo>
                    <a:pt x="140428" y="853406"/>
                  </a:lnTo>
                  <a:lnTo>
                    <a:pt x="137964" y="853406"/>
                  </a:lnTo>
                  <a:lnTo>
                    <a:pt x="135501" y="853406"/>
                  </a:lnTo>
                  <a:lnTo>
                    <a:pt x="133037" y="853406"/>
                  </a:lnTo>
                  <a:lnTo>
                    <a:pt x="130573" y="853406"/>
                  </a:lnTo>
                  <a:lnTo>
                    <a:pt x="128110" y="853406"/>
                  </a:lnTo>
                  <a:lnTo>
                    <a:pt x="125646" y="853406"/>
                  </a:lnTo>
                  <a:lnTo>
                    <a:pt x="123182" y="853406"/>
                  </a:lnTo>
                  <a:lnTo>
                    <a:pt x="120719" y="853406"/>
                  </a:lnTo>
                  <a:lnTo>
                    <a:pt x="118255" y="853406"/>
                  </a:lnTo>
                  <a:lnTo>
                    <a:pt x="115791" y="853406"/>
                  </a:lnTo>
                  <a:lnTo>
                    <a:pt x="113328" y="853406"/>
                  </a:lnTo>
                  <a:lnTo>
                    <a:pt x="110864" y="853406"/>
                  </a:lnTo>
                  <a:lnTo>
                    <a:pt x="108400" y="853406"/>
                  </a:lnTo>
                  <a:lnTo>
                    <a:pt x="105937" y="853406"/>
                  </a:lnTo>
                  <a:lnTo>
                    <a:pt x="103473" y="853406"/>
                  </a:lnTo>
                  <a:lnTo>
                    <a:pt x="101009" y="853406"/>
                  </a:lnTo>
                  <a:lnTo>
                    <a:pt x="98546" y="853406"/>
                  </a:lnTo>
                  <a:lnTo>
                    <a:pt x="96082" y="853406"/>
                  </a:lnTo>
                  <a:lnTo>
                    <a:pt x="93618" y="853406"/>
                  </a:lnTo>
                  <a:lnTo>
                    <a:pt x="91155" y="853406"/>
                  </a:lnTo>
                  <a:lnTo>
                    <a:pt x="88691" y="853406"/>
                  </a:lnTo>
                  <a:lnTo>
                    <a:pt x="86228" y="853406"/>
                  </a:lnTo>
                  <a:lnTo>
                    <a:pt x="83764" y="853406"/>
                  </a:lnTo>
                  <a:lnTo>
                    <a:pt x="81300" y="853406"/>
                  </a:lnTo>
                  <a:lnTo>
                    <a:pt x="78837" y="853406"/>
                  </a:lnTo>
                  <a:lnTo>
                    <a:pt x="76373" y="853406"/>
                  </a:lnTo>
                  <a:lnTo>
                    <a:pt x="73909" y="853406"/>
                  </a:lnTo>
                  <a:lnTo>
                    <a:pt x="71446" y="853406"/>
                  </a:lnTo>
                  <a:lnTo>
                    <a:pt x="68982" y="853406"/>
                  </a:lnTo>
                  <a:lnTo>
                    <a:pt x="66518" y="853406"/>
                  </a:lnTo>
                  <a:lnTo>
                    <a:pt x="64055" y="853406"/>
                  </a:lnTo>
                  <a:lnTo>
                    <a:pt x="61591" y="853406"/>
                  </a:lnTo>
                  <a:lnTo>
                    <a:pt x="59127" y="853406"/>
                  </a:lnTo>
                  <a:lnTo>
                    <a:pt x="56664" y="853406"/>
                  </a:lnTo>
                  <a:lnTo>
                    <a:pt x="54200" y="853406"/>
                  </a:lnTo>
                  <a:lnTo>
                    <a:pt x="51736" y="853406"/>
                  </a:lnTo>
                  <a:lnTo>
                    <a:pt x="49273" y="853406"/>
                  </a:lnTo>
                  <a:lnTo>
                    <a:pt x="46809" y="853406"/>
                  </a:lnTo>
                  <a:lnTo>
                    <a:pt x="44345" y="853406"/>
                  </a:lnTo>
                  <a:lnTo>
                    <a:pt x="41882" y="853406"/>
                  </a:lnTo>
                  <a:lnTo>
                    <a:pt x="39418" y="853406"/>
                  </a:lnTo>
                  <a:lnTo>
                    <a:pt x="36954" y="853406"/>
                  </a:lnTo>
                  <a:lnTo>
                    <a:pt x="34491" y="853406"/>
                  </a:lnTo>
                  <a:lnTo>
                    <a:pt x="32027" y="853406"/>
                  </a:lnTo>
                  <a:lnTo>
                    <a:pt x="29563" y="853406"/>
                  </a:lnTo>
                  <a:lnTo>
                    <a:pt x="27100" y="853406"/>
                  </a:lnTo>
                  <a:lnTo>
                    <a:pt x="24636" y="853406"/>
                  </a:lnTo>
                  <a:lnTo>
                    <a:pt x="22172" y="853406"/>
                  </a:lnTo>
                  <a:lnTo>
                    <a:pt x="19709" y="853406"/>
                  </a:lnTo>
                  <a:lnTo>
                    <a:pt x="17245" y="853406"/>
                  </a:lnTo>
                  <a:lnTo>
                    <a:pt x="14781" y="853406"/>
                  </a:lnTo>
                  <a:lnTo>
                    <a:pt x="12318" y="853406"/>
                  </a:lnTo>
                  <a:lnTo>
                    <a:pt x="9854" y="853406"/>
                  </a:lnTo>
                  <a:lnTo>
                    <a:pt x="7390" y="853406"/>
                  </a:lnTo>
                  <a:lnTo>
                    <a:pt x="4927" y="853406"/>
                  </a:lnTo>
                  <a:lnTo>
                    <a:pt x="2463" y="85340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909616" y="3286436"/>
              <a:ext cx="1258929" cy="853406"/>
            </a:xfrm>
            <a:custGeom>
              <a:avLst/>
              <a:pathLst>
                <a:path w="1258929" h="853406">
                  <a:moveTo>
                    <a:pt x="0" y="853406"/>
                  </a:moveTo>
                  <a:lnTo>
                    <a:pt x="2463" y="853406"/>
                  </a:lnTo>
                  <a:lnTo>
                    <a:pt x="4927" y="853406"/>
                  </a:lnTo>
                  <a:lnTo>
                    <a:pt x="7390" y="853406"/>
                  </a:lnTo>
                  <a:lnTo>
                    <a:pt x="9854" y="853406"/>
                  </a:lnTo>
                  <a:lnTo>
                    <a:pt x="12318" y="853406"/>
                  </a:lnTo>
                  <a:lnTo>
                    <a:pt x="14781" y="853406"/>
                  </a:lnTo>
                  <a:lnTo>
                    <a:pt x="17245" y="853406"/>
                  </a:lnTo>
                  <a:lnTo>
                    <a:pt x="19709" y="853406"/>
                  </a:lnTo>
                  <a:lnTo>
                    <a:pt x="22172" y="853406"/>
                  </a:lnTo>
                  <a:lnTo>
                    <a:pt x="24636" y="853406"/>
                  </a:lnTo>
                  <a:lnTo>
                    <a:pt x="27100" y="853406"/>
                  </a:lnTo>
                  <a:lnTo>
                    <a:pt x="29563" y="853406"/>
                  </a:lnTo>
                  <a:lnTo>
                    <a:pt x="32027" y="853406"/>
                  </a:lnTo>
                  <a:lnTo>
                    <a:pt x="34491" y="853406"/>
                  </a:lnTo>
                  <a:lnTo>
                    <a:pt x="36954" y="853406"/>
                  </a:lnTo>
                  <a:lnTo>
                    <a:pt x="39418" y="853406"/>
                  </a:lnTo>
                  <a:lnTo>
                    <a:pt x="41882" y="853406"/>
                  </a:lnTo>
                  <a:lnTo>
                    <a:pt x="44345" y="853406"/>
                  </a:lnTo>
                  <a:lnTo>
                    <a:pt x="46809" y="853406"/>
                  </a:lnTo>
                  <a:lnTo>
                    <a:pt x="49273" y="853406"/>
                  </a:lnTo>
                  <a:lnTo>
                    <a:pt x="51736" y="853406"/>
                  </a:lnTo>
                  <a:lnTo>
                    <a:pt x="54200" y="853406"/>
                  </a:lnTo>
                  <a:lnTo>
                    <a:pt x="56664" y="853406"/>
                  </a:lnTo>
                  <a:lnTo>
                    <a:pt x="59127" y="853406"/>
                  </a:lnTo>
                  <a:lnTo>
                    <a:pt x="61591" y="853406"/>
                  </a:lnTo>
                  <a:lnTo>
                    <a:pt x="64055" y="853406"/>
                  </a:lnTo>
                  <a:lnTo>
                    <a:pt x="66518" y="853406"/>
                  </a:lnTo>
                  <a:lnTo>
                    <a:pt x="68982" y="853406"/>
                  </a:lnTo>
                  <a:lnTo>
                    <a:pt x="71446" y="853406"/>
                  </a:lnTo>
                  <a:lnTo>
                    <a:pt x="73909" y="853406"/>
                  </a:lnTo>
                  <a:lnTo>
                    <a:pt x="76373" y="853406"/>
                  </a:lnTo>
                  <a:lnTo>
                    <a:pt x="78837" y="853406"/>
                  </a:lnTo>
                  <a:lnTo>
                    <a:pt x="81300" y="853406"/>
                  </a:lnTo>
                  <a:lnTo>
                    <a:pt x="83764" y="853406"/>
                  </a:lnTo>
                  <a:lnTo>
                    <a:pt x="86228" y="853406"/>
                  </a:lnTo>
                  <a:lnTo>
                    <a:pt x="88691" y="853406"/>
                  </a:lnTo>
                  <a:lnTo>
                    <a:pt x="91155" y="853406"/>
                  </a:lnTo>
                  <a:lnTo>
                    <a:pt x="93618" y="853406"/>
                  </a:lnTo>
                  <a:lnTo>
                    <a:pt x="96082" y="853406"/>
                  </a:lnTo>
                  <a:lnTo>
                    <a:pt x="98546" y="853406"/>
                  </a:lnTo>
                  <a:lnTo>
                    <a:pt x="101009" y="853406"/>
                  </a:lnTo>
                  <a:lnTo>
                    <a:pt x="103473" y="853406"/>
                  </a:lnTo>
                  <a:lnTo>
                    <a:pt x="105937" y="853406"/>
                  </a:lnTo>
                  <a:lnTo>
                    <a:pt x="108400" y="853406"/>
                  </a:lnTo>
                  <a:lnTo>
                    <a:pt x="110864" y="853406"/>
                  </a:lnTo>
                  <a:lnTo>
                    <a:pt x="113328" y="853406"/>
                  </a:lnTo>
                  <a:lnTo>
                    <a:pt x="115791" y="853404"/>
                  </a:lnTo>
                  <a:lnTo>
                    <a:pt x="118255" y="853394"/>
                  </a:lnTo>
                  <a:lnTo>
                    <a:pt x="120719" y="853356"/>
                  </a:lnTo>
                  <a:lnTo>
                    <a:pt x="123182" y="853223"/>
                  </a:lnTo>
                  <a:lnTo>
                    <a:pt x="125646" y="852858"/>
                  </a:lnTo>
                  <a:lnTo>
                    <a:pt x="128110" y="852035"/>
                  </a:lnTo>
                  <a:lnTo>
                    <a:pt x="130573" y="850535"/>
                  </a:lnTo>
                  <a:lnTo>
                    <a:pt x="133037" y="848350"/>
                  </a:lnTo>
                  <a:lnTo>
                    <a:pt x="135501" y="845881"/>
                  </a:lnTo>
                  <a:lnTo>
                    <a:pt x="137964" y="843833"/>
                  </a:lnTo>
                  <a:lnTo>
                    <a:pt x="140428" y="842698"/>
                  </a:lnTo>
                  <a:lnTo>
                    <a:pt x="142892" y="842269"/>
                  </a:lnTo>
                  <a:lnTo>
                    <a:pt x="145355" y="841834"/>
                  </a:lnTo>
                  <a:lnTo>
                    <a:pt x="147819" y="840968"/>
                  </a:lnTo>
                  <a:lnTo>
                    <a:pt x="150283" y="839943"/>
                  </a:lnTo>
                  <a:lnTo>
                    <a:pt x="152746" y="839258"/>
                  </a:lnTo>
                  <a:lnTo>
                    <a:pt x="155210" y="839092"/>
                  </a:lnTo>
                  <a:lnTo>
                    <a:pt x="157674" y="839380"/>
                  </a:lnTo>
                  <a:lnTo>
                    <a:pt x="160137" y="840066"/>
                  </a:lnTo>
                  <a:lnTo>
                    <a:pt x="162601" y="840969"/>
                  </a:lnTo>
                  <a:lnTo>
                    <a:pt x="165065" y="841774"/>
                  </a:lnTo>
                  <a:lnTo>
                    <a:pt x="167528" y="842287"/>
                  </a:lnTo>
                  <a:lnTo>
                    <a:pt x="169992" y="842533"/>
                  </a:lnTo>
                  <a:lnTo>
                    <a:pt x="172456" y="842593"/>
                  </a:lnTo>
                  <a:lnTo>
                    <a:pt x="174919" y="842480"/>
                  </a:lnTo>
                  <a:lnTo>
                    <a:pt x="177383" y="842118"/>
                  </a:lnTo>
                  <a:lnTo>
                    <a:pt x="179847" y="841326"/>
                  </a:lnTo>
                  <a:lnTo>
                    <a:pt x="182310" y="839848"/>
                  </a:lnTo>
                  <a:lnTo>
                    <a:pt x="184774" y="837510"/>
                  </a:lnTo>
                  <a:lnTo>
                    <a:pt x="187237" y="834299"/>
                  </a:lnTo>
                  <a:lnTo>
                    <a:pt x="189701" y="830189"/>
                  </a:lnTo>
                  <a:lnTo>
                    <a:pt x="192165" y="825009"/>
                  </a:lnTo>
                  <a:lnTo>
                    <a:pt x="194628" y="818853"/>
                  </a:lnTo>
                  <a:lnTo>
                    <a:pt x="197092" y="812744"/>
                  </a:lnTo>
                  <a:lnTo>
                    <a:pt x="199556" y="808494"/>
                  </a:lnTo>
                  <a:lnTo>
                    <a:pt x="202019" y="807301"/>
                  </a:lnTo>
                  <a:lnTo>
                    <a:pt x="204483" y="808343"/>
                  </a:lnTo>
                  <a:lnTo>
                    <a:pt x="206947" y="809082"/>
                  </a:lnTo>
                  <a:lnTo>
                    <a:pt x="209410" y="807170"/>
                  </a:lnTo>
                  <a:lnTo>
                    <a:pt x="211874" y="802040"/>
                  </a:lnTo>
                  <a:lnTo>
                    <a:pt x="214338" y="794836"/>
                  </a:lnTo>
                  <a:lnTo>
                    <a:pt x="216801" y="787329"/>
                  </a:lnTo>
                  <a:lnTo>
                    <a:pt x="219265" y="780933"/>
                  </a:lnTo>
                  <a:lnTo>
                    <a:pt x="221729" y="775919"/>
                  </a:lnTo>
                  <a:lnTo>
                    <a:pt x="224192" y="770720"/>
                  </a:lnTo>
                  <a:lnTo>
                    <a:pt x="226656" y="762158"/>
                  </a:lnTo>
                  <a:lnTo>
                    <a:pt x="229120" y="746902"/>
                  </a:lnTo>
                  <a:lnTo>
                    <a:pt x="231583" y="722579"/>
                  </a:lnTo>
                  <a:lnTo>
                    <a:pt x="234047" y="687241"/>
                  </a:lnTo>
                  <a:lnTo>
                    <a:pt x="236511" y="638461"/>
                  </a:lnTo>
                  <a:lnTo>
                    <a:pt x="238974" y="573112"/>
                  </a:lnTo>
                  <a:lnTo>
                    <a:pt x="241438" y="489796"/>
                  </a:lnTo>
                  <a:lnTo>
                    <a:pt x="243902" y="388588"/>
                  </a:lnTo>
                  <a:lnTo>
                    <a:pt x="246365" y="274801"/>
                  </a:lnTo>
                  <a:lnTo>
                    <a:pt x="248829" y="161780"/>
                  </a:lnTo>
                  <a:lnTo>
                    <a:pt x="251293" y="68117"/>
                  </a:lnTo>
                  <a:lnTo>
                    <a:pt x="253756" y="10694"/>
                  </a:lnTo>
                  <a:lnTo>
                    <a:pt x="256220" y="0"/>
                  </a:lnTo>
                  <a:lnTo>
                    <a:pt x="258684" y="39434"/>
                  </a:lnTo>
                  <a:lnTo>
                    <a:pt x="261147" y="124938"/>
                  </a:lnTo>
                  <a:lnTo>
                    <a:pt x="263611" y="244054"/>
                  </a:lnTo>
                  <a:lnTo>
                    <a:pt x="266075" y="377885"/>
                  </a:lnTo>
                  <a:lnTo>
                    <a:pt x="268538" y="507062"/>
                  </a:lnTo>
                  <a:lnTo>
                    <a:pt x="271002" y="617736"/>
                  </a:lnTo>
                  <a:lnTo>
                    <a:pt x="273465" y="703665"/>
                  </a:lnTo>
                  <a:lnTo>
                    <a:pt x="275929" y="764727"/>
                  </a:lnTo>
                  <a:lnTo>
                    <a:pt x="278393" y="804476"/>
                  </a:lnTo>
                  <a:lnTo>
                    <a:pt x="280856" y="828145"/>
                  </a:lnTo>
                  <a:lnTo>
                    <a:pt x="283320" y="841103"/>
                  </a:lnTo>
                  <a:lnTo>
                    <a:pt x="285784" y="847728"/>
                  </a:lnTo>
                  <a:lnTo>
                    <a:pt x="288247" y="850948"/>
                  </a:lnTo>
                  <a:lnTo>
                    <a:pt x="290711" y="852435"/>
                  </a:lnTo>
                  <a:lnTo>
                    <a:pt x="293175" y="853069"/>
                  </a:lnTo>
                  <a:lnTo>
                    <a:pt x="295638" y="853307"/>
                  </a:lnTo>
                  <a:lnTo>
                    <a:pt x="298102" y="853382"/>
                  </a:lnTo>
                  <a:lnTo>
                    <a:pt x="300566" y="853401"/>
                  </a:lnTo>
                  <a:lnTo>
                    <a:pt x="303029" y="853405"/>
                  </a:lnTo>
                  <a:lnTo>
                    <a:pt x="305493" y="853406"/>
                  </a:lnTo>
                  <a:lnTo>
                    <a:pt x="307957" y="853406"/>
                  </a:lnTo>
                  <a:lnTo>
                    <a:pt x="310420" y="853406"/>
                  </a:lnTo>
                  <a:lnTo>
                    <a:pt x="312884" y="853406"/>
                  </a:lnTo>
                  <a:lnTo>
                    <a:pt x="315348" y="853406"/>
                  </a:lnTo>
                  <a:lnTo>
                    <a:pt x="317811" y="853406"/>
                  </a:lnTo>
                  <a:lnTo>
                    <a:pt x="320275" y="853406"/>
                  </a:lnTo>
                  <a:lnTo>
                    <a:pt x="322739" y="853406"/>
                  </a:lnTo>
                  <a:lnTo>
                    <a:pt x="325202" y="853406"/>
                  </a:lnTo>
                  <a:lnTo>
                    <a:pt x="327666" y="853406"/>
                  </a:lnTo>
                  <a:lnTo>
                    <a:pt x="330130" y="853406"/>
                  </a:lnTo>
                  <a:lnTo>
                    <a:pt x="332593" y="853406"/>
                  </a:lnTo>
                  <a:lnTo>
                    <a:pt x="335057" y="853406"/>
                  </a:lnTo>
                  <a:lnTo>
                    <a:pt x="337521" y="853406"/>
                  </a:lnTo>
                  <a:lnTo>
                    <a:pt x="339984" y="853406"/>
                  </a:lnTo>
                  <a:lnTo>
                    <a:pt x="342448" y="853406"/>
                  </a:lnTo>
                  <a:lnTo>
                    <a:pt x="344912" y="853406"/>
                  </a:lnTo>
                  <a:lnTo>
                    <a:pt x="347375" y="853406"/>
                  </a:lnTo>
                  <a:lnTo>
                    <a:pt x="349839" y="853406"/>
                  </a:lnTo>
                  <a:lnTo>
                    <a:pt x="352303" y="853406"/>
                  </a:lnTo>
                  <a:lnTo>
                    <a:pt x="354766" y="853406"/>
                  </a:lnTo>
                  <a:lnTo>
                    <a:pt x="357230" y="853406"/>
                  </a:lnTo>
                  <a:lnTo>
                    <a:pt x="359694" y="853406"/>
                  </a:lnTo>
                  <a:lnTo>
                    <a:pt x="362157" y="853406"/>
                  </a:lnTo>
                  <a:lnTo>
                    <a:pt x="364621" y="853406"/>
                  </a:lnTo>
                  <a:lnTo>
                    <a:pt x="367084" y="853406"/>
                  </a:lnTo>
                  <a:lnTo>
                    <a:pt x="369548" y="853406"/>
                  </a:lnTo>
                  <a:lnTo>
                    <a:pt x="372012" y="853406"/>
                  </a:lnTo>
                  <a:lnTo>
                    <a:pt x="374475" y="853406"/>
                  </a:lnTo>
                  <a:lnTo>
                    <a:pt x="376939" y="853406"/>
                  </a:lnTo>
                  <a:lnTo>
                    <a:pt x="379403" y="853406"/>
                  </a:lnTo>
                  <a:lnTo>
                    <a:pt x="381866" y="853406"/>
                  </a:lnTo>
                  <a:lnTo>
                    <a:pt x="384330" y="853406"/>
                  </a:lnTo>
                  <a:lnTo>
                    <a:pt x="386794" y="853406"/>
                  </a:lnTo>
                  <a:lnTo>
                    <a:pt x="389257" y="853406"/>
                  </a:lnTo>
                  <a:lnTo>
                    <a:pt x="391721" y="853406"/>
                  </a:lnTo>
                  <a:lnTo>
                    <a:pt x="394185" y="853406"/>
                  </a:lnTo>
                  <a:lnTo>
                    <a:pt x="396648" y="853406"/>
                  </a:lnTo>
                  <a:lnTo>
                    <a:pt x="399112" y="853406"/>
                  </a:lnTo>
                  <a:lnTo>
                    <a:pt x="401576" y="853406"/>
                  </a:lnTo>
                  <a:lnTo>
                    <a:pt x="404039" y="853406"/>
                  </a:lnTo>
                  <a:lnTo>
                    <a:pt x="406503" y="853406"/>
                  </a:lnTo>
                  <a:lnTo>
                    <a:pt x="408967" y="853406"/>
                  </a:lnTo>
                  <a:lnTo>
                    <a:pt x="411430" y="853406"/>
                  </a:lnTo>
                  <a:lnTo>
                    <a:pt x="413894" y="853406"/>
                  </a:lnTo>
                  <a:lnTo>
                    <a:pt x="416358" y="853406"/>
                  </a:lnTo>
                  <a:lnTo>
                    <a:pt x="418821" y="853406"/>
                  </a:lnTo>
                  <a:lnTo>
                    <a:pt x="421285" y="853406"/>
                  </a:lnTo>
                  <a:lnTo>
                    <a:pt x="423749" y="853406"/>
                  </a:lnTo>
                  <a:lnTo>
                    <a:pt x="426212" y="853406"/>
                  </a:lnTo>
                  <a:lnTo>
                    <a:pt x="428676" y="853406"/>
                  </a:lnTo>
                  <a:lnTo>
                    <a:pt x="431140" y="853406"/>
                  </a:lnTo>
                  <a:lnTo>
                    <a:pt x="433603" y="853406"/>
                  </a:lnTo>
                  <a:lnTo>
                    <a:pt x="436067" y="853406"/>
                  </a:lnTo>
                  <a:lnTo>
                    <a:pt x="438531" y="853406"/>
                  </a:lnTo>
                  <a:lnTo>
                    <a:pt x="440994" y="853406"/>
                  </a:lnTo>
                  <a:lnTo>
                    <a:pt x="443458" y="853406"/>
                  </a:lnTo>
                  <a:lnTo>
                    <a:pt x="445922" y="853406"/>
                  </a:lnTo>
                  <a:lnTo>
                    <a:pt x="448385" y="853406"/>
                  </a:lnTo>
                  <a:lnTo>
                    <a:pt x="450849" y="853406"/>
                  </a:lnTo>
                  <a:lnTo>
                    <a:pt x="453312" y="853406"/>
                  </a:lnTo>
                  <a:lnTo>
                    <a:pt x="455776" y="853406"/>
                  </a:lnTo>
                  <a:lnTo>
                    <a:pt x="458240" y="853406"/>
                  </a:lnTo>
                  <a:lnTo>
                    <a:pt x="460703" y="853406"/>
                  </a:lnTo>
                  <a:lnTo>
                    <a:pt x="463167" y="853406"/>
                  </a:lnTo>
                  <a:lnTo>
                    <a:pt x="465631" y="853406"/>
                  </a:lnTo>
                  <a:lnTo>
                    <a:pt x="468094" y="853406"/>
                  </a:lnTo>
                  <a:lnTo>
                    <a:pt x="470558" y="853406"/>
                  </a:lnTo>
                  <a:lnTo>
                    <a:pt x="473022" y="853406"/>
                  </a:lnTo>
                  <a:lnTo>
                    <a:pt x="475485" y="853406"/>
                  </a:lnTo>
                  <a:lnTo>
                    <a:pt x="477949" y="853406"/>
                  </a:lnTo>
                  <a:lnTo>
                    <a:pt x="480413" y="853406"/>
                  </a:lnTo>
                  <a:lnTo>
                    <a:pt x="482876" y="853406"/>
                  </a:lnTo>
                  <a:lnTo>
                    <a:pt x="485340" y="853406"/>
                  </a:lnTo>
                  <a:lnTo>
                    <a:pt x="487804" y="853406"/>
                  </a:lnTo>
                  <a:lnTo>
                    <a:pt x="490267" y="853406"/>
                  </a:lnTo>
                  <a:lnTo>
                    <a:pt x="492731" y="853406"/>
                  </a:lnTo>
                  <a:lnTo>
                    <a:pt x="495195" y="853406"/>
                  </a:lnTo>
                  <a:lnTo>
                    <a:pt x="497658" y="853406"/>
                  </a:lnTo>
                  <a:lnTo>
                    <a:pt x="500122" y="853406"/>
                  </a:lnTo>
                  <a:lnTo>
                    <a:pt x="502586" y="853406"/>
                  </a:lnTo>
                  <a:lnTo>
                    <a:pt x="505049" y="853406"/>
                  </a:lnTo>
                  <a:lnTo>
                    <a:pt x="507513" y="853406"/>
                  </a:lnTo>
                  <a:lnTo>
                    <a:pt x="509977" y="853406"/>
                  </a:lnTo>
                  <a:lnTo>
                    <a:pt x="512440" y="853406"/>
                  </a:lnTo>
                  <a:lnTo>
                    <a:pt x="514904" y="853404"/>
                  </a:lnTo>
                  <a:lnTo>
                    <a:pt x="517368" y="853398"/>
                  </a:lnTo>
                  <a:lnTo>
                    <a:pt x="519831" y="853374"/>
                  </a:lnTo>
                  <a:lnTo>
                    <a:pt x="522295" y="853299"/>
                  </a:lnTo>
                  <a:lnTo>
                    <a:pt x="524759" y="853118"/>
                  </a:lnTo>
                  <a:lnTo>
                    <a:pt x="527222" y="852778"/>
                  </a:lnTo>
                  <a:lnTo>
                    <a:pt x="529686" y="852292"/>
                  </a:lnTo>
                  <a:lnTo>
                    <a:pt x="532150" y="851798"/>
                  </a:lnTo>
                  <a:lnTo>
                    <a:pt x="534613" y="851521"/>
                  </a:lnTo>
                  <a:lnTo>
                    <a:pt x="537077" y="851616"/>
                  </a:lnTo>
                  <a:lnTo>
                    <a:pt x="539541" y="852035"/>
                  </a:lnTo>
                  <a:lnTo>
                    <a:pt x="542004" y="852563"/>
                  </a:lnTo>
                  <a:lnTo>
                    <a:pt x="544468" y="852991"/>
                  </a:lnTo>
                  <a:lnTo>
                    <a:pt x="546931" y="853244"/>
                  </a:lnTo>
                  <a:lnTo>
                    <a:pt x="549395" y="853355"/>
                  </a:lnTo>
                  <a:lnTo>
                    <a:pt x="551859" y="853393"/>
                  </a:lnTo>
                  <a:lnTo>
                    <a:pt x="554322" y="853403"/>
                  </a:lnTo>
                  <a:lnTo>
                    <a:pt x="556786" y="853405"/>
                  </a:lnTo>
                  <a:lnTo>
                    <a:pt x="559250" y="853406"/>
                  </a:lnTo>
                  <a:lnTo>
                    <a:pt x="561713" y="853406"/>
                  </a:lnTo>
                  <a:lnTo>
                    <a:pt x="564177" y="853406"/>
                  </a:lnTo>
                  <a:lnTo>
                    <a:pt x="566641" y="853406"/>
                  </a:lnTo>
                  <a:lnTo>
                    <a:pt x="569104" y="853406"/>
                  </a:lnTo>
                  <a:lnTo>
                    <a:pt x="571568" y="853406"/>
                  </a:lnTo>
                  <a:lnTo>
                    <a:pt x="574032" y="853406"/>
                  </a:lnTo>
                  <a:lnTo>
                    <a:pt x="576495" y="853406"/>
                  </a:lnTo>
                  <a:lnTo>
                    <a:pt x="578959" y="853406"/>
                  </a:lnTo>
                  <a:lnTo>
                    <a:pt x="581423" y="853406"/>
                  </a:lnTo>
                  <a:lnTo>
                    <a:pt x="583886" y="853406"/>
                  </a:lnTo>
                  <a:lnTo>
                    <a:pt x="586350" y="853406"/>
                  </a:lnTo>
                  <a:lnTo>
                    <a:pt x="588814" y="853406"/>
                  </a:lnTo>
                  <a:lnTo>
                    <a:pt x="591277" y="853406"/>
                  </a:lnTo>
                  <a:lnTo>
                    <a:pt x="593741" y="853406"/>
                  </a:lnTo>
                  <a:lnTo>
                    <a:pt x="596205" y="853406"/>
                  </a:lnTo>
                  <a:lnTo>
                    <a:pt x="598668" y="853406"/>
                  </a:lnTo>
                  <a:lnTo>
                    <a:pt x="601132" y="853406"/>
                  </a:lnTo>
                  <a:lnTo>
                    <a:pt x="603596" y="853406"/>
                  </a:lnTo>
                  <a:lnTo>
                    <a:pt x="606059" y="853406"/>
                  </a:lnTo>
                  <a:lnTo>
                    <a:pt x="608523" y="853406"/>
                  </a:lnTo>
                  <a:lnTo>
                    <a:pt x="610987" y="853406"/>
                  </a:lnTo>
                  <a:lnTo>
                    <a:pt x="613450" y="853406"/>
                  </a:lnTo>
                  <a:lnTo>
                    <a:pt x="615914" y="853406"/>
                  </a:lnTo>
                  <a:lnTo>
                    <a:pt x="618378" y="853406"/>
                  </a:lnTo>
                  <a:lnTo>
                    <a:pt x="620841" y="853406"/>
                  </a:lnTo>
                  <a:lnTo>
                    <a:pt x="623305" y="853406"/>
                  </a:lnTo>
                  <a:lnTo>
                    <a:pt x="625769" y="853406"/>
                  </a:lnTo>
                  <a:lnTo>
                    <a:pt x="628232" y="853406"/>
                  </a:lnTo>
                  <a:lnTo>
                    <a:pt x="630696" y="853406"/>
                  </a:lnTo>
                  <a:lnTo>
                    <a:pt x="633159" y="853406"/>
                  </a:lnTo>
                  <a:lnTo>
                    <a:pt x="635623" y="853406"/>
                  </a:lnTo>
                  <a:lnTo>
                    <a:pt x="638087" y="853406"/>
                  </a:lnTo>
                  <a:lnTo>
                    <a:pt x="640550" y="853406"/>
                  </a:lnTo>
                  <a:lnTo>
                    <a:pt x="643014" y="853406"/>
                  </a:lnTo>
                  <a:lnTo>
                    <a:pt x="645478" y="853406"/>
                  </a:lnTo>
                  <a:lnTo>
                    <a:pt x="647941" y="853406"/>
                  </a:lnTo>
                  <a:lnTo>
                    <a:pt x="650405" y="853406"/>
                  </a:lnTo>
                  <a:lnTo>
                    <a:pt x="652869" y="853406"/>
                  </a:lnTo>
                  <a:lnTo>
                    <a:pt x="655332" y="853406"/>
                  </a:lnTo>
                  <a:lnTo>
                    <a:pt x="657796" y="853406"/>
                  </a:lnTo>
                  <a:lnTo>
                    <a:pt x="660260" y="853406"/>
                  </a:lnTo>
                  <a:lnTo>
                    <a:pt x="662723" y="853406"/>
                  </a:lnTo>
                  <a:lnTo>
                    <a:pt x="665187" y="853406"/>
                  </a:lnTo>
                  <a:lnTo>
                    <a:pt x="667651" y="853406"/>
                  </a:lnTo>
                  <a:lnTo>
                    <a:pt x="670114" y="853406"/>
                  </a:lnTo>
                  <a:lnTo>
                    <a:pt x="672578" y="853406"/>
                  </a:lnTo>
                  <a:lnTo>
                    <a:pt x="675042" y="853406"/>
                  </a:lnTo>
                  <a:lnTo>
                    <a:pt x="677505" y="853406"/>
                  </a:lnTo>
                  <a:lnTo>
                    <a:pt x="679969" y="853406"/>
                  </a:lnTo>
                  <a:lnTo>
                    <a:pt x="682433" y="853406"/>
                  </a:lnTo>
                  <a:lnTo>
                    <a:pt x="684896" y="853406"/>
                  </a:lnTo>
                  <a:lnTo>
                    <a:pt x="687360" y="853406"/>
                  </a:lnTo>
                  <a:lnTo>
                    <a:pt x="689824" y="853406"/>
                  </a:lnTo>
                  <a:lnTo>
                    <a:pt x="692287" y="853406"/>
                  </a:lnTo>
                  <a:lnTo>
                    <a:pt x="694751" y="853406"/>
                  </a:lnTo>
                  <a:lnTo>
                    <a:pt x="697215" y="853406"/>
                  </a:lnTo>
                  <a:lnTo>
                    <a:pt x="699678" y="853406"/>
                  </a:lnTo>
                  <a:lnTo>
                    <a:pt x="702142" y="853406"/>
                  </a:lnTo>
                  <a:lnTo>
                    <a:pt x="704606" y="853406"/>
                  </a:lnTo>
                  <a:lnTo>
                    <a:pt x="707069" y="853406"/>
                  </a:lnTo>
                  <a:lnTo>
                    <a:pt x="709533" y="853406"/>
                  </a:lnTo>
                  <a:lnTo>
                    <a:pt x="711997" y="853406"/>
                  </a:lnTo>
                  <a:lnTo>
                    <a:pt x="714460" y="853406"/>
                  </a:lnTo>
                  <a:lnTo>
                    <a:pt x="716924" y="853406"/>
                  </a:lnTo>
                  <a:lnTo>
                    <a:pt x="719388" y="853406"/>
                  </a:lnTo>
                  <a:lnTo>
                    <a:pt x="721851" y="853406"/>
                  </a:lnTo>
                  <a:lnTo>
                    <a:pt x="724315" y="853406"/>
                  </a:lnTo>
                  <a:lnTo>
                    <a:pt x="726778" y="853406"/>
                  </a:lnTo>
                  <a:lnTo>
                    <a:pt x="729242" y="853406"/>
                  </a:lnTo>
                  <a:lnTo>
                    <a:pt x="731706" y="853406"/>
                  </a:lnTo>
                  <a:lnTo>
                    <a:pt x="734169" y="853406"/>
                  </a:lnTo>
                  <a:lnTo>
                    <a:pt x="736633" y="853406"/>
                  </a:lnTo>
                  <a:lnTo>
                    <a:pt x="739097" y="853406"/>
                  </a:lnTo>
                  <a:lnTo>
                    <a:pt x="741560" y="853406"/>
                  </a:lnTo>
                  <a:lnTo>
                    <a:pt x="744024" y="853406"/>
                  </a:lnTo>
                  <a:lnTo>
                    <a:pt x="746488" y="853406"/>
                  </a:lnTo>
                  <a:lnTo>
                    <a:pt x="748951" y="853406"/>
                  </a:lnTo>
                  <a:lnTo>
                    <a:pt x="751415" y="853406"/>
                  </a:lnTo>
                  <a:lnTo>
                    <a:pt x="753879" y="853406"/>
                  </a:lnTo>
                  <a:lnTo>
                    <a:pt x="756342" y="853406"/>
                  </a:lnTo>
                  <a:lnTo>
                    <a:pt x="758806" y="853406"/>
                  </a:lnTo>
                  <a:lnTo>
                    <a:pt x="761270" y="853406"/>
                  </a:lnTo>
                  <a:lnTo>
                    <a:pt x="763733" y="853406"/>
                  </a:lnTo>
                  <a:lnTo>
                    <a:pt x="766197" y="853406"/>
                  </a:lnTo>
                  <a:lnTo>
                    <a:pt x="768661" y="853406"/>
                  </a:lnTo>
                  <a:lnTo>
                    <a:pt x="771124" y="853406"/>
                  </a:lnTo>
                  <a:lnTo>
                    <a:pt x="773588" y="853406"/>
                  </a:lnTo>
                  <a:lnTo>
                    <a:pt x="776052" y="853406"/>
                  </a:lnTo>
                  <a:lnTo>
                    <a:pt x="778515" y="853406"/>
                  </a:lnTo>
                  <a:lnTo>
                    <a:pt x="780979" y="853406"/>
                  </a:lnTo>
                  <a:lnTo>
                    <a:pt x="783443" y="853406"/>
                  </a:lnTo>
                  <a:lnTo>
                    <a:pt x="785906" y="853406"/>
                  </a:lnTo>
                  <a:lnTo>
                    <a:pt x="788370" y="853406"/>
                  </a:lnTo>
                  <a:lnTo>
                    <a:pt x="790834" y="853406"/>
                  </a:lnTo>
                  <a:lnTo>
                    <a:pt x="793297" y="853406"/>
                  </a:lnTo>
                  <a:lnTo>
                    <a:pt x="795761" y="853406"/>
                  </a:lnTo>
                  <a:lnTo>
                    <a:pt x="798225" y="853406"/>
                  </a:lnTo>
                  <a:lnTo>
                    <a:pt x="800688" y="853406"/>
                  </a:lnTo>
                  <a:lnTo>
                    <a:pt x="803152" y="853406"/>
                  </a:lnTo>
                  <a:lnTo>
                    <a:pt x="805616" y="853406"/>
                  </a:lnTo>
                  <a:lnTo>
                    <a:pt x="808079" y="853406"/>
                  </a:lnTo>
                  <a:lnTo>
                    <a:pt x="810543" y="853406"/>
                  </a:lnTo>
                  <a:lnTo>
                    <a:pt x="813006" y="853406"/>
                  </a:lnTo>
                  <a:lnTo>
                    <a:pt x="815470" y="853406"/>
                  </a:lnTo>
                  <a:lnTo>
                    <a:pt x="817934" y="853406"/>
                  </a:lnTo>
                  <a:lnTo>
                    <a:pt x="820397" y="853406"/>
                  </a:lnTo>
                  <a:lnTo>
                    <a:pt x="822861" y="853406"/>
                  </a:lnTo>
                  <a:lnTo>
                    <a:pt x="825325" y="853406"/>
                  </a:lnTo>
                  <a:lnTo>
                    <a:pt x="827788" y="853406"/>
                  </a:lnTo>
                  <a:lnTo>
                    <a:pt x="830252" y="853406"/>
                  </a:lnTo>
                  <a:lnTo>
                    <a:pt x="832716" y="853406"/>
                  </a:lnTo>
                  <a:lnTo>
                    <a:pt x="835179" y="853406"/>
                  </a:lnTo>
                  <a:lnTo>
                    <a:pt x="837643" y="853406"/>
                  </a:lnTo>
                  <a:lnTo>
                    <a:pt x="840107" y="853406"/>
                  </a:lnTo>
                  <a:lnTo>
                    <a:pt x="842570" y="853406"/>
                  </a:lnTo>
                  <a:lnTo>
                    <a:pt x="845034" y="853406"/>
                  </a:lnTo>
                  <a:lnTo>
                    <a:pt x="847498" y="853406"/>
                  </a:lnTo>
                  <a:lnTo>
                    <a:pt x="849961" y="853406"/>
                  </a:lnTo>
                  <a:lnTo>
                    <a:pt x="852425" y="853406"/>
                  </a:lnTo>
                  <a:lnTo>
                    <a:pt x="854889" y="853406"/>
                  </a:lnTo>
                  <a:lnTo>
                    <a:pt x="857352" y="853406"/>
                  </a:lnTo>
                  <a:lnTo>
                    <a:pt x="859816" y="853406"/>
                  </a:lnTo>
                  <a:lnTo>
                    <a:pt x="862280" y="853406"/>
                  </a:lnTo>
                  <a:lnTo>
                    <a:pt x="864743" y="853406"/>
                  </a:lnTo>
                  <a:lnTo>
                    <a:pt x="867207" y="853406"/>
                  </a:lnTo>
                  <a:lnTo>
                    <a:pt x="869671" y="853406"/>
                  </a:lnTo>
                  <a:lnTo>
                    <a:pt x="872134" y="853406"/>
                  </a:lnTo>
                  <a:lnTo>
                    <a:pt x="874598" y="853406"/>
                  </a:lnTo>
                  <a:lnTo>
                    <a:pt x="877062" y="853406"/>
                  </a:lnTo>
                  <a:lnTo>
                    <a:pt x="879525" y="853406"/>
                  </a:lnTo>
                  <a:lnTo>
                    <a:pt x="881989" y="853406"/>
                  </a:lnTo>
                  <a:lnTo>
                    <a:pt x="884453" y="853406"/>
                  </a:lnTo>
                  <a:lnTo>
                    <a:pt x="886916" y="853406"/>
                  </a:lnTo>
                  <a:lnTo>
                    <a:pt x="889380" y="853406"/>
                  </a:lnTo>
                  <a:lnTo>
                    <a:pt x="891844" y="853406"/>
                  </a:lnTo>
                  <a:lnTo>
                    <a:pt x="894307" y="853406"/>
                  </a:lnTo>
                  <a:lnTo>
                    <a:pt x="896771" y="853406"/>
                  </a:lnTo>
                  <a:lnTo>
                    <a:pt x="899235" y="853406"/>
                  </a:lnTo>
                  <a:lnTo>
                    <a:pt x="901698" y="853406"/>
                  </a:lnTo>
                  <a:lnTo>
                    <a:pt x="904162" y="853406"/>
                  </a:lnTo>
                  <a:lnTo>
                    <a:pt x="906625" y="853406"/>
                  </a:lnTo>
                  <a:lnTo>
                    <a:pt x="909089" y="853406"/>
                  </a:lnTo>
                  <a:lnTo>
                    <a:pt x="911553" y="853406"/>
                  </a:lnTo>
                  <a:lnTo>
                    <a:pt x="914016" y="853406"/>
                  </a:lnTo>
                  <a:lnTo>
                    <a:pt x="916480" y="853406"/>
                  </a:lnTo>
                  <a:lnTo>
                    <a:pt x="918944" y="853406"/>
                  </a:lnTo>
                  <a:lnTo>
                    <a:pt x="921407" y="853406"/>
                  </a:lnTo>
                  <a:lnTo>
                    <a:pt x="923871" y="853406"/>
                  </a:lnTo>
                  <a:lnTo>
                    <a:pt x="926335" y="853406"/>
                  </a:lnTo>
                  <a:lnTo>
                    <a:pt x="928798" y="853406"/>
                  </a:lnTo>
                  <a:lnTo>
                    <a:pt x="931262" y="853406"/>
                  </a:lnTo>
                  <a:lnTo>
                    <a:pt x="933726" y="853406"/>
                  </a:lnTo>
                  <a:lnTo>
                    <a:pt x="936189" y="853406"/>
                  </a:lnTo>
                  <a:lnTo>
                    <a:pt x="938653" y="853406"/>
                  </a:lnTo>
                  <a:lnTo>
                    <a:pt x="941117" y="853406"/>
                  </a:lnTo>
                  <a:lnTo>
                    <a:pt x="943580" y="853406"/>
                  </a:lnTo>
                  <a:lnTo>
                    <a:pt x="946044" y="853406"/>
                  </a:lnTo>
                  <a:lnTo>
                    <a:pt x="948508" y="853406"/>
                  </a:lnTo>
                  <a:lnTo>
                    <a:pt x="950971" y="853406"/>
                  </a:lnTo>
                  <a:lnTo>
                    <a:pt x="953435" y="853406"/>
                  </a:lnTo>
                  <a:lnTo>
                    <a:pt x="955899" y="853406"/>
                  </a:lnTo>
                  <a:lnTo>
                    <a:pt x="958362" y="853406"/>
                  </a:lnTo>
                  <a:lnTo>
                    <a:pt x="960826" y="853406"/>
                  </a:lnTo>
                  <a:lnTo>
                    <a:pt x="963290" y="853406"/>
                  </a:lnTo>
                  <a:lnTo>
                    <a:pt x="965753" y="853406"/>
                  </a:lnTo>
                  <a:lnTo>
                    <a:pt x="968217" y="853406"/>
                  </a:lnTo>
                  <a:lnTo>
                    <a:pt x="970681" y="853406"/>
                  </a:lnTo>
                  <a:lnTo>
                    <a:pt x="973144" y="853406"/>
                  </a:lnTo>
                  <a:lnTo>
                    <a:pt x="975608" y="853406"/>
                  </a:lnTo>
                  <a:lnTo>
                    <a:pt x="978072" y="853406"/>
                  </a:lnTo>
                  <a:lnTo>
                    <a:pt x="980535" y="853406"/>
                  </a:lnTo>
                  <a:lnTo>
                    <a:pt x="982999" y="853406"/>
                  </a:lnTo>
                  <a:lnTo>
                    <a:pt x="985463" y="853406"/>
                  </a:lnTo>
                  <a:lnTo>
                    <a:pt x="987926" y="853406"/>
                  </a:lnTo>
                  <a:lnTo>
                    <a:pt x="990390" y="853406"/>
                  </a:lnTo>
                  <a:lnTo>
                    <a:pt x="992853" y="853406"/>
                  </a:lnTo>
                  <a:lnTo>
                    <a:pt x="995317" y="853406"/>
                  </a:lnTo>
                  <a:lnTo>
                    <a:pt x="997781" y="853406"/>
                  </a:lnTo>
                  <a:lnTo>
                    <a:pt x="1000244" y="853406"/>
                  </a:lnTo>
                  <a:lnTo>
                    <a:pt x="1002708" y="853406"/>
                  </a:lnTo>
                  <a:lnTo>
                    <a:pt x="1005172" y="853406"/>
                  </a:lnTo>
                  <a:lnTo>
                    <a:pt x="1007635" y="853406"/>
                  </a:lnTo>
                  <a:lnTo>
                    <a:pt x="1010099" y="853406"/>
                  </a:lnTo>
                  <a:lnTo>
                    <a:pt x="1012563" y="853406"/>
                  </a:lnTo>
                  <a:lnTo>
                    <a:pt x="1015026" y="853406"/>
                  </a:lnTo>
                  <a:lnTo>
                    <a:pt x="1017490" y="853406"/>
                  </a:lnTo>
                  <a:lnTo>
                    <a:pt x="1019954" y="853406"/>
                  </a:lnTo>
                  <a:lnTo>
                    <a:pt x="1022417" y="853406"/>
                  </a:lnTo>
                  <a:lnTo>
                    <a:pt x="1024881" y="853406"/>
                  </a:lnTo>
                  <a:lnTo>
                    <a:pt x="1027345" y="853406"/>
                  </a:lnTo>
                  <a:lnTo>
                    <a:pt x="1029808" y="853406"/>
                  </a:lnTo>
                  <a:lnTo>
                    <a:pt x="1032272" y="853406"/>
                  </a:lnTo>
                  <a:lnTo>
                    <a:pt x="1034736" y="853406"/>
                  </a:lnTo>
                  <a:lnTo>
                    <a:pt x="1037199" y="853406"/>
                  </a:lnTo>
                  <a:lnTo>
                    <a:pt x="1039663" y="853406"/>
                  </a:lnTo>
                  <a:lnTo>
                    <a:pt x="1042127" y="853406"/>
                  </a:lnTo>
                  <a:lnTo>
                    <a:pt x="1044590" y="853406"/>
                  </a:lnTo>
                  <a:lnTo>
                    <a:pt x="1047054" y="853406"/>
                  </a:lnTo>
                  <a:lnTo>
                    <a:pt x="1049518" y="853406"/>
                  </a:lnTo>
                  <a:lnTo>
                    <a:pt x="1051981" y="853406"/>
                  </a:lnTo>
                  <a:lnTo>
                    <a:pt x="1054445" y="853406"/>
                  </a:lnTo>
                  <a:lnTo>
                    <a:pt x="1056909" y="853406"/>
                  </a:lnTo>
                  <a:lnTo>
                    <a:pt x="1059372" y="853406"/>
                  </a:lnTo>
                  <a:lnTo>
                    <a:pt x="1061836" y="853406"/>
                  </a:lnTo>
                  <a:lnTo>
                    <a:pt x="1064300" y="853406"/>
                  </a:lnTo>
                  <a:lnTo>
                    <a:pt x="1066763" y="853406"/>
                  </a:lnTo>
                  <a:lnTo>
                    <a:pt x="1069227" y="853406"/>
                  </a:lnTo>
                  <a:lnTo>
                    <a:pt x="1071691" y="853406"/>
                  </a:lnTo>
                  <a:lnTo>
                    <a:pt x="1074154" y="853406"/>
                  </a:lnTo>
                  <a:lnTo>
                    <a:pt x="1076618" y="853406"/>
                  </a:lnTo>
                  <a:lnTo>
                    <a:pt x="1079082" y="853406"/>
                  </a:lnTo>
                  <a:lnTo>
                    <a:pt x="1081545" y="853406"/>
                  </a:lnTo>
                  <a:lnTo>
                    <a:pt x="1084009" y="853406"/>
                  </a:lnTo>
                  <a:lnTo>
                    <a:pt x="1086472" y="853406"/>
                  </a:lnTo>
                  <a:lnTo>
                    <a:pt x="1088936" y="853406"/>
                  </a:lnTo>
                  <a:lnTo>
                    <a:pt x="1091400" y="853406"/>
                  </a:lnTo>
                  <a:lnTo>
                    <a:pt x="1093863" y="853406"/>
                  </a:lnTo>
                  <a:lnTo>
                    <a:pt x="1096327" y="853406"/>
                  </a:lnTo>
                  <a:lnTo>
                    <a:pt x="1098791" y="853406"/>
                  </a:lnTo>
                  <a:lnTo>
                    <a:pt x="1101254" y="853406"/>
                  </a:lnTo>
                  <a:lnTo>
                    <a:pt x="1103718" y="853406"/>
                  </a:lnTo>
                  <a:lnTo>
                    <a:pt x="1106182" y="853406"/>
                  </a:lnTo>
                  <a:lnTo>
                    <a:pt x="1108645" y="853406"/>
                  </a:lnTo>
                  <a:lnTo>
                    <a:pt x="1111109" y="853406"/>
                  </a:lnTo>
                  <a:lnTo>
                    <a:pt x="1113573" y="853406"/>
                  </a:lnTo>
                  <a:lnTo>
                    <a:pt x="1116036" y="853406"/>
                  </a:lnTo>
                  <a:lnTo>
                    <a:pt x="1118500" y="853406"/>
                  </a:lnTo>
                  <a:lnTo>
                    <a:pt x="1120964" y="853406"/>
                  </a:lnTo>
                  <a:lnTo>
                    <a:pt x="1123427" y="853406"/>
                  </a:lnTo>
                  <a:lnTo>
                    <a:pt x="1125891" y="853406"/>
                  </a:lnTo>
                  <a:lnTo>
                    <a:pt x="1128355" y="853406"/>
                  </a:lnTo>
                  <a:lnTo>
                    <a:pt x="1130818" y="853406"/>
                  </a:lnTo>
                  <a:lnTo>
                    <a:pt x="1133282" y="853406"/>
                  </a:lnTo>
                  <a:lnTo>
                    <a:pt x="1135746" y="853406"/>
                  </a:lnTo>
                  <a:lnTo>
                    <a:pt x="1138209" y="853406"/>
                  </a:lnTo>
                  <a:lnTo>
                    <a:pt x="1140673" y="853406"/>
                  </a:lnTo>
                  <a:lnTo>
                    <a:pt x="1143137" y="853406"/>
                  </a:lnTo>
                  <a:lnTo>
                    <a:pt x="1145600" y="853406"/>
                  </a:lnTo>
                  <a:lnTo>
                    <a:pt x="1148064" y="853406"/>
                  </a:lnTo>
                  <a:lnTo>
                    <a:pt x="1150528" y="853406"/>
                  </a:lnTo>
                  <a:lnTo>
                    <a:pt x="1152991" y="853406"/>
                  </a:lnTo>
                  <a:lnTo>
                    <a:pt x="1155455" y="853406"/>
                  </a:lnTo>
                  <a:lnTo>
                    <a:pt x="1157919" y="853406"/>
                  </a:lnTo>
                  <a:lnTo>
                    <a:pt x="1160382" y="853406"/>
                  </a:lnTo>
                  <a:lnTo>
                    <a:pt x="1162846" y="853406"/>
                  </a:lnTo>
                  <a:lnTo>
                    <a:pt x="1165310" y="853406"/>
                  </a:lnTo>
                  <a:lnTo>
                    <a:pt x="1167773" y="853406"/>
                  </a:lnTo>
                  <a:lnTo>
                    <a:pt x="1170237" y="853406"/>
                  </a:lnTo>
                  <a:lnTo>
                    <a:pt x="1172701" y="853406"/>
                  </a:lnTo>
                  <a:lnTo>
                    <a:pt x="1175164" y="853406"/>
                  </a:lnTo>
                  <a:lnTo>
                    <a:pt x="1177628" y="853406"/>
                  </a:lnTo>
                  <a:lnTo>
                    <a:pt x="1180091" y="853406"/>
                  </a:lnTo>
                  <a:lnTo>
                    <a:pt x="1182555" y="853406"/>
                  </a:lnTo>
                  <a:lnTo>
                    <a:pt x="1185019" y="853406"/>
                  </a:lnTo>
                  <a:lnTo>
                    <a:pt x="1187482" y="853406"/>
                  </a:lnTo>
                  <a:lnTo>
                    <a:pt x="1189946" y="853406"/>
                  </a:lnTo>
                  <a:lnTo>
                    <a:pt x="1192410" y="853406"/>
                  </a:lnTo>
                  <a:lnTo>
                    <a:pt x="1194873" y="853406"/>
                  </a:lnTo>
                  <a:lnTo>
                    <a:pt x="1197337" y="853406"/>
                  </a:lnTo>
                  <a:lnTo>
                    <a:pt x="1199801" y="853406"/>
                  </a:lnTo>
                  <a:lnTo>
                    <a:pt x="1202264" y="853406"/>
                  </a:lnTo>
                  <a:lnTo>
                    <a:pt x="1204728" y="853406"/>
                  </a:lnTo>
                  <a:lnTo>
                    <a:pt x="1207192" y="853406"/>
                  </a:lnTo>
                  <a:lnTo>
                    <a:pt x="1209655" y="853406"/>
                  </a:lnTo>
                  <a:lnTo>
                    <a:pt x="1212119" y="853406"/>
                  </a:lnTo>
                  <a:lnTo>
                    <a:pt x="1214583" y="853406"/>
                  </a:lnTo>
                  <a:lnTo>
                    <a:pt x="1217046" y="853406"/>
                  </a:lnTo>
                  <a:lnTo>
                    <a:pt x="1219510" y="853406"/>
                  </a:lnTo>
                  <a:lnTo>
                    <a:pt x="1221974" y="853404"/>
                  </a:lnTo>
                  <a:lnTo>
                    <a:pt x="1224437" y="853396"/>
                  </a:lnTo>
                  <a:lnTo>
                    <a:pt x="1226901" y="853365"/>
                  </a:lnTo>
                  <a:lnTo>
                    <a:pt x="1229365" y="853274"/>
                  </a:lnTo>
                  <a:lnTo>
                    <a:pt x="1231828" y="853060"/>
                  </a:lnTo>
                  <a:lnTo>
                    <a:pt x="1234292" y="852678"/>
                  </a:lnTo>
                  <a:lnTo>
                    <a:pt x="1236756" y="852164"/>
                  </a:lnTo>
                  <a:lnTo>
                    <a:pt x="1239219" y="851690"/>
                  </a:lnTo>
                  <a:lnTo>
                    <a:pt x="1241683" y="851491"/>
                  </a:lnTo>
                  <a:lnTo>
                    <a:pt x="1244147" y="851684"/>
                  </a:lnTo>
                  <a:lnTo>
                    <a:pt x="1246610" y="852162"/>
                  </a:lnTo>
                  <a:lnTo>
                    <a:pt x="1249074" y="852687"/>
                  </a:lnTo>
                  <a:lnTo>
                    <a:pt x="1251538" y="853074"/>
                  </a:lnTo>
                  <a:lnTo>
                    <a:pt x="1254001" y="853284"/>
                  </a:lnTo>
                  <a:lnTo>
                    <a:pt x="1256465" y="853370"/>
                  </a:lnTo>
                  <a:lnTo>
                    <a:pt x="1258929" y="853397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909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80"/>
                  </a:lnTo>
                  <a:lnTo>
                    <a:pt x="81300" y="1188080"/>
                  </a:lnTo>
                  <a:lnTo>
                    <a:pt x="83764" y="1188080"/>
                  </a:lnTo>
                  <a:lnTo>
                    <a:pt x="86228" y="1188080"/>
                  </a:lnTo>
                  <a:lnTo>
                    <a:pt x="88691" y="1188080"/>
                  </a:lnTo>
                  <a:lnTo>
                    <a:pt x="91155" y="1188080"/>
                  </a:lnTo>
                  <a:lnTo>
                    <a:pt x="93618" y="1188080"/>
                  </a:lnTo>
                  <a:lnTo>
                    <a:pt x="96082" y="1188080"/>
                  </a:lnTo>
                  <a:lnTo>
                    <a:pt x="98546" y="1188080"/>
                  </a:lnTo>
                  <a:lnTo>
                    <a:pt x="101009" y="1188080"/>
                  </a:lnTo>
                  <a:lnTo>
                    <a:pt x="103473" y="1188080"/>
                  </a:lnTo>
                  <a:lnTo>
                    <a:pt x="105937" y="1188080"/>
                  </a:lnTo>
                  <a:lnTo>
                    <a:pt x="108400" y="1188080"/>
                  </a:lnTo>
                  <a:lnTo>
                    <a:pt x="110864" y="1188080"/>
                  </a:lnTo>
                  <a:lnTo>
                    <a:pt x="113328" y="1188080"/>
                  </a:lnTo>
                  <a:lnTo>
                    <a:pt x="115791" y="1188080"/>
                  </a:lnTo>
                  <a:lnTo>
                    <a:pt x="118255" y="1188079"/>
                  </a:lnTo>
                  <a:lnTo>
                    <a:pt x="120719" y="1188077"/>
                  </a:lnTo>
                  <a:lnTo>
                    <a:pt x="123182" y="1188066"/>
                  </a:lnTo>
                  <a:lnTo>
                    <a:pt x="125646" y="1188016"/>
                  </a:lnTo>
                  <a:lnTo>
                    <a:pt x="128110" y="1187832"/>
                  </a:lnTo>
                  <a:lnTo>
                    <a:pt x="130573" y="1187340"/>
                  </a:lnTo>
                  <a:lnTo>
                    <a:pt x="133037" y="1186353"/>
                  </a:lnTo>
                  <a:lnTo>
                    <a:pt x="135501" y="1184899"/>
                  </a:lnTo>
                  <a:lnTo>
                    <a:pt x="137964" y="1183375"/>
                  </a:lnTo>
                  <a:lnTo>
                    <a:pt x="140428" y="1182331"/>
                  </a:lnTo>
                  <a:lnTo>
                    <a:pt x="142892" y="1181963"/>
                  </a:lnTo>
                  <a:lnTo>
                    <a:pt x="145355" y="1181897"/>
                  </a:lnTo>
                  <a:lnTo>
                    <a:pt x="147819" y="1181639"/>
                  </a:lnTo>
                  <a:lnTo>
                    <a:pt x="150283" y="1181221"/>
                  </a:lnTo>
                  <a:lnTo>
                    <a:pt x="152746" y="1181225"/>
                  </a:lnTo>
                  <a:lnTo>
                    <a:pt x="155210" y="1182045"/>
                  </a:lnTo>
                  <a:lnTo>
                    <a:pt x="157674" y="1183316"/>
                  </a:lnTo>
                  <a:lnTo>
                    <a:pt x="160137" y="1184215"/>
                  </a:lnTo>
                  <a:lnTo>
                    <a:pt x="162601" y="1184247"/>
                  </a:lnTo>
                  <a:lnTo>
                    <a:pt x="165065" y="1183567"/>
                  </a:lnTo>
                  <a:lnTo>
                    <a:pt x="167528" y="1182609"/>
                  </a:lnTo>
                  <a:lnTo>
                    <a:pt x="169992" y="1181583"/>
                  </a:lnTo>
                  <a:lnTo>
                    <a:pt x="172456" y="1180459"/>
                  </a:lnTo>
                  <a:lnTo>
                    <a:pt x="174919" y="1179344"/>
                  </a:lnTo>
                  <a:lnTo>
                    <a:pt x="177383" y="1178604"/>
                  </a:lnTo>
                  <a:lnTo>
                    <a:pt x="179847" y="1178472"/>
                  </a:lnTo>
                  <a:lnTo>
                    <a:pt x="182310" y="1178707"/>
                  </a:lnTo>
                  <a:lnTo>
                    <a:pt x="184774" y="1178886"/>
                  </a:lnTo>
                  <a:lnTo>
                    <a:pt x="187237" y="1178938"/>
                  </a:lnTo>
                  <a:lnTo>
                    <a:pt x="189701" y="1179141"/>
                  </a:lnTo>
                  <a:lnTo>
                    <a:pt x="192165" y="1179619"/>
                  </a:lnTo>
                  <a:lnTo>
                    <a:pt x="194628" y="1180134"/>
                  </a:lnTo>
                  <a:lnTo>
                    <a:pt x="197092" y="1180463"/>
                  </a:lnTo>
                  <a:lnTo>
                    <a:pt x="199556" y="1180736"/>
                  </a:lnTo>
                  <a:lnTo>
                    <a:pt x="202019" y="1181206"/>
                  </a:lnTo>
                  <a:lnTo>
                    <a:pt x="204483" y="1181861"/>
                  </a:lnTo>
                  <a:lnTo>
                    <a:pt x="206947" y="1182452"/>
                  </a:lnTo>
                  <a:lnTo>
                    <a:pt x="209410" y="1182801"/>
                  </a:lnTo>
                  <a:lnTo>
                    <a:pt x="211874" y="1182926"/>
                  </a:lnTo>
                  <a:lnTo>
                    <a:pt x="214338" y="1182849"/>
                  </a:lnTo>
                  <a:lnTo>
                    <a:pt x="216801" y="1182422"/>
                  </a:lnTo>
                  <a:lnTo>
                    <a:pt x="219265" y="1181500"/>
                  </a:lnTo>
                  <a:lnTo>
                    <a:pt x="221729" y="1180211"/>
                  </a:lnTo>
                  <a:lnTo>
                    <a:pt x="224192" y="1178827"/>
                  </a:lnTo>
                  <a:lnTo>
                    <a:pt x="226656" y="1177352"/>
                  </a:lnTo>
                  <a:lnTo>
                    <a:pt x="229120" y="1175515"/>
                  </a:lnTo>
                  <a:lnTo>
                    <a:pt x="231583" y="1173045"/>
                  </a:lnTo>
                  <a:lnTo>
                    <a:pt x="234047" y="1169482"/>
                  </a:lnTo>
                  <a:lnTo>
                    <a:pt x="236511" y="1163963"/>
                  </a:lnTo>
                  <a:lnTo>
                    <a:pt x="238974" y="1156110"/>
                  </a:lnTo>
                  <a:lnTo>
                    <a:pt x="241438" y="1147457"/>
                  </a:lnTo>
                  <a:lnTo>
                    <a:pt x="243902" y="1141292"/>
                  </a:lnTo>
                  <a:lnTo>
                    <a:pt x="246365" y="1140328"/>
                  </a:lnTo>
                  <a:lnTo>
                    <a:pt x="248829" y="1144510"/>
                  </a:lnTo>
                  <a:lnTo>
                    <a:pt x="251293" y="1151339"/>
                  </a:lnTo>
                  <a:lnTo>
                    <a:pt x="253756" y="1158157"/>
                  </a:lnTo>
                  <a:lnTo>
                    <a:pt x="256220" y="1163802"/>
                  </a:lnTo>
                  <a:lnTo>
                    <a:pt x="258684" y="1168258"/>
                  </a:lnTo>
                  <a:lnTo>
                    <a:pt x="261147" y="1171223"/>
                  </a:lnTo>
                  <a:lnTo>
                    <a:pt x="263611" y="1171232"/>
                  </a:lnTo>
                  <a:lnTo>
                    <a:pt x="266075" y="1166196"/>
                  </a:lnTo>
                  <a:lnTo>
                    <a:pt x="268538" y="1155075"/>
                  </a:lnTo>
                  <a:lnTo>
                    <a:pt x="271002" y="1139505"/>
                  </a:lnTo>
                  <a:lnTo>
                    <a:pt x="273465" y="1123855"/>
                  </a:lnTo>
                  <a:lnTo>
                    <a:pt x="275929" y="1113071"/>
                  </a:lnTo>
                  <a:lnTo>
                    <a:pt x="278393" y="1109565"/>
                  </a:lnTo>
                  <a:lnTo>
                    <a:pt x="280856" y="1111624"/>
                  </a:lnTo>
                  <a:lnTo>
                    <a:pt x="283320" y="1114687"/>
                  </a:lnTo>
                  <a:lnTo>
                    <a:pt x="285784" y="1114479"/>
                  </a:lnTo>
                  <a:lnTo>
                    <a:pt x="288247" y="1109768"/>
                  </a:lnTo>
                  <a:lnTo>
                    <a:pt x="290711" y="1102490"/>
                  </a:lnTo>
                  <a:lnTo>
                    <a:pt x="293175" y="1094815"/>
                  </a:lnTo>
                  <a:lnTo>
                    <a:pt x="295638" y="1086404"/>
                  </a:lnTo>
                  <a:lnTo>
                    <a:pt x="298102" y="1075699"/>
                  </a:lnTo>
                  <a:lnTo>
                    <a:pt x="300566" y="1062164"/>
                  </a:lnTo>
                  <a:lnTo>
                    <a:pt x="303029" y="1044506"/>
                  </a:lnTo>
                  <a:lnTo>
                    <a:pt x="305493" y="1017431"/>
                  </a:lnTo>
                  <a:lnTo>
                    <a:pt x="307957" y="972725"/>
                  </a:lnTo>
                  <a:lnTo>
                    <a:pt x="310420" y="902513"/>
                  </a:lnTo>
                  <a:lnTo>
                    <a:pt x="312884" y="798056"/>
                  </a:lnTo>
                  <a:lnTo>
                    <a:pt x="315348" y="647955"/>
                  </a:lnTo>
                  <a:lnTo>
                    <a:pt x="317811" y="447540"/>
                  </a:lnTo>
                  <a:lnTo>
                    <a:pt x="320275" y="221463"/>
                  </a:lnTo>
                  <a:lnTo>
                    <a:pt x="322739" y="40774"/>
                  </a:lnTo>
                  <a:lnTo>
                    <a:pt x="325202" y="0"/>
                  </a:lnTo>
                  <a:lnTo>
                    <a:pt x="327666" y="147956"/>
                  </a:lnTo>
                  <a:lnTo>
                    <a:pt x="330130" y="434955"/>
                  </a:lnTo>
                  <a:lnTo>
                    <a:pt x="332593" y="743941"/>
                  </a:lnTo>
                  <a:lnTo>
                    <a:pt x="335057" y="977221"/>
                  </a:lnTo>
                  <a:lnTo>
                    <a:pt x="337521" y="1108257"/>
                  </a:lnTo>
                  <a:lnTo>
                    <a:pt x="339984" y="1164184"/>
                  </a:lnTo>
                  <a:lnTo>
                    <a:pt x="342448" y="1182464"/>
                  </a:lnTo>
                  <a:lnTo>
                    <a:pt x="344912" y="1187050"/>
                  </a:lnTo>
                  <a:lnTo>
                    <a:pt x="347375" y="1187933"/>
                  </a:lnTo>
                  <a:lnTo>
                    <a:pt x="349839" y="1188064"/>
                  </a:lnTo>
                  <a:lnTo>
                    <a:pt x="352303" y="1188078"/>
                  </a:lnTo>
                  <a:lnTo>
                    <a:pt x="354766" y="1188080"/>
                  </a:lnTo>
                  <a:lnTo>
                    <a:pt x="357230" y="1188080"/>
                  </a:lnTo>
                  <a:lnTo>
                    <a:pt x="359694" y="1188080"/>
                  </a:lnTo>
                  <a:lnTo>
                    <a:pt x="362157" y="1188080"/>
                  </a:lnTo>
                  <a:lnTo>
                    <a:pt x="364621" y="1188080"/>
                  </a:lnTo>
                  <a:lnTo>
                    <a:pt x="367084" y="1188080"/>
                  </a:lnTo>
                  <a:lnTo>
                    <a:pt x="369548" y="1188080"/>
                  </a:lnTo>
                  <a:lnTo>
                    <a:pt x="372012" y="1188080"/>
                  </a:lnTo>
                  <a:lnTo>
                    <a:pt x="374475" y="1188080"/>
                  </a:lnTo>
                  <a:lnTo>
                    <a:pt x="376939" y="1188080"/>
                  </a:lnTo>
                  <a:lnTo>
                    <a:pt x="379403" y="1188080"/>
                  </a:lnTo>
                  <a:lnTo>
                    <a:pt x="381866" y="1188080"/>
                  </a:lnTo>
                  <a:lnTo>
                    <a:pt x="384330" y="1188080"/>
                  </a:lnTo>
                  <a:lnTo>
                    <a:pt x="386794" y="1188080"/>
                  </a:lnTo>
                  <a:lnTo>
                    <a:pt x="389257" y="1188080"/>
                  </a:lnTo>
                  <a:lnTo>
                    <a:pt x="391721" y="1188080"/>
                  </a:lnTo>
                  <a:lnTo>
                    <a:pt x="394185" y="1188080"/>
                  </a:lnTo>
                  <a:lnTo>
                    <a:pt x="396648" y="1188080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909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80"/>
                  </a:lnTo>
                  <a:lnTo>
                    <a:pt x="81300" y="1188080"/>
                  </a:lnTo>
                  <a:lnTo>
                    <a:pt x="83764" y="1188080"/>
                  </a:lnTo>
                  <a:lnTo>
                    <a:pt x="86228" y="1188080"/>
                  </a:lnTo>
                  <a:lnTo>
                    <a:pt x="88691" y="1188080"/>
                  </a:lnTo>
                  <a:lnTo>
                    <a:pt x="91155" y="1188080"/>
                  </a:lnTo>
                  <a:lnTo>
                    <a:pt x="93618" y="1188080"/>
                  </a:lnTo>
                  <a:lnTo>
                    <a:pt x="96082" y="1188080"/>
                  </a:lnTo>
                  <a:lnTo>
                    <a:pt x="98546" y="1188080"/>
                  </a:lnTo>
                  <a:lnTo>
                    <a:pt x="101009" y="1188080"/>
                  </a:lnTo>
                  <a:lnTo>
                    <a:pt x="103473" y="1188080"/>
                  </a:lnTo>
                  <a:lnTo>
                    <a:pt x="105937" y="1188080"/>
                  </a:lnTo>
                  <a:lnTo>
                    <a:pt x="108400" y="1188080"/>
                  </a:lnTo>
                  <a:lnTo>
                    <a:pt x="110864" y="1188080"/>
                  </a:lnTo>
                  <a:lnTo>
                    <a:pt x="113328" y="1188080"/>
                  </a:lnTo>
                  <a:lnTo>
                    <a:pt x="115791" y="1188080"/>
                  </a:lnTo>
                  <a:lnTo>
                    <a:pt x="118255" y="1188079"/>
                  </a:lnTo>
                  <a:lnTo>
                    <a:pt x="120719" y="1188077"/>
                  </a:lnTo>
                  <a:lnTo>
                    <a:pt x="123182" y="1188066"/>
                  </a:lnTo>
                  <a:lnTo>
                    <a:pt x="125646" y="1188016"/>
                  </a:lnTo>
                  <a:lnTo>
                    <a:pt x="128110" y="1187832"/>
                  </a:lnTo>
                  <a:lnTo>
                    <a:pt x="130573" y="1187340"/>
                  </a:lnTo>
                  <a:lnTo>
                    <a:pt x="133037" y="1186353"/>
                  </a:lnTo>
                  <a:lnTo>
                    <a:pt x="135501" y="1184899"/>
                  </a:lnTo>
                  <a:lnTo>
                    <a:pt x="137964" y="1183375"/>
                  </a:lnTo>
                  <a:lnTo>
                    <a:pt x="140428" y="1182331"/>
                  </a:lnTo>
                  <a:lnTo>
                    <a:pt x="142892" y="1181963"/>
                  </a:lnTo>
                  <a:lnTo>
                    <a:pt x="145355" y="1181897"/>
                  </a:lnTo>
                  <a:lnTo>
                    <a:pt x="147819" y="1181639"/>
                  </a:lnTo>
                  <a:lnTo>
                    <a:pt x="150283" y="1181221"/>
                  </a:lnTo>
                  <a:lnTo>
                    <a:pt x="152746" y="1181225"/>
                  </a:lnTo>
                  <a:lnTo>
                    <a:pt x="155210" y="1182045"/>
                  </a:lnTo>
                  <a:lnTo>
                    <a:pt x="157674" y="1183316"/>
                  </a:lnTo>
                  <a:lnTo>
                    <a:pt x="160137" y="1184215"/>
                  </a:lnTo>
                  <a:lnTo>
                    <a:pt x="162601" y="1184247"/>
                  </a:lnTo>
                  <a:lnTo>
                    <a:pt x="165065" y="1183567"/>
                  </a:lnTo>
                  <a:lnTo>
                    <a:pt x="167528" y="1182609"/>
                  </a:lnTo>
                  <a:lnTo>
                    <a:pt x="169992" y="1181583"/>
                  </a:lnTo>
                  <a:lnTo>
                    <a:pt x="172456" y="1180459"/>
                  </a:lnTo>
                  <a:lnTo>
                    <a:pt x="174919" y="1179344"/>
                  </a:lnTo>
                  <a:lnTo>
                    <a:pt x="177383" y="1178604"/>
                  </a:lnTo>
                  <a:lnTo>
                    <a:pt x="179847" y="1178472"/>
                  </a:lnTo>
                  <a:lnTo>
                    <a:pt x="182310" y="1178707"/>
                  </a:lnTo>
                  <a:lnTo>
                    <a:pt x="184774" y="1178886"/>
                  </a:lnTo>
                  <a:lnTo>
                    <a:pt x="187237" y="1178938"/>
                  </a:lnTo>
                  <a:lnTo>
                    <a:pt x="189701" y="1179141"/>
                  </a:lnTo>
                  <a:lnTo>
                    <a:pt x="192165" y="1179619"/>
                  </a:lnTo>
                  <a:lnTo>
                    <a:pt x="194628" y="1180134"/>
                  </a:lnTo>
                  <a:lnTo>
                    <a:pt x="197092" y="1180463"/>
                  </a:lnTo>
                  <a:lnTo>
                    <a:pt x="199556" y="1180736"/>
                  </a:lnTo>
                  <a:lnTo>
                    <a:pt x="202019" y="1181206"/>
                  </a:lnTo>
                  <a:lnTo>
                    <a:pt x="204483" y="1181861"/>
                  </a:lnTo>
                  <a:lnTo>
                    <a:pt x="206947" y="1182452"/>
                  </a:lnTo>
                  <a:lnTo>
                    <a:pt x="209410" y="1182801"/>
                  </a:lnTo>
                  <a:lnTo>
                    <a:pt x="211874" y="1182926"/>
                  </a:lnTo>
                  <a:lnTo>
                    <a:pt x="214338" y="1182849"/>
                  </a:lnTo>
                  <a:lnTo>
                    <a:pt x="216801" y="1182422"/>
                  </a:lnTo>
                  <a:lnTo>
                    <a:pt x="219265" y="1181500"/>
                  </a:lnTo>
                  <a:lnTo>
                    <a:pt x="221729" y="1180211"/>
                  </a:lnTo>
                  <a:lnTo>
                    <a:pt x="224192" y="1178827"/>
                  </a:lnTo>
                  <a:lnTo>
                    <a:pt x="226656" y="1177352"/>
                  </a:lnTo>
                  <a:lnTo>
                    <a:pt x="229120" y="1175515"/>
                  </a:lnTo>
                  <a:lnTo>
                    <a:pt x="231583" y="1173045"/>
                  </a:lnTo>
                  <a:lnTo>
                    <a:pt x="234047" y="1169482"/>
                  </a:lnTo>
                  <a:lnTo>
                    <a:pt x="236511" y="1163963"/>
                  </a:lnTo>
                  <a:lnTo>
                    <a:pt x="238974" y="1156110"/>
                  </a:lnTo>
                  <a:lnTo>
                    <a:pt x="241438" y="1147457"/>
                  </a:lnTo>
                  <a:lnTo>
                    <a:pt x="243902" y="1141292"/>
                  </a:lnTo>
                  <a:lnTo>
                    <a:pt x="246365" y="1140328"/>
                  </a:lnTo>
                  <a:lnTo>
                    <a:pt x="248829" y="1144510"/>
                  </a:lnTo>
                  <a:lnTo>
                    <a:pt x="251293" y="1151339"/>
                  </a:lnTo>
                  <a:lnTo>
                    <a:pt x="253756" y="1158157"/>
                  </a:lnTo>
                  <a:lnTo>
                    <a:pt x="256220" y="1163802"/>
                  </a:lnTo>
                  <a:lnTo>
                    <a:pt x="258684" y="1168258"/>
                  </a:lnTo>
                  <a:lnTo>
                    <a:pt x="261147" y="1171223"/>
                  </a:lnTo>
                  <a:lnTo>
                    <a:pt x="263611" y="1171232"/>
                  </a:lnTo>
                  <a:lnTo>
                    <a:pt x="266075" y="1166196"/>
                  </a:lnTo>
                  <a:lnTo>
                    <a:pt x="268538" y="1155075"/>
                  </a:lnTo>
                  <a:lnTo>
                    <a:pt x="271002" y="1139505"/>
                  </a:lnTo>
                  <a:lnTo>
                    <a:pt x="273465" y="1123855"/>
                  </a:lnTo>
                  <a:lnTo>
                    <a:pt x="275929" y="1113071"/>
                  </a:lnTo>
                  <a:lnTo>
                    <a:pt x="278393" y="1109565"/>
                  </a:lnTo>
                  <a:lnTo>
                    <a:pt x="280856" y="1111624"/>
                  </a:lnTo>
                  <a:lnTo>
                    <a:pt x="283320" y="1114687"/>
                  </a:lnTo>
                  <a:lnTo>
                    <a:pt x="285784" y="1114479"/>
                  </a:lnTo>
                  <a:lnTo>
                    <a:pt x="288247" y="1109768"/>
                  </a:lnTo>
                  <a:lnTo>
                    <a:pt x="290711" y="1102490"/>
                  </a:lnTo>
                  <a:lnTo>
                    <a:pt x="293175" y="1094815"/>
                  </a:lnTo>
                  <a:lnTo>
                    <a:pt x="295638" y="1086404"/>
                  </a:lnTo>
                  <a:lnTo>
                    <a:pt x="298102" y="1075699"/>
                  </a:lnTo>
                  <a:lnTo>
                    <a:pt x="300566" y="1062164"/>
                  </a:lnTo>
                  <a:lnTo>
                    <a:pt x="303029" y="1044506"/>
                  </a:lnTo>
                  <a:lnTo>
                    <a:pt x="305493" y="1017431"/>
                  </a:lnTo>
                  <a:lnTo>
                    <a:pt x="307957" y="972725"/>
                  </a:lnTo>
                  <a:lnTo>
                    <a:pt x="310420" y="902513"/>
                  </a:lnTo>
                  <a:lnTo>
                    <a:pt x="312884" y="798056"/>
                  </a:lnTo>
                  <a:lnTo>
                    <a:pt x="315348" y="647955"/>
                  </a:lnTo>
                  <a:lnTo>
                    <a:pt x="317811" y="447540"/>
                  </a:lnTo>
                  <a:lnTo>
                    <a:pt x="320275" y="221463"/>
                  </a:lnTo>
                  <a:lnTo>
                    <a:pt x="322739" y="40774"/>
                  </a:lnTo>
                  <a:lnTo>
                    <a:pt x="325202" y="0"/>
                  </a:lnTo>
                  <a:lnTo>
                    <a:pt x="327666" y="147956"/>
                  </a:lnTo>
                  <a:lnTo>
                    <a:pt x="330130" y="434955"/>
                  </a:lnTo>
                  <a:lnTo>
                    <a:pt x="332593" y="743941"/>
                  </a:lnTo>
                  <a:lnTo>
                    <a:pt x="335057" y="977221"/>
                  </a:lnTo>
                  <a:lnTo>
                    <a:pt x="337521" y="1108257"/>
                  </a:lnTo>
                  <a:lnTo>
                    <a:pt x="339984" y="1164184"/>
                  </a:lnTo>
                  <a:lnTo>
                    <a:pt x="342448" y="1182464"/>
                  </a:lnTo>
                  <a:lnTo>
                    <a:pt x="344912" y="1187050"/>
                  </a:lnTo>
                  <a:lnTo>
                    <a:pt x="347375" y="1187933"/>
                  </a:lnTo>
                  <a:lnTo>
                    <a:pt x="349839" y="1188064"/>
                  </a:lnTo>
                  <a:lnTo>
                    <a:pt x="352303" y="1188078"/>
                  </a:lnTo>
                  <a:lnTo>
                    <a:pt x="354766" y="1188080"/>
                  </a:lnTo>
                  <a:lnTo>
                    <a:pt x="357230" y="1188080"/>
                  </a:lnTo>
                  <a:lnTo>
                    <a:pt x="359694" y="1188080"/>
                  </a:lnTo>
                  <a:lnTo>
                    <a:pt x="362157" y="1188080"/>
                  </a:lnTo>
                  <a:lnTo>
                    <a:pt x="364621" y="1188080"/>
                  </a:lnTo>
                  <a:lnTo>
                    <a:pt x="367084" y="1188080"/>
                  </a:lnTo>
                  <a:lnTo>
                    <a:pt x="369548" y="1188080"/>
                  </a:lnTo>
                  <a:lnTo>
                    <a:pt x="372012" y="1188080"/>
                  </a:lnTo>
                  <a:lnTo>
                    <a:pt x="374475" y="1188080"/>
                  </a:lnTo>
                  <a:lnTo>
                    <a:pt x="376939" y="1188080"/>
                  </a:lnTo>
                  <a:lnTo>
                    <a:pt x="379403" y="1188080"/>
                  </a:lnTo>
                  <a:lnTo>
                    <a:pt x="381866" y="1188080"/>
                  </a:lnTo>
                  <a:lnTo>
                    <a:pt x="384330" y="1188080"/>
                  </a:lnTo>
                  <a:lnTo>
                    <a:pt x="386794" y="1188080"/>
                  </a:lnTo>
                  <a:lnTo>
                    <a:pt x="389257" y="1188080"/>
                  </a:lnTo>
                  <a:lnTo>
                    <a:pt x="391721" y="1188080"/>
                  </a:lnTo>
                  <a:lnTo>
                    <a:pt x="394185" y="1188080"/>
                  </a:lnTo>
                  <a:lnTo>
                    <a:pt x="396648" y="1188080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909616" y="3577526"/>
              <a:ext cx="1258929" cy="562316"/>
            </a:xfrm>
            <a:custGeom>
              <a:avLst/>
              <a:pathLst>
                <a:path w="1258929" h="562316">
                  <a:moveTo>
                    <a:pt x="0" y="562316"/>
                  </a:moveTo>
                  <a:lnTo>
                    <a:pt x="2463" y="562316"/>
                  </a:lnTo>
                  <a:lnTo>
                    <a:pt x="4927" y="562316"/>
                  </a:lnTo>
                  <a:lnTo>
                    <a:pt x="7390" y="562316"/>
                  </a:lnTo>
                  <a:lnTo>
                    <a:pt x="9854" y="562316"/>
                  </a:lnTo>
                  <a:lnTo>
                    <a:pt x="12318" y="562316"/>
                  </a:lnTo>
                  <a:lnTo>
                    <a:pt x="14781" y="562316"/>
                  </a:lnTo>
                  <a:lnTo>
                    <a:pt x="17245" y="562316"/>
                  </a:lnTo>
                  <a:lnTo>
                    <a:pt x="19709" y="562316"/>
                  </a:lnTo>
                  <a:lnTo>
                    <a:pt x="22172" y="562316"/>
                  </a:lnTo>
                  <a:lnTo>
                    <a:pt x="24636" y="562316"/>
                  </a:lnTo>
                  <a:lnTo>
                    <a:pt x="27100" y="562316"/>
                  </a:lnTo>
                  <a:lnTo>
                    <a:pt x="29563" y="562316"/>
                  </a:lnTo>
                  <a:lnTo>
                    <a:pt x="32027" y="562316"/>
                  </a:lnTo>
                  <a:lnTo>
                    <a:pt x="34491" y="562316"/>
                  </a:lnTo>
                  <a:lnTo>
                    <a:pt x="36954" y="562316"/>
                  </a:lnTo>
                  <a:lnTo>
                    <a:pt x="39418" y="562316"/>
                  </a:lnTo>
                  <a:lnTo>
                    <a:pt x="41882" y="562316"/>
                  </a:lnTo>
                  <a:lnTo>
                    <a:pt x="44345" y="562316"/>
                  </a:lnTo>
                  <a:lnTo>
                    <a:pt x="46809" y="562316"/>
                  </a:lnTo>
                  <a:lnTo>
                    <a:pt x="49273" y="562316"/>
                  </a:lnTo>
                  <a:lnTo>
                    <a:pt x="51736" y="562316"/>
                  </a:lnTo>
                  <a:lnTo>
                    <a:pt x="54200" y="562316"/>
                  </a:lnTo>
                  <a:lnTo>
                    <a:pt x="56664" y="562316"/>
                  </a:lnTo>
                  <a:lnTo>
                    <a:pt x="59127" y="562316"/>
                  </a:lnTo>
                  <a:lnTo>
                    <a:pt x="61591" y="562316"/>
                  </a:lnTo>
                  <a:lnTo>
                    <a:pt x="64055" y="562316"/>
                  </a:lnTo>
                  <a:lnTo>
                    <a:pt x="66518" y="562316"/>
                  </a:lnTo>
                  <a:lnTo>
                    <a:pt x="68982" y="562316"/>
                  </a:lnTo>
                  <a:lnTo>
                    <a:pt x="71446" y="562316"/>
                  </a:lnTo>
                  <a:lnTo>
                    <a:pt x="73909" y="562316"/>
                  </a:lnTo>
                  <a:lnTo>
                    <a:pt x="76373" y="562316"/>
                  </a:lnTo>
                  <a:lnTo>
                    <a:pt x="78837" y="562316"/>
                  </a:lnTo>
                  <a:lnTo>
                    <a:pt x="81300" y="562316"/>
                  </a:lnTo>
                  <a:lnTo>
                    <a:pt x="83764" y="562316"/>
                  </a:lnTo>
                  <a:lnTo>
                    <a:pt x="86228" y="562316"/>
                  </a:lnTo>
                  <a:lnTo>
                    <a:pt x="88691" y="562316"/>
                  </a:lnTo>
                  <a:lnTo>
                    <a:pt x="91155" y="562316"/>
                  </a:lnTo>
                  <a:lnTo>
                    <a:pt x="93618" y="562316"/>
                  </a:lnTo>
                  <a:lnTo>
                    <a:pt x="96082" y="562316"/>
                  </a:lnTo>
                  <a:lnTo>
                    <a:pt x="98546" y="562316"/>
                  </a:lnTo>
                  <a:lnTo>
                    <a:pt x="101009" y="562316"/>
                  </a:lnTo>
                  <a:lnTo>
                    <a:pt x="103473" y="562316"/>
                  </a:lnTo>
                  <a:lnTo>
                    <a:pt x="105937" y="562315"/>
                  </a:lnTo>
                  <a:lnTo>
                    <a:pt x="108400" y="562315"/>
                  </a:lnTo>
                  <a:lnTo>
                    <a:pt x="110864" y="562313"/>
                  </a:lnTo>
                  <a:lnTo>
                    <a:pt x="113328" y="562309"/>
                  </a:lnTo>
                  <a:lnTo>
                    <a:pt x="115791" y="562298"/>
                  </a:lnTo>
                  <a:lnTo>
                    <a:pt x="118255" y="562277"/>
                  </a:lnTo>
                  <a:lnTo>
                    <a:pt x="120719" y="562236"/>
                  </a:lnTo>
                  <a:lnTo>
                    <a:pt x="123182" y="562165"/>
                  </a:lnTo>
                  <a:lnTo>
                    <a:pt x="125646" y="562053"/>
                  </a:lnTo>
                  <a:lnTo>
                    <a:pt x="128110" y="561893"/>
                  </a:lnTo>
                  <a:lnTo>
                    <a:pt x="130573" y="561689"/>
                  </a:lnTo>
                  <a:lnTo>
                    <a:pt x="133037" y="561452"/>
                  </a:lnTo>
                  <a:lnTo>
                    <a:pt x="135501" y="561209"/>
                  </a:lnTo>
                  <a:lnTo>
                    <a:pt x="137964" y="560985"/>
                  </a:lnTo>
                  <a:lnTo>
                    <a:pt x="140428" y="560800"/>
                  </a:lnTo>
                  <a:lnTo>
                    <a:pt x="142892" y="560655"/>
                  </a:lnTo>
                  <a:lnTo>
                    <a:pt x="145355" y="560526"/>
                  </a:lnTo>
                  <a:lnTo>
                    <a:pt x="147819" y="560383"/>
                  </a:lnTo>
                  <a:lnTo>
                    <a:pt x="150283" y="560200"/>
                  </a:lnTo>
                  <a:lnTo>
                    <a:pt x="152746" y="559971"/>
                  </a:lnTo>
                  <a:lnTo>
                    <a:pt x="155210" y="559710"/>
                  </a:lnTo>
                  <a:lnTo>
                    <a:pt x="157674" y="559447"/>
                  </a:lnTo>
                  <a:lnTo>
                    <a:pt x="160137" y="559219"/>
                  </a:lnTo>
                  <a:lnTo>
                    <a:pt x="162601" y="559056"/>
                  </a:lnTo>
                  <a:lnTo>
                    <a:pt x="165065" y="558970"/>
                  </a:lnTo>
                  <a:lnTo>
                    <a:pt x="167528" y="558948"/>
                  </a:lnTo>
                  <a:lnTo>
                    <a:pt x="169992" y="558955"/>
                  </a:lnTo>
                  <a:lnTo>
                    <a:pt x="172456" y="558951"/>
                  </a:lnTo>
                  <a:lnTo>
                    <a:pt x="174919" y="558901"/>
                  </a:lnTo>
                  <a:lnTo>
                    <a:pt x="177383" y="558795"/>
                  </a:lnTo>
                  <a:lnTo>
                    <a:pt x="179847" y="558645"/>
                  </a:lnTo>
                  <a:lnTo>
                    <a:pt x="182310" y="558478"/>
                  </a:lnTo>
                  <a:lnTo>
                    <a:pt x="184774" y="558312"/>
                  </a:lnTo>
                  <a:lnTo>
                    <a:pt x="187237" y="558146"/>
                  </a:lnTo>
                  <a:lnTo>
                    <a:pt x="189701" y="557952"/>
                  </a:lnTo>
                  <a:lnTo>
                    <a:pt x="192165" y="557684"/>
                  </a:lnTo>
                  <a:lnTo>
                    <a:pt x="194628" y="557316"/>
                  </a:lnTo>
                  <a:lnTo>
                    <a:pt x="197092" y="556861"/>
                  </a:lnTo>
                  <a:lnTo>
                    <a:pt x="199556" y="556367"/>
                  </a:lnTo>
                  <a:lnTo>
                    <a:pt x="202019" y="555910"/>
                  </a:lnTo>
                  <a:lnTo>
                    <a:pt x="204483" y="555556"/>
                  </a:lnTo>
                  <a:lnTo>
                    <a:pt x="206947" y="555335"/>
                  </a:lnTo>
                  <a:lnTo>
                    <a:pt x="209410" y="555223"/>
                  </a:lnTo>
                  <a:lnTo>
                    <a:pt x="211874" y="555162"/>
                  </a:lnTo>
                  <a:lnTo>
                    <a:pt x="214338" y="555082"/>
                  </a:lnTo>
                  <a:lnTo>
                    <a:pt x="216801" y="554942"/>
                  </a:lnTo>
                  <a:lnTo>
                    <a:pt x="219265" y="554741"/>
                  </a:lnTo>
                  <a:lnTo>
                    <a:pt x="221729" y="554524"/>
                  </a:lnTo>
                  <a:lnTo>
                    <a:pt x="224192" y="554360"/>
                  </a:lnTo>
                  <a:lnTo>
                    <a:pt x="226656" y="554319"/>
                  </a:lnTo>
                  <a:lnTo>
                    <a:pt x="229120" y="554457"/>
                  </a:lnTo>
                  <a:lnTo>
                    <a:pt x="231583" y="554805"/>
                  </a:lnTo>
                  <a:lnTo>
                    <a:pt x="234047" y="555370"/>
                  </a:lnTo>
                  <a:lnTo>
                    <a:pt x="236511" y="556132"/>
                  </a:lnTo>
                  <a:lnTo>
                    <a:pt x="238974" y="557041"/>
                  </a:lnTo>
                  <a:lnTo>
                    <a:pt x="241438" y="558015"/>
                  </a:lnTo>
                  <a:lnTo>
                    <a:pt x="243902" y="558949"/>
                  </a:lnTo>
                  <a:lnTo>
                    <a:pt x="246365" y="559751"/>
                  </a:lnTo>
                  <a:lnTo>
                    <a:pt x="248829" y="560355"/>
                  </a:lnTo>
                  <a:lnTo>
                    <a:pt x="251293" y="560730"/>
                  </a:lnTo>
                  <a:lnTo>
                    <a:pt x="253756" y="560888"/>
                  </a:lnTo>
                  <a:lnTo>
                    <a:pt x="256220" y="560864"/>
                  </a:lnTo>
                  <a:lnTo>
                    <a:pt x="258684" y="560705"/>
                  </a:lnTo>
                  <a:lnTo>
                    <a:pt x="261147" y="560447"/>
                  </a:lnTo>
                  <a:lnTo>
                    <a:pt x="263611" y="560102"/>
                  </a:lnTo>
                  <a:lnTo>
                    <a:pt x="266075" y="559655"/>
                  </a:lnTo>
                  <a:lnTo>
                    <a:pt x="268538" y="559078"/>
                  </a:lnTo>
                  <a:lnTo>
                    <a:pt x="271002" y="558336"/>
                  </a:lnTo>
                  <a:lnTo>
                    <a:pt x="273465" y="557406"/>
                  </a:lnTo>
                  <a:lnTo>
                    <a:pt x="275929" y="556282"/>
                  </a:lnTo>
                  <a:lnTo>
                    <a:pt x="278393" y="554974"/>
                  </a:lnTo>
                  <a:lnTo>
                    <a:pt x="280856" y="553501"/>
                  </a:lnTo>
                  <a:lnTo>
                    <a:pt x="283320" y="551892"/>
                  </a:lnTo>
                  <a:lnTo>
                    <a:pt x="285784" y="550176"/>
                  </a:lnTo>
                  <a:lnTo>
                    <a:pt x="288247" y="548378"/>
                  </a:lnTo>
                  <a:lnTo>
                    <a:pt x="290711" y="546511"/>
                  </a:lnTo>
                  <a:lnTo>
                    <a:pt x="293175" y="544572"/>
                  </a:lnTo>
                  <a:lnTo>
                    <a:pt x="295638" y="542555"/>
                  </a:lnTo>
                  <a:lnTo>
                    <a:pt x="298102" y="540482"/>
                  </a:lnTo>
                  <a:lnTo>
                    <a:pt x="300566" y="538443"/>
                  </a:lnTo>
                  <a:lnTo>
                    <a:pt x="303029" y="536608"/>
                  </a:lnTo>
                  <a:lnTo>
                    <a:pt x="305493" y="535206"/>
                  </a:lnTo>
                  <a:lnTo>
                    <a:pt x="307957" y="534472"/>
                  </a:lnTo>
                  <a:lnTo>
                    <a:pt x="310420" y="534572"/>
                  </a:lnTo>
                  <a:lnTo>
                    <a:pt x="312884" y="535545"/>
                  </a:lnTo>
                  <a:lnTo>
                    <a:pt x="315348" y="537277"/>
                  </a:lnTo>
                  <a:lnTo>
                    <a:pt x="317811" y="539514"/>
                  </a:lnTo>
                  <a:lnTo>
                    <a:pt x="320275" y="541911"/>
                  </a:lnTo>
                  <a:lnTo>
                    <a:pt x="322739" y="544092"/>
                  </a:lnTo>
                  <a:lnTo>
                    <a:pt x="325202" y="545703"/>
                  </a:lnTo>
                  <a:lnTo>
                    <a:pt x="327666" y="546455"/>
                  </a:lnTo>
                  <a:lnTo>
                    <a:pt x="330130" y="546153"/>
                  </a:lnTo>
                  <a:lnTo>
                    <a:pt x="332593" y="544715"/>
                  </a:lnTo>
                  <a:lnTo>
                    <a:pt x="335057" y="542178"/>
                  </a:lnTo>
                  <a:lnTo>
                    <a:pt x="337521" y="538683"/>
                  </a:lnTo>
                  <a:lnTo>
                    <a:pt x="339984" y="534524"/>
                  </a:lnTo>
                  <a:lnTo>
                    <a:pt x="342448" y="530066"/>
                  </a:lnTo>
                  <a:lnTo>
                    <a:pt x="344912" y="525645"/>
                  </a:lnTo>
                  <a:lnTo>
                    <a:pt x="347375" y="521518"/>
                  </a:lnTo>
                  <a:lnTo>
                    <a:pt x="349839" y="517800"/>
                  </a:lnTo>
                  <a:lnTo>
                    <a:pt x="352303" y="514438"/>
                  </a:lnTo>
                  <a:lnTo>
                    <a:pt x="354766" y="511239"/>
                  </a:lnTo>
                  <a:lnTo>
                    <a:pt x="357230" y="507972"/>
                  </a:lnTo>
                  <a:lnTo>
                    <a:pt x="359694" y="504477"/>
                  </a:lnTo>
                  <a:lnTo>
                    <a:pt x="362157" y="500756"/>
                  </a:lnTo>
                  <a:lnTo>
                    <a:pt x="364621" y="496972"/>
                  </a:lnTo>
                  <a:lnTo>
                    <a:pt x="367084" y="493361"/>
                  </a:lnTo>
                  <a:lnTo>
                    <a:pt x="369548" y="490098"/>
                  </a:lnTo>
                  <a:lnTo>
                    <a:pt x="372012" y="487160"/>
                  </a:lnTo>
                  <a:lnTo>
                    <a:pt x="374475" y="484256"/>
                  </a:lnTo>
                  <a:lnTo>
                    <a:pt x="376939" y="480831"/>
                  </a:lnTo>
                  <a:lnTo>
                    <a:pt x="379403" y="476123"/>
                  </a:lnTo>
                  <a:lnTo>
                    <a:pt x="381866" y="469242"/>
                  </a:lnTo>
                  <a:lnTo>
                    <a:pt x="384330" y="459235"/>
                  </a:lnTo>
                  <a:lnTo>
                    <a:pt x="386794" y="444974"/>
                  </a:lnTo>
                  <a:lnTo>
                    <a:pt x="389257" y="425610"/>
                  </a:lnTo>
                  <a:lnTo>
                    <a:pt x="391721" y="400561"/>
                  </a:lnTo>
                  <a:lnTo>
                    <a:pt x="394185" y="369415"/>
                  </a:lnTo>
                  <a:lnTo>
                    <a:pt x="396648" y="332087"/>
                  </a:lnTo>
                  <a:lnTo>
                    <a:pt x="399112" y="288941"/>
                  </a:lnTo>
                  <a:lnTo>
                    <a:pt x="401576" y="240961"/>
                  </a:lnTo>
                  <a:lnTo>
                    <a:pt x="404039" y="189932"/>
                  </a:lnTo>
                  <a:lnTo>
                    <a:pt x="406503" y="138529"/>
                  </a:lnTo>
                  <a:lnTo>
                    <a:pt x="408967" y="90198"/>
                  </a:lnTo>
                  <a:lnTo>
                    <a:pt x="411430" y="48799"/>
                  </a:lnTo>
                  <a:lnTo>
                    <a:pt x="413894" y="18082"/>
                  </a:lnTo>
                  <a:lnTo>
                    <a:pt x="416358" y="1143"/>
                  </a:lnTo>
                  <a:lnTo>
                    <a:pt x="418821" y="0"/>
                  </a:lnTo>
                  <a:lnTo>
                    <a:pt x="421285" y="15346"/>
                  </a:lnTo>
                  <a:lnTo>
                    <a:pt x="423749" y="46468"/>
                  </a:lnTo>
                  <a:lnTo>
                    <a:pt x="426212" y="91279"/>
                  </a:lnTo>
                  <a:lnTo>
                    <a:pt x="428676" y="146488"/>
                  </a:lnTo>
                  <a:lnTo>
                    <a:pt x="431140" y="207937"/>
                  </a:lnTo>
                  <a:lnTo>
                    <a:pt x="433603" y="271130"/>
                  </a:lnTo>
                  <a:lnTo>
                    <a:pt x="436067" y="331589"/>
                  </a:lnTo>
                  <a:lnTo>
                    <a:pt x="438531" y="385987"/>
                  </a:lnTo>
                  <a:lnTo>
                    <a:pt x="440994" y="432443"/>
                  </a:lnTo>
                  <a:lnTo>
                    <a:pt x="443458" y="470231"/>
                  </a:lnTo>
                  <a:lnTo>
                    <a:pt x="445922" y="499576"/>
                  </a:lnTo>
                  <a:lnTo>
                    <a:pt x="448385" y="521342"/>
                  </a:lnTo>
                  <a:lnTo>
                    <a:pt x="450849" y="536747"/>
                  </a:lnTo>
                  <a:lnTo>
                    <a:pt x="453312" y="547125"/>
                  </a:lnTo>
                  <a:lnTo>
                    <a:pt x="455776" y="553757"/>
                  </a:lnTo>
                  <a:lnTo>
                    <a:pt x="458240" y="557761"/>
                  </a:lnTo>
                  <a:lnTo>
                    <a:pt x="460703" y="560035"/>
                  </a:lnTo>
                  <a:lnTo>
                    <a:pt x="463167" y="561246"/>
                  </a:lnTo>
                  <a:lnTo>
                    <a:pt x="465631" y="561847"/>
                  </a:lnTo>
                  <a:lnTo>
                    <a:pt x="468094" y="562125"/>
                  </a:lnTo>
                  <a:lnTo>
                    <a:pt x="470558" y="562243"/>
                  </a:lnTo>
                  <a:lnTo>
                    <a:pt x="473022" y="562290"/>
                  </a:lnTo>
                  <a:lnTo>
                    <a:pt x="475485" y="562307"/>
                  </a:lnTo>
                  <a:lnTo>
                    <a:pt x="477949" y="562313"/>
                  </a:lnTo>
                  <a:lnTo>
                    <a:pt x="480413" y="562315"/>
                  </a:lnTo>
                  <a:lnTo>
                    <a:pt x="482876" y="562315"/>
                  </a:lnTo>
                  <a:lnTo>
                    <a:pt x="485340" y="562316"/>
                  </a:lnTo>
                  <a:lnTo>
                    <a:pt x="487804" y="562316"/>
                  </a:lnTo>
                  <a:lnTo>
                    <a:pt x="490267" y="562316"/>
                  </a:lnTo>
                  <a:lnTo>
                    <a:pt x="492731" y="562316"/>
                  </a:lnTo>
                  <a:lnTo>
                    <a:pt x="495195" y="562316"/>
                  </a:lnTo>
                  <a:lnTo>
                    <a:pt x="497658" y="562316"/>
                  </a:lnTo>
                  <a:lnTo>
                    <a:pt x="500122" y="562316"/>
                  </a:lnTo>
                  <a:lnTo>
                    <a:pt x="502586" y="562316"/>
                  </a:lnTo>
                  <a:lnTo>
                    <a:pt x="505049" y="562316"/>
                  </a:lnTo>
                  <a:lnTo>
                    <a:pt x="507513" y="562316"/>
                  </a:lnTo>
                  <a:lnTo>
                    <a:pt x="509977" y="562316"/>
                  </a:lnTo>
                  <a:lnTo>
                    <a:pt x="512440" y="562316"/>
                  </a:lnTo>
                  <a:lnTo>
                    <a:pt x="514904" y="562316"/>
                  </a:lnTo>
                  <a:lnTo>
                    <a:pt x="517368" y="562316"/>
                  </a:lnTo>
                  <a:lnTo>
                    <a:pt x="519831" y="562316"/>
                  </a:lnTo>
                  <a:lnTo>
                    <a:pt x="522295" y="562316"/>
                  </a:lnTo>
                  <a:lnTo>
                    <a:pt x="524759" y="562316"/>
                  </a:lnTo>
                  <a:lnTo>
                    <a:pt x="527222" y="562316"/>
                  </a:lnTo>
                  <a:lnTo>
                    <a:pt x="529686" y="562316"/>
                  </a:lnTo>
                  <a:lnTo>
                    <a:pt x="532150" y="562316"/>
                  </a:lnTo>
                  <a:lnTo>
                    <a:pt x="534613" y="562316"/>
                  </a:lnTo>
                  <a:lnTo>
                    <a:pt x="537077" y="562316"/>
                  </a:lnTo>
                  <a:lnTo>
                    <a:pt x="539541" y="562316"/>
                  </a:lnTo>
                  <a:lnTo>
                    <a:pt x="542004" y="562316"/>
                  </a:lnTo>
                  <a:lnTo>
                    <a:pt x="544468" y="562316"/>
                  </a:lnTo>
                  <a:lnTo>
                    <a:pt x="546931" y="562316"/>
                  </a:lnTo>
                  <a:lnTo>
                    <a:pt x="549395" y="562316"/>
                  </a:lnTo>
                  <a:lnTo>
                    <a:pt x="551859" y="562316"/>
                  </a:lnTo>
                  <a:lnTo>
                    <a:pt x="554322" y="562316"/>
                  </a:lnTo>
                  <a:lnTo>
                    <a:pt x="556786" y="562316"/>
                  </a:lnTo>
                  <a:lnTo>
                    <a:pt x="559250" y="562316"/>
                  </a:lnTo>
                  <a:lnTo>
                    <a:pt x="561713" y="562316"/>
                  </a:lnTo>
                  <a:lnTo>
                    <a:pt x="564177" y="562316"/>
                  </a:lnTo>
                  <a:lnTo>
                    <a:pt x="566641" y="562316"/>
                  </a:lnTo>
                  <a:lnTo>
                    <a:pt x="569104" y="562316"/>
                  </a:lnTo>
                  <a:lnTo>
                    <a:pt x="571568" y="562316"/>
                  </a:lnTo>
                  <a:lnTo>
                    <a:pt x="574032" y="562316"/>
                  </a:lnTo>
                  <a:lnTo>
                    <a:pt x="576495" y="562316"/>
                  </a:lnTo>
                  <a:lnTo>
                    <a:pt x="578959" y="562316"/>
                  </a:lnTo>
                  <a:lnTo>
                    <a:pt x="581423" y="562316"/>
                  </a:lnTo>
                  <a:lnTo>
                    <a:pt x="583886" y="562316"/>
                  </a:lnTo>
                  <a:lnTo>
                    <a:pt x="586350" y="562316"/>
                  </a:lnTo>
                  <a:lnTo>
                    <a:pt x="588814" y="562316"/>
                  </a:lnTo>
                  <a:lnTo>
                    <a:pt x="591277" y="562316"/>
                  </a:lnTo>
                  <a:lnTo>
                    <a:pt x="593741" y="562316"/>
                  </a:lnTo>
                  <a:lnTo>
                    <a:pt x="596205" y="562316"/>
                  </a:lnTo>
                  <a:lnTo>
                    <a:pt x="598668" y="562316"/>
                  </a:lnTo>
                  <a:lnTo>
                    <a:pt x="601132" y="562316"/>
                  </a:lnTo>
                  <a:lnTo>
                    <a:pt x="603596" y="562316"/>
                  </a:lnTo>
                  <a:lnTo>
                    <a:pt x="606059" y="562316"/>
                  </a:lnTo>
                  <a:lnTo>
                    <a:pt x="608523" y="562316"/>
                  </a:lnTo>
                  <a:lnTo>
                    <a:pt x="610987" y="562316"/>
                  </a:lnTo>
                  <a:lnTo>
                    <a:pt x="613450" y="562316"/>
                  </a:lnTo>
                  <a:lnTo>
                    <a:pt x="615914" y="562316"/>
                  </a:lnTo>
                  <a:lnTo>
                    <a:pt x="618378" y="562316"/>
                  </a:lnTo>
                  <a:lnTo>
                    <a:pt x="620841" y="562316"/>
                  </a:lnTo>
                  <a:lnTo>
                    <a:pt x="623305" y="562316"/>
                  </a:lnTo>
                  <a:lnTo>
                    <a:pt x="625769" y="562316"/>
                  </a:lnTo>
                  <a:lnTo>
                    <a:pt x="628232" y="562316"/>
                  </a:lnTo>
                  <a:lnTo>
                    <a:pt x="630696" y="562316"/>
                  </a:lnTo>
                  <a:lnTo>
                    <a:pt x="633159" y="562316"/>
                  </a:lnTo>
                  <a:lnTo>
                    <a:pt x="635623" y="562316"/>
                  </a:lnTo>
                  <a:lnTo>
                    <a:pt x="638087" y="562316"/>
                  </a:lnTo>
                  <a:lnTo>
                    <a:pt x="640550" y="562316"/>
                  </a:lnTo>
                  <a:lnTo>
                    <a:pt x="643014" y="562316"/>
                  </a:lnTo>
                  <a:lnTo>
                    <a:pt x="645478" y="562316"/>
                  </a:lnTo>
                  <a:lnTo>
                    <a:pt x="647941" y="562316"/>
                  </a:lnTo>
                  <a:lnTo>
                    <a:pt x="650405" y="562316"/>
                  </a:lnTo>
                  <a:lnTo>
                    <a:pt x="652869" y="562316"/>
                  </a:lnTo>
                  <a:lnTo>
                    <a:pt x="655332" y="562316"/>
                  </a:lnTo>
                  <a:lnTo>
                    <a:pt x="657796" y="562316"/>
                  </a:lnTo>
                  <a:lnTo>
                    <a:pt x="660260" y="562316"/>
                  </a:lnTo>
                  <a:lnTo>
                    <a:pt x="662723" y="562316"/>
                  </a:lnTo>
                  <a:lnTo>
                    <a:pt x="665187" y="562316"/>
                  </a:lnTo>
                  <a:lnTo>
                    <a:pt x="667651" y="562316"/>
                  </a:lnTo>
                  <a:lnTo>
                    <a:pt x="670114" y="562316"/>
                  </a:lnTo>
                  <a:lnTo>
                    <a:pt x="672578" y="562316"/>
                  </a:lnTo>
                  <a:lnTo>
                    <a:pt x="675042" y="562316"/>
                  </a:lnTo>
                  <a:lnTo>
                    <a:pt x="677505" y="562316"/>
                  </a:lnTo>
                  <a:lnTo>
                    <a:pt x="679969" y="562316"/>
                  </a:lnTo>
                  <a:lnTo>
                    <a:pt x="682433" y="562316"/>
                  </a:lnTo>
                  <a:lnTo>
                    <a:pt x="684896" y="562316"/>
                  </a:lnTo>
                  <a:lnTo>
                    <a:pt x="687360" y="562316"/>
                  </a:lnTo>
                  <a:lnTo>
                    <a:pt x="689824" y="562316"/>
                  </a:lnTo>
                  <a:lnTo>
                    <a:pt x="692287" y="562316"/>
                  </a:lnTo>
                  <a:lnTo>
                    <a:pt x="694751" y="562316"/>
                  </a:lnTo>
                  <a:lnTo>
                    <a:pt x="697215" y="562316"/>
                  </a:lnTo>
                  <a:lnTo>
                    <a:pt x="699678" y="562316"/>
                  </a:lnTo>
                  <a:lnTo>
                    <a:pt x="702142" y="562316"/>
                  </a:lnTo>
                  <a:lnTo>
                    <a:pt x="704606" y="562316"/>
                  </a:lnTo>
                  <a:lnTo>
                    <a:pt x="707069" y="562316"/>
                  </a:lnTo>
                  <a:lnTo>
                    <a:pt x="709533" y="562316"/>
                  </a:lnTo>
                  <a:lnTo>
                    <a:pt x="711997" y="562316"/>
                  </a:lnTo>
                  <a:lnTo>
                    <a:pt x="714460" y="562316"/>
                  </a:lnTo>
                  <a:lnTo>
                    <a:pt x="716924" y="562316"/>
                  </a:lnTo>
                  <a:lnTo>
                    <a:pt x="719388" y="562316"/>
                  </a:lnTo>
                  <a:lnTo>
                    <a:pt x="721851" y="562316"/>
                  </a:lnTo>
                  <a:lnTo>
                    <a:pt x="724315" y="562316"/>
                  </a:lnTo>
                  <a:lnTo>
                    <a:pt x="726778" y="562316"/>
                  </a:lnTo>
                  <a:lnTo>
                    <a:pt x="729242" y="562316"/>
                  </a:lnTo>
                  <a:lnTo>
                    <a:pt x="731706" y="562316"/>
                  </a:lnTo>
                  <a:lnTo>
                    <a:pt x="734169" y="562316"/>
                  </a:lnTo>
                  <a:lnTo>
                    <a:pt x="736633" y="562316"/>
                  </a:lnTo>
                  <a:lnTo>
                    <a:pt x="739097" y="562316"/>
                  </a:lnTo>
                  <a:lnTo>
                    <a:pt x="741560" y="562316"/>
                  </a:lnTo>
                  <a:lnTo>
                    <a:pt x="744024" y="562316"/>
                  </a:lnTo>
                  <a:lnTo>
                    <a:pt x="746488" y="562316"/>
                  </a:lnTo>
                  <a:lnTo>
                    <a:pt x="748951" y="562316"/>
                  </a:lnTo>
                  <a:lnTo>
                    <a:pt x="751415" y="562316"/>
                  </a:lnTo>
                  <a:lnTo>
                    <a:pt x="753879" y="562316"/>
                  </a:lnTo>
                  <a:lnTo>
                    <a:pt x="756342" y="562316"/>
                  </a:lnTo>
                  <a:lnTo>
                    <a:pt x="758806" y="562316"/>
                  </a:lnTo>
                  <a:lnTo>
                    <a:pt x="761270" y="562316"/>
                  </a:lnTo>
                  <a:lnTo>
                    <a:pt x="763733" y="562316"/>
                  </a:lnTo>
                  <a:lnTo>
                    <a:pt x="766197" y="562316"/>
                  </a:lnTo>
                  <a:lnTo>
                    <a:pt x="768661" y="562316"/>
                  </a:lnTo>
                  <a:lnTo>
                    <a:pt x="771124" y="562316"/>
                  </a:lnTo>
                  <a:lnTo>
                    <a:pt x="773588" y="562316"/>
                  </a:lnTo>
                  <a:lnTo>
                    <a:pt x="776052" y="562316"/>
                  </a:lnTo>
                  <a:lnTo>
                    <a:pt x="778515" y="562316"/>
                  </a:lnTo>
                  <a:lnTo>
                    <a:pt x="780979" y="562316"/>
                  </a:lnTo>
                  <a:lnTo>
                    <a:pt x="783443" y="562316"/>
                  </a:lnTo>
                  <a:lnTo>
                    <a:pt x="785906" y="562316"/>
                  </a:lnTo>
                  <a:lnTo>
                    <a:pt x="788370" y="562316"/>
                  </a:lnTo>
                  <a:lnTo>
                    <a:pt x="790834" y="562316"/>
                  </a:lnTo>
                  <a:lnTo>
                    <a:pt x="793297" y="562316"/>
                  </a:lnTo>
                  <a:lnTo>
                    <a:pt x="795761" y="562316"/>
                  </a:lnTo>
                  <a:lnTo>
                    <a:pt x="798225" y="562316"/>
                  </a:lnTo>
                  <a:lnTo>
                    <a:pt x="800688" y="562316"/>
                  </a:lnTo>
                  <a:lnTo>
                    <a:pt x="803152" y="562316"/>
                  </a:lnTo>
                  <a:lnTo>
                    <a:pt x="805616" y="562316"/>
                  </a:lnTo>
                  <a:lnTo>
                    <a:pt x="808079" y="562316"/>
                  </a:lnTo>
                  <a:lnTo>
                    <a:pt x="810543" y="562316"/>
                  </a:lnTo>
                  <a:lnTo>
                    <a:pt x="813006" y="562316"/>
                  </a:lnTo>
                  <a:lnTo>
                    <a:pt x="815470" y="562316"/>
                  </a:lnTo>
                  <a:lnTo>
                    <a:pt x="817934" y="562316"/>
                  </a:lnTo>
                  <a:lnTo>
                    <a:pt x="820397" y="562316"/>
                  </a:lnTo>
                  <a:lnTo>
                    <a:pt x="822861" y="562316"/>
                  </a:lnTo>
                  <a:lnTo>
                    <a:pt x="825325" y="562316"/>
                  </a:lnTo>
                  <a:lnTo>
                    <a:pt x="827788" y="562316"/>
                  </a:lnTo>
                  <a:lnTo>
                    <a:pt x="830252" y="562316"/>
                  </a:lnTo>
                  <a:lnTo>
                    <a:pt x="832716" y="562316"/>
                  </a:lnTo>
                  <a:lnTo>
                    <a:pt x="835179" y="562316"/>
                  </a:lnTo>
                  <a:lnTo>
                    <a:pt x="837643" y="562316"/>
                  </a:lnTo>
                  <a:lnTo>
                    <a:pt x="840107" y="562316"/>
                  </a:lnTo>
                  <a:lnTo>
                    <a:pt x="842570" y="562316"/>
                  </a:lnTo>
                  <a:lnTo>
                    <a:pt x="845034" y="562316"/>
                  </a:lnTo>
                  <a:lnTo>
                    <a:pt x="847498" y="562316"/>
                  </a:lnTo>
                  <a:lnTo>
                    <a:pt x="849961" y="562316"/>
                  </a:lnTo>
                  <a:lnTo>
                    <a:pt x="852425" y="562316"/>
                  </a:lnTo>
                  <a:lnTo>
                    <a:pt x="854889" y="562316"/>
                  </a:lnTo>
                  <a:lnTo>
                    <a:pt x="857352" y="562316"/>
                  </a:lnTo>
                  <a:lnTo>
                    <a:pt x="859816" y="562316"/>
                  </a:lnTo>
                  <a:lnTo>
                    <a:pt x="862280" y="562316"/>
                  </a:lnTo>
                  <a:lnTo>
                    <a:pt x="864743" y="562316"/>
                  </a:lnTo>
                  <a:lnTo>
                    <a:pt x="867207" y="562316"/>
                  </a:lnTo>
                  <a:lnTo>
                    <a:pt x="869671" y="562316"/>
                  </a:lnTo>
                  <a:lnTo>
                    <a:pt x="872134" y="562316"/>
                  </a:lnTo>
                  <a:lnTo>
                    <a:pt x="874598" y="562316"/>
                  </a:lnTo>
                  <a:lnTo>
                    <a:pt x="877062" y="562316"/>
                  </a:lnTo>
                  <a:lnTo>
                    <a:pt x="879525" y="562316"/>
                  </a:lnTo>
                  <a:lnTo>
                    <a:pt x="881989" y="562316"/>
                  </a:lnTo>
                  <a:lnTo>
                    <a:pt x="884453" y="562316"/>
                  </a:lnTo>
                  <a:lnTo>
                    <a:pt x="886916" y="562316"/>
                  </a:lnTo>
                  <a:lnTo>
                    <a:pt x="889380" y="562316"/>
                  </a:lnTo>
                  <a:lnTo>
                    <a:pt x="891844" y="562316"/>
                  </a:lnTo>
                  <a:lnTo>
                    <a:pt x="894307" y="562316"/>
                  </a:lnTo>
                  <a:lnTo>
                    <a:pt x="896771" y="562316"/>
                  </a:lnTo>
                  <a:lnTo>
                    <a:pt x="899235" y="562316"/>
                  </a:lnTo>
                  <a:lnTo>
                    <a:pt x="901698" y="562316"/>
                  </a:lnTo>
                  <a:lnTo>
                    <a:pt x="904162" y="562316"/>
                  </a:lnTo>
                  <a:lnTo>
                    <a:pt x="906625" y="562316"/>
                  </a:lnTo>
                  <a:lnTo>
                    <a:pt x="909089" y="562316"/>
                  </a:lnTo>
                  <a:lnTo>
                    <a:pt x="911553" y="562316"/>
                  </a:lnTo>
                  <a:lnTo>
                    <a:pt x="914016" y="562316"/>
                  </a:lnTo>
                  <a:lnTo>
                    <a:pt x="916480" y="562316"/>
                  </a:lnTo>
                  <a:lnTo>
                    <a:pt x="918944" y="562316"/>
                  </a:lnTo>
                  <a:lnTo>
                    <a:pt x="921407" y="562316"/>
                  </a:lnTo>
                  <a:lnTo>
                    <a:pt x="923871" y="562316"/>
                  </a:lnTo>
                  <a:lnTo>
                    <a:pt x="926335" y="562316"/>
                  </a:lnTo>
                  <a:lnTo>
                    <a:pt x="928798" y="562316"/>
                  </a:lnTo>
                  <a:lnTo>
                    <a:pt x="931262" y="562316"/>
                  </a:lnTo>
                  <a:lnTo>
                    <a:pt x="933726" y="562316"/>
                  </a:lnTo>
                  <a:lnTo>
                    <a:pt x="936189" y="562316"/>
                  </a:lnTo>
                  <a:lnTo>
                    <a:pt x="938653" y="562316"/>
                  </a:lnTo>
                  <a:lnTo>
                    <a:pt x="941117" y="562316"/>
                  </a:lnTo>
                  <a:lnTo>
                    <a:pt x="943580" y="562316"/>
                  </a:lnTo>
                  <a:lnTo>
                    <a:pt x="946044" y="562316"/>
                  </a:lnTo>
                  <a:lnTo>
                    <a:pt x="948508" y="562316"/>
                  </a:lnTo>
                  <a:lnTo>
                    <a:pt x="950971" y="562316"/>
                  </a:lnTo>
                  <a:lnTo>
                    <a:pt x="953435" y="562316"/>
                  </a:lnTo>
                  <a:lnTo>
                    <a:pt x="955899" y="562316"/>
                  </a:lnTo>
                  <a:lnTo>
                    <a:pt x="958362" y="562316"/>
                  </a:lnTo>
                  <a:lnTo>
                    <a:pt x="960826" y="562316"/>
                  </a:lnTo>
                  <a:lnTo>
                    <a:pt x="963290" y="562316"/>
                  </a:lnTo>
                  <a:lnTo>
                    <a:pt x="965753" y="562316"/>
                  </a:lnTo>
                  <a:lnTo>
                    <a:pt x="968217" y="562316"/>
                  </a:lnTo>
                  <a:lnTo>
                    <a:pt x="970681" y="562316"/>
                  </a:lnTo>
                  <a:lnTo>
                    <a:pt x="973144" y="562316"/>
                  </a:lnTo>
                  <a:lnTo>
                    <a:pt x="975608" y="562316"/>
                  </a:lnTo>
                  <a:lnTo>
                    <a:pt x="978072" y="562316"/>
                  </a:lnTo>
                  <a:lnTo>
                    <a:pt x="980535" y="562316"/>
                  </a:lnTo>
                  <a:lnTo>
                    <a:pt x="982999" y="562316"/>
                  </a:lnTo>
                  <a:lnTo>
                    <a:pt x="985463" y="562316"/>
                  </a:lnTo>
                  <a:lnTo>
                    <a:pt x="987926" y="562316"/>
                  </a:lnTo>
                  <a:lnTo>
                    <a:pt x="990390" y="562316"/>
                  </a:lnTo>
                  <a:lnTo>
                    <a:pt x="992853" y="562316"/>
                  </a:lnTo>
                  <a:lnTo>
                    <a:pt x="995317" y="562316"/>
                  </a:lnTo>
                  <a:lnTo>
                    <a:pt x="997781" y="562316"/>
                  </a:lnTo>
                  <a:lnTo>
                    <a:pt x="1000244" y="562316"/>
                  </a:lnTo>
                  <a:lnTo>
                    <a:pt x="1002708" y="562316"/>
                  </a:lnTo>
                  <a:lnTo>
                    <a:pt x="1005172" y="562316"/>
                  </a:lnTo>
                  <a:lnTo>
                    <a:pt x="1007635" y="562316"/>
                  </a:lnTo>
                  <a:lnTo>
                    <a:pt x="1010099" y="562316"/>
                  </a:lnTo>
                  <a:lnTo>
                    <a:pt x="1012563" y="562316"/>
                  </a:lnTo>
                  <a:lnTo>
                    <a:pt x="1015026" y="562316"/>
                  </a:lnTo>
                  <a:lnTo>
                    <a:pt x="1017490" y="562316"/>
                  </a:lnTo>
                  <a:lnTo>
                    <a:pt x="1019954" y="562316"/>
                  </a:lnTo>
                  <a:lnTo>
                    <a:pt x="1022417" y="562316"/>
                  </a:lnTo>
                  <a:lnTo>
                    <a:pt x="1024881" y="562316"/>
                  </a:lnTo>
                  <a:lnTo>
                    <a:pt x="1027345" y="562316"/>
                  </a:lnTo>
                  <a:lnTo>
                    <a:pt x="1029808" y="562316"/>
                  </a:lnTo>
                  <a:lnTo>
                    <a:pt x="1032272" y="562316"/>
                  </a:lnTo>
                  <a:lnTo>
                    <a:pt x="1034736" y="562316"/>
                  </a:lnTo>
                  <a:lnTo>
                    <a:pt x="1037199" y="562316"/>
                  </a:lnTo>
                  <a:lnTo>
                    <a:pt x="1039663" y="562316"/>
                  </a:lnTo>
                  <a:lnTo>
                    <a:pt x="1042127" y="562316"/>
                  </a:lnTo>
                  <a:lnTo>
                    <a:pt x="1044590" y="562316"/>
                  </a:lnTo>
                  <a:lnTo>
                    <a:pt x="1047054" y="562316"/>
                  </a:lnTo>
                  <a:lnTo>
                    <a:pt x="1049518" y="562316"/>
                  </a:lnTo>
                  <a:lnTo>
                    <a:pt x="1051981" y="562316"/>
                  </a:lnTo>
                  <a:lnTo>
                    <a:pt x="1054445" y="562316"/>
                  </a:lnTo>
                  <a:lnTo>
                    <a:pt x="1056909" y="562316"/>
                  </a:lnTo>
                  <a:lnTo>
                    <a:pt x="1059372" y="562316"/>
                  </a:lnTo>
                  <a:lnTo>
                    <a:pt x="1061836" y="562316"/>
                  </a:lnTo>
                  <a:lnTo>
                    <a:pt x="1064300" y="562316"/>
                  </a:lnTo>
                  <a:lnTo>
                    <a:pt x="1066763" y="562316"/>
                  </a:lnTo>
                  <a:lnTo>
                    <a:pt x="1069227" y="562316"/>
                  </a:lnTo>
                  <a:lnTo>
                    <a:pt x="1071691" y="562316"/>
                  </a:lnTo>
                  <a:lnTo>
                    <a:pt x="1074154" y="562316"/>
                  </a:lnTo>
                  <a:lnTo>
                    <a:pt x="1076618" y="562316"/>
                  </a:lnTo>
                  <a:lnTo>
                    <a:pt x="1079082" y="562316"/>
                  </a:lnTo>
                  <a:lnTo>
                    <a:pt x="1081545" y="562316"/>
                  </a:lnTo>
                  <a:lnTo>
                    <a:pt x="1084009" y="562316"/>
                  </a:lnTo>
                  <a:lnTo>
                    <a:pt x="1086472" y="562316"/>
                  </a:lnTo>
                  <a:lnTo>
                    <a:pt x="1088936" y="562316"/>
                  </a:lnTo>
                  <a:lnTo>
                    <a:pt x="1091400" y="562316"/>
                  </a:lnTo>
                  <a:lnTo>
                    <a:pt x="1093863" y="562316"/>
                  </a:lnTo>
                  <a:lnTo>
                    <a:pt x="1096327" y="562316"/>
                  </a:lnTo>
                  <a:lnTo>
                    <a:pt x="1098791" y="562316"/>
                  </a:lnTo>
                  <a:lnTo>
                    <a:pt x="1101254" y="562316"/>
                  </a:lnTo>
                  <a:lnTo>
                    <a:pt x="1103718" y="562316"/>
                  </a:lnTo>
                  <a:lnTo>
                    <a:pt x="1106182" y="562316"/>
                  </a:lnTo>
                  <a:lnTo>
                    <a:pt x="1108645" y="562316"/>
                  </a:lnTo>
                  <a:lnTo>
                    <a:pt x="1111109" y="562316"/>
                  </a:lnTo>
                  <a:lnTo>
                    <a:pt x="1113573" y="562316"/>
                  </a:lnTo>
                  <a:lnTo>
                    <a:pt x="1116036" y="562316"/>
                  </a:lnTo>
                  <a:lnTo>
                    <a:pt x="1118500" y="562316"/>
                  </a:lnTo>
                  <a:lnTo>
                    <a:pt x="1120964" y="562316"/>
                  </a:lnTo>
                  <a:lnTo>
                    <a:pt x="1123427" y="562316"/>
                  </a:lnTo>
                  <a:lnTo>
                    <a:pt x="1125891" y="562316"/>
                  </a:lnTo>
                  <a:lnTo>
                    <a:pt x="1128355" y="562316"/>
                  </a:lnTo>
                  <a:lnTo>
                    <a:pt x="1130818" y="562316"/>
                  </a:lnTo>
                  <a:lnTo>
                    <a:pt x="1133282" y="562316"/>
                  </a:lnTo>
                  <a:lnTo>
                    <a:pt x="1135746" y="562316"/>
                  </a:lnTo>
                  <a:lnTo>
                    <a:pt x="1138209" y="562316"/>
                  </a:lnTo>
                  <a:lnTo>
                    <a:pt x="1140673" y="562316"/>
                  </a:lnTo>
                  <a:lnTo>
                    <a:pt x="1143137" y="562316"/>
                  </a:lnTo>
                  <a:lnTo>
                    <a:pt x="1145600" y="562316"/>
                  </a:lnTo>
                  <a:lnTo>
                    <a:pt x="1148064" y="562316"/>
                  </a:lnTo>
                  <a:lnTo>
                    <a:pt x="1150528" y="562316"/>
                  </a:lnTo>
                  <a:lnTo>
                    <a:pt x="1152991" y="562316"/>
                  </a:lnTo>
                  <a:lnTo>
                    <a:pt x="1155455" y="562316"/>
                  </a:lnTo>
                  <a:lnTo>
                    <a:pt x="1157919" y="562316"/>
                  </a:lnTo>
                  <a:lnTo>
                    <a:pt x="1160382" y="562316"/>
                  </a:lnTo>
                  <a:lnTo>
                    <a:pt x="1162846" y="562316"/>
                  </a:lnTo>
                  <a:lnTo>
                    <a:pt x="1165310" y="562316"/>
                  </a:lnTo>
                  <a:lnTo>
                    <a:pt x="1167773" y="562316"/>
                  </a:lnTo>
                  <a:lnTo>
                    <a:pt x="1170237" y="562316"/>
                  </a:lnTo>
                  <a:lnTo>
                    <a:pt x="1172701" y="562316"/>
                  </a:lnTo>
                  <a:lnTo>
                    <a:pt x="1175164" y="562316"/>
                  </a:lnTo>
                  <a:lnTo>
                    <a:pt x="1177628" y="562316"/>
                  </a:lnTo>
                  <a:lnTo>
                    <a:pt x="1180091" y="562316"/>
                  </a:lnTo>
                  <a:lnTo>
                    <a:pt x="1182555" y="562316"/>
                  </a:lnTo>
                  <a:lnTo>
                    <a:pt x="1185019" y="562316"/>
                  </a:lnTo>
                  <a:lnTo>
                    <a:pt x="1187482" y="562316"/>
                  </a:lnTo>
                  <a:lnTo>
                    <a:pt x="1189946" y="562316"/>
                  </a:lnTo>
                  <a:lnTo>
                    <a:pt x="1192410" y="562316"/>
                  </a:lnTo>
                  <a:lnTo>
                    <a:pt x="1194873" y="562316"/>
                  </a:lnTo>
                  <a:lnTo>
                    <a:pt x="1197337" y="562316"/>
                  </a:lnTo>
                  <a:lnTo>
                    <a:pt x="1199801" y="562316"/>
                  </a:lnTo>
                  <a:lnTo>
                    <a:pt x="1202264" y="562316"/>
                  </a:lnTo>
                  <a:lnTo>
                    <a:pt x="1204728" y="562316"/>
                  </a:lnTo>
                  <a:lnTo>
                    <a:pt x="1207192" y="562316"/>
                  </a:lnTo>
                  <a:lnTo>
                    <a:pt x="1209655" y="562316"/>
                  </a:lnTo>
                  <a:lnTo>
                    <a:pt x="1212119" y="562316"/>
                  </a:lnTo>
                  <a:lnTo>
                    <a:pt x="1214583" y="562316"/>
                  </a:lnTo>
                  <a:lnTo>
                    <a:pt x="1217046" y="562316"/>
                  </a:lnTo>
                  <a:lnTo>
                    <a:pt x="1219510" y="562316"/>
                  </a:lnTo>
                  <a:lnTo>
                    <a:pt x="1221974" y="562316"/>
                  </a:lnTo>
                  <a:lnTo>
                    <a:pt x="1224437" y="562316"/>
                  </a:lnTo>
                  <a:lnTo>
                    <a:pt x="1226901" y="562316"/>
                  </a:lnTo>
                  <a:lnTo>
                    <a:pt x="1229365" y="562316"/>
                  </a:lnTo>
                  <a:lnTo>
                    <a:pt x="1231828" y="562316"/>
                  </a:lnTo>
                  <a:lnTo>
                    <a:pt x="1234292" y="562316"/>
                  </a:lnTo>
                  <a:lnTo>
                    <a:pt x="1236756" y="562316"/>
                  </a:lnTo>
                  <a:lnTo>
                    <a:pt x="1239219" y="562316"/>
                  </a:lnTo>
                  <a:lnTo>
                    <a:pt x="1241683" y="562316"/>
                  </a:lnTo>
                  <a:lnTo>
                    <a:pt x="1244147" y="562316"/>
                  </a:lnTo>
                  <a:lnTo>
                    <a:pt x="1246610" y="562316"/>
                  </a:lnTo>
                  <a:lnTo>
                    <a:pt x="1249074" y="562316"/>
                  </a:lnTo>
                  <a:lnTo>
                    <a:pt x="1251538" y="562316"/>
                  </a:lnTo>
                  <a:lnTo>
                    <a:pt x="1254001" y="562316"/>
                  </a:lnTo>
                  <a:lnTo>
                    <a:pt x="1256465" y="562316"/>
                  </a:lnTo>
                  <a:lnTo>
                    <a:pt x="1258929" y="562316"/>
                  </a:lnTo>
                  <a:lnTo>
                    <a:pt x="1256465" y="562316"/>
                  </a:lnTo>
                  <a:lnTo>
                    <a:pt x="1254001" y="562316"/>
                  </a:lnTo>
                  <a:lnTo>
                    <a:pt x="1251538" y="562316"/>
                  </a:lnTo>
                  <a:lnTo>
                    <a:pt x="1249074" y="562316"/>
                  </a:lnTo>
                  <a:lnTo>
                    <a:pt x="1246610" y="562316"/>
                  </a:lnTo>
                  <a:lnTo>
                    <a:pt x="1244147" y="562316"/>
                  </a:lnTo>
                  <a:lnTo>
                    <a:pt x="1241683" y="562316"/>
                  </a:lnTo>
                  <a:lnTo>
                    <a:pt x="1239219" y="562316"/>
                  </a:lnTo>
                  <a:lnTo>
                    <a:pt x="1236756" y="562316"/>
                  </a:lnTo>
                  <a:lnTo>
                    <a:pt x="1234292" y="562316"/>
                  </a:lnTo>
                  <a:lnTo>
                    <a:pt x="1231828" y="562316"/>
                  </a:lnTo>
                  <a:lnTo>
                    <a:pt x="1229365" y="562316"/>
                  </a:lnTo>
                  <a:lnTo>
                    <a:pt x="1226901" y="562316"/>
                  </a:lnTo>
                  <a:lnTo>
                    <a:pt x="1224437" y="562316"/>
                  </a:lnTo>
                  <a:lnTo>
                    <a:pt x="1221974" y="562316"/>
                  </a:lnTo>
                  <a:lnTo>
                    <a:pt x="1219510" y="562316"/>
                  </a:lnTo>
                  <a:lnTo>
                    <a:pt x="1217046" y="562316"/>
                  </a:lnTo>
                  <a:lnTo>
                    <a:pt x="1214583" y="562316"/>
                  </a:lnTo>
                  <a:lnTo>
                    <a:pt x="1212119" y="562316"/>
                  </a:lnTo>
                  <a:lnTo>
                    <a:pt x="1209655" y="562316"/>
                  </a:lnTo>
                  <a:lnTo>
                    <a:pt x="1207192" y="562316"/>
                  </a:lnTo>
                  <a:lnTo>
                    <a:pt x="1204728" y="562316"/>
                  </a:lnTo>
                  <a:lnTo>
                    <a:pt x="1202264" y="562316"/>
                  </a:lnTo>
                  <a:lnTo>
                    <a:pt x="1199801" y="562316"/>
                  </a:lnTo>
                  <a:lnTo>
                    <a:pt x="1197337" y="562316"/>
                  </a:lnTo>
                  <a:lnTo>
                    <a:pt x="1194873" y="562316"/>
                  </a:lnTo>
                  <a:lnTo>
                    <a:pt x="1192410" y="562316"/>
                  </a:lnTo>
                  <a:lnTo>
                    <a:pt x="1189946" y="562316"/>
                  </a:lnTo>
                  <a:lnTo>
                    <a:pt x="1187482" y="562316"/>
                  </a:lnTo>
                  <a:lnTo>
                    <a:pt x="1185019" y="562316"/>
                  </a:lnTo>
                  <a:lnTo>
                    <a:pt x="1182555" y="562316"/>
                  </a:lnTo>
                  <a:lnTo>
                    <a:pt x="1180091" y="562316"/>
                  </a:lnTo>
                  <a:lnTo>
                    <a:pt x="1177628" y="562316"/>
                  </a:lnTo>
                  <a:lnTo>
                    <a:pt x="1175164" y="562316"/>
                  </a:lnTo>
                  <a:lnTo>
                    <a:pt x="1172701" y="562316"/>
                  </a:lnTo>
                  <a:lnTo>
                    <a:pt x="1170237" y="562316"/>
                  </a:lnTo>
                  <a:lnTo>
                    <a:pt x="1167773" y="562316"/>
                  </a:lnTo>
                  <a:lnTo>
                    <a:pt x="1165310" y="562316"/>
                  </a:lnTo>
                  <a:lnTo>
                    <a:pt x="1162846" y="562316"/>
                  </a:lnTo>
                  <a:lnTo>
                    <a:pt x="1160382" y="562316"/>
                  </a:lnTo>
                  <a:lnTo>
                    <a:pt x="1157919" y="562316"/>
                  </a:lnTo>
                  <a:lnTo>
                    <a:pt x="1155455" y="562316"/>
                  </a:lnTo>
                  <a:lnTo>
                    <a:pt x="1152991" y="562316"/>
                  </a:lnTo>
                  <a:lnTo>
                    <a:pt x="1150528" y="562316"/>
                  </a:lnTo>
                  <a:lnTo>
                    <a:pt x="1148064" y="562316"/>
                  </a:lnTo>
                  <a:lnTo>
                    <a:pt x="1145600" y="562316"/>
                  </a:lnTo>
                  <a:lnTo>
                    <a:pt x="1143137" y="562316"/>
                  </a:lnTo>
                  <a:lnTo>
                    <a:pt x="1140673" y="562316"/>
                  </a:lnTo>
                  <a:lnTo>
                    <a:pt x="1138209" y="562316"/>
                  </a:lnTo>
                  <a:lnTo>
                    <a:pt x="1135746" y="562316"/>
                  </a:lnTo>
                  <a:lnTo>
                    <a:pt x="1133282" y="562316"/>
                  </a:lnTo>
                  <a:lnTo>
                    <a:pt x="1130818" y="562316"/>
                  </a:lnTo>
                  <a:lnTo>
                    <a:pt x="1128355" y="562316"/>
                  </a:lnTo>
                  <a:lnTo>
                    <a:pt x="1125891" y="562316"/>
                  </a:lnTo>
                  <a:lnTo>
                    <a:pt x="1123427" y="562316"/>
                  </a:lnTo>
                  <a:lnTo>
                    <a:pt x="1120964" y="562316"/>
                  </a:lnTo>
                  <a:lnTo>
                    <a:pt x="1118500" y="562316"/>
                  </a:lnTo>
                  <a:lnTo>
                    <a:pt x="1116036" y="562316"/>
                  </a:lnTo>
                  <a:lnTo>
                    <a:pt x="1113573" y="562316"/>
                  </a:lnTo>
                  <a:lnTo>
                    <a:pt x="1111109" y="562316"/>
                  </a:lnTo>
                  <a:lnTo>
                    <a:pt x="1108645" y="562316"/>
                  </a:lnTo>
                  <a:lnTo>
                    <a:pt x="1106182" y="562316"/>
                  </a:lnTo>
                  <a:lnTo>
                    <a:pt x="1103718" y="562316"/>
                  </a:lnTo>
                  <a:lnTo>
                    <a:pt x="1101254" y="562316"/>
                  </a:lnTo>
                  <a:lnTo>
                    <a:pt x="1098791" y="562316"/>
                  </a:lnTo>
                  <a:lnTo>
                    <a:pt x="1096327" y="562316"/>
                  </a:lnTo>
                  <a:lnTo>
                    <a:pt x="1093863" y="562316"/>
                  </a:lnTo>
                  <a:lnTo>
                    <a:pt x="1091400" y="562316"/>
                  </a:lnTo>
                  <a:lnTo>
                    <a:pt x="1088936" y="562316"/>
                  </a:lnTo>
                  <a:lnTo>
                    <a:pt x="1086472" y="562316"/>
                  </a:lnTo>
                  <a:lnTo>
                    <a:pt x="1084009" y="562316"/>
                  </a:lnTo>
                  <a:lnTo>
                    <a:pt x="1081545" y="562316"/>
                  </a:lnTo>
                  <a:lnTo>
                    <a:pt x="1079082" y="562316"/>
                  </a:lnTo>
                  <a:lnTo>
                    <a:pt x="1076618" y="562316"/>
                  </a:lnTo>
                  <a:lnTo>
                    <a:pt x="1074154" y="562316"/>
                  </a:lnTo>
                  <a:lnTo>
                    <a:pt x="1071691" y="562316"/>
                  </a:lnTo>
                  <a:lnTo>
                    <a:pt x="1069227" y="562316"/>
                  </a:lnTo>
                  <a:lnTo>
                    <a:pt x="1066763" y="562316"/>
                  </a:lnTo>
                  <a:lnTo>
                    <a:pt x="1064300" y="562316"/>
                  </a:lnTo>
                  <a:lnTo>
                    <a:pt x="1061836" y="562316"/>
                  </a:lnTo>
                  <a:lnTo>
                    <a:pt x="1059372" y="562316"/>
                  </a:lnTo>
                  <a:lnTo>
                    <a:pt x="1056909" y="562316"/>
                  </a:lnTo>
                  <a:lnTo>
                    <a:pt x="1054445" y="562316"/>
                  </a:lnTo>
                  <a:lnTo>
                    <a:pt x="1051981" y="562316"/>
                  </a:lnTo>
                  <a:lnTo>
                    <a:pt x="1049518" y="562316"/>
                  </a:lnTo>
                  <a:lnTo>
                    <a:pt x="1047054" y="562316"/>
                  </a:lnTo>
                  <a:lnTo>
                    <a:pt x="1044590" y="562316"/>
                  </a:lnTo>
                  <a:lnTo>
                    <a:pt x="1042127" y="562316"/>
                  </a:lnTo>
                  <a:lnTo>
                    <a:pt x="1039663" y="562316"/>
                  </a:lnTo>
                  <a:lnTo>
                    <a:pt x="1037199" y="562316"/>
                  </a:lnTo>
                  <a:lnTo>
                    <a:pt x="1034736" y="562316"/>
                  </a:lnTo>
                  <a:lnTo>
                    <a:pt x="1032272" y="562316"/>
                  </a:lnTo>
                  <a:lnTo>
                    <a:pt x="1029808" y="562316"/>
                  </a:lnTo>
                  <a:lnTo>
                    <a:pt x="1027345" y="562316"/>
                  </a:lnTo>
                  <a:lnTo>
                    <a:pt x="1024881" y="562316"/>
                  </a:lnTo>
                  <a:lnTo>
                    <a:pt x="1022417" y="562316"/>
                  </a:lnTo>
                  <a:lnTo>
                    <a:pt x="1019954" y="562316"/>
                  </a:lnTo>
                  <a:lnTo>
                    <a:pt x="1017490" y="562316"/>
                  </a:lnTo>
                  <a:lnTo>
                    <a:pt x="1015026" y="562316"/>
                  </a:lnTo>
                  <a:lnTo>
                    <a:pt x="1012563" y="562316"/>
                  </a:lnTo>
                  <a:lnTo>
                    <a:pt x="1010099" y="562316"/>
                  </a:lnTo>
                  <a:lnTo>
                    <a:pt x="1007635" y="562316"/>
                  </a:lnTo>
                  <a:lnTo>
                    <a:pt x="1005172" y="562316"/>
                  </a:lnTo>
                  <a:lnTo>
                    <a:pt x="1002708" y="562316"/>
                  </a:lnTo>
                  <a:lnTo>
                    <a:pt x="1000244" y="562316"/>
                  </a:lnTo>
                  <a:lnTo>
                    <a:pt x="997781" y="562316"/>
                  </a:lnTo>
                  <a:lnTo>
                    <a:pt x="995317" y="562316"/>
                  </a:lnTo>
                  <a:lnTo>
                    <a:pt x="992853" y="562316"/>
                  </a:lnTo>
                  <a:lnTo>
                    <a:pt x="990390" y="562316"/>
                  </a:lnTo>
                  <a:lnTo>
                    <a:pt x="987926" y="562316"/>
                  </a:lnTo>
                  <a:lnTo>
                    <a:pt x="985463" y="562316"/>
                  </a:lnTo>
                  <a:lnTo>
                    <a:pt x="982999" y="562316"/>
                  </a:lnTo>
                  <a:lnTo>
                    <a:pt x="980535" y="562316"/>
                  </a:lnTo>
                  <a:lnTo>
                    <a:pt x="978072" y="562316"/>
                  </a:lnTo>
                  <a:lnTo>
                    <a:pt x="975608" y="562316"/>
                  </a:lnTo>
                  <a:lnTo>
                    <a:pt x="973144" y="562316"/>
                  </a:lnTo>
                  <a:lnTo>
                    <a:pt x="970681" y="562316"/>
                  </a:lnTo>
                  <a:lnTo>
                    <a:pt x="968217" y="562316"/>
                  </a:lnTo>
                  <a:lnTo>
                    <a:pt x="965753" y="562316"/>
                  </a:lnTo>
                  <a:lnTo>
                    <a:pt x="963290" y="562316"/>
                  </a:lnTo>
                  <a:lnTo>
                    <a:pt x="960826" y="562316"/>
                  </a:lnTo>
                  <a:lnTo>
                    <a:pt x="958362" y="562316"/>
                  </a:lnTo>
                  <a:lnTo>
                    <a:pt x="955899" y="562316"/>
                  </a:lnTo>
                  <a:lnTo>
                    <a:pt x="953435" y="562316"/>
                  </a:lnTo>
                  <a:lnTo>
                    <a:pt x="950971" y="562316"/>
                  </a:lnTo>
                  <a:lnTo>
                    <a:pt x="948508" y="562316"/>
                  </a:lnTo>
                  <a:lnTo>
                    <a:pt x="946044" y="562316"/>
                  </a:lnTo>
                  <a:lnTo>
                    <a:pt x="943580" y="562316"/>
                  </a:lnTo>
                  <a:lnTo>
                    <a:pt x="941117" y="562316"/>
                  </a:lnTo>
                  <a:lnTo>
                    <a:pt x="938653" y="562316"/>
                  </a:lnTo>
                  <a:lnTo>
                    <a:pt x="936189" y="562316"/>
                  </a:lnTo>
                  <a:lnTo>
                    <a:pt x="933726" y="562316"/>
                  </a:lnTo>
                  <a:lnTo>
                    <a:pt x="931262" y="562316"/>
                  </a:lnTo>
                  <a:lnTo>
                    <a:pt x="928798" y="562316"/>
                  </a:lnTo>
                  <a:lnTo>
                    <a:pt x="926335" y="562316"/>
                  </a:lnTo>
                  <a:lnTo>
                    <a:pt x="923871" y="562316"/>
                  </a:lnTo>
                  <a:lnTo>
                    <a:pt x="921407" y="562316"/>
                  </a:lnTo>
                  <a:lnTo>
                    <a:pt x="918944" y="562316"/>
                  </a:lnTo>
                  <a:lnTo>
                    <a:pt x="916480" y="562316"/>
                  </a:lnTo>
                  <a:lnTo>
                    <a:pt x="914016" y="562316"/>
                  </a:lnTo>
                  <a:lnTo>
                    <a:pt x="911553" y="562316"/>
                  </a:lnTo>
                  <a:lnTo>
                    <a:pt x="909089" y="562316"/>
                  </a:lnTo>
                  <a:lnTo>
                    <a:pt x="906625" y="562316"/>
                  </a:lnTo>
                  <a:lnTo>
                    <a:pt x="904162" y="562316"/>
                  </a:lnTo>
                  <a:lnTo>
                    <a:pt x="901698" y="562316"/>
                  </a:lnTo>
                  <a:lnTo>
                    <a:pt x="899235" y="562316"/>
                  </a:lnTo>
                  <a:lnTo>
                    <a:pt x="896771" y="562316"/>
                  </a:lnTo>
                  <a:lnTo>
                    <a:pt x="894307" y="562316"/>
                  </a:lnTo>
                  <a:lnTo>
                    <a:pt x="891844" y="562316"/>
                  </a:lnTo>
                  <a:lnTo>
                    <a:pt x="889380" y="562316"/>
                  </a:lnTo>
                  <a:lnTo>
                    <a:pt x="886916" y="562316"/>
                  </a:lnTo>
                  <a:lnTo>
                    <a:pt x="884453" y="562316"/>
                  </a:lnTo>
                  <a:lnTo>
                    <a:pt x="881989" y="562316"/>
                  </a:lnTo>
                  <a:lnTo>
                    <a:pt x="879525" y="562316"/>
                  </a:lnTo>
                  <a:lnTo>
                    <a:pt x="877062" y="562316"/>
                  </a:lnTo>
                  <a:lnTo>
                    <a:pt x="874598" y="562316"/>
                  </a:lnTo>
                  <a:lnTo>
                    <a:pt x="872134" y="562316"/>
                  </a:lnTo>
                  <a:lnTo>
                    <a:pt x="869671" y="562316"/>
                  </a:lnTo>
                  <a:lnTo>
                    <a:pt x="867207" y="562316"/>
                  </a:lnTo>
                  <a:lnTo>
                    <a:pt x="864743" y="562316"/>
                  </a:lnTo>
                  <a:lnTo>
                    <a:pt x="862280" y="562316"/>
                  </a:lnTo>
                  <a:lnTo>
                    <a:pt x="859816" y="562316"/>
                  </a:lnTo>
                  <a:lnTo>
                    <a:pt x="857352" y="562316"/>
                  </a:lnTo>
                  <a:lnTo>
                    <a:pt x="854889" y="562316"/>
                  </a:lnTo>
                  <a:lnTo>
                    <a:pt x="852425" y="562316"/>
                  </a:lnTo>
                  <a:lnTo>
                    <a:pt x="849961" y="562316"/>
                  </a:lnTo>
                  <a:lnTo>
                    <a:pt x="847498" y="562316"/>
                  </a:lnTo>
                  <a:lnTo>
                    <a:pt x="845034" y="562316"/>
                  </a:lnTo>
                  <a:lnTo>
                    <a:pt x="842570" y="562316"/>
                  </a:lnTo>
                  <a:lnTo>
                    <a:pt x="840107" y="562316"/>
                  </a:lnTo>
                  <a:lnTo>
                    <a:pt x="837643" y="562316"/>
                  </a:lnTo>
                  <a:lnTo>
                    <a:pt x="835179" y="562316"/>
                  </a:lnTo>
                  <a:lnTo>
                    <a:pt x="832716" y="562316"/>
                  </a:lnTo>
                  <a:lnTo>
                    <a:pt x="830252" y="562316"/>
                  </a:lnTo>
                  <a:lnTo>
                    <a:pt x="827788" y="562316"/>
                  </a:lnTo>
                  <a:lnTo>
                    <a:pt x="825325" y="562316"/>
                  </a:lnTo>
                  <a:lnTo>
                    <a:pt x="822861" y="562316"/>
                  </a:lnTo>
                  <a:lnTo>
                    <a:pt x="820397" y="562316"/>
                  </a:lnTo>
                  <a:lnTo>
                    <a:pt x="817934" y="562316"/>
                  </a:lnTo>
                  <a:lnTo>
                    <a:pt x="815470" y="562316"/>
                  </a:lnTo>
                  <a:lnTo>
                    <a:pt x="813006" y="562316"/>
                  </a:lnTo>
                  <a:lnTo>
                    <a:pt x="810543" y="562316"/>
                  </a:lnTo>
                  <a:lnTo>
                    <a:pt x="808079" y="562316"/>
                  </a:lnTo>
                  <a:lnTo>
                    <a:pt x="805616" y="562316"/>
                  </a:lnTo>
                  <a:lnTo>
                    <a:pt x="803152" y="562316"/>
                  </a:lnTo>
                  <a:lnTo>
                    <a:pt x="800688" y="562316"/>
                  </a:lnTo>
                  <a:lnTo>
                    <a:pt x="798225" y="562316"/>
                  </a:lnTo>
                  <a:lnTo>
                    <a:pt x="795761" y="562316"/>
                  </a:lnTo>
                  <a:lnTo>
                    <a:pt x="793297" y="562316"/>
                  </a:lnTo>
                  <a:lnTo>
                    <a:pt x="790834" y="562316"/>
                  </a:lnTo>
                  <a:lnTo>
                    <a:pt x="788370" y="562316"/>
                  </a:lnTo>
                  <a:lnTo>
                    <a:pt x="785906" y="562316"/>
                  </a:lnTo>
                  <a:lnTo>
                    <a:pt x="783443" y="562316"/>
                  </a:lnTo>
                  <a:lnTo>
                    <a:pt x="780979" y="562316"/>
                  </a:lnTo>
                  <a:lnTo>
                    <a:pt x="778515" y="562316"/>
                  </a:lnTo>
                  <a:lnTo>
                    <a:pt x="776052" y="562316"/>
                  </a:lnTo>
                  <a:lnTo>
                    <a:pt x="773588" y="562316"/>
                  </a:lnTo>
                  <a:lnTo>
                    <a:pt x="771124" y="562316"/>
                  </a:lnTo>
                  <a:lnTo>
                    <a:pt x="768661" y="562316"/>
                  </a:lnTo>
                  <a:lnTo>
                    <a:pt x="766197" y="562316"/>
                  </a:lnTo>
                  <a:lnTo>
                    <a:pt x="763733" y="562316"/>
                  </a:lnTo>
                  <a:lnTo>
                    <a:pt x="761270" y="562316"/>
                  </a:lnTo>
                  <a:lnTo>
                    <a:pt x="758806" y="562316"/>
                  </a:lnTo>
                  <a:lnTo>
                    <a:pt x="756342" y="562316"/>
                  </a:lnTo>
                  <a:lnTo>
                    <a:pt x="753879" y="562316"/>
                  </a:lnTo>
                  <a:lnTo>
                    <a:pt x="751415" y="562316"/>
                  </a:lnTo>
                  <a:lnTo>
                    <a:pt x="748951" y="562316"/>
                  </a:lnTo>
                  <a:lnTo>
                    <a:pt x="746488" y="562316"/>
                  </a:lnTo>
                  <a:lnTo>
                    <a:pt x="744024" y="562316"/>
                  </a:lnTo>
                  <a:lnTo>
                    <a:pt x="741560" y="562316"/>
                  </a:lnTo>
                  <a:lnTo>
                    <a:pt x="739097" y="562316"/>
                  </a:lnTo>
                  <a:lnTo>
                    <a:pt x="736633" y="562316"/>
                  </a:lnTo>
                  <a:lnTo>
                    <a:pt x="734169" y="562316"/>
                  </a:lnTo>
                  <a:lnTo>
                    <a:pt x="731706" y="562316"/>
                  </a:lnTo>
                  <a:lnTo>
                    <a:pt x="729242" y="562316"/>
                  </a:lnTo>
                  <a:lnTo>
                    <a:pt x="726778" y="562316"/>
                  </a:lnTo>
                  <a:lnTo>
                    <a:pt x="724315" y="562316"/>
                  </a:lnTo>
                  <a:lnTo>
                    <a:pt x="721851" y="562316"/>
                  </a:lnTo>
                  <a:lnTo>
                    <a:pt x="719388" y="562316"/>
                  </a:lnTo>
                  <a:lnTo>
                    <a:pt x="716924" y="562316"/>
                  </a:lnTo>
                  <a:lnTo>
                    <a:pt x="714460" y="562316"/>
                  </a:lnTo>
                  <a:lnTo>
                    <a:pt x="711997" y="562316"/>
                  </a:lnTo>
                  <a:lnTo>
                    <a:pt x="709533" y="562316"/>
                  </a:lnTo>
                  <a:lnTo>
                    <a:pt x="707069" y="562316"/>
                  </a:lnTo>
                  <a:lnTo>
                    <a:pt x="704606" y="562316"/>
                  </a:lnTo>
                  <a:lnTo>
                    <a:pt x="702142" y="562316"/>
                  </a:lnTo>
                  <a:lnTo>
                    <a:pt x="699678" y="562316"/>
                  </a:lnTo>
                  <a:lnTo>
                    <a:pt x="697215" y="562316"/>
                  </a:lnTo>
                  <a:lnTo>
                    <a:pt x="694751" y="562316"/>
                  </a:lnTo>
                  <a:lnTo>
                    <a:pt x="692287" y="562316"/>
                  </a:lnTo>
                  <a:lnTo>
                    <a:pt x="689824" y="562316"/>
                  </a:lnTo>
                  <a:lnTo>
                    <a:pt x="687360" y="562316"/>
                  </a:lnTo>
                  <a:lnTo>
                    <a:pt x="684896" y="562316"/>
                  </a:lnTo>
                  <a:lnTo>
                    <a:pt x="682433" y="562316"/>
                  </a:lnTo>
                  <a:lnTo>
                    <a:pt x="679969" y="562316"/>
                  </a:lnTo>
                  <a:lnTo>
                    <a:pt x="677505" y="562316"/>
                  </a:lnTo>
                  <a:lnTo>
                    <a:pt x="675042" y="562316"/>
                  </a:lnTo>
                  <a:lnTo>
                    <a:pt x="672578" y="562316"/>
                  </a:lnTo>
                  <a:lnTo>
                    <a:pt x="670114" y="562316"/>
                  </a:lnTo>
                  <a:lnTo>
                    <a:pt x="667651" y="562316"/>
                  </a:lnTo>
                  <a:lnTo>
                    <a:pt x="665187" y="562316"/>
                  </a:lnTo>
                  <a:lnTo>
                    <a:pt x="662723" y="562316"/>
                  </a:lnTo>
                  <a:lnTo>
                    <a:pt x="660260" y="562316"/>
                  </a:lnTo>
                  <a:lnTo>
                    <a:pt x="657796" y="562316"/>
                  </a:lnTo>
                  <a:lnTo>
                    <a:pt x="655332" y="562316"/>
                  </a:lnTo>
                  <a:lnTo>
                    <a:pt x="652869" y="562316"/>
                  </a:lnTo>
                  <a:lnTo>
                    <a:pt x="650405" y="562316"/>
                  </a:lnTo>
                  <a:lnTo>
                    <a:pt x="647941" y="562316"/>
                  </a:lnTo>
                  <a:lnTo>
                    <a:pt x="645478" y="562316"/>
                  </a:lnTo>
                  <a:lnTo>
                    <a:pt x="643014" y="562316"/>
                  </a:lnTo>
                  <a:lnTo>
                    <a:pt x="640550" y="562316"/>
                  </a:lnTo>
                  <a:lnTo>
                    <a:pt x="638087" y="562316"/>
                  </a:lnTo>
                  <a:lnTo>
                    <a:pt x="635623" y="562316"/>
                  </a:lnTo>
                  <a:lnTo>
                    <a:pt x="633159" y="562316"/>
                  </a:lnTo>
                  <a:lnTo>
                    <a:pt x="630696" y="562316"/>
                  </a:lnTo>
                  <a:lnTo>
                    <a:pt x="628232" y="562316"/>
                  </a:lnTo>
                  <a:lnTo>
                    <a:pt x="625769" y="562316"/>
                  </a:lnTo>
                  <a:lnTo>
                    <a:pt x="623305" y="562316"/>
                  </a:lnTo>
                  <a:lnTo>
                    <a:pt x="620841" y="562316"/>
                  </a:lnTo>
                  <a:lnTo>
                    <a:pt x="618378" y="562316"/>
                  </a:lnTo>
                  <a:lnTo>
                    <a:pt x="615914" y="562316"/>
                  </a:lnTo>
                  <a:lnTo>
                    <a:pt x="613450" y="562316"/>
                  </a:lnTo>
                  <a:lnTo>
                    <a:pt x="610987" y="562316"/>
                  </a:lnTo>
                  <a:lnTo>
                    <a:pt x="608523" y="562316"/>
                  </a:lnTo>
                  <a:lnTo>
                    <a:pt x="606059" y="562316"/>
                  </a:lnTo>
                  <a:lnTo>
                    <a:pt x="603596" y="562316"/>
                  </a:lnTo>
                  <a:lnTo>
                    <a:pt x="601132" y="562316"/>
                  </a:lnTo>
                  <a:lnTo>
                    <a:pt x="598668" y="562316"/>
                  </a:lnTo>
                  <a:lnTo>
                    <a:pt x="596205" y="562316"/>
                  </a:lnTo>
                  <a:lnTo>
                    <a:pt x="593741" y="562316"/>
                  </a:lnTo>
                  <a:lnTo>
                    <a:pt x="591277" y="562316"/>
                  </a:lnTo>
                  <a:lnTo>
                    <a:pt x="588814" y="562316"/>
                  </a:lnTo>
                  <a:lnTo>
                    <a:pt x="586350" y="562316"/>
                  </a:lnTo>
                  <a:lnTo>
                    <a:pt x="583886" y="562316"/>
                  </a:lnTo>
                  <a:lnTo>
                    <a:pt x="581423" y="562316"/>
                  </a:lnTo>
                  <a:lnTo>
                    <a:pt x="578959" y="562316"/>
                  </a:lnTo>
                  <a:lnTo>
                    <a:pt x="576495" y="562316"/>
                  </a:lnTo>
                  <a:lnTo>
                    <a:pt x="574032" y="562316"/>
                  </a:lnTo>
                  <a:lnTo>
                    <a:pt x="571568" y="562316"/>
                  </a:lnTo>
                  <a:lnTo>
                    <a:pt x="569104" y="562316"/>
                  </a:lnTo>
                  <a:lnTo>
                    <a:pt x="566641" y="562316"/>
                  </a:lnTo>
                  <a:lnTo>
                    <a:pt x="564177" y="562316"/>
                  </a:lnTo>
                  <a:lnTo>
                    <a:pt x="561713" y="562316"/>
                  </a:lnTo>
                  <a:lnTo>
                    <a:pt x="559250" y="562316"/>
                  </a:lnTo>
                  <a:lnTo>
                    <a:pt x="556786" y="562316"/>
                  </a:lnTo>
                  <a:lnTo>
                    <a:pt x="554322" y="562316"/>
                  </a:lnTo>
                  <a:lnTo>
                    <a:pt x="551859" y="562316"/>
                  </a:lnTo>
                  <a:lnTo>
                    <a:pt x="549395" y="562316"/>
                  </a:lnTo>
                  <a:lnTo>
                    <a:pt x="546931" y="562316"/>
                  </a:lnTo>
                  <a:lnTo>
                    <a:pt x="544468" y="562316"/>
                  </a:lnTo>
                  <a:lnTo>
                    <a:pt x="542004" y="562316"/>
                  </a:lnTo>
                  <a:lnTo>
                    <a:pt x="539541" y="562316"/>
                  </a:lnTo>
                  <a:lnTo>
                    <a:pt x="537077" y="562316"/>
                  </a:lnTo>
                  <a:lnTo>
                    <a:pt x="534613" y="562316"/>
                  </a:lnTo>
                  <a:lnTo>
                    <a:pt x="532150" y="562316"/>
                  </a:lnTo>
                  <a:lnTo>
                    <a:pt x="529686" y="562316"/>
                  </a:lnTo>
                  <a:lnTo>
                    <a:pt x="527222" y="562316"/>
                  </a:lnTo>
                  <a:lnTo>
                    <a:pt x="524759" y="562316"/>
                  </a:lnTo>
                  <a:lnTo>
                    <a:pt x="522295" y="562316"/>
                  </a:lnTo>
                  <a:lnTo>
                    <a:pt x="519831" y="562316"/>
                  </a:lnTo>
                  <a:lnTo>
                    <a:pt x="517368" y="562316"/>
                  </a:lnTo>
                  <a:lnTo>
                    <a:pt x="514904" y="562316"/>
                  </a:lnTo>
                  <a:lnTo>
                    <a:pt x="512440" y="562316"/>
                  </a:lnTo>
                  <a:lnTo>
                    <a:pt x="509977" y="562316"/>
                  </a:lnTo>
                  <a:lnTo>
                    <a:pt x="507513" y="562316"/>
                  </a:lnTo>
                  <a:lnTo>
                    <a:pt x="505049" y="562316"/>
                  </a:lnTo>
                  <a:lnTo>
                    <a:pt x="502586" y="562316"/>
                  </a:lnTo>
                  <a:lnTo>
                    <a:pt x="500122" y="562316"/>
                  </a:lnTo>
                  <a:lnTo>
                    <a:pt x="497658" y="562316"/>
                  </a:lnTo>
                  <a:lnTo>
                    <a:pt x="495195" y="562316"/>
                  </a:lnTo>
                  <a:lnTo>
                    <a:pt x="492731" y="562316"/>
                  </a:lnTo>
                  <a:lnTo>
                    <a:pt x="490267" y="562316"/>
                  </a:lnTo>
                  <a:lnTo>
                    <a:pt x="487804" y="562316"/>
                  </a:lnTo>
                  <a:lnTo>
                    <a:pt x="485340" y="562316"/>
                  </a:lnTo>
                  <a:lnTo>
                    <a:pt x="482876" y="562316"/>
                  </a:lnTo>
                  <a:lnTo>
                    <a:pt x="480413" y="562316"/>
                  </a:lnTo>
                  <a:lnTo>
                    <a:pt x="477949" y="562316"/>
                  </a:lnTo>
                  <a:lnTo>
                    <a:pt x="475485" y="562316"/>
                  </a:lnTo>
                  <a:lnTo>
                    <a:pt x="473022" y="562316"/>
                  </a:lnTo>
                  <a:lnTo>
                    <a:pt x="470558" y="562316"/>
                  </a:lnTo>
                  <a:lnTo>
                    <a:pt x="468094" y="562316"/>
                  </a:lnTo>
                  <a:lnTo>
                    <a:pt x="465631" y="562316"/>
                  </a:lnTo>
                  <a:lnTo>
                    <a:pt x="463167" y="562316"/>
                  </a:lnTo>
                  <a:lnTo>
                    <a:pt x="460703" y="562316"/>
                  </a:lnTo>
                  <a:lnTo>
                    <a:pt x="458240" y="562316"/>
                  </a:lnTo>
                  <a:lnTo>
                    <a:pt x="455776" y="562316"/>
                  </a:lnTo>
                  <a:lnTo>
                    <a:pt x="453312" y="562316"/>
                  </a:lnTo>
                  <a:lnTo>
                    <a:pt x="450849" y="562316"/>
                  </a:lnTo>
                  <a:lnTo>
                    <a:pt x="448385" y="562316"/>
                  </a:lnTo>
                  <a:lnTo>
                    <a:pt x="445922" y="562316"/>
                  </a:lnTo>
                  <a:lnTo>
                    <a:pt x="443458" y="562316"/>
                  </a:lnTo>
                  <a:lnTo>
                    <a:pt x="440994" y="562316"/>
                  </a:lnTo>
                  <a:lnTo>
                    <a:pt x="438531" y="562316"/>
                  </a:lnTo>
                  <a:lnTo>
                    <a:pt x="436067" y="562316"/>
                  </a:lnTo>
                  <a:lnTo>
                    <a:pt x="433603" y="562316"/>
                  </a:lnTo>
                  <a:lnTo>
                    <a:pt x="431140" y="562316"/>
                  </a:lnTo>
                  <a:lnTo>
                    <a:pt x="428676" y="562316"/>
                  </a:lnTo>
                  <a:lnTo>
                    <a:pt x="426212" y="562316"/>
                  </a:lnTo>
                  <a:lnTo>
                    <a:pt x="423749" y="562316"/>
                  </a:lnTo>
                  <a:lnTo>
                    <a:pt x="421285" y="562316"/>
                  </a:lnTo>
                  <a:lnTo>
                    <a:pt x="418821" y="562316"/>
                  </a:lnTo>
                  <a:lnTo>
                    <a:pt x="416358" y="562316"/>
                  </a:lnTo>
                  <a:lnTo>
                    <a:pt x="413894" y="562316"/>
                  </a:lnTo>
                  <a:lnTo>
                    <a:pt x="411430" y="562316"/>
                  </a:lnTo>
                  <a:lnTo>
                    <a:pt x="408967" y="562316"/>
                  </a:lnTo>
                  <a:lnTo>
                    <a:pt x="406503" y="562316"/>
                  </a:lnTo>
                  <a:lnTo>
                    <a:pt x="404039" y="562316"/>
                  </a:lnTo>
                  <a:lnTo>
                    <a:pt x="401576" y="562316"/>
                  </a:lnTo>
                  <a:lnTo>
                    <a:pt x="399112" y="562316"/>
                  </a:lnTo>
                  <a:lnTo>
                    <a:pt x="396648" y="562316"/>
                  </a:lnTo>
                  <a:lnTo>
                    <a:pt x="394185" y="562316"/>
                  </a:lnTo>
                  <a:lnTo>
                    <a:pt x="391721" y="562316"/>
                  </a:lnTo>
                  <a:lnTo>
                    <a:pt x="389257" y="562316"/>
                  </a:lnTo>
                  <a:lnTo>
                    <a:pt x="386794" y="562316"/>
                  </a:lnTo>
                  <a:lnTo>
                    <a:pt x="384330" y="562316"/>
                  </a:lnTo>
                  <a:lnTo>
                    <a:pt x="381866" y="562316"/>
                  </a:lnTo>
                  <a:lnTo>
                    <a:pt x="379403" y="562316"/>
                  </a:lnTo>
                  <a:lnTo>
                    <a:pt x="376939" y="562316"/>
                  </a:lnTo>
                  <a:lnTo>
                    <a:pt x="374475" y="562316"/>
                  </a:lnTo>
                  <a:lnTo>
                    <a:pt x="372012" y="562316"/>
                  </a:lnTo>
                  <a:lnTo>
                    <a:pt x="369548" y="562316"/>
                  </a:lnTo>
                  <a:lnTo>
                    <a:pt x="367084" y="562316"/>
                  </a:lnTo>
                  <a:lnTo>
                    <a:pt x="364621" y="562316"/>
                  </a:lnTo>
                  <a:lnTo>
                    <a:pt x="362157" y="562316"/>
                  </a:lnTo>
                  <a:lnTo>
                    <a:pt x="359694" y="562316"/>
                  </a:lnTo>
                  <a:lnTo>
                    <a:pt x="357230" y="562316"/>
                  </a:lnTo>
                  <a:lnTo>
                    <a:pt x="354766" y="562316"/>
                  </a:lnTo>
                  <a:lnTo>
                    <a:pt x="352303" y="562316"/>
                  </a:lnTo>
                  <a:lnTo>
                    <a:pt x="349839" y="562316"/>
                  </a:lnTo>
                  <a:lnTo>
                    <a:pt x="347375" y="562316"/>
                  </a:lnTo>
                  <a:lnTo>
                    <a:pt x="344912" y="562316"/>
                  </a:lnTo>
                  <a:lnTo>
                    <a:pt x="342448" y="562316"/>
                  </a:lnTo>
                  <a:lnTo>
                    <a:pt x="339984" y="562316"/>
                  </a:lnTo>
                  <a:lnTo>
                    <a:pt x="337521" y="562316"/>
                  </a:lnTo>
                  <a:lnTo>
                    <a:pt x="335057" y="562316"/>
                  </a:lnTo>
                  <a:lnTo>
                    <a:pt x="332593" y="562316"/>
                  </a:lnTo>
                  <a:lnTo>
                    <a:pt x="330130" y="562316"/>
                  </a:lnTo>
                  <a:lnTo>
                    <a:pt x="327666" y="562316"/>
                  </a:lnTo>
                  <a:lnTo>
                    <a:pt x="325202" y="562316"/>
                  </a:lnTo>
                  <a:lnTo>
                    <a:pt x="322739" y="562316"/>
                  </a:lnTo>
                  <a:lnTo>
                    <a:pt x="320275" y="562316"/>
                  </a:lnTo>
                  <a:lnTo>
                    <a:pt x="317811" y="562316"/>
                  </a:lnTo>
                  <a:lnTo>
                    <a:pt x="315348" y="562316"/>
                  </a:lnTo>
                  <a:lnTo>
                    <a:pt x="312884" y="562316"/>
                  </a:lnTo>
                  <a:lnTo>
                    <a:pt x="310420" y="562316"/>
                  </a:lnTo>
                  <a:lnTo>
                    <a:pt x="307957" y="562316"/>
                  </a:lnTo>
                  <a:lnTo>
                    <a:pt x="305493" y="562316"/>
                  </a:lnTo>
                  <a:lnTo>
                    <a:pt x="303029" y="562316"/>
                  </a:lnTo>
                  <a:lnTo>
                    <a:pt x="300566" y="562316"/>
                  </a:lnTo>
                  <a:lnTo>
                    <a:pt x="298102" y="562316"/>
                  </a:lnTo>
                  <a:lnTo>
                    <a:pt x="295638" y="562316"/>
                  </a:lnTo>
                  <a:lnTo>
                    <a:pt x="293175" y="562316"/>
                  </a:lnTo>
                  <a:lnTo>
                    <a:pt x="290711" y="562316"/>
                  </a:lnTo>
                  <a:lnTo>
                    <a:pt x="288247" y="562316"/>
                  </a:lnTo>
                  <a:lnTo>
                    <a:pt x="285784" y="562316"/>
                  </a:lnTo>
                  <a:lnTo>
                    <a:pt x="283320" y="562316"/>
                  </a:lnTo>
                  <a:lnTo>
                    <a:pt x="280856" y="562316"/>
                  </a:lnTo>
                  <a:lnTo>
                    <a:pt x="278393" y="562316"/>
                  </a:lnTo>
                  <a:lnTo>
                    <a:pt x="275929" y="562316"/>
                  </a:lnTo>
                  <a:lnTo>
                    <a:pt x="273465" y="562316"/>
                  </a:lnTo>
                  <a:lnTo>
                    <a:pt x="271002" y="562316"/>
                  </a:lnTo>
                  <a:lnTo>
                    <a:pt x="268538" y="562316"/>
                  </a:lnTo>
                  <a:lnTo>
                    <a:pt x="266075" y="562316"/>
                  </a:lnTo>
                  <a:lnTo>
                    <a:pt x="263611" y="562316"/>
                  </a:lnTo>
                  <a:lnTo>
                    <a:pt x="261147" y="562316"/>
                  </a:lnTo>
                  <a:lnTo>
                    <a:pt x="258684" y="562316"/>
                  </a:lnTo>
                  <a:lnTo>
                    <a:pt x="256220" y="562316"/>
                  </a:lnTo>
                  <a:lnTo>
                    <a:pt x="253756" y="562316"/>
                  </a:lnTo>
                  <a:lnTo>
                    <a:pt x="251293" y="562316"/>
                  </a:lnTo>
                  <a:lnTo>
                    <a:pt x="248829" y="562316"/>
                  </a:lnTo>
                  <a:lnTo>
                    <a:pt x="246365" y="562316"/>
                  </a:lnTo>
                  <a:lnTo>
                    <a:pt x="243902" y="562316"/>
                  </a:lnTo>
                  <a:lnTo>
                    <a:pt x="241438" y="562316"/>
                  </a:lnTo>
                  <a:lnTo>
                    <a:pt x="238974" y="562316"/>
                  </a:lnTo>
                  <a:lnTo>
                    <a:pt x="236511" y="562316"/>
                  </a:lnTo>
                  <a:lnTo>
                    <a:pt x="234047" y="562316"/>
                  </a:lnTo>
                  <a:lnTo>
                    <a:pt x="231583" y="562316"/>
                  </a:lnTo>
                  <a:lnTo>
                    <a:pt x="229120" y="562316"/>
                  </a:lnTo>
                  <a:lnTo>
                    <a:pt x="226656" y="562316"/>
                  </a:lnTo>
                  <a:lnTo>
                    <a:pt x="224192" y="562316"/>
                  </a:lnTo>
                  <a:lnTo>
                    <a:pt x="221729" y="562316"/>
                  </a:lnTo>
                  <a:lnTo>
                    <a:pt x="219265" y="562316"/>
                  </a:lnTo>
                  <a:lnTo>
                    <a:pt x="216801" y="562316"/>
                  </a:lnTo>
                  <a:lnTo>
                    <a:pt x="214338" y="562316"/>
                  </a:lnTo>
                  <a:lnTo>
                    <a:pt x="211874" y="562316"/>
                  </a:lnTo>
                  <a:lnTo>
                    <a:pt x="209410" y="562316"/>
                  </a:lnTo>
                  <a:lnTo>
                    <a:pt x="206947" y="562316"/>
                  </a:lnTo>
                  <a:lnTo>
                    <a:pt x="204483" y="562316"/>
                  </a:lnTo>
                  <a:lnTo>
                    <a:pt x="202019" y="562316"/>
                  </a:lnTo>
                  <a:lnTo>
                    <a:pt x="199556" y="562316"/>
                  </a:lnTo>
                  <a:lnTo>
                    <a:pt x="197092" y="562316"/>
                  </a:lnTo>
                  <a:lnTo>
                    <a:pt x="194628" y="562316"/>
                  </a:lnTo>
                  <a:lnTo>
                    <a:pt x="192165" y="562316"/>
                  </a:lnTo>
                  <a:lnTo>
                    <a:pt x="189701" y="562316"/>
                  </a:lnTo>
                  <a:lnTo>
                    <a:pt x="187237" y="562316"/>
                  </a:lnTo>
                  <a:lnTo>
                    <a:pt x="184774" y="562316"/>
                  </a:lnTo>
                  <a:lnTo>
                    <a:pt x="182310" y="562316"/>
                  </a:lnTo>
                  <a:lnTo>
                    <a:pt x="179847" y="562316"/>
                  </a:lnTo>
                  <a:lnTo>
                    <a:pt x="177383" y="562316"/>
                  </a:lnTo>
                  <a:lnTo>
                    <a:pt x="174919" y="562316"/>
                  </a:lnTo>
                  <a:lnTo>
                    <a:pt x="172456" y="562316"/>
                  </a:lnTo>
                  <a:lnTo>
                    <a:pt x="169992" y="562316"/>
                  </a:lnTo>
                  <a:lnTo>
                    <a:pt x="167528" y="562316"/>
                  </a:lnTo>
                  <a:lnTo>
                    <a:pt x="165065" y="562316"/>
                  </a:lnTo>
                  <a:lnTo>
                    <a:pt x="162601" y="562316"/>
                  </a:lnTo>
                  <a:lnTo>
                    <a:pt x="160137" y="562316"/>
                  </a:lnTo>
                  <a:lnTo>
                    <a:pt x="157674" y="562316"/>
                  </a:lnTo>
                  <a:lnTo>
                    <a:pt x="155210" y="562316"/>
                  </a:lnTo>
                  <a:lnTo>
                    <a:pt x="152746" y="562316"/>
                  </a:lnTo>
                  <a:lnTo>
                    <a:pt x="150283" y="562316"/>
                  </a:lnTo>
                  <a:lnTo>
                    <a:pt x="147819" y="562316"/>
                  </a:lnTo>
                  <a:lnTo>
                    <a:pt x="145355" y="562316"/>
                  </a:lnTo>
                  <a:lnTo>
                    <a:pt x="142892" y="562316"/>
                  </a:lnTo>
                  <a:lnTo>
                    <a:pt x="140428" y="562316"/>
                  </a:lnTo>
                  <a:lnTo>
                    <a:pt x="137964" y="562316"/>
                  </a:lnTo>
                  <a:lnTo>
                    <a:pt x="135501" y="562316"/>
                  </a:lnTo>
                  <a:lnTo>
                    <a:pt x="133037" y="562316"/>
                  </a:lnTo>
                  <a:lnTo>
                    <a:pt x="130573" y="562316"/>
                  </a:lnTo>
                  <a:lnTo>
                    <a:pt x="128110" y="562316"/>
                  </a:lnTo>
                  <a:lnTo>
                    <a:pt x="125646" y="562316"/>
                  </a:lnTo>
                  <a:lnTo>
                    <a:pt x="123182" y="562316"/>
                  </a:lnTo>
                  <a:lnTo>
                    <a:pt x="120719" y="562316"/>
                  </a:lnTo>
                  <a:lnTo>
                    <a:pt x="118255" y="562316"/>
                  </a:lnTo>
                  <a:lnTo>
                    <a:pt x="115791" y="562316"/>
                  </a:lnTo>
                  <a:lnTo>
                    <a:pt x="113328" y="562316"/>
                  </a:lnTo>
                  <a:lnTo>
                    <a:pt x="110864" y="562316"/>
                  </a:lnTo>
                  <a:lnTo>
                    <a:pt x="108400" y="562316"/>
                  </a:lnTo>
                  <a:lnTo>
                    <a:pt x="105937" y="562316"/>
                  </a:lnTo>
                  <a:lnTo>
                    <a:pt x="103473" y="562316"/>
                  </a:lnTo>
                  <a:lnTo>
                    <a:pt x="101009" y="562316"/>
                  </a:lnTo>
                  <a:lnTo>
                    <a:pt x="98546" y="562316"/>
                  </a:lnTo>
                  <a:lnTo>
                    <a:pt x="96082" y="562316"/>
                  </a:lnTo>
                  <a:lnTo>
                    <a:pt x="93618" y="562316"/>
                  </a:lnTo>
                  <a:lnTo>
                    <a:pt x="91155" y="562316"/>
                  </a:lnTo>
                  <a:lnTo>
                    <a:pt x="88691" y="562316"/>
                  </a:lnTo>
                  <a:lnTo>
                    <a:pt x="86228" y="562316"/>
                  </a:lnTo>
                  <a:lnTo>
                    <a:pt x="83764" y="562316"/>
                  </a:lnTo>
                  <a:lnTo>
                    <a:pt x="81300" y="562316"/>
                  </a:lnTo>
                  <a:lnTo>
                    <a:pt x="78837" y="562316"/>
                  </a:lnTo>
                  <a:lnTo>
                    <a:pt x="76373" y="562316"/>
                  </a:lnTo>
                  <a:lnTo>
                    <a:pt x="73909" y="562316"/>
                  </a:lnTo>
                  <a:lnTo>
                    <a:pt x="71446" y="562316"/>
                  </a:lnTo>
                  <a:lnTo>
                    <a:pt x="68982" y="562316"/>
                  </a:lnTo>
                  <a:lnTo>
                    <a:pt x="66518" y="562316"/>
                  </a:lnTo>
                  <a:lnTo>
                    <a:pt x="64055" y="562316"/>
                  </a:lnTo>
                  <a:lnTo>
                    <a:pt x="61591" y="562316"/>
                  </a:lnTo>
                  <a:lnTo>
                    <a:pt x="59127" y="562316"/>
                  </a:lnTo>
                  <a:lnTo>
                    <a:pt x="56664" y="562316"/>
                  </a:lnTo>
                  <a:lnTo>
                    <a:pt x="54200" y="562316"/>
                  </a:lnTo>
                  <a:lnTo>
                    <a:pt x="51736" y="562316"/>
                  </a:lnTo>
                  <a:lnTo>
                    <a:pt x="49273" y="562316"/>
                  </a:lnTo>
                  <a:lnTo>
                    <a:pt x="46809" y="562316"/>
                  </a:lnTo>
                  <a:lnTo>
                    <a:pt x="44345" y="562316"/>
                  </a:lnTo>
                  <a:lnTo>
                    <a:pt x="41882" y="562316"/>
                  </a:lnTo>
                  <a:lnTo>
                    <a:pt x="39418" y="562316"/>
                  </a:lnTo>
                  <a:lnTo>
                    <a:pt x="36954" y="562316"/>
                  </a:lnTo>
                  <a:lnTo>
                    <a:pt x="34491" y="562316"/>
                  </a:lnTo>
                  <a:lnTo>
                    <a:pt x="32027" y="562316"/>
                  </a:lnTo>
                  <a:lnTo>
                    <a:pt x="29563" y="562316"/>
                  </a:lnTo>
                  <a:lnTo>
                    <a:pt x="27100" y="562316"/>
                  </a:lnTo>
                  <a:lnTo>
                    <a:pt x="24636" y="562316"/>
                  </a:lnTo>
                  <a:lnTo>
                    <a:pt x="22172" y="562316"/>
                  </a:lnTo>
                  <a:lnTo>
                    <a:pt x="19709" y="562316"/>
                  </a:lnTo>
                  <a:lnTo>
                    <a:pt x="17245" y="562316"/>
                  </a:lnTo>
                  <a:lnTo>
                    <a:pt x="14781" y="562316"/>
                  </a:lnTo>
                  <a:lnTo>
                    <a:pt x="12318" y="562316"/>
                  </a:lnTo>
                  <a:lnTo>
                    <a:pt x="9854" y="562316"/>
                  </a:lnTo>
                  <a:lnTo>
                    <a:pt x="7390" y="562316"/>
                  </a:lnTo>
                  <a:lnTo>
                    <a:pt x="4927" y="562316"/>
                  </a:lnTo>
                  <a:lnTo>
                    <a:pt x="2463" y="56231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909616" y="3577526"/>
              <a:ext cx="1258929" cy="562316"/>
            </a:xfrm>
            <a:custGeom>
              <a:avLst/>
              <a:pathLst>
                <a:path w="1258929" h="562316">
                  <a:moveTo>
                    <a:pt x="0" y="562316"/>
                  </a:moveTo>
                  <a:lnTo>
                    <a:pt x="2463" y="562316"/>
                  </a:lnTo>
                  <a:lnTo>
                    <a:pt x="4927" y="562316"/>
                  </a:lnTo>
                  <a:lnTo>
                    <a:pt x="7390" y="562316"/>
                  </a:lnTo>
                  <a:lnTo>
                    <a:pt x="9854" y="562316"/>
                  </a:lnTo>
                  <a:lnTo>
                    <a:pt x="12318" y="562316"/>
                  </a:lnTo>
                  <a:lnTo>
                    <a:pt x="14781" y="562316"/>
                  </a:lnTo>
                  <a:lnTo>
                    <a:pt x="17245" y="562316"/>
                  </a:lnTo>
                  <a:lnTo>
                    <a:pt x="19709" y="562316"/>
                  </a:lnTo>
                  <a:lnTo>
                    <a:pt x="22172" y="562316"/>
                  </a:lnTo>
                  <a:lnTo>
                    <a:pt x="24636" y="562316"/>
                  </a:lnTo>
                  <a:lnTo>
                    <a:pt x="27100" y="562316"/>
                  </a:lnTo>
                  <a:lnTo>
                    <a:pt x="29563" y="562316"/>
                  </a:lnTo>
                  <a:lnTo>
                    <a:pt x="32027" y="562316"/>
                  </a:lnTo>
                  <a:lnTo>
                    <a:pt x="34491" y="562316"/>
                  </a:lnTo>
                  <a:lnTo>
                    <a:pt x="36954" y="562316"/>
                  </a:lnTo>
                  <a:lnTo>
                    <a:pt x="39418" y="562316"/>
                  </a:lnTo>
                  <a:lnTo>
                    <a:pt x="41882" y="562316"/>
                  </a:lnTo>
                  <a:lnTo>
                    <a:pt x="44345" y="562316"/>
                  </a:lnTo>
                  <a:lnTo>
                    <a:pt x="46809" y="562316"/>
                  </a:lnTo>
                  <a:lnTo>
                    <a:pt x="49273" y="562316"/>
                  </a:lnTo>
                  <a:lnTo>
                    <a:pt x="51736" y="562316"/>
                  </a:lnTo>
                  <a:lnTo>
                    <a:pt x="54200" y="562316"/>
                  </a:lnTo>
                  <a:lnTo>
                    <a:pt x="56664" y="562316"/>
                  </a:lnTo>
                  <a:lnTo>
                    <a:pt x="59127" y="562316"/>
                  </a:lnTo>
                  <a:lnTo>
                    <a:pt x="61591" y="562316"/>
                  </a:lnTo>
                  <a:lnTo>
                    <a:pt x="64055" y="562316"/>
                  </a:lnTo>
                  <a:lnTo>
                    <a:pt x="66518" y="562316"/>
                  </a:lnTo>
                  <a:lnTo>
                    <a:pt x="68982" y="562316"/>
                  </a:lnTo>
                  <a:lnTo>
                    <a:pt x="71446" y="562316"/>
                  </a:lnTo>
                  <a:lnTo>
                    <a:pt x="73909" y="562316"/>
                  </a:lnTo>
                  <a:lnTo>
                    <a:pt x="76373" y="562316"/>
                  </a:lnTo>
                  <a:lnTo>
                    <a:pt x="78837" y="562316"/>
                  </a:lnTo>
                  <a:lnTo>
                    <a:pt x="81300" y="562316"/>
                  </a:lnTo>
                  <a:lnTo>
                    <a:pt x="83764" y="562316"/>
                  </a:lnTo>
                  <a:lnTo>
                    <a:pt x="86228" y="562316"/>
                  </a:lnTo>
                  <a:lnTo>
                    <a:pt x="88691" y="562316"/>
                  </a:lnTo>
                  <a:lnTo>
                    <a:pt x="91155" y="562316"/>
                  </a:lnTo>
                  <a:lnTo>
                    <a:pt x="93618" y="562316"/>
                  </a:lnTo>
                  <a:lnTo>
                    <a:pt x="96082" y="562316"/>
                  </a:lnTo>
                  <a:lnTo>
                    <a:pt x="98546" y="562316"/>
                  </a:lnTo>
                  <a:lnTo>
                    <a:pt x="101009" y="562316"/>
                  </a:lnTo>
                  <a:lnTo>
                    <a:pt x="103473" y="562316"/>
                  </a:lnTo>
                  <a:lnTo>
                    <a:pt x="105937" y="562315"/>
                  </a:lnTo>
                  <a:lnTo>
                    <a:pt x="108400" y="562315"/>
                  </a:lnTo>
                  <a:lnTo>
                    <a:pt x="110864" y="562313"/>
                  </a:lnTo>
                  <a:lnTo>
                    <a:pt x="113328" y="562309"/>
                  </a:lnTo>
                  <a:lnTo>
                    <a:pt x="115791" y="562298"/>
                  </a:lnTo>
                  <a:lnTo>
                    <a:pt x="118255" y="562277"/>
                  </a:lnTo>
                  <a:lnTo>
                    <a:pt x="120719" y="562236"/>
                  </a:lnTo>
                  <a:lnTo>
                    <a:pt x="123182" y="562165"/>
                  </a:lnTo>
                  <a:lnTo>
                    <a:pt x="125646" y="562053"/>
                  </a:lnTo>
                  <a:lnTo>
                    <a:pt x="128110" y="561893"/>
                  </a:lnTo>
                  <a:lnTo>
                    <a:pt x="130573" y="561689"/>
                  </a:lnTo>
                  <a:lnTo>
                    <a:pt x="133037" y="561452"/>
                  </a:lnTo>
                  <a:lnTo>
                    <a:pt x="135501" y="561209"/>
                  </a:lnTo>
                  <a:lnTo>
                    <a:pt x="137964" y="560985"/>
                  </a:lnTo>
                  <a:lnTo>
                    <a:pt x="140428" y="560800"/>
                  </a:lnTo>
                  <a:lnTo>
                    <a:pt x="142892" y="560655"/>
                  </a:lnTo>
                  <a:lnTo>
                    <a:pt x="145355" y="560526"/>
                  </a:lnTo>
                  <a:lnTo>
                    <a:pt x="147819" y="560383"/>
                  </a:lnTo>
                  <a:lnTo>
                    <a:pt x="150283" y="560200"/>
                  </a:lnTo>
                  <a:lnTo>
                    <a:pt x="152746" y="559971"/>
                  </a:lnTo>
                  <a:lnTo>
                    <a:pt x="155210" y="559710"/>
                  </a:lnTo>
                  <a:lnTo>
                    <a:pt x="157674" y="559447"/>
                  </a:lnTo>
                  <a:lnTo>
                    <a:pt x="160137" y="559219"/>
                  </a:lnTo>
                  <a:lnTo>
                    <a:pt x="162601" y="559056"/>
                  </a:lnTo>
                  <a:lnTo>
                    <a:pt x="165065" y="558970"/>
                  </a:lnTo>
                  <a:lnTo>
                    <a:pt x="167528" y="558948"/>
                  </a:lnTo>
                  <a:lnTo>
                    <a:pt x="169992" y="558955"/>
                  </a:lnTo>
                  <a:lnTo>
                    <a:pt x="172456" y="558951"/>
                  </a:lnTo>
                  <a:lnTo>
                    <a:pt x="174919" y="558901"/>
                  </a:lnTo>
                  <a:lnTo>
                    <a:pt x="177383" y="558795"/>
                  </a:lnTo>
                  <a:lnTo>
                    <a:pt x="179847" y="558645"/>
                  </a:lnTo>
                  <a:lnTo>
                    <a:pt x="182310" y="558478"/>
                  </a:lnTo>
                  <a:lnTo>
                    <a:pt x="184774" y="558312"/>
                  </a:lnTo>
                  <a:lnTo>
                    <a:pt x="187237" y="558146"/>
                  </a:lnTo>
                  <a:lnTo>
                    <a:pt x="189701" y="557952"/>
                  </a:lnTo>
                  <a:lnTo>
                    <a:pt x="192165" y="557684"/>
                  </a:lnTo>
                  <a:lnTo>
                    <a:pt x="194628" y="557316"/>
                  </a:lnTo>
                  <a:lnTo>
                    <a:pt x="197092" y="556861"/>
                  </a:lnTo>
                  <a:lnTo>
                    <a:pt x="199556" y="556367"/>
                  </a:lnTo>
                  <a:lnTo>
                    <a:pt x="202019" y="555910"/>
                  </a:lnTo>
                  <a:lnTo>
                    <a:pt x="204483" y="555556"/>
                  </a:lnTo>
                  <a:lnTo>
                    <a:pt x="206947" y="555335"/>
                  </a:lnTo>
                  <a:lnTo>
                    <a:pt x="209410" y="555223"/>
                  </a:lnTo>
                  <a:lnTo>
                    <a:pt x="211874" y="555162"/>
                  </a:lnTo>
                  <a:lnTo>
                    <a:pt x="214338" y="555082"/>
                  </a:lnTo>
                  <a:lnTo>
                    <a:pt x="216801" y="554942"/>
                  </a:lnTo>
                  <a:lnTo>
                    <a:pt x="219265" y="554741"/>
                  </a:lnTo>
                  <a:lnTo>
                    <a:pt x="221729" y="554524"/>
                  </a:lnTo>
                  <a:lnTo>
                    <a:pt x="224192" y="554360"/>
                  </a:lnTo>
                  <a:lnTo>
                    <a:pt x="226656" y="554319"/>
                  </a:lnTo>
                  <a:lnTo>
                    <a:pt x="229120" y="554457"/>
                  </a:lnTo>
                  <a:lnTo>
                    <a:pt x="231583" y="554805"/>
                  </a:lnTo>
                  <a:lnTo>
                    <a:pt x="234047" y="555370"/>
                  </a:lnTo>
                  <a:lnTo>
                    <a:pt x="236511" y="556132"/>
                  </a:lnTo>
                  <a:lnTo>
                    <a:pt x="238974" y="557041"/>
                  </a:lnTo>
                  <a:lnTo>
                    <a:pt x="241438" y="558015"/>
                  </a:lnTo>
                  <a:lnTo>
                    <a:pt x="243902" y="558949"/>
                  </a:lnTo>
                  <a:lnTo>
                    <a:pt x="246365" y="559751"/>
                  </a:lnTo>
                  <a:lnTo>
                    <a:pt x="248829" y="560355"/>
                  </a:lnTo>
                  <a:lnTo>
                    <a:pt x="251293" y="560730"/>
                  </a:lnTo>
                  <a:lnTo>
                    <a:pt x="253756" y="560888"/>
                  </a:lnTo>
                  <a:lnTo>
                    <a:pt x="256220" y="560864"/>
                  </a:lnTo>
                  <a:lnTo>
                    <a:pt x="258684" y="560705"/>
                  </a:lnTo>
                  <a:lnTo>
                    <a:pt x="261147" y="560447"/>
                  </a:lnTo>
                  <a:lnTo>
                    <a:pt x="263611" y="560102"/>
                  </a:lnTo>
                  <a:lnTo>
                    <a:pt x="266075" y="559655"/>
                  </a:lnTo>
                  <a:lnTo>
                    <a:pt x="268538" y="559078"/>
                  </a:lnTo>
                  <a:lnTo>
                    <a:pt x="271002" y="558336"/>
                  </a:lnTo>
                  <a:lnTo>
                    <a:pt x="273465" y="557406"/>
                  </a:lnTo>
                  <a:lnTo>
                    <a:pt x="275929" y="556282"/>
                  </a:lnTo>
                  <a:lnTo>
                    <a:pt x="278393" y="554974"/>
                  </a:lnTo>
                  <a:lnTo>
                    <a:pt x="280856" y="553501"/>
                  </a:lnTo>
                  <a:lnTo>
                    <a:pt x="283320" y="551892"/>
                  </a:lnTo>
                  <a:lnTo>
                    <a:pt x="285784" y="550176"/>
                  </a:lnTo>
                  <a:lnTo>
                    <a:pt x="288247" y="548378"/>
                  </a:lnTo>
                  <a:lnTo>
                    <a:pt x="290711" y="546511"/>
                  </a:lnTo>
                  <a:lnTo>
                    <a:pt x="293175" y="544572"/>
                  </a:lnTo>
                  <a:lnTo>
                    <a:pt x="295638" y="542555"/>
                  </a:lnTo>
                  <a:lnTo>
                    <a:pt x="298102" y="540482"/>
                  </a:lnTo>
                  <a:lnTo>
                    <a:pt x="300566" y="538443"/>
                  </a:lnTo>
                  <a:lnTo>
                    <a:pt x="303029" y="536608"/>
                  </a:lnTo>
                  <a:lnTo>
                    <a:pt x="305493" y="535206"/>
                  </a:lnTo>
                  <a:lnTo>
                    <a:pt x="307957" y="534472"/>
                  </a:lnTo>
                  <a:lnTo>
                    <a:pt x="310420" y="534572"/>
                  </a:lnTo>
                  <a:lnTo>
                    <a:pt x="312884" y="535545"/>
                  </a:lnTo>
                  <a:lnTo>
                    <a:pt x="315348" y="537277"/>
                  </a:lnTo>
                  <a:lnTo>
                    <a:pt x="317811" y="539514"/>
                  </a:lnTo>
                  <a:lnTo>
                    <a:pt x="320275" y="541911"/>
                  </a:lnTo>
                  <a:lnTo>
                    <a:pt x="322739" y="544092"/>
                  </a:lnTo>
                  <a:lnTo>
                    <a:pt x="325202" y="545703"/>
                  </a:lnTo>
                  <a:lnTo>
                    <a:pt x="327666" y="546455"/>
                  </a:lnTo>
                  <a:lnTo>
                    <a:pt x="330130" y="546153"/>
                  </a:lnTo>
                  <a:lnTo>
                    <a:pt x="332593" y="544715"/>
                  </a:lnTo>
                  <a:lnTo>
                    <a:pt x="335057" y="542178"/>
                  </a:lnTo>
                  <a:lnTo>
                    <a:pt x="337521" y="538683"/>
                  </a:lnTo>
                  <a:lnTo>
                    <a:pt x="339984" y="534524"/>
                  </a:lnTo>
                  <a:lnTo>
                    <a:pt x="342448" y="530066"/>
                  </a:lnTo>
                  <a:lnTo>
                    <a:pt x="344912" y="525645"/>
                  </a:lnTo>
                  <a:lnTo>
                    <a:pt x="347375" y="521518"/>
                  </a:lnTo>
                  <a:lnTo>
                    <a:pt x="349839" y="517800"/>
                  </a:lnTo>
                  <a:lnTo>
                    <a:pt x="352303" y="514438"/>
                  </a:lnTo>
                  <a:lnTo>
                    <a:pt x="354766" y="511239"/>
                  </a:lnTo>
                  <a:lnTo>
                    <a:pt x="357230" y="507972"/>
                  </a:lnTo>
                  <a:lnTo>
                    <a:pt x="359694" y="504477"/>
                  </a:lnTo>
                  <a:lnTo>
                    <a:pt x="362157" y="500756"/>
                  </a:lnTo>
                  <a:lnTo>
                    <a:pt x="364621" y="496972"/>
                  </a:lnTo>
                  <a:lnTo>
                    <a:pt x="367084" y="493361"/>
                  </a:lnTo>
                  <a:lnTo>
                    <a:pt x="369548" y="490098"/>
                  </a:lnTo>
                  <a:lnTo>
                    <a:pt x="372012" y="487160"/>
                  </a:lnTo>
                  <a:lnTo>
                    <a:pt x="374475" y="484256"/>
                  </a:lnTo>
                  <a:lnTo>
                    <a:pt x="376939" y="480831"/>
                  </a:lnTo>
                  <a:lnTo>
                    <a:pt x="379403" y="476123"/>
                  </a:lnTo>
                  <a:lnTo>
                    <a:pt x="381866" y="469242"/>
                  </a:lnTo>
                  <a:lnTo>
                    <a:pt x="384330" y="459235"/>
                  </a:lnTo>
                  <a:lnTo>
                    <a:pt x="386794" y="444974"/>
                  </a:lnTo>
                  <a:lnTo>
                    <a:pt x="389257" y="425610"/>
                  </a:lnTo>
                  <a:lnTo>
                    <a:pt x="391721" y="400561"/>
                  </a:lnTo>
                  <a:lnTo>
                    <a:pt x="394185" y="369415"/>
                  </a:lnTo>
                  <a:lnTo>
                    <a:pt x="396648" y="332087"/>
                  </a:lnTo>
                  <a:lnTo>
                    <a:pt x="399112" y="288941"/>
                  </a:lnTo>
                  <a:lnTo>
                    <a:pt x="401576" y="240961"/>
                  </a:lnTo>
                  <a:lnTo>
                    <a:pt x="404039" y="189932"/>
                  </a:lnTo>
                  <a:lnTo>
                    <a:pt x="406503" y="138529"/>
                  </a:lnTo>
                  <a:lnTo>
                    <a:pt x="408967" y="90198"/>
                  </a:lnTo>
                  <a:lnTo>
                    <a:pt x="411430" y="48799"/>
                  </a:lnTo>
                  <a:lnTo>
                    <a:pt x="413894" y="18082"/>
                  </a:lnTo>
                  <a:lnTo>
                    <a:pt x="416358" y="1143"/>
                  </a:lnTo>
                  <a:lnTo>
                    <a:pt x="418821" y="0"/>
                  </a:lnTo>
                  <a:lnTo>
                    <a:pt x="421285" y="15346"/>
                  </a:lnTo>
                  <a:lnTo>
                    <a:pt x="423749" y="46468"/>
                  </a:lnTo>
                  <a:lnTo>
                    <a:pt x="426212" y="91279"/>
                  </a:lnTo>
                  <a:lnTo>
                    <a:pt x="428676" y="146488"/>
                  </a:lnTo>
                  <a:lnTo>
                    <a:pt x="431140" y="207937"/>
                  </a:lnTo>
                  <a:lnTo>
                    <a:pt x="433603" y="271130"/>
                  </a:lnTo>
                  <a:lnTo>
                    <a:pt x="436067" y="331589"/>
                  </a:lnTo>
                  <a:lnTo>
                    <a:pt x="438531" y="385987"/>
                  </a:lnTo>
                  <a:lnTo>
                    <a:pt x="440994" y="432443"/>
                  </a:lnTo>
                  <a:lnTo>
                    <a:pt x="443458" y="470231"/>
                  </a:lnTo>
                  <a:lnTo>
                    <a:pt x="445922" y="499576"/>
                  </a:lnTo>
                  <a:lnTo>
                    <a:pt x="448385" y="521342"/>
                  </a:lnTo>
                  <a:lnTo>
                    <a:pt x="450849" y="536747"/>
                  </a:lnTo>
                  <a:lnTo>
                    <a:pt x="453312" y="547125"/>
                  </a:lnTo>
                  <a:lnTo>
                    <a:pt x="455776" y="553757"/>
                  </a:lnTo>
                  <a:lnTo>
                    <a:pt x="458240" y="557761"/>
                  </a:lnTo>
                  <a:lnTo>
                    <a:pt x="460703" y="560035"/>
                  </a:lnTo>
                  <a:lnTo>
                    <a:pt x="463167" y="561246"/>
                  </a:lnTo>
                  <a:lnTo>
                    <a:pt x="465631" y="561847"/>
                  </a:lnTo>
                  <a:lnTo>
                    <a:pt x="468094" y="562125"/>
                  </a:lnTo>
                  <a:lnTo>
                    <a:pt x="470558" y="562243"/>
                  </a:lnTo>
                  <a:lnTo>
                    <a:pt x="473022" y="562290"/>
                  </a:lnTo>
                  <a:lnTo>
                    <a:pt x="475485" y="562307"/>
                  </a:lnTo>
                  <a:lnTo>
                    <a:pt x="477949" y="562313"/>
                  </a:lnTo>
                  <a:lnTo>
                    <a:pt x="480413" y="562315"/>
                  </a:lnTo>
                  <a:lnTo>
                    <a:pt x="482876" y="562315"/>
                  </a:lnTo>
                  <a:lnTo>
                    <a:pt x="485340" y="562316"/>
                  </a:lnTo>
                  <a:lnTo>
                    <a:pt x="487804" y="562316"/>
                  </a:lnTo>
                  <a:lnTo>
                    <a:pt x="490267" y="562316"/>
                  </a:lnTo>
                  <a:lnTo>
                    <a:pt x="492731" y="562316"/>
                  </a:lnTo>
                  <a:lnTo>
                    <a:pt x="495195" y="562316"/>
                  </a:lnTo>
                  <a:lnTo>
                    <a:pt x="497658" y="562316"/>
                  </a:lnTo>
                  <a:lnTo>
                    <a:pt x="500122" y="562316"/>
                  </a:lnTo>
                  <a:lnTo>
                    <a:pt x="502586" y="562316"/>
                  </a:lnTo>
                  <a:lnTo>
                    <a:pt x="505049" y="562316"/>
                  </a:lnTo>
                  <a:lnTo>
                    <a:pt x="507513" y="562316"/>
                  </a:lnTo>
                  <a:lnTo>
                    <a:pt x="509977" y="562316"/>
                  </a:lnTo>
                  <a:lnTo>
                    <a:pt x="512440" y="562316"/>
                  </a:lnTo>
                  <a:lnTo>
                    <a:pt x="514904" y="562316"/>
                  </a:lnTo>
                  <a:lnTo>
                    <a:pt x="517368" y="562316"/>
                  </a:lnTo>
                  <a:lnTo>
                    <a:pt x="519831" y="562316"/>
                  </a:lnTo>
                  <a:lnTo>
                    <a:pt x="522295" y="562316"/>
                  </a:lnTo>
                  <a:lnTo>
                    <a:pt x="524759" y="562316"/>
                  </a:lnTo>
                  <a:lnTo>
                    <a:pt x="527222" y="562316"/>
                  </a:lnTo>
                  <a:lnTo>
                    <a:pt x="529686" y="562316"/>
                  </a:lnTo>
                  <a:lnTo>
                    <a:pt x="532150" y="562316"/>
                  </a:lnTo>
                  <a:lnTo>
                    <a:pt x="534613" y="562316"/>
                  </a:lnTo>
                  <a:lnTo>
                    <a:pt x="537077" y="562316"/>
                  </a:lnTo>
                  <a:lnTo>
                    <a:pt x="539541" y="562316"/>
                  </a:lnTo>
                  <a:lnTo>
                    <a:pt x="542004" y="562316"/>
                  </a:lnTo>
                  <a:lnTo>
                    <a:pt x="544468" y="562316"/>
                  </a:lnTo>
                  <a:lnTo>
                    <a:pt x="546931" y="562316"/>
                  </a:lnTo>
                  <a:lnTo>
                    <a:pt x="549395" y="562316"/>
                  </a:lnTo>
                  <a:lnTo>
                    <a:pt x="551859" y="562316"/>
                  </a:lnTo>
                  <a:lnTo>
                    <a:pt x="554322" y="562316"/>
                  </a:lnTo>
                  <a:lnTo>
                    <a:pt x="556786" y="562316"/>
                  </a:lnTo>
                  <a:lnTo>
                    <a:pt x="559250" y="562316"/>
                  </a:lnTo>
                  <a:lnTo>
                    <a:pt x="561713" y="562316"/>
                  </a:lnTo>
                  <a:lnTo>
                    <a:pt x="564177" y="562316"/>
                  </a:lnTo>
                  <a:lnTo>
                    <a:pt x="566641" y="562316"/>
                  </a:lnTo>
                  <a:lnTo>
                    <a:pt x="569104" y="562316"/>
                  </a:lnTo>
                  <a:lnTo>
                    <a:pt x="571568" y="562316"/>
                  </a:lnTo>
                  <a:lnTo>
                    <a:pt x="574032" y="562316"/>
                  </a:lnTo>
                  <a:lnTo>
                    <a:pt x="576495" y="562316"/>
                  </a:lnTo>
                  <a:lnTo>
                    <a:pt x="578959" y="562316"/>
                  </a:lnTo>
                  <a:lnTo>
                    <a:pt x="581423" y="562316"/>
                  </a:lnTo>
                  <a:lnTo>
                    <a:pt x="583886" y="562316"/>
                  </a:lnTo>
                  <a:lnTo>
                    <a:pt x="586350" y="562316"/>
                  </a:lnTo>
                  <a:lnTo>
                    <a:pt x="588814" y="562316"/>
                  </a:lnTo>
                  <a:lnTo>
                    <a:pt x="591277" y="562316"/>
                  </a:lnTo>
                  <a:lnTo>
                    <a:pt x="593741" y="562316"/>
                  </a:lnTo>
                  <a:lnTo>
                    <a:pt x="596205" y="562316"/>
                  </a:lnTo>
                  <a:lnTo>
                    <a:pt x="598668" y="562316"/>
                  </a:lnTo>
                  <a:lnTo>
                    <a:pt x="601132" y="562316"/>
                  </a:lnTo>
                  <a:lnTo>
                    <a:pt x="603596" y="562316"/>
                  </a:lnTo>
                  <a:lnTo>
                    <a:pt x="606059" y="562316"/>
                  </a:lnTo>
                  <a:lnTo>
                    <a:pt x="608523" y="562316"/>
                  </a:lnTo>
                  <a:lnTo>
                    <a:pt x="610987" y="562316"/>
                  </a:lnTo>
                  <a:lnTo>
                    <a:pt x="613450" y="562316"/>
                  </a:lnTo>
                  <a:lnTo>
                    <a:pt x="615914" y="562316"/>
                  </a:lnTo>
                  <a:lnTo>
                    <a:pt x="618378" y="562316"/>
                  </a:lnTo>
                  <a:lnTo>
                    <a:pt x="620841" y="562316"/>
                  </a:lnTo>
                  <a:lnTo>
                    <a:pt x="623305" y="562316"/>
                  </a:lnTo>
                  <a:lnTo>
                    <a:pt x="625769" y="562316"/>
                  </a:lnTo>
                  <a:lnTo>
                    <a:pt x="628232" y="562316"/>
                  </a:lnTo>
                  <a:lnTo>
                    <a:pt x="630696" y="562316"/>
                  </a:lnTo>
                  <a:lnTo>
                    <a:pt x="633159" y="562316"/>
                  </a:lnTo>
                  <a:lnTo>
                    <a:pt x="635623" y="562316"/>
                  </a:lnTo>
                  <a:lnTo>
                    <a:pt x="638087" y="562316"/>
                  </a:lnTo>
                  <a:lnTo>
                    <a:pt x="640550" y="562316"/>
                  </a:lnTo>
                  <a:lnTo>
                    <a:pt x="643014" y="562316"/>
                  </a:lnTo>
                  <a:lnTo>
                    <a:pt x="645478" y="562316"/>
                  </a:lnTo>
                  <a:lnTo>
                    <a:pt x="647941" y="562316"/>
                  </a:lnTo>
                  <a:lnTo>
                    <a:pt x="650405" y="562316"/>
                  </a:lnTo>
                  <a:lnTo>
                    <a:pt x="652869" y="562316"/>
                  </a:lnTo>
                  <a:lnTo>
                    <a:pt x="655332" y="562316"/>
                  </a:lnTo>
                  <a:lnTo>
                    <a:pt x="657796" y="562316"/>
                  </a:lnTo>
                  <a:lnTo>
                    <a:pt x="660260" y="562316"/>
                  </a:lnTo>
                  <a:lnTo>
                    <a:pt x="662723" y="562316"/>
                  </a:lnTo>
                  <a:lnTo>
                    <a:pt x="665187" y="562316"/>
                  </a:lnTo>
                  <a:lnTo>
                    <a:pt x="667651" y="562316"/>
                  </a:lnTo>
                  <a:lnTo>
                    <a:pt x="670114" y="562316"/>
                  </a:lnTo>
                  <a:lnTo>
                    <a:pt x="672578" y="562316"/>
                  </a:lnTo>
                  <a:lnTo>
                    <a:pt x="675042" y="562316"/>
                  </a:lnTo>
                  <a:lnTo>
                    <a:pt x="677505" y="562316"/>
                  </a:lnTo>
                  <a:lnTo>
                    <a:pt x="679969" y="562316"/>
                  </a:lnTo>
                  <a:lnTo>
                    <a:pt x="682433" y="562316"/>
                  </a:lnTo>
                  <a:lnTo>
                    <a:pt x="684896" y="562316"/>
                  </a:lnTo>
                  <a:lnTo>
                    <a:pt x="687360" y="562316"/>
                  </a:lnTo>
                  <a:lnTo>
                    <a:pt x="689824" y="562316"/>
                  </a:lnTo>
                  <a:lnTo>
                    <a:pt x="692287" y="562316"/>
                  </a:lnTo>
                  <a:lnTo>
                    <a:pt x="694751" y="562316"/>
                  </a:lnTo>
                  <a:lnTo>
                    <a:pt x="697215" y="562316"/>
                  </a:lnTo>
                  <a:lnTo>
                    <a:pt x="699678" y="562316"/>
                  </a:lnTo>
                  <a:lnTo>
                    <a:pt x="702142" y="562316"/>
                  </a:lnTo>
                  <a:lnTo>
                    <a:pt x="704606" y="562316"/>
                  </a:lnTo>
                  <a:lnTo>
                    <a:pt x="707069" y="562316"/>
                  </a:lnTo>
                  <a:lnTo>
                    <a:pt x="709533" y="562316"/>
                  </a:lnTo>
                  <a:lnTo>
                    <a:pt x="711997" y="562316"/>
                  </a:lnTo>
                  <a:lnTo>
                    <a:pt x="714460" y="562316"/>
                  </a:lnTo>
                  <a:lnTo>
                    <a:pt x="716924" y="562316"/>
                  </a:lnTo>
                  <a:lnTo>
                    <a:pt x="719388" y="562316"/>
                  </a:lnTo>
                  <a:lnTo>
                    <a:pt x="721851" y="562316"/>
                  </a:lnTo>
                  <a:lnTo>
                    <a:pt x="724315" y="562316"/>
                  </a:lnTo>
                  <a:lnTo>
                    <a:pt x="726778" y="562316"/>
                  </a:lnTo>
                  <a:lnTo>
                    <a:pt x="729242" y="562316"/>
                  </a:lnTo>
                  <a:lnTo>
                    <a:pt x="731706" y="562316"/>
                  </a:lnTo>
                  <a:lnTo>
                    <a:pt x="734169" y="562316"/>
                  </a:lnTo>
                  <a:lnTo>
                    <a:pt x="736633" y="562316"/>
                  </a:lnTo>
                  <a:lnTo>
                    <a:pt x="739097" y="562316"/>
                  </a:lnTo>
                  <a:lnTo>
                    <a:pt x="741560" y="562316"/>
                  </a:lnTo>
                  <a:lnTo>
                    <a:pt x="744024" y="562316"/>
                  </a:lnTo>
                  <a:lnTo>
                    <a:pt x="746488" y="562316"/>
                  </a:lnTo>
                  <a:lnTo>
                    <a:pt x="748951" y="562316"/>
                  </a:lnTo>
                  <a:lnTo>
                    <a:pt x="751415" y="562316"/>
                  </a:lnTo>
                  <a:lnTo>
                    <a:pt x="753879" y="562316"/>
                  </a:lnTo>
                  <a:lnTo>
                    <a:pt x="756342" y="562316"/>
                  </a:lnTo>
                  <a:lnTo>
                    <a:pt x="758806" y="562316"/>
                  </a:lnTo>
                  <a:lnTo>
                    <a:pt x="761270" y="562316"/>
                  </a:lnTo>
                  <a:lnTo>
                    <a:pt x="763733" y="562316"/>
                  </a:lnTo>
                  <a:lnTo>
                    <a:pt x="766197" y="562316"/>
                  </a:lnTo>
                  <a:lnTo>
                    <a:pt x="768661" y="562316"/>
                  </a:lnTo>
                  <a:lnTo>
                    <a:pt x="771124" y="562316"/>
                  </a:lnTo>
                  <a:lnTo>
                    <a:pt x="773588" y="562316"/>
                  </a:lnTo>
                  <a:lnTo>
                    <a:pt x="776052" y="562316"/>
                  </a:lnTo>
                  <a:lnTo>
                    <a:pt x="778515" y="562316"/>
                  </a:lnTo>
                  <a:lnTo>
                    <a:pt x="780979" y="562316"/>
                  </a:lnTo>
                  <a:lnTo>
                    <a:pt x="783443" y="562316"/>
                  </a:lnTo>
                  <a:lnTo>
                    <a:pt x="785906" y="562316"/>
                  </a:lnTo>
                  <a:lnTo>
                    <a:pt x="788370" y="562316"/>
                  </a:lnTo>
                  <a:lnTo>
                    <a:pt x="790834" y="562316"/>
                  </a:lnTo>
                  <a:lnTo>
                    <a:pt x="793297" y="562316"/>
                  </a:lnTo>
                  <a:lnTo>
                    <a:pt x="795761" y="562316"/>
                  </a:lnTo>
                  <a:lnTo>
                    <a:pt x="798225" y="562316"/>
                  </a:lnTo>
                  <a:lnTo>
                    <a:pt x="800688" y="562316"/>
                  </a:lnTo>
                  <a:lnTo>
                    <a:pt x="803152" y="562316"/>
                  </a:lnTo>
                  <a:lnTo>
                    <a:pt x="805616" y="562316"/>
                  </a:lnTo>
                  <a:lnTo>
                    <a:pt x="808079" y="562316"/>
                  </a:lnTo>
                  <a:lnTo>
                    <a:pt x="810543" y="562316"/>
                  </a:lnTo>
                  <a:lnTo>
                    <a:pt x="813006" y="562316"/>
                  </a:lnTo>
                  <a:lnTo>
                    <a:pt x="815470" y="562316"/>
                  </a:lnTo>
                  <a:lnTo>
                    <a:pt x="817934" y="562316"/>
                  </a:lnTo>
                  <a:lnTo>
                    <a:pt x="820397" y="562316"/>
                  </a:lnTo>
                  <a:lnTo>
                    <a:pt x="822861" y="562316"/>
                  </a:lnTo>
                  <a:lnTo>
                    <a:pt x="825325" y="562316"/>
                  </a:lnTo>
                  <a:lnTo>
                    <a:pt x="827788" y="562316"/>
                  </a:lnTo>
                  <a:lnTo>
                    <a:pt x="830252" y="562316"/>
                  </a:lnTo>
                  <a:lnTo>
                    <a:pt x="832716" y="562316"/>
                  </a:lnTo>
                  <a:lnTo>
                    <a:pt x="835179" y="562316"/>
                  </a:lnTo>
                  <a:lnTo>
                    <a:pt x="837643" y="562316"/>
                  </a:lnTo>
                  <a:lnTo>
                    <a:pt x="840107" y="562316"/>
                  </a:lnTo>
                  <a:lnTo>
                    <a:pt x="842570" y="562316"/>
                  </a:lnTo>
                  <a:lnTo>
                    <a:pt x="845034" y="562316"/>
                  </a:lnTo>
                  <a:lnTo>
                    <a:pt x="847498" y="562316"/>
                  </a:lnTo>
                  <a:lnTo>
                    <a:pt x="849961" y="562316"/>
                  </a:lnTo>
                  <a:lnTo>
                    <a:pt x="852425" y="562316"/>
                  </a:lnTo>
                  <a:lnTo>
                    <a:pt x="854889" y="562316"/>
                  </a:lnTo>
                  <a:lnTo>
                    <a:pt x="857352" y="562316"/>
                  </a:lnTo>
                  <a:lnTo>
                    <a:pt x="859816" y="562316"/>
                  </a:lnTo>
                  <a:lnTo>
                    <a:pt x="862280" y="562316"/>
                  </a:lnTo>
                  <a:lnTo>
                    <a:pt x="864743" y="562316"/>
                  </a:lnTo>
                  <a:lnTo>
                    <a:pt x="867207" y="562316"/>
                  </a:lnTo>
                  <a:lnTo>
                    <a:pt x="869671" y="562316"/>
                  </a:lnTo>
                  <a:lnTo>
                    <a:pt x="872134" y="562316"/>
                  </a:lnTo>
                  <a:lnTo>
                    <a:pt x="874598" y="562316"/>
                  </a:lnTo>
                  <a:lnTo>
                    <a:pt x="877062" y="562316"/>
                  </a:lnTo>
                  <a:lnTo>
                    <a:pt x="879525" y="562316"/>
                  </a:lnTo>
                  <a:lnTo>
                    <a:pt x="881989" y="562316"/>
                  </a:lnTo>
                  <a:lnTo>
                    <a:pt x="884453" y="562316"/>
                  </a:lnTo>
                  <a:lnTo>
                    <a:pt x="886916" y="562316"/>
                  </a:lnTo>
                  <a:lnTo>
                    <a:pt x="889380" y="562316"/>
                  </a:lnTo>
                  <a:lnTo>
                    <a:pt x="891844" y="562316"/>
                  </a:lnTo>
                  <a:lnTo>
                    <a:pt x="894307" y="562316"/>
                  </a:lnTo>
                  <a:lnTo>
                    <a:pt x="896771" y="562316"/>
                  </a:lnTo>
                  <a:lnTo>
                    <a:pt x="899235" y="562316"/>
                  </a:lnTo>
                  <a:lnTo>
                    <a:pt x="901698" y="562316"/>
                  </a:lnTo>
                  <a:lnTo>
                    <a:pt x="904162" y="562316"/>
                  </a:lnTo>
                  <a:lnTo>
                    <a:pt x="906625" y="562316"/>
                  </a:lnTo>
                  <a:lnTo>
                    <a:pt x="909089" y="562316"/>
                  </a:lnTo>
                  <a:lnTo>
                    <a:pt x="911553" y="562316"/>
                  </a:lnTo>
                  <a:lnTo>
                    <a:pt x="914016" y="562316"/>
                  </a:lnTo>
                  <a:lnTo>
                    <a:pt x="916480" y="562316"/>
                  </a:lnTo>
                  <a:lnTo>
                    <a:pt x="918944" y="562316"/>
                  </a:lnTo>
                  <a:lnTo>
                    <a:pt x="921407" y="562316"/>
                  </a:lnTo>
                  <a:lnTo>
                    <a:pt x="923871" y="562316"/>
                  </a:lnTo>
                  <a:lnTo>
                    <a:pt x="926335" y="562316"/>
                  </a:lnTo>
                  <a:lnTo>
                    <a:pt x="928798" y="562316"/>
                  </a:lnTo>
                  <a:lnTo>
                    <a:pt x="931262" y="562316"/>
                  </a:lnTo>
                  <a:lnTo>
                    <a:pt x="933726" y="562316"/>
                  </a:lnTo>
                  <a:lnTo>
                    <a:pt x="936189" y="562316"/>
                  </a:lnTo>
                  <a:lnTo>
                    <a:pt x="938653" y="562316"/>
                  </a:lnTo>
                  <a:lnTo>
                    <a:pt x="941117" y="562316"/>
                  </a:lnTo>
                  <a:lnTo>
                    <a:pt x="943580" y="562316"/>
                  </a:lnTo>
                  <a:lnTo>
                    <a:pt x="946044" y="562316"/>
                  </a:lnTo>
                  <a:lnTo>
                    <a:pt x="948508" y="562316"/>
                  </a:lnTo>
                  <a:lnTo>
                    <a:pt x="950971" y="562316"/>
                  </a:lnTo>
                  <a:lnTo>
                    <a:pt x="953435" y="562316"/>
                  </a:lnTo>
                  <a:lnTo>
                    <a:pt x="955899" y="562316"/>
                  </a:lnTo>
                  <a:lnTo>
                    <a:pt x="958362" y="562316"/>
                  </a:lnTo>
                  <a:lnTo>
                    <a:pt x="960826" y="562316"/>
                  </a:lnTo>
                  <a:lnTo>
                    <a:pt x="963290" y="562316"/>
                  </a:lnTo>
                  <a:lnTo>
                    <a:pt x="965753" y="562316"/>
                  </a:lnTo>
                  <a:lnTo>
                    <a:pt x="968217" y="562316"/>
                  </a:lnTo>
                  <a:lnTo>
                    <a:pt x="970681" y="562316"/>
                  </a:lnTo>
                  <a:lnTo>
                    <a:pt x="973144" y="562316"/>
                  </a:lnTo>
                  <a:lnTo>
                    <a:pt x="975608" y="562316"/>
                  </a:lnTo>
                  <a:lnTo>
                    <a:pt x="978072" y="562316"/>
                  </a:lnTo>
                  <a:lnTo>
                    <a:pt x="980535" y="562316"/>
                  </a:lnTo>
                  <a:lnTo>
                    <a:pt x="982999" y="562316"/>
                  </a:lnTo>
                  <a:lnTo>
                    <a:pt x="985463" y="562316"/>
                  </a:lnTo>
                  <a:lnTo>
                    <a:pt x="987926" y="562316"/>
                  </a:lnTo>
                  <a:lnTo>
                    <a:pt x="990390" y="562316"/>
                  </a:lnTo>
                  <a:lnTo>
                    <a:pt x="992853" y="562316"/>
                  </a:lnTo>
                  <a:lnTo>
                    <a:pt x="995317" y="562316"/>
                  </a:lnTo>
                  <a:lnTo>
                    <a:pt x="997781" y="562316"/>
                  </a:lnTo>
                  <a:lnTo>
                    <a:pt x="1000244" y="562316"/>
                  </a:lnTo>
                  <a:lnTo>
                    <a:pt x="1002708" y="562316"/>
                  </a:lnTo>
                  <a:lnTo>
                    <a:pt x="1005172" y="562316"/>
                  </a:lnTo>
                  <a:lnTo>
                    <a:pt x="1007635" y="562316"/>
                  </a:lnTo>
                  <a:lnTo>
                    <a:pt x="1010099" y="562316"/>
                  </a:lnTo>
                  <a:lnTo>
                    <a:pt x="1012563" y="562316"/>
                  </a:lnTo>
                  <a:lnTo>
                    <a:pt x="1015026" y="562316"/>
                  </a:lnTo>
                  <a:lnTo>
                    <a:pt x="1017490" y="562316"/>
                  </a:lnTo>
                  <a:lnTo>
                    <a:pt x="1019954" y="562316"/>
                  </a:lnTo>
                  <a:lnTo>
                    <a:pt x="1022417" y="562316"/>
                  </a:lnTo>
                  <a:lnTo>
                    <a:pt x="1024881" y="562316"/>
                  </a:lnTo>
                  <a:lnTo>
                    <a:pt x="1027345" y="562316"/>
                  </a:lnTo>
                  <a:lnTo>
                    <a:pt x="1029808" y="562316"/>
                  </a:lnTo>
                  <a:lnTo>
                    <a:pt x="1032272" y="562316"/>
                  </a:lnTo>
                  <a:lnTo>
                    <a:pt x="1034736" y="562316"/>
                  </a:lnTo>
                  <a:lnTo>
                    <a:pt x="1037199" y="562316"/>
                  </a:lnTo>
                  <a:lnTo>
                    <a:pt x="1039663" y="562316"/>
                  </a:lnTo>
                  <a:lnTo>
                    <a:pt x="1042127" y="562316"/>
                  </a:lnTo>
                  <a:lnTo>
                    <a:pt x="1044590" y="562316"/>
                  </a:lnTo>
                  <a:lnTo>
                    <a:pt x="1047054" y="562316"/>
                  </a:lnTo>
                  <a:lnTo>
                    <a:pt x="1049518" y="562316"/>
                  </a:lnTo>
                  <a:lnTo>
                    <a:pt x="1051981" y="562316"/>
                  </a:lnTo>
                  <a:lnTo>
                    <a:pt x="1054445" y="562316"/>
                  </a:lnTo>
                  <a:lnTo>
                    <a:pt x="1056909" y="562316"/>
                  </a:lnTo>
                  <a:lnTo>
                    <a:pt x="1059372" y="562316"/>
                  </a:lnTo>
                  <a:lnTo>
                    <a:pt x="1061836" y="562316"/>
                  </a:lnTo>
                  <a:lnTo>
                    <a:pt x="1064300" y="562316"/>
                  </a:lnTo>
                  <a:lnTo>
                    <a:pt x="1066763" y="562316"/>
                  </a:lnTo>
                  <a:lnTo>
                    <a:pt x="1069227" y="562316"/>
                  </a:lnTo>
                  <a:lnTo>
                    <a:pt x="1071691" y="562316"/>
                  </a:lnTo>
                  <a:lnTo>
                    <a:pt x="1074154" y="562316"/>
                  </a:lnTo>
                  <a:lnTo>
                    <a:pt x="1076618" y="562316"/>
                  </a:lnTo>
                  <a:lnTo>
                    <a:pt x="1079082" y="562316"/>
                  </a:lnTo>
                  <a:lnTo>
                    <a:pt x="1081545" y="562316"/>
                  </a:lnTo>
                  <a:lnTo>
                    <a:pt x="1084009" y="562316"/>
                  </a:lnTo>
                  <a:lnTo>
                    <a:pt x="1086472" y="562316"/>
                  </a:lnTo>
                  <a:lnTo>
                    <a:pt x="1088936" y="562316"/>
                  </a:lnTo>
                  <a:lnTo>
                    <a:pt x="1091400" y="562316"/>
                  </a:lnTo>
                  <a:lnTo>
                    <a:pt x="1093863" y="562316"/>
                  </a:lnTo>
                  <a:lnTo>
                    <a:pt x="1096327" y="562316"/>
                  </a:lnTo>
                  <a:lnTo>
                    <a:pt x="1098791" y="562316"/>
                  </a:lnTo>
                  <a:lnTo>
                    <a:pt x="1101254" y="562316"/>
                  </a:lnTo>
                  <a:lnTo>
                    <a:pt x="1103718" y="562316"/>
                  </a:lnTo>
                  <a:lnTo>
                    <a:pt x="1106182" y="562316"/>
                  </a:lnTo>
                  <a:lnTo>
                    <a:pt x="1108645" y="562316"/>
                  </a:lnTo>
                  <a:lnTo>
                    <a:pt x="1111109" y="562316"/>
                  </a:lnTo>
                  <a:lnTo>
                    <a:pt x="1113573" y="562316"/>
                  </a:lnTo>
                  <a:lnTo>
                    <a:pt x="1116036" y="562316"/>
                  </a:lnTo>
                  <a:lnTo>
                    <a:pt x="1118500" y="562316"/>
                  </a:lnTo>
                  <a:lnTo>
                    <a:pt x="1120964" y="562316"/>
                  </a:lnTo>
                  <a:lnTo>
                    <a:pt x="1123427" y="562316"/>
                  </a:lnTo>
                  <a:lnTo>
                    <a:pt x="1125891" y="562316"/>
                  </a:lnTo>
                  <a:lnTo>
                    <a:pt x="1128355" y="562316"/>
                  </a:lnTo>
                  <a:lnTo>
                    <a:pt x="1130818" y="562316"/>
                  </a:lnTo>
                  <a:lnTo>
                    <a:pt x="1133282" y="562316"/>
                  </a:lnTo>
                  <a:lnTo>
                    <a:pt x="1135746" y="562316"/>
                  </a:lnTo>
                  <a:lnTo>
                    <a:pt x="1138209" y="562316"/>
                  </a:lnTo>
                  <a:lnTo>
                    <a:pt x="1140673" y="562316"/>
                  </a:lnTo>
                  <a:lnTo>
                    <a:pt x="1143137" y="562316"/>
                  </a:lnTo>
                  <a:lnTo>
                    <a:pt x="1145600" y="562316"/>
                  </a:lnTo>
                  <a:lnTo>
                    <a:pt x="1148064" y="562316"/>
                  </a:lnTo>
                  <a:lnTo>
                    <a:pt x="1150528" y="562316"/>
                  </a:lnTo>
                  <a:lnTo>
                    <a:pt x="1152991" y="562316"/>
                  </a:lnTo>
                  <a:lnTo>
                    <a:pt x="1155455" y="562316"/>
                  </a:lnTo>
                  <a:lnTo>
                    <a:pt x="1157919" y="562316"/>
                  </a:lnTo>
                  <a:lnTo>
                    <a:pt x="1160382" y="562316"/>
                  </a:lnTo>
                  <a:lnTo>
                    <a:pt x="1162846" y="562316"/>
                  </a:lnTo>
                  <a:lnTo>
                    <a:pt x="1165310" y="562316"/>
                  </a:lnTo>
                  <a:lnTo>
                    <a:pt x="1167773" y="562316"/>
                  </a:lnTo>
                  <a:lnTo>
                    <a:pt x="1170237" y="562316"/>
                  </a:lnTo>
                  <a:lnTo>
                    <a:pt x="1172701" y="562316"/>
                  </a:lnTo>
                  <a:lnTo>
                    <a:pt x="1175164" y="562316"/>
                  </a:lnTo>
                  <a:lnTo>
                    <a:pt x="1177628" y="562316"/>
                  </a:lnTo>
                  <a:lnTo>
                    <a:pt x="1180091" y="562316"/>
                  </a:lnTo>
                  <a:lnTo>
                    <a:pt x="1182555" y="562316"/>
                  </a:lnTo>
                  <a:lnTo>
                    <a:pt x="1185019" y="562316"/>
                  </a:lnTo>
                  <a:lnTo>
                    <a:pt x="1187482" y="562316"/>
                  </a:lnTo>
                  <a:lnTo>
                    <a:pt x="1189946" y="562316"/>
                  </a:lnTo>
                  <a:lnTo>
                    <a:pt x="1192410" y="562316"/>
                  </a:lnTo>
                  <a:lnTo>
                    <a:pt x="1194873" y="562316"/>
                  </a:lnTo>
                  <a:lnTo>
                    <a:pt x="1197337" y="562316"/>
                  </a:lnTo>
                  <a:lnTo>
                    <a:pt x="1199801" y="562316"/>
                  </a:lnTo>
                  <a:lnTo>
                    <a:pt x="1202264" y="562316"/>
                  </a:lnTo>
                  <a:lnTo>
                    <a:pt x="1204728" y="562316"/>
                  </a:lnTo>
                  <a:lnTo>
                    <a:pt x="1207192" y="562316"/>
                  </a:lnTo>
                  <a:lnTo>
                    <a:pt x="1209655" y="562316"/>
                  </a:lnTo>
                  <a:lnTo>
                    <a:pt x="1212119" y="562316"/>
                  </a:lnTo>
                  <a:lnTo>
                    <a:pt x="1214583" y="562316"/>
                  </a:lnTo>
                  <a:lnTo>
                    <a:pt x="1217046" y="562316"/>
                  </a:lnTo>
                  <a:lnTo>
                    <a:pt x="1219510" y="562316"/>
                  </a:lnTo>
                  <a:lnTo>
                    <a:pt x="1221974" y="562316"/>
                  </a:lnTo>
                  <a:lnTo>
                    <a:pt x="1224437" y="562316"/>
                  </a:lnTo>
                  <a:lnTo>
                    <a:pt x="1226901" y="562316"/>
                  </a:lnTo>
                  <a:lnTo>
                    <a:pt x="1229365" y="562316"/>
                  </a:lnTo>
                  <a:lnTo>
                    <a:pt x="1231828" y="562316"/>
                  </a:lnTo>
                  <a:lnTo>
                    <a:pt x="1234292" y="562316"/>
                  </a:lnTo>
                  <a:lnTo>
                    <a:pt x="1236756" y="562316"/>
                  </a:lnTo>
                  <a:lnTo>
                    <a:pt x="1239219" y="562316"/>
                  </a:lnTo>
                  <a:lnTo>
                    <a:pt x="1241683" y="562316"/>
                  </a:lnTo>
                  <a:lnTo>
                    <a:pt x="1244147" y="562316"/>
                  </a:lnTo>
                  <a:lnTo>
                    <a:pt x="1246610" y="562316"/>
                  </a:lnTo>
                  <a:lnTo>
                    <a:pt x="1249074" y="562316"/>
                  </a:lnTo>
                  <a:lnTo>
                    <a:pt x="1251538" y="562316"/>
                  </a:lnTo>
                  <a:lnTo>
                    <a:pt x="1254001" y="562316"/>
                  </a:lnTo>
                  <a:lnTo>
                    <a:pt x="1256465" y="562316"/>
                  </a:lnTo>
                  <a:lnTo>
                    <a:pt x="1258929" y="562316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909616" y="3842052"/>
              <a:ext cx="1258929" cy="297790"/>
            </a:xfrm>
            <a:custGeom>
              <a:avLst/>
              <a:pathLst>
                <a:path w="1258929" h="297790">
                  <a:moveTo>
                    <a:pt x="0" y="297790"/>
                  </a:moveTo>
                  <a:lnTo>
                    <a:pt x="2463" y="297790"/>
                  </a:lnTo>
                  <a:lnTo>
                    <a:pt x="4927" y="297790"/>
                  </a:lnTo>
                  <a:lnTo>
                    <a:pt x="7390" y="297790"/>
                  </a:lnTo>
                  <a:lnTo>
                    <a:pt x="9854" y="297790"/>
                  </a:lnTo>
                  <a:lnTo>
                    <a:pt x="12318" y="297790"/>
                  </a:lnTo>
                  <a:lnTo>
                    <a:pt x="14781" y="297790"/>
                  </a:lnTo>
                  <a:lnTo>
                    <a:pt x="17245" y="297790"/>
                  </a:lnTo>
                  <a:lnTo>
                    <a:pt x="19709" y="297790"/>
                  </a:lnTo>
                  <a:lnTo>
                    <a:pt x="22172" y="297790"/>
                  </a:lnTo>
                  <a:lnTo>
                    <a:pt x="24636" y="297790"/>
                  </a:lnTo>
                  <a:lnTo>
                    <a:pt x="27100" y="297790"/>
                  </a:lnTo>
                  <a:lnTo>
                    <a:pt x="29563" y="297790"/>
                  </a:lnTo>
                  <a:lnTo>
                    <a:pt x="32027" y="297790"/>
                  </a:lnTo>
                  <a:lnTo>
                    <a:pt x="34491" y="297790"/>
                  </a:lnTo>
                  <a:lnTo>
                    <a:pt x="36954" y="297790"/>
                  </a:lnTo>
                  <a:lnTo>
                    <a:pt x="39418" y="297790"/>
                  </a:lnTo>
                  <a:lnTo>
                    <a:pt x="41882" y="297790"/>
                  </a:lnTo>
                  <a:lnTo>
                    <a:pt x="44345" y="297790"/>
                  </a:lnTo>
                  <a:lnTo>
                    <a:pt x="46809" y="297790"/>
                  </a:lnTo>
                  <a:lnTo>
                    <a:pt x="49273" y="297790"/>
                  </a:lnTo>
                  <a:lnTo>
                    <a:pt x="51736" y="297790"/>
                  </a:lnTo>
                  <a:lnTo>
                    <a:pt x="54200" y="297790"/>
                  </a:lnTo>
                  <a:lnTo>
                    <a:pt x="56664" y="297790"/>
                  </a:lnTo>
                  <a:lnTo>
                    <a:pt x="59127" y="297790"/>
                  </a:lnTo>
                  <a:lnTo>
                    <a:pt x="61591" y="297790"/>
                  </a:lnTo>
                  <a:lnTo>
                    <a:pt x="64055" y="297790"/>
                  </a:lnTo>
                  <a:lnTo>
                    <a:pt x="66518" y="297790"/>
                  </a:lnTo>
                  <a:lnTo>
                    <a:pt x="68982" y="297790"/>
                  </a:lnTo>
                  <a:lnTo>
                    <a:pt x="71446" y="297790"/>
                  </a:lnTo>
                  <a:lnTo>
                    <a:pt x="73909" y="297790"/>
                  </a:lnTo>
                  <a:lnTo>
                    <a:pt x="76373" y="297790"/>
                  </a:lnTo>
                  <a:lnTo>
                    <a:pt x="78837" y="297790"/>
                  </a:lnTo>
                  <a:lnTo>
                    <a:pt x="81300" y="297790"/>
                  </a:lnTo>
                  <a:lnTo>
                    <a:pt x="83764" y="297790"/>
                  </a:lnTo>
                  <a:lnTo>
                    <a:pt x="86228" y="297790"/>
                  </a:lnTo>
                  <a:lnTo>
                    <a:pt x="88691" y="297790"/>
                  </a:lnTo>
                  <a:lnTo>
                    <a:pt x="91155" y="297790"/>
                  </a:lnTo>
                  <a:lnTo>
                    <a:pt x="93618" y="297790"/>
                  </a:lnTo>
                  <a:lnTo>
                    <a:pt x="96082" y="297790"/>
                  </a:lnTo>
                  <a:lnTo>
                    <a:pt x="98546" y="297790"/>
                  </a:lnTo>
                  <a:lnTo>
                    <a:pt x="101009" y="297790"/>
                  </a:lnTo>
                  <a:lnTo>
                    <a:pt x="103473" y="297790"/>
                  </a:lnTo>
                  <a:lnTo>
                    <a:pt x="105937" y="297790"/>
                  </a:lnTo>
                  <a:lnTo>
                    <a:pt x="108400" y="297790"/>
                  </a:lnTo>
                  <a:lnTo>
                    <a:pt x="110864" y="297790"/>
                  </a:lnTo>
                  <a:lnTo>
                    <a:pt x="113328" y="297790"/>
                  </a:lnTo>
                  <a:lnTo>
                    <a:pt x="115791" y="297789"/>
                  </a:lnTo>
                  <a:lnTo>
                    <a:pt x="118255" y="297789"/>
                  </a:lnTo>
                  <a:lnTo>
                    <a:pt x="120719" y="297789"/>
                  </a:lnTo>
                  <a:lnTo>
                    <a:pt x="123182" y="297788"/>
                  </a:lnTo>
                  <a:lnTo>
                    <a:pt x="125646" y="297787"/>
                  </a:lnTo>
                  <a:lnTo>
                    <a:pt x="128110" y="297785"/>
                  </a:lnTo>
                  <a:lnTo>
                    <a:pt x="130573" y="297782"/>
                  </a:lnTo>
                  <a:lnTo>
                    <a:pt x="133037" y="297777"/>
                  </a:lnTo>
                  <a:lnTo>
                    <a:pt x="135501" y="297769"/>
                  </a:lnTo>
                  <a:lnTo>
                    <a:pt x="137964" y="297756"/>
                  </a:lnTo>
                  <a:lnTo>
                    <a:pt x="140428" y="297738"/>
                  </a:lnTo>
                  <a:lnTo>
                    <a:pt x="142892" y="297712"/>
                  </a:lnTo>
                  <a:lnTo>
                    <a:pt x="145355" y="297675"/>
                  </a:lnTo>
                  <a:lnTo>
                    <a:pt x="147819" y="297626"/>
                  </a:lnTo>
                  <a:lnTo>
                    <a:pt x="150283" y="297563"/>
                  </a:lnTo>
                  <a:lnTo>
                    <a:pt x="152746" y="297483"/>
                  </a:lnTo>
                  <a:lnTo>
                    <a:pt x="155210" y="297384"/>
                  </a:lnTo>
                  <a:lnTo>
                    <a:pt x="157674" y="297266"/>
                  </a:lnTo>
                  <a:lnTo>
                    <a:pt x="160137" y="297130"/>
                  </a:lnTo>
                  <a:lnTo>
                    <a:pt x="162601" y="296977"/>
                  </a:lnTo>
                  <a:lnTo>
                    <a:pt x="165065" y="296810"/>
                  </a:lnTo>
                  <a:lnTo>
                    <a:pt x="167528" y="296632"/>
                  </a:lnTo>
                  <a:lnTo>
                    <a:pt x="169992" y="296450"/>
                  </a:lnTo>
                  <a:lnTo>
                    <a:pt x="172456" y="296271"/>
                  </a:lnTo>
                  <a:lnTo>
                    <a:pt x="174919" y="296099"/>
                  </a:lnTo>
                  <a:lnTo>
                    <a:pt x="177383" y="295940"/>
                  </a:lnTo>
                  <a:lnTo>
                    <a:pt x="179847" y="295798"/>
                  </a:lnTo>
                  <a:lnTo>
                    <a:pt x="182310" y="295678"/>
                  </a:lnTo>
                  <a:lnTo>
                    <a:pt x="184774" y="295580"/>
                  </a:lnTo>
                  <a:lnTo>
                    <a:pt x="187237" y="295504"/>
                  </a:lnTo>
                  <a:lnTo>
                    <a:pt x="189701" y="295450"/>
                  </a:lnTo>
                  <a:lnTo>
                    <a:pt x="192165" y="295413"/>
                  </a:lnTo>
                  <a:lnTo>
                    <a:pt x="194628" y="295389"/>
                  </a:lnTo>
                  <a:lnTo>
                    <a:pt x="197092" y="295367"/>
                  </a:lnTo>
                  <a:lnTo>
                    <a:pt x="199556" y="295337"/>
                  </a:lnTo>
                  <a:lnTo>
                    <a:pt x="202019" y="295289"/>
                  </a:lnTo>
                  <a:lnTo>
                    <a:pt x="204483" y="295211"/>
                  </a:lnTo>
                  <a:lnTo>
                    <a:pt x="206947" y="295095"/>
                  </a:lnTo>
                  <a:lnTo>
                    <a:pt x="209410" y="294934"/>
                  </a:lnTo>
                  <a:lnTo>
                    <a:pt x="211874" y="294723"/>
                  </a:lnTo>
                  <a:lnTo>
                    <a:pt x="214338" y="294463"/>
                  </a:lnTo>
                  <a:lnTo>
                    <a:pt x="216801" y="294160"/>
                  </a:lnTo>
                  <a:lnTo>
                    <a:pt x="219265" y="293823"/>
                  </a:lnTo>
                  <a:lnTo>
                    <a:pt x="221729" y="293465"/>
                  </a:lnTo>
                  <a:lnTo>
                    <a:pt x="224192" y="293105"/>
                  </a:lnTo>
                  <a:lnTo>
                    <a:pt x="226656" y="292765"/>
                  </a:lnTo>
                  <a:lnTo>
                    <a:pt x="229120" y="292461"/>
                  </a:lnTo>
                  <a:lnTo>
                    <a:pt x="231583" y="292209"/>
                  </a:lnTo>
                  <a:lnTo>
                    <a:pt x="234047" y="292022"/>
                  </a:lnTo>
                  <a:lnTo>
                    <a:pt x="236511" y="291907"/>
                  </a:lnTo>
                  <a:lnTo>
                    <a:pt x="238974" y="291867"/>
                  </a:lnTo>
                  <a:lnTo>
                    <a:pt x="241438" y="291899"/>
                  </a:lnTo>
                  <a:lnTo>
                    <a:pt x="243902" y="291997"/>
                  </a:lnTo>
                  <a:lnTo>
                    <a:pt x="246365" y="292149"/>
                  </a:lnTo>
                  <a:lnTo>
                    <a:pt x="248829" y="292342"/>
                  </a:lnTo>
                  <a:lnTo>
                    <a:pt x="251293" y="292561"/>
                  </a:lnTo>
                  <a:lnTo>
                    <a:pt x="253756" y="292791"/>
                  </a:lnTo>
                  <a:lnTo>
                    <a:pt x="256220" y="293015"/>
                  </a:lnTo>
                  <a:lnTo>
                    <a:pt x="258684" y="293222"/>
                  </a:lnTo>
                  <a:lnTo>
                    <a:pt x="261147" y="293407"/>
                  </a:lnTo>
                  <a:lnTo>
                    <a:pt x="263611" y="293563"/>
                  </a:lnTo>
                  <a:lnTo>
                    <a:pt x="266075" y="293692"/>
                  </a:lnTo>
                  <a:lnTo>
                    <a:pt x="268538" y="293793"/>
                  </a:lnTo>
                  <a:lnTo>
                    <a:pt x="271002" y="293870"/>
                  </a:lnTo>
                  <a:lnTo>
                    <a:pt x="273465" y="293928"/>
                  </a:lnTo>
                  <a:lnTo>
                    <a:pt x="275929" y="293972"/>
                  </a:lnTo>
                  <a:lnTo>
                    <a:pt x="278393" y="294010"/>
                  </a:lnTo>
                  <a:lnTo>
                    <a:pt x="280856" y="294048"/>
                  </a:lnTo>
                  <a:lnTo>
                    <a:pt x="283320" y="294096"/>
                  </a:lnTo>
                  <a:lnTo>
                    <a:pt x="285784" y="294160"/>
                  </a:lnTo>
                  <a:lnTo>
                    <a:pt x="288247" y="294246"/>
                  </a:lnTo>
                  <a:lnTo>
                    <a:pt x="290711" y="294359"/>
                  </a:lnTo>
                  <a:lnTo>
                    <a:pt x="293175" y="294503"/>
                  </a:lnTo>
                  <a:lnTo>
                    <a:pt x="295638" y="294677"/>
                  </a:lnTo>
                  <a:lnTo>
                    <a:pt x="298102" y="294879"/>
                  </a:lnTo>
                  <a:lnTo>
                    <a:pt x="300566" y="295104"/>
                  </a:lnTo>
                  <a:lnTo>
                    <a:pt x="303029" y="295343"/>
                  </a:lnTo>
                  <a:lnTo>
                    <a:pt x="305493" y="295585"/>
                  </a:lnTo>
                  <a:lnTo>
                    <a:pt x="307957" y="295817"/>
                  </a:lnTo>
                  <a:lnTo>
                    <a:pt x="310420" y="296026"/>
                  </a:lnTo>
                  <a:lnTo>
                    <a:pt x="312884" y="296192"/>
                  </a:lnTo>
                  <a:lnTo>
                    <a:pt x="315348" y="296305"/>
                  </a:lnTo>
                  <a:lnTo>
                    <a:pt x="317811" y="296354"/>
                  </a:lnTo>
                  <a:lnTo>
                    <a:pt x="320275" y="296334"/>
                  </a:lnTo>
                  <a:lnTo>
                    <a:pt x="322739" y="296238"/>
                  </a:lnTo>
                  <a:lnTo>
                    <a:pt x="325202" y="296065"/>
                  </a:lnTo>
                  <a:lnTo>
                    <a:pt x="327666" y="295819"/>
                  </a:lnTo>
                  <a:lnTo>
                    <a:pt x="330130" y="295502"/>
                  </a:lnTo>
                  <a:lnTo>
                    <a:pt x="332593" y="295124"/>
                  </a:lnTo>
                  <a:lnTo>
                    <a:pt x="335057" y="294694"/>
                  </a:lnTo>
                  <a:lnTo>
                    <a:pt x="337521" y="294221"/>
                  </a:lnTo>
                  <a:lnTo>
                    <a:pt x="339984" y="293717"/>
                  </a:lnTo>
                  <a:lnTo>
                    <a:pt x="342448" y="293193"/>
                  </a:lnTo>
                  <a:lnTo>
                    <a:pt x="344912" y="292659"/>
                  </a:lnTo>
                  <a:lnTo>
                    <a:pt x="347375" y="292122"/>
                  </a:lnTo>
                  <a:lnTo>
                    <a:pt x="349839" y="291587"/>
                  </a:lnTo>
                  <a:lnTo>
                    <a:pt x="352303" y="291057"/>
                  </a:lnTo>
                  <a:lnTo>
                    <a:pt x="354766" y="290531"/>
                  </a:lnTo>
                  <a:lnTo>
                    <a:pt x="357230" y="290011"/>
                  </a:lnTo>
                  <a:lnTo>
                    <a:pt x="359694" y="289493"/>
                  </a:lnTo>
                  <a:lnTo>
                    <a:pt x="362157" y="288976"/>
                  </a:lnTo>
                  <a:lnTo>
                    <a:pt x="364621" y="288458"/>
                  </a:lnTo>
                  <a:lnTo>
                    <a:pt x="367084" y="287936"/>
                  </a:lnTo>
                  <a:lnTo>
                    <a:pt x="369548" y="287408"/>
                  </a:lnTo>
                  <a:lnTo>
                    <a:pt x="372012" y="286874"/>
                  </a:lnTo>
                  <a:lnTo>
                    <a:pt x="374475" y="286332"/>
                  </a:lnTo>
                  <a:lnTo>
                    <a:pt x="376939" y="285783"/>
                  </a:lnTo>
                  <a:lnTo>
                    <a:pt x="379403" y="285229"/>
                  </a:lnTo>
                  <a:lnTo>
                    <a:pt x="381866" y="284673"/>
                  </a:lnTo>
                  <a:lnTo>
                    <a:pt x="384330" y="284120"/>
                  </a:lnTo>
                  <a:lnTo>
                    <a:pt x="386794" y="283578"/>
                  </a:lnTo>
                  <a:lnTo>
                    <a:pt x="389257" y="283057"/>
                  </a:lnTo>
                  <a:lnTo>
                    <a:pt x="391721" y="282567"/>
                  </a:lnTo>
                  <a:lnTo>
                    <a:pt x="394185" y="282122"/>
                  </a:lnTo>
                  <a:lnTo>
                    <a:pt x="396648" y="281734"/>
                  </a:lnTo>
                  <a:lnTo>
                    <a:pt x="399112" y="281422"/>
                  </a:lnTo>
                  <a:lnTo>
                    <a:pt x="401576" y="281188"/>
                  </a:lnTo>
                  <a:lnTo>
                    <a:pt x="404039" y="281032"/>
                  </a:lnTo>
                  <a:lnTo>
                    <a:pt x="406503" y="280950"/>
                  </a:lnTo>
                  <a:lnTo>
                    <a:pt x="408967" y="280929"/>
                  </a:lnTo>
                  <a:lnTo>
                    <a:pt x="411430" y="280952"/>
                  </a:lnTo>
                  <a:lnTo>
                    <a:pt x="413894" y="280995"/>
                  </a:lnTo>
                  <a:lnTo>
                    <a:pt x="416358" y="281034"/>
                  </a:lnTo>
                  <a:lnTo>
                    <a:pt x="418821" y="281040"/>
                  </a:lnTo>
                  <a:lnTo>
                    <a:pt x="421285" y="280986"/>
                  </a:lnTo>
                  <a:lnTo>
                    <a:pt x="423749" y="280845"/>
                  </a:lnTo>
                  <a:lnTo>
                    <a:pt x="426212" y="280594"/>
                  </a:lnTo>
                  <a:lnTo>
                    <a:pt x="428676" y="280193"/>
                  </a:lnTo>
                  <a:lnTo>
                    <a:pt x="431140" y="279635"/>
                  </a:lnTo>
                  <a:lnTo>
                    <a:pt x="433603" y="278903"/>
                  </a:lnTo>
                  <a:lnTo>
                    <a:pt x="436067" y="277983"/>
                  </a:lnTo>
                  <a:lnTo>
                    <a:pt x="438531" y="276864"/>
                  </a:lnTo>
                  <a:lnTo>
                    <a:pt x="440994" y="275540"/>
                  </a:lnTo>
                  <a:lnTo>
                    <a:pt x="443458" y="274013"/>
                  </a:lnTo>
                  <a:lnTo>
                    <a:pt x="445922" y="272288"/>
                  </a:lnTo>
                  <a:lnTo>
                    <a:pt x="448385" y="270383"/>
                  </a:lnTo>
                  <a:lnTo>
                    <a:pt x="450849" y="268321"/>
                  </a:lnTo>
                  <a:lnTo>
                    <a:pt x="453312" y="266137"/>
                  </a:lnTo>
                  <a:lnTo>
                    <a:pt x="455776" y="263867"/>
                  </a:lnTo>
                  <a:lnTo>
                    <a:pt x="458240" y="261561"/>
                  </a:lnTo>
                  <a:lnTo>
                    <a:pt x="460703" y="259265"/>
                  </a:lnTo>
                  <a:lnTo>
                    <a:pt x="463167" y="257014"/>
                  </a:lnTo>
                  <a:lnTo>
                    <a:pt x="465631" y="254828"/>
                  </a:lnTo>
                  <a:lnTo>
                    <a:pt x="468094" y="252713"/>
                  </a:lnTo>
                  <a:lnTo>
                    <a:pt x="470558" y="250654"/>
                  </a:lnTo>
                  <a:lnTo>
                    <a:pt x="473022" y="248616"/>
                  </a:lnTo>
                  <a:lnTo>
                    <a:pt x="475485" y="246542"/>
                  </a:lnTo>
                  <a:lnTo>
                    <a:pt x="477949" y="244358"/>
                  </a:lnTo>
                  <a:lnTo>
                    <a:pt x="480413" y="241975"/>
                  </a:lnTo>
                  <a:lnTo>
                    <a:pt x="482876" y="239295"/>
                  </a:lnTo>
                  <a:lnTo>
                    <a:pt x="485340" y="236191"/>
                  </a:lnTo>
                  <a:lnTo>
                    <a:pt x="487804" y="232540"/>
                  </a:lnTo>
                  <a:lnTo>
                    <a:pt x="490267" y="228270"/>
                  </a:lnTo>
                  <a:lnTo>
                    <a:pt x="492731" y="223299"/>
                  </a:lnTo>
                  <a:lnTo>
                    <a:pt x="495195" y="217556"/>
                  </a:lnTo>
                  <a:lnTo>
                    <a:pt x="497658" y="210984"/>
                  </a:lnTo>
                  <a:lnTo>
                    <a:pt x="500122" y="203539"/>
                  </a:lnTo>
                  <a:lnTo>
                    <a:pt x="502586" y="195194"/>
                  </a:lnTo>
                  <a:lnTo>
                    <a:pt x="505049" y="185937"/>
                  </a:lnTo>
                  <a:lnTo>
                    <a:pt x="507513" y="175775"/>
                  </a:lnTo>
                  <a:lnTo>
                    <a:pt x="509977" y="164736"/>
                  </a:lnTo>
                  <a:lnTo>
                    <a:pt x="512440" y="152872"/>
                  </a:lnTo>
                  <a:lnTo>
                    <a:pt x="514904" y="140221"/>
                  </a:lnTo>
                  <a:lnTo>
                    <a:pt x="517368" y="126937"/>
                  </a:lnTo>
                  <a:lnTo>
                    <a:pt x="519831" y="113201"/>
                  </a:lnTo>
                  <a:lnTo>
                    <a:pt x="522295" y="99200"/>
                  </a:lnTo>
                  <a:lnTo>
                    <a:pt x="524759" y="85152"/>
                  </a:lnTo>
                  <a:lnTo>
                    <a:pt x="527222" y="71301"/>
                  </a:lnTo>
                  <a:lnTo>
                    <a:pt x="529686" y="57913"/>
                  </a:lnTo>
                  <a:lnTo>
                    <a:pt x="532150" y="45266"/>
                  </a:lnTo>
                  <a:lnTo>
                    <a:pt x="534613" y="33644"/>
                  </a:lnTo>
                  <a:lnTo>
                    <a:pt x="537077" y="23325"/>
                  </a:lnTo>
                  <a:lnTo>
                    <a:pt x="539541" y="14569"/>
                  </a:lnTo>
                  <a:lnTo>
                    <a:pt x="542004" y="7613"/>
                  </a:lnTo>
                  <a:lnTo>
                    <a:pt x="544468" y="2847"/>
                  </a:lnTo>
                  <a:lnTo>
                    <a:pt x="546931" y="290"/>
                  </a:lnTo>
                  <a:lnTo>
                    <a:pt x="549395" y="0"/>
                  </a:lnTo>
                  <a:lnTo>
                    <a:pt x="551859" y="2006"/>
                  </a:lnTo>
                  <a:lnTo>
                    <a:pt x="554322" y="6284"/>
                  </a:lnTo>
                  <a:lnTo>
                    <a:pt x="556786" y="12751"/>
                  </a:lnTo>
                  <a:lnTo>
                    <a:pt x="559250" y="21272"/>
                  </a:lnTo>
                  <a:lnTo>
                    <a:pt x="561713" y="31664"/>
                  </a:lnTo>
                  <a:lnTo>
                    <a:pt x="564177" y="43705"/>
                  </a:lnTo>
                  <a:lnTo>
                    <a:pt x="566641" y="57139"/>
                  </a:lnTo>
                  <a:lnTo>
                    <a:pt x="569104" y="71693"/>
                  </a:lnTo>
                  <a:lnTo>
                    <a:pt x="571568" y="87085"/>
                  </a:lnTo>
                  <a:lnTo>
                    <a:pt x="574032" y="103042"/>
                  </a:lnTo>
                  <a:lnTo>
                    <a:pt x="576495" y="119214"/>
                  </a:lnTo>
                  <a:lnTo>
                    <a:pt x="578959" y="135352"/>
                  </a:lnTo>
                  <a:lnTo>
                    <a:pt x="581423" y="151226"/>
                  </a:lnTo>
                  <a:lnTo>
                    <a:pt x="583886" y="166637"/>
                  </a:lnTo>
                  <a:lnTo>
                    <a:pt x="586350" y="181413"/>
                  </a:lnTo>
                  <a:lnTo>
                    <a:pt x="588814" y="195410"/>
                  </a:lnTo>
                  <a:lnTo>
                    <a:pt x="591277" y="208519"/>
                  </a:lnTo>
                  <a:lnTo>
                    <a:pt x="593741" y="220655"/>
                  </a:lnTo>
                  <a:lnTo>
                    <a:pt x="596205" y="231767"/>
                  </a:lnTo>
                  <a:lnTo>
                    <a:pt x="598668" y="241827"/>
                  </a:lnTo>
                  <a:lnTo>
                    <a:pt x="601132" y="250804"/>
                  </a:lnTo>
                  <a:lnTo>
                    <a:pt x="603596" y="258681"/>
                  </a:lnTo>
                  <a:lnTo>
                    <a:pt x="606059" y="265577"/>
                  </a:lnTo>
                  <a:lnTo>
                    <a:pt x="608523" y="271550"/>
                  </a:lnTo>
                  <a:lnTo>
                    <a:pt x="610987" y="276665"/>
                  </a:lnTo>
                  <a:lnTo>
                    <a:pt x="613450" y="280994"/>
                  </a:lnTo>
                  <a:lnTo>
                    <a:pt x="615914" y="284614"/>
                  </a:lnTo>
                  <a:lnTo>
                    <a:pt x="618378" y="287599"/>
                  </a:lnTo>
                  <a:lnTo>
                    <a:pt x="620841" y="290027"/>
                  </a:lnTo>
                  <a:lnTo>
                    <a:pt x="623305" y="291972"/>
                  </a:lnTo>
                  <a:lnTo>
                    <a:pt x="625769" y="293505"/>
                  </a:lnTo>
                  <a:lnTo>
                    <a:pt x="628232" y="294691"/>
                  </a:lnTo>
                  <a:lnTo>
                    <a:pt x="630696" y="295581"/>
                  </a:lnTo>
                  <a:lnTo>
                    <a:pt x="633159" y="296237"/>
                  </a:lnTo>
                  <a:lnTo>
                    <a:pt x="635623" y="296720"/>
                  </a:lnTo>
                  <a:lnTo>
                    <a:pt x="638087" y="297067"/>
                  </a:lnTo>
                  <a:lnTo>
                    <a:pt x="640550" y="297312"/>
                  </a:lnTo>
                  <a:lnTo>
                    <a:pt x="643014" y="297481"/>
                  </a:lnTo>
                  <a:lnTo>
                    <a:pt x="645478" y="297595"/>
                  </a:lnTo>
                  <a:lnTo>
                    <a:pt x="647941" y="297670"/>
                  </a:lnTo>
                  <a:lnTo>
                    <a:pt x="650405" y="297718"/>
                  </a:lnTo>
                  <a:lnTo>
                    <a:pt x="652869" y="297747"/>
                  </a:lnTo>
                  <a:lnTo>
                    <a:pt x="655332" y="297766"/>
                  </a:lnTo>
                  <a:lnTo>
                    <a:pt x="657796" y="297776"/>
                  </a:lnTo>
                  <a:lnTo>
                    <a:pt x="660260" y="297782"/>
                  </a:lnTo>
                  <a:lnTo>
                    <a:pt x="662723" y="297786"/>
                  </a:lnTo>
                  <a:lnTo>
                    <a:pt x="665187" y="297788"/>
                  </a:lnTo>
                  <a:lnTo>
                    <a:pt x="667651" y="297789"/>
                  </a:lnTo>
                  <a:lnTo>
                    <a:pt x="670114" y="297789"/>
                  </a:lnTo>
                  <a:lnTo>
                    <a:pt x="672578" y="297789"/>
                  </a:lnTo>
                  <a:lnTo>
                    <a:pt x="675042" y="297790"/>
                  </a:lnTo>
                  <a:lnTo>
                    <a:pt x="677505" y="297790"/>
                  </a:lnTo>
                  <a:lnTo>
                    <a:pt x="679969" y="297790"/>
                  </a:lnTo>
                  <a:lnTo>
                    <a:pt x="682433" y="297790"/>
                  </a:lnTo>
                  <a:lnTo>
                    <a:pt x="684896" y="297790"/>
                  </a:lnTo>
                  <a:lnTo>
                    <a:pt x="687360" y="297790"/>
                  </a:lnTo>
                  <a:lnTo>
                    <a:pt x="689824" y="297790"/>
                  </a:lnTo>
                  <a:lnTo>
                    <a:pt x="692287" y="297790"/>
                  </a:lnTo>
                  <a:lnTo>
                    <a:pt x="694751" y="297790"/>
                  </a:lnTo>
                  <a:lnTo>
                    <a:pt x="697215" y="297790"/>
                  </a:lnTo>
                  <a:lnTo>
                    <a:pt x="699678" y="297790"/>
                  </a:lnTo>
                  <a:lnTo>
                    <a:pt x="702142" y="297790"/>
                  </a:lnTo>
                  <a:lnTo>
                    <a:pt x="704606" y="297790"/>
                  </a:lnTo>
                  <a:lnTo>
                    <a:pt x="707069" y="297790"/>
                  </a:lnTo>
                  <a:lnTo>
                    <a:pt x="709533" y="297790"/>
                  </a:lnTo>
                  <a:lnTo>
                    <a:pt x="711997" y="297790"/>
                  </a:lnTo>
                  <a:lnTo>
                    <a:pt x="714460" y="297790"/>
                  </a:lnTo>
                  <a:lnTo>
                    <a:pt x="716924" y="297790"/>
                  </a:lnTo>
                  <a:lnTo>
                    <a:pt x="719388" y="297790"/>
                  </a:lnTo>
                  <a:lnTo>
                    <a:pt x="721851" y="297790"/>
                  </a:lnTo>
                  <a:lnTo>
                    <a:pt x="724315" y="297790"/>
                  </a:lnTo>
                  <a:lnTo>
                    <a:pt x="726778" y="297790"/>
                  </a:lnTo>
                  <a:lnTo>
                    <a:pt x="729242" y="297790"/>
                  </a:lnTo>
                  <a:lnTo>
                    <a:pt x="731706" y="297790"/>
                  </a:lnTo>
                  <a:lnTo>
                    <a:pt x="734169" y="297790"/>
                  </a:lnTo>
                  <a:lnTo>
                    <a:pt x="736633" y="297790"/>
                  </a:lnTo>
                  <a:lnTo>
                    <a:pt x="739097" y="297790"/>
                  </a:lnTo>
                  <a:lnTo>
                    <a:pt x="741560" y="297790"/>
                  </a:lnTo>
                  <a:lnTo>
                    <a:pt x="744024" y="297790"/>
                  </a:lnTo>
                  <a:lnTo>
                    <a:pt x="746488" y="297790"/>
                  </a:lnTo>
                  <a:lnTo>
                    <a:pt x="748951" y="297790"/>
                  </a:lnTo>
                  <a:lnTo>
                    <a:pt x="751415" y="297790"/>
                  </a:lnTo>
                  <a:lnTo>
                    <a:pt x="753879" y="297790"/>
                  </a:lnTo>
                  <a:lnTo>
                    <a:pt x="756342" y="297790"/>
                  </a:lnTo>
                  <a:lnTo>
                    <a:pt x="758806" y="297790"/>
                  </a:lnTo>
                  <a:lnTo>
                    <a:pt x="761270" y="297790"/>
                  </a:lnTo>
                  <a:lnTo>
                    <a:pt x="763733" y="297790"/>
                  </a:lnTo>
                  <a:lnTo>
                    <a:pt x="766197" y="297790"/>
                  </a:lnTo>
                  <a:lnTo>
                    <a:pt x="768661" y="297790"/>
                  </a:lnTo>
                  <a:lnTo>
                    <a:pt x="771124" y="297790"/>
                  </a:lnTo>
                  <a:lnTo>
                    <a:pt x="773588" y="297790"/>
                  </a:lnTo>
                  <a:lnTo>
                    <a:pt x="776052" y="297790"/>
                  </a:lnTo>
                  <a:lnTo>
                    <a:pt x="778515" y="297790"/>
                  </a:lnTo>
                  <a:lnTo>
                    <a:pt x="780979" y="297790"/>
                  </a:lnTo>
                  <a:lnTo>
                    <a:pt x="783443" y="297790"/>
                  </a:lnTo>
                  <a:lnTo>
                    <a:pt x="785906" y="297790"/>
                  </a:lnTo>
                  <a:lnTo>
                    <a:pt x="788370" y="297790"/>
                  </a:lnTo>
                  <a:lnTo>
                    <a:pt x="790834" y="297790"/>
                  </a:lnTo>
                  <a:lnTo>
                    <a:pt x="793297" y="297790"/>
                  </a:lnTo>
                  <a:lnTo>
                    <a:pt x="795761" y="297790"/>
                  </a:lnTo>
                  <a:lnTo>
                    <a:pt x="798225" y="297790"/>
                  </a:lnTo>
                  <a:lnTo>
                    <a:pt x="800688" y="297790"/>
                  </a:lnTo>
                  <a:lnTo>
                    <a:pt x="803152" y="297790"/>
                  </a:lnTo>
                  <a:lnTo>
                    <a:pt x="805616" y="297790"/>
                  </a:lnTo>
                  <a:lnTo>
                    <a:pt x="808079" y="297790"/>
                  </a:lnTo>
                  <a:lnTo>
                    <a:pt x="810543" y="297790"/>
                  </a:lnTo>
                  <a:lnTo>
                    <a:pt x="813006" y="297790"/>
                  </a:lnTo>
                  <a:lnTo>
                    <a:pt x="815470" y="297790"/>
                  </a:lnTo>
                  <a:lnTo>
                    <a:pt x="817934" y="297790"/>
                  </a:lnTo>
                  <a:lnTo>
                    <a:pt x="820397" y="297790"/>
                  </a:lnTo>
                  <a:lnTo>
                    <a:pt x="822861" y="297790"/>
                  </a:lnTo>
                  <a:lnTo>
                    <a:pt x="825325" y="297790"/>
                  </a:lnTo>
                  <a:lnTo>
                    <a:pt x="827788" y="297790"/>
                  </a:lnTo>
                  <a:lnTo>
                    <a:pt x="830252" y="297790"/>
                  </a:lnTo>
                  <a:lnTo>
                    <a:pt x="832716" y="297790"/>
                  </a:lnTo>
                  <a:lnTo>
                    <a:pt x="835179" y="297790"/>
                  </a:lnTo>
                  <a:lnTo>
                    <a:pt x="837643" y="297790"/>
                  </a:lnTo>
                  <a:lnTo>
                    <a:pt x="840107" y="297790"/>
                  </a:lnTo>
                  <a:lnTo>
                    <a:pt x="842570" y="297790"/>
                  </a:lnTo>
                  <a:lnTo>
                    <a:pt x="845034" y="297790"/>
                  </a:lnTo>
                  <a:lnTo>
                    <a:pt x="847498" y="297790"/>
                  </a:lnTo>
                  <a:lnTo>
                    <a:pt x="849961" y="297790"/>
                  </a:lnTo>
                  <a:lnTo>
                    <a:pt x="852425" y="297790"/>
                  </a:lnTo>
                  <a:lnTo>
                    <a:pt x="854889" y="297790"/>
                  </a:lnTo>
                  <a:lnTo>
                    <a:pt x="857352" y="297790"/>
                  </a:lnTo>
                  <a:lnTo>
                    <a:pt x="859816" y="297790"/>
                  </a:lnTo>
                  <a:lnTo>
                    <a:pt x="862280" y="297790"/>
                  </a:lnTo>
                  <a:lnTo>
                    <a:pt x="864743" y="297790"/>
                  </a:lnTo>
                  <a:lnTo>
                    <a:pt x="867207" y="297790"/>
                  </a:lnTo>
                  <a:lnTo>
                    <a:pt x="869671" y="297790"/>
                  </a:lnTo>
                  <a:lnTo>
                    <a:pt x="872134" y="297790"/>
                  </a:lnTo>
                  <a:lnTo>
                    <a:pt x="874598" y="297790"/>
                  </a:lnTo>
                  <a:lnTo>
                    <a:pt x="877062" y="297790"/>
                  </a:lnTo>
                  <a:lnTo>
                    <a:pt x="879525" y="297790"/>
                  </a:lnTo>
                  <a:lnTo>
                    <a:pt x="881989" y="297790"/>
                  </a:lnTo>
                  <a:lnTo>
                    <a:pt x="884453" y="297790"/>
                  </a:lnTo>
                  <a:lnTo>
                    <a:pt x="886916" y="297790"/>
                  </a:lnTo>
                  <a:lnTo>
                    <a:pt x="889380" y="297790"/>
                  </a:lnTo>
                  <a:lnTo>
                    <a:pt x="891844" y="297790"/>
                  </a:lnTo>
                  <a:lnTo>
                    <a:pt x="894307" y="297790"/>
                  </a:lnTo>
                  <a:lnTo>
                    <a:pt x="896771" y="297790"/>
                  </a:lnTo>
                  <a:lnTo>
                    <a:pt x="899235" y="297790"/>
                  </a:lnTo>
                  <a:lnTo>
                    <a:pt x="901698" y="297790"/>
                  </a:lnTo>
                  <a:lnTo>
                    <a:pt x="904162" y="297790"/>
                  </a:lnTo>
                  <a:lnTo>
                    <a:pt x="906625" y="297790"/>
                  </a:lnTo>
                  <a:lnTo>
                    <a:pt x="909089" y="297790"/>
                  </a:lnTo>
                  <a:lnTo>
                    <a:pt x="911553" y="297790"/>
                  </a:lnTo>
                  <a:lnTo>
                    <a:pt x="914016" y="297790"/>
                  </a:lnTo>
                  <a:lnTo>
                    <a:pt x="916480" y="297790"/>
                  </a:lnTo>
                  <a:lnTo>
                    <a:pt x="918944" y="297790"/>
                  </a:lnTo>
                  <a:lnTo>
                    <a:pt x="921407" y="297790"/>
                  </a:lnTo>
                  <a:lnTo>
                    <a:pt x="923871" y="297790"/>
                  </a:lnTo>
                  <a:lnTo>
                    <a:pt x="926335" y="297790"/>
                  </a:lnTo>
                  <a:lnTo>
                    <a:pt x="928798" y="297790"/>
                  </a:lnTo>
                  <a:lnTo>
                    <a:pt x="931262" y="297790"/>
                  </a:lnTo>
                  <a:lnTo>
                    <a:pt x="933726" y="297790"/>
                  </a:lnTo>
                  <a:lnTo>
                    <a:pt x="936189" y="297790"/>
                  </a:lnTo>
                  <a:lnTo>
                    <a:pt x="938653" y="297790"/>
                  </a:lnTo>
                  <a:lnTo>
                    <a:pt x="941117" y="297790"/>
                  </a:lnTo>
                  <a:lnTo>
                    <a:pt x="943580" y="297790"/>
                  </a:lnTo>
                  <a:lnTo>
                    <a:pt x="946044" y="297790"/>
                  </a:lnTo>
                  <a:lnTo>
                    <a:pt x="948508" y="297790"/>
                  </a:lnTo>
                  <a:lnTo>
                    <a:pt x="950971" y="297790"/>
                  </a:lnTo>
                  <a:lnTo>
                    <a:pt x="953435" y="297790"/>
                  </a:lnTo>
                  <a:lnTo>
                    <a:pt x="955899" y="297790"/>
                  </a:lnTo>
                  <a:lnTo>
                    <a:pt x="958362" y="297790"/>
                  </a:lnTo>
                  <a:lnTo>
                    <a:pt x="960826" y="297790"/>
                  </a:lnTo>
                  <a:lnTo>
                    <a:pt x="963290" y="297790"/>
                  </a:lnTo>
                  <a:lnTo>
                    <a:pt x="965753" y="297790"/>
                  </a:lnTo>
                  <a:lnTo>
                    <a:pt x="968217" y="297790"/>
                  </a:lnTo>
                  <a:lnTo>
                    <a:pt x="970681" y="297790"/>
                  </a:lnTo>
                  <a:lnTo>
                    <a:pt x="973144" y="297790"/>
                  </a:lnTo>
                  <a:lnTo>
                    <a:pt x="975608" y="297790"/>
                  </a:lnTo>
                  <a:lnTo>
                    <a:pt x="978072" y="297790"/>
                  </a:lnTo>
                  <a:lnTo>
                    <a:pt x="980535" y="297790"/>
                  </a:lnTo>
                  <a:lnTo>
                    <a:pt x="982999" y="297790"/>
                  </a:lnTo>
                  <a:lnTo>
                    <a:pt x="985463" y="297790"/>
                  </a:lnTo>
                  <a:lnTo>
                    <a:pt x="987926" y="297790"/>
                  </a:lnTo>
                  <a:lnTo>
                    <a:pt x="990390" y="297790"/>
                  </a:lnTo>
                  <a:lnTo>
                    <a:pt x="992853" y="297790"/>
                  </a:lnTo>
                  <a:lnTo>
                    <a:pt x="995317" y="297790"/>
                  </a:lnTo>
                  <a:lnTo>
                    <a:pt x="997781" y="297790"/>
                  </a:lnTo>
                  <a:lnTo>
                    <a:pt x="1000244" y="297790"/>
                  </a:lnTo>
                  <a:lnTo>
                    <a:pt x="1002708" y="297790"/>
                  </a:lnTo>
                  <a:lnTo>
                    <a:pt x="1005172" y="297790"/>
                  </a:lnTo>
                  <a:lnTo>
                    <a:pt x="1007635" y="297790"/>
                  </a:lnTo>
                  <a:lnTo>
                    <a:pt x="1010099" y="297790"/>
                  </a:lnTo>
                  <a:lnTo>
                    <a:pt x="1012563" y="297790"/>
                  </a:lnTo>
                  <a:lnTo>
                    <a:pt x="1015026" y="297790"/>
                  </a:lnTo>
                  <a:lnTo>
                    <a:pt x="1017490" y="297790"/>
                  </a:lnTo>
                  <a:lnTo>
                    <a:pt x="1019954" y="297790"/>
                  </a:lnTo>
                  <a:lnTo>
                    <a:pt x="1022417" y="297790"/>
                  </a:lnTo>
                  <a:lnTo>
                    <a:pt x="1024881" y="297790"/>
                  </a:lnTo>
                  <a:lnTo>
                    <a:pt x="1027345" y="297790"/>
                  </a:lnTo>
                  <a:lnTo>
                    <a:pt x="1029808" y="297790"/>
                  </a:lnTo>
                  <a:lnTo>
                    <a:pt x="1032272" y="297790"/>
                  </a:lnTo>
                  <a:lnTo>
                    <a:pt x="1034736" y="297790"/>
                  </a:lnTo>
                  <a:lnTo>
                    <a:pt x="1037199" y="297790"/>
                  </a:lnTo>
                  <a:lnTo>
                    <a:pt x="1039663" y="297790"/>
                  </a:lnTo>
                  <a:lnTo>
                    <a:pt x="1042127" y="297790"/>
                  </a:lnTo>
                  <a:lnTo>
                    <a:pt x="1044590" y="297790"/>
                  </a:lnTo>
                  <a:lnTo>
                    <a:pt x="1047054" y="297790"/>
                  </a:lnTo>
                  <a:lnTo>
                    <a:pt x="1049518" y="297790"/>
                  </a:lnTo>
                  <a:lnTo>
                    <a:pt x="1051981" y="297790"/>
                  </a:lnTo>
                  <a:lnTo>
                    <a:pt x="1054445" y="297790"/>
                  </a:lnTo>
                  <a:lnTo>
                    <a:pt x="1056909" y="297790"/>
                  </a:lnTo>
                  <a:lnTo>
                    <a:pt x="1059372" y="297790"/>
                  </a:lnTo>
                  <a:lnTo>
                    <a:pt x="1061836" y="297790"/>
                  </a:lnTo>
                  <a:lnTo>
                    <a:pt x="1064300" y="297790"/>
                  </a:lnTo>
                  <a:lnTo>
                    <a:pt x="1066763" y="297790"/>
                  </a:lnTo>
                  <a:lnTo>
                    <a:pt x="1069227" y="297790"/>
                  </a:lnTo>
                  <a:lnTo>
                    <a:pt x="1071691" y="297790"/>
                  </a:lnTo>
                  <a:lnTo>
                    <a:pt x="1074154" y="297790"/>
                  </a:lnTo>
                  <a:lnTo>
                    <a:pt x="1076618" y="297790"/>
                  </a:lnTo>
                  <a:lnTo>
                    <a:pt x="1079082" y="297790"/>
                  </a:lnTo>
                  <a:lnTo>
                    <a:pt x="1081545" y="297790"/>
                  </a:lnTo>
                  <a:lnTo>
                    <a:pt x="1084009" y="297790"/>
                  </a:lnTo>
                  <a:lnTo>
                    <a:pt x="1086472" y="297790"/>
                  </a:lnTo>
                  <a:lnTo>
                    <a:pt x="1088936" y="297790"/>
                  </a:lnTo>
                  <a:lnTo>
                    <a:pt x="1091400" y="297790"/>
                  </a:lnTo>
                  <a:lnTo>
                    <a:pt x="1093863" y="297790"/>
                  </a:lnTo>
                  <a:lnTo>
                    <a:pt x="1096327" y="297790"/>
                  </a:lnTo>
                  <a:lnTo>
                    <a:pt x="1098791" y="297790"/>
                  </a:lnTo>
                  <a:lnTo>
                    <a:pt x="1101254" y="297790"/>
                  </a:lnTo>
                  <a:lnTo>
                    <a:pt x="1103718" y="297790"/>
                  </a:lnTo>
                  <a:lnTo>
                    <a:pt x="1106182" y="297790"/>
                  </a:lnTo>
                  <a:lnTo>
                    <a:pt x="1108645" y="297790"/>
                  </a:lnTo>
                  <a:lnTo>
                    <a:pt x="1111109" y="297790"/>
                  </a:lnTo>
                  <a:lnTo>
                    <a:pt x="1113573" y="297790"/>
                  </a:lnTo>
                  <a:lnTo>
                    <a:pt x="1116036" y="297790"/>
                  </a:lnTo>
                  <a:lnTo>
                    <a:pt x="1118500" y="297790"/>
                  </a:lnTo>
                  <a:lnTo>
                    <a:pt x="1120964" y="297790"/>
                  </a:lnTo>
                  <a:lnTo>
                    <a:pt x="1123427" y="297790"/>
                  </a:lnTo>
                  <a:lnTo>
                    <a:pt x="1125891" y="297790"/>
                  </a:lnTo>
                  <a:lnTo>
                    <a:pt x="1128355" y="297790"/>
                  </a:lnTo>
                  <a:lnTo>
                    <a:pt x="1130818" y="297790"/>
                  </a:lnTo>
                  <a:lnTo>
                    <a:pt x="1133282" y="297790"/>
                  </a:lnTo>
                  <a:lnTo>
                    <a:pt x="1135746" y="297790"/>
                  </a:lnTo>
                  <a:lnTo>
                    <a:pt x="1138209" y="297790"/>
                  </a:lnTo>
                  <a:lnTo>
                    <a:pt x="1140673" y="297790"/>
                  </a:lnTo>
                  <a:lnTo>
                    <a:pt x="1143137" y="297790"/>
                  </a:lnTo>
                  <a:lnTo>
                    <a:pt x="1145600" y="297790"/>
                  </a:lnTo>
                  <a:lnTo>
                    <a:pt x="1148064" y="297790"/>
                  </a:lnTo>
                  <a:lnTo>
                    <a:pt x="1150528" y="297790"/>
                  </a:lnTo>
                  <a:lnTo>
                    <a:pt x="1152991" y="297790"/>
                  </a:lnTo>
                  <a:lnTo>
                    <a:pt x="1155455" y="297790"/>
                  </a:lnTo>
                  <a:lnTo>
                    <a:pt x="1157919" y="297790"/>
                  </a:lnTo>
                  <a:lnTo>
                    <a:pt x="1160382" y="297790"/>
                  </a:lnTo>
                  <a:lnTo>
                    <a:pt x="1162846" y="297790"/>
                  </a:lnTo>
                  <a:lnTo>
                    <a:pt x="1165310" y="297790"/>
                  </a:lnTo>
                  <a:lnTo>
                    <a:pt x="1167773" y="297790"/>
                  </a:lnTo>
                  <a:lnTo>
                    <a:pt x="1170237" y="297790"/>
                  </a:lnTo>
                  <a:lnTo>
                    <a:pt x="1172701" y="297790"/>
                  </a:lnTo>
                  <a:lnTo>
                    <a:pt x="1175164" y="297790"/>
                  </a:lnTo>
                  <a:lnTo>
                    <a:pt x="1177628" y="297790"/>
                  </a:lnTo>
                  <a:lnTo>
                    <a:pt x="1180091" y="297790"/>
                  </a:lnTo>
                  <a:lnTo>
                    <a:pt x="1182555" y="297790"/>
                  </a:lnTo>
                  <a:lnTo>
                    <a:pt x="1185019" y="297790"/>
                  </a:lnTo>
                  <a:lnTo>
                    <a:pt x="1187482" y="297790"/>
                  </a:lnTo>
                  <a:lnTo>
                    <a:pt x="1189946" y="297790"/>
                  </a:lnTo>
                  <a:lnTo>
                    <a:pt x="1192410" y="297790"/>
                  </a:lnTo>
                  <a:lnTo>
                    <a:pt x="1194873" y="297790"/>
                  </a:lnTo>
                  <a:lnTo>
                    <a:pt x="1197337" y="297790"/>
                  </a:lnTo>
                  <a:lnTo>
                    <a:pt x="1199801" y="297790"/>
                  </a:lnTo>
                  <a:lnTo>
                    <a:pt x="1202264" y="297790"/>
                  </a:lnTo>
                  <a:lnTo>
                    <a:pt x="1204728" y="297790"/>
                  </a:lnTo>
                  <a:lnTo>
                    <a:pt x="1207192" y="297790"/>
                  </a:lnTo>
                  <a:lnTo>
                    <a:pt x="1209655" y="297790"/>
                  </a:lnTo>
                  <a:lnTo>
                    <a:pt x="1212119" y="297790"/>
                  </a:lnTo>
                  <a:lnTo>
                    <a:pt x="1214583" y="297790"/>
                  </a:lnTo>
                  <a:lnTo>
                    <a:pt x="1217046" y="297790"/>
                  </a:lnTo>
                  <a:lnTo>
                    <a:pt x="1219510" y="297790"/>
                  </a:lnTo>
                  <a:lnTo>
                    <a:pt x="1221974" y="297790"/>
                  </a:lnTo>
                  <a:lnTo>
                    <a:pt x="1224437" y="297790"/>
                  </a:lnTo>
                  <a:lnTo>
                    <a:pt x="1226901" y="297790"/>
                  </a:lnTo>
                  <a:lnTo>
                    <a:pt x="1229365" y="297790"/>
                  </a:lnTo>
                  <a:lnTo>
                    <a:pt x="1231828" y="297790"/>
                  </a:lnTo>
                  <a:lnTo>
                    <a:pt x="1234292" y="297790"/>
                  </a:lnTo>
                  <a:lnTo>
                    <a:pt x="1236756" y="297790"/>
                  </a:lnTo>
                  <a:lnTo>
                    <a:pt x="1239219" y="297790"/>
                  </a:lnTo>
                  <a:lnTo>
                    <a:pt x="1241683" y="297790"/>
                  </a:lnTo>
                  <a:lnTo>
                    <a:pt x="1244147" y="297790"/>
                  </a:lnTo>
                  <a:lnTo>
                    <a:pt x="1246610" y="297790"/>
                  </a:lnTo>
                  <a:lnTo>
                    <a:pt x="1249074" y="297790"/>
                  </a:lnTo>
                  <a:lnTo>
                    <a:pt x="1251538" y="297790"/>
                  </a:lnTo>
                  <a:lnTo>
                    <a:pt x="1254001" y="297790"/>
                  </a:lnTo>
                  <a:lnTo>
                    <a:pt x="1256465" y="297790"/>
                  </a:lnTo>
                  <a:lnTo>
                    <a:pt x="1258929" y="297790"/>
                  </a:lnTo>
                  <a:lnTo>
                    <a:pt x="1256465" y="297790"/>
                  </a:lnTo>
                  <a:lnTo>
                    <a:pt x="1254001" y="297790"/>
                  </a:lnTo>
                  <a:lnTo>
                    <a:pt x="1251538" y="297790"/>
                  </a:lnTo>
                  <a:lnTo>
                    <a:pt x="1249074" y="297790"/>
                  </a:lnTo>
                  <a:lnTo>
                    <a:pt x="1246610" y="297790"/>
                  </a:lnTo>
                  <a:lnTo>
                    <a:pt x="1244147" y="297790"/>
                  </a:lnTo>
                  <a:lnTo>
                    <a:pt x="1241683" y="297790"/>
                  </a:lnTo>
                  <a:lnTo>
                    <a:pt x="1239219" y="297790"/>
                  </a:lnTo>
                  <a:lnTo>
                    <a:pt x="1236756" y="297790"/>
                  </a:lnTo>
                  <a:lnTo>
                    <a:pt x="1234292" y="297790"/>
                  </a:lnTo>
                  <a:lnTo>
                    <a:pt x="1231828" y="297790"/>
                  </a:lnTo>
                  <a:lnTo>
                    <a:pt x="1229365" y="297790"/>
                  </a:lnTo>
                  <a:lnTo>
                    <a:pt x="1226901" y="297790"/>
                  </a:lnTo>
                  <a:lnTo>
                    <a:pt x="1224437" y="297790"/>
                  </a:lnTo>
                  <a:lnTo>
                    <a:pt x="1221974" y="297790"/>
                  </a:lnTo>
                  <a:lnTo>
                    <a:pt x="1219510" y="297790"/>
                  </a:lnTo>
                  <a:lnTo>
                    <a:pt x="1217046" y="297790"/>
                  </a:lnTo>
                  <a:lnTo>
                    <a:pt x="1214583" y="297790"/>
                  </a:lnTo>
                  <a:lnTo>
                    <a:pt x="1212119" y="297790"/>
                  </a:lnTo>
                  <a:lnTo>
                    <a:pt x="1209655" y="297790"/>
                  </a:lnTo>
                  <a:lnTo>
                    <a:pt x="1207192" y="297790"/>
                  </a:lnTo>
                  <a:lnTo>
                    <a:pt x="1204728" y="297790"/>
                  </a:lnTo>
                  <a:lnTo>
                    <a:pt x="1202264" y="297790"/>
                  </a:lnTo>
                  <a:lnTo>
                    <a:pt x="1199801" y="297790"/>
                  </a:lnTo>
                  <a:lnTo>
                    <a:pt x="1197337" y="297790"/>
                  </a:lnTo>
                  <a:lnTo>
                    <a:pt x="1194873" y="297790"/>
                  </a:lnTo>
                  <a:lnTo>
                    <a:pt x="1192410" y="297790"/>
                  </a:lnTo>
                  <a:lnTo>
                    <a:pt x="1189946" y="297790"/>
                  </a:lnTo>
                  <a:lnTo>
                    <a:pt x="1187482" y="297790"/>
                  </a:lnTo>
                  <a:lnTo>
                    <a:pt x="1185019" y="297790"/>
                  </a:lnTo>
                  <a:lnTo>
                    <a:pt x="1182555" y="297790"/>
                  </a:lnTo>
                  <a:lnTo>
                    <a:pt x="1180091" y="297790"/>
                  </a:lnTo>
                  <a:lnTo>
                    <a:pt x="1177628" y="297790"/>
                  </a:lnTo>
                  <a:lnTo>
                    <a:pt x="1175164" y="297790"/>
                  </a:lnTo>
                  <a:lnTo>
                    <a:pt x="1172701" y="297790"/>
                  </a:lnTo>
                  <a:lnTo>
                    <a:pt x="1170237" y="297790"/>
                  </a:lnTo>
                  <a:lnTo>
                    <a:pt x="1167773" y="297790"/>
                  </a:lnTo>
                  <a:lnTo>
                    <a:pt x="1165310" y="297790"/>
                  </a:lnTo>
                  <a:lnTo>
                    <a:pt x="1162846" y="297790"/>
                  </a:lnTo>
                  <a:lnTo>
                    <a:pt x="1160382" y="297790"/>
                  </a:lnTo>
                  <a:lnTo>
                    <a:pt x="1157919" y="297790"/>
                  </a:lnTo>
                  <a:lnTo>
                    <a:pt x="1155455" y="297790"/>
                  </a:lnTo>
                  <a:lnTo>
                    <a:pt x="1152991" y="297790"/>
                  </a:lnTo>
                  <a:lnTo>
                    <a:pt x="1150528" y="297790"/>
                  </a:lnTo>
                  <a:lnTo>
                    <a:pt x="1148064" y="297790"/>
                  </a:lnTo>
                  <a:lnTo>
                    <a:pt x="1145600" y="297790"/>
                  </a:lnTo>
                  <a:lnTo>
                    <a:pt x="1143137" y="297790"/>
                  </a:lnTo>
                  <a:lnTo>
                    <a:pt x="1140673" y="297790"/>
                  </a:lnTo>
                  <a:lnTo>
                    <a:pt x="1138209" y="297790"/>
                  </a:lnTo>
                  <a:lnTo>
                    <a:pt x="1135746" y="297790"/>
                  </a:lnTo>
                  <a:lnTo>
                    <a:pt x="1133282" y="297790"/>
                  </a:lnTo>
                  <a:lnTo>
                    <a:pt x="1130818" y="297790"/>
                  </a:lnTo>
                  <a:lnTo>
                    <a:pt x="1128355" y="297790"/>
                  </a:lnTo>
                  <a:lnTo>
                    <a:pt x="1125891" y="297790"/>
                  </a:lnTo>
                  <a:lnTo>
                    <a:pt x="1123427" y="297790"/>
                  </a:lnTo>
                  <a:lnTo>
                    <a:pt x="1120964" y="297790"/>
                  </a:lnTo>
                  <a:lnTo>
                    <a:pt x="1118500" y="297790"/>
                  </a:lnTo>
                  <a:lnTo>
                    <a:pt x="1116036" y="297790"/>
                  </a:lnTo>
                  <a:lnTo>
                    <a:pt x="1113573" y="297790"/>
                  </a:lnTo>
                  <a:lnTo>
                    <a:pt x="1111109" y="297790"/>
                  </a:lnTo>
                  <a:lnTo>
                    <a:pt x="1108645" y="297790"/>
                  </a:lnTo>
                  <a:lnTo>
                    <a:pt x="1106182" y="297790"/>
                  </a:lnTo>
                  <a:lnTo>
                    <a:pt x="1103718" y="297790"/>
                  </a:lnTo>
                  <a:lnTo>
                    <a:pt x="1101254" y="297790"/>
                  </a:lnTo>
                  <a:lnTo>
                    <a:pt x="1098791" y="297790"/>
                  </a:lnTo>
                  <a:lnTo>
                    <a:pt x="1096327" y="297790"/>
                  </a:lnTo>
                  <a:lnTo>
                    <a:pt x="1093863" y="297790"/>
                  </a:lnTo>
                  <a:lnTo>
                    <a:pt x="1091400" y="297790"/>
                  </a:lnTo>
                  <a:lnTo>
                    <a:pt x="1088936" y="297790"/>
                  </a:lnTo>
                  <a:lnTo>
                    <a:pt x="1086472" y="297790"/>
                  </a:lnTo>
                  <a:lnTo>
                    <a:pt x="1084009" y="297790"/>
                  </a:lnTo>
                  <a:lnTo>
                    <a:pt x="1081545" y="297790"/>
                  </a:lnTo>
                  <a:lnTo>
                    <a:pt x="1079082" y="297790"/>
                  </a:lnTo>
                  <a:lnTo>
                    <a:pt x="1076618" y="297790"/>
                  </a:lnTo>
                  <a:lnTo>
                    <a:pt x="1074154" y="297790"/>
                  </a:lnTo>
                  <a:lnTo>
                    <a:pt x="1071691" y="297790"/>
                  </a:lnTo>
                  <a:lnTo>
                    <a:pt x="1069227" y="297790"/>
                  </a:lnTo>
                  <a:lnTo>
                    <a:pt x="1066763" y="297790"/>
                  </a:lnTo>
                  <a:lnTo>
                    <a:pt x="1064300" y="297790"/>
                  </a:lnTo>
                  <a:lnTo>
                    <a:pt x="1061836" y="297790"/>
                  </a:lnTo>
                  <a:lnTo>
                    <a:pt x="1059372" y="297790"/>
                  </a:lnTo>
                  <a:lnTo>
                    <a:pt x="1056909" y="297790"/>
                  </a:lnTo>
                  <a:lnTo>
                    <a:pt x="1054445" y="297790"/>
                  </a:lnTo>
                  <a:lnTo>
                    <a:pt x="1051981" y="297790"/>
                  </a:lnTo>
                  <a:lnTo>
                    <a:pt x="1049518" y="297790"/>
                  </a:lnTo>
                  <a:lnTo>
                    <a:pt x="1047054" y="297790"/>
                  </a:lnTo>
                  <a:lnTo>
                    <a:pt x="1044590" y="297790"/>
                  </a:lnTo>
                  <a:lnTo>
                    <a:pt x="1042127" y="297790"/>
                  </a:lnTo>
                  <a:lnTo>
                    <a:pt x="1039663" y="297790"/>
                  </a:lnTo>
                  <a:lnTo>
                    <a:pt x="1037199" y="297790"/>
                  </a:lnTo>
                  <a:lnTo>
                    <a:pt x="1034736" y="297790"/>
                  </a:lnTo>
                  <a:lnTo>
                    <a:pt x="1032272" y="297790"/>
                  </a:lnTo>
                  <a:lnTo>
                    <a:pt x="1029808" y="297790"/>
                  </a:lnTo>
                  <a:lnTo>
                    <a:pt x="1027345" y="297790"/>
                  </a:lnTo>
                  <a:lnTo>
                    <a:pt x="1024881" y="297790"/>
                  </a:lnTo>
                  <a:lnTo>
                    <a:pt x="1022417" y="297790"/>
                  </a:lnTo>
                  <a:lnTo>
                    <a:pt x="1019954" y="297790"/>
                  </a:lnTo>
                  <a:lnTo>
                    <a:pt x="1017490" y="297790"/>
                  </a:lnTo>
                  <a:lnTo>
                    <a:pt x="1015026" y="297790"/>
                  </a:lnTo>
                  <a:lnTo>
                    <a:pt x="1012563" y="297790"/>
                  </a:lnTo>
                  <a:lnTo>
                    <a:pt x="1010099" y="297790"/>
                  </a:lnTo>
                  <a:lnTo>
                    <a:pt x="1007635" y="297790"/>
                  </a:lnTo>
                  <a:lnTo>
                    <a:pt x="1005172" y="297790"/>
                  </a:lnTo>
                  <a:lnTo>
                    <a:pt x="1002708" y="297790"/>
                  </a:lnTo>
                  <a:lnTo>
                    <a:pt x="1000244" y="297790"/>
                  </a:lnTo>
                  <a:lnTo>
                    <a:pt x="997781" y="297790"/>
                  </a:lnTo>
                  <a:lnTo>
                    <a:pt x="995317" y="297790"/>
                  </a:lnTo>
                  <a:lnTo>
                    <a:pt x="992853" y="297790"/>
                  </a:lnTo>
                  <a:lnTo>
                    <a:pt x="990390" y="297790"/>
                  </a:lnTo>
                  <a:lnTo>
                    <a:pt x="987926" y="297790"/>
                  </a:lnTo>
                  <a:lnTo>
                    <a:pt x="985463" y="297790"/>
                  </a:lnTo>
                  <a:lnTo>
                    <a:pt x="982999" y="297790"/>
                  </a:lnTo>
                  <a:lnTo>
                    <a:pt x="980535" y="297790"/>
                  </a:lnTo>
                  <a:lnTo>
                    <a:pt x="978072" y="297790"/>
                  </a:lnTo>
                  <a:lnTo>
                    <a:pt x="975608" y="297790"/>
                  </a:lnTo>
                  <a:lnTo>
                    <a:pt x="973144" y="297790"/>
                  </a:lnTo>
                  <a:lnTo>
                    <a:pt x="970681" y="297790"/>
                  </a:lnTo>
                  <a:lnTo>
                    <a:pt x="968217" y="297790"/>
                  </a:lnTo>
                  <a:lnTo>
                    <a:pt x="965753" y="297790"/>
                  </a:lnTo>
                  <a:lnTo>
                    <a:pt x="963290" y="297790"/>
                  </a:lnTo>
                  <a:lnTo>
                    <a:pt x="960826" y="297790"/>
                  </a:lnTo>
                  <a:lnTo>
                    <a:pt x="958362" y="297790"/>
                  </a:lnTo>
                  <a:lnTo>
                    <a:pt x="955899" y="297790"/>
                  </a:lnTo>
                  <a:lnTo>
                    <a:pt x="953435" y="297790"/>
                  </a:lnTo>
                  <a:lnTo>
                    <a:pt x="950971" y="297790"/>
                  </a:lnTo>
                  <a:lnTo>
                    <a:pt x="948508" y="297790"/>
                  </a:lnTo>
                  <a:lnTo>
                    <a:pt x="946044" y="297790"/>
                  </a:lnTo>
                  <a:lnTo>
                    <a:pt x="943580" y="297790"/>
                  </a:lnTo>
                  <a:lnTo>
                    <a:pt x="941117" y="297790"/>
                  </a:lnTo>
                  <a:lnTo>
                    <a:pt x="938653" y="297790"/>
                  </a:lnTo>
                  <a:lnTo>
                    <a:pt x="936189" y="297790"/>
                  </a:lnTo>
                  <a:lnTo>
                    <a:pt x="933726" y="297790"/>
                  </a:lnTo>
                  <a:lnTo>
                    <a:pt x="931262" y="297790"/>
                  </a:lnTo>
                  <a:lnTo>
                    <a:pt x="928798" y="297790"/>
                  </a:lnTo>
                  <a:lnTo>
                    <a:pt x="926335" y="297790"/>
                  </a:lnTo>
                  <a:lnTo>
                    <a:pt x="923871" y="297790"/>
                  </a:lnTo>
                  <a:lnTo>
                    <a:pt x="921407" y="297790"/>
                  </a:lnTo>
                  <a:lnTo>
                    <a:pt x="918944" y="297790"/>
                  </a:lnTo>
                  <a:lnTo>
                    <a:pt x="916480" y="297790"/>
                  </a:lnTo>
                  <a:lnTo>
                    <a:pt x="914016" y="297790"/>
                  </a:lnTo>
                  <a:lnTo>
                    <a:pt x="911553" y="297790"/>
                  </a:lnTo>
                  <a:lnTo>
                    <a:pt x="909089" y="297790"/>
                  </a:lnTo>
                  <a:lnTo>
                    <a:pt x="906625" y="297790"/>
                  </a:lnTo>
                  <a:lnTo>
                    <a:pt x="904162" y="297790"/>
                  </a:lnTo>
                  <a:lnTo>
                    <a:pt x="901698" y="297790"/>
                  </a:lnTo>
                  <a:lnTo>
                    <a:pt x="899235" y="297790"/>
                  </a:lnTo>
                  <a:lnTo>
                    <a:pt x="896771" y="297790"/>
                  </a:lnTo>
                  <a:lnTo>
                    <a:pt x="894307" y="297790"/>
                  </a:lnTo>
                  <a:lnTo>
                    <a:pt x="891844" y="297790"/>
                  </a:lnTo>
                  <a:lnTo>
                    <a:pt x="889380" y="297790"/>
                  </a:lnTo>
                  <a:lnTo>
                    <a:pt x="886916" y="297790"/>
                  </a:lnTo>
                  <a:lnTo>
                    <a:pt x="884453" y="297790"/>
                  </a:lnTo>
                  <a:lnTo>
                    <a:pt x="881989" y="297790"/>
                  </a:lnTo>
                  <a:lnTo>
                    <a:pt x="879525" y="297790"/>
                  </a:lnTo>
                  <a:lnTo>
                    <a:pt x="877062" y="297790"/>
                  </a:lnTo>
                  <a:lnTo>
                    <a:pt x="874598" y="297790"/>
                  </a:lnTo>
                  <a:lnTo>
                    <a:pt x="872134" y="297790"/>
                  </a:lnTo>
                  <a:lnTo>
                    <a:pt x="869671" y="297790"/>
                  </a:lnTo>
                  <a:lnTo>
                    <a:pt x="867207" y="297790"/>
                  </a:lnTo>
                  <a:lnTo>
                    <a:pt x="864743" y="297790"/>
                  </a:lnTo>
                  <a:lnTo>
                    <a:pt x="862280" y="297790"/>
                  </a:lnTo>
                  <a:lnTo>
                    <a:pt x="859816" y="297790"/>
                  </a:lnTo>
                  <a:lnTo>
                    <a:pt x="857352" y="297790"/>
                  </a:lnTo>
                  <a:lnTo>
                    <a:pt x="854889" y="297790"/>
                  </a:lnTo>
                  <a:lnTo>
                    <a:pt x="852425" y="297790"/>
                  </a:lnTo>
                  <a:lnTo>
                    <a:pt x="849961" y="297790"/>
                  </a:lnTo>
                  <a:lnTo>
                    <a:pt x="847498" y="297790"/>
                  </a:lnTo>
                  <a:lnTo>
                    <a:pt x="845034" y="297790"/>
                  </a:lnTo>
                  <a:lnTo>
                    <a:pt x="842570" y="297790"/>
                  </a:lnTo>
                  <a:lnTo>
                    <a:pt x="840107" y="297790"/>
                  </a:lnTo>
                  <a:lnTo>
                    <a:pt x="837643" y="297790"/>
                  </a:lnTo>
                  <a:lnTo>
                    <a:pt x="835179" y="297790"/>
                  </a:lnTo>
                  <a:lnTo>
                    <a:pt x="832716" y="297790"/>
                  </a:lnTo>
                  <a:lnTo>
                    <a:pt x="830252" y="297790"/>
                  </a:lnTo>
                  <a:lnTo>
                    <a:pt x="827788" y="297790"/>
                  </a:lnTo>
                  <a:lnTo>
                    <a:pt x="825325" y="297790"/>
                  </a:lnTo>
                  <a:lnTo>
                    <a:pt x="822861" y="297790"/>
                  </a:lnTo>
                  <a:lnTo>
                    <a:pt x="820397" y="297790"/>
                  </a:lnTo>
                  <a:lnTo>
                    <a:pt x="817934" y="297790"/>
                  </a:lnTo>
                  <a:lnTo>
                    <a:pt x="815470" y="297790"/>
                  </a:lnTo>
                  <a:lnTo>
                    <a:pt x="813006" y="297790"/>
                  </a:lnTo>
                  <a:lnTo>
                    <a:pt x="810543" y="297790"/>
                  </a:lnTo>
                  <a:lnTo>
                    <a:pt x="808079" y="297790"/>
                  </a:lnTo>
                  <a:lnTo>
                    <a:pt x="805616" y="297790"/>
                  </a:lnTo>
                  <a:lnTo>
                    <a:pt x="803152" y="297790"/>
                  </a:lnTo>
                  <a:lnTo>
                    <a:pt x="800688" y="297790"/>
                  </a:lnTo>
                  <a:lnTo>
                    <a:pt x="798225" y="297790"/>
                  </a:lnTo>
                  <a:lnTo>
                    <a:pt x="795761" y="297790"/>
                  </a:lnTo>
                  <a:lnTo>
                    <a:pt x="793297" y="297790"/>
                  </a:lnTo>
                  <a:lnTo>
                    <a:pt x="790834" y="297790"/>
                  </a:lnTo>
                  <a:lnTo>
                    <a:pt x="788370" y="297790"/>
                  </a:lnTo>
                  <a:lnTo>
                    <a:pt x="785906" y="297790"/>
                  </a:lnTo>
                  <a:lnTo>
                    <a:pt x="783443" y="297790"/>
                  </a:lnTo>
                  <a:lnTo>
                    <a:pt x="780979" y="297790"/>
                  </a:lnTo>
                  <a:lnTo>
                    <a:pt x="778515" y="297790"/>
                  </a:lnTo>
                  <a:lnTo>
                    <a:pt x="776052" y="297790"/>
                  </a:lnTo>
                  <a:lnTo>
                    <a:pt x="773588" y="297790"/>
                  </a:lnTo>
                  <a:lnTo>
                    <a:pt x="771124" y="297790"/>
                  </a:lnTo>
                  <a:lnTo>
                    <a:pt x="768661" y="297790"/>
                  </a:lnTo>
                  <a:lnTo>
                    <a:pt x="766197" y="297790"/>
                  </a:lnTo>
                  <a:lnTo>
                    <a:pt x="763733" y="297790"/>
                  </a:lnTo>
                  <a:lnTo>
                    <a:pt x="761270" y="297790"/>
                  </a:lnTo>
                  <a:lnTo>
                    <a:pt x="758806" y="297790"/>
                  </a:lnTo>
                  <a:lnTo>
                    <a:pt x="756342" y="297790"/>
                  </a:lnTo>
                  <a:lnTo>
                    <a:pt x="753879" y="297790"/>
                  </a:lnTo>
                  <a:lnTo>
                    <a:pt x="751415" y="297790"/>
                  </a:lnTo>
                  <a:lnTo>
                    <a:pt x="748951" y="297790"/>
                  </a:lnTo>
                  <a:lnTo>
                    <a:pt x="746488" y="297790"/>
                  </a:lnTo>
                  <a:lnTo>
                    <a:pt x="744024" y="297790"/>
                  </a:lnTo>
                  <a:lnTo>
                    <a:pt x="741560" y="297790"/>
                  </a:lnTo>
                  <a:lnTo>
                    <a:pt x="739097" y="297790"/>
                  </a:lnTo>
                  <a:lnTo>
                    <a:pt x="736633" y="297790"/>
                  </a:lnTo>
                  <a:lnTo>
                    <a:pt x="734169" y="297790"/>
                  </a:lnTo>
                  <a:lnTo>
                    <a:pt x="731706" y="297790"/>
                  </a:lnTo>
                  <a:lnTo>
                    <a:pt x="729242" y="297790"/>
                  </a:lnTo>
                  <a:lnTo>
                    <a:pt x="726778" y="297790"/>
                  </a:lnTo>
                  <a:lnTo>
                    <a:pt x="724315" y="297790"/>
                  </a:lnTo>
                  <a:lnTo>
                    <a:pt x="721851" y="297790"/>
                  </a:lnTo>
                  <a:lnTo>
                    <a:pt x="719388" y="297790"/>
                  </a:lnTo>
                  <a:lnTo>
                    <a:pt x="716924" y="297790"/>
                  </a:lnTo>
                  <a:lnTo>
                    <a:pt x="714460" y="297790"/>
                  </a:lnTo>
                  <a:lnTo>
                    <a:pt x="711997" y="297790"/>
                  </a:lnTo>
                  <a:lnTo>
                    <a:pt x="709533" y="297790"/>
                  </a:lnTo>
                  <a:lnTo>
                    <a:pt x="707069" y="297790"/>
                  </a:lnTo>
                  <a:lnTo>
                    <a:pt x="704606" y="297790"/>
                  </a:lnTo>
                  <a:lnTo>
                    <a:pt x="702142" y="297790"/>
                  </a:lnTo>
                  <a:lnTo>
                    <a:pt x="699678" y="297790"/>
                  </a:lnTo>
                  <a:lnTo>
                    <a:pt x="697215" y="297790"/>
                  </a:lnTo>
                  <a:lnTo>
                    <a:pt x="694751" y="297790"/>
                  </a:lnTo>
                  <a:lnTo>
                    <a:pt x="692287" y="297790"/>
                  </a:lnTo>
                  <a:lnTo>
                    <a:pt x="689824" y="297790"/>
                  </a:lnTo>
                  <a:lnTo>
                    <a:pt x="687360" y="297790"/>
                  </a:lnTo>
                  <a:lnTo>
                    <a:pt x="684896" y="297790"/>
                  </a:lnTo>
                  <a:lnTo>
                    <a:pt x="682433" y="297790"/>
                  </a:lnTo>
                  <a:lnTo>
                    <a:pt x="679969" y="297790"/>
                  </a:lnTo>
                  <a:lnTo>
                    <a:pt x="677505" y="297790"/>
                  </a:lnTo>
                  <a:lnTo>
                    <a:pt x="675042" y="297790"/>
                  </a:lnTo>
                  <a:lnTo>
                    <a:pt x="672578" y="297790"/>
                  </a:lnTo>
                  <a:lnTo>
                    <a:pt x="670114" y="297790"/>
                  </a:lnTo>
                  <a:lnTo>
                    <a:pt x="667651" y="297790"/>
                  </a:lnTo>
                  <a:lnTo>
                    <a:pt x="665187" y="297790"/>
                  </a:lnTo>
                  <a:lnTo>
                    <a:pt x="662723" y="297790"/>
                  </a:lnTo>
                  <a:lnTo>
                    <a:pt x="660260" y="297790"/>
                  </a:lnTo>
                  <a:lnTo>
                    <a:pt x="657796" y="297790"/>
                  </a:lnTo>
                  <a:lnTo>
                    <a:pt x="655332" y="297790"/>
                  </a:lnTo>
                  <a:lnTo>
                    <a:pt x="652869" y="297790"/>
                  </a:lnTo>
                  <a:lnTo>
                    <a:pt x="650405" y="297790"/>
                  </a:lnTo>
                  <a:lnTo>
                    <a:pt x="647941" y="297790"/>
                  </a:lnTo>
                  <a:lnTo>
                    <a:pt x="645478" y="297790"/>
                  </a:lnTo>
                  <a:lnTo>
                    <a:pt x="643014" y="297790"/>
                  </a:lnTo>
                  <a:lnTo>
                    <a:pt x="640550" y="297790"/>
                  </a:lnTo>
                  <a:lnTo>
                    <a:pt x="638087" y="297790"/>
                  </a:lnTo>
                  <a:lnTo>
                    <a:pt x="635623" y="297790"/>
                  </a:lnTo>
                  <a:lnTo>
                    <a:pt x="633159" y="297790"/>
                  </a:lnTo>
                  <a:lnTo>
                    <a:pt x="630696" y="297790"/>
                  </a:lnTo>
                  <a:lnTo>
                    <a:pt x="628232" y="297790"/>
                  </a:lnTo>
                  <a:lnTo>
                    <a:pt x="625769" y="297790"/>
                  </a:lnTo>
                  <a:lnTo>
                    <a:pt x="623305" y="297790"/>
                  </a:lnTo>
                  <a:lnTo>
                    <a:pt x="620841" y="297790"/>
                  </a:lnTo>
                  <a:lnTo>
                    <a:pt x="618378" y="297790"/>
                  </a:lnTo>
                  <a:lnTo>
                    <a:pt x="615914" y="297790"/>
                  </a:lnTo>
                  <a:lnTo>
                    <a:pt x="613450" y="297790"/>
                  </a:lnTo>
                  <a:lnTo>
                    <a:pt x="610987" y="297790"/>
                  </a:lnTo>
                  <a:lnTo>
                    <a:pt x="608523" y="297790"/>
                  </a:lnTo>
                  <a:lnTo>
                    <a:pt x="606059" y="297790"/>
                  </a:lnTo>
                  <a:lnTo>
                    <a:pt x="603596" y="297790"/>
                  </a:lnTo>
                  <a:lnTo>
                    <a:pt x="601132" y="297790"/>
                  </a:lnTo>
                  <a:lnTo>
                    <a:pt x="598668" y="297790"/>
                  </a:lnTo>
                  <a:lnTo>
                    <a:pt x="596205" y="297790"/>
                  </a:lnTo>
                  <a:lnTo>
                    <a:pt x="593741" y="297790"/>
                  </a:lnTo>
                  <a:lnTo>
                    <a:pt x="591277" y="297790"/>
                  </a:lnTo>
                  <a:lnTo>
                    <a:pt x="588814" y="297790"/>
                  </a:lnTo>
                  <a:lnTo>
                    <a:pt x="586350" y="297790"/>
                  </a:lnTo>
                  <a:lnTo>
                    <a:pt x="583886" y="297790"/>
                  </a:lnTo>
                  <a:lnTo>
                    <a:pt x="581423" y="297790"/>
                  </a:lnTo>
                  <a:lnTo>
                    <a:pt x="578959" y="297790"/>
                  </a:lnTo>
                  <a:lnTo>
                    <a:pt x="576495" y="297790"/>
                  </a:lnTo>
                  <a:lnTo>
                    <a:pt x="574032" y="297790"/>
                  </a:lnTo>
                  <a:lnTo>
                    <a:pt x="571568" y="297790"/>
                  </a:lnTo>
                  <a:lnTo>
                    <a:pt x="569104" y="297790"/>
                  </a:lnTo>
                  <a:lnTo>
                    <a:pt x="566641" y="297790"/>
                  </a:lnTo>
                  <a:lnTo>
                    <a:pt x="564177" y="297790"/>
                  </a:lnTo>
                  <a:lnTo>
                    <a:pt x="561713" y="297790"/>
                  </a:lnTo>
                  <a:lnTo>
                    <a:pt x="559250" y="297790"/>
                  </a:lnTo>
                  <a:lnTo>
                    <a:pt x="556786" y="297790"/>
                  </a:lnTo>
                  <a:lnTo>
                    <a:pt x="554322" y="297790"/>
                  </a:lnTo>
                  <a:lnTo>
                    <a:pt x="551859" y="297790"/>
                  </a:lnTo>
                  <a:lnTo>
                    <a:pt x="549395" y="297790"/>
                  </a:lnTo>
                  <a:lnTo>
                    <a:pt x="546931" y="297790"/>
                  </a:lnTo>
                  <a:lnTo>
                    <a:pt x="544468" y="297790"/>
                  </a:lnTo>
                  <a:lnTo>
                    <a:pt x="542004" y="297790"/>
                  </a:lnTo>
                  <a:lnTo>
                    <a:pt x="539541" y="297790"/>
                  </a:lnTo>
                  <a:lnTo>
                    <a:pt x="537077" y="297790"/>
                  </a:lnTo>
                  <a:lnTo>
                    <a:pt x="534613" y="297790"/>
                  </a:lnTo>
                  <a:lnTo>
                    <a:pt x="532150" y="297790"/>
                  </a:lnTo>
                  <a:lnTo>
                    <a:pt x="529686" y="297790"/>
                  </a:lnTo>
                  <a:lnTo>
                    <a:pt x="527222" y="297790"/>
                  </a:lnTo>
                  <a:lnTo>
                    <a:pt x="524759" y="297790"/>
                  </a:lnTo>
                  <a:lnTo>
                    <a:pt x="522295" y="297790"/>
                  </a:lnTo>
                  <a:lnTo>
                    <a:pt x="519831" y="297790"/>
                  </a:lnTo>
                  <a:lnTo>
                    <a:pt x="517368" y="297790"/>
                  </a:lnTo>
                  <a:lnTo>
                    <a:pt x="514904" y="297790"/>
                  </a:lnTo>
                  <a:lnTo>
                    <a:pt x="512440" y="297790"/>
                  </a:lnTo>
                  <a:lnTo>
                    <a:pt x="509977" y="297790"/>
                  </a:lnTo>
                  <a:lnTo>
                    <a:pt x="507513" y="297790"/>
                  </a:lnTo>
                  <a:lnTo>
                    <a:pt x="505049" y="297790"/>
                  </a:lnTo>
                  <a:lnTo>
                    <a:pt x="502586" y="297790"/>
                  </a:lnTo>
                  <a:lnTo>
                    <a:pt x="500122" y="297790"/>
                  </a:lnTo>
                  <a:lnTo>
                    <a:pt x="497658" y="297790"/>
                  </a:lnTo>
                  <a:lnTo>
                    <a:pt x="495195" y="297790"/>
                  </a:lnTo>
                  <a:lnTo>
                    <a:pt x="492731" y="297790"/>
                  </a:lnTo>
                  <a:lnTo>
                    <a:pt x="490267" y="297790"/>
                  </a:lnTo>
                  <a:lnTo>
                    <a:pt x="487804" y="297790"/>
                  </a:lnTo>
                  <a:lnTo>
                    <a:pt x="485340" y="297790"/>
                  </a:lnTo>
                  <a:lnTo>
                    <a:pt x="482876" y="297790"/>
                  </a:lnTo>
                  <a:lnTo>
                    <a:pt x="480413" y="297790"/>
                  </a:lnTo>
                  <a:lnTo>
                    <a:pt x="477949" y="297790"/>
                  </a:lnTo>
                  <a:lnTo>
                    <a:pt x="475485" y="297790"/>
                  </a:lnTo>
                  <a:lnTo>
                    <a:pt x="473022" y="297790"/>
                  </a:lnTo>
                  <a:lnTo>
                    <a:pt x="470558" y="297790"/>
                  </a:lnTo>
                  <a:lnTo>
                    <a:pt x="468094" y="297790"/>
                  </a:lnTo>
                  <a:lnTo>
                    <a:pt x="465631" y="297790"/>
                  </a:lnTo>
                  <a:lnTo>
                    <a:pt x="463167" y="297790"/>
                  </a:lnTo>
                  <a:lnTo>
                    <a:pt x="460703" y="297790"/>
                  </a:lnTo>
                  <a:lnTo>
                    <a:pt x="458240" y="297790"/>
                  </a:lnTo>
                  <a:lnTo>
                    <a:pt x="455776" y="297790"/>
                  </a:lnTo>
                  <a:lnTo>
                    <a:pt x="453312" y="297790"/>
                  </a:lnTo>
                  <a:lnTo>
                    <a:pt x="450849" y="297790"/>
                  </a:lnTo>
                  <a:lnTo>
                    <a:pt x="448385" y="297790"/>
                  </a:lnTo>
                  <a:lnTo>
                    <a:pt x="445922" y="297790"/>
                  </a:lnTo>
                  <a:lnTo>
                    <a:pt x="443458" y="297790"/>
                  </a:lnTo>
                  <a:lnTo>
                    <a:pt x="440994" y="297790"/>
                  </a:lnTo>
                  <a:lnTo>
                    <a:pt x="438531" y="297790"/>
                  </a:lnTo>
                  <a:lnTo>
                    <a:pt x="436067" y="297790"/>
                  </a:lnTo>
                  <a:lnTo>
                    <a:pt x="433603" y="297790"/>
                  </a:lnTo>
                  <a:lnTo>
                    <a:pt x="431140" y="297790"/>
                  </a:lnTo>
                  <a:lnTo>
                    <a:pt x="428676" y="297790"/>
                  </a:lnTo>
                  <a:lnTo>
                    <a:pt x="426212" y="297790"/>
                  </a:lnTo>
                  <a:lnTo>
                    <a:pt x="423749" y="297790"/>
                  </a:lnTo>
                  <a:lnTo>
                    <a:pt x="421285" y="297790"/>
                  </a:lnTo>
                  <a:lnTo>
                    <a:pt x="418821" y="297790"/>
                  </a:lnTo>
                  <a:lnTo>
                    <a:pt x="416358" y="297790"/>
                  </a:lnTo>
                  <a:lnTo>
                    <a:pt x="413894" y="297790"/>
                  </a:lnTo>
                  <a:lnTo>
                    <a:pt x="411430" y="297790"/>
                  </a:lnTo>
                  <a:lnTo>
                    <a:pt x="408967" y="297790"/>
                  </a:lnTo>
                  <a:lnTo>
                    <a:pt x="406503" y="297790"/>
                  </a:lnTo>
                  <a:lnTo>
                    <a:pt x="404039" y="297790"/>
                  </a:lnTo>
                  <a:lnTo>
                    <a:pt x="401576" y="297790"/>
                  </a:lnTo>
                  <a:lnTo>
                    <a:pt x="399112" y="297790"/>
                  </a:lnTo>
                  <a:lnTo>
                    <a:pt x="396648" y="297790"/>
                  </a:lnTo>
                  <a:lnTo>
                    <a:pt x="394185" y="297790"/>
                  </a:lnTo>
                  <a:lnTo>
                    <a:pt x="391721" y="297790"/>
                  </a:lnTo>
                  <a:lnTo>
                    <a:pt x="389257" y="297790"/>
                  </a:lnTo>
                  <a:lnTo>
                    <a:pt x="386794" y="297790"/>
                  </a:lnTo>
                  <a:lnTo>
                    <a:pt x="384330" y="297790"/>
                  </a:lnTo>
                  <a:lnTo>
                    <a:pt x="381866" y="297790"/>
                  </a:lnTo>
                  <a:lnTo>
                    <a:pt x="379403" y="297790"/>
                  </a:lnTo>
                  <a:lnTo>
                    <a:pt x="376939" y="297790"/>
                  </a:lnTo>
                  <a:lnTo>
                    <a:pt x="374475" y="297790"/>
                  </a:lnTo>
                  <a:lnTo>
                    <a:pt x="372012" y="297790"/>
                  </a:lnTo>
                  <a:lnTo>
                    <a:pt x="369548" y="297790"/>
                  </a:lnTo>
                  <a:lnTo>
                    <a:pt x="367084" y="297790"/>
                  </a:lnTo>
                  <a:lnTo>
                    <a:pt x="364621" y="297790"/>
                  </a:lnTo>
                  <a:lnTo>
                    <a:pt x="362157" y="297790"/>
                  </a:lnTo>
                  <a:lnTo>
                    <a:pt x="359694" y="297790"/>
                  </a:lnTo>
                  <a:lnTo>
                    <a:pt x="357230" y="297790"/>
                  </a:lnTo>
                  <a:lnTo>
                    <a:pt x="354766" y="297790"/>
                  </a:lnTo>
                  <a:lnTo>
                    <a:pt x="352303" y="297790"/>
                  </a:lnTo>
                  <a:lnTo>
                    <a:pt x="349839" y="297790"/>
                  </a:lnTo>
                  <a:lnTo>
                    <a:pt x="347375" y="297790"/>
                  </a:lnTo>
                  <a:lnTo>
                    <a:pt x="344912" y="297790"/>
                  </a:lnTo>
                  <a:lnTo>
                    <a:pt x="342448" y="297790"/>
                  </a:lnTo>
                  <a:lnTo>
                    <a:pt x="339984" y="297790"/>
                  </a:lnTo>
                  <a:lnTo>
                    <a:pt x="337521" y="297790"/>
                  </a:lnTo>
                  <a:lnTo>
                    <a:pt x="335057" y="297790"/>
                  </a:lnTo>
                  <a:lnTo>
                    <a:pt x="332593" y="297790"/>
                  </a:lnTo>
                  <a:lnTo>
                    <a:pt x="330130" y="297790"/>
                  </a:lnTo>
                  <a:lnTo>
                    <a:pt x="327666" y="297790"/>
                  </a:lnTo>
                  <a:lnTo>
                    <a:pt x="325202" y="297790"/>
                  </a:lnTo>
                  <a:lnTo>
                    <a:pt x="322739" y="297790"/>
                  </a:lnTo>
                  <a:lnTo>
                    <a:pt x="320275" y="297790"/>
                  </a:lnTo>
                  <a:lnTo>
                    <a:pt x="317811" y="297790"/>
                  </a:lnTo>
                  <a:lnTo>
                    <a:pt x="315348" y="297790"/>
                  </a:lnTo>
                  <a:lnTo>
                    <a:pt x="312884" y="297790"/>
                  </a:lnTo>
                  <a:lnTo>
                    <a:pt x="310420" y="297790"/>
                  </a:lnTo>
                  <a:lnTo>
                    <a:pt x="307957" y="297790"/>
                  </a:lnTo>
                  <a:lnTo>
                    <a:pt x="305493" y="297790"/>
                  </a:lnTo>
                  <a:lnTo>
                    <a:pt x="303029" y="297790"/>
                  </a:lnTo>
                  <a:lnTo>
                    <a:pt x="300566" y="297790"/>
                  </a:lnTo>
                  <a:lnTo>
                    <a:pt x="298102" y="297790"/>
                  </a:lnTo>
                  <a:lnTo>
                    <a:pt x="295638" y="297790"/>
                  </a:lnTo>
                  <a:lnTo>
                    <a:pt x="293175" y="297790"/>
                  </a:lnTo>
                  <a:lnTo>
                    <a:pt x="290711" y="297790"/>
                  </a:lnTo>
                  <a:lnTo>
                    <a:pt x="288247" y="297790"/>
                  </a:lnTo>
                  <a:lnTo>
                    <a:pt x="285784" y="297790"/>
                  </a:lnTo>
                  <a:lnTo>
                    <a:pt x="283320" y="297790"/>
                  </a:lnTo>
                  <a:lnTo>
                    <a:pt x="280856" y="297790"/>
                  </a:lnTo>
                  <a:lnTo>
                    <a:pt x="278393" y="297790"/>
                  </a:lnTo>
                  <a:lnTo>
                    <a:pt x="275929" y="297790"/>
                  </a:lnTo>
                  <a:lnTo>
                    <a:pt x="273465" y="297790"/>
                  </a:lnTo>
                  <a:lnTo>
                    <a:pt x="271002" y="297790"/>
                  </a:lnTo>
                  <a:lnTo>
                    <a:pt x="268538" y="297790"/>
                  </a:lnTo>
                  <a:lnTo>
                    <a:pt x="266075" y="297790"/>
                  </a:lnTo>
                  <a:lnTo>
                    <a:pt x="263611" y="297790"/>
                  </a:lnTo>
                  <a:lnTo>
                    <a:pt x="261147" y="297790"/>
                  </a:lnTo>
                  <a:lnTo>
                    <a:pt x="258684" y="297790"/>
                  </a:lnTo>
                  <a:lnTo>
                    <a:pt x="256220" y="297790"/>
                  </a:lnTo>
                  <a:lnTo>
                    <a:pt x="253756" y="297790"/>
                  </a:lnTo>
                  <a:lnTo>
                    <a:pt x="251293" y="297790"/>
                  </a:lnTo>
                  <a:lnTo>
                    <a:pt x="248829" y="297790"/>
                  </a:lnTo>
                  <a:lnTo>
                    <a:pt x="246365" y="297790"/>
                  </a:lnTo>
                  <a:lnTo>
                    <a:pt x="243902" y="297790"/>
                  </a:lnTo>
                  <a:lnTo>
                    <a:pt x="241438" y="297790"/>
                  </a:lnTo>
                  <a:lnTo>
                    <a:pt x="238974" y="297790"/>
                  </a:lnTo>
                  <a:lnTo>
                    <a:pt x="236511" y="297790"/>
                  </a:lnTo>
                  <a:lnTo>
                    <a:pt x="234047" y="297790"/>
                  </a:lnTo>
                  <a:lnTo>
                    <a:pt x="231583" y="297790"/>
                  </a:lnTo>
                  <a:lnTo>
                    <a:pt x="229120" y="297790"/>
                  </a:lnTo>
                  <a:lnTo>
                    <a:pt x="226656" y="297790"/>
                  </a:lnTo>
                  <a:lnTo>
                    <a:pt x="224192" y="297790"/>
                  </a:lnTo>
                  <a:lnTo>
                    <a:pt x="221729" y="297790"/>
                  </a:lnTo>
                  <a:lnTo>
                    <a:pt x="219265" y="297790"/>
                  </a:lnTo>
                  <a:lnTo>
                    <a:pt x="216801" y="297790"/>
                  </a:lnTo>
                  <a:lnTo>
                    <a:pt x="214338" y="297790"/>
                  </a:lnTo>
                  <a:lnTo>
                    <a:pt x="211874" y="297790"/>
                  </a:lnTo>
                  <a:lnTo>
                    <a:pt x="209410" y="297790"/>
                  </a:lnTo>
                  <a:lnTo>
                    <a:pt x="206947" y="297790"/>
                  </a:lnTo>
                  <a:lnTo>
                    <a:pt x="204483" y="297790"/>
                  </a:lnTo>
                  <a:lnTo>
                    <a:pt x="202019" y="297790"/>
                  </a:lnTo>
                  <a:lnTo>
                    <a:pt x="199556" y="297790"/>
                  </a:lnTo>
                  <a:lnTo>
                    <a:pt x="197092" y="297790"/>
                  </a:lnTo>
                  <a:lnTo>
                    <a:pt x="194628" y="297790"/>
                  </a:lnTo>
                  <a:lnTo>
                    <a:pt x="192165" y="297790"/>
                  </a:lnTo>
                  <a:lnTo>
                    <a:pt x="189701" y="297790"/>
                  </a:lnTo>
                  <a:lnTo>
                    <a:pt x="187237" y="297790"/>
                  </a:lnTo>
                  <a:lnTo>
                    <a:pt x="184774" y="297790"/>
                  </a:lnTo>
                  <a:lnTo>
                    <a:pt x="182310" y="297790"/>
                  </a:lnTo>
                  <a:lnTo>
                    <a:pt x="179847" y="297790"/>
                  </a:lnTo>
                  <a:lnTo>
                    <a:pt x="177383" y="297790"/>
                  </a:lnTo>
                  <a:lnTo>
                    <a:pt x="174919" y="297790"/>
                  </a:lnTo>
                  <a:lnTo>
                    <a:pt x="172456" y="297790"/>
                  </a:lnTo>
                  <a:lnTo>
                    <a:pt x="169992" y="297790"/>
                  </a:lnTo>
                  <a:lnTo>
                    <a:pt x="167528" y="297790"/>
                  </a:lnTo>
                  <a:lnTo>
                    <a:pt x="165065" y="297790"/>
                  </a:lnTo>
                  <a:lnTo>
                    <a:pt x="162601" y="297790"/>
                  </a:lnTo>
                  <a:lnTo>
                    <a:pt x="160137" y="297790"/>
                  </a:lnTo>
                  <a:lnTo>
                    <a:pt x="157674" y="297790"/>
                  </a:lnTo>
                  <a:lnTo>
                    <a:pt x="155210" y="297790"/>
                  </a:lnTo>
                  <a:lnTo>
                    <a:pt x="152746" y="297790"/>
                  </a:lnTo>
                  <a:lnTo>
                    <a:pt x="150283" y="297790"/>
                  </a:lnTo>
                  <a:lnTo>
                    <a:pt x="147819" y="297790"/>
                  </a:lnTo>
                  <a:lnTo>
                    <a:pt x="145355" y="297790"/>
                  </a:lnTo>
                  <a:lnTo>
                    <a:pt x="142892" y="297790"/>
                  </a:lnTo>
                  <a:lnTo>
                    <a:pt x="140428" y="297790"/>
                  </a:lnTo>
                  <a:lnTo>
                    <a:pt x="137964" y="297790"/>
                  </a:lnTo>
                  <a:lnTo>
                    <a:pt x="135501" y="297790"/>
                  </a:lnTo>
                  <a:lnTo>
                    <a:pt x="133037" y="297790"/>
                  </a:lnTo>
                  <a:lnTo>
                    <a:pt x="130573" y="297790"/>
                  </a:lnTo>
                  <a:lnTo>
                    <a:pt x="128110" y="297790"/>
                  </a:lnTo>
                  <a:lnTo>
                    <a:pt x="125646" y="297790"/>
                  </a:lnTo>
                  <a:lnTo>
                    <a:pt x="123182" y="297790"/>
                  </a:lnTo>
                  <a:lnTo>
                    <a:pt x="120719" y="297790"/>
                  </a:lnTo>
                  <a:lnTo>
                    <a:pt x="118255" y="297790"/>
                  </a:lnTo>
                  <a:lnTo>
                    <a:pt x="115791" y="297790"/>
                  </a:lnTo>
                  <a:lnTo>
                    <a:pt x="113328" y="297790"/>
                  </a:lnTo>
                  <a:lnTo>
                    <a:pt x="110864" y="297790"/>
                  </a:lnTo>
                  <a:lnTo>
                    <a:pt x="108400" y="297790"/>
                  </a:lnTo>
                  <a:lnTo>
                    <a:pt x="105937" y="297790"/>
                  </a:lnTo>
                  <a:lnTo>
                    <a:pt x="103473" y="297790"/>
                  </a:lnTo>
                  <a:lnTo>
                    <a:pt x="101009" y="297790"/>
                  </a:lnTo>
                  <a:lnTo>
                    <a:pt x="98546" y="297790"/>
                  </a:lnTo>
                  <a:lnTo>
                    <a:pt x="96082" y="297790"/>
                  </a:lnTo>
                  <a:lnTo>
                    <a:pt x="93618" y="297790"/>
                  </a:lnTo>
                  <a:lnTo>
                    <a:pt x="91155" y="297790"/>
                  </a:lnTo>
                  <a:lnTo>
                    <a:pt x="88691" y="297790"/>
                  </a:lnTo>
                  <a:lnTo>
                    <a:pt x="86228" y="297790"/>
                  </a:lnTo>
                  <a:lnTo>
                    <a:pt x="83764" y="297790"/>
                  </a:lnTo>
                  <a:lnTo>
                    <a:pt x="81300" y="297790"/>
                  </a:lnTo>
                  <a:lnTo>
                    <a:pt x="78837" y="297790"/>
                  </a:lnTo>
                  <a:lnTo>
                    <a:pt x="76373" y="297790"/>
                  </a:lnTo>
                  <a:lnTo>
                    <a:pt x="73909" y="297790"/>
                  </a:lnTo>
                  <a:lnTo>
                    <a:pt x="71446" y="297790"/>
                  </a:lnTo>
                  <a:lnTo>
                    <a:pt x="68982" y="297790"/>
                  </a:lnTo>
                  <a:lnTo>
                    <a:pt x="66518" y="297790"/>
                  </a:lnTo>
                  <a:lnTo>
                    <a:pt x="64055" y="297790"/>
                  </a:lnTo>
                  <a:lnTo>
                    <a:pt x="61591" y="297790"/>
                  </a:lnTo>
                  <a:lnTo>
                    <a:pt x="59127" y="297790"/>
                  </a:lnTo>
                  <a:lnTo>
                    <a:pt x="56664" y="297790"/>
                  </a:lnTo>
                  <a:lnTo>
                    <a:pt x="54200" y="297790"/>
                  </a:lnTo>
                  <a:lnTo>
                    <a:pt x="51736" y="297790"/>
                  </a:lnTo>
                  <a:lnTo>
                    <a:pt x="49273" y="297790"/>
                  </a:lnTo>
                  <a:lnTo>
                    <a:pt x="46809" y="297790"/>
                  </a:lnTo>
                  <a:lnTo>
                    <a:pt x="44345" y="297790"/>
                  </a:lnTo>
                  <a:lnTo>
                    <a:pt x="41882" y="297790"/>
                  </a:lnTo>
                  <a:lnTo>
                    <a:pt x="39418" y="297790"/>
                  </a:lnTo>
                  <a:lnTo>
                    <a:pt x="36954" y="297790"/>
                  </a:lnTo>
                  <a:lnTo>
                    <a:pt x="34491" y="297790"/>
                  </a:lnTo>
                  <a:lnTo>
                    <a:pt x="32027" y="297790"/>
                  </a:lnTo>
                  <a:lnTo>
                    <a:pt x="29563" y="297790"/>
                  </a:lnTo>
                  <a:lnTo>
                    <a:pt x="27100" y="297790"/>
                  </a:lnTo>
                  <a:lnTo>
                    <a:pt x="24636" y="297790"/>
                  </a:lnTo>
                  <a:lnTo>
                    <a:pt x="22172" y="297790"/>
                  </a:lnTo>
                  <a:lnTo>
                    <a:pt x="19709" y="297790"/>
                  </a:lnTo>
                  <a:lnTo>
                    <a:pt x="17245" y="297790"/>
                  </a:lnTo>
                  <a:lnTo>
                    <a:pt x="14781" y="297790"/>
                  </a:lnTo>
                  <a:lnTo>
                    <a:pt x="12318" y="297790"/>
                  </a:lnTo>
                  <a:lnTo>
                    <a:pt x="9854" y="297790"/>
                  </a:lnTo>
                  <a:lnTo>
                    <a:pt x="7390" y="297790"/>
                  </a:lnTo>
                  <a:lnTo>
                    <a:pt x="4927" y="297790"/>
                  </a:lnTo>
                  <a:lnTo>
                    <a:pt x="2463" y="29779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909616" y="3842052"/>
              <a:ext cx="1258929" cy="297790"/>
            </a:xfrm>
            <a:custGeom>
              <a:avLst/>
              <a:pathLst>
                <a:path w="1258929" h="297790">
                  <a:moveTo>
                    <a:pt x="0" y="297790"/>
                  </a:moveTo>
                  <a:lnTo>
                    <a:pt x="2463" y="297790"/>
                  </a:lnTo>
                  <a:lnTo>
                    <a:pt x="4927" y="297790"/>
                  </a:lnTo>
                  <a:lnTo>
                    <a:pt x="7390" y="297790"/>
                  </a:lnTo>
                  <a:lnTo>
                    <a:pt x="9854" y="297790"/>
                  </a:lnTo>
                  <a:lnTo>
                    <a:pt x="12318" y="297790"/>
                  </a:lnTo>
                  <a:lnTo>
                    <a:pt x="14781" y="297790"/>
                  </a:lnTo>
                  <a:lnTo>
                    <a:pt x="17245" y="297790"/>
                  </a:lnTo>
                  <a:lnTo>
                    <a:pt x="19709" y="297790"/>
                  </a:lnTo>
                  <a:lnTo>
                    <a:pt x="22172" y="297790"/>
                  </a:lnTo>
                  <a:lnTo>
                    <a:pt x="24636" y="297790"/>
                  </a:lnTo>
                  <a:lnTo>
                    <a:pt x="27100" y="297790"/>
                  </a:lnTo>
                  <a:lnTo>
                    <a:pt x="29563" y="297790"/>
                  </a:lnTo>
                  <a:lnTo>
                    <a:pt x="32027" y="297790"/>
                  </a:lnTo>
                  <a:lnTo>
                    <a:pt x="34491" y="297790"/>
                  </a:lnTo>
                  <a:lnTo>
                    <a:pt x="36954" y="297790"/>
                  </a:lnTo>
                  <a:lnTo>
                    <a:pt x="39418" y="297790"/>
                  </a:lnTo>
                  <a:lnTo>
                    <a:pt x="41882" y="297790"/>
                  </a:lnTo>
                  <a:lnTo>
                    <a:pt x="44345" y="297790"/>
                  </a:lnTo>
                  <a:lnTo>
                    <a:pt x="46809" y="297790"/>
                  </a:lnTo>
                  <a:lnTo>
                    <a:pt x="49273" y="297790"/>
                  </a:lnTo>
                  <a:lnTo>
                    <a:pt x="51736" y="297790"/>
                  </a:lnTo>
                  <a:lnTo>
                    <a:pt x="54200" y="297790"/>
                  </a:lnTo>
                  <a:lnTo>
                    <a:pt x="56664" y="297790"/>
                  </a:lnTo>
                  <a:lnTo>
                    <a:pt x="59127" y="297790"/>
                  </a:lnTo>
                  <a:lnTo>
                    <a:pt x="61591" y="297790"/>
                  </a:lnTo>
                  <a:lnTo>
                    <a:pt x="64055" y="297790"/>
                  </a:lnTo>
                  <a:lnTo>
                    <a:pt x="66518" y="297790"/>
                  </a:lnTo>
                  <a:lnTo>
                    <a:pt x="68982" y="297790"/>
                  </a:lnTo>
                  <a:lnTo>
                    <a:pt x="71446" y="297790"/>
                  </a:lnTo>
                  <a:lnTo>
                    <a:pt x="73909" y="297790"/>
                  </a:lnTo>
                  <a:lnTo>
                    <a:pt x="76373" y="297790"/>
                  </a:lnTo>
                  <a:lnTo>
                    <a:pt x="78837" y="297790"/>
                  </a:lnTo>
                  <a:lnTo>
                    <a:pt x="81300" y="297790"/>
                  </a:lnTo>
                  <a:lnTo>
                    <a:pt x="83764" y="297790"/>
                  </a:lnTo>
                  <a:lnTo>
                    <a:pt x="86228" y="297790"/>
                  </a:lnTo>
                  <a:lnTo>
                    <a:pt x="88691" y="297790"/>
                  </a:lnTo>
                  <a:lnTo>
                    <a:pt x="91155" y="297790"/>
                  </a:lnTo>
                  <a:lnTo>
                    <a:pt x="93618" y="297790"/>
                  </a:lnTo>
                  <a:lnTo>
                    <a:pt x="96082" y="297790"/>
                  </a:lnTo>
                  <a:lnTo>
                    <a:pt x="98546" y="297790"/>
                  </a:lnTo>
                  <a:lnTo>
                    <a:pt x="101009" y="297790"/>
                  </a:lnTo>
                  <a:lnTo>
                    <a:pt x="103473" y="297790"/>
                  </a:lnTo>
                  <a:lnTo>
                    <a:pt x="105937" y="297790"/>
                  </a:lnTo>
                  <a:lnTo>
                    <a:pt x="108400" y="297790"/>
                  </a:lnTo>
                  <a:lnTo>
                    <a:pt x="110864" y="297790"/>
                  </a:lnTo>
                  <a:lnTo>
                    <a:pt x="113328" y="297790"/>
                  </a:lnTo>
                  <a:lnTo>
                    <a:pt x="115791" y="297789"/>
                  </a:lnTo>
                  <a:lnTo>
                    <a:pt x="118255" y="297789"/>
                  </a:lnTo>
                  <a:lnTo>
                    <a:pt x="120719" y="297789"/>
                  </a:lnTo>
                  <a:lnTo>
                    <a:pt x="123182" y="297788"/>
                  </a:lnTo>
                  <a:lnTo>
                    <a:pt x="125646" y="297787"/>
                  </a:lnTo>
                  <a:lnTo>
                    <a:pt x="128110" y="297785"/>
                  </a:lnTo>
                  <a:lnTo>
                    <a:pt x="130573" y="297782"/>
                  </a:lnTo>
                  <a:lnTo>
                    <a:pt x="133037" y="297777"/>
                  </a:lnTo>
                  <a:lnTo>
                    <a:pt x="135501" y="297769"/>
                  </a:lnTo>
                  <a:lnTo>
                    <a:pt x="137964" y="297756"/>
                  </a:lnTo>
                  <a:lnTo>
                    <a:pt x="140428" y="297738"/>
                  </a:lnTo>
                  <a:lnTo>
                    <a:pt x="142892" y="297712"/>
                  </a:lnTo>
                  <a:lnTo>
                    <a:pt x="145355" y="297675"/>
                  </a:lnTo>
                  <a:lnTo>
                    <a:pt x="147819" y="297626"/>
                  </a:lnTo>
                  <a:lnTo>
                    <a:pt x="150283" y="297563"/>
                  </a:lnTo>
                  <a:lnTo>
                    <a:pt x="152746" y="297483"/>
                  </a:lnTo>
                  <a:lnTo>
                    <a:pt x="155210" y="297384"/>
                  </a:lnTo>
                  <a:lnTo>
                    <a:pt x="157674" y="297266"/>
                  </a:lnTo>
                  <a:lnTo>
                    <a:pt x="160137" y="297130"/>
                  </a:lnTo>
                  <a:lnTo>
                    <a:pt x="162601" y="296977"/>
                  </a:lnTo>
                  <a:lnTo>
                    <a:pt x="165065" y="296810"/>
                  </a:lnTo>
                  <a:lnTo>
                    <a:pt x="167528" y="296632"/>
                  </a:lnTo>
                  <a:lnTo>
                    <a:pt x="169992" y="296450"/>
                  </a:lnTo>
                  <a:lnTo>
                    <a:pt x="172456" y="296271"/>
                  </a:lnTo>
                  <a:lnTo>
                    <a:pt x="174919" y="296099"/>
                  </a:lnTo>
                  <a:lnTo>
                    <a:pt x="177383" y="295940"/>
                  </a:lnTo>
                  <a:lnTo>
                    <a:pt x="179847" y="295798"/>
                  </a:lnTo>
                  <a:lnTo>
                    <a:pt x="182310" y="295678"/>
                  </a:lnTo>
                  <a:lnTo>
                    <a:pt x="184774" y="295580"/>
                  </a:lnTo>
                  <a:lnTo>
                    <a:pt x="187237" y="295504"/>
                  </a:lnTo>
                  <a:lnTo>
                    <a:pt x="189701" y="295450"/>
                  </a:lnTo>
                  <a:lnTo>
                    <a:pt x="192165" y="295413"/>
                  </a:lnTo>
                  <a:lnTo>
                    <a:pt x="194628" y="295389"/>
                  </a:lnTo>
                  <a:lnTo>
                    <a:pt x="197092" y="295367"/>
                  </a:lnTo>
                  <a:lnTo>
                    <a:pt x="199556" y="295337"/>
                  </a:lnTo>
                  <a:lnTo>
                    <a:pt x="202019" y="295289"/>
                  </a:lnTo>
                  <a:lnTo>
                    <a:pt x="204483" y="295211"/>
                  </a:lnTo>
                  <a:lnTo>
                    <a:pt x="206947" y="295095"/>
                  </a:lnTo>
                  <a:lnTo>
                    <a:pt x="209410" y="294934"/>
                  </a:lnTo>
                  <a:lnTo>
                    <a:pt x="211874" y="294723"/>
                  </a:lnTo>
                  <a:lnTo>
                    <a:pt x="214338" y="294463"/>
                  </a:lnTo>
                  <a:lnTo>
                    <a:pt x="216801" y="294160"/>
                  </a:lnTo>
                  <a:lnTo>
                    <a:pt x="219265" y="293823"/>
                  </a:lnTo>
                  <a:lnTo>
                    <a:pt x="221729" y="293465"/>
                  </a:lnTo>
                  <a:lnTo>
                    <a:pt x="224192" y="293105"/>
                  </a:lnTo>
                  <a:lnTo>
                    <a:pt x="226656" y="292765"/>
                  </a:lnTo>
                  <a:lnTo>
                    <a:pt x="229120" y="292461"/>
                  </a:lnTo>
                  <a:lnTo>
                    <a:pt x="231583" y="292209"/>
                  </a:lnTo>
                  <a:lnTo>
                    <a:pt x="234047" y="292022"/>
                  </a:lnTo>
                  <a:lnTo>
                    <a:pt x="236511" y="291907"/>
                  </a:lnTo>
                  <a:lnTo>
                    <a:pt x="238974" y="291867"/>
                  </a:lnTo>
                  <a:lnTo>
                    <a:pt x="241438" y="291899"/>
                  </a:lnTo>
                  <a:lnTo>
                    <a:pt x="243902" y="291997"/>
                  </a:lnTo>
                  <a:lnTo>
                    <a:pt x="246365" y="292149"/>
                  </a:lnTo>
                  <a:lnTo>
                    <a:pt x="248829" y="292342"/>
                  </a:lnTo>
                  <a:lnTo>
                    <a:pt x="251293" y="292561"/>
                  </a:lnTo>
                  <a:lnTo>
                    <a:pt x="253756" y="292791"/>
                  </a:lnTo>
                  <a:lnTo>
                    <a:pt x="256220" y="293015"/>
                  </a:lnTo>
                  <a:lnTo>
                    <a:pt x="258684" y="293222"/>
                  </a:lnTo>
                  <a:lnTo>
                    <a:pt x="261147" y="293407"/>
                  </a:lnTo>
                  <a:lnTo>
                    <a:pt x="263611" y="293563"/>
                  </a:lnTo>
                  <a:lnTo>
                    <a:pt x="266075" y="293692"/>
                  </a:lnTo>
                  <a:lnTo>
                    <a:pt x="268538" y="293793"/>
                  </a:lnTo>
                  <a:lnTo>
                    <a:pt x="271002" y="293870"/>
                  </a:lnTo>
                  <a:lnTo>
                    <a:pt x="273465" y="293928"/>
                  </a:lnTo>
                  <a:lnTo>
                    <a:pt x="275929" y="293972"/>
                  </a:lnTo>
                  <a:lnTo>
                    <a:pt x="278393" y="294010"/>
                  </a:lnTo>
                  <a:lnTo>
                    <a:pt x="280856" y="294048"/>
                  </a:lnTo>
                  <a:lnTo>
                    <a:pt x="283320" y="294096"/>
                  </a:lnTo>
                  <a:lnTo>
                    <a:pt x="285784" y="294160"/>
                  </a:lnTo>
                  <a:lnTo>
                    <a:pt x="288247" y="294246"/>
                  </a:lnTo>
                  <a:lnTo>
                    <a:pt x="290711" y="294359"/>
                  </a:lnTo>
                  <a:lnTo>
                    <a:pt x="293175" y="294503"/>
                  </a:lnTo>
                  <a:lnTo>
                    <a:pt x="295638" y="294677"/>
                  </a:lnTo>
                  <a:lnTo>
                    <a:pt x="298102" y="294879"/>
                  </a:lnTo>
                  <a:lnTo>
                    <a:pt x="300566" y="295104"/>
                  </a:lnTo>
                  <a:lnTo>
                    <a:pt x="303029" y="295343"/>
                  </a:lnTo>
                  <a:lnTo>
                    <a:pt x="305493" y="295585"/>
                  </a:lnTo>
                  <a:lnTo>
                    <a:pt x="307957" y="295817"/>
                  </a:lnTo>
                  <a:lnTo>
                    <a:pt x="310420" y="296026"/>
                  </a:lnTo>
                  <a:lnTo>
                    <a:pt x="312884" y="296192"/>
                  </a:lnTo>
                  <a:lnTo>
                    <a:pt x="315348" y="296305"/>
                  </a:lnTo>
                  <a:lnTo>
                    <a:pt x="317811" y="296354"/>
                  </a:lnTo>
                  <a:lnTo>
                    <a:pt x="320275" y="296334"/>
                  </a:lnTo>
                  <a:lnTo>
                    <a:pt x="322739" y="296238"/>
                  </a:lnTo>
                  <a:lnTo>
                    <a:pt x="325202" y="296065"/>
                  </a:lnTo>
                  <a:lnTo>
                    <a:pt x="327666" y="295819"/>
                  </a:lnTo>
                  <a:lnTo>
                    <a:pt x="330130" y="295502"/>
                  </a:lnTo>
                  <a:lnTo>
                    <a:pt x="332593" y="295124"/>
                  </a:lnTo>
                  <a:lnTo>
                    <a:pt x="335057" y="294694"/>
                  </a:lnTo>
                  <a:lnTo>
                    <a:pt x="337521" y="294221"/>
                  </a:lnTo>
                  <a:lnTo>
                    <a:pt x="339984" y="293717"/>
                  </a:lnTo>
                  <a:lnTo>
                    <a:pt x="342448" y="293193"/>
                  </a:lnTo>
                  <a:lnTo>
                    <a:pt x="344912" y="292659"/>
                  </a:lnTo>
                  <a:lnTo>
                    <a:pt x="347375" y="292122"/>
                  </a:lnTo>
                  <a:lnTo>
                    <a:pt x="349839" y="291587"/>
                  </a:lnTo>
                  <a:lnTo>
                    <a:pt x="352303" y="291057"/>
                  </a:lnTo>
                  <a:lnTo>
                    <a:pt x="354766" y="290531"/>
                  </a:lnTo>
                  <a:lnTo>
                    <a:pt x="357230" y="290011"/>
                  </a:lnTo>
                  <a:lnTo>
                    <a:pt x="359694" y="289493"/>
                  </a:lnTo>
                  <a:lnTo>
                    <a:pt x="362157" y="288976"/>
                  </a:lnTo>
                  <a:lnTo>
                    <a:pt x="364621" y="288458"/>
                  </a:lnTo>
                  <a:lnTo>
                    <a:pt x="367084" y="287936"/>
                  </a:lnTo>
                  <a:lnTo>
                    <a:pt x="369548" y="287408"/>
                  </a:lnTo>
                  <a:lnTo>
                    <a:pt x="372012" y="286874"/>
                  </a:lnTo>
                  <a:lnTo>
                    <a:pt x="374475" y="286332"/>
                  </a:lnTo>
                  <a:lnTo>
                    <a:pt x="376939" y="285783"/>
                  </a:lnTo>
                  <a:lnTo>
                    <a:pt x="379403" y="285229"/>
                  </a:lnTo>
                  <a:lnTo>
                    <a:pt x="381866" y="284673"/>
                  </a:lnTo>
                  <a:lnTo>
                    <a:pt x="384330" y="284120"/>
                  </a:lnTo>
                  <a:lnTo>
                    <a:pt x="386794" y="283578"/>
                  </a:lnTo>
                  <a:lnTo>
                    <a:pt x="389257" y="283057"/>
                  </a:lnTo>
                  <a:lnTo>
                    <a:pt x="391721" y="282567"/>
                  </a:lnTo>
                  <a:lnTo>
                    <a:pt x="394185" y="282122"/>
                  </a:lnTo>
                  <a:lnTo>
                    <a:pt x="396648" y="281734"/>
                  </a:lnTo>
                  <a:lnTo>
                    <a:pt x="399112" y="281422"/>
                  </a:lnTo>
                  <a:lnTo>
                    <a:pt x="401576" y="281188"/>
                  </a:lnTo>
                  <a:lnTo>
                    <a:pt x="404039" y="281032"/>
                  </a:lnTo>
                  <a:lnTo>
                    <a:pt x="406503" y="280950"/>
                  </a:lnTo>
                  <a:lnTo>
                    <a:pt x="408967" y="280929"/>
                  </a:lnTo>
                  <a:lnTo>
                    <a:pt x="411430" y="280952"/>
                  </a:lnTo>
                  <a:lnTo>
                    <a:pt x="413894" y="280995"/>
                  </a:lnTo>
                  <a:lnTo>
                    <a:pt x="416358" y="281034"/>
                  </a:lnTo>
                  <a:lnTo>
                    <a:pt x="418821" y="281040"/>
                  </a:lnTo>
                  <a:lnTo>
                    <a:pt x="421285" y="280986"/>
                  </a:lnTo>
                  <a:lnTo>
                    <a:pt x="423749" y="280845"/>
                  </a:lnTo>
                  <a:lnTo>
                    <a:pt x="426212" y="280594"/>
                  </a:lnTo>
                  <a:lnTo>
                    <a:pt x="428676" y="280193"/>
                  </a:lnTo>
                  <a:lnTo>
                    <a:pt x="431140" y="279635"/>
                  </a:lnTo>
                  <a:lnTo>
                    <a:pt x="433603" y="278903"/>
                  </a:lnTo>
                  <a:lnTo>
                    <a:pt x="436067" y="277983"/>
                  </a:lnTo>
                  <a:lnTo>
                    <a:pt x="438531" y="276864"/>
                  </a:lnTo>
                  <a:lnTo>
                    <a:pt x="440994" y="275540"/>
                  </a:lnTo>
                  <a:lnTo>
                    <a:pt x="443458" y="274013"/>
                  </a:lnTo>
                  <a:lnTo>
                    <a:pt x="445922" y="272288"/>
                  </a:lnTo>
                  <a:lnTo>
                    <a:pt x="448385" y="270383"/>
                  </a:lnTo>
                  <a:lnTo>
                    <a:pt x="450849" y="268321"/>
                  </a:lnTo>
                  <a:lnTo>
                    <a:pt x="453312" y="266137"/>
                  </a:lnTo>
                  <a:lnTo>
                    <a:pt x="455776" y="263867"/>
                  </a:lnTo>
                  <a:lnTo>
                    <a:pt x="458240" y="261561"/>
                  </a:lnTo>
                  <a:lnTo>
                    <a:pt x="460703" y="259265"/>
                  </a:lnTo>
                  <a:lnTo>
                    <a:pt x="463167" y="257014"/>
                  </a:lnTo>
                  <a:lnTo>
                    <a:pt x="465631" y="254828"/>
                  </a:lnTo>
                  <a:lnTo>
                    <a:pt x="468094" y="252713"/>
                  </a:lnTo>
                  <a:lnTo>
                    <a:pt x="470558" y="250654"/>
                  </a:lnTo>
                  <a:lnTo>
                    <a:pt x="473022" y="248616"/>
                  </a:lnTo>
                  <a:lnTo>
                    <a:pt x="475485" y="246542"/>
                  </a:lnTo>
                  <a:lnTo>
                    <a:pt x="477949" y="244358"/>
                  </a:lnTo>
                  <a:lnTo>
                    <a:pt x="480413" y="241975"/>
                  </a:lnTo>
                  <a:lnTo>
                    <a:pt x="482876" y="239295"/>
                  </a:lnTo>
                  <a:lnTo>
                    <a:pt x="485340" y="236191"/>
                  </a:lnTo>
                  <a:lnTo>
                    <a:pt x="487804" y="232540"/>
                  </a:lnTo>
                  <a:lnTo>
                    <a:pt x="490267" y="228270"/>
                  </a:lnTo>
                  <a:lnTo>
                    <a:pt x="492731" y="223299"/>
                  </a:lnTo>
                  <a:lnTo>
                    <a:pt x="495195" y="217556"/>
                  </a:lnTo>
                  <a:lnTo>
                    <a:pt x="497658" y="210984"/>
                  </a:lnTo>
                  <a:lnTo>
                    <a:pt x="500122" y="203539"/>
                  </a:lnTo>
                  <a:lnTo>
                    <a:pt x="502586" y="195194"/>
                  </a:lnTo>
                  <a:lnTo>
                    <a:pt x="505049" y="185937"/>
                  </a:lnTo>
                  <a:lnTo>
                    <a:pt x="507513" y="175775"/>
                  </a:lnTo>
                  <a:lnTo>
                    <a:pt x="509977" y="164736"/>
                  </a:lnTo>
                  <a:lnTo>
                    <a:pt x="512440" y="152872"/>
                  </a:lnTo>
                  <a:lnTo>
                    <a:pt x="514904" y="140221"/>
                  </a:lnTo>
                  <a:lnTo>
                    <a:pt x="517368" y="126937"/>
                  </a:lnTo>
                  <a:lnTo>
                    <a:pt x="519831" y="113201"/>
                  </a:lnTo>
                  <a:lnTo>
                    <a:pt x="522295" y="99200"/>
                  </a:lnTo>
                  <a:lnTo>
                    <a:pt x="524759" y="85152"/>
                  </a:lnTo>
                  <a:lnTo>
                    <a:pt x="527222" y="71301"/>
                  </a:lnTo>
                  <a:lnTo>
                    <a:pt x="529686" y="57913"/>
                  </a:lnTo>
                  <a:lnTo>
                    <a:pt x="532150" y="45266"/>
                  </a:lnTo>
                  <a:lnTo>
                    <a:pt x="534613" y="33644"/>
                  </a:lnTo>
                  <a:lnTo>
                    <a:pt x="537077" y="23325"/>
                  </a:lnTo>
                  <a:lnTo>
                    <a:pt x="539541" y="14569"/>
                  </a:lnTo>
                  <a:lnTo>
                    <a:pt x="542004" y="7613"/>
                  </a:lnTo>
                  <a:lnTo>
                    <a:pt x="544468" y="2847"/>
                  </a:lnTo>
                  <a:lnTo>
                    <a:pt x="546931" y="290"/>
                  </a:lnTo>
                  <a:lnTo>
                    <a:pt x="549395" y="0"/>
                  </a:lnTo>
                  <a:lnTo>
                    <a:pt x="551859" y="2006"/>
                  </a:lnTo>
                  <a:lnTo>
                    <a:pt x="554322" y="6284"/>
                  </a:lnTo>
                  <a:lnTo>
                    <a:pt x="556786" y="12751"/>
                  </a:lnTo>
                  <a:lnTo>
                    <a:pt x="559250" y="21272"/>
                  </a:lnTo>
                  <a:lnTo>
                    <a:pt x="561713" y="31664"/>
                  </a:lnTo>
                  <a:lnTo>
                    <a:pt x="564177" y="43705"/>
                  </a:lnTo>
                  <a:lnTo>
                    <a:pt x="566641" y="57139"/>
                  </a:lnTo>
                  <a:lnTo>
                    <a:pt x="569104" y="71693"/>
                  </a:lnTo>
                  <a:lnTo>
                    <a:pt x="571568" y="87085"/>
                  </a:lnTo>
                  <a:lnTo>
                    <a:pt x="574032" y="103042"/>
                  </a:lnTo>
                  <a:lnTo>
                    <a:pt x="576495" y="119214"/>
                  </a:lnTo>
                  <a:lnTo>
                    <a:pt x="578959" y="135352"/>
                  </a:lnTo>
                  <a:lnTo>
                    <a:pt x="581423" y="151226"/>
                  </a:lnTo>
                  <a:lnTo>
                    <a:pt x="583886" y="166637"/>
                  </a:lnTo>
                  <a:lnTo>
                    <a:pt x="586350" y="181413"/>
                  </a:lnTo>
                  <a:lnTo>
                    <a:pt x="588814" y="195410"/>
                  </a:lnTo>
                  <a:lnTo>
                    <a:pt x="591277" y="208519"/>
                  </a:lnTo>
                  <a:lnTo>
                    <a:pt x="593741" y="220655"/>
                  </a:lnTo>
                  <a:lnTo>
                    <a:pt x="596205" y="231767"/>
                  </a:lnTo>
                  <a:lnTo>
                    <a:pt x="598668" y="241827"/>
                  </a:lnTo>
                  <a:lnTo>
                    <a:pt x="601132" y="250804"/>
                  </a:lnTo>
                  <a:lnTo>
                    <a:pt x="603596" y="258681"/>
                  </a:lnTo>
                  <a:lnTo>
                    <a:pt x="606059" y="265577"/>
                  </a:lnTo>
                  <a:lnTo>
                    <a:pt x="608523" y="271550"/>
                  </a:lnTo>
                  <a:lnTo>
                    <a:pt x="610987" y="276665"/>
                  </a:lnTo>
                  <a:lnTo>
                    <a:pt x="613450" y="280994"/>
                  </a:lnTo>
                  <a:lnTo>
                    <a:pt x="615914" y="284614"/>
                  </a:lnTo>
                  <a:lnTo>
                    <a:pt x="618378" y="287599"/>
                  </a:lnTo>
                  <a:lnTo>
                    <a:pt x="620841" y="290027"/>
                  </a:lnTo>
                  <a:lnTo>
                    <a:pt x="623305" y="291972"/>
                  </a:lnTo>
                  <a:lnTo>
                    <a:pt x="625769" y="293505"/>
                  </a:lnTo>
                  <a:lnTo>
                    <a:pt x="628232" y="294691"/>
                  </a:lnTo>
                  <a:lnTo>
                    <a:pt x="630696" y="295581"/>
                  </a:lnTo>
                  <a:lnTo>
                    <a:pt x="633159" y="296237"/>
                  </a:lnTo>
                  <a:lnTo>
                    <a:pt x="635623" y="296720"/>
                  </a:lnTo>
                  <a:lnTo>
                    <a:pt x="638087" y="297067"/>
                  </a:lnTo>
                  <a:lnTo>
                    <a:pt x="640550" y="297312"/>
                  </a:lnTo>
                  <a:lnTo>
                    <a:pt x="643014" y="297481"/>
                  </a:lnTo>
                  <a:lnTo>
                    <a:pt x="645478" y="297595"/>
                  </a:lnTo>
                  <a:lnTo>
                    <a:pt x="647941" y="297670"/>
                  </a:lnTo>
                  <a:lnTo>
                    <a:pt x="650405" y="297718"/>
                  </a:lnTo>
                  <a:lnTo>
                    <a:pt x="652869" y="297747"/>
                  </a:lnTo>
                  <a:lnTo>
                    <a:pt x="655332" y="297766"/>
                  </a:lnTo>
                  <a:lnTo>
                    <a:pt x="657796" y="297776"/>
                  </a:lnTo>
                  <a:lnTo>
                    <a:pt x="660260" y="297782"/>
                  </a:lnTo>
                  <a:lnTo>
                    <a:pt x="662723" y="297786"/>
                  </a:lnTo>
                  <a:lnTo>
                    <a:pt x="665187" y="297788"/>
                  </a:lnTo>
                  <a:lnTo>
                    <a:pt x="667651" y="297789"/>
                  </a:lnTo>
                  <a:lnTo>
                    <a:pt x="670114" y="297789"/>
                  </a:lnTo>
                  <a:lnTo>
                    <a:pt x="672578" y="297789"/>
                  </a:lnTo>
                  <a:lnTo>
                    <a:pt x="675042" y="297790"/>
                  </a:lnTo>
                  <a:lnTo>
                    <a:pt x="677505" y="297790"/>
                  </a:lnTo>
                  <a:lnTo>
                    <a:pt x="679969" y="297790"/>
                  </a:lnTo>
                  <a:lnTo>
                    <a:pt x="682433" y="297790"/>
                  </a:lnTo>
                  <a:lnTo>
                    <a:pt x="684896" y="297790"/>
                  </a:lnTo>
                  <a:lnTo>
                    <a:pt x="687360" y="297790"/>
                  </a:lnTo>
                  <a:lnTo>
                    <a:pt x="689824" y="297790"/>
                  </a:lnTo>
                  <a:lnTo>
                    <a:pt x="692287" y="297790"/>
                  </a:lnTo>
                  <a:lnTo>
                    <a:pt x="694751" y="297790"/>
                  </a:lnTo>
                  <a:lnTo>
                    <a:pt x="697215" y="297790"/>
                  </a:lnTo>
                  <a:lnTo>
                    <a:pt x="699678" y="297790"/>
                  </a:lnTo>
                  <a:lnTo>
                    <a:pt x="702142" y="297790"/>
                  </a:lnTo>
                  <a:lnTo>
                    <a:pt x="704606" y="297790"/>
                  </a:lnTo>
                  <a:lnTo>
                    <a:pt x="707069" y="297790"/>
                  </a:lnTo>
                  <a:lnTo>
                    <a:pt x="709533" y="297790"/>
                  </a:lnTo>
                  <a:lnTo>
                    <a:pt x="711997" y="297790"/>
                  </a:lnTo>
                  <a:lnTo>
                    <a:pt x="714460" y="297790"/>
                  </a:lnTo>
                  <a:lnTo>
                    <a:pt x="716924" y="297790"/>
                  </a:lnTo>
                  <a:lnTo>
                    <a:pt x="719388" y="297790"/>
                  </a:lnTo>
                  <a:lnTo>
                    <a:pt x="721851" y="297790"/>
                  </a:lnTo>
                  <a:lnTo>
                    <a:pt x="724315" y="297790"/>
                  </a:lnTo>
                  <a:lnTo>
                    <a:pt x="726778" y="297790"/>
                  </a:lnTo>
                  <a:lnTo>
                    <a:pt x="729242" y="297790"/>
                  </a:lnTo>
                  <a:lnTo>
                    <a:pt x="731706" y="297790"/>
                  </a:lnTo>
                  <a:lnTo>
                    <a:pt x="734169" y="297790"/>
                  </a:lnTo>
                  <a:lnTo>
                    <a:pt x="736633" y="297790"/>
                  </a:lnTo>
                  <a:lnTo>
                    <a:pt x="739097" y="297790"/>
                  </a:lnTo>
                  <a:lnTo>
                    <a:pt x="741560" y="297790"/>
                  </a:lnTo>
                  <a:lnTo>
                    <a:pt x="744024" y="297790"/>
                  </a:lnTo>
                  <a:lnTo>
                    <a:pt x="746488" y="297790"/>
                  </a:lnTo>
                  <a:lnTo>
                    <a:pt x="748951" y="297790"/>
                  </a:lnTo>
                  <a:lnTo>
                    <a:pt x="751415" y="297790"/>
                  </a:lnTo>
                  <a:lnTo>
                    <a:pt x="753879" y="297790"/>
                  </a:lnTo>
                  <a:lnTo>
                    <a:pt x="756342" y="297790"/>
                  </a:lnTo>
                  <a:lnTo>
                    <a:pt x="758806" y="297790"/>
                  </a:lnTo>
                  <a:lnTo>
                    <a:pt x="761270" y="297790"/>
                  </a:lnTo>
                  <a:lnTo>
                    <a:pt x="763733" y="297790"/>
                  </a:lnTo>
                  <a:lnTo>
                    <a:pt x="766197" y="297790"/>
                  </a:lnTo>
                  <a:lnTo>
                    <a:pt x="768661" y="297790"/>
                  </a:lnTo>
                  <a:lnTo>
                    <a:pt x="771124" y="297790"/>
                  </a:lnTo>
                  <a:lnTo>
                    <a:pt x="773588" y="297790"/>
                  </a:lnTo>
                  <a:lnTo>
                    <a:pt x="776052" y="297790"/>
                  </a:lnTo>
                  <a:lnTo>
                    <a:pt x="778515" y="297790"/>
                  </a:lnTo>
                  <a:lnTo>
                    <a:pt x="780979" y="297790"/>
                  </a:lnTo>
                  <a:lnTo>
                    <a:pt x="783443" y="297790"/>
                  </a:lnTo>
                  <a:lnTo>
                    <a:pt x="785906" y="297790"/>
                  </a:lnTo>
                  <a:lnTo>
                    <a:pt x="788370" y="297790"/>
                  </a:lnTo>
                  <a:lnTo>
                    <a:pt x="790834" y="297790"/>
                  </a:lnTo>
                  <a:lnTo>
                    <a:pt x="793297" y="297790"/>
                  </a:lnTo>
                  <a:lnTo>
                    <a:pt x="795761" y="297790"/>
                  </a:lnTo>
                  <a:lnTo>
                    <a:pt x="798225" y="297790"/>
                  </a:lnTo>
                  <a:lnTo>
                    <a:pt x="800688" y="297790"/>
                  </a:lnTo>
                  <a:lnTo>
                    <a:pt x="803152" y="297790"/>
                  </a:lnTo>
                  <a:lnTo>
                    <a:pt x="805616" y="297790"/>
                  </a:lnTo>
                  <a:lnTo>
                    <a:pt x="808079" y="297790"/>
                  </a:lnTo>
                  <a:lnTo>
                    <a:pt x="810543" y="297790"/>
                  </a:lnTo>
                  <a:lnTo>
                    <a:pt x="813006" y="297790"/>
                  </a:lnTo>
                  <a:lnTo>
                    <a:pt x="815470" y="297790"/>
                  </a:lnTo>
                  <a:lnTo>
                    <a:pt x="817934" y="297790"/>
                  </a:lnTo>
                  <a:lnTo>
                    <a:pt x="820397" y="297790"/>
                  </a:lnTo>
                  <a:lnTo>
                    <a:pt x="822861" y="297790"/>
                  </a:lnTo>
                  <a:lnTo>
                    <a:pt x="825325" y="297790"/>
                  </a:lnTo>
                  <a:lnTo>
                    <a:pt x="827788" y="297790"/>
                  </a:lnTo>
                  <a:lnTo>
                    <a:pt x="830252" y="297790"/>
                  </a:lnTo>
                  <a:lnTo>
                    <a:pt x="832716" y="297790"/>
                  </a:lnTo>
                  <a:lnTo>
                    <a:pt x="835179" y="297790"/>
                  </a:lnTo>
                  <a:lnTo>
                    <a:pt x="837643" y="297790"/>
                  </a:lnTo>
                  <a:lnTo>
                    <a:pt x="840107" y="297790"/>
                  </a:lnTo>
                  <a:lnTo>
                    <a:pt x="842570" y="297790"/>
                  </a:lnTo>
                  <a:lnTo>
                    <a:pt x="845034" y="297790"/>
                  </a:lnTo>
                  <a:lnTo>
                    <a:pt x="847498" y="297790"/>
                  </a:lnTo>
                  <a:lnTo>
                    <a:pt x="849961" y="297790"/>
                  </a:lnTo>
                  <a:lnTo>
                    <a:pt x="852425" y="297790"/>
                  </a:lnTo>
                  <a:lnTo>
                    <a:pt x="854889" y="297790"/>
                  </a:lnTo>
                  <a:lnTo>
                    <a:pt x="857352" y="297790"/>
                  </a:lnTo>
                  <a:lnTo>
                    <a:pt x="859816" y="297790"/>
                  </a:lnTo>
                  <a:lnTo>
                    <a:pt x="862280" y="297790"/>
                  </a:lnTo>
                  <a:lnTo>
                    <a:pt x="864743" y="297790"/>
                  </a:lnTo>
                  <a:lnTo>
                    <a:pt x="867207" y="297790"/>
                  </a:lnTo>
                  <a:lnTo>
                    <a:pt x="869671" y="297790"/>
                  </a:lnTo>
                  <a:lnTo>
                    <a:pt x="872134" y="297790"/>
                  </a:lnTo>
                  <a:lnTo>
                    <a:pt x="874598" y="297790"/>
                  </a:lnTo>
                  <a:lnTo>
                    <a:pt x="877062" y="297790"/>
                  </a:lnTo>
                  <a:lnTo>
                    <a:pt x="879525" y="297790"/>
                  </a:lnTo>
                  <a:lnTo>
                    <a:pt x="881989" y="297790"/>
                  </a:lnTo>
                  <a:lnTo>
                    <a:pt x="884453" y="297790"/>
                  </a:lnTo>
                  <a:lnTo>
                    <a:pt x="886916" y="297790"/>
                  </a:lnTo>
                  <a:lnTo>
                    <a:pt x="889380" y="297790"/>
                  </a:lnTo>
                  <a:lnTo>
                    <a:pt x="891844" y="297790"/>
                  </a:lnTo>
                  <a:lnTo>
                    <a:pt x="894307" y="297790"/>
                  </a:lnTo>
                  <a:lnTo>
                    <a:pt x="896771" y="297790"/>
                  </a:lnTo>
                  <a:lnTo>
                    <a:pt x="899235" y="297790"/>
                  </a:lnTo>
                  <a:lnTo>
                    <a:pt x="901698" y="297790"/>
                  </a:lnTo>
                  <a:lnTo>
                    <a:pt x="904162" y="297790"/>
                  </a:lnTo>
                  <a:lnTo>
                    <a:pt x="906625" y="297790"/>
                  </a:lnTo>
                  <a:lnTo>
                    <a:pt x="909089" y="297790"/>
                  </a:lnTo>
                  <a:lnTo>
                    <a:pt x="911553" y="297790"/>
                  </a:lnTo>
                  <a:lnTo>
                    <a:pt x="914016" y="297790"/>
                  </a:lnTo>
                  <a:lnTo>
                    <a:pt x="916480" y="297790"/>
                  </a:lnTo>
                  <a:lnTo>
                    <a:pt x="918944" y="297790"/>
                  </a:lnTo>
                  <a:lnTo>
                    <a:pt x="921407" y="297790"/>
                  </a:lnTo>
                  <a:lnTo>
                    <a:pt x="923871" y="297790"/>
                  </a:lnTo>
                  <a:lnTo>
                    <a:pt x="926335" y="297790"/>
                  </a:lnTo>
                  <a:lnTo>
                    <a:pt x="928798" y="297790"/>
                  </a:lnTo>
                  <a:lnTo>
                    <a:pt x="931262" y="297790"/>
                  </a:lnTo>
                  <a:lnTo>
                    <a:pt x="933726" y="297790"/>
                  </a:lnTo>
                  <a:lnTo>
                    <a:pt x="936189" y="297790"/>
                  </a:lnTo>
                  <a:lnTo>
                    <a:pt x="938653" y="297790"/>
                  </a:lnTo>
                  <a:lnTo>
                    <a:pt x="941117" y="297790"/>
                  </a:lnTo>
                  <a:lnTo>
                    <a:pt x="943580" y="297790"/>
                  </a:lnTo>
                  <a:lnTo>
                    <a:pt x="946044" y="297790"/>
                  </a:lnTo>
                  <a:lnTo>
                    <a:pt x="948508" y="297790"/>
                  </a:lnTo>
                  <a:lnTo>
                    <a:pt x="950971" y="297790"/>
                  </a:lnTo>
                  <a:lnTo>
                    <a:pt x="953435" y="297790"/>
                  </a:lnTo>
                  <a:lnTo>
                    <a:pt x="955899" y="297790"/>
                  </a:lnTo>
                  <a:lnTo>
                    <a:pt x="958362" y="297790"/>
                  </a:lnTo>
                  <a:lnTo>
                    <a:pt x="960826" y="297790"/>
                  </a:lnTo>
                  <a:lnTo>
                    <a:pt x="963290" y="297790"/>
                  </a:lnTo>
                  <a:lnTo>
                    <a:pt x="965753" y="297790"/>
                  </a:lnTo>
                  <a:lnTo>
                    <a:pt x="968217" y="297790"/>
                  </a:lnTo>
                  <a:lnTo>
                    <a:pt x="970681" y="297790"/>
                  </a:lnTo>
                  <a:lnTo>
                    <a:pt x="973144" y="297790"/>
                  </a:lnTo>
                  <a:lnTo>
                    <a:pt x="975608" y="297790"/>
                  </a:lnTo>
                  <a:lnTo>
                    <a:pt x="978072" y="297790"/>
                  </a:lnTo>
                  <a:lnTo>
                    <a:pt x="980535" y="297790"/>
                  </a:lnTo>
                  <a:lnTo>
                    <a:pt x="982999" y="297790"/>
                  </a:lnTo>
                  <a:lnTo>
                    <a:pt x="985463" y="297790"/>
                  </a:lnTo>
                  <a:lnTo>
                    <a:pt x="987926" y="297790"/>
                  </a:lnTo>
                  <a:lnTo>
                    <a:pt x="990390" y="297790"/>
                  </a:lnTo>
                  <a:lnTo>
                    <a:pt x="992853" y="297790"/>
                  </a:lnTo>
                  <a:lnTo>
                    <a:pt x="995317" y="297790"/>
                  </a:lnTo>
                  <a:lnTo>
                    <a:pt x="997781" y="297790"/>
                  </a:lnTo>
                  <a:lnTo>
                    <a:pt x="1000244" y="297790"/>
                  </a:lnTo>
                  <a:lnTo>
                    <a:pt x="1002708" y="297790"/>
                  </a:lnTo>
                  <a:lnTo>
                    <a:pt x="1005172" y="297790"/>
                  </a:lnTo>
                  <a:lnTo>
                    <a:pt x="1007635" y="297790"/>
                  </a:lnTo>
                  <a:lnTo>
                    <a:pt x="1010099" y="297790"/>
                  </a:lnTo>
                  <a:lnTo>
                    <a:pt x="1012563" y="297790"/>
                  </a:lnTo>
                  <a:lnTo>
                    <a:pt x="1015026" y="297790"/>
                  </a:lnTo>
                  <a:lnTo>
                    <a:pt x="1017490" y="297790"/>
                  </a:lnTo>
                  <a:lnTo>
                    <a:pt x="1019954" y="297790"/>
                  </a:lnTo>
                  <a:lnTo>
                    <a:pt x="1022417" y="297790"/>
                  </a:lnTo>
                  <a:lnTo>
                    <a:pt x="1024881" y="297790"/>
                  </a:lnTo>
                  <a:lnTo>
                    <a:pt x="1027345" y="297790"/>
                  </a:lnTo>
                  <a:lnTo>
                    <a:pt x="1029808" y="297790"/>
                  </a:lnTo>
                  <a:lnTo>
                    <a:pt x="1032272" y="297790"/>
                  </a:lnTo>
                  <a:lnTo>
                    <a:pt x="1034736" y="297790"/>
                  </a:lnTo>
                  <a:lnTo>
                    <a:pt x="1037199" y="297790"/>
                  </a:lnTo>
                  <a:lnTo>
                    <a:pt x="1039663" y="297790"/>
                  </a:lnTo>
                  <a:lnTo>
                    <a:pt x="1042127" y="297790"/>
                  </a:lnTo>
                  <a:lnTo>
                    <a:pt x="1044590" y="297790"/>
                  </a:lnTo>
                  <a:lnTo>
                    <a:pt x="1047054" y="297790"/>
                  </a:lnTo>
                  <a:lnTo>
                    <a:pt x="1049518" y="297790"/>
                  </a:lnTo>
                  <a:lnTo>
                    <a:pt x="1051981" y="297790"/>
                  </a:lnTo>
                  <a:lnTo>
                    <a:pt x="1054445" y="297790"/>
                  </a:lnTo>
                  <a:lnTo>
                    <a:pt x="1056909" y="297790"/>
                  </a:lnTo>
                  <a:lnTo>
                    <a:pt x="1059372" y="297790"/>
                  </a:lnTo>
                  <a:lnTo>
                    <a:pt x="1061836" y="297790"/>
                  </a:lnTo>
                  <a:lnTo>
                    <a:pt x="1064300" y="297790"/>
                  </a:lnTo>
                  <a:lnTo>
                    <a:pt x="1066763" y="297790"/>
                  </a:lnTo>
                  <a:lnTo>
                    <a:pt x="1069227" y="297790"/>
                  </a:lnTo>
                  <a:lnTo>
                    <a:pt x="1071691" y="297790"/>
                  </a:lnTo>
                  <a:lnTo>
                    <a:pt x="1074154" y="297790"/>
                  </a:lnTo>
                  <a:lnTo>
                    <a:pt x="1076618" y="297790"/>
                  </a:lnTo>
                  <a:lnTo>
                    <a:pt x="1079082" y="297790"/>
                  </a:lnTo>
                  <a:lnTo>
                    <a:pt x="1081545" y="297790"/>
                  </a:lnTo>
                  <a:lnTo>
                    <a:pt x="1084009" y="297790"/>
                  </a:lnTo>
                  <a:lnTo>
                    <a:pt x="1086472" y="297790"/>
                  </a:lnTo>
                  <a:lnTo>
                    <a:pt x="1088936" y="297790"/>
                  </a:lnTo>
                  <a:lnTo>
                    <a:pt x="1091400" y="297790"/>
                  </a:lnTo>
                  <a:lnTo>
                    <a:pt x="1093863" y="297790"/>
                  </a:lnTo>
                  <a:lnTo>
                    <a:pt x="1096327" y="297790"/>
                  </a:lnTo>
                  <a:lnTo>
                    <a:pt x="1098791" y="297790"/>
                  </a:lnTo>
                  <a:lnTo>
                    <a:pt x="1101254" y="297790"/>
                  </a:lnTo>
                  <a:lnTo>
                    <a:pt x="1103718" y="297790"/>
                  </a:lnTo>
                  <a:lnTo>
                    <a:pt x="1106182" y="297790"/>
                  </a:lnTo>
                  <a:lnTo>
                    <a:pt x="1108645" y="297790"/>
                  </a:lnTo>
                  <a:lnTo>
                    <a:pt x="1111109" y="297790"/>
                  </a:lnTo>
                  <a:lnTo>
                    <a:pt x="1113573" y="297790"/>
                  </a:lnTo>
                  <a:lnTo>
                    <a:pt x="1116036" y="297790"/>
                  </a:lnTo>
                  <a:lnTo>
                    <a:pt x="1118500" y="297790"/>
                  </a:lnTo>
                  <a:lnTo>
                    <a:pt x="1120964" y="297790"/>
                  </a:lnTo>
                  <a:lnTo>
                    <a:pt x="1123427" y="297790"/>
                  </a:lnTo>
                  <a:lnTo>
                    <a:pt x="1125891" y="297790"/>
                  </a:lnTo>
                  <a:lnTo>
                    <a:pt x="1128355" y="297790"/>
                  </a:lnTo>
                  <a:lnTo>
                    <a:pt x="1130818" y="297790"/>
                  </a:lnTo>
                  <a:lnTo>
                    <a:pt x="1133282" y="297790"/>
                  </a:lnTo>
                  <a:lnTo>
                    <a:pt x="1135746" y="297790"/>
                  </a:lnTo>
                  <a:lnTo>
                    <a:pt x="1138209" y="297790"/>
                  </a:lnTo>
                  <a:lnTo>
                    <a:pt x="1140673" y="297790"/>
                  </a:lnTo>
                  <a:lnTo>
                    <a:pt x="1143137" y="297790"/>
                  </a:lnTo>
                  <a:lnTo>
                    <a:pt x="1145600" y="297790"/>
                  </a:lnTo>
                  <a:lnTo>
                    <a:pt x="1148064" y="297790"/>
                  </a:lnTo>
                  <a:lnTo>
                    <a:pt x="1150528" y="297790"/>
                  </a:lnTo>
                  <a:lnTo>
                    <a:pt x="1152991" y="297790"/>
                  </a:lnTo>
                  <a:lnTo>
                    <a:pt x="1155455" y="297790"/>
                  </a:lnTo>
                  <a:lnTo>
                    <a:pt x="1157919" y="297790"/>
                  </a:lnTo>
                  <a:lnTo>
                    <a:pt x="1160382" y="297790"/>
                  </a:lnTo>
                  <a:lnTo>
                    <a:pt x="1162846" y="297790"/>
                  </a:lnTo>
                  <a:lnTo>
                    <a:pt x="1165310" y="297790"/>
                  </a:lnTo>
                  <a:lnTo>
                    <a:pt x="1167773" y="297790"/>
                  </a:lnTo>
                  <a:lnTo>
                    <a:pt x="1170237" y="297790"/>
                  </a:lnTo>
                  <a:lnTo>
                    <a:pt x="1172701" y="297790"/>
                  </a:lnTo>
                  <a:lnTo>
                    <a:pt x="1175164" y="297790"/>
                  </a:lnTo>
                  <a:lnTo>
                    <a:pt x="1177628" y="297790"/>
                  </a:lnTo>
                  <a:lnTo>
                    <a:pt x="1180091" y="297790"/>
                  </a:lnTo>
                  <a:lnTo>
                    <a:pt x="1182555" y="297790"/>
                  </a:lnTo>
                  <a:lnTo>
                    <a:pt x="1185019" y="297790"/>
                  </a:lnTo>
                  <a:lnTo>
                    <a:pt x="1187482" y="297790"/>
                  </a:lnTo>
                  <a:lnTo>
                    <a:pt x="1189946" y="297790"/>
                  </a:lnTo>
                  <a:lnTo>
                    <a:pt x="1192410" y="297790"/>
                  </a:lnTo>
                  <a:lnTo>
                    <a:pt x="1194873" y="297790"/>
                  </a:lnTo>
                  <a:lnTo>
                    <a:pt x="1197337" y="297790"/>
                  </a:lnTo>
                  <a:lnTo>
                    <a:pt x="1199801" y="297790"/>
                  </a:lnTo>
                  <a:lnTo>
                    <a:pt x="1202264" y="297790"/>
                  </a:lnTo>
                  <a:lnTo>
                    <a:pt x="1204728" y="297790"/>
                  </a:lnTo>
                  <a:lnTo>
                    <a:pt x="1207192" y="297790"/>
                  </a:lnTo>
                  <a:lnTo>
                    <a:pt x="1209655" y="297790"/>
                  </a:lnTo>
                  <a:lnTo>
                    <a:pt x="1212119" y="297790"/>
                  </a:lnTo>
                  <a:lnTo>
                    <a:pt x="1214583" y="297790"/>
                  </a:lnTo>
                  <a:lnTo>
                    <a:pt x="1217046" y="297790"/>
                  </a:lnTo>
                  <a:lnTo>
                    <a:pt x="1219510" y="297790"/>
                  </a:lnTo>
                  <a:lnTo>
                    <a:pt x="1221974" y="297790"/>
                  </a:lnTo>
                  <a:lnTo>
                    <a:pt x="1224437" y="297790"/>
                  </a:lnTo>
                  <a:lnTo>
                    <a:pt x="1226901" y="297790"/>
                  </a:lnTo>
                  <a:lnTo>
                    <a:pt x="1229365" y="297790"/>
                  </a:lnTo>
                  <a:lnTo>
                    <a:pt x="1231828" y="297790"/>
                  </a:lnTo>
                  <a:lnTo>
                    <a:pt x="1234292" y="297790"/>
                  </a:lnTo>
                  <a:lnTo>
                    <a:pt x="1236756" y="297790"/>
                  </a:lnTo>
                  <a:lnTo>
                    <a:pt x="1239219" y="297790"/>
                  </a:lnTo>
                  <a:lnTo>
                    <a:pt x="1241683" y="297790"/>
                  </a:lnTo>
                  <a:lnTo>
                    <a:pt x="1244147" y="297790"/>
                  </a:lnTo>
                  <a:lnTo>
                    <a:pt x="1246610" y="297790"/>
                  </a:lnTo>
                  <a:lnTo>
                    <a:pt x="1249074" y="297790"/>
                  </a:lnTo>
                  <a:lnTo>
                    <a:pt x="1251538" y="297790"/>
                  </a:lnTo>
                  <a:lnTo>
                    <a:pt x="1254001" y="297790"/>
                  </a:lnTo>
                  <a:lnTo>
                    <a:pt x="1256465" y="297790"/>
                  </a:lnTo>
                  <a:lnTo>
                    <a:pt x="1258929" y="297790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909616" y="3962165"/>
              <a:ext cx="1258929" cy="177677"/>
            </a:xfrm>
            <a:custGeom>
              <a:avLst/>
              <a:pathLst>
                <a:path w="1258929" h="177677">
                  <a:moveTo>
                    <a:pt x="0" y="177677"/>
                  </a:moveTo>
                  <a:lnTo>
                    <a:pt x="2463" y="177677"/>
                  </a:lnTo>
                  <a:lnTo>
                    <a:pt x="4927" y="177677"/>
                  </a:lnTo>
                  <a:lnTo>
                    <a:pt x="7390" y="177677"/>
                  </a:lnTo>
                  <a:lnTo>
                    <a:pt x="9854" y="177677"/>
                  </a:lnTo>
                  <a:lnTo>
                    <a:pt x="12318" y="177677"/>
                  </a:lnTo>
                  <a:lnTo>
                    <a:pt x="14781" y="177677"/>
                  </a:lnTo>
                  <a:lnTo>
                    <a:pt x="17245" y="177677"/>
                  </a:lnTo>
                  <a:lnTo>
                    <a:pt x="19709" y="177677"/>
                  </a:lnTo>
                  <a:lnTo>
                    <a:pt x="22172" y="177677"/>
                  </a:lnTo>
                  <a:lnTo>
                    <a:pt x="24636" y="177677"/>
                  </a:lnTo>
                  <a:lnTo>
                    <a:pt x="27100" y="177677"/>
                  </a:lnTo>
                  <a:lnTo>
                    <a:pt x="29563" y="177677"/>
                  </a:lnTo>
                  <a:lnTo>
                    <a:pt x="32027" y="177677"/>
                  </a:lnTo>
                  <a:lnTo>
                    <a:pt x="34491" y="177677"/>
                  </a:lnTo>
                  <a:lnTo>
                    <a:pt x="36954" y="177677"/>
                  </a:lnTo>
                  <a:lnTo>
                    <a:pt x="39418" y="177677"/>
                  </a:lnTo>
                  <a:lnTo>
                    <a:pt x="41882" y="177677"/>
                  </a:lnTo>
                  <a:lnTo>
                    <a:pt x="44345" y="177677"/>
                  </a:lnTo>
                  <a:lnTo>
                    <a:pt x="46809" y="177677"/>
                  </a:lnTo>
                  <a:lnTo>
                    <a:pt x="49273" y="177677"/>
                  </a:lnTo>
                  <a:lnTo>
                    <a:pt x="51736" y="177677"/>
                  </a:lnTo>
                  <a:lnTo>
                    <a:pt x="54200" y="177677"/>
                  </a:lnTo>
                  <a:lnTo>
                    <a:pt x="56664" y="177677"/>
                  </a:lnTo>
                  <a:lnTo>
                    <a:pt x="59127" y="177677"/>
                  </a:lnTo>
                  <a:lnTo>
                    <a:pt x="61591" y="177677"/>
                  </a:lnTo>
                  <a:lnTo>
                    <a:pt x="64055" y="177677"/>
                  </a:lnTo>
                  <a:lnTo>
                    <a:pt x="66518" y="177677"/>
                  </a:lnTo>
                  <a:lnTo>
                    <a:pt x="68982" y="177677"/>
                  </a:lnTo>
                  <a:lnTo>
                    <a:pt x="71446" y="177677"/>
                  </a:lnTo>
                  <a:lnTo>
                    <a:pt x="73909" y="177677"/>
                  </a:lnTo>
                  <a:lnTo>
                    <a:pt x="76373" y="177677"/>
                  </a:lnTo>
                  <a:lnTo>
                    <a:pt x="78837" y="177677"/>
                  </a:lnTo>
                  <a:lnTo>
                    <a:pt x="81300" y="177677"/>
                  </a:lnTo>
                  <a:lnTo>
                    <a:pt x="83764" y="177677"/>
                  </a:lnTo>
                  <a:lnTo>
                    <a:pt x="86228" y="177677"/>
                  </a:lnTo>
                  <a:lnTo>
                    <a:pt x="88691" y="177677"/>
                  </a:lnTo>
                  <a:lnTo>
                    <a:pt x="91155" y="177677"/>
                  </a:lnTo>
                  <a:lnTo>
                    <a:pt x="93618" y="177677"/>
                  </a:lnTo>
                  <a:lnTo>
                    <a:pt x="96082" y="177677"/>
                  </a:lnTo>
                  <a:lnTo>
                    <a:pt x="98546" y="177677"/>
                  </a:lnTo>
                  <a:lnTo>
                    <a:pt x="101009" y="177677"/>
                  </a:lnTo>
                  <a:lnTo>
                    <a:pt x="103473" y="177677"/>
                  </a:lnTo>
                  <a:lnTo>
                    <a:pt x="105937" y="177677"/>
                  </a:lnTo>
                  <a:lnTo>
                    <a:pt x="108400" y="177677"/>
                  </a:lnTo>
                  <a:lnTo>
                    <a:pt x="110864" y="177677"/>
                  </a:lnTo>
                  <a:lnTo>
                    <a:pt x="113328" y="177677"/>
                  </a:lnTo>
                  <a:lnTo>
                    <a:pt x="115791" y="177677"/>
                  </a:lnTo>
                  <a:lnTo>
                    <a:pt x="118255" y="177677"/>
                  </a:lnTo>
                  <a:lnTo>
                    <a:pt x="120719" y="177677"/>
                  </a:lnTo>
                  <a:lnTo>
                    <a:pt x="123182" y="177677"/>
                  </a:lnTo>
                  <a:lnTo>
                    <a:pt x="125646" y="177676"/>
                  </a:lnTo>
                  <a:lnTo>
                    <a:pt x="128110" y="177676"/>
                  </a:lnTo>
                  <a:lnTo>
                    <a:pt x="130573" y="177676"/>
                  </a:lnTo>
                  <a:lnTo>
                    <a:pt x="133037" y="177676"/>
                  </a:lnTo>
                  <a:lnTo>
                    <a:pt x="135501" y="177675"/>
                  </a:lnTo>
                  <a:lnTo>
                    <a:pt x="137964" y="177675"/>
                  </a:lnTo>
                  <a:lnTo>
                    <a:pt x="140428" y="177674"/>
                  </a:lnTo>
                  <a:lnTo>
                    <a:pt x="142892" y="177672"/>
                  </a:lnTo>
                  <a:lnTo>
                    <a:pt x="145355" y="177671"/>
                  </a:lnTo>
                  <a:lnTo>
                    <a:pt x="147819" y="177668"/>
                  </a:lnTo>
                  <a:lnTo>
                    <a:pt x="150283" y="177665"/>
                  </a:lnTo>
                  <a:lnTo>
                    <a:pt x="152746" y="177662"/>
                  </a:lnTo>
                  <a:lnTo>
                    <a:pt x="155210" y="177657"/>
                  </a:lnTo>
                  <a:lnTo>
                    <a:pt x="157674" y="177650"/>
                  </a:lnTo>
                  <a:lnTo>
                    <a:pt x="160137" y="177642"/>
                  </a:lnTo>
                  <a:lnTo>
                    <a:pt x="162601" y="177632"/>
                  </a:lnTo>
                  <a:lnTo>
                    <a:pt x="165065" y="177620"/>
                  </a:lnTo>
                  <a:lnTo>
                    <a:pt x="167528" y="177604"/>
                  </a:lnTo>
                  <a:lnTo>
                    <a:pt x="169992" y="177586"/>
                  </a:lnTo>
                  <a:lnTo>
                    <a:pt x="172456" y="177564"/>
                  </a:lnTo>
                  <a:lnTo>
                    <a:pt x="174919" y="177538"/>
                  </a:lnTo>
                  <a:lnTo>
                    <a:pt x="177383" y="177507"/>
                  </a:lnTo>
                  <a:lnTo>
                    <a:pt x="179847" y="177471"/>
                  </a:lnTo>
                  <a:lnTo>
                    <a:pt x="182310" y="177430"/>
                  </a:lnTo>
                  <a:lnTo>
                    <a:pt x="184774" y="177383"/>
                  </a:lnTo>
                  <a:lnTo>
                    <a:pt x="187237" y="177330"/>
                  </a:lnTo>
                  <a:lnTo>
                    <a:pt x="189701" y="177272"/>
                  </a:lnTo>
                  <a:lnTo>
                    <a:pt x="192165" y="177207"/>
                  </a:lnTo>
                  <a:lnTo>
                    <a:pt x="194628" y="177136"/>
                  </a:lnTo>
                  <a:lnTo>
                    <a:pt x="197092" y="177060"/>
                  </a:lnTo>
                  <a:lnTo>
                    <a:pt x="199556" y="176978"/>
                  </a:lnTo>
                  <a:lnTo>
                    <a:pt x="202019" y="176892"/>
                  </a:lnTo>
                  <a:lnTo>
                    <a:pt x="204483" y="176802"/>
                  </a:lnTo>
                  <a:lnTo>
                    <a:pt x="206947" y="176708"/>
                  </a:lnTo>
                  <a:lnTo>
                    <a:pt x="209410" y="176611"/>
                  </a:lnTo>
                  <a:lnTo>
                    <a:pt x="211874" y="176512"/>
                  </a:lnTo>
                  <a:lnTo>
                    <a:pt x="214338" y="176411"/>
                  </a:lnTo>
                  <a:lnTo>
                    <a:pt x="216801" y="176310"/>
                  </a:lnTo>
                  <a:lnTo>
                    <a:pt x="219265" y="176208"/>
                  </a:lnTo>
                  <a:lnTo>
                    <a:pt x="221729" y="176105"/>
                  </a:lnTo>
                  <a:lnTo>
                    <a:pt x="224192" y="176003"/>
                  </a:lnTo>
                  <a:lnTo>
                    <a:pt x="226656" y="175901"/>
                  </a:lnTo>
                  <a:lnTo>
                    <a:pt x="229120" y="175798"/>
                  </a:lnTo>
                  <a:lnTo>
                    <a:pt x="231583" y="175695"/>
                  </a:lnTo>
                  <a:lnTo>
                    <a:pt x="234047" y="175590"/>
                  </a:lnTo>
                  <a:lnTo>
                    <a:pt x="236511" y="175484"/>
                  </a:lnTo>
                  <a:lnTo>
                    <a:pt x="238974" y="175376"/>
                  </a:lnTo>
                  <a:lnTo>
                    <a:pt x="241438" y="175265"/>
                  </a:lnTo>
                  <a:lnTo>
                    <a:pt x="243902" y="175151"/>
                  </a:lnTo>
                  <a:lnTo>
                    <a:pt x="246365" y="175034"/>
                  </a:lnTo>
                  <a:lnTo>
                    <a:pt x="248829" y="174914"/>
                  </a:lnTo>
                  <a:lnTo>
                    <a:pt x="251293" y="174790"/>
                  </a:lnTo>
                  <a:lnTo>
                    <a:pt x="253756" y="174665"/>
                  </a:lnTo>
                  <a:lnTo>
                    <a:pt x="256220" y="174538"/>
                  </a:lnTo>
                  <a:lnTo>
                    <a:pt x="258684" y="174413"/>
                  </a:lnTo>
                  <a:lnTo>
                    <a:pt x="261147" y="174289"/>
                  </a:lnTo>
                  <a:lnTo>
                    <a:pt x="263611" y="174170"/>
                  </a:lnTo>
                  <a:lnTo>
                    <a:pt x="266075" y="174057"/>
                  </a:lnTo>
                  <a:lnTo>
                    <a:pt x="268538" y="173955"/>
                  </a:lnTo>
                  <a:lnTo>
                    <a:pt x="271002" y="173864"/>
                  </a:lnTo>
                  <a:lnTo>
                    <a:pt x="273465" y="173786"/>
                  </a:lnTo>
                  <a:lnTo>
                    <a:pt x="275929" y="173724"/>
                  </a:lnTo>
                  <a:lnTo>
                    <a:pt x="278393" y="173679"/>
                  </a:lnTo>
                  <a:lnTo>
                    <a:pt x="280856" y="173652"/>
                  </a:lnTo>
                  <a:lnTo>
                    <a:pt x="283320" y="173643"/>
                  </a:lnTo>
                  <a:lnTo>
                    <a:pt x="285784" y="173657"/>
                  </a:lnTo>
                  <a:lnTo>
                    <a:pt x="288247" y="173688"/>
                  </a:lnTo>
                  <a:lnTo>
                    <a:pt x="290711" y="173737"/>
                  </a:lnTo>
                  <a:lnTo>
                    <a:pt x="293175" y="173801"/>
                  </a:lnTo>
                  <a:lnTo>
                    <a:pt x="295638" y="173878"/>
                  </a:lnTo>
                  <a:lnTo>
                    <a:pt x="298102" y="173967"/>
                  </a:lnTo>
                  <a:lnTo>
                    <a:pt x="300566" y="174064"/>
                  </a:lnTo>
                  <a:lnTo>
                    <a:pt x="303029" y="174169"/>
                  </a:lnTo>
                  <a:lnTo>
                    <a:pt x="305493" y="174277"/>
                  </a:lnTo>
                  <a:lnTo>
                    <a:pt x="307957" y="174386"/>
                  </a:lnTo>
                  <a:lnTo>
                    <a:pt x="310420" y="174494"/>
                  </a:lnTo>
                  <a:lnTo>
                    <a:pt x="312884" y="174600"/>
                  </a:lnTo>
                  <a:lnTo>
                    <a:pt x="315348" y="174701"/>
                  </a:lnTo>
                  <a:lnTo>
                    <a:pt x="317811" y="174797"/>
                  </a:lnTo>
                  <a:lnTo>
                    <a:pt x="320275" y="174888"/>
                  </a:lnTo>
                  <a:lnTo>
                    <a:pt x="322739" y="174970"/>
                  </a:lnTo>
                  <a:lnTo>
                    <a:pt x="325202" y="175047"/>
                  </a:lnTo>
                  <a:lnTo>
                    <a:pt x="327666" y="175117"/>
                  </a:lnTo>
                  <a:lnTo>
                    <a:pt x="330130" y="175181"/>
                  </a:lnTo>
                  <a:lnTo>
                    <a:pt x="332593" y="175241"/>
                  </a:lnTo>
                  <a:lnTo>
                    <a:pt x="335057" y="175295"/>
                  </a:lnTo>
                  <a:lnTo>
                    <a:pt x="337521" y="175345"/>
                  </a:lnTo>
                  <a:lnTo>
                    <a:pt x="339984" y="175390"/>
                  </a:lnTo>
                  <a:lnTo>
                    <a:pt x="342448" y="175433"/>
                  </a:lnTo>
                  <a:lnTo>
                    <a:pt x="344912" y="175472"/>
                  </a:lnTo>
                  <a:lnTo>
                    <a:pt x="347375" y="175508"/>
                  </a:lnTo>
                  <a:lnTo>
                    <a:pt x="349839" y="175542"/>
                  </a:lnTo>
                  <a:lnTo>
                    <a:pt x="352303" y="175573"/>
                  </a:lnTo>
                  <a:lnTo>
                    <a:pt x="354766" y="175602"/>
                  </a:lnTo>
                  <a:lnTo>
                    <a:pt x="357230" y="175628"/>
                  </a:lnTo>
                  <a:lnTo>
                    <a:pt x="359694" y="175651"/>
                  </a:lnTo>
                  <a:lnTo>
                    <a:pt x="362157" y="175672"/>
                  </a:lnTo>
                  <a:lnTo>
                    <a:pt x="364621" y="175690"/>
                  </a:lnTo>
                  <a:lnTo>
                    <a:pt x="367084" y="175706"/>
                  </a:lnTo>
                  <a:lnTo>
                    <a:pt x="369548" y="175720"/>
                  </a:lnTo>
                  <a:lnTo>
                    <a:pt x="372012" y="175731"/>
                  </a:lnTo>
                  <a:lnTo>
                    <a:pt x="374475" y="175740"/>
                  </a:lnTo>
                  <a:lnTo>
                    <a:pt x="376939" y="175747"/>
                  </a:lnTo>
                  <a:lnTo>
                    <a:pt x="379403" y="175752"/>
                  </a:lnTo>
                  <a:lnTo>
                    <a:pt x="381866" y="175755"/>
                  </a:lnTo>
                  <a:lnTo>
                    <a:pt x="384330" y="175756"/>
                  </a:lnTo>
                  <a:lnTo>
                    <a:pt x="386794" y="175754"/>
                  </a:lnTo>
                  <a:lnTo>
                    <a:pt x="389257" y="175749"/>
                  </a:lnTo>
                  <a:lnTo>
                    <a:pt x="391721" y="175741"/>
                  </a:lnTo>
                  <a:lnTo>
                    <a:pt x="394185" y="175729"/>
                  </a:lnTo>
                  <a:lnTo>
                    <a:pt x="396648" y="175712"/>
                  </a:lnTo>
                  <a:lnTo>
                    <a:pt x="399112" y="175691"/>
                  </a:lnTo>
                  <a:lnTo>
                    <a:pt x="401576" y="175663"/>
                  </a:lnTo>
                  <a:lnTo>
                    <a:pt x="404039" y="175630"/>
                  </a:lnTo>
                  <a:lnTo>
                    <a:pt x="406503" y="175590"/>
                  </a:lnTo>
                  <a:lnTo>
                    <a:pt x="408967" y="175544"/>
                  </a:lnTo>
                  <a:lnTo>
                    <a:pt x="411430" y="175491"/>
                  </a:lnTo>
                  <a:lnTo>
                    <a:pt x="413894" y="175429"/>
                  </a:lnTo>
                  <a:lnTo>
                    <a:pt x="416358" y="175361"/>
                  </a:lnTo>
                  <a:lnTo>
                    <a:pt x="418821" y="175286"/>
                  </a:lnTo>
                  <a:lnTo>
                    <a:pt x="421285" y="175204"/>
                  </a:lnTo>
                  <a:lnTo>
                    <a:pt x="423749" y="175117"/>
                  </a:lnTo>
                  <a:lnTo>
                    <a:pt x="426212" y="175023"/>
                  </a:lnTo>
                  <a:lnTo>
                    <a:pt x="428676" y="174925"/>
                  </a:lnTo>
                  <a:lnTo>
                    <a:pt x="431140" y="174820"/>
                  </a:lnTo>
                  <a:lnTo>
                    <a:pt x="433603" y="174709"/>
                  </a:lnTo>
                  <a:lnTo>
                    <a:pt x="436067" y="174593"/>
                  </a:lnTo>
                  <a:lnTo>
                    <a:pt x="438531" y="174471"/>
                  </a:lnTo>
                  <a:lnTo>
                    <a:pt x="440994" y="174343"/>
                  </a:lnTo>
                  <a:lnTo>
                    <a:pt x="443458" y="174207"/>
                  </a:lnTo>
                  <a:lnTo>
                    <a:pt x="445922" y="174063"/>
                  </a:lnTo>
                  <a:lnTo>
                    <a:pt x="448385" y="173910"/>
                  </a:lnTo>
                  <a:lnTo>
                    <a:pt x="450849" y="173745"/>
                  </a:lnTo>
                  <a:lnTo>
                    <a:pt x="453312" y="173569"/>
                  </a:lnTo>
                  <a:lnTo>
                    <a:pt x="455776" y="173381"/>
                  </a:lnTo>
                  <a:lnTo>
                    <a:pt x="458240" y="173180"/>
                  </a:lnTo>
                  <a:lnTo>
                    <a:pt x="460703" y="172967"/>
                  </a:lnTo>
                  <a:lnTo>
                    <a:pt x="463167" y="172741"/>
                  </a:lnTo>
                  <a:lnTo>
                    <a:pt x="465631" y="172502"/>
                  </a:lnTo>
                  <a:lnTo>
                    <a:pt x="468094" y="172249"/>
                  </a:lnTo>
                  <a:lnTo>
                    <a:pt x="470558" y="171985"/>
                  </a:lnTo>
                  <a:lnTo>
                    <a:pt x="473022" y="171712"/>
                  </a:lnTo>
                  <a:lnTo>
                    <a:pt x="475485" y="171431"/>
                  </a:lnTo>
                  <a:lnTo>
                    <a:pt x="477949" y="171144"/>
                  </a:lnTo>
                  <a:lnTo>
                    <a:pt x="480413" y="170852"/>
                  </a:lnTo>
                  <a:lnTo>
                    <a:pt x="482876" y="170559"/>
                  </a:lnTo>
                  <a:lnTo>
                    <a:pt x="485340" y="170264"/>
                  </a:lnTo>
                  <a:lnTo>
                    <a:pt x="487804" y="169971"/>
                  </a:lnTo>
                  <a:lnTo>
                    <a:pt x="490267" y="169680"/>
                  </a:lnTo>
                  <a:lnTo>
                    <a:pt x="492731" y="169393"/>
                  </a:lnTo>
                  <a:lnTo>
                    <a:pt x="495195" y="169111"/>
                  </a:lnTo>
                  <a:lnTo>
                    <a:pt x="497658" y="168833"/>
                  </a:lnTo>
                  <a:lnTo>
                    <a:pt x="500122" y="168560"/>
                  </a:lnTo>
                  <a:lnTo>
                    <a:pt x="502586" y="168293"/>
                  </a:lnTo>
                  <a:lnTo>
                    <a:pt x="505049" y="168031"/>
                  </a:lnTo>
                  <a:lnTo>
                    <a:pt x="507513" y="167774"/>
                  </a:lnTo>
                  <a:lnTo>
                    <a:pt x="509977" y="167521"/>
                  </a:lnTo>
                  <a:lnTo>
                    <a:pt x="512440" y="167272"/>
                  </a:lnTo>
                  <a:lnTo>
                    <a:pt x="514904" y="167027"/>
                  </a:lnTo>
                  <a:lnTo>
                    <a:pt x="517368" y="166786"/>
                  </a:lnTo>
                  <a:lnTo>
                    <a:pt x="519831" y="166549"/>
                  </a:lnTo>
                  <a:lnTo>
                    <a:pt x="522295" y="166317"/>
                  </a:lnTo>
                  <a:lnTo>
                    <a:pt x="524759" y="166090"/>
                  </a:lnTo>
                  <a:lnTo>
                    <a:pt x="527222" y="165867"/>
                  </a:lnTo>
                  <a:lnTo>
                    <a:pt x="529686" y="165649"/>
                  </a:lnTo>
                  <a:lnTo>
                    <a:pt x="532150" y="165435"/>
                  </a:lnTo>
                  <a:lnTo>
                    <a:pt x="534613" y="165226"/>
                  </a:lnTo>
                  <a:lnTo>
                    <a:pt x="537077" y="165020"/>
                  </a:lnTo>
                  <a:lnTo>
                    <a:pt x="539541" y="164817"/>
                  </a:lnTo>
                  <a:lnTo>
                    <a:pt x="542004" y="164613"/>
                  </a:lnTo>
                  <a:lnTo>
                    <a:pt x="544468" y="164406"/>
                  </a:lnTo>
                  <a:lnTo>
                    <a:pt x="546931" y="164194"/>
                  </a:lnTo>
                  <a:lnTo>
                    <a:pt x="549395" y="163972"/>
                  </a:lnTo>
                  <a:lnTo>
                    <a:pt x="551859" y="163736"/>
                  </a:lnTo>
                  <a:lnTo>
                    <a:pt x="554322" y="163483"/>
                  </a:lnTo>
                  <a:lnTo>
                    <a:pt x="556786" y="163208"/>
                  </a:lnTo>
                  <a:lnTo>
                    <a:pt x="559250" y="162900"/>
                  </a:lnTo>
                  <a:lnTo>
                    <a:pt x="561713" y="162560"/>
                  </a:lnTo>
                  <a:lnTo>
                    <a:pt x="564177" y="162183"/>
                  </a:lnTo>
                  <a:lnTo>
                    <a:pt x="566641" y="161766"/>
                  </a:lnTo>
                  <a:lnTo>
                    <a:pt x="569104" y="161305"/>
                  </a:lnTo>
                  <a:lnTo>
                    <a:pt x="571568" y="160797"/>
                  </a:lnTo>
                  <a:lnTo>
                    <a:pt x="574032" y="160241"/>
                  </a:lnTo>
                  <a:lnTo>
                    <a:pt x="576495" y="159630"/>
                  </a:lnTo>
                  <a:lnTo>
                    <a:pt x="578959" y="158964"/>
                  </a:lnTo>
                  <a:lnTo>
                    <a:pt x="581423" y="158249"/>
                  </a:lnTo>
                  <a:lnTo>
                    <a:pt x="583886" y="157485"/>
                  </a:lnTo>
                  <a:lnTo>
                    <a:pt x="586350" y="156672"/>
                  </a:lnTo>
                  <a:lnTo>
                    <a:pt x="588814" y="155813"/>
                  </a:lnTo>
                  <a:lnTo>
                    <a:pt x="591277" y="154908"/>
                  </a:lnTo>
                  <a:lnTo>
                    <a:pt x="593741" y="153957"/>
                  </a:lnTo>
                  <a:lnTo>
                    <a:pt x="596205" y="152957"/>
                  </a:lnTo>
                  <a:lnTo>
                    <a:pt x="598668" y="151915"/>
                  </a:lnTo>
                  <a:lnTo>
                    <a:pt x="601132" y="150830"/>
                  </a:lnTo>
                  <a:lnTo>
                    <a:pt x="603596" y="149700"/>
                  </a:lnTo>
                  <a:lnTo>
                    <a:pt x="606059" y="148523"/>
                  </a:lnTo>
                  <a:lnTo>
                    <a:pt x="608523" y="147297"/>
                  </a:lnTo>
                  <a:lnTo>
                    <a:pt x="610987" y="146015"/>
                  </a:lnTo>
                  <a:lnTo>
                    <a:pt x="613450" y="144663"/>
                  </a:lnTo>
                  <a:lnTo>
                    <a:pt x="615914" y="143240"/>
                  </a:lnTo>
                  <a:lnTo>
                    <a:pt x="618378" y="141740"/>
                  </a:lnTo>
                  <a:lnTo>
                    <a:pt x="620841" y="140154"/>
                  </a:lnTo>
                  <a:lnTo>
                    <a:pt x="623305" y="138475"/>
                  </a:lnTo>
                  <a:lnTo>
                    <a:pt x="625769" y="136693"/>
                  </a:lnTo>
                  <a:lnTo>
                    <a:pt x="628232" y="134800"/>
                  </a:lnTo>
                  <a:lnTo>
                    <a:pt x="630696" y="132774"/>
                  </a:lnTo>
                  <a:lnTo>
                    <a:pt x="633159" y="130607"/>
                  </a:lnTo>
                  <a:lnTo>
                    <a:pt x="635623" y="128301"/>
                  </a:lnTo>
                  <a:lnTo>
                    <a:pt x="638087" y="125851"/>
                  </a:lnTo>
                  <a:lnTo>
                    <a:pt x="640550" y="123252"/>
                  </a:lnTo>
                  <a:lnTo>
                    <a:pt x="643014" y="120501"/>
                  </a:lnTo>
                  <a:lnTo>
                    <a:pt x="645478" y="117595"/>
                  </a:lnTo>
                  <a:lnTo>
                    <a:pt x="647941" y="114530"/>
                  </a:lnTo>
                  <a:lnTo>
                    <a:pt x="650405" y="111283"/>
                  </a:lnTo>
                  <a:lnTo>
                    <a:pt x="652869" y="107881"/>
                  </a:lnTo>
                  <a:lnTo>
                    <a:pt x="655332" y="104330"/>
                  </a:lnTo>
                  <a:lnTo>
                    <a:pt x="657796" y="100631"/>
                  </a:lnTo>
                  <a:lnTo>
                    <a:pt x="660260" y="96791"/>
                  </a:lnTo>
                  <a:lnTo>
                    <a:pt x="662723" y="92816"/>
                  </a:lnTo>
                  <a:lnTo>
                    <a:pt x="665187" y="88713"/>
                  </a:lnTo>
                  <a:lnTo>
                    <a:pt x="667651" y="84474"/>
                  </a:lnTo>
                  <a:lnTo>
                    <a:pt x="670114" y="80123"/>
                  </a:lnTo>
                  <a:lnTo>
                    <a:pt x="672578" y="75677"/>
                  </a:lnTo>
                  <a:lnTo>
                    <a:pt x="675042" y="71148"/>
                  </a:lnTo>
                  <a:lnTo>
                    <a:pt x="677505" y="66549"/>
                  </a:lnTo>
                  <a:lnTo>
                    <a:pt x="679969" y="61897"/>
                  </a:lnTo>
                  <a:lnTo>
                    <a:pt x="682433" y="57209"/>
                  </a:lnTo>
                  <a:lnTo>
                    <a:pt x="684896" y="52503"/>
                  </a:lnTo>
                  <a:lnTo>
                    <a:pt x="687360" y="47810"/>
                  </a:lnTo>
                  <a:lnTo>
                    <a:pt x="689824" y="43156"/>
                  </a:lnTo>
                  <a:lnTo>
                    <a:pt x="692287" y="38569"/>
                  </a:lnTo>
                  <a:lnTo>
                    <a:pt x="694751" y="34075"/>
                  </a:lnTo>
                  <a:lnTo>
                    <a:pt x="697215" y="29707"/>
                  </a:lnTo>
                  <a:lnTo>
                    <a:pt x="699678" y="25496"/>
                  </a:lnTo>
                  <a:lnTo>
                    <a:pt x="702142" y="21475"/>
                  </a:lnTo>
                  <a:lnTo>
                    <a:pt x="704606" y="17725"/>
                  </a:lnTo>
                  <a:lnTo>
                    <a:pt x="707069" y="14250"/>
                  </a:lnTo>
                  <a:lnTo>
                    <a:pt x="709533" y="11080"/>
                  </a:lnTo>
                  <a:lnTo>
                    <a:pt x="711997" y="8247"/>
                  </a:lnTo>
                  <a:lnTo>
                    <a:pt x="714460" y="5780"/>
                  </a:lnTo>
                  <a:lnTo>
                    <a:pt x="716924" y="3706"/>
                  </a:lnTo>
                  <a:lnTo>
                    <a:pt x="719388" y="2050"/>
                  </a:lnTo>
                  <a:lnTo>
                    <a:pt x="721851" y="878"/>
                  </a:lnTo>
                  <a:lnTo>
                    <a:pt x="724315" y="204"/>
                  </a:lnTo>
                  <a:lnTo>
                    <a:pt x="726778" y="0"/>
                  </a:lnTo>
                  <a:lnTo>
                    <a:pt x="729242" y="270"/>
                  </a:lnTo>
                  <a:lnTo>
                    <a:pt x="731706" y="1017"/>
                  </a:lnTo>
                  <a:lnTo>
                    <a:pt x="734169" y="2236"/>
                  </a:lnTo>
                  <a:lnTo>
                    <a:pt x="736633" y="3919"/>
                  </a:lnTo>
                  <a:lnTo>
                    <a:pt x="739097" y="6068"/>
                  </a:lnTo>
                  <a:lnTo>
                    <a:pt x="741560" y="8716"/>
                  </a:lnTo>
                  <a:lnTo>
                    <a:pt x="744024" y="11771"/>
                  </a:lnTo>
                  <a:lnTo>
                    <a:pt x="746488" y="15208"/>
                  </a:lnTo>
                  <a:lnTo>
                    <a:pt x="748951" y="18999"/>
                  </a:lnTo>
                  <a:lnTo>
                    <a:pt x="751415" y="23115"/>
                  </a:lnTo>
                  <a:lnTo>
                    <a:pt x="753879" y="27526"/>
                  </a:lnTo>
                  <a:lnTo>
                    <a:pt x="756342" y="32200"/>
                  </a:lnTo>
                  <a:lnTo>
                    <a:pt x="758806" y="37128"/>
                  </a:lnTo>
                  <a:lnTo>
                    <a:pt x="761270" y="42245"/>
                  </a:lnTo>
                  <a:lnTo>
                    <a:pt x="763733" y="47509"/>
                  </a:lnTo>
                  <a:lnTo>
                    <a:pt x="766197" y="52884"/>
                  </a:lnTo>
                  <a:lnTo>
                    <a:pt x="768661" y="58339"/>
                  </a:lnTo>
                  <a:lnTo>
                    <a:pt x="771124" y="63842"/>
                  </a:lnTo>
                  <a:lnTo>
                    <a:pt x="773588" y="69362"/>
                  </a:lnTo>
                  <a:lnTo>
                    <a:pt x="776052" y="74868"/>
                  </a:lnTo>
                  <a:lnTo>
                    <a:pt x="778515" y="80322"/>
                  </a:lnTo>
                  <a:lnTo>
                    <a:pt x="780979" y="85703"/>
                  </a:lnTo>
                  <a:lnTo>
                    <a:pt x="783443" y="90989"/>
                  </a:lnTo>
                  <a:lnTo>
                    <a:pt x="785906" y="96161"/>
                  </a:lnTo>
                  <a:lnTo>
                    <a:pt x="788370" y="101203"/>
                  </a:lnTo>
                  <a:lnTo>
                    <a:pt x="790834" y="106101"/>
                  </a:lnTo>
                  <a:lnTo>
                    <a:pt x="793297" y="110841"/>
                  </a:lnTo>
                  <a:lnTo>
                    <a:pt x="795761" y="115384"/>
                  </a:lnTo>
                  <a:lnTo>
                    <a:pt x="798225" y="119749"/>
                  </a:lnTo>
                  <a:lnTo>
                    <a:pt x="800688" y="123935"/>
                  </a:lnTo>
                  <a:lnTo>
                    <a:pt x="803152" y="127939"/>
                  </a:lnTo>
                  <a:lnTo>
                    <a:pt x="805616" y="131759"/>
                  </a:lnTo>
                  <a:lnTo>
                    <a:pt x="808079" y="135395"/>
                  </a:lnTo>
                  <a:lnTo>
                    <a:pt x="810543" y="138849"/>
                  </a:lnTo>
                  <a:lnTo>
                    <a:pt x="813006" y="142103"/>
                  </a:lnTo>
                  <a:lnTo>
                    <a:pt x="815470" y="145168"/>
                  </a:lnTo>
                  <a:lnTo>
                    <a:pt x="817934" y="148059"/>
                  </a:lnTo>
                  <a:lnTo>
                    <a:pt x="820397" y="150781"/>
                  </a:lnTo>
                  <a:lnTo>
                    <a:pt x="822861" y="153337"/>
                  </a:lnTo>
                  <a:lnTo>
                    <a:pt x="825325" y="155731"/>
                  </a:lnTo>
                  <a:lnTo>
                    <a:pt x="827788" y="157966"/>
                  </a:lnTo>
                  <a:lnTo>
                    <a:pt x="830252" y="160041"/>
                  </a:lnTo>
                  <a:lnTo>
                    <a:pt x="832716" y="161945"/>
                  </a:lnTo>
                  <a:lnTo>
                    <a:pt x="835179" y="163705"/>
                  </a:lnTo>
                  <a:lnTo>
                    <a:pt x="837643" y="165325"/>
                  </a:lnTo>
                  <a:lnTo>
                    <a:pt x="840107" y="166811"/>
                  </a:lnTo>
                  <a:lnTo>
                    <a:pt x="842570" y="168166"/>
                  </a:lnTo>
                  <a:lnTo>
                    <a:pt x="845034" y="169397"/>
                  </a:lnTo>
                  <a:lnTo>
                    <a:pt x="847498" y="170509"/>
                  </a:lnTo>
                  <a:lnTo>
                    <a:pt x="849961" y="171493"/>
                  </a:lnTo>
                  <a:lnTo>
                    <a:pt x="852425" y="172369"/>
                  </a:lnTo>
                  <a:lnTo>
                    <a:pt x="854889" y="173148"/>
                  </a:lnTo>
                  <a:lnTo>
                    <a:pt x="857352" y="173836"/>
                  </a:lnTo>
                  <a:lnTo>
                    <a:pt x="859816" y="174441"/>
                  </a:lnTo>
                  <a:lnTo>
                    <a:pt x="862280" y="174968"/>
                  </a:lnTo>
                  <a:lnTo>
                    <a:pt x="864743" y="175425"/>
                  </a:lnTo>
                  <a:lnTo>
                    <a:pt x="867207" y="175815"/>
                  </a:lnTo>
                  <a:lnTo>
                    <a:pt x="869671" y="176142"/>
                  </a:lnTo>
                  <a:lnTo>
                    <a:pt x="872134" y="176421"/>
                  </a:lnTo>
                  <a:lnTo>
                    <a:pt x="874598" y="176657"/>
                  </a:lnTo>
                  <a:lnTo>
                    <a:pt x="877062" y="176855"/>
                  </a:lnTo>
                  <a:lnTo>
                    <a:pt x="879525" y="177020"/>
                  </a:lnTo>
                  <a:lnTo>
                    <a:pt x="881989" y="177156"/>
                  </a:lnTo>
                  <a:lnTo>
                    <a:pt x="884453" y="177267"/>
                  </a:lnTo>
                  <a:lnTo>
                    <a:pt x="886916" y="177354"/>
                  </a:lnTo>
                  <a:lnTo>
                    <a:pt x="889380" y="177425"/>
                  </a:lnTo>
                  <a:lnTo>
                    <a:pt x="891844" y="177481"/>
                  </a:lnTo>
                  <a:lnTo>
                    <a:pt x="894307" y="177526"/>
                  </a:lnTo>
                  <a:lnTo>
                    <a:pt x="896771" y="177562"/>
                  </a:lnTo>
                  <a:lnTo>
                    <a:pt x="899235" y="177589"/>
                  </a:lnTo>
                  <a:lnTo>
                    <a:pt x="901698" y="177610"/>
                  </a:lnTo>
                  <a:lnTo>
                    <a:pt x="904162" y="177625"/>
                  </a:lnTo>
                  <a:lnTo>
                    <a:pt x="906625" y="177636"/>
                  </a:lnTo>
                  <a:lnTo>
                    <a:pt x="909089" y="177643"/>
                  </a:lnTo>
                  <a:lnTo>
                    <a:pt x="911553" y="177648"/>
                  </a:lnTo>
                  <a:lnTo>
                    <a:pt x="914016" y="177650"/>
                  </a:lnTo>
                  <a:lnTo>
                    <a:pt x="916480" y="177650"/>
                  </a:lnTo>
                  <a:lnTo>
                    <a:pt x="918944" y="177648"/>
                  </a:lnTo>
                  <a:lnTo>
                    <a:pt x="921407" y="177644"/>
                  </a:lnTo>
                  <a:lnTo>
                    <a:pt x="923871" y="177638"/>
                  </a:lnTo>
                  <a:lnTo>
                    <a:pt x="926335" y="177631"/>
                  </a:lnTo>
                  <a:lnTo>
                    <a:pt x="928798" y="177621"/>
                  </a:lnTo>
                  <a:lnTo>
                    <a:pt x="931262" y="177610"/>
                  </a:lnTo>
                  <a:lnTo>
                    <a:pt x="933726" y="177597"/>
                  </a:lnTo>
                  <a:lnTo>
                    <a:pt x="936189" y="177582"/>
                  </a:lnTo>
                  <a:lnTo>
                    <a:pt x="938653" y="177566"/>
                  </a:lnTo>
                  <a:lnTo>
                    <a:pt x="941117" y="177547"/>
                  </a:lnTo>
                  <a:lnTo>
                    <a:pt x="943580" y="177526"/>
                  </a:lnTo>
                  <a:lnTo>
                    <a:pt x="946044" y="177504"/>
                  </a:lnTo>
                  <a:lnTo>
                    <a:pt x="948508" y="177481"/>
                  </a:lnTo>
                  <a:lnTo>
                    <a:pt x="950971" y="177457"/>
                  </a:lnTo>
                  <a:lnTo>
                    <a:pt x="953435" y="177432"/>
                  </a:lnTo>
                  <a:lnTo>
                    <a:pt x="955899" y="177407"/>
                  </a:lnTo>
                  <a:lnTo>
                    <a:pt x="958362" y="177382"/>
                  </a:lnTo>
                  <a:lnTo>
                    <a:pt x="960826" y="177359"/>
                  </a:lnTo>
                  <a:lnTo>
                    <a:pt x="963290" y="177337"/>
                  </a:lnTo>
                  <a:lnTo>
                    <a:pt x="965753" y="177317"/>
                  </a:lnTo>
                  <a:lnTo>
                    <a:pt x="968217" y="177300"/>
                  </a:lnTo>
                  <a:lnTo>
                    <a:pt x="970681" y="177286"/>
                  </a:lnTo>
                  <a:lnTo>
                    <a:pt x="973144" y="177275"/>
                  </a:lnTo>
                  <a:lnTo>
                    <a:pt x="975608" y="177268"/>
                  </a:lnTo>
                  <a:lnTo>
                    <a:pt x="978072" y="177265"/>
                  </a:lnTo>
                  <a:lnTo>
                    <a:pt x="980535" y="177267"/>
                  </a:lnTo>
                  <a:lnTo>
                    <a:pt x="982999" y="177272"/>
                  </a:lnTo>
                  <a:lnTo>
                    <a:pt x="985463" y="177281"/>
                  </a:lnTo>
                  <a:lnTo>
                    <a:pt x="987926" y="177294"/>
                  </a:lnTo>
                  <a:lnTo>
                    <a:pt x="990390" y="177310"/>
                  </a:lnTo>
                  <a:lnTo>
                    <a:pt x="992853" y="177329"/>
                  </a:lnTo>
                  <a:lnTo>
                    <a:pt x="995317" y="177350"/>
                  </a:lnTo>
                  <a:lnTo>
                    <a:pt x="997781" y="177373"/>
                  </a:lnTo>
                  <a:lnTo>
                    <a:pt x="1000244" y="177397"/>
                  </a:lnTo>
                  <a:lnTo>
                    <a:pt x="1002708" y="177422"/>
                  </a:lnTo>
                  <a:lnTo>
                    <a:pt x="1005172" y="177447"/>
                  </a:lnTo>
                  <a:lnTo>
                    <a:pt x="1007635" y="177471"/>
                  </a:lnTo>
                  <a:lnTo>
                    <a:pt x="1010099" y="177495"/>
                  </a:lnTo>
                  <a:lnTo>
                    <a:pt x="1012563" y="177518"/>
                  </a:lnTo>
                  <a:lnTo>
                    <a:pt x="1015026" y="177539"/>
                  </a:lnTo>
                  <a:lnTo>
                    <a:pt x="1017490" y="177558"/>
                  </a:lnTo>
                  <a:lnTo>
                    <a:pt x="1019954" y="177576"/>
                  </a:lnTo>
                  <a:lnTo>
                    <a:pt x="1022417" y="177592"/>
                  </a:lnTo>
                  <a:lnTo>
                    <a:pt x="1024881" y="177606"/>
                  </a:lnTo>
                  <a:lnTo>
                    <a:pt x="1027345" y="177619"/>
                  </a:lnTo>
                  <a:lnTo>
                    <a:pt x="1029808" y="177629"/>
                  </a:lnTo>
                  <a:lnTo>
                    <a:pt x="1032272" y="177638"/>
                  </a:lnTo>
                  <a:lnTo>
                    <a:pt x="1034736" y="177646"/>
                  </a:lnTo>
                  <a:lnTo>
                    <a:pt x="1037199" y="177652"/>
                  </a:lnTo>
                  <a:lnTo>
                    <a:pt x="1039663" y="177658"/>
                  </a:lnTo>
                  <a:lnTo>
                    <a:pt x="1042127" y="177662"/>
                  </a:lnTo>
                  <a:lnTo>
                    <a:pt x="1044590" y="177665"/>
                  </a:lnTo>
                  <a:lnTo>
                    <a:pt x="1047054" y="177668"/>
                  </a:lnTo>
                  <a:lnTo>
                    <a:pt x="1049518" y="177670"/>
                  </a:lnTo>
                  <a:lnTo>
                    <a:pt x="1051981" y="177672"/>
                  </a:lnTo>
                  <a:lnTo>
                    <a:pt x="1054445" y="177673"/>
                  </a:lnTo>
                  <a:lnTo>
                    <a:pt x="1056909" y="177674"/>
                  </a:lnTo>
                  <a:lnTo>
                    <a:pt x="1059372" y="177675"/>
                  </a:lnTo>
                  <a:lnTo>
                    <a:pt x="1061836" y="177675"/>
                  </a:lnTo>
                  <a:lnTo>
                    <a:pt x="1064300" y="177676"/>
                  </a:lnTo>
                  <a:lnTo>
                    <a:pt x="1066763" y="177676"/>
                  </a:lnTo>
                  <a:lnTo>
                    <a:pt x="1069227" y="177676"/>
                  </a:lnTo>
                  <a:lnTo>
                    <a:pt x="1071691" y="177676"/>
                  </a:lnTo>
                  <a:lnTo>
                    <a:pt x="1074154" y="177677"/>
                  </a:lnTo>
                  <a:lnTo>
                    <a:pt x="1076618" y="177677"/>
                  </a:lnTo>
                  <a:lnTo>
                    <a:pt x="1079082" y="177677"/>
                  </a:lnTo>
                  <a:lnTo>
                    <a:pt x="1081545" y="177677"/>
                  </a:lnTo>
                  <a:lnTo>
                    <a:pt x="1084009" y="177677"/>
                  </a:lnTo>
                  <a:lnTo>
                    <a:pt x="1086472" y="177677"/>
                  </a:lnTo>
                  <a:lnTo>
                    <a:pt x="1088936" y="177677"/>
                  </a:lnTo>
                  <a:lnTo>
                    <a:pt x="1091400" y="177677"/>
                  </a:lnTo>
                  <a:lnTo>
                    <a:pt x="1093863" y="177677"/>
                  </a:lnTo>
                  <a:lnTo>
                    <a:pt x="1096327" y="177677"/>
                  </a:lnTo>
                  <a:lnTo>
                    <a:pt x="1098791" y="177677"/>
                  </a:lnTo>
                  <a:lnTo>
                    <a:pt x="1101254" y="177677"/>
                  </a:lnTo>
                  <a:lnTo>
                    <a:pt x="1103718" y="177677"/>
                  </a:lnTo>
                  <a:lnTo>
                    <a:pt x="1106182" y="177677"/>
                  </a:lnTo>
                  <a:lnTo>
                    <a:pt x="1108645" y="177677"/>
                  </a:lnTo>
                  <a:lnTo>
                    <a:pt x="1111109" y="177677"/>
                  </a:lnTo>
                  <a:lnTo>
                    <a:pt x="1113573" y="177677"/>
                  </a:lnTo>
                  <a:lnTo>
                    <a:pt x="1116036" y="177677"/>
                  </a:lnTo>
                  <a:lnTo>
                    <a:pt x="1118500" y="177677"/>
                  </a:lnTo>
                  <a:lnTo>
                    <a:pt x="1120964" y="177677"/>
                  </a:lnTo>
                  <a:lnTo>
                    <a:pt x="1123427" y="177677"/>
                  </a:lnTo>
                  <a:lnTo>
                    <a:pt x="1125891" y="177677"/>
                  </a:lnTo>
                  <a:lnTo>
                    <a:pt x="1128355" y="177677"/>
                  </a:lnTo>
                  <a:lnTo>
                    <a:pt x="1130818" y="177677"/>
                  </a:lnTo>
                  <a:lnTo>
                    <a:pt x="1133282" y="177677"/>
                  </a:lnTo>
                  <a:lnTo>
                    <a:pt x="1135746" y="177677"/>
                  </a:lnTo>
                  <a:lnTo>
                    <a:pt x="1138209" y="177677"/>
                  </a:lnTo>
                  <a:lnTo>
                    <a:pt x="1140673" y="177677"/>
                  </a:lnTo>
                  <a:lnTo>
                    <a:pt x="1143137" y="177677"/>
                  </a:lnTo>
                  <a:lnTo>
                    <a:pt x="1145600" y="177677"/>
                  </a:lnTo>
                  <a:lnTo>
                    <a:pt x="1148064" y="177677"/>
                  </a:lnTo>
                  <a:lnTo>
                    <a:pt x="1150528" y="177677"/>
                  </a:lnTo>
                  <a:lnTo>
                    <a:pt x="1152991" y="177677"/>
                  </a:lnTo>
                  <a:lnTo>
                    <a:pt x="1155455" y="177677"/>
                  </a:lnTo>
                  <a:lnTo>
                    <a:pt x="1157919" y="177677"/>
                  </a:lnTo>
                  <a:lnTo>
                    <a:pt x="1160382" y="177677"/>
                  </a:lnTo>
                  <a:lnTo>
                    <a:pt x="1162846" y="177677"/>
                  </a:lnTo>
                  <a:lnTo>
                    <a:pt x="1165310" y="177677"/>
                  </a:lnTo>
                  <a:lnTo>
                    <a:pt x="1167773" y="177677"/>
                  </a:lnTo>
                  <a:lnTo>
                    <a:pt x="1170237" y="177677"/>
                  </a:lnTo>
                  <a:lnTo>
                    <a:pt x="1172701" y="177677"/>
                  </a:lnTo>
                  <a:lnTo>
                    <a:pt x="1175164" y="177677"/>
                  </a:lnTo>
                  <a:lnTo>
                    <a:pt x="1177628" y="177677"/>
                  </a:lnTo>
                  <a:lnTo>
                    <a:pt x="1180091" y="177677"/>
                  </a:lnTo>
                  <a:lnTo>
                    <a:pt x="1182555" y="177677"/>
                  </a:lnTo>
                  <a:lnTo>
                    <a:pt x="1185019" y="177677"/>
                  </a:lnTo>
                  <a:lnTo>
                    <a:pt x="1187482" y="177677"/>
                  </a:lnTo>
                  <a:lnTo>
                    <a:pt x="1189946" y="177677"/>
                  </a:lnTo>
                  <a:lnTo>
                    <a:pt x="1192410" y="177677"/>
                  </a:lnTo>
                  <a:lnTo>
                    <a:pt x="1194873" y="177677"/>
                  </a:lnTo>
                  <a:lnTo>
                    <a:pt x="1197337" y="177677"/>
                  </a:lnTo>
                  <a:lnTo>
                    <a:pt x="1199801" y="177677"/>
                  </a:lnTo>
                  <a:lnTo>
                    <a:pt x="1202264" y="177677"/>
                  </a:lnTo>
                  <a:lnTo>
                    <a:pt x="1204728" y="177677"/>
                  </a:lnTo>
                  <a:lnTo>
                    <a:pt x="1207192" y="177677"/>
                  </a:lnTo>
                  <a:lnTo>
                    <a:pt x="1209655" y="177677"/>
                  </a:lnTo>
                  <a:lnTo>
                    <a:pt x="1212119" y="177677"/>
                  </a:lnTo>
                  <a:lnTo>
                    <a:pt x="1214583" y="177677"/>
                  </a:lnTo>
                  <a:lnTo>
                    <a:pt x="1217046" y="177677"/>
                  </a:lnTo>
                  <a:lnTo>
                    <a:pt x="1219510" y="177677"/>
                  </a:lnTo>
                  <a:lnTo>
                    <a:pt x="1221974" y="177677"/>
                  </a:lnTo>
                  <a:lnTo>
                    <a:pt x="1224437" y="177677"/>
                  </a:lnTo>
                  <a:lnTo>
                    <a:pt x="1226901" y="177677"/>
                  </a:lnTo>
                  <a:lnTo>
                    <a:pt x="1229365" y="177677"/>
                  </a:lnTo>
                  <a:lnTo>
                    <a:pt x="1231828" y="177677"/>
                  </a:lnTo>
                  <a:lnTo>
                    <a:pt x="1234292" y="177677"/>
                  </a:lnTo>
                  <a:lnTo>
                    <a:pt x="1236756" y="177677"/>
                  </a:lnTo>
                  <a:lnTo>
                    <a:pt x="1239219" y="177677"/>
                  </a:lnTo>
                  <a:lnTo>
                    <a:pt x="1241683" y="177677"/>
                  </a:lnTo>
                  <a:lnTo>
                    <a:pt x="1244147" y="177677"/>
                  </a:lnTo>
                  <a:lnTo>
                    <a:pt x="1246610" y="177677"/>
                  </a:lnTo>
                  <a:lnTo>
                    <a:pt x="1249074" y="177677"/>
                  </a:lnTo>
                  <a:lnTo>
                    <a:pt x="1251538" y="177677"/>
                  </a:lnTo>
                  <a:lnTo>
                    <a:pt x="1254001" y="177677"/>
                  </a:lnTo>
                  <a:lnTo>
                    <a:pt x="1256465" y="177677"/>
                  </a:lnTo>
                  <a:lnTo>
                    <a:pt x="1258929" y="177677"/>
                  </a:lnTo>
                  <a:lnTo>
                    <a:pt x="1256465" y="177677"/>
                  </a:lnTo>
                  <a:lnTo>
                    <a:pt x="1254001" y="177677"/>
                  </a:lnTo>
                  <a:lnTo>
                    <a:pt x="1251538" y="177677"/>
                  </a:lnTo>
                  <a:lnTo>
                    <a:pt x="1249074" y="177677"/>
                  </a:lnTo>
                  <a:lnTo>
                    <a:pt x="1246610" y="177677"/>
                  </a:lnTo>
                  <a:lnTo>
                    <a:pt x="1244147" y="177677"/>
                  </a:lnTo>
                  <a:lnTo>
                    <a:pt x="1241683" y="177677"/>
                  </a:lnTo>
                  <a:lnTo>
                    <a:pt x="1239219" y="177677"/>
                  </a:lnTo>
                  <a:lnTo>
                    <a:pt x="1236756" y="177677"/>
                  </a:lnTo>
                  <a:lnTo>
                    <a:pt x="1234292" y="177677"/>
                  </a:lnTo>
                  <a:lnTo>
                    <a:pt x="1231828" y="177677"/>
                  </a:lnTo>
                  <a:lnTo>
                    <a:pt x="1229365" y="177677"/>
                  </a:lnTo>
                  <a:lnTo>
                    <a:pt x="1226901" y="177677"/>
                  </a:lnTo>
                  <a:lnTo>
                    <a:pt x="1224437" y="177677"/>
                  </a:lnTo>
                  <a:lnTo>
                    <a:pt x="1221974" y="177677"/>
                  </a:lnTo>
                  <a:lnTo>
                    <a:pt x="1219510" y="177677"/>
                  </a:lnTo>
                  <a:lnTo>
                    <a:pt x="1217046" y="177677"/>
                  </a:lnTo>
                  <a:lnTo>
                    <a:pt x="1214583" y="177677"/>
                  </a:lnTo>
                  <a:lnTo>
                    <a:pt x="1212119" y="177677"/>
                  </a:lnTo>
                  <a:lnTo>
                    <a:pt x="1209655" y="177677"/>
                  </a:lnTo>
                  <a:lnTo>
                    <a:pt x="1207192" y="177677"/>
                  </a:lnTo>
                  <a:lnTo>
                    <a:pt x="1204728" y="177677"/>
                  </a:lnTo>
                  <a:lnTo>
                    <a:pt x="1202264" y="177677"/>
                  </a:lnTo>
                  <a:lnTo>
                    <a:pt x="1199801" y="177677"/>
                  </a:lnTo>
                  <a:lnTo>
                    <a:pt x="1197337" y="177677"/>
                  </a:lnTo>
                  <a:lnTo>
                    <a:pt x="1194873" y="177677"/>
                  </a:lnTo>
                  <a:lnTo>
                    <a:pt x="1192410" y="177677"/>
                  </a:lnTo>
                  <a:lnTo>
                    <a:pt x="1189946" y="177677"/>
                  </a:lnTo>
                  <a:lnTo>
                    <a:pt x="1187482" y="177677"/>
                  </a:lnTo>
                  <a:lnTo>
                    <a:pt x="1185019" y="177677"/>
                  </a:lnTo>
                  <a:lnTo>
                    <a:pt x="1182555" y="177677"/>
                  </a:lnTo>
                  <a:lnTo>
                    <a:pt x="1180091" y="177677"/>
                  </a:lnTo>
                  <a:lnTo>
                    <a:pt x="1177628" y="177677"/>
                  </a:lnTo>
                  <a:lnTo>
                    <a:pt x="1175164" y="177677"/>
                  </a:lnTo>
                  <a:lnTo>
                    <a:pt x="1172701" y="177677"/>
                  </a:lnTo>
                  <a:lnTo>
                    <a:pt x="1170237" y="177677"/>
                  </a:lnTo>
                  <a:lnTo>
                    <a:pt x="1167773" y="177677"/>
                  </a:lnTo>
                  <a:lnTo>
                    <a:pt x="1165310" y="177677"/>
                  </a:lnTo>
                  <a:lnTo>
                    <a:pt x="1162846" y="177677"/>
                  </a:lnTo>
                  <a:lnTo>
                    <a:pt x="1160382" y="177677"/>
                  </a:lnTo>
                  <a:lnTo>
                    <a:pt x="1157919" y="177677"/>
                  </a:lnTo>
                  <a:lnTo>
                    <a:pt x="1155455" y="177677"/>
                  </a:lnTo>
                  <a:lnTo>
                    <a:pt x="1152991" y="177677"/>
                  </a:lnTo>
                  <a:lnTo>
                    <a:pt x="1150528" y="177677"/>
                  </a:lnTo>
                  <a:lnTo>
                    <a:pt x="1148064" y="177677"/>
                  </a:lnTo>
                  <a:lnTo>
                    <a:pt x="1145600" y="177677"/>
                  </a:lnTo>
                  <a:lnTo>
                    <a:pt x="1143137" y="177677"/>
                  </a:lnTo>
                  <a:lnTo>
                    <a:pt x="1140673" y="177677"/>
                  </a:lnTo>
                  <a:lnTo>
                    <a:pt x="1138209" y="177677"/>
                  </a:lnTo>
                  <a:lnTo>
                    <a:pt x="1135746" y="177677"/>
                  </a:lnTo>
                  <a:lnTo>
                    <a:pt x="1133282" y="177677"/>
                  </a:lnTo>
                  <a:lnTo>
                    <a:pt x="1130818" y="177677"/>
                  </a:lnTo>
                  <a:lnTo>
                    <a:pt x="1128355" y="177677"/>
                  </a:lnTo>
                  <a:lnTo>
                    <a:pt x="1125891" y="177677"/>
                  </a:lnTo>
                  <a:lnTo>
                    <a:pt x="1123427" y="177677"/>
                  </a:lnTo>
                  <a:lnTo>
                    <a:pt x="1120964" y="177677"/>
                  </a:lnTo>
                  <a:lnTo>
                    <a:pt x="1118500" y="177677"/>
                  </a:lnTo>
                  <a:lnTo>
                    <a:pt x="1116036" y="177677"/>
                  </a:lnTo>
                  <a:lnTo>
                    <a:pt x="1113573" y="177677"/>
                  </a:lnTo>
                  <a:lnTo>
                    <a:pt x="1111109" y="177677"/>
                  </a:lnTo>
                  <a:lnTo>
                    <a:pt x="1108645" y="177677"/>
                  </a:lnTo>
                  <a:lnTo>
                    <a:pt x="1106182" y="177677"/>
                  </a:lnTo>
                  <a:lnTo>
                    <a:pt x="1103718" y="177677"/>
                  </a:lnTo>
                  <a:lnTo>
                    <a:pt x="1101254" y="177677"/>
                  </a:lnTo>
                  <a:lnTo>
                    <a:pt x="1098791" y="177677"/>
                  </a:lnTo>
                  <a:lnTo>
                    <a:pt x="1096327" y="177677"/>
                  </a:lnTo>
                  <a:lnTo>
                    <a:pt x="1093863" y="177677"/>
                  </a:lnTo>
                  <a:lnTo>
                    <a:pt x="1091400" y="177677"/>
                  </a:lnTo>
                  <a:lnTo>
                    <a:pt x="1088936" y="177677"/>
                  </a:lnTo>
                  <a:lnTo>
                    <a:pt x="1086472" y="177677"/>
                  </a:lnTo>
                  <a:lnTo>
                    <a:pt x="1084009" y="177677"/>
                  </a:lnTo>
                  <a:lnTo>
                    <a:pt x="1081545" y="177677"/>
                  </a:lnTo>
                  <a:lnTo>
                    <a:pt x="1079082" y="177677"/>
                  </a:lnTo>
                  <a:lnTo>
                    <a:pt x="1076618" y="177677"/>
                  </a:lnTo>
                  <a:lnTo>
                    <a:pt x="1074154" y="177677"/>
                  </a:lnTo>
                  <a:lnTo>
                    <a:pt x="1071691" y="177677"/>
                  </a:lnTo>
                  <a:lnTo>
                    <a:pt x="1069227" y="177677"/>
                  </a:lnTo>
                  <a:lnTo>
                    <a:pt x="1066763" y="177677"/>
                  </a:lnTo>
                  <a:lnTo>
                    <a:pt x="1064300" y="177677"/>
                  </a:lnTo>
                  <a:lnTo>
                    <a:pt x="1061836" y="177677"/>
                  </a:lnTo>
                  <a:lnTo>
                    <a:pt x="1059372" y="177677"/>
                  </a:lnTo>
                  <a:lnTo>
                    <a:pt x="1056909" y="177677"/>
                  </a:lnTo>
                  <a:lnTo>
                    <a:pt x="1054445" y="177677"/>
                  </a:lnTo>
                  <a:lnTo>
                    <a:pt x="1051981" y="177677"/>
                  </a:lnTo>
                  <a:lnTo>
                    <a:pt x="1049518" y="177677"/>
                  </a:lnTo>
                  <a:lnTo>
                    <a:pt x="1047054" y="177677"/>
                  </a:lnTo>
                  <a:lnTo>
                    <a:pt x="1044590" y="177677"/>
                  </a:lnTo>
                  <a:lnTo>
                    <a:pt x="1042127" y="177677"/>
                  </a:lnTo>
                  <a:lnTo>
                    <a:pt x="1039663" y="177677"/>
                  </a:lnTo>
                  <a:lnTo>
                    <a:pt x="1037199" y="177677"/>
                  </a:lnTo>
                  <a:lnTo>
                    <a:pt x="1034736" y="177677"/>
                  </a:lnTo>
                  <a:lnTo>
                    <a:pt x="1032272" y="177677"/>
                  </a:lnTo>
                  <a:lnTo>
                    <a:pt x="1029808" y="177677"/>
                  </a:lnTo>
                  <a:lnTo>
                    <a:pt x="1027345" y="177677"/>
                  </a:lnTo>
                  <a:lnTo>
                    <a:pt x="1024881" y="177677"/>
                  </a:lnTo>
                  <a:lnTo>
                    <a:pt x="1022417" y="177677"/>
                  </a:lnTo>
                  <a:lnTo>
                    <a:pt x="1019954" y="177677"/>
                  </a:lnTo>
                  <a:lnTo>
                    <a:pt x="1017490" y="177677"/>
                  </a:lnTo>
                  <a:lnTo>
                    <a:pt x="1015026" y="177677"/>
                  </a:lnTo>
                  <a:lnTo>
                    <a:pt x="1012563" y="177677"/>
                  </a:lnTo>
                  <a:lnTo>
                    <a:pt x="1010099" y="177677"/>
                  </a:lnTo>
                  <a:lnTo>
                    <a:pt x="1007635" y="177677"/>
                  </a:lnTo>
                  <a:lnTo>
                    <a:pt x="1005172" y="177677"/>
                  </a:lnTo>
                  <a:lnTo>
                    <a:pt x="1002708" y="177677"/>
                  </a:lnTo>
                  <a:lnTo>
                    <a:pt x="1000244" y="177677"/>
                  </a:lnTo>
                  <a:lnTo>
                    <a:pt x="997781" y="177677"/>
                  </a:lnTo>
                  <a:lnTo>
                    <a:pt x="995317" y="177677"/>
                  </a:lnTo>
                  <a:lnTo>
                    <a:pt x="992853" y="177677"/>
                  </a:lnTo>
                  <a:lnTo>
                    <a:pt x="990390" y="177677"/>
                  </a:lnTo>
                  <a:lnTo>
                    <a:pt x="987926" y="177677"/>
                  </a:lnTo>
                  <a:lnTo>
                    <a:pt x="985463" y="177677"/>
                  </a:lnTo>
                  <a:lnTo>
                    <a:pt x="982999" y="177677"/>
                  </a:lnTo>
                  <a:lnTo>
                    <a:pt x="980535" y="177677"/>
                  </a:lnTo>
                  <a:lnTo>
                    <a:pt x="978072" y="177677"/>
                  </a:lnTo>
                  <a:lnTo>
                    <a:pt x="975608" y="177677"/>
                  </a:lnTo>
                  <a:lnTo>
                    <a:pt x="973144" y="177677"/>
                  </a:lnTo>
                  <a:lnTo>
                    <a:pt x="970681" y="177677"/>
                  </a:lnTo>
                  <a:lnTo>
                    <a:pt x="968217" y="177677"/>
                  </a:lnTo>
                  <a:lnTo>
                    <a:pt x="965753" y="177677"/>
                  </a:lnTo>
                  <a:lnTo>
                    <a:pt x="963290" y="177677"/>
                  </a:lnTo>
                  <a:lnTo>
                    <a:pt x="960826" y="177677"/>
                  </a:lnTo>
                  <a:lnTo>
                    <a:pt x="958362" y="177677"/>
                  </a:lnTo>
                  <a:lnTo>
                    <a:pt x="955899" y="177677"/>
                  </a:lnTo>
                  <a:lnTo>
                    <a:pt x="953435" y="177677"/>
                  </a:lnTo>
                  <a:lnTo>
                    <a:pt x="950971" y="177677"/>
                  </a:lnTo>
                  <a:lnTo>
                    <a:pt x="948508" y="177677"/>
                  </a:lnTo>
                  <a:lnTo>
                    <a:pt x="946044" y="177677"/>
                  </a:lnTo>
                  <a:lnTo>
                    <a:pt x="943580" y="177677"/>
                  </a:lnTo>
                  <a:lnTo>
                    <a:pt x="941117" y="177677"/>
                  </a:lnTo>
                  <a:lnTo>
                    <a:pt x="938653" y="177677"/>
                  </a:lnTo>
                  <a:lnTo>
                    <a:pt x="936189" y="177677"/>
                  </a:lnTo>
                  <a:lnTo>
                    <a:pt x="933726" y="177677"/>
                  </a:lnTo>
                  <a:lnTo>
                    <a:pt x="931262" y="177677"/>
                  </a:lnTo>
                  <a:lnTo>
                    <a:pt x="928798" y="177677"/>
                  </a:lnTo>
                  <a:lnTo>
                    <a:pt x="926335" y="177677"/>
                  </a:lnTo>
                  <a:lnTo>
                    <a:pt x="923871" y="177677"/>
                  </a:lnTo>
                  <a:lnTo>
                    <a:pt x="921407" y="177677"/>
                  </a:lnTo>
                  <a:lnTo>
                    <a:pt x="918944" y="177677"/>
                  </a:lnTo>
                  <a:lnTo>
                    <a:pt x="916480" y="177677"/>
                  </a:lnTo>
                  <a:lnTo>
                    <a:pt x="914016" y="177677"/>
                  </a:lnTo>
                  <a:lnTo>
                    <a:pt x="911553" y="177677"/>
                  </a:lnTo>
                  <a:lnTo>
                    <a:pt x="909089" y="177677"/>
                  </a:lnTo>
                  <a:lnTo>
                    <a:pt x="906625" y="177677"/>
                  </a:lnTo>
                  <a:lnTo>
                    <a:pt x="904162" y="177677"/>
                  </a:lnTo>
                  <a:lnTo>
                    <a:pt x="901698" y="177677"/>
                  </a:lnTo>
                  <a:lnTo>
                    <a:pt x="899235" y="177677"/>
                  </a:lnTo>
                  <a:lnTo>
                    <a:pt x="896771" y="177677"/>
                  </a:lnTo>
                  <a:lnTo>
                    <a:pt x="894307" y="177677"/>
                  </a:lnTo>
                  <a:lnTo>
                    <a:pt x="891844" y="177677"/>
                  </a:lnTo>
                  <a:lnTo>
                    <a:pt x="889380" y="177677"/>
                  </a:lnTo>
                  <a:lnTo>
                    <a:pt x="886916" y="177677"/>
                  </a:lnTo>
                  <a:lnTo>
                    <a:pt x="884453" y="177677"/>
                  </a:lnTo>
                  <a:lnTo>
                    <a:pt x="881989" y="177677"/>
                  </a:lnTo>
                  <a:lnTo>
                    <a:pt x="879525" y="177677"/>
                  </a:lnTo>
                  <a:lnTo>
                    <a:pt x="877062" y="177677"/>
                  </a:lnTo>
                  <a:lnTo>
                    <a:pt x="874598" y="177677"/>
                  </a:lnTo>
                  <a:lnTo>
                    <a:pt x="872134" y="177677"/>
                  </a:lnTo>
                  <a:lnTo>
                    <a:pt x="869671" y="177677"/>
                  </a:lnTo>
                  <a:lnTo>
                    <a:pt x="867207" y="177677"/>
                  </a:lnTo>
                  <a:lnTo>
                    <a:pt x="864743" y="177677"/>
                  </a:lnTo>
                  <a:lnTo>
                    <a:pt x="862280" y="177677"/>
                  </a:lnTo>
                  <a:lnTo>
                    <a:pt x="859816" y="177677"/>
                  </a:lnTo>
                  <a:lnTo>
                    <a:pt x="857352" y="177677"/>
                  </a:lnTo>
                  <a:lnTo>
                    <a:pt x="854889" y="177677"/>
                  </a:lnTo>
                  <a:lnTo>
                    <a:pt x="852425" y="177677"/>
                  </a:lnTo>
                  <a:lnTo>
                    <a:pt x="849961" y="177677"/>
                  </a:lnTo>
                  <a:lnTo>
                    <a:pt x="847498" y="177677"/>
                  </a:lnTo>
                  <a:lnTo>
                    <a:pt x="845034" y="177677"/>
                  </a:lnTo>
                  <a:lnTo>
                    <a:pt x="842570" y="177677"/>
                  </a:lnTo>
                  <a:lnTo>
                    <a:pt x="840107" y="177677"/>
                  </a:lnTo>
                  <a:lnTo>
                    <a:pt x="837643" y="177677"/>
                  </a:lnTo>
                  <a:lnTo>
                    <a:pt x="835179" y="177677"/>
                  </a:lnTo>
                  <a:lnTo>
                    <a:pt x="832716" y="177677"/>
                  </a:lnTo>
                  <a:lnTo>
                    <a:pt x="830252" y="177677"/>
                  </a:lnTo>
                  <a:lnTo>
                    <a:pt x="827788" y="177677"/>
                  </a:lnTo>
                  <a:lnTo>
                    <a:pt x="825325" y="177677"/>
                  </a:lnTo>
                  <a:lnTo>
                    <a:pt x="822861" y="177677"/>
                  </a:lnTo>
                  <a:lnTo>
                    <a:pt x="820397" y="177677"/>
                  </a:lnTo>
                  <a:lnTo>
                    <a:pt x="817934" y="177677"/>
                  </a:lnTo>
                  <a:lnTo>
                    <a:pt x="815470" y="177677"/>
                  </a:lnTo>
                  <a:lnTo>
                    <a:pt x="813006" y="177677"/>
                  </a:lnTo>
                  <a:lnTo>
                    <a:pt x="810543" y="177677"/>
                  </a:lnTo>
                  <a:lnTo>
                    <a:pt x="808079" y="177677"/>
                  </a:lnTo>
                  <a:lnTo>
                    <a:pt x="805616" y="177677"/>
                  </a:lnTo>
                  <a:lnTo>
                    <a:pt x="803152" y="177677"/>
                  </a:lnTo>
                  <a:lnTo>
                    <a:pt x="800688" y="177677"/>
                  </a:lnTo>
                  <a:lnTo>
                    <a:pt x="798225" y="177677"/>
                  </a:lnTo>
                  <a:lnTo>
                    <a:pt x="795761" y="177677"/>
                  </a:lnTo>
                  <a:lnTo>
                    <a:pt x="793297" y="177677"/>
                  </a:lnTo>
                  <a:lnTo>
                    <a:pt x="790834" y="177677"/>
                  </a:lnTo>
                  <a:lnTo>
                    <a:pt x="788370" y="177677"/>
                  </a:lnTo>
                  <a:lnTo>
                    <a:pt x="785906" y="177677"/>
                  </a:lnTo>
                  <a:lnTo>
                    <a:pt x="783443" y="177677"/>
                  </a:lnTo>
                  <a:lnTo>
                    <a:pt x="780979" y="177677"/>
                  </a:lnTo>
                  <a:lnTo>
                    <a:pt x="778515" y="177677"/>
                  </a:lnTo>
                  <a:lnTo>
                    <a:pt x="776052" y="177677"/>
                  </a:lnTo>
                  <a:lnTo>
                    <a:pt x="773588" y="177677"/>
                  </a:lnTo>
                  <a:lnTo>
                    <a:pt x="771124" y="177677"/>
                  </a:lnTo>
                  <a:lnTo>
                    <a:pt x="768661" y="177677"/>
                  </a:lnTo>
                  <a:lnTo>
                    <a:pt x="766197" y="177677"/>
                  </a:lnTo>
                  <a:lnTo>
                    <a:pt x="763733" y="177677"/>
                  </a:lnTo>
                  <a:lnTo>
                    <a:pt x="761270" y="177677"/>
                  </a:lnTo>
                  <a:lnTo>
                    <a:pt x="758806" y="177677"/>
                  </a:lnTo>
                  <a:lnTo>
                    <a:pt x="756342" y="177677"/>
                  </a:lnTo>
                  <a:lnTo>
                    <a:pt x="753879" y="177677"/>
                  </a:lnTo>
                  <a:lnTo>
                    <a:pt x="751415" y="177677"/>
                  </a:lnTo>
                  <a:lnTo>
                    <a:pt x="748951" y="177677"/>
                  </a:lnTo>
                  <a:lnTo>
                    <a:pt x="746488" y="177677"/>
                  </a:lnTo>
                  <a:lnTo>
                    <a:pt x="744024" y="177677"/>
                  </a:lnTo>
                  <a:lnTo>
                    <a:pt x="741560" y="177677"/>
                  </a:lnTo>
                  <a:lnTo>
                    <a:pt x="739097" y="177677"/>
                  </a:lnTo>
                  <a:lnTo>
                    <a:pt x="736633" y="177677"/>
                  </a:lnTo>
                  <a:lnTo>
                    <a:pt x="734169" y="177677"/>
                  </a:lnTo>
                  <a:lnTo>
                    <a:pt x="731706" y="177677"/>
                  </a:lnTo>
                  <a:lnTo>
                    <a:pt x="729242" y="177677"/>
                  </a:lnTo>
                  <a:lnTo>
                    <a:pt x="726778" y="177677"/>
                  </a:lnTo>
                  <a:lnTo>
                    <a:pt x="724315" y="177677"/>
                  </a:lnTo>
                  <a:lnTo>
                    <a:pt x="721851" y="177677"/>
                  </a:lnTo>
                  <a:lnTo>
                    <a:pt x="719388" y="177677"/>
                  </a:lnTo>
                  <a:lnTo>
                    <a:pt x="716924" y="177677"/>
                  </a:lnTo>
                  <a:lnTo>
                    <a:pt x="714460" y="177677"/>
                  </a:lnTo>
                  <a:lnTo>
                    <a:pt x="711997" y="177677"/>
                  </a:lnTo>
                  <a:lnTo>
                    <a:pt x="709533" y="177677"/>
                  </a:lnTo>
                  <a:lnTo>
                    <a:pt x="707069" y="177677"/>
                  </a:lnTo>
                  <a:lnTo>
                    <a:pt x="704606" y="177677"/>
                  </a:lnTo>
                  <a:lnTo>
                    <a:pt x="702142" y="177677"/>
                  </a:lnTo>
                  <a:lnTo>
                    <a:pt x="699678" y="177677"/>
                  </a:lnTo>
                  <a:lnTo>
                    <a:pt x="697215" y="177677"/>
                  </a:lnTo>
                  <a:lnTo>
                    <a:pt x="694751" y="177677"/>
                  </a:lnTo>
                  <a:lnTo>
                    <a:pt x="692287" y="177677"/>
                  </a:lnTo>
                  <a:lnTo>
                    <a:pt x="689824" y="177677"/>
                  </a:lnTo>
                  <a:lnTo>
                    <a:pt x="687360" y="177677"/>
                  </a:lnTo>
                  <a:lnTo>
                    <a:pt x="684896" y="177677"/>
                  </a:lnTo>
                  <a:lnTo>
                    <a:pt x="682433" y="177677"/>
                  </a:lnTo>
                  <a:lnTo>
                    <a:pt x="679969" y="177677"/>
                  </a:lnTo>
                  <a:lnTo>
                    <a:pt x="677505" y="177677"/>
                  </a:lnTo>
                  <a:lnTo>
                    <a:pt x="675042" y="177677"/>
                  </a:lnTo>
                  <a:lnTo>
                    <a:pt x="672578" y="177677"/>
                  </a:lnTo>
                  <a:lnTo>
                    <a:pt x="670114" y="177677"/>
                  </a:lnTo>
                  <a:lnTo>
                    <a:pt x="667651" y="177677"/>
                  </a:lnTo>
                  <a:lnTo>
                    <a:pt x="665187" y="177677"/>
                  </a:lnTo>
                  <a:lnTo>
                    <a:pt x="662723" y="177677"/>
                  </a:lnTo>
                  <a:lnTo>
                    <a:pt x="660260" y="177677"/>
                  </a:lnTo>
                  <a:lnTo>
                    <a:pt x="657796" y="177677"/>
                  </a:lnTo>
                  <a:lnTo>
                    <a:pt x="655332" y="177677"/>
                  </a:lnTo>
                  <a:lnTo>
                    <a:pt x="652869" y="177677"/>
                  </a:lnTo>
                  <a:lnTo>
                    <a:pt x="650405" y="177677"/>
                  </a:lnTo>
                  <a:lnTo>
                    <a:pt x="647941" y="177677"/>
                  </a:lnTo>
                  <a:lnTo>
                    <a:pt x="645478" y="177677"/>
                  </a:lnTo>
                  <a:lnTo>
                    <a:pt x="643014" y="177677"/>
                  </a:lnTo>
                  <a:lnTo>
                    <a:pt x="640550" y="177677"/>
                  </a:lnTo>
                  <a:lnTo>
                    <a:pt x="638087" y="177677"/>
                  </a:lnTo>
                  <a:lnTo>
                    <a:pt x="635623" y="177677"/>
                  </a:lnTo>
                  <a:lnTo>
                    <a:pt x="633159" y="177677"/>
                  </a:lnTo>
                  <a:lnTo>
                    <a:pt x="630696" y="177677"/>
                  </a:lnTo>
                  <a:lnTo>
                    <a:pt x="628232" y="177677"/>
                  </a:lnTo>
                  <a:lnTo>
                    <a:pt x="625769" y="177677"/>
                  </a:lnTo>
                  <a:lnTo>
                    <a:pt x="623305" y="177677"/>
                  </a:lnTo>
                  <a:lnTo>
                    <a:pt x="620841" y="177677"/>
                  </a:lnTo>
                  <a:lnTo>
                    <a:pt x="618378" y="177677"/>
                  </a:lnTo>
                  <a:lnTo>
                    <a:pt x="615914" y="177677"/>
                  </a:lnTo>
                  <a:lnTo>
                    <a:pt x="613450" y="177677"/>
                  </a:lnTo>
                  <a:lnTo>
                    <a:pt x="610987" y="177677"/>
                  </a:lnTo>
                  <a:lnTo>
                    <a:pt x="608523" y="177677"/>
                  </a:lnTo>
                  <a:lnTo>
                    <a:pt x="606059" y="177677"/>
                  </a:lnTo>
                  <a:lnTo>
                    <a:pt x="603596" y="177677"/>
                  </a:lnTo>
                  <a:lnTo>
                    <a:pt x="601132" y="177677"/>
                  </a:lnTo>
                  <a:lnTo>
                    <a:pt x="598668" y="177677"/>
                  </a:lnTo>
                  <a:lnTo>
                    <a:pt x="596205" y="177677"/>
                  </a:lnTo>
                  <a:lnTo>
                    <a:pt x="593741" y="177677"/>
                  </a:lnTo>
                  <a:lnTo>
                    <a:pt x="591277" y="177677"/>
                  </a:lnTo>
                  <a:lnTo>
                    <a:pt x="588814" y="177677"/>
                  </a:lnTo>
                  <a:lnTo>
                    <a:pt x="586350" y="177677"/>
                  </a:lnTo>
                  <a:lnTo>
                    <a:pt x="583886" y="177677"/>
                  </a:lnTo>
                  <a:lnTo>
                    <a:pt x="581423" y="177677"/>
                  </a:lnTo>
                  <a:lnTo>
                    <a:pt x="578959" y="177677"/>
                  </a:lnTo>
                  <a:lnTo>
                    <a:pt x="576495" y="177677"/>
                  </a:lnTo>
                  <a:lnTo>
                    <a:pt x="574032" y="177677"/>
                  </a:lnTo>
                  <a:lnTo>
                    <a:pt x="571568" y="177677"/>
                  </a:lnTo>
                  <a:lnTo>
                    <a:pt x="569104" y="177677"/>
                  </a:lnTo>
                  <a:lnTo>
                    <a:pt x="566641" y="177677"/>
                  </a:lnTo>
                  <a:lnTo>
                    <a:pt x="564177" y="177677"/>
                  </a:lnTo>
                  <a:lnTo>
                    <a:pt x="561713" y="177677"/>
                  </a:lnTo>
                  <a:lnTo>
                    <a:pt x="559250" y="177677"/>
                  </a:lnTo>
                  <a:lnTo>
                    <a:pt x="556786" y="177677"/>
                  </a:lnTo>
                  <a:lnTo>
                    <a:pt x="554322" y="177677"/>
                  </a:lnTo>
                  <a:lnTo>
                    <a:pt x="551859" y="177677"/>
                  </a:lnTo>
                  <a:lnTo>
                    <a:pt x="549395" y="177677"/>
                  </a:lnTo>
                  <a:lnTo>
                    <a:pt x="546931" y="177677"/>
                  </a:lnTo>
                  <a:lnTo>
                    <a:pt x="544468" y="177677"/>
                  </a:lnTo>
                  <a:lnTo>
                    <a:pt x="542004" y="177677"/>
                  </a:lnTo>
                  <a:lnTo>
                    <a:pt x="539541" y="177677"/>
                  </a:lnTo>
                  <a:lnTo>
                    <a:pt x="537077" y="177677"/>
                  </a:lnTo>
                  <a:lnTo>
                    <a:pt x="534613" y="177677"/>
                  </a:lnTo>
                  <a:lnTo>
                    <a:pt x="532150" y="177677"/>
                  </a:lnTo>
                  <a:lnTo>
                    <a:pt x="529686" y="177677"/>
                  </a:lnTo>
                  <a:lnTo>
                    <a:pt x="527222" y="177677"/>
                  </a:lnTo>
                  <a:lnTo>
                    <a:pt x="524759" y="177677"/>
                  </a:lnTo>
                  <a:lnTo>
                    <a:pt x="522295" y="177677"/>
                  </a:lnTo>
                  <a:lnTo>
                    <a:pt x="519831" y="177677"/>
                  </a:lnTo>
                  <a:lnTo>
                    <a:pt x="517368" y="177677"/>
                  </a:lnTo>
                  <a:lnTo>
                    <a:pt x="514904" y="177677"/>
                  </a:lnTo>
                  <a:lnTo>
                    <a:pt x="512440" y="177677"/>
                  </a:lnTo>
                  <a:lnTo>
                    <a:pt x="509977" y="177677"/>
                  </a:lnTo>
                  <a:lnTo>
                    <a:pt x="507513" y="177677"/>
                  </a:lnTo>
                  <a:lnTo>
                    <a:pt x="505049" y="177677"/>
                  </a:lnTo>
                  <a:lnTo>
                    <a:pt x="502586" y="177677"/>
                  </a:lnTo>
                  <a:lnTo>
                    <a:pt x="500122" y="177677"/>
                  </a:lnTo>
                  <a:lnTo>
                    <a:pt x="497658" y="177677"/>
                  </a:lnTo>
                  <a:lnTo>
                    <a:pt x="495195" y="177677"/>
                  </a:lnTo>
                  <a:lnTo>
                    <a:pt x="492731" y="177677"/>
                  </a:lnTo>
                  <a:lnTo>
                    <a:pt x="490267" y="177677"/>
                  </a:lnTo>
                  <a:lnTo>
                    <a:pt x="487804" y="177677"/>
                  </a:lnTo>
                  <a:lnTo>
                    <a:pt x="485340" y="177677"/>
                  </a:lnTo>
                  <a:lnTo>
                    <a:pt x="482876" y="177677"/>
                  </a:lnTo>
                  <a:lnTo>
                    <a:pt x="480413" y="177677"/>
                  </a:lnTo>
                  <a:lnTo>
                    <a:pt x="477949" y="177677"/>
                  </a:lnTo>
                  <a:lnTo>
                    <a:pt x="475485" y="177677"/>
                  </a:lnTo>
                  <a:lnTo>
                    <a:pt x="473022" y="177677"/>
                  </a:lnTo>
                  <a:lnTo>
                    <a:pt x="470558" y="177677"/>
                  </a:lnTo>
                  <a:lnTo>
                    <a:pt x="468094" y="177677"/>
                  </a:lnTo>
                  <a:lnTo>
                    <a:pt x="465631" y="177677"/>
                  </a:lnTo>
                  <a:lnTo>
                    <a:pt x="463167" y="177677"/>
                  </a:lnTo>
                  <a:lnTo>
                    <a:pt x="460703" y="177677"/>
                  </a:lnTo>
                  <a:lnTo>
                    <a:pt x="458240" y="177677"/>
                  </a:lnTo>
                  <a:lnTo>
                    <a:pt x="455776" y="177677"/>
                  </a:lnTo>
                  <a:lnTo>
                    <a:pt x="453312" y="177677"/>
                  </a:lnTo>
                  <a:lnTo>
                    <a:pt x="450849" y="177677"/>
                  </a:lnTo>
                  <a:lnTo>
                    <a:pt x="448385" y="177677"/>
                  </a:lnTo>
                  <a:lnTo>
                    <a:pt x="445922" y="177677"/>
                  </a:lnTo>
                  <a:lnTo>
                    <a:pt x="443458" y="177677"/>
                  </a:lnTo>
                  <a:lnTo>
                    <a:pt x="440994" y="177677"/>
                  </a:lnTo>
                  <a:lnTo>
                    <a:pt x="438531" y="177677"/>
                  </a:lnTo>
                  <a:lnTo>
                    <a:pt x="436067" y="177677"/>
                  </a:lnTo>
                  <a:lnTo>
                    <a:pt x="433603" y="177677"/>
                  </a:lnTo>
                  <a:lnTo>
                    <a:pt x="431140" y="177677"/>
                  </a:lnTo>
                  <a:lnTo>
                    <a:pt x="428676" y="177677"/>
                  </a:lnTo>
                  <a:lnTo>
                    <a:pt x="426212" y="177677"/>
                  </a:lnTo>
                  <a:lnTo>
                    <a:pt x="423749" y="177677"/>
                  </a:lnTo>
                  <a:lnTo>
                    <a:pt x="421285" y="177677"/>
                  </a:lnTo>
                  <a:lnTo>
                    <a:pt x="418821" y="177677"/>
                  </a:lnTo>
                  <a:lnTo>
                    <a:pt x="416358" y="177677"/>
                  </a:lnTo>
                  <a:lnTo>
                    <a:pt x="413894" y="177677"/>
                  </a:lnTo>
                  <a:lnTo>
                    <a:pt x="411430" y="177677"/>
                  </a:lnTo>
                  <a:lnTo>
                    <a:pt x="408967" y="177677"/>
                  </a:lnTo>
                  <a:lnTo>
                    <a:pt x="406503" y="177677"/>
                  </a:lnTo>
                  <a:lnTo>
                    <a:pt x="404039" y="177677"/>
                  </a:lnTo>
                  <a:lnTo>
                    <a:pt x="401576" y="177677"/>
                  </a:lnTo>
                  <a:lnTo>
                    <a:pt x="399112" y="177677"/>
                  </a:lnTo>
                  <a:lnTo>
                    <a:pt x="396648" y="177677"/>
                  </a:lnTo>
                  <a:lnTo>
                    <a:pt x="394185" y="177677"/>
                  </a:lnTo>
                  <a:lnTo>
                    <a:pt x="391721" y="177677"/>
                  </a:lnTo>
                  <a:lnTo>
                    <a:pt x="389257" y="177677"/>
                  </a:lnTo>
                  <a:lnTo>
                    <a:pt x="386794" y="177677"/>
                  </a:lnTo>
                  <a:lnTo>
                    <a:pt x="384330" y="177677"/>
                  </a:lnTo>
                  <a:lnTo>
                    <a:pt x="381866" y="177677"/>
                  </a:lnTo>
                  <a:lnTo>
                    <a:pt x="379403" y="177677"/>
                  </a:lnTo>
                  <a:lnTo>
                    <a:pt x="376939" y="177677"/>
                  </a:lnTo>
                  <a:lnTo>
                    <a:pt x="374475" y="177677"/>
                  </a:lnTo>
                  <a:lnTo>
                    <a:pt x="372012" y="177677"/>
                  </a:lnTo>
                  <a:lnTo>
                    <a:pt x="369548" y="177677"/>
                  </a:lnTo>
                  <a:lnTo>
                    <a:pt x="367084" y="177677"/>
                  </a:lnTo>
                  <a:lnTo>
                    <a:pt x="364621" y="177677"/>
                  </a:lnTo>
                  <a:lnTo>
                    <a:pt x="362157" y="177677"/>
                  </a:lnTo>
                  <a:lnTo>
                    <a:pt x="359694" y="177677"/>
                  </a:lnTo>
                  <a:lnTo>
                    <a:pt x="357230" y="177677"/>
                  </a:lnTo>
                  <a:lnTo>
                    <a:pt x="354766" y="177677"/>
                  </a:lnTo>
                  <a:lnTo>
                    <a:pt x="352303" y="177677"/>
                  </a:lnTo>
                  <a:lnTo>
                    <a:pt x="349839" y="177677"/>
                  </a:lnTo>
                  <a:lnTo>
                    <a:pt x="347375" y="177677"/>
                  </a:lnTo>
                  <a:lnTo>
                    <a:pt x="344912" y="177677"/>
                  </a:lnTo>
                  <a:lnTo>
                    <a:pt x="342448" y="177677"/>
                  </a:lnTo>
                  <a:lnTo>
                    <a:pt x="339984" y="177677"/>
                  </a:lnTo>
                  <a:lnTo>
                    <a:pt x="337521" y="177677"/>
                  </a:lnTo>
                  <a:lnTo>
                    <a:pt x="335057" y="177677"/>
                  </a:lnTo>
                  <a:lnTo>
                    <a:pt x="332593" y="177677"/>
                  </a:lnTo>
                  <a:lnTo>
                    <a:pt x="330130" y="177677"/>
                  </a:lnTo>
                  <a:lnTo>
                    <a:pt x="327666" y="177677"/>
                  </a:lnTo>
                  <a:lnTo>
                    <a:pt x="325202" y="177677"/>
                  </a:lnTo>
                  <a:lnTo>
                    <a:pt x="322739" y="177677"/>
                  </a:lnTo>
                  <a:lnTo>
                    <a:pt x="320275" y="177677"/>
                  </a:lnTo>
                  <a:lnTo>
                    <a:pt x="317811" y="177677"/>
                  </a:lnTo>
                  <a:lnTo>
                    <a:pt x="315348" y="177677"/>
                  </a:lnTo>
                  <a:lnTo>
                    <a:pt x="312884" y="177677"/>
                  </a:lnTo>
                  <a:lnTo>
                    <a:pt x="310420" y="177677"/>
                  </a:lnTo>
                  <a:lnTo>
                    <a:pt x="307957" y="177677"/>
                  </a:lnTo>
                  <a:lnTo>
                    <a:pt x="305493" y="177677"/>
                  </a:lnTo>
                  <a:lnTo>
                    <a:pt x="303029" y="177677"/>
                  </a:lnTo>
                  <a:lnTo>
                    <a:pt x="300566" y="177677"/>
                  </a:lnTo>
                  <a:lnTo>
                    <a:pt x="298102" y="177677"/>
                  </a:lnTo>
                  <a:lnTo>
                    <a:pt x="295638" y="177677"/>
                  </a:lnTo>
                  <a:lnTo>
                    <a:pt x="293175" y="177677"/>
                  </a:lnTo>
                  <a:lnTo>
                    <a:pt x="290711" y="177677"/>
                  </a:lnTo>
                  <a:lnTo>
                    <a:pt x="288247" y="177677"/>
                  </a:lnTo>
                  <a:lnTo>
                    <a:pt x="285784" y="177677"/>
                  </a:lnTo>
                  <a:lnTo>
                    <a:pt x="283320" y="177677"/>
                  </a:lnTo>
                  <a:lnTo>
                    <a:pt x="280856" y="177677"/>
                  </a:lnTo>
                  <a:lnTo>
                    <a:pt x="278393" y="177677"/>
                  </a:lnTo>
                  <a:lnTo>
                    <a:pt x="275929" y="177677"/>
                  </a:lnTo>
                  <a:lnTo>
                    <a:pt x="273465" y="177677"/>
                  </a:lnTo>
                  <a:lnTo>
                    <a:pt x="271002" y="177677"/>
                  </a:lnTo>
                  <a:lnTo>
                    <a:pt x="268538" y="177677"/>
                  </a:lnTo>
                  <a:lnTo>
                    <a:pt x="266075" y="177677"/>
                  </a:lnTo>
                  <a:lnTo>
                    <a:pt x="263611" y="177677"/>
                  </a:lnTo>
                  <a:lnTo>
                    <a:pt x="261147" y="177677"/>
                  </a:lnTo>
                  <a:lnTo>
                    <a:pt x="258684" y="177677"/>
                  </a:lnTo>
                  <a:lnTo>
                    <a:pt x="256220" y="177677"/>
                  </a:lnTo>
                  <a:lnTo>
                    <a:pt x="253756" y="177677"/>
                  </a:lnTo>
                  <a:lnTo>
                    <a:pt x="251293" y="177677"/>
                  </a:lnTo>
                  <a:lnTo>
                    <a:pt x="248829" y="177677"/>
                  </a:lnTo>
                  <a:lnTo>
                    <a:pt x="246365" y="177677"/>
                  </a:lnTo>
                  <a:lnTo>
                    <a:pt x="243902" y="177677"/>
                  </a:lnTo>
                  <a:lnTo>
                    <a:pt x="241438" y="177677"/>
                  </a:lnTo>
                  <a:lnTo>
                    <a:pt x="238974" y="177677"/>
                  </a:lnTo>
                  <a:lnTo>
                    <a:pt x="236511" y="177677"/>
                  </a:lnTo>
                  <a:lnTo>
                    <a:pt x="234047" y="177677"/>
                  </a:lnTo>
                  <a:lnTo>
                    <a:pt x="231583" y="177677"/>
                  </a:lnTo>
                  <a:lnTo>
                    <a:pt x="229120" y="177677"/>
                  </a:lnTo>
                  <a:lnTo>
                    <a:pt x="226656" y="177677"/>
                  </a:lnTo>
                  <a:lnTo>
                    <a:pt x="224192" y="177677"/>
                  </a:lnTo>
                  <a:lnTo>
                    <a:pt x="221729" y="177677"/>
                  </a:lnTo>
                  <a:lnTo>
                    <a:pt x="219265" y="177677"/>
                  </a:lnTo>
                  <a:lnTo>
                    <a:pt x="216801" y="177677"/>
                  </a:lnTo>
                  <a:lnTo>
                    <a:pt x="214338" y="177677"/>
                  </a:lnTo>
                  <a:lnTo>
                    <a:pt x="211874" y="177677"/>
                  </a:lnTo>
                  <a:lnTo>
                    <a:pt x="209410" y="177677"/>
                  </a:lnTo>
                  <a:lnTo>
                    <a:pt x="206947" y="177677"/>
                  </a:lnTo>
                  <a:lnTo>
                    <a:pt x="204483" y="177677"/>
                  </a:lnTo>
                  <a:lnTo>
                    <a:pt x="202019" y="177677"/>
                  </a:lnTo>
                  <a:lnTo>
                    <a:pt x="199556" y="177677"/>
                  </a:lnTo>
                  <a:lnTo>
                    <a:pt x="197092" y="177677"/>
                  </a:lnTo>
                  <a:lnTo>
                    <a:pt x="194628" y="177677"/>
                  </a:lnTo>
                  <a:lnTo>
                    <a:pt x="192165" y="177677"/>
                  </a:lnTo>
                  <a:lnTo>
                    <a:pt x="189701" y="177677"/>
                  </a:lnTo>
                  <a:lnTo>
                    <a:pt x="187237" y="177677"/>
                  </a:lnTo>
                  <a:lnTo>
                    <a:pt x="184774" y="177677"/>
                  </a:lnTo>
                  <a:lnTo>
                    <a:pt x="182310" y="177677"/>
                  </a:lnTo>
                  <a:lnTo>
                    <a:pt x="179847" y="177677"/>
                  </a:lnTo>
                  <a:lnTo>
                    <a:pt x="177383" y="177677"/>
                  </a:lnTo>
                  <a:lnTo>
                    <a:pt x="174919" y="177677"/>
                  </a:lnTo>
                  <a:lnTo>
                    <a:pt x="172456" y="177677"/>
                  </a:lnTo>
                  <a:lnTo>
                    <a:pt x="169992" y="177677"/>
                  </a:lnTo>
                  <a:lnTo>
                    <a:pt x="167528" y="177677"/>
                  </a:lnTo>
                  <a:lnTo>
                    <a:pt x="165065" y="177677"/>
                  </a:lnTo>
                  <a:lnTo>
                    <a:pt x="162601" y="177677"/>
                  </a:lnTo>
                  <a:lnTo>
                    <a:pt x="160137" y="177677"/>
                  </a:lnTo>
                  <a:lnTo>
                    <a:pt x="157674" y="177677"/>
                  </a:lnTo>
                  <a:lnTo>
                    <a:pt x="155210" y="177677"/>
                  </a:lnTo>
                  <a:lnTo>
                    <a:pt x="152746" y="177677"/>
                  </a:lnTo>
                  <a:lnTo>
                    <a:pt x="150283" y="177677"/>
                  </a:lnTo>
                  <a:lnTo>
                    <a:pt x="147819" y="177677"/>
                  </a:lnTo>
                  <a:lnTo>
                    <a:pt x="145355" y="177677"/>
                  </a:lnTo>
                  <a:lnTo>
                    <a:pt x="142892" y="177677"/>
                  </a:lnTo>
                  <a:lnTo>
                    <a:pt x="140428" y="177677"/>
                  </a:lnTo>
                  <a:lnTo>
                    <a:pt x="137964" y="177677"/>
                  </a:lnTo>
                  <a:lnTo>
                    <a:pt x="135501" y="177677"/>
                  </a:lnTo>
                  <a:lnTo>
                    <a:pt x="133037" y="177677"/>
                  </a:lnTo>
                  <a:lnTo>
                    <a:pt x="130573" y="177677"/>
                  </a:lnTo>
                  <a:lnTo>
                    <a:pt x="128110" y="177677"/>
                  </a:lnTo>
                  <a:lnTo>
                    <a:pt x="125646" y="177677"/>
                  </a:lnTo>
                  <a:lnTo>
                    <a:pt x="123182" y="177677"/>
                  </a:lnTo>
                  <a:lnTo>
                    <a:pt x="120719" y="177677"/>
                  </a:lnTo>
                  <a:lnTo>
                    <a:pt x="118255" y="177677"/>
                  </a:lnTo>
                  <a:lnTo>
                    <a:pt x="115791" y="177677"/>
                  </a:lnTo>
                  <a:lnTo>
                    <a:pt x="113328" y="177677"/>
                  </a:lnTo>
                  <a:lnTo>
                    <a:pt x="110864" y="177677"/>
                  </a:lnTo>
                  <a:lnTo>
                    <a:pt x="108400" y="177677"/>
                  </a:lnTo>
                  <a:lnTo>
                    <a:pt x="105937" y="177677"/>
                  </a:lnTo>
                  <a:lnTo>
                    <a:pt x="103473" y="177677"/>
                  </a:lnTo>
                  <a:lnTo>
                    <a:pt x="101009" y="177677"/>
                  </a:lnTo>
                  <a:lnTo>
                    <a:pt x="98546" y="177677"/>
                  </a:lnTo>
                  <a:lnTo>
                    <a:pt x="96082" y="177677"/>
                  </a:lnTo>
                  <a:lnTo>
                    <a:pt x="93618" y="177677"/>
                  </a:lnTo>
                  <a:lnTo>
                    <a:pt x="91155" y="177677"/>
                  </a:lnTo>
                  <a:lnTo>
                    <a:pt x="88691" y="177677"/>
                  </a:lnTo>
                  <a:lnTo>
                    <a:pt x="86228" y="177677"/>
                  </a:lnTo>
                  <a:lnTo>
                    <a:pt x="83764" y="177677"/>
                  </a:lnTo>
                  <a:lnTo>
                    <a:pt x="81300" y="177677"/>
                  </a:lnTo>
                  <a:lnTo>
                    <a:pt x="78837" y="177677"/>
                  </a:lnTo>
                  <a:lnTo>
                    <a:pt x="76373" y="177677"/>
                  </a:lnTo>
                  <a:lnTo>
                    <a:pt x="73909" y="177677"/>
                  </a:lnTo>
                  <a:lnTo>
                    <a:pt x="71446" y="177677"/>
                  </a:lnTo>
                  <a:lnTo>
                    <a:pt x="68982" y="177677"/>
                  </a:lnTo>
                  <a:lnTo>
                    <a:pt x="66518" y="177677"/>
                  </a:lnTo>
                  <a:lnTo>
                    <a:pt x="64055" y="177677"/>
                  </a:lnTo>
                  <a:lnTo>
                    <a:pt x="61591" y="177677"/>
                  </a:lnTo>
                  <a:lnTo>
                    <a:pt x="59127" y="177677"/>
                  </a:lnTo>
                  <a:lnTo>
                    <a:pt x="56664" y="177677"/>
                  </a:lnTo>
                  <a:lnTo>
                    <a:pt x="54200" y="177677"/>
                  </a:lnTo>
                  <a:lnTo>
                    <a:pt x="51736" y="177677"/>
                  </a:lnTo>
                  <a:lnTo>
                    <a:pt x="49273" y="177677"/>
                  </a:lnTo>
                  <a:lnTo>
                    <a:pt x="46809" y="177677"/>
                  </a:lnTo>
                  <a:lnTo>
                    <a:pt x="44345" y="177677"/>
                  </a:lnTo>
                  <a:lnTo>
                    <a:pt x="41882" y="177677"/>
                  </a:lnTo>
                  <a:lnTo>
                    <a:pt x="39418" y="177677"/>
                  </a:lnTo>
                  <a:lnTo>
                    <a:pt x="36954" y="177677"/>
                  </a:lnTo>
                  <a:lnTo>
                    <a:pt x="34491" y="177677"/>
                  </a:lnTo>
                  <a:lnTo>
                    <a:pt x="32027" y="177677"/>
                  </a:lnTo>
                  <a:lnTo>
                    <a:pt x="29563" y="177677"/>
                  </a:lnTo>
                  <a:lnTo>
                    <a:pt x="27100" y="177677"/>
                  </a:lnTo>
                  <a:lnTo>
                    <a:pt x="24636" y="177677"/>
                  </a:lnTo>
                  <a:lnTo>
                    <a:pt x="22172" y="177677"/>
                  </a:lnTo>
                  <a:lnTo>
                    <a:pt x="19709" y="177677"/>
                  </a:lnTo>
                  <a:lnTo>
                    <a:pt x="17245" y="177677"/>
                  </a:lnTo>
                  <a:lnTo>
                    <a:pt x="14781" y="177677"/>
                  </a:lnTo>
                  <a:lnTo>
                    <a:pt x="12318" y="177677"/>
                  </a:lnTo>
                  <a:lnTo>
                    <a:pt x="9854" y="177677"/>
                  </a:lnTo>
                  <a:lnTo>
                    <a:pt x="7390" y="177677"/>
                  </a:lnTo>
                  <a:lnTo>
                    <a:pt x="4927" y="177677"/>
                  </a:lnTo>
                  <a:lnTo>
                    <a:pt x="2463" y="17767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909616" y="3962165"/>
              <a:ext cx="1258929" cy="177677"/>
            </a:xfrm>
            <a:custGeom>
              <a:avLst/>
              <a:pathLst>
                <a:path w="1258929" h="177677">
                  <a:moveTo>
                    <a:pt x="0" y="177677"/>
                  </a:moveTo>
                  <a:lnTo>
                    <a:pt x="2463" y="177677"/>
                  </a:lnTo>
                  <a:lnTo>
                    <a:pt x="4927" y="177677"/>
                  </a:lnTo>
                  <a:lnTo>
                    <a:pt x="7390" y="177677"/>
                  </a:lnTo>
                  <a:lnTo>
                    <a:pt x="9854" y="177677"/>
                  </a:lnTo>
                  <a:lnTo>
                    <a:pt x="12318" y="177677"/>
                  </a:lnTo>
                  <a:lnTo>
                    <a:pt x="14781" y="177677"/>
                  </a:lnTo>
                  <a:lnTo>
                    <a:pt x="17245" y="177677"/>
                  </a:lnTo>
                  <a:lnTo>
                    <a:pt x="19709" y="177677"/>
                  </a:lnTo>
                  <a:lnTo>
                    <a:pt x="22172" y="177677"/>
                  </a:lnTo>
                  <a:lnTo>
                    <a:pt x="24636" y="177677"/>
                  </a:lnTo>
                  <a:lnTo>
                    <a:pt x="27100" y="177677"/>
                  </a:lnTo>
                  <a:lnTo>
                    <a:pt x="29563" y="177677"/>
                  </a:lnTo>
                  <a:lnTo>
                    <a:pt x="32027" y="177677"/>
                  </a:lnTo>
                  <a:lnTo>
                    <a:pt x="34491" y="177677"/>
                  </a:lnTo>
                  <a:lnTo>
                    <a:pt x="36954" y="177677"/>
                  </a:lnTo>
                  <a:lnTo>
                    <a:pt x="39418" y="177677"/>
                  </a:lnTo>
                  <a:lnTo>
                    <a:pt x="41882" y="177677"/>
                  </a:lnTo>
                  <a:lnTo>
                    <a:pt x="44345" y="177677"/>
                  </a:lnTo>
                  <a:lnTo>
                    <a:pt x="46809" y="177677"/>
                  </a:lnTo>
                  <a:lnTo>
                    <a:pt x="49273" y="177677"/>
                  </a:lnTo>
                  <a:lnTo>
                    <a:pt x="51736" y="177677"/>
                  </a:lnTo>
                  <a:lnTo>
                    <a:pt x="54200" y="177677"/>
                  </a:lnTo>
                  <a:lnTo>
                    <a:pt x="56664" y="177677"/>
                  </a:lnTo>
                  <a:lnTo>
                    <a:pt x="59127" y="177677"/>
                  </a:lnTo>
                  <a:lnTo>
                    <a:pt x="61591" y="177677"/>
                  </a:lnTo>
                  <a:lnTo>
                    <a:pt x="64055" y="177677"/>
                  </a:lnTo>
                  <a:lnTo>
                    <a:pt x="66518" y="177677"/>
                  </a:lnTo>
                  <a:lnTo>
                    <a:pt x="68982" y="177677"/>
                  </a:lnTo>
                  <a:lnTo>
                    <a:pt x="71446" y="177677"/>
                  </a:lnTo>
                  <a:lnTo>
                    <a:pt x="73909" y="177677"/>
                  </a:lnTo>
                  <a:lnTo>
                    <a:pt x="76373" y="177677"/>
                  </a:lnTo>
                  <a:lnTo>
                    <a:pt x="78837" y="177677"/>
                  </a:lnTo>
                  <a:lnTo>
                    <a:pt x="81300" y="177677"/>
                  </a:lnTo>
                  <a:lnTo>
                    <a:pt x="83764" y="177677"/>
                  </a:lnTo>
                  <a:lnTo>
                    <a:pt x="86228" y="177677"/>
                  </a:lnTo>
                  <a:lnTo>
                    <a:pt x="88691" y="177677"/>
                  </a:lnTo>
                  <a:lnTo>
                    <a:pt x="91155" y="177677"/>
                  </a:lnTo>
                  <a:lnTo>
                    <a:pt x="93618" y="177677"/>
                  </a:lnTo>
                  <a:lnTo>
                    <a:pt x="96082" y="177677"/>
                  </a:lnTo>
                  <a:lnTo>
                    <a:pt x="98546" y="177677"/>
                  </a:lnTo>
                  <a:lnTo>
                    <a:pt x="101009" y="177677"/>
                  </a:lnTo>
                  <a:lnTo>
                    <a:pt x="103473" y="177677"/>
                  </a:lnTo>
                  <a:lnTo>
                    <a:pt x="105937" y="177677"/>
                  </a:lnTo>
                  <a:lnTo>
                    <a:pt x="108400" y="177677"/>
                  </a:lnTo>
                  <a:lnTo>
                    <a:pt x="110864" y="177677"/>
                  </a:lnTo>
                  <a:lnTo>
                    <a:pt x="113328" y="177677"/>
                  </a:lnTo>
                  <a:lnTo>
                    <a:pt x="115791" y="177677"/>
                  </a:lnTo>
                  <a:lnTo>
                    <a:pt x="118255" y="177677"/>
                  </a:lnTo>
                  <a:lnTo>
                    <a:pt x="120719" y="177677"/>
                  </a:lnTo>
                  <a:lnTo>
                    <a:pt x="123182" y="177677"/>
                  </a:lnTo>
                  <a:lnTo>
                    <a:pt x="125646" y="177676"/>
                  </a:lnTo>
                  <a:lnTo>
                    <a:pt x="128110" y="177676"/>
                  </a:lnTo>
                  <a:lnTo>
                    <a:pt x="130573" y="177676"/>
                  </a:lnTo>
                  <a:lnTo>
                    <a:pt x="133037" y="177676"/>
                  </a:lnTo>
                  <a:lnTo>
                    <a:pt x="135501" y="177675"/>
                  </a:lnTo>
                  <a:lnTo>
                    <a:pt x="137964" y="177675"/>
                  </a:lnTo>
                  <a:lnTo>
                    <a:pt x="140428" y="177674"/>
                  </a:lnTo>
                  <a:lnTo>
                    <a:pt x="142892" y="177672"/>
                  </a:lnTo>
                  <a:lnTo>
                    <a:pt x="145355" y="177671"/>
                  </a:lnTo>
                  <a:lnTo>
                    <a:pt x="147819" y="177668"/>
                  </a:lnTo>
                  <a:lnTo>
                    <a:pt x="150283" y="177665"/>
                  </a:lnTo>
                  <a:lnTo>
                    <a:pt x="152746" y="177662"/>
                  </a:lnTo>
                  <a:lnTo>
                    <a:pt x="155210" y="177657"/>
                  </a:lnTo>
                  <a:lnTo>
                    <a:pt x="157674" y="177650"/>
                  </a:lnTo>
                  <a:lnTo>
                    <a:pt x="160137" y="177642"/>
                  </a:lnTo>
                  <a:lnTo>
                    <a:pt x="162601" y="177632"/>
                  </a:lnTo>
                  <a:lnTo>
                    <a:pt x="165065" y="177620"/>
                  </a:lnTo>
                  <a:lnTo>
                    <a:pt x="167528" y="177604"/>
                  </a:lnTo>
                  <a:lnTo>
                    <a:pt x="169992" y="177586"/>
                  </a:lnTo>
                  <a:lnTo>
                    <a:pt x="172456" y="177564"/>
                  </a:lnTo>
                  <a:lnTo>
                    <a:pt x="174919" y="177538"/>
                  </a:lnTo>
                  <a:lnTo>
                    <a:pt x="177383" y="177507"/>
                  </a:lnTo>
                  <a:lnTo>
                    <a:pt x="179847" y="177471"/>
                  </a:lnTo>
                  <a:lnTo>
                    <a:pt x="182310" y="177430"/>
                  </a:lnTo>
                  <a:lnTo>
                    <a:pt x="184774" y="177383"/>
                  </a:lnTo>
                  <a:lnTo>
                    <a:pt x="187237" y="177330"/>
                  </a:lnTo>
                  <a:lnTo>
                    <a:pt x="189701" y="177272"/>
                  </a:lnTo>
                  <a:lnTo>
                    <a:pt x="192165" y="177207"/>
                  </a:lnTo>
                  <a:lnTo>
                    <a:pt x="194628" y="177136"/>
                  </a:lnTo>
                  <a:lnTo>
                    <a:pt x="197092" y="177060"/>
                  </a:lnTo>
                  <a:lnTo>
                    <a:pt x="199556" y="176978"/>
                  </a:lnTo>
                  <a:lnTo>
                    <a:pt x="202019" y="176892"/>
                  </a:lnTo>
                  <a:lnTo>
                    <a:pt x="204483" y="176802"/>
                  </a:lnTo>
                  <a:lnTo>
                    <a:pt x="206947" y="176708"/>
                  </a:lnTo>
                  <a:lnTo>
                    <a:pt x="209410" y="176611"/>
                  </a:lnTo>
                  <a:lnTo>
                    <a:pt x="211874" y="176512"/>
                  </a:lnTo>
                  <a:lnTo>
                    <a:pt x="214338" y="176411"/>
                  </a:lnTo>
                  <a:lnTo>
                    <a:pt x="216801" y="176310"/>
                  </a:lnTo>
                  <a:lnTo>
                    <a:pt x="219265" y="176208"/>
                  </a:lnTo>
                  <a:lnTo>
                    <a:pt x="221729" y="176105"/>
                  </a:lnTo>
                  <a:lnTo>
                    <a:pt x="224192" y="176003"/>
                  </a:lnTo>
                  <a:lnTo>
                    <a:pt x="226656" y="175901"/>
                  </a:lnTo>
                  <a:lnTo>
                    <a:pt x="229120" y="175798"/>
                  </a:lnTo>
                  <a:lnTo>
                    <a:pt x="231583" y="175695"/>
                  </a:lnTo>
                  <a:lnTo>
                    <a:pt x="234047" y="175590"/>
                  </a:lnTo>
                  <a:lnTo>
                    <a:pt x="236511" y="175484"/>
                  </a:lnTo>
                  <a:lnTo>
                    <a:pt x="238974" y="175376"/>
                  </a:lnTo>
                  <a:lnTo>
                    <a:pt x="241438" y="175265"/>
                  </a:lnTo>
                  <a:lnTo>
                    <a:pt x="243902" y="175151"/>
                  </a:lnTo>
                  <a:lnTo>
                    <a:pt x="246365" y="175034"/>
                  </a:lnTo>
                  <a:lnTo>
                    <a:pt x="248829" y="174914"/>
                  </a:lnTo>
                  <a:lnTo>
                    <a:pt x="251293" y="174790"/>
                  </a:lnTo>
                  <a:lnTo>
                    <a:pt x="253756" y="174665"/>
                  </a:lnTo>
                  <a:lnTo>
                    <a:pt x="256220" y="174538"/>
                  </a:lnTo>
                  <a:lnTo>
                    <a:pt x="258684" y="174413"/>
                  </a:lnTo>
                  <a:lnTo>
                    <a:pt x="261147" y="174289"/>
                  </a:lnTo>
                  <a:lnTo>
                    <a:pt x="263611" y="174170"/>
                  </a:lnTo>
                  <a:lnTo>
                    <a:pt x="266075" y="174057"/>
                  </a:lnTo>
                  <a:lnTo>
                    <a:pt x="268538" y="173955"/>
                  </a:lnTo>
                  <a:lnTo>
                    <a:pt x="271002" y="173864"/>
                  </a:lnTo>
                  <a:lnTo>
                    <a:pt x="273465" y="173786"/>
                  </a:lnTo>
                  <a:lnTo>
                    <a:pt x="275929" y="173724"/>
                  </a:lnTo>
                  <a:lnTo>
                    <a:pt x="278393" y="173679"/>
                  </a:lnTo>
                  <a:lnTo>
                    <a:pt x="280856" y="173652"/>
                  </a:lnTo>
                  <a:lnTo>
                    <a:pt x="283320" y="173643"/>
                  </a:lnTo>
                  <a:lnTo>
                    <a:pt x="285784" y="173657"/>
                  </a:lnTo>
                  <a:lnTo>
                    <a:pt x="288247" y="173688"/>
                  </a:lnTo>
                  <a:lnTo>
                    <a:pt x="290711" y="173737"/>
                  </a:lnTo>
                  <a:lnTo>
                    <a:pt x="293175" y="173801"/>
                  </a:lnTo>
                  <a:lnTo>
                    <a:pt x="295638" y="173878"/>
                  </a:lnTo>
                  <a:lnTo>
                    <a:pt x="298102" y="173967"/>
                  </a:lnTo>
                  <a:lnTo>
                    <a:pt x="300566" y="174064"/>
                  </a:lnTo>
                  <a:lnTo>
                    <a:pt x="303029" y="174169"/>
                  </a:lnTo>
                  <a:lnTo>
                    <a:pt x="305493" y="174277"/>
                  </a:lnTo>
                  <a:lnTo>
                    <a:pt x="307957" y="174386"/>
                  </a:lnTo>
                  <a:lnTo>
                    <a:pt x="310420" y="174494"/>
                  </a:lnTo>
                  <a:lnTo>
                    <a:pt x="312884" y="174600"/>
                  </a:lnTo>
                  <a:lnTo>
                    <a:pt x="315348" y="174701"/>
                  </a:lnTo>
                  <a:lnTo>
                    <a:pt x="317811" y="174797"/>
                  </a:lnTo>
                  <a:lnTo>
                    <a:pt x="320275" y="174888"/>
                  </a:lnTo>
                  <a:lnTo>
                    <a:pt x="322739" y="174970"/>
                  </a:lnTo>
                  <a:lnTo>
                    <a:pt x="325202" y="175047"/>
                  </a:lnTo>
                  <a:lnTo>
                    <a:pt x="327666" y="175117"/>
                  </a:lnTo>
                  <a:lnTo>
                    <a:pt x="330130" y="175181"/>
                  </a:lnTo>
                  <a:lnTo>
                    <a:pt x="332593" y="175241"/>
                  </a:lnTo>
                  <a:lnTo>
                    <a:pt x="335057" y="175295"/>
                  </a:lnTo>
                  <a:lnTo>
                    <a:pt x="337521" y="175345"/>
                  </a:lnTo>
                  <a:lnTo>
                    <a:pt x="339984" y="175390"/>
                  </a:lnTo>
                  <a:lnTo>
                    <a:pt x="342448" y="175433"/>
                  </a:lnTo>
                  <a:lnTo>
                    <a:pt x="344912" y="175472"/>
                  </a:lnTo>
                  <a:lnTo>
                    <a:pt x="347375" y="175508"/>
                  </a:lnTo>
                  <a:lnTo>
                    <a:pt x="349839" y="175542"/>
                  </a:lnTo>
                  <a:lnTo>
                    <a:pt x="352303" y="175573"/>
                  </a:lnTo>
                  <a:lnTo>
                    <a:pt x="354766" y="175602"/>
                  </a:lnTo>
                  <a:lnTo>
                    <a:pt x="357230" y="175628"/>
                  </a:lnTo>
                  <a:lnTo>
                    <a:pt x="359694" y="175651"/>
                  </a:lnTo>
                  <a:lnTo>
                    <a:pt x="362157" y="175672"/>
                  </a:lnTo>
                  <a:lnTo>
                    <a:pt x="364621" y="175690"/>
                  </a:lnTo>
                  <a:lnTo>
                    <a:pt x="367084" y="175706"/>
                  </a:lnTo>
                  <a:lnTo>
                    <a:pt x="369548" y="175720"/>
                  </a:lnTo>
                  <a:lnTo>
                    <a:pt x="372012" y="175731"/>
                  </a:lnTo>
                  <a:lnTo>
                    <a:pt x="374475" y="175740"/>
                  </a:lnTo>
                  <a:lnTo>
                    <a:pt x="376939" y="175747"/>
                  </a:lnTo>
                  <a:lnTo>
                    <a:pt x="379403" y="175752"/>
                  </a:lnTo>
                  <a:lnTo>
                    <a:pt x="381866" y="175755"/>
                  </a:lnTo>
                  <a:lnTo>
                    <a:pt x="384330" y="175756"/>
                  </a:lnTo>
                  <a:lnTo>
                    <a:pt x="386794" y="175754"/>
                  </a:lnTo>
                  <a:lnTo>
                    <a:pt x="389257" y="175749"/>
                  </a:lnTo>
                  <a:lnTo>
                    <a:pt x="391721" y="175741"/>
                  </a:lnTo>
                  <a:lnTo>
                    <a:pt x="394185" y="175729"/>
                  </a:lnTo>
                  <a:lnTo>
                    <a:pt x="396648" y="175712"/>
                  </a:lnTo>
                  <a:lnTo>
                    <a:pt x="399112" y="175691"/>
                  </a:lnTo>
                  <a:lnTo>
                    <a:pt x="401576" y="175663"/>
                  </a:lnTo>
                  <a:lnTo>
                    <a:pt x="404039" y="175630"/>
                  </a:lnTo>
                  <a:lnTo>
                    <a:pt x="406503" y="175590"/>
                  </a:lnTo>
                  <a:lnTo>
                    <a:pt x="408967" y="175544"/>
                  </a:lnTo>
                  <a:lnTo>
                    <a:pt x="411430" y="175491"/>
                  </a:lnTo>
                  <a:lnTo>
                    <a:pt x="413894" y="175429"/>
                  </a:lnTo>
                  <a:lnTo>
                    <a:pt x="416358" y="175361"/>
                  </a:lnTo>
                  <a:lnTo>
                    <a:pt x="418821" y="175286"/>
                  </a:lnTo>
                  <a:lnTo>
                    <a:pt x="421285" y="175204"/>
                  </a:lnTo>
                  <a:lnTo>
                    <a:pt x="423749" y="175117"/>
                  </a:lnTo>
                  <a:lnTo>
                    <a:pt x="426212" y="175023"/>
                  </a:lnTo>
                  <a:lnTo>
                    <a:pt x="428676" y="174925"/>
                  </a:lnTo>
                  <a:lnTo>
                    <a:pt x="431140" y="174820"/>
                  </a:lnTo>
                  <a:lnTo>
                    <a:pt x="433603" y="174709"/>
                  </a:lnTo>
                  <a:lnTo>
                    <a:pt x="436067" y="174593"/>
                  </a:lnTo>
                  <a:lnTo>
                    <a:pt x="438531" y="174471"/>
                  </a:lnTo>
                  <a:lnTo>
                    <a:pt x="440994" y="174343"/>
                  </a:lnTo>
                  <a:lnTo>
                    <a:pt x="443458" y="174207"/>
                  </a:lnTo>
                  <a:lnTo>
                    <a:pt x="445922" y="174063"/>
                  </a:lnTo>
                  <a:lnTo>
                    <a:pt x="448385" y="173910"/>
                  </a:lnTo>
                  <a:lnTo>
                    <a:pt x="450849" y="173745"/>
                  </a:lnTo>
                  <a:lnTo>
                    <a:pt x="453312" y="173569"/>
                  </a:lnTo>
                  <a:lnTo>
                    <a:pt x="455776" y="173381"/>
                  </a:lnTo>
                  <a:lnTo>
                    <a:pt x="458240" y="173180"/>
                  </a:lnTo>
                  <a:lnTo>
                    <a:pt x="460703" y="172967"/>
                  </a:lnTo>
                  <a:lnTo>
                    <a:pt x="463167" y="172741"/>
                  </a:lnTo>
                  <a:lnTo>
                    <a:pt x="465631" y="172502"/>
                  </a:lnTo>
                  <a:lnTo>
                    <a:pt x="468094" y="172249"/>
                  </a:lnTo>
                  <a:lnTo>
                    <a:pt x="470558" y="171985"/>
                  </a:lnTo>
                  <a:lnTo>
                    <a:pt x="473022" y="171712"/>
                  </a:lnTo>
                  <a:lnTo>
                    <a:pt x="475485" y="171431"/>
                  </a:lnTo>
                  <a:lnTo>
                    <a:pt x="477949" y="171144"/>
                  </a:lnTo>
                  <a:lnTo>
                    <a:pt x="480413" y="170852"/>
                  </a:lnTo>
                  <a:lnTo>
                    <a:pt x="482876" y="170559"/>
                  </a:lnTo>
                  <a:lnTo>
                    <a:pt x="485340" y="170264"/>
                  </a:lnTo>
                  <a:lnTo>
                    <a:pt x="487804" y="169971"/>
                  </a:lnTo>
                  <a:lnTo>
                    <a:pt x="490267" y="169680"/>
                  </a:lnTo>
                  <a:lnTo>
                    <a:pt x="492731" y="169393"/>
                  </a:lnTo>
                  <a:lnTo>
                    <a:pt x="495195" y="169111"/>
                  </a:lnTo>
                  <a:lnTo>
                    <a:pt x="497658" y="168833"/>
                  </a:lnTo>
                  <a:lnTo>
                    <a:pt x="500122" y="168560"/>
                  </a:lnTo>
                  <a:lnTo>
                    <a:pt x="502586" y="168293"/>
                  </a:lnTo>
                  <a:lnTo>
                    <a:pt x="505049" y="168031"/>
                  </a:lnTo>
                  <a:lnTo>
                    <a:pt x="507513" y="167774"/>
                  </a:lnTo>
                  <a:lnTo>
                    <a:pt x="509977" y="167521"/>
                  </a:lnTo>
                  <a:lnTo>
                    <a:pt x="512440" y="167272"/>
                  </a:lnTo>
                  <a:lnTo>
                    <a:pt x="514904" y="167027"/>
                  </a:lnTo>
                  <a:lnTo>
                    <a:pt x="517368" y="166786"/>
                  </a:lnTo>
                  <a:lnTo>
                    <a:pt x="519831" y="166549"/>
                  </a:lnTo>
                  <a:lnTo>
                    <a:pt x="522295" y="166317"/>
                  </a:lnTo>
                  <a:lnTo>
                    <a:pt x="524759" y="166090"/>
                  </a:lnTo>
                  <a:lnTo>
                    <a:pt x="527222" y="165867"/>
                  </a:lnTo>
                  <a:lnTo>
                    <a:pt x="529686" y="165649"/>
                  </a:lnTo>
                  <a:lnTo>
                    <a:pt x="532150" y="165435"/>
                  </a:lnTo>
                  <a:lnTo>
                    <a:pt x="534613" y="165226"/>
                  </a:lnTo>
                  <a:lnTo>
                    <a:pt x="537077" y="165020"/>
                  </a:lnTo>
                  <a:lnTo>
                    <a:pt x="539541" y="164817"/>
                  </a:lnTo>
                  <a:lnTo>
                    <a:pt x="542004" y="164613"/>
                  </a:lnTo>
                  <a:lnTo>
                    <a:pt x="544468" y="164406"/>
                  </a:lnTo>
                  <a:lnTo>
                    <a:pt x="546931" y="164194"/>
                  </a:lnTo>
                  <a:lnTo>
                    <a:pt x="549395" y="163972"/>
                  </a:lnTo>
                  <a:lnTo>
                    <a:pt x="551859" y="163736"/>
                  </a:lnTo>
                  <a:lnTo>
                    <a:pt x="554322" y="163483"/>
                  </a:lnTo>
                  <a:lnTo>
                    <a:pt x="556786" y="163208"/>
                  </a:lnTo>
                  <a:lnTo>
                    <a:pt x="559250" y="162900"/>
                  </a:lnTo>
                  <a:lnTo>
                    <a:pt x="561713" y="162560"/>
                  </a:lnTo>
                  <a:lnTo>
                    <a:pt x="564177" y="162183"/>
                  </a:lnTo>
                  <a:lnTo>
                    <a:pt x="566641" y="161766"/>
                  </a:lnTo>
                  <a:lnTo>
                    <a:pt x="569104" y="161305"/>
                  </a:lnTo>
                  <a:lnTo>
                    <a:pt x="571568" y="160797"/>
                  </a:lnTo>
                  <a:lnTo>
                    <a:pt x="574032" y="160241"/>
                  </a:lnTo>
                  <a:lnTo>
                    <a:pt x="576495" y="159630"/>
                  </a:lnTo>
                  <a:lnTo>
                    <a:pt x="578959" y="158964"/>
                  </a:lnTo>
                  <a:lnTo>
                    <a:pt x="581423" y="158249"/>
                  </a:lnTo>
                  <a:lnTo>
                    <a:pt x="583886" y="157485"/>
                  </a:lnTo>
                  <a:lnTo>
                    <a:pt x="586350" y="156672"/>
                  </a:lnTo>
                  <a:lnTo>
                    <a:pt x="588814" y="155813"/>
                  </a:lnTo>
                  <a:lnTo>
                    <a:pt x="591277" y="154908"/>
                  </a:lnTo>
                  <a:lnTo>
                    <a:pt x="593741" y="153957"/>
                  </a:lnTo>
                  <a:lnTo>
                    <a:pt x="596205" y="152957"/>
                  </a:lnTo>
                  <a:lnTo>
                    <a:pt x="598668" y="151915"/>
                  </a:lnTo>
                  <a:lnTo>
                    <a:pt x="601132" y="150830"/>
                  </a:lnTo>
                  <a:lnTo>
                    <a:pt x="603596" y="149700"/>
                  </a:lnTo>
                  <a:lnTo>
                    <a:pt x="606059" y="148523"/>
                  </a:lnTo>
                  <a:lnTo>
                    <a:pt x="608523" y="147297"/>
                  </a:lnTo>
                  <a:lnTo>
                    <a:pt x="610987" y="146015"/>
                  </a:lnTo>
                  <a:lnTo>
                    <a:pt x="613450" y="144663"/>
                  </a:lnTo>
                  <a:lnTo>
                    <a:pt x="615914" y="143240"/>
                  </a:lnTo>
                  <a:lnTo>
                    <a:pt x="618378" y="141740"/>
                  </a:lnTo>
                  <a:lnTo>
                    <a:pt x="620841" y="140154"/>
                  </a:lnTo>
                  <a:lnTo>
                    <a:pt x="623305" y="138475"/>
                  </a:lnTo>
                  <a:lnTo>
                    <a:pt x="625769" y="136693"/>
                  </a:lnTo>
                  <a:lnTo>
                    <a:pt x="628232" y="134800"/>
                  </a:lnTo>
                  <a:lnTo>
                    <a:pt x="630696" y="132774"/>
                  </a:lnTo>
                  <a:lnTo>
                    <a:pt x="633159" y="130607"/>
                  </a:lnTo>
                  <a:lnTo>
                    <a:pt x="635623" y="128301"/>
                  </a:lnTo>
                  <a:lnTo>
                    <a:pt x="638087" y="125851"/>
                  </a:lnTo>
                  <a:lnTo>
                    <a:pt x="640550" y="123252"/>
                  </a:lnTo>
                  <a:lnTo>
                    <a:pt x="643014" y="120501"/>
                  </a:lnTo>
                  <a:lnTo>
                    <a:pt x="645478" y="117595"/>
                  </a:lnTo>
                  <a:lnTo>
                    <a:pt x="647941" y="114530"/>
                  </a:lnTo>
                  <a:lnTo>
                    <a:pt x="650405" y="111283"/>
                  </a:lnTo>
                  <a:lnTo>
                    <a:pt x="652869" y="107881"/>
                  </a:lnTo>
                  <a:lnTo>
                    <a:pt x="655332" y="104330"/>
                  </a:lnTo>
                  <a:lnTo>
                    <a:pt x="657796" y="100631"/>
                  </a:lnTo>
                  <a:lnTo>
                    <a:pt x="660260" y="96791"/>
                  </a:lnTo>
                  <a:lnTo>
                    <a:pt x="662723" y="92816"/>
                  </a:lnTo>
                  <a:lnTo>
                    <a:pt x="665187" y="88713"/>
                  </a:lnTo>
                  <a:lnTo>
                    <a:pt x="667651" y="84474"/>
                  </a:lnTo>
                  <a:lnTo>
                    <a:pt x="670114" y="80123"/>
                  </a:lnTo>
                  <a:lnTo>
                    <a:pt x="672578" y="75677"/>
                  </a:lnTo>
                  <a:lnTo>
                    <a:pt x="675042" y="71148"/>
                  </a:lnTo>
                  <a:lnTo>
                    <a:pt x="677505" y="66549"/>
                  </a:lnTo>
                  <a:lnTo>
                    <a:pt x="679969" y="61897"/>
                  </a:lnTo>
                  <a:lnTo>
                    <a:pt x="682433" y="57209"/>
                  </a:lnTo>
                  <a:lnTo>
                    <a:pt x="684896" y="52503"/>
                  </a:lnTo>
                  <a:lnTo>
                    <a:pt x="687360" y="47810"/>
                  </a:lnTo>
                  <a:lnTo>
                    <a:pt x="689824" y="43156"/>
                  </a:lnTo>
                  <a:lnTo>
                    <a:pt x="692287" y="38569"/>
                  </a:lnTo>
                  <a:lnTo>
                    <a:pt x="694751" y="34075"/>
                  </a:lnTo>
                  <a:lnTo>
                    <a:pt x="697215" y="29707"/>
                  </a:lnTo>
                  <a:lnTo>
                    <a:pt x="699678" y="25496"/>
                  </a:lnTo>
                  <a:lnTo>
                    <a:pt x="702142" y="21475"/>
                  </a:lnTo>
                  <a:lnTo>
                    <a:pt x="704606" y="17725"/>
                  </a:lnTo>
                  <a:lnTo>
                    <a:pt x="707069" y="14250"/>
                  </a:lnTo>
                  <a:lnTo>
                    <a:pt x="709533" y="11080"/>
                  </a:lnTo>
                  <a:lnTo>
                    <a:pt x="711997" y="8247"/>
                  </a:lnTo>
                  <a:lnTo>
                    <a:pt x="714460" y="5780"/>
                  </a:lnTo>
                  <a:lnTo>
                    <a:pt x="716924" y="3706"/>
                  </a:lnTo>
                  <a:lnTo>
                    <a:pt x="719388" y="2050"/>
                  </a:lnTo>
                  <a:lnTo>
                    <a:pt x="721851" y="878"/>
                  </a:lnTo>
                  <a:lnTo>
                    <a:pt x="724315" y="204"/>
                  </a:lnTo>
                  <a:lnTo>
                    <a:pt x="726778" y="0"/>
                  </a:lnTo>
                  <a:lnTo>
                    <a:pt x="729242" y="270"/>
                  </a:lnTo>
                  <a:lnTo>
                    <a:pt x="731706" y="1017"/>
                  </a:lnTo>
                  <a:lnTo>
                    <a:pt x="734169" y="2236"/>
                  </a:lnTo>
                  <a:lnTo>
                    <a:pt x="736633" y="3919"/>
                  </a:lnTo>
                  <a:lnTo>
                    <a:pt x="739097" y="6068"/>
                  </a:lnTo>
                  <a:lnTo>
                    <a:pt x="741560" y="8716"/>
                  </a:lnTo>
                  <a:lnTo>
                    <a:pt x="744024" y="11771"/>
                  </a:lnTo>
                  <a:lnTo>
                    <a:pt x="746488" y="15208"/>
                  </a:lnTo>
                  <a:lnTo>
                    <a:pt x="748951" y="18999"/>
                  </a:lnTo>
                  <a:lnTo>
                    <a:pt x="751415" y="23115"/>
                  </a:lnTo>
                  <a:lnTo>
                    <a:pt x="753879" y="27526"/>
                  </a:lnTo>
                  <a:lnTo>
                    <a:pt x="756342" y="32200"/>
                  </a:lnTo>
                  <a:lnTo>
                    <a:pt x="758806" y="37128"/>
                  </a:lnTo>
                  <a:lnTo>
                    <a:pt x="761270" y="42245"/>
                  </a:lnTo>
                  <a:lnTo>
                    <a:pt x="763733" y="47509"/>
                  </a:lnTo>
                  <a:lnTo>
                    <a:pt x="766197" y="52884"/>
                  </a:lnTo>
                  <a:lnTo>
                    <a:pt x="768661" y="58339"/>
                  </a:lnTo>
                  <a:lnTo>
                    <a:pt x="771124" y="63842"/>
                  </a:lnTo>
                  <a:lnTo>
                    <a:pt x="773588" y="69362"/>
                  </a:lnTo>
                  <a:lnTo>
                    <a:pt x="776052" y="74868"/>
                  </a:lnTo>
                  <a:lnTo>
                    <a:pt x="778515" y="80322"/>
                  </a:lnTo>
                  <a:lnTo>
                    <a:pt x="780979" y="85703"/>
                  </a:lnTo>
                  <a:lnTo>
                    <a:pt x="783443" y="90989"/>
                  </a:lnTo>
                  <a:lnTo>
                    <a:pt x="785906" y="96161"/>
                  </a:lnTo>
                  <a:lnTo>
                    <a:pt x="788370" y="101203"/>
                  </a:lnTo>
                  <a:lnTo>
                    <a:pt x="790834" y="106101"/>
                  </a:lnTo>
                  <a:lnTo>
                    <a:pt x="793297" y="110841"/>
                  </a:lnTo>
                  <a:lnTo>
                    <a:pt x="795761" y="115384"/>
                  </a:lnTo>
                  <a:lnTo>
                    <a:pt x="798225" y="119749"/>
                  </a:lnTo>
                  <a:lnTo>
                    <a:pt x="800688" y="123935"/>
                  </a:lnTo>
                  <a:lnTo>
                    <a:pt x="803152" y="127939"/>
                  </a:lnTo>
                  <a:lnTo>
                    <a:pt x="805616" y="131759"/>
                  </a:lnTo>
                  <a:lnTo>
                    <a:pt x="808079" y="135395"/>
                  </a:lnTo>
                  <a:lnTo>
                    <a:pt x="810543" y="138849"/>
                  </a:lnTo>
                  <a:lnTo>
                    <a:pt x="813006" y="142103"/>
                  </a:lnTo>
                  <a:lnTo>
                    <a:pt x="815470" y="145168"/>
                  </a:lnTo>
                  <a:lnTo>
                    <a:pt x="817934" y="148059"/>
                  </a:lnTo>
                  <a:lnTo>
                    <a:pt x="820397" y="150781"/>
                  </a:lnTo>
                  <a:lnTo>
                    <a:pt x="822861" y="153337"/>
                  </a:lnTo>
                  <a:lnTo>
                    <a:pt x="825325" y="155731"/>
                  </a:lnTo>
                  <a:lnTo>
                    <a:pt x="827788" y="157966"/>
                  </a:lnTo>
                  <a:lnTo>
                    <a:pt x="830252" y="160041"/>
                  </a:lnTo>
                  <a:lnTo>
                    <a:pt x="832716" y="161945"/>
                  </a:lnTo>
                  <a:lnTo>
                    <a:pt x="835179" y="163705"/>
                  </a:lnTo>
                  <a:lnTo>
                    <a:pt x="837643" y="165325"/>
                  </a:lnTo>
                  <a:lnTo>
                    <a:pt x="840107" y="166811"/>
                  </a:lnTo>
                  <a:lnTo>
                    <a:pt x="842570" y="168166"/>
                  </a:lnTo>
                  <a:lnTo>
                    <a:pt x="845034" y="169397"/>
                  </a:lnTo>
                  <a:lnTo>
                    <a:pt x="847498" y="170509"/>
                  </a:lnTo>
                  <a:lnTo>
                    <a:pt x="849961" y="171493"/>
                  </a:lnTo>
                  <a:lnTo>
                    <a:pt x="852425" y="172369"/>
                  </a:lnTo>
                  <a:lnTo>
                    <a:pt x="854889" y="173148"/>
                  </a:lnTo>
                  <a:lnTo>
                    <a:pt x="857352" y="173836"/>
                  </a:lnTo>
                  <a:lnTo>
                    <a:pt x="859816" y="174441"/>
                  </a:lnTo>
                  <a:lnTo>
                    <a:pt x="862280" y="174968"/>
                  </a:lnTo>
                  <a:lnTo>
                    <a:pt x="864743" y="175425"/>
                  </a:lnTo>
                  <a:lnTo>
                    <a:pt x="867207" y="175815"/>
                  </a:lnTo>
                  <a:lnTo>
                    <a:pt x="869671" y="176142"/>
                  </a:lnTo>
                  <a:lnTo>
                    <a:pt x="872134" y="176421"/>
                  </a:lnTo>
                  <a:lnTo>
                    <a:pt x="874598" y="176657"/>
                  </a:lnTo>
                  <a:lnTo>
                    <a:pt x="877062" y="176855"/>
                  </a:lnTo>
                  <a:lnTo>
                    <a:pt x="879525" y="177020"/>
                  </a:lnTo>
                  <a:lnTo>
                    <a:pt x="881989" y="177156"/>
                  </a:lnTo>
                  <a:lnTo>
                    <a:pt x="884453" y="177267"/>
                  </a:lnTo>
                  <a:lnTo>
                    <a:pt x="886916" y="177354"/>
                  </a:lnTo>
                  <a:lnTo>
                    <a:pt x="889380" y="177425"/>
                  </a:lnTo>
                  <a:lnTo>
                    <a:pt x="891844" y="177481"/>
                  </a:lnTo>
                  <a:lnTo>
                    <a:pt x="894307" y="177526"/>
                  </a:lnTo>
                  <a:lnTo>
                    <a:pt x="896771" y="177562"/>
                  </a:lnTo>
                  <a:lnTo>
                    <a:pt x="899235" y="177589"/>
                  </a:lnTo>
                  <a:lnTo>
                    <a:pt x="901698" y="177610"/>
                  </a:lnTo>
                  <a:lnTo>
                    <a:pt x="904162" y="177625"/>
                  </a:lnTo>
                  <a:lnTo>
                    <a:pt x="906625" y="177636"/>
                  </a:lnTo>
                  <a:lnTo>
                    <a:pt x="909089" y="177643"/>
                  </a:lnTo>
                  <a:lnTo>
                    <a:pt x="911553" y="177648"/>
                  </a:lnTo>
                  <a:lnTo>
                    <a:pt x="914016" y="177650"/>
                  </a:lnTo>
                  <a:lnTo>
                    <a:pt x="916480" y="177650"/>
                  </a:lnTo>
                  <a:lnTo>
                    <a:pt x="918944" y="177648"/>
                  </a:lnTo>
                  <a:lnTo>
                    <a:pt x="921407" y="177644"/>
                  </a:lnTo>
                  <a:lnTo>
                    <a:pt x="923871" y="177638"/>
                  </a:lnTo>
                  <a:lnTo>
                    <a:pt x="926335" y="177631"/>
                  </a:lnTo>
                  <a:lnTo>
                    <a:pt x="928798" y="177621"/>
                  </a:lnTo>
                  <a:lnTo>
                    <a:pt x="931262" y="177610"/>
                  </a:lnTo>
                  <a:lnTo>
                    <a:pt x="933726" y="177597"/>
                  </a:lnTo>
                  <a:lnTo>
                    <a:pt x="936189" y="177582"/>
                  </a:lnTo>
                  <a:lnTo>
                    <a:pt x="938653" y="177566"/>
                  </a:lnTo>
                  <a:lnTo>
                    <a:pt x="941117" y="177547"/>
                  </a:lnTo>
                  <a:lnTo>
                    <a:pt x="943580" y="177526"/>
                  </a:lnTo>
                  <a:lnTo>
                    <a:pt x="946044" y="177504"/>
                  </a:lnTo>
                  <a:lnTo>
                    <a:pt x="948508" y="177481"/>
                  </a:lnTo>
                  <a:lnTo>
                    <a:pt x="950971" y="177457"/>
                  </a:lnTo>
                  <a:lnTo>
                    <a:pt x="953435" y="177432"/>
                  </a:lnTo>
                  <a:lnTo>
                    <a:pt x="955899" y="177407"/>
                  </a:lnTo>
                  <a:lnTo>
                    <a:pt x="958362" y="177382"/>
                  </a:lnTo>
                  <a:lnTo>
                    <a:pt x="960826" y="177359"/>
                  </a:lnTo>
                  <a:lnTo>
                    <a:pt x="963290" y="177337"/>
                  </a:lnTo>
                  <a:lnTo>
                    <a:pt x="965753" y="177317"/>
                  </a:lnTo>
                  <a:lnTo>
                    <a:pt x="968217" y="177300"/>
                  </a:lnTo>
                  <a:lnTo>
                    <a:pt x="970681" y="177286"/>
                  </a:lnTo>
                  <a:lnTo>
                    <a:pt x="973144" y="177275"/>
                  </a:lnTo>
                  <a:lnTo>
                    <a:pt x="975608" y="177268"/>
                  </a:lnTo>
                  <a:lnTo>
                    <a:pt x="978072" y="177265"/>
                  </a:lnTo>
                  <a:lnTo>
                    <a:pt x="980535" y="177267"/>
                  </a:lnTo>
                  <a:lnTo>
                    <a:pt x="982999" y="177272"/>
                  </a:lnTo>
                  <a:lnTo>
                    <a:pt x="985463" y="177281"/>
                  </a:lnTo>
                  <a:lnTo>
                    <a:pt x="987926" y="177294"/>
                  </a:lnTo>
                  <a:lnTo>
                    <a:pt x="990390" y="177310"/>
                  </a:lnTo>
                  <a:lnTo>
                    <a:pt x="992853" y="177329"/>
                  </a:lnTo>
                  <a:lnTo>
                    <a:pt x="995317" y="177350"/>
                  </a:lnTo>
                  <a:lnTo>
                    <a:pt x="997781" y="177373"/>
                  </a:lnTo>
                  <a:lnTo>
                    <a:pt x="1000244" y="177397"/>
                  </a:lnTo>
                  <a:lnTo>
                    <a:pt x="1002708" y="177422"/>
                  </a:lnTo>
                  <a:lnTo>
                    <a:pt x="1005172" y="177447"/>
                  </a:lnTo>
                  <a:lnTo>
                    <a:pt x="1007635" y="177471"/>
                  </a:lnTo>
                  <a:lnTo>
                    <a:pt x="1010099" y="177495"/>
                  </a:lnTo>
                  <a:lnTo>
                    <a:pt x="1012563" y="177518"/>
                  </a:lnTo>
                  <a:lnTo>
                    <a:pt x="1015026" y="177539"/>
                  </a:lnTo>
                  <a:lnTo>
                    <a:pt x="1017490" y="177558"/>
                  </a:lnTo>
                  <a:lnTo>
                    <a:pt x="1019954" y="177576"/>
                  </a:lnTo>
                  <a:lnTo>
                    <a:pt x="1022417" y="177592"/>
                  </a:lnTo>
                  <a:lnTo>
                    <a:pt x="1024881" y="177606"/>
                  </a:lnTo>
                  <a:lnTo>
                    <a:pt x="1027345" y="177619"/>
                  </a:lnTo>
                  <a:lnTo>
                    <a:pt x="1029808" y="177629"/>
                  </a:lnTo>
                  <a:lnTo>
                    <a:pt x="1032272" y="177638"/>
                  </a:lnTo>
                  <a:lnTo>
                    <a:pt x="1034736" y="177646"/>
                  </a:lnTo>
                  <a:lnTo>
                    <a:pt x="1037199" y="177652"/>
                  </a:lnTo>
                  <a:lnTo>
                    <a:pt x="1039663" y="177658"/>
                  </a:lnTo>
                  <a:lnTo>
                    <a:pt x="1042127" y="177662"/>
                  </a:lnTo>
                  <a:lnTo>
                    <a:pt x="1044590" y="177665"/>
                  </a:lnTo>
                  <a:lnTo>
                    <a:pt x="1047054" y="177668"/>
                  </a:lnTo>
                  <a:lnTo>
                    <a:pt x="1049518" y="177670"/>
                  </a:lnTo>
                  <a:lnTo>
                    <a:pt x="1051981" y="177672"/>
                  </a:lnTo>
                  <a:lnTo>
                    <a:pt x="1054445" y="177673"/>
                  </a:lnTo>
                  <a:lnTo>
                    <a:pt x="1056909" y="177674"/>
                  </a:lnTo>
                  <a:lnTo>
                    <a:pt x="1059372" y="177675"/>
                  </a:lnTo>
                  <a:lnTo>
                    <a:pt x="1061836" y="177675"/>
                  </a:lnTo>
                  <a:lnTo>
                    <a:pt x="1064300" y="177676"/>
                  </a:lnTo>
                  <a:lnTo>
                    <a:pt x="1066763" y="177676"/>
                  </a:lnTo>
                  <a:lnTo>
                    <a:pt x="1069227" y="177676"/>
                  </a:lnTo>
                  <a:lnTo>
                    <a:pt x="1071691" y="177676"/>
                  </a:lnTo>
                  <a:lnTo>
                    <a:pt x="1074154" y="177677"/>
                  </a:lnTo>
                  <a:lnTo>
                    <a:pt x="1076618" y="177677"/>
                  </a:lnTo>
                  <a:lnTo>
                    <a:pt x="1079082" y="177677"/>
                  </a:lnTo>
                  <a:lnTo>
                    <a:pt x="1081545" y="177677"/>
                  </a:lnTo>
                  <a:lnTo>
                    <a:pt x="1084009" y="177677"/>
                  </a:lnTo>
                  <a:lnTo>
                    <a:pt x="1086472" y="177677"/>
                  </a:lnTo>
                  <a:lnTo>
                    <a:pt x="1088936" y="177677"/>
                  </a:lnTo>
                  <a:lnTo>
                    <a:pt x="1091400" y="177677"/>
                  </a:lnTo>
                  <a:lnTo>
                    <a:pt x="1093863" y="177677"/>
                  </a:lnTo>
                  <a:lnTo>
                    <a:pt x="1096327" y="177677"/>
                  </a:lnTo>
                  <a:lnTo>
                    <a:pt x="1098791" y="177677"/>
                  </a:lnTo>
                  <a:lnTo>
                    <a:pt x="1101254" y="177677"/>
                  </a:lnTo>
                  <a:lnTo>
                    <a:pt x="1103718" y="177677"/>
                  </a:lnTo>
                  <a:lnTo>
                    <a:pt x="1106182" y="177677"/>
                  </a:lnTo>
                  <a:lnTo>
                    <a:pt x="1108645" y="177677"/>
                  </a:lnTo>
                  <a:lnTo>
                    <a:pt x="1111109" y="177677"/>
                  </a:lnTo>
                  <a:lnTo>
                    <a:pt x="1113573" y="177677"/>
                  </a:lnTo>
                  <a:lnTo>
                    <a:pt x="1116036" y="177677"/>
                  </a:lnTo>
                  <a:lnTo>
                    <a:pt x="1118500" y="177677"/>
                  </a:lnTo>
                  <a:lnTo>
                    <a:pt x="1120964" y="177677"/>
                  </a:lnTo>
                  <a:lnTo>
                    <a:pt x="1123427" y="177677"/>
                  </a:lnTo>
                  <a:lnTo>
                    <a:pt x="1125891" y="177677"/>
                  </a:lnTo>
                  <a:lnTo>
                    <a:pt x="1128355" y="177677"/>
                  </a:lnTo>
                  <a:lnTo>
                    <a:pt x="1130818" y="177677"/>
                  </a:lnTo>
                  <a:lnTo>
                    <a:pt x="1133282" y="177677"/>
                  </a:lnTo>
                  <a:lnTo>
                    <a:pt x="1135746" y="177677"/>
                  </a:lnTo>
                  <a:lnTo>
                    <a:pt x="1138209" y="177677"/>
                  </a:lnTo>
                  <a:lnTo>
                    <a:pt x="1140673" y="177677"/>
                  </a:lnTo>
                  <a:lnTo>
                    <a:pt x="1143137" y="177677"/>
                  </a:lnTo>
                  <a:lnTo>
                    <a:pt x="1145600" y="177677"/>
                  </a:lnTo>
                  <a:lnTo>
                    <a:pt x="1148064" y="177677"/>
                  </a:lnTo>
                  <a:lnTo>
                    <a:pt x="1150528" y="177677"/>
                  </a:lnTo>
                  <a:lnTo>
                    <a:pt x="1152991" y="177677"/>
                  </a:lnTo>
                  <a:lnTo>
                    <a:pt x="1155455" y="177677"/>
                  </a:lnTo>
                  <a:lnTo>
                    <a:pt x="1157919" y="177677"/>
                  </a:lnTo>
                  <a:lnTo>
                    <a:pt x="1160382" y="177677"/>
                  </a:lnTo>
                  <a:lnTo>
                    <a:pt x="1162846" y="177677"/>
                  </a:lnTo>
                  <a:lnTo>
                    <a:pt x="1165310" y="177677"/>
                  </a:lnTo>
                  <a:lnTo>
                    <a:pt x="1167773" y="177677"/>
                  </a:lnTo>
                  <a:lnTo>
                    <a:pt x="1170237" y="177677"/>
                  </a:lnTo>
                  <a:lnTo>
                    <a:pt x="1172701" y="177677"/>
                  </a:lnTo>
                  <a:lnTo>
                    <a:pt x="1175164" y="177677"/>
                  </a:lnTo>
                  <a:lnTo>
                    <a:pt x="1177628" y="177677"/>
                  </a:lnTo>
                  <a:lnTo>
                    <a:pt x="1180091" y="177677"/>
                  </a:lnTo>
                  <a:lnTo>
                    <a:pt x="1182555" y="177677"/>
                  </a:lnTo>
                  <a:lnTo>
                    <a:pt x="1185019" y="177677"/>
                  </a:lnTo>
                  <a:lnTo>
                    <a:pt x="1187482" y="177677"/>
                  </a:lnTo>
                  <a:lnTo>
                    <a:pt x="1189946" y="177677"/>
                  </a:lnTo>
                  <a:lnTo>
                    <a:pt x="1192410" y="177677"/>
                  </a:lnTo>
                  <a:lnTo>
                    <a:pt x="1194873" y="177677"/>
                  </a:lnTo>
                  <a:lnTo>
                    <a:pt x="1197337" y="177677"/>
                  </a:lnTo>
                  <a:lnTo>
                    <a:pt x="1199801" y="177677"/>
                  </a:lnTo>
                  <a:lnTo>
                    <a:pt x="1202264" y="177677"/>
                  </a:lnTo>
                  <a:lnTo>
                    <a:pt x="1204728" y="177677"/>
                  </a:lnTo>
                  <a:lnTo>
                    <a:pt x="1207192" y="177677"/>
                  </a:lnTo>
                  <a:lnTo>
                    <a:pt x="1209655" y="177677"/>
                  </a:lnTo>
                  <a:lnTo>
                    <a:pt x="1212119" y="177677"/>
                  </a:lnTo>
                  <a:lnTo>
                    <a:pt x="1214583" y="177677"/>
                  </a:lnTo>
                  <a:lnTo>
                    <a:pt x="1217046" y="177677"/>
                  </a:lnTo>
                  <a:lnTo>
                    <a:pt x="1219510" y="177677"/>
                  </a:lnTo>
                  <a:lnTo>
                    <a:pt x="1221974" y="177677"/>
                  </a:lnTo>
                  <a:lnTo>
                    <a:pt x="1224437" y="177677"/>
                  </a:lnTo>
                  <a:lnTo>
                    <a:pt x="1226901" y="177677"/>
                  </a:lnTo>
                  <a:lnTo>
                    <a:pt x="1229365" y="177677"/>
                  </a:lnTo>
                  <a:lnTo>
                    <a:pt x="1231828" y="177677"/>
                  </a:lnTo>
                  <a:lnTo>
                    <a:pt x="1234292" y="177677"/>
                  </a:lnTo>
                  <a:lnTo>
                    <a:pt x="1236756" y="177677"/>
                  </a:lnTo>
                  <a:lnTo>
                    <a:pt x="1239219" y="177677"/>
                  </a:lnTo>
                  <a:lnTo>
                    <a:pt x="1241683" y="177677"/>
                  </a:lnTo>
                  <a:lnTo>
                    <a:pt x="1244147" y="177677"/>
                  </a:lnTo>
                  <a:lnTo>
                    <a:pt x="1246610" y="177677"/>
                  </a:lnTo>
                  <a:lnTo>
                    <a:pt x="1249074" y="177677"/>
                  </a:lnTo>
                  <a:lnTo>
                    <a:pt x="1251538" y="177677"/>
                  </a:lnTo>
                  <a:lnTo>
                    <a:pt x="1254001" y="177677"/>
                  </a:lnTo>
                  <a:lnTo>
                    <a:pt x="1256465" y="177677"/>
                  </a:lnTo>
                  <a:lnTo>
                    <a:pt x="1258929" y="177677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46670" y="4199246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90961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224349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539081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853813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16854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tx166"/>
            <p:cNvSpPr/>
            <p:nvPr/>
          </p:nvSpPr>
          <p:spPr>
            <a:xfrm>
              <a:off x="831936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1146668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1461400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1776132" y="4261549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2059787" y="426018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496414" y="4410971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72" name="rc172"/>
            <p:cNvSpPr/>
            <p:nvPr/>
          </p:nvSpPr>
          <p:spPr>
            <a:xfrm>
              <a:off x="2301081" y="2595080"/>
              <a:ext cx="1524000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370670" y="2892358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2433616" y="3836317"/>
              <a:ext cx="1258929" cy="303524"/>
            </a:xfrm>
            <a:custGeom>
              <a:avLst/>
              <a:pathLst>
                <a:path w="1258929" h="303524">
                  <a:moveTo>
                    <a:pt x="0" y="303524"/>
                  </a:moveTo>
                  <a:lnTo>
                    <a:pt x="2463" y="303524"/>
                  </a:lnTo>
                  <a:lnTo>
                    <a:pt x="4927" y="303524"/>
                  </a:lnTo>
                  <a:lnTo>
                    <a:pt x="7390" y="303524"/>
                  </a:lnTo>
                  <a:lnTo>
                    <a:pt x="9854" y="303524"/>
                  </a:lnTo>
                  <a:lnTo>
                    <a:pt x="12318" y="303523"/>
                  </a:lnTo>
                  <a:lnTo>
                    <a:pt x="14781" y="303523"/>
                  </a:lnTo>
                  <a:lnTo>
                    <a:pt x="17245" y="303522"/>
                  </a:lnTo>
                  <a:lnTo>
                    <a:pt x="19709" y="303521"/>
                  </a:lnTo>
                  <a:lnTo>
                    <a:pt x="22172" y="303519"/>
                  </a:lnTo>
                  <a:lnTo>
                    <a:pt x="24636" y="303517"/>
                  </a:lnTo>
                  <a:lnTo>
                    <a:pt x="27100" y="303514"/>
                  </a:lnTo>
                  <a:lnTo>
                    <a:pt x="29563" y="303509"/>
                  </a:lnTo>
                  <a:lnTo>
                    <a:pt x="32027" y="303501"/>
                  </a:lnTo>
                  <a:lnTo>
                    <a:pt x="34491" y="303491"/>
                  </a:lnTo>
                  <a:lnTo>
                    <a:pt x="36954" y="303477"/>
                  </a:lnTo>
                  <a:lnTo>
                    <a:pt x="39418" y="303457"/>
                  </a:lnTo>
                  <a:lnTo>
                    <a:pt x="41882" y="303431"/>
                  </a:lnTo>
                  <a:lnTo>
                    <a:pt x="44345" y="303396"/>
                  </a:lnTo>
                  <a:lnTo>
                    <a:pt x="46809" y="303347"/>
                  </a:lnTo>
                  <a:lnTo>
                    <a:pt x="49273" y="303282"/>
                  </a:lnTo>
                  <a:lnTo>
                    <a:pt x="51736" y="303196"/>
                  </a:lnTo>
                  <a:lnTo>
                    <a:pt x="54200" y="303085"/>
                  </a:lnTo>
                  <a:lnTo>
                    <a:pt x="56664" y="302942"/>
                  </a:lnTo>
                  <a:lnTo>
                    <a:pt x="59127" y="302760"/>
                  </a:lnTo>
                  <a:lnTo>
                    <a:pt x="61591" y="302531"/>
                  </a:lnTo>
                  <a:lnTo>
                    <a:pt x="64055" y="302239"/>
                  </a:lnTo>
                  <a:lnTo>
                    <a:pt x="66518" y="301869"/>
                  </a:lnTo>
                  <a:lnTo>
                    <a:pt x="68982" y="301412"/>
                  </a:lnTo>
                  <a:lnTo>
                    <a:pt x="71446" y="300854"/>
                  </a:lnTo>
                  <a:lnTo>
                    <a:pt x="73909" y="300177"/>
                  </a:lnTo>
                  <a:lnTo>
                    <a:pt x="76373" y="299364"/>
                  </a:lnTo>
                  <a:lnTo>
                    <a:pt x="78837" y="298395"/>
                  </a:lnTo>
                  <a:lnTo>
                    <a:pt x="81300" y="297245"/>
                  </a:lnTo>
                  <a:lnTo>
                    <a:pt x="83764" y="295854"/>
                  </a:lnTo>
                  <a:lnTo>
                    <a:pt x="86228" y="294227"/>
                  </a:lnTo>
                  <a:lnTo>
                    <a:pt x="88691" y="292339"/>
                  </a:lnTo>
                  <a:lnTo>
                    <a:pt x="91155" y="290164"/>
                  </a:lnTo>
                  <a:lnTo>
                    <a:pt x="93618" y="287676"/>
                  </a:lnTo>
                  <a:lnTo>
                    <a:pt x="96082" y="284848"/>
                  </a:lnTo>
                  <a:lnTo>
                    <a:pt x="98546" y="281657"/>
                  </a:lnTo>
                  <a:lnTo>
                    <a:pt x="101009" y="278026"/>
                  </a:lnTo>
                  <a:lnTo>
                    <a:pt x="103473" y="273958"/>
                  </a:lnTo>
                  <a:lnTo>
                    <a:pt x="105937" y="269463"/>
                  </a:lnTo>
                  <a:lnTo>
                    <a:pt x="108400" y="264531"/>
                  </a:lnTo>
                  <a:lnTo>
                    <a:pt x="110864" y="259161"/>
                  </a:lnTo>
                  <a:lnTo>
                    <a:pt x="113328" y="253360"/>
                  </a:lnTo>
                  <a:lnTo>
                    <a:pt x="115791" y="247141"/>
                  </a:lnTo>
                  <a:lnTo>
                    <a:pt x="118255" y="240511"/>
                  </a:lnTo>
                  <a:lnTo>
                    <a:pt x="120719" y="233487"/>
                  </a:lnTo>
                  <a:lnTo>
                    <a:pt x="123182" y="226176"/>
                  </a:lnTo>
                  <a:lnTo>
                    <a:pt x="125646" y="218643"/>
                  </a:lnTo>
                  <a:lnTo>
                    <a:pt x="128110" y="210960"/>
                  </a:lnTo>
                  <a:lnTo>
                    <a:pt x="130573" y="203211"/>
                  </a:lnTo>
                  <a:lnTo>
                    <a:pt x="133037" y="195487"/>
                  </a:lnTo>
                  <a:lnTo>
                    <a:pt x="135501" y="187884"/>
                  </a:lnTo>
                  <a:lnTo>
                    <a:pt x="137964" y="180560"/>
                  </a:lnTo>
                  <a:lnTo>
                    <a:pt x="140428" y="173609"/>
                  </a:lnTo>
                  <a:lnTo>
                    <a:pt x="142892" y="167121"/>
                  </a:lnTo>
                  <a:lnTo>
                    <a:pt x="145355" y="161179"/>
                  </a:lnTo>
                  <a:lnTo>
                    <a:pt x="147819" y="155857"/>
                  </a:lnTo>
                  <a:lnTo>
                    <a:pt x="150283" y="151214"/>
                  </a:lnTo>
                  <a:lnTo>
                    <a:pt x="152746" y="147290"/>
                  </a:lnTo>
                  <a:lnTo>
                    <a:pt x="155210" y="144165"/>
                  </a:lnTo>
                  <a:lnTo>
                    <a:pt x="157674" y="141846"/>
                  </a:lnTo>
                  <a:lnTo>
                    <a:pt x="160137" y="140209"/>
                  </a:lnTo>
                  <a:lnTo>
                    <a:pt x="162601" y="139186"/>
                  </a:lnTo>
                  <a:lnTo>
                    <a:pt x="165065" y="138689"/>
                  </a:lnTo>
                  <a:lnTo>
                    <a:pt x="167528" y="138607"/>
                  </a:lnTo>
                  <a:lnTo>
                    <a:pt x="169992" y="138812"/>
                  </a:lnTo>
                  <a:lnTo>
                    <a:pt x="172456" y="139161"/>
                  </a:lnTo>
                  <a:lnTo>
                    <a:pt x="174919" y="139450"/>
                  </a:lnTo>
                  <a:lnTo>
                    <a:pt x="177383" y="139490"/>
                  </a:lnTo>
                  <a:lnTo>
                    <a:pt x="179847" y="139119"/>
                  </a:lnTo>
                  <a:lnTo>
                    <a:pt x="182310" y="138183"/>
                  </a:lnTo>
                  <a:lnTo>
                    <a:pt x="184774" y="136542"/>
                  </a:lnTo>
                  <a:lnTo>
                    <a:pt x="187237" y="134071"/>
                  </a:lnTo>
                  <a:lnTo>
                    <a:pt x="189701" y="130668"/>
                  </a:lnTo>
                  <a:lnTo>
                    <a:pt x="192165" y="126142"/>
                  </a:lnTo>
                  <a:lnTo>
                    <a:pt x="194628" y="120480"/>
                  </a:lnTo>
                  <a:lnTo>
                    <a:pt x="197092" y="113775"/>
                  </a:lnTo>
                  <a:lnTo>
                    <a:pt x="199556" y="106078"/>
                  </a:lnTo>
                  <a:lnTo>
                    <a:pt x="202019" y="97478"/>
                  </a:lnTo>
                  <a:lnTo>
                    <a:pt x="204483" y="88097"/>
                  </a:lnTo>
                  <a:lnTo>
                    <a:pt x="206947" y="78092"/>
                  </a:lnTo>
                  <a:lnTo>
                    <a:pt x="209410" y="67649"/>
                  </a:lnTo>
                  <a:lnTo>
                    <a:pt x="211874" y="57032"/>
                  </a:lnTo>
                  <a:lnTo>
                    <a:pt x="214338" y="46565"/>
                  </a:lnTo>
                  <a:lnTo>
                    <a:pt x="216801" y="36512"/>
                  </a:lnTo>
                  <a:lnTo>
                    <a:pt x="219265" y="27144"/>
                  </a:lnTo>
                  <a:lnTo>
                    <a:pt x="221729" y="18725"/>
                  </a:lnTo>
                  <a:lnTo>
                    <a:pt x="224192" y="11512"/>
                  </a:lnTo>
                  <a:lnTo>
                    <a:pt x="226656" y="5742"/>
                  </a:lnTo>
                  <a:lnTo>
                    <a:pt x="229120" y="1886"/>
                  </a:lnTo>
                  <a:lnTo>
                    <a:pt x="231583" y="0"/>
                  </a:lnTo>
                  <a:lnTo>
                    <a:pt x="234047" y="108"/>
                  </a:lnTo>
                  <a:lnTo>
                    <a:pt x="236511" y="2272"/>
                  </a:lnTo>
                  <a:lnTo>
                    <a:pt x="238974" y="6504"/>
                  </a:lnTo>
                  <a:lnTo>
                    <a:pt x="241438" y="12770"/>
                  </a:lnTo>
                  <a:lnTo>
                    <a:pt x="243902" y="20991"/>
                  </a:lnTo>
                  <a:lnTo>
                    <a:pt x="246365" y="31137"/>
                  </a:lnTo>
                  <a:lnTo>
                    <a:pt x="248829" y="43085"/>
                  </a:lnTo>
                  <a:lnTo>
                    <a:pt x="251293" y="56386"/>
                  </a:lnTo>
                  <a:lnTo>
                    <a:pt x="253756" y="70800"/>
                  </a:lnTo>
                  <a:lnTo>
                    <a:pt x="256220" y="86072"/>
                  </a:lnTo>
                  <a:lnTo>
                    <a:pt x="258684" y="101944"/>
                  </a:lnTo>
                  <a:lnTo>
                    <a:pt x="261147" y="118156"/>
                  </a:lnTo>
                  <a:lnTo>
                    <a:pt x="263611" y="134455"/>
                  </a:lnTo>
                  <a:lnTo>
                    <a:pt x="266075" y="150528"/>
                  </a:lnTo>
                  <a:lnTo>
                    <a:pt x="268538" y="166146"/>
                  </a:lnTo>
                  <a:lnTo>
                    <a:pt x="271002" y="181140"/>
                  </a:lnTo>
                  <a:lnTo>
                    <a:pt x="273465" y="195367"/>
                  </a:lnTo>
                  <a:lnTo>
                    <a:pt x="275929" y="208711"/>
                  </a:lnTo>
                  <a:lnTo>
                    <a:pt x="278393" y="221087"/>
                  </a:lnTo>
                  <a:lnTo>
                    <a:pt x="280856" y="232439"/>
                  </a:lnTo>
                  <a:lnTo>
                    <a:pt x="283320" y="242643"/>
                  </a:lnTo>
                  <a:lnTo>
                    <a:pt x="285784" y="251696"/>
                  </a:lnTo>
                  <a:lnTo>
                    <a:pt x="288247" y="259732"/>
                  </a:lnTo>
                  <a:lnTo>
                    <a:pt x="290711" y="266796"/>
                  </a:lnTo>
                  <a:lnTo>
                    <a:pt x="293175" y="272946"/>
                  </a:lnTo>
                  <a:lnTo>
                    <a:pt x="295638" y="278248"/>
                  </a:lnTo>
                  <a:lnTo>
                    <a:pt x="298102" y="282774"/>
                  </a:lnTo>
                  <a:lnTo>
                    <a:pt x="300566" y="286593"/>
                  </a:lnTo>
                  <a:lnTo>
                    <a:pt x="303029" y="289701"/>
                  </a:lnTo>
                  <a:lnTo>
                    <a:pt x="305493" y="292291"/>
                  </a:lnTo>
                  <a:lnTo>
                    <a:pt x="307957" y="294432"/>
                  </a:lnTo>
                  <a:lnTo>
                    <a:pt x="310420" y="296187"/>
                  </a:lnTo>
                  <a:lnTo>
                    <a:pt x="312884" y="297615"/>
                  </a:lnTo>
                  <a:lnTo>
                    <a:pt x="315348" y="298768"/>
                  </a:lnTo>
                  <a:lnTo>
                    <a:pt x="317811" y="299691"/>
                  </a:lnTo>
                  <a:lnTo>
                    <a:pt x="320275" y="300411"/>
                  </a:lnTo>
                  <a:lnTo>
                    <a:pt x="322739" y="300978"/>
                  </a:lnTo>
                  <a:lnTo>
                    <a:pt x="325202" y="301432"/>
                  </a:lnTo>
                  <a:lnTo>
                    <a:pt x="327666" y="301795"/>
                  </a:lnTo>
                  <a:lnTo>
                    <a:pt x="330130" y="302086"/>
                  </a:lnTo>
                  <a:lnTo>
                    <a:pt x="332593" y="302319"/>
                  </a:lnTo>
                  <a:lnTo>
                    <a:pt x="335057" y="302508"/>
                  </a:lnTo>
                  <a:lnTo>
                    <a:pt x="337521" y="302660"/>
                  </a:lnTo>
                  <a:lnTo>
                    <a:pt x="339984" y="302784"/>
                  </a:lnTo>
                  <a:lnTo>
                    <a:pt x="342448" y="302888"/>
                  </a:lnTo>
                  <a:lnTo>
                    <a:pt x="344912" y="302976"/>
                  </a:lnTo>
                  <a:lnTo>
                    <a:pt x="347375" y="303052"/>
                  </a:lnTo>
                  <a:lnTo>
                    <a:pt x="349839" y="303118"/>
                  </a:lnTo>
                  <a:lnTo>
                    <a:pt x="352303" y="303176"/>
                  </a:lnTo>
                  <a:lnTo>
                    <a:pt x="354766" y="303227"/>
                  </a:lnTo>
                  <a:lnTo>
                    <a:pt x="357230" y="303270"/>
                  </a:lnTo>
                  <a:lnTo>
                    <a:pt x="359694" y="303309"/>
                  </a:lnTo>
                  <a:lnTo>
                    <a:pt x="362157" y="303343"/>
                  </a:lnTo>
                  <a:lnTo>
                    <a:pt x="364621" y="303372"/>
                  </a:lnTo>
                  <a:lnTo>
                    <a:pt x="367084" y="303398"/>
                  </a:lnTo>
                  <a:lnTo>
                    <a:pt x="369548" y="303420"/>
                  </a:lnTo>
                  <a:lnTo>
                    <a:pt x="372012" y="303440"/>
                  </a:lnTo>
                  <a:lnTo>
                    <a:pt x="374475" y="303456"/>
                  </a:lnTo>
                  <a:lnTo>
                    <a:pt x="376939" y="303469"/>
                  </a:lnTo>
                  <a:lnTo>
                    <a:pt x="379403" y="303480"/>
                  </a:lnTo>
                  <a:lnTo>
                    <a:pt x="381866" y="303489"/>
                  </a:lnTo>
                  <a:lnTo>
                    <a:pt x="384330" y="303497"/>
                  </a:lnTo>
                  <a:lnTo>
                    <a:pt x="386794" y="303503"/>
                  </a:lnTo>
                  <a:lnTo>
                    <a:pt x="389257" y="303508"/>
                  </a:lnTo>
                  <a:lnTo>
                    <a:pt x="391721" y="303512"/>
                  </a:lnTo>
                  <a:lnTo>
                    <a:pt x="394185" y="303514"/>
                  </a:lnTo>
                  <a:lnTo>
                    <a:pt x="396648" y="303516"/>
                  </a:lnTo>
                  <a:lnTo>
                    <a:pt x="399112" y="303518"/>
                  </a:lnTo>
                  <a:lnTo>
                    <a:pt x="401576" y="303519"/>
                  </a:lnTo>
                  <a:lnTo>
                    <a:pt x="404039" y="303519"/>
                  </a:lnTo>
                  <a:lnTo>
                    <a:pt x="406503" y="303518"/>
                  </a:lnTo>
                  <a:lnTo>
                    <a:pt x="408967" y="303518"/>
                  </a:lnTo>
                  <a:lnTo>
                    <a:pt x="411430" y="303516"/>
                  </a:lnTo>
                  <a:lnTo>
                    <a:pt x="413894" y="303514"/>
                  </a:lnTo>
                  <a:lnTo>
                    <a:pt x="416358" y="303511"/>
                  </a:lnTo>
                  <a:lnTo>
                    <a:pt x="418821" y="303507"/>
                  </a:lnTo>
                  <a:lnTo>
                    <a:pt x="421285" y="303502"/>
                  </a:lnTo>
                  <a:lnTo>
                    <a:pt x="423749" y="303496"/>
                  </a:lnTo>
                  <a:lnTo>
                    <a:pt x="426212" y="303488"/>
                  </a:lnTo>
                  <a:lnTo>
                    <a:pt x="428676" y="303479"/>
                  </a:lnTo>
                  <a:lnTo>
                    <a:pt x="431140" y="303468"/>
                  </a:lnTo>
                  <a:lnTo>
                    <a:pt x="433603" y="303455"/>
                  </a:lnTo>
                  <a:lnTo>
                    <a:pt x="436067" y="303440"/>
                  </a:lnTo>
                  <a:lnTo>
                    <a:pt x="438531" y="303422"/>
                  </a:lnTo>
                  <a:lnTo>
                    <a:pt x="440994" y="303403"/>
                  </a:lnTo>
                  <a:lnTo>
                    <a:pt x="443458" y="303381"/>
                  </a:lnTo>
                  <a:lnTo>
                    <a:pt x="445922" y="303356"/>
                  </a:lnTo>
                  <a:lnTo>
                    <a:pt x="448385" y="303329"/>
                  </a:lnTo>
                  <a:lnTo>
                    <a:pt x="450849" y="303300"/>
                  </a:lnTo>
                  <a:lnTo>
                    <a:pt x="453312" y="303270"/>
                  </a:lnTo>
                  <a:lnTo>
                    <a:pt x="455776" y="303238"/>
                  </a:lnTo>
                  <a:lnTo>
                    <a:pt x="458240" y="303206"/>
                  </a:lnTo>
                  <a:lnTo>
                    <a:pt x="460703" y="303173"/>
                  </a:lnTo>
                  <a:lnTo>
                    <a:pt x="463167" y="303141"/>
                  </a:lnTo>
                  <a:lnTo>
                    <a:pt x="465631" y="303110"/>
                  </a:lnTo>
                  <a:lnTo>
                    <a:pt x="468094" y="303082"/>
                  </a:lnTo>
                  <a:lnTo>
                    <a:pt x="470558" y="303056"/>
                  </a:lnTo>
                  <a:lnTo>
                    <a:pt x="473022" y="303033"/>
                  </a:lnTo>
                  <a:lnTo>
                    <a:pt x="475485" y="303015"/>
                  </a:lnTo>
                  <a:lnTo>
                    <a:pt x="477949" y="303001"/>
                  </a:lnTo>
                  <a:lnTo>
                    <a:pt x="480413" y="302991"/>
                  </a:lnTo>
                  <a:lnTo>
                    <a:pt x="482876" y="302987"/>
                  </a:lnTo>
                  <a:lnTo>
                    <a:pt x="485340" y="302989"/>
                  </a:lnTo>
                  <a:lnTo>
                    <a:pt x="487804" y="302996"/>
                  </a:lnTo>
                  <a:lnTo>
                    <a:pt x="490267" y="303009"/>
                  </a:lnTo>
                  <a:lnTo>
                    <a:pt x="492731" y="303025"/>
                  </a:lnTo>
                  <a:lnTo>
                    <a:pt x="495195" y="303046"/>
                  </a:lnTo>
                  <a:lnTo>
                    <a:pt x="497658" y="303069"/>
                  </a:lnTo>
                  <a:lnTo>
                    <a:pt x="500122" y="303096"/>
                  </a:lnTo>
                  <a:lnTo>
                    <a:pt x="502586" y="303125"/>
                  </a:lnTo>
                  <a:lnTo>
                    <a:pt x="505049" y="303154"/>
                  </a:lnTo>
                  <a:lnTo>
                    <a:pt x="507513" y="303184"/>
                  </a:lnTo>
                  <a:lnTo>
                    <a:pt x="509977" y="303214"/>
                  </a:lnTo>
                  <a:lnTo>
                    <a:pt x="512440" y="303241"/>
                  </a:lnTo>
                  <a:lnTo>
                    <a:pt x="514904" y="303267"/>
                  </a:lnTo>
                  <a:lnTo>
                    <a:pt x="517368" y="303290"/>
                  </a:lnTo>
                  <a:lnTo>
                    <a:pt x="519831" y="303310"/>
                  </a:lnTo>
                  <a:lnTo>
                    <a:pt x="522295" y="303326"/>
                  </a:lnTo>
                  <a:lnTo>
                    <a:pt x="524759" y="303337"/>
                  </a:lnTo>
                  <a:lnTo>
                    <a:pt x="527222" y="303345"/>
                  </a:lnTo>
                  <a:lnTo>
                    <a:pt x="529686" y="303347"/>
                  </a:lnTo>
                  <a:lnTo>
                    <a:pt x="532150" y="303345"/>
                  </a:lnTo>
                  <a:lnTo>
                    <a:pt x="534613" y="303339"/>
                  </a:lnTo>
                  <a:lnTo>
                    <a:pt x="537077" y="303329"/>
                  </a:lnTo>
                  <a:lnTo>
                    <a:pt x="539541" y="303313"/>
                  </a:lnTo>
                  <a:lnTo>
                    <a:pt x="542004" y="303294"/>
                  </a:lnTo>
                  <a:lnTo>
                    <a:pt x="544468" y="303272"/>
                  </a:lnTo>
                  <a:lnTo>
                    <a:pt x="546931" y="303246"/>
                  </a:lnTo>
                  <a:lnTo>
                    <a:pt x="549395" y="303219"/>
                  </a:lnTo>
                  <a:lnTo>
                    <a:pt x="551859" y="303190"/>
                  </a:lnTo>
                  <a:lnTo>
                    <a:pt x="554322" y="303160"/>
                  </a:lnTo>
                  <a:lnTo>
                    <a:pt x="556786" y="303130"/>
                  </a:lnTo>
                  <a:lnTo>
                    <a:pt x="559250" y="303101"/>
                  </a:lnTo>
                  <a:lnTo>
                    <a:pt x="561713" y="303074"/>
                  </a:lnTo>
                  <a:lnTo>
                    <a:pt x="564177" y="303050"/>
                  </a:lnTo>
                  <a:lnTo>
                    <a:pt x="566641" y="303028"/>
                  </a:lnTo>
                  <a:lnTo>
                    <a:pt x="569104" y="303011"/>
                  </a:lnTo>
                  <a:lnTo>
                    <a:pt x="571568" y="302998"/>
                  </a:lnTo>
                  <a:lnTo>
                    <a:pt x="574032" y="302990"/>
                  </a:lnTo>
                  <a:lnTo>
                    <a:pt x="576495" y="302987"/>
                  </a:lnTo>
                  <a:lnTo>
                    <a:pt x="578959" y="302990"/>
                  </a:lnTo>
                  <a:lnTo>
                    <a:pt x="581423" y="302999"/>
                  </a:lnTo>
                  <a:lnTo>
                    <a:pt x="583886" y="303012"/>
                  </a:lnTo>
                  <a:lnTo>
                    <a:pt x="586350" y="303029"/>
                  </a:lnTo>
                  <a:lnTo>
                    <a:pt x="588814" y="303051"/>
                  </a:lnTo>
                  <a:lnTo>
                    <a:pt x="591277" y="303076"/>
                  </a:lnTo>
                  <a:lnTo>
                    <a:pt x="593741" y="303104"/>
                  </a:lnTo>
                  <a:lnTo>
                    <a:pt x="596205" y="303135"/>
                  </a:lnTo>
                  <a:lnTo>
                    <a:pt x="598668" y="303167"/>
                  </a:lnTo>
                  <a:lnTo>
                    <a:pt x="601132" y="303200"/>
                  </a:lnTo>
                  <a:lnTo>
                    <a:pt x="603596" y="303232"/>
                  </a:lnTo>
                  <a:lnTo>
                    <a:pt x="606059" y="303264"/>
                  </a:lnTo>
                  <a:lnTo>
                    <a:pt x="608523" y="303295"/>
                  </a:lnTo>
                  <a:lnTo>
                    <a:pt x="610987" y="303324"/>
                  </a:lnTo>
                  <a:lnTo>
                    <a:pt x="613450" y="303351"/>
                  </a:lnTo>
                  <a:lnTo>
                    <a:pt x="615914" y="303376"/>
                  </a:lnTo>
                  <a:lnTo>
                    <a:pt x="618378" y="303399"/>
                  </a:lnTo>
                  <a:lnTo>
                    <a:pt x="620841" y="303419"/>
                  </a:lnTo>
                  <a:lnTo>
                    <a:pt x="623305" y="303437"/>
                  </a:lnTo>
                  <a:lnTo>
                    <a:pt x="625769" y="303453"/>
                  </a:lnTo>
                  <a:lnTo>
                    <a:pt x="628232" y="303466"/>
                  </a:lnTo>
                  <a:lnTo>
                    <a:pt x="630696" y="303477"/>
                  </a:lnTo>
                  <a:lnTo>
                    <a:pt x="633159" y="303487"/>
                  </a:lnTo>
                  <a:lnTo>
                    <a:pt x="635623" y="303495"/>
                  </a:lnTo>
                  <a:lnTo>
                    <a:pt x="638087" y="303501"/>
                  </a:lnTo>
                  <a:lnTo>
                    <a:pt x="640550" y="303506"/>
                  </a:lnTo>
                  <a:lnTo>
                    <a:pt x="643014" y="303511"/>
                  </a:lnTo>
                  <a:lnTo>
                    <a:pt x="645478" y="303514"/>
                  </a:lnTo>
                  <a:lnTo>
                    <a:pt x="647941" y="303517"/>
                  </a:lnTo>
                  <a:lnTo>
                    <a:pt x="650405" y="303519"/>
                  </a:lnTo>
                  <a:lnTo>
                    <a:pt x="652869" y="303520"/>
                  </a:lnTo>
                  <a:lnTo>
                    <a:pt x="655332" y="303521"/>
                  </a:lnTo>
                  <a:lnTo>
                    <a:pt x="657796" y="303522"/>
                  </a:lnTo>
                  <a:lnTo>
                    <a:pt x="660260" y="303523"/>
                  </a:lnTo>
                  <a:lnTo>
                    <a:pt x="662723" y="303523"/>
                  </a:lnTo>
                  <a:lnTo>
                    <a:pt x="665187" y="303524"/>
                  </a:lnTo>
                  <a:lnTo>
                    <a:pt x="667651" y="303524"/>
                  </a:lnTo>
                  <a:lnTo>
                    <a:pt x="670114" y="303524"/>
                  </a:lnTo>
                  <a:lnTo>
                    <a:pt x="672578" y="303524"/>
                  </a:lnTo>
                  <a:lnTo>
                    <a:pt x="675042" y="303524"/>
                  </a:lnTo>
                  <a:lnTo>
                    <a:pt x="677505" y="303524"/>
                  </a:lnTo>
                  <a:lnTo>
                    <a:pt x="679969" y="303524"/>
                  </a:lnTo>
                  <a:lnTo>
                    <a:pt x="682433" y="303524"/>
                  </a:lnTo>
                  <a:lnTo>
                    <a:pt x="684896" y="303524"/>
                  </a:lnTo>
                  <a:lnTo>
                    <a:pt x="687360" y="303524"/>
                  </a:lnTo>
                  <a:lnTo>
                    <a:pt x="689824" y="303524"/>
                  </a:lnTo>
                  <a:lnTo>
                    <a:pt x="692287" y="303524"/>
                  </a:lnTo>
                  <a:lnTo>
                    <a:pt x="694751" y="303524"/>
                  </a:lnTo>
                  <a:lnTo>
                    <a:pt x="697215" y="303524"/>
                  </a:lnTo>
                  <a:lnTo>
                    <a:pt x="699678" y="303524"/>
                  </a:lnTo>
                  <a:lnTo>
                    <a:pt x="702142" y="303524"/>
                  </a:lnTo>
                  <a:lnTo>
                    <a:pt x="704606" y="303524"/>
                  </a:lnTo>
                  <a:lnTo>
                    <a:pt x="707069" y="303524"/>
                  </a:lnTo>
                  <a:lnTo>
                    <a:pt x="709533" y="303524"/>
                  </a:lnTo>
                  <a:lnTo>
                    <a:pt x="711997" y="303524"/>
                  </a:lnTo>
                  <a:lnTo>
                    <a:pt x="714460" y="303524"/>
                  </a:lnTo>
                  <a:lnTo>
                    <a:pt x="716924" y="303524"/>
                  </a:lnTo>
                  <a:lnTo>
                    <a:pt x="719388" y="303524"/>
                  </a:lnTo>
                  <a:lnTo>
                    <a:pt x="721851" y="303524"/>
                  </a:lnTo>
                  <a:lnTo>
                    <a:pt x="724315" y="303524"/>
                  </a:lnTo>
                  <a:lnTo>
                    <a:pt x="726778" y="303524"/>
                  </a:lnTo>
                  <a:lnTo>
                    <a:pt x="729242" y="303524"/>
                  </a:lnTo>
                  <a:lnTo>
                    <a:pt x="731706" y="303524"/>
                  </a:lnTo>
                  <a:lnTo>
                    <a:pt x="734169" y="303524"/>
                  </a:lnTo>
                  <a:lnTo>
                    <a:pt x="736633" y="303524"/>
                  </a:lnTo>
                  <a:lnTo>
                    <a:pt x="739097" y="303524"/>
                  </a:lnTo>
                  <a:lnTo>
                    <a:pt x="741560" y="303524"/>
                  </a:lnTo>
                  <a:lnTo>
                    <a:pt x="744024" y="303524"/>
                  </a:lnTo>
                  <a:lnTo>
                    <a:pt x="746488" y="303524"/>
                  </a:lnTo>
                  <a:lnTo>
                    <a:pt x="748951" y="303524"/>
                  </a:lnTo>
                  <a:lnTo>
                    <a:pt x="751415" y="303524"/>
                  </a:lnTo>
                  <a:lnTo>
                    <a:pt x="753879" y="303524"/>
                  </a:lnTo>
                  <a:lnTo>
                    <a:pt x="756342" y="303524"/>
                  </a:lnTo>
                  <a:lnTo>
                    <a:pt x="758806" y="303524"/>
                  </a:lnTo>
                  <a:lnTo>
                    <a:pt x="761270" y="303524"/>
                  </a:lnTo>
                  <a:lnTo>
                    <a:pt x="763733" y="303524"/>
                  </a:lnTo>
                  <a:lnTo>
                    <a:pt x="766197" y="303524"/>
                  </a:lnTo>
                  <a:lnTo>
                    <a:pt x="768661" y="303524"/>
                  </a:lnTo>
                  <a:lnTo>
                    <a:pt x="771124" y="303524"/>
                  </a:lnTo>
                  <a:lnTo>
                    <a:pt x="773588" y="303524"/>
                  </a:lnTo>
                  <a:lnTo>
                    <a:pt x="776052" y="303524"/>
                  </a:lnTo>
                  <a:lnTo>
                    <a:pt x="778515" y="303524"/>
                  </a:lnTo>
                  <a:lnTo>
                    <a:pt x="780979" y="303524"/>
                  </a:lnTo>
                  <a:lnTo>
                    <a:pt x="783443" y="303524"/>
                  </a:lnTo>
                  <a:lnTo>
                    <a:pt x="785906" y="303524"/>
                  </a:lnTo>
                  <a:lnTo>
                    <a:pt x="788370" y="303524"/>
                  </a:lnTo>
                  <a:lnTo>
                    <a:pt x="790834" y="303524"/>
                  </a:lnTo>
                  <a:lnTo>
                    <a:pt x="793297" y="303524"/>
                  </a:lnTo>
                  <a:lnTo>
                    <a:pt x="795761" y="303524"/>
                  </a:lnTo>
                  <a:lnTo>
                    <a:pt x="798225" y="303524"/>
                  </a:lnTo>
                  <a:lnTo>
                    <a:pt x="800688" y="303524"/>
                  </a:lnTo>
                  <a:lnTo>
                    <a:pt x="803152" y="303524"/>
                  </a:lnTo>
                  <a:lnTo>
                    <a:pt x="805616" y="303524"/>
                  </a:lnTo>
                  <a:lnTo>
                    <a:pt x="808079" y="303524"/>
                  </a:lnTo>
                  <a:lnTo>
                    <a:pt x="810543" y="303523"/>
                  </a:lnTo>
                  <a:lnTo>
                    <a:pt x="813006" y="303523"/>
                  </a:lnTo>
                  <a:lnTo>
                    <a:pt x="815470" y="303522"/>
                  </a:lnTo>
                  <a:lnTo>
                    <a:pt x="817934" y="303521"/>
                  </a:lnTo>
                  <a:lnTo>
                    <a:pt x="820397" y="303520"/>
                  </a:lnTo>
                  <a:lnTo>
                    <a:pt x="822861" y="303519"/>
                  </a:lnTo>
                  <a:lnTo>
                    <a:pt x="825325" y="303517"/>
                  </a:lnTo>
                  <a:lnTo>
                    <a:pt x="827788" y="303515"/>
                  </a:lnTo>
                  <a:lnTo>
                    <a:pt x="830252" y="303512"/>
                  </a:lnTo>
                  <a:lnTo>
                    <a:pt x="832716" y="303508"/>
                  </a:lnTo>
                  <a:lnTo>
                    <a:pt x="835179" y="303503"/>
                  </a:lnTo>
                  <a:lnTo>
                    <a:pt x="837643" y="303496"/>
                  </a:lnTo>
                  <a:lnTo>
                    <a:pt x="840107" y="303489"/>
                  </a:lnTo>
                  <a:lnTo>
                    <a:pt x="842570" y="303480"/>
                  </a:lnTo>
                  <a:lnTo>
                    <a:pt x="845034" y="303469"/>
                  </a:lnTo>
                  <a:lnTo>
                    <a:pt x="847498" y="303456"/>
                  </a:lnTo>
                  <a:lnTo>
                    <a:pt x="849961" y="303441"/>
                  </a:lnTo>
                  <a:lnTo>
                    <a:pt x="852425" y="303424"/>
                  </a:lnTo>
                  <a:lnTo>
                    <a:pt x="854889" y="303404"/>
                  </a:lnTo>
                  <a:lnTo>
                    <a:pt x="857352" y="303382"/>
                  </a:lnTo>
                  <a:lnTo>
                    <a:pt x="859816" y="303358"/>
                  </a:lnTo>
                  <a:lnTo>
                    <a:pt x="862280" y="303331"/>
                  </a:lnTo>
                  <a:lnTo>
                    <a:pt x="864743" y="303303"/>
                  </a:lnTo>
                  <a:lnTo>
                    <a:pt x="867207" y="303272"/>
                  </a:lnTo>
                  <a:lnTo>
                    <a:pt x="869671" y="303241"/>
                  </a:lnTo>
                  <a:lnTo>
                    <a:pt x="872134" y="303208"/>
                  </a:lnTo>
                  <a:lnTo>
                    <a:pt x="874598" y="303176"/>
                  </a:lnTo>
                  <a:lnTo>
                    <a:pt x="877062" y="303144"/>
                  </a:lnTo>
                  <a:lnTo>
                    <a:pt x="879525" y="303113"/>
                  </a:lnTo>
                  <a:lnTo>
                    <a:pt x="881989" y="303084"/>
                  </a:lnTo>
                  <a:lnTo>
                    <a:pt x="884453" y="303058"/>
                  </a:lnTo>
                  <a:lnTo>
                    <a:pt x="886916" y="303035"/>
                  </a:lnTo>
                  <a:lnTo>
                    <a:pt x="889380" y="303016"/>
                  </a:lnTo>
                  <a:lnTo>
                    <a:pt x="891844" y="303002"/>
                  </a:lnTo>
                  <a:lnTo>
                    <a:pt x="894307" y="302993"/>
                  </a:lnTo>
                  <a:lnTo>
                    <a:pt x="896771" y="302989"/>
                  </a:lnTo>
                  <a:lnTo>
                    <a:pt x="899235" y="302990"/>
                  </a:lnTo>
                  <a:lnTo>
                    <a:pt x="901698" y="302996"/>
                  </a:lnTo>
                  <a:lnTo>
                    <a:pt x="904162" y="303007"/>
                  </a:lnTo>
                  <a:lnTo>
                    <a:pt x="906625" y="303024"/>
                  </a:lnTo>
                  <a:lnTo>
                    <a:pt x="909089" y="303044"/>
                  </a:lnTo>
                  <a:lnTo>
                    <a:pt x="911553" y="303068"/>
                  </a:lnTo>
                  <a:lnTo>
                    <a:pt x="914016" y="303094"/>
                  </a:lnTo>
                  <a:lnTo>
                    <a:pt x="916480" y="303123"/>
                  </a:lnTo>
                  <a:lnTo>
                    <a:pt x="918944" y="303152"/>
                  </a:lnTo>
                  <a:lnTo>
                    <a:pt x="921407" y="303182"/>
                  </a:lnTo>
                  <a:lnTo>
                    <a:pt x="923871" y="303212"/>
                  </a:lnTo>
                  <a:lnTo>
                    <a:pt x="926335" y="303240"/>
                  </a:lnTo>
                  <a:lnTo>
                    <a:pt x="928798" y="303266"/>
                  </a:lnTo>
                  <a:lnTo>
                    <a:pt x="931262" y="303289"/>
                  </a:lnTo>
                  <a:lnTo>
                    <a:pt x="933726" y="303309"/>
                  </a:lnTo>
                  <a:lnTo>
                    <a:pt x="936189" y="303326"/>
                  </a:lnTo>
                  <a:lnTo>
                    <a:pt x="938653" y="303339"/>
                  </a:lnTo>
                  <a:lnTo>
                    <a:pt x="941117" y="303347"/>
                  </a:lnTo>
                  <a:lnTo>
                    <a:pt x="943580" y="303350"/>
                  </a:lnTo>
                  <a:lnTo>
                    <a:pt x="946044" y="303349"/>
                  </a:lnTo>
                  <a:lnTo>
                    <a:pt x="948508" y="303343"/>
                  </a:lnTo>
                  <a:lnTo>
                    <a:pt x="950971" y="303333"/>
                  </a:lnTo>
                  <a:lnTo>
                    <a:pt x="953435" y="303319"/>
                  </a:lnTo>
                  <a:lnTo>
                    <a:pt x="955899" y="303301"/>
                  </a:lnTo>
                  <a:lnTo>
                    <a:pt x="958362" y="303279"/>
                  </a:lnTo>
                  <a:lnTo>
                    <a:pt x="960826" y="303254"/>
                  </a:lnTo>
                  <a:lnTo>
                    <a:pt x="963290" y="303226"/>
                  </a:lnTo>
                  <a:lnTo>
                    <a:pt x="965753" y="303197"/>
                  </a:lnTo>
                  <a:lnTo>
                    <a:pt x="968217" y="303167"/>
                  </a:lnTo>
                  <a:lnTo>
                    <a:pt x="970681" y="303137"/>
                  </a:lnTo>
                  <a:lnTo>
                    <a:pt x="973144" y="303107"/>
                  </a:lnTo>
                  <a:lnTo>
                    <a:pt x="975608" y="303078"/>
                  </a:lnTo>
                  <a:lnTo>
                    <a:pt x="978072" y="303051"/>
                  </a:lnTo>
                  <a:lnTo>
                    <a:pt x="980535" y="303027"/>
                  </a:lnTo>
                  <a:lnTo>
                    <a:pt x="982999" y="303007"/>
                  </a:lnTo>
                  <a:lnTo>
                    <a:pt x="985463" y="302990"/>
                  </a:lnTo>
                  <a:lnTo>
                    <a:pt x="987926" y="302977"/>
                  </a:lnTo>
                  <a:lnTo>
                    <a:pt x="990390" y="302968"/>
                  </a:lnTo>
                  <a:lnTo>
                    <a:pt x="992853" y="302963"/>
                  </a:lnTo>
                  <a:lnTo>
                    <a:pt x="995317" y="302963"/>
                  </a:lnTo>
                  <a:lnTo>
                    <a:pt x="997781" y="302966"/>
                  </a:lnTo>
                  <a:lnTo>
                    <a:pt x="1000244" y="302972"/>
                  </a:lnTo>
                  <a:lnTo>
                    <a:pt x="1002708" y="302981"/>
                  </a:lnTo>
                  <a:lnTo>
                    <a:pt x="1005172" y="302991"/>
                  </a:lnTo>
                  <a:lnTo>
                    <a:pt x="1007635" y="303002"/>
                  </a:lnTo>
                  <a:lnTo>
                    <a:pt x="1010099" y="303013"/>
                  </a:lnTo>
                  <a:lnTo>
                    <a:pt x="1012563" y="303023"/>
                  </a:lnTo>
                  <a:lnTo>
                    <a:pt x="1015026" y="303031"/>
                  </a:lnTo>
                  <a:lnTo>
                    <a:pt x="1017490" y="303038"/>
                  </a:lnTo>
                  <a:lnTo>
                    <a:pt x="1019954" y="303042"/>
                  </a:lnTo>
                  <a:lnTo>
                    <a:pt x="1022417" y="303043"/>
                  </a:lnTo>
                  <a:lnTo>
                    <a:pt x="1024881" y="303041"/>
                  </a:lnTo>
                  <a:lnTo>
                    <a:pt x="1027345" y="303037"/>
                  </a:lnTo>
                  <a:lnTo>
                    <a:pt x="1029808" y="303030"/>
                  </a:lnTo>
                  <a:lnTo>
                    <a:pt x="1032272" y="303021"/>
                  </a:lnTo>
                  <a:lnTo>
                    <a:pt x="1034736" y="303011"/>
                  </a:lnTo>
                  <a:lnTo>
                    <a:pt x="1037199" y="303000"/>
                  </a:lnTo>
                  <a:lnTo>
                    <a:pt x="1039663" y="302989"/>
                  </a:lnTo>
                  <a:lnTo>
                    <a:pt x="1042127" y="302979"/>
                  </a:lnTo>
                  <a:lnTo>
                    <a:pt x="1044590" y="302971"/>
                  </a:lnTo>
                  <a:lnTo>
                    <a:pt x="1047054" y="302965"/>
                  </a:lnTo>
                  <a:lnTo>
                    <a:pt x="1049518" y="302963"/>
                  </a:lnTo>
                  <a:lnTo>
                    <a:pt x="1051981" y="302964"/>
                  </a:lnTo>
                  <a:lnTo>
                    <a:pt x="1054445" y="302970"/>
                  </a:lnTo>
                  <a:lnTo>
                    <a:pt x="1056909" y="302980"/>
                  </a:lnTo>
                  <a:lnTo>
                    <a:pt x="1059372" y="302994"/>
                  </a:lnTo>
                  <a:lnTo>
                    <a:pt x="1061836" y="303012"/>
                  </a:lnTo>
                  <a:lnTo>
                    <a:pt x="1064300" y="303033"/>
                  </a:lnTo>
                  <a:lnTo>
                    <a:pt x="1066763" y="303059"/>
                  </a:lnTo>
                  <a:lnTo>
                    <a:pt x="1069227" y="303087"/>
                  </a:lnTo>
                  <a:lnTo>
                    <a:pt x="1071691" y="303117"/>
                  </a:lnTo>
                  <a:lnTo>
                    <a:pt x="1074154" y="303149"/>
                  </a:lnTo>
                  <a:lnTo>
                    <a:pt x="1076618" y="303182"/>
                  </a:lnTo>
                  <a:lnTo>
                    <a:pt x="1079082" y="303215"/>
                  </a:lnTo>
                  <a:lnTo>
                    <a:pt x="1081545" y="303247"/>
                  </a:lnTo>
                  <a:lnTo>
                    <a:pt x="1084009" y="303279"/>
                  </a:lnTo>
                  <a:lnTo>
                    <a:pt x="1086472" y="303309"/>
                  </a:lnTo>
                  <a:lnTo>
                    <a:pt x="1088936" y="303337"/>
                  </a:lnTo>
                  <a:lnTo>
                    <a:pt x="1091400" y="303363"/>
                  </a:lnTo>
                  <a:lnTo>
                    <a:pt x="1093863" y="303387"/>
                  </a:lnTo>
                  <a:lnTo>
                    <a:pt x="1096327" y="303409"/>
                  </a:lnTo>
                  <a:lnTo>
                    <a:pt x="1098791" y="303428"/>
                  </a:lnTo>
                  <a:lnTo>
                    <a:pt x="1101254" y="303445"/>
                  </a:lnTo>
                  <a:lnTo>
                    <a:pt x="1103718" y="303459"/>
                  </a:lnTo>
                  <a:lnTo>
                    <a:pt x="1106182" y="303472"/>
                  </a:lnTo>
                  <a:lnTo>
                    <a:pt x="1108645" y="303482"/>
                  </a:lnTo>
                  <a:lnTo>
                    <a:pt x="1111109" y="303491"/>
                  </a:lnTo>
                  <a:lnTo>
                    <a:pt x="1113573" y="303498"/>
                  </a:lnTo>
                  <a:lnTo>
                    <a:pt x="1116036" y="303504"/>
                  </a:lnTo>
                  <a:lnTo>
                    <a:pt x="1118500" y="303509"/>
                  </a:lnTo>
                  <a:lnTo>
                    <a:pt x="1120964" y="303512"/>
                  </a:lnTo>
                  <a:lnTo>
                    <a:pt x="1123427" y="303515"/>
                  </a:lnTo>
                  <a:lnTo>
                    <a:pt x="1125891" y="303518"/>
                  </a:lnTo>
                  <a:lnTo>
                    <a:pt x="1128355" y="303519"/>
                  </a:lnTo>
                  <a:lnTo>
                    <a:pt x="1130818" y="303521"/>
                  </a:lnTo>
                  <a:lnTo>
                    <a:pt x="1133282" y="303522"/>
                  </a:lnTo>
                  <a:lnTo>
                    <a:pt x="1135746" y="303522"/>
                  </a:lnTo>
                  <a:lnTo>
                    <a:pt x="1138209" y="303523"/>
                  </a:lnTo>
                  <a:lnTo>
                    <a:pt x="1140673" y="303523"/>
                  </a:lnTo>
                  <a:lnTo>
                    <a:pt x="1143137" y="303524"/>
                  </a:lnTo>
                  <a:lnTo>
                    <a:pt x="1145600" y="303524"/>
                  </a:lnTo>
                  <a:lnTo>
                    <a:pt x="1148064" y="303524"/>
                  </a:lnTo>
                  <a:lnTo>
                    <a:pt x="1150528" y="303524"/>
                  </a:lnTo>
                  <a:lnTo>
                    <a:pt x="1152991" y="303524"/>
                  </a:lnTo>
                  <a:lnTo>
                    <a:pt x="1155455" y="303524"/>
                  </a:lnTo>
                  <a:lnTo>
                    <a:pt x="1157919" y="303524"/>
                  </a:lnTo>
                  <a:lnTo>
                    <a:pt x="1160382" y="303524"/>
                  </a:lnTo>
                  <a:lnTo>
                    <a:pt x="1162846" y="303524"/>
                  </a:lnTo>
                  <a:lnTo>
                    <a:pt x="1165310" y="303524"/>
                  </a:lnTo>
                  <a:lnTo>
                    <a:pt x="1167773" y="303524"/>
                  </a:lnTo>
                  <a:lnTo>
                    <a:pt x="1170237" y="303524"/>
                  </a:lnTo>
                  <a:lnTo>
                    <a:pt x="1172701" y="303524"/>
                  </a:lnTo>
                  <a:lnTo>
                    <a:pt x="1175164" y="303524"/>
                  </a:lnTo>
                  <a:lnTo>
                    <a:pt x="1177628" y="303524"/>
                  </a:lnTo>
                  <a:lnTo>
                    <a:pt x="1180091" y="303524"/>
                  </a:lnTo>
                  <a:lnTo>
                    <a:pt x="1182555" y="303524"/>
                  </a:lnTo>
                  <a:lnTo>
                    <a:pt x="1185019" y="303524"/>
                  </a:lnTo>
                  <a:lnTo>
                    <a:pt x="1187482" y="303524"/>
                  </a:lnTo>
                  <a:lnTo>
                    <a:pt x="1189946" y="303524"/>
                  </a:lnTo>
                  <a:lnTo>
                    <a:pt x="1192410" y="303524"/>
                  </a:lnTo>
                  <a:lnTo>
                    <a:pt x="1194873" y="303524"/>
                  </a:lnTo>
                  <a:lnTo>
                    <a:pt x="1197337" y="303524"/>
                  </a:lnTo>
                  <a:lnTo>
                    <a:pt x="1199801" y="303524"/>
                  </a:lnTo>
                  <a:lnTo>
                    <a:pt x="1202264" y="303524"/>
                  </a:lnTo>
                  <a:lnTo>
                    <a:pt x="1204728" y="303524"/>
                  </a:lnTo>
                  <a:lnTo>
                    <a:pt x="1207192" y="303524"/>
                  </a:lnTo>
                  <a:lnTo>
                    <a:pt x="1209655" y="303524"/>
                  </a:lnTo>
                  <a:lnTo>
                    <a:pt x="1212119" y="303524"/>
                  </a:lnTo>
                  <a:lnTo>
                    <a:pt x="1214583" y="303524"/>
                  </a:lnTo>
                  <a:lnTo>
                    <a:pt x="1217046" y="303524"/>
                  </a:lnTo>
                  <a:lnTo>
                    <a:pt x="1219510" y="303524"/>
                  </a:lnTo>
                  <a:lnTo>
                    <a:pt x="1221974" y="303524"/>
                  </a:lnTo>
                  <a:lnTo>
                    <a:pt x="1224437" y="303524"/>
                  </a:lnTo>
                  <a:lnTo>
                    <a:pt x="1226901" y="303524"/>
                  </a:lnTo>
                  <a:lnTo>
                    <a:pt x="1229365" y="303524"/>
                  </a:lnTo>
                  <a:lnTo>
                    <a:pt x="1231828" y="303524"/>
                  </a:lnTo>
                  <a:lnTo>
                    <a:pt x="1234292" y="303524"/>
                  </a:lnTo>
                  <a:lnTo>
                    <a:pt x="1236756" y="303524"/>
                  </a:lnTo>
                  <a:lnTo>
                    <a:pt x="1239219" y="303524"/>
                  </a:lnTo>
                  <a:lnTo>
                    <a:pt x="1241683" y="303524"/>
                  </a:lnTo>
                  <a:lnTo>
                    <a:pt x="1244147" y="303524"/>
                  </a:lnTo>
                  <a:lnTo>
                    <a:pt x="1246610" y="303524"/>
                  </a:lnTo>
                  <a:lnTo>
                    <a:pt x="1249074" y="303524"/>
                  </a:lnTo>
                  <a:lnTo>
                    <a:pt x="1251538" y="303524"/>
                  </a:lnTo>
                  <a:lnTo>
                    <a:pt x="1254001" y="303524"/>
                  </a:lnTo>
                  <a:lnTo>
                    <a:pt x="1256465" y="303524"/>
                  </a:lnTo>
                  <a:lnTo>
                    <a:pt x="1258929" y="303524"/>
                  </a:lnTo>
                  <a:lnTo>
                    <a:pt x="1256465" y="303524"/>
                  </a:lnTo>
                  <a:lnTo>
                    <a:pt x="1254001" y="303524"/>
                  </a:lnTo>
                  <a:lnTo>
                    <a:pt x="1251538" y="303524"/>
                  </a:lnTo>
                  <a:lnTo>
                    <a:pt x="1249074" y="303524"/>
                  </a:lnTo>
                  <a:lnTo>
                    <a:pt x="1246610" y="303524"/>
                  </a:lnTo>
                  <a:lnTo>
                    <a:pt x="1244147" y="303524"/>
                  </a:lnTo>
                  <a:lnTo>
                    <a:pt x="1241683" y="303524"/>
                  </a:lnTo>
                  <a:lnTo>
                    <a:pt x="1239219" y="303524"/>
                  </a:lnTo>
                  <a:lnTo>
                    <a:pt x="1236756" y="303524"/>
                  </a:lnTo>
                  <a:lnTo>
                    <a:pt x="1234292" y="303524"/>
                  </a:lnTo>
                  <a:lnTo>
                    <a:pt x="1231828" y="303524"/>
                  </a:lnTo>
                  <a:lnTo>
                    <a:pt x="1229365" y="303524"/>
                  </a:lnTo>
                  <a:lnTo>
                    <a:pt x="1226901" y="303524"/>
                  </a:lnTo>
                  <a:lnTo>
                    <a:pt x="1224437" y="303524"/>
                  </a:lnTo>
                  <a:lnTo>
                    <a:pt x="1221974" y="303524"/>
                  </a:lnTo>
                  <a:lnTo>
                    <a:pt x="1219510" y="303524"/>
                  </a:lnTo>
                  <a:lnTo>
                    <a:pt x="1217046" y="303524"/>
                  </a:lnTo>
                  <a:lnTo>
                    <a:pt x="1214583" y="303524"/>
                  </a:lnTo>
                  <a:lnTo>
                    <a:pt x="1212119" y="303524"/>
                  </a:lnTo>
                  <a:lnTo>
                    <a:pt x="1209655" y="303524"/>
                  </a:lnTo>
                  <a:lnTo>
                    <a:pt x="1207192" y="303524"/>
                  </a:lnTo>
                  <a:lnTo>
                    <a:pt x="1204728" y="303524"/>
                  </a:lnTo>
                  <a:lnTo>
                    <a:pt x="1202264" y="303524"/>
                  </a:lnTo>
                  <a:lnTo>
                    <a:pt x="1199801" y="303524"/>
                  </a:lnTo>
                  <a:lnTo>
                    <a:pt x="1197337" y="303524"/>
                  </a:lnTo>
                  <a:lnTo>
                    <a:pt x="1194873" y="303524"/>
                  </a:lnTo>
                  <a:lnTo>
                    <a:pt x="1192410" y="303524"/>
                  </a:lnTo>
                  <a:lnTo>
                    <a:pt x="1189946" y="303524"/>
                  </a:lnTo>
                  <a:lnTo>
                    <a:pt x="1187482" y="303524"/>
                  </a:lnTo>
                  <a:lnTo>
                    <a:pt x="1185019" y="303524"/>
                  </a:lnTo>
                  <a:lnTo>
                    <a:pt x="1182555" y="303524"/>
                  </a:lnTo>
                  <a:lnTo>
                    <a:pt x="1180091" y="303524"/>
                  </a:lnTo>
                  <a:lnTo>
                    <a:pt x="1177628" y="303524"/>
                  </a:lnTo>
                  <a:lnTo>
                    <a:pt x="1175164" y="303524"/>
                  </a:lnTo>
                  <a:lnTo>
                    <a:pt x="1172701" y="303524"/>
                  </a:lnTo>
                  <a:lnTo>
                    <a:pt x="1170237" y="303524"/>
                  </a:lnTo>
                  <a:lnTo>
                    <a:pt x="1167773" y="303524"/>
                  </a:lnTo>
                  <a:lnTo>
                    <a:pt x="1165310" y="303524"/>
                  </a:lnTo>
                  <a:lnTo>
                    <a:pt x="1162846" y="303524"/>
                  </a:lnTo>
                  <a:lnTo>
                    <a:pt x="1160382" y="303524"/>
                  </a:lnTo>
                  <a:lnTo>
                    <a:pt x="1157919" y="303524"/>
                  </a:lnTo>
                  <a:lnTo>
                    <a:pt x="1155455" y="303524"/>
                  </a:lnTo>
                  <a:lnTo>
                    <a:pt x="1152991" y="303524"/>
                  </a:lnTo>
                  <a:lnTo>
                    <a:pt x="1150528" y="303524"/>
                  </a:lnTo>
                  <a:lnTo>
                    <a:pt x="1148064" y="303524"/>
                  </a:lnTo>
                  <a:lnTo>
                    <a:pt x="1145600" y="303524"/>
                  </a:lnTo>
                  <a:lnTo>
                    <a:pt x="1143137" y="303524"/>
                  </a:lnTo>
                  <a:lnTo>
                    <a:pt x="1140673" y="303524"/>
                  </a:lnTo>
                  <a:lnTo>
                    <a:pt x="1138209" y="303524"/>
                  </a:lnTo>
                  <a:lnTo>
                    <a:pt x="1135746" y="303524"/>
                  </a:lnTo>
                  <a:lnTo>
                    <a:pt x="1133282" y="303524"/>
                  </a:lnTo>
                  <a:lnTo>
                    <a:pt x="1130818" y="303524"/>
                  </a:lnTo>
                  <a:lnTo>
                    <a:pt x="1128355" y="303524"/>
                  </a:lnTo>
                  <a:lnTo>
                    <a:pt x="1125891" y="303524"/>
                  </a:lnTo>
                  <a:lnTo>
                    <a:pt x="1123427" y="303524"/>
                  </a:lnTo>
                  <a:lnTo>
                    <a:pt x="1120964" y="303524"/>
                  </a:lnTo>
                  <a:lnTo>
                    <a:pt x="1118500" y="303524"/>
                  </a:lnTo>
                  <a:lnTo>
                    <a:pt x="1116036" y="303524"/>
                  </a:lnTo>
                  <a:lnTo>
                    <a:pt x="1113573" y="303524"/>
                  </a:lnTo>
                  <a:lnTo>
                    <a:pt x="1111109" y="303524"/>
                  </a:lnTo>
                  <a:lnTo>
                    <a:pt x="1108645" y="303524"/>
                  </a:lnTo>
                  <a:lnTo>
                    <a:pt x="1106182" y="303524"/>
                  </a:lnTo>
                  <a:lnTo>
                    <a:pt x="1103718" y="303524"/>
                  </a:lnTo>
                  <a:lnTo>
                    <a:pt x="1101254" y="303524"/>
                  </a:lnTo>
                  <a:lnTo>
                    <a:pt x="1098791" y="303524"/>
                  </a:lnTo>
                  <a:lnTo>
                    <a:pt x="1096327" y="303524"/>
                  </a:lnTo>
                  <a:lnTo>
                    <a:pt x="1093863" y="303524"/>
                  </a:lnTo>
                  <a:lnTo>
                    <a:pt x="1091400" y="303524"/>
                  </a:lnTo>
                  <a:lnTo>
                    <a:pt x="1088936" y="303524"/>
                  </a:lnTo>
                  <a:lnTo>
                    <a:pt x="1086472" y="303524"/>
                  </a:lnTo>
                  <a:lnTo>
                    <a:pt x="1084009" y="303524"/>
                  </a:lnTo>
                  <a:lnTo>
                    <a:pt x="1081545" y="303524"/>
                  </a:lnTo>
                  <a:lnTo>
                    <a:pt x="1079082" y="303524"/>
                  </a:lnTo>
                  <a:lnTo>
                    <a:pt x="1076618" y="303524"/>
                  </a:lnTo>
                  <a:lnTo>
                    <a:pt x="1074154" y="303524"/>
                  </a:lnTo>
                  <a:lnTo>
                    <a:pt x="1071691" y="303524"/>
                  </a:lnTo>
                  <a:lnTo>
                    <a:pt x="1069227" y="303524"/>
                  </a:lnTo>
                  <a:lnTo>
                    <a:pt x="1066763" y="303524"/>
                  </a:lnTo>
                  <a:lnTo>
                    <a:pt x="1064300" y="303524"/>
                  </a:lnTo>
                  <a:lnTo>
                    <a:pt x="1061836" y="303524"/>
                  </a:lnTo>
                  <a:lnTo>
                    <a:pt x="1059372" y="303524"/>
                  </a:lnTo>
                  <a:lnTo>
                    <a:pt x="1056909" y="303524"/>
                  </a:lnTo>
                  <a:lnTo>
                    <a:pt x="1054445" y="303524"/>
                  </a:lnTo>
                  <a:lnTo>
                    <a:pt x="1051981" y="303524"/>
                  </a:lnTo>
                  <a:lnTo>
                    <a:pt x="1049518" y="303524"/>
                  </a:lnTo>
                  <a:lnTo>
                    <a:pt x="1047054" y="303524"/>
                  </a:lnTo>
                  <a:lnTo>
                    <a:pt x="1044590" y="303524"/>
                  </a:lnTo>
                  <a:lnTo>
                    <a:pt x="1042127" y="303524"/>
                  </a:lnTo>
                  <a:lnTo>
                    <a:pt x="1039663" y="303524"/>
                  </a:lnTo>
                  <a:lnTo>
                    <a:pt x="1037199" y="303524"/>
                  </a:lnTo>
                  <a:lnTo>
                    <a:pt x="1034736" y="303524"/>
                  </a:lnTo>
                  <a:lnTo>
                    <a:pt x="1032272" y="303524"/>
                  </a:lnTo>
                  <a:lnTo>
                    <a:pt x="1029808" y="303524"/>
                  </a:lnTo>
                  <a:lnTo>
                    <a:pt x="1027345" y="303524"/>
                  </a:lnTo>
                  <a:lnTo>
                    <a:pt x="1024881" y="303524"/>
                  </a:lnTo>
                  <a:lnTo>
                    <a:pt x="1022417" y="303524"/>
                  </a:lnTo>
                  <a:lnTo>
                    <a:pt x="1019954" y="303524"/>
                  </a:lnTo>
                  <a:lnTo>
                    <a:pt x="1017490" y="303524"/>
                  </a:lnTo>
                  <a:lnTo>
                    <a:pt x="1015026" y="303524"/>
                  </a:lnTo>
                  <a:lnTo>
                    <a:pt x="1012563" y="303524"/>
                  </a:lnTo>
                  <a:lnTo>
                    <a:pt x="1010099" y="303524"/>
                  </a:lnTo>
                  <a:lnTo>
                    <a:pt x="1007635" y="303524"/>
                  </a:lnTo>
                  <a:lnTo>
                    <a:pt x="1005172" y="303524"/>
                  </a:lnTo>
                  <a:lnTo>
                    <a:pt x="1002708" y="303524"/>
                  </a:lnTo>
                  <a:lnTo>
                    <a:pt x="1000244" y="303524"/>
                  </a:lnTo>
                  <a:lnTo>
                    <a:pt x="997781" y="303524"/>
                  </a:lnTo>
                  <a:lnTo>
                    <a:pt x="995317" y="303524"/>
                  </a:lnTo>
                  <a:lnTo>
                    <a:pt x="992853" y="303524"/>
                  </a:lnTo>
                  <a:lnTo>
                    <a:pt x="990390" y="303524"/>
                  </a:lnTo>
                  <a:lnTo>
                    <a:pt x="987926" y="303524"/>
                  </a:lnTo>
                  <a:lnTo>
                    <a:pt x="985463" y="303524"/>
                  </a:lnTo>
                  <a:lnTo>
                    <a:pt x="982999" y="303524"/>
                  </a:lnTo>
                  <a:lnTo>
                    <a:pt x="980535" y="303524"/>
                  </a:lnTo>
                  <a:lnTo>
                    <a:pt x="978072" y="303524"/>
                  </a:lnTo>
                  <a:lnTo>
                    <a:pt x="975608" y="303524"/>
                  </a:lnTo>
                  <a:lnTo>
                    <a:pt x="973144" y="303524"/>
                  </a:lnTo>
                  <a:lnTo>
                    <a:pt x="970681" y="303524"/>
                  </a:lnTo>
                  <a:lnTo>
                    <a:pt x="968217" y="303524"/>
                  </a:lnTo>
                  <a:lnTo>
                    <a:pt x="965753" y="303524"/>
                  </a:lnTo>
                  <a:lnTo>
                    <a:pt x="963290" y="303524"/>
                  </a:lnTo>
                  <a:lnTo>
                    <a:pt x="960826" y="303524"/>
                  </a:lnTo>
                  <a:lnTo>
                    <a:pt x="958362" y="303524"/>
                  </a:lnTo>
                  <a:lnTo>
                    <a:pt x="955899" y="303524"/>
                  </a:lnTo>
                  <a:lnTo>
                    <a:pt x="953435" y="303524"/>
                  </a:lnTo>
                  <a:lnTo>
                    <a:pt x="950971" y="303524"/>
                  </a:lnTo>
                  <a:lnTo>
                    <a:pt x="948508" y="303524"/>
                  </a:lnTo>
                  <a:lnTo>
                    <a:pt x="946044" y="303524"/>
                  </a:lnTo>
                  <a:lnTo>
                    <a:pt x="943580" y="303524"/>
                  </a:lnTo>
                  <a:lnTo>
                    <a:pt x="941117" y="303524"/>
                  </a:lnTo>
                  <a:lnTo>
                    <a:pt x="938653" y="303524"/>
                  </a:lnTo>
                  <a:lnTo>
                    <a:pt x="936189" y="303524"/>
                  </a:lnTo>
                  <a:lnTo>
                    <a:pt x="933726" y="303524"/>
                  </a:lnTo>
                  <a:lnTo>
                    <a:pt x="931262" y="303524"/>
                  </a:lnTo>
                  <a:lnTo>
                    <a:pt x="928798" y="303524"/>
                  </a:lnTo>
                  <a:lnTo>
                    <a:pt x="926335" y="303524"/>
                  </a:lnTo>
                  <a:lnTo>
                    <a:pt x="923871" y="303524"/>
                  </a:lnTo>
                  <a:lnTo>
                    <a:pt x="921407" y="303524"/>
                  </a:lnTo>
                  <a:lnTo>
                    <a:pt x="918944" y="303524"/>
                  </a:lnTo>
                  <a:lnTo>
                    <a:pt x="916480" y="303524"/>
                  </a:lnTo>
                  <a:lnTo>
                    <a:pt x="914016" y="303524"/>
                  </a:lnTo>
                  <a:lnTo>
                    <a:pt x="911553" y="303524"/>
                  </a:lnTo>
                  <a:lnTo>
                    <a:pt x="909089" y="303524"/>
                  </a:lnTo>
                  <a:lnTo>
                    <a:pt x="906625" y="303524"/>
                  </a:lnTo>
                  <a:lnTo>
                    <a:pt x="904162" y="303524"/>
                  </a:lnTo>
                  <a:lnTo>
                    <a:pt x="901698" y="303524"/>
                  </a:lnTo>
                  <a:lnTo>
                    <a:pt x="899235" y="303524"/>
                  </a:lnTo>
                  <a:lnTo>
                    <a:pt x="896771" y="303524"/>
                  </a:lnTo>
                  <a:lnTo>
                    <a:pt x="894307" y="303524"/>
                  </a:lnTo>
                  <a:lnTo>
                    <a:pt x="891844" y="303524"/>
                  </a:lnTo>
                  <a:lnTo>
                    <a:pt x="889380" y="303524"/>
                  </a:lnTo>
                  <a:lnTo>
                    <a:pt x="886916" y="303524"/>
                  </a:lnTo>
                  <a:lnTo>
                    <a:pt x="884453" y="303524"/>
                  </a:lnTo>
                  <a:lnTo>
                    <a:pt x="881989" y="303524"/>
                  </a:lnTo>
                  <a:lnTo>
                    <a:pt x="879525" y="303524"/>
                  </a:lnTo>
                  <a:lnTo>
                    <a:pt x="877062" y="303524"/>
                  </a:lnTo>
                  <a:lnTo>
                    <a:pt x="874598" y="303524"/>
                  </a:lnTo>
                  <a:lnTo>
                    <a:pt x="872134" y="303524"/>
                  </a:lnTo>
                  <a:lnTo>
                    <a:pt x="869671" y="303524"/>
                  </a:lnTo>
                  <a:lnTo>
                    <a:pt x="867207" y="303524"/>
                  </a:lnTo>
                  <a:lnTo>
                    <a:pt x="864743" y="303524"/>
                  </a:lnTo>
                  <a:lnTo>
                    <a:pt x="862280" y="303524"/>
                  </a:lnTo>
                  <a:lnTo>
                    <a:pt x="859816" y="303524"/>
                  </a:lnTo>
                  <a:lnTo>
                    <a:pt x="857352" y="303524"/>
                  </a:lnTo>
                  <a:lnTo>
                    <a:pt x="854889" y="303524"/>
                  </a:lnTo>
                  <a:lnTo>
                    <a:pt x="852425" y="303524"/>
                  </a:lnTo>
                  <a:lnTo>
                    <a:pt x="849961" y="303524"/>
                  </a:lnTo>
                  <a:lnTo>
                    <a:pt x="847498" y="303524"/>
                  </a:lnTo>
                  <a:lnTo>
                    <a:pt x="845034" y="303524"/>
                  </a:lnTo>
                  <a:lnTo>
                    <a:pt x="842570" y="303524"/>
                  </a:lnTo>
                  <a:lnTo>
                    <a:pt x="840107" y="303524"/>
                  </a:lnTo>
                  <a:lnTo>
                    <a:pt x="837643" y="303524"/>
                  </a:lnTo>
                  <a:lnTo>
                    <a:pt x="835179" y="303524"/>
                  </a:lnTo>
                  <a:lnTo>
                    <a:pt x="832716" y="303524"/>
                  </a:lnTo>
                  <a:lnTo>
                    <a:pt x="830252" y="303524"/>
                  </a:lnTo>
                  <a:lnTo>
                    <a:pt x="827788" y="303524"/>
                  </a:lnTo>
                  <a:lnTo>
                    <a:pt x="825325" y="303524"/>
                  </a:lnTo>
                  <a:lnTo>
                    <a:pt x="822861" y="303524"/>
                  </a:lnTo>
                  <a:lnTo>
                    <a:pt x="820397" y="303524"/>
                  </a:lnTo>
                  <a:lnTo>
                    <a:pt x="817934" y="303524"/>
                  </a:lnTo>
                  <a:lnTo>
                    <a:pt x="815470" y="303524"/>
                  </a:lnTo>
                  <a:lnTo>
                    <a:pt x="813006" y="303524"/>
                  </a:lnTo>
                  <a:lnTo>
                    <a:pt x="810543" y="303524"/>
                  </a:lnTo>
                  <a:lnTo>
                    <a:pt x="808079" y="303524"/>
                  </a:lnTo>
                  <a:lnTo>
                    <a:pt x="805616" y="303524"/>
                  </a:lnTo>
                  <a:lnTo>
                    <a:pt x="803152" y="303524"/>
                  </a:lnTo>
                  <a:lnTo>
                    <a:pt x="800688" y="303524"/>
                  </a:lnTo>
                  <a:lnTo>
                    <a:pt x="798225" y="303524"/>
                  </a:lnTo>
                  <a:lnTo>
                    <a:pt x="795761" y="303524"/>
                  </a:lnTo>
                  <a:lnTo>
                    <a:pt x="793297" y="303524"/>
                  </a:lnTo>
                  <a:lnTo>
                    <a:pt x="790834" y="303524"/>
                  </a:lnTo>
                  <a:lnTo>
                    <a:pt x="788370" y="303524"/>
                  </a:lnTo>
                  <a:lnTo>
                    <a:pt x="785906" y="303524"/>
                  </a:lnTo>
                  <a:lnTo>
                    <a:pt x="783443" y="303524"/>
                  </a:lnTo>
                  <a:lnTo>
                    <a:pt x="780979" y="303524"/>
                  </a:lnTo>
                  <a:lnTo>
                    <a:pt x="778515" y="303524"/>
                  </a:lnTo>
                  <a:lnTo>
                    <a:pt x="776052" y="303524"/>
                  </a:lnTo>
                  <a:lnTo>
                    <a:pt x="773588" y="303524"/>
                  </a:lnTo>
                  <a:lnTo>
                    <a:pt x="771124" y="303524"/>
                  </a:lnTo>
                  <a:lnTo>
                    <a:pt x="768661" y="303524"/>
                  </a:lnTo>
                  <a:lnTo>
                    <a:pt x="766197" y="303524"/>
                  </a:lnTo>
                  <a:lnTo>
                    <a:pt x="763733" y="303524"/>
                  </a:lnTo>
                  <a:lnTo>
                    <a:pt x="761270" y="303524"/>
                  </a:lnTo>
                  <a:lnTo>
                    <a:pt x="758806" y="303524"/>
                  </a:lnTo>
                  <a:lnTo>
                    <a:pt x="756342" y="303524"/>
                  </a:lnTo>
                  <a:lnTo>
                    <a:pt x="753879" y="303524"/>
                  </a:lnTo>
                  <a:lnTo>
                    <a:pt x="751415" y="303524"/>
                  </a:lnTo>
                  <a:lnTo>
                    <a:pt x="748951" y="303524"/>
                  </a:lnTo>
                  <a:lnTo>
                    <a:pt x="746488" y="303524"/>
                  </a:lnTo>
                  <a:lnTo>
                    <a:pt x="744024" y="303524"/>
                  </a:lnTo>
                  <a:lnTo>
                    <a:pt x="741560" y="303524"/>
                  </a:lnTo>
                  <a:lnTo>
                    <a:pt x="739097" y="303524"/>
                  </a:lnTo>
                  <a:lnTo>
                    <a:pt x="736633" y="303524"/>
                  </a:lnTo>
                  <a:lnTo>
                    <a:pt x="734169" y="303524"/>
                  </a:lnTo>
                  <a:lnTo>
                    <a:pt x="731706" y="303524"/>
                  </a:lnTo>
                  <a:lnTo>
                    <a:pt x="729242" y="303524"/>
                  </a:lnTo>
                  <a:lnTo>
                    <a:pt x="726778" y="303524"/>
                  </a:lnTo>
                  <a:lnTo>
                    <a:pt x="724315" y="303524"/>
                  </a:lnTo>
                  <a:lnTo>
                    <a:pt x="721851" y="303524"/>
                  </a:lnTo>
                  <a:lnTo>
                    <a:pt x="719388" y="303524"/>
                  </a:lnTo>
                  <a:lnTo>
                    <a:pt x="716924" y="303524"/>
                  </a:lnTo>
                  <a:lnTo>
                    <a:pt x="714460" y="303524"/>
                  </a:lnTo>
                  <a:lnTo>
                    <a:pt x="711997" y="303524"/>
                  </a:lnTo>
                  <a:lnTo>
                    <a:pt x="709533" y="303524"/>
                  </a:lnTo>
                  <a:lnTo>
                    <a:pt x="707069" y="303524"/>
                  </a:lnTo>
                  <a:lnTo>
                    <a:pt x="704606" y="303524"/>
                  </a:lnTo>
                  <a:lnTo>
                    <a:pt x="702142" y="303524"/>
                  </a:lnTo>
                  <a:lnTo>
                    <a:pt x="699678" y="303524"/>
                  </a:lnTo>
                  <a:lnTo>
                    <a:pt x="697215" y="303524"/>
                  </a:lnTo>
                  <a:lnTo>
                    <a:pt x="694751" y="303524"/>
                  </a:lnTo>
                  <a:lnTo>
                    <a:pt x="692287" y="303524"/>
                  </a:lnTo>
                  <a:lnTo>
                    <a:pt x="689824" y="303524"/>
                  </a:lnTo>
                  <a:lnTo>
                    <a:pt x="687360" y="303524"/>
                  </a:lnTo>
                  <a:lnTo>
                    <a:pt x="684896" y="303524"/>
                  </a:lnTo>
                  <a:lnTo>
                    <a:pt x="682433" y="303524"/>
                  </a:lnTo>
                  <a:lnTo>
                    <a:pt x="679969" y="303524"/>
                  </a:lnTo>
                  <a:lnTo>
                    <a:pt x="677505" y="303524"/>
                  </a:lnTo>
                  <a:lnTo>
                    <a:pt x="675042" y="303524"/>
                  </a:lnTo>
                  <a:lnTo>
                    <a:pt x="672578" y="303524"/>
                  </a:lnTo>
                  <a:lnTo>
                    <a:pt x="670114" y="303524"/>
                  </a:lnTo>
                  <a:lnTo>
                    <a:pt x="667651" y="303524"/>
                  </a:lnTo>
                  <a:lnTo>
                    <a:pt x="665187" y="303524"/>
                  </a:lnTo>
                  <a:lnTo>
                    <a:pt x="662723" y="303524"/>
                  </a:lnTo>
                  <a:lnTo>
                    <a:pt x="660260" y="303524"/>
                  </a:lnTo>
                  <a:lnTo>
                    <a:pt x="657796" y="303524"/>
                  </a:lnTo>
                  <a:lnTo>
                    <a:pt x="655332" y="303524"/>
                  </a:lnTo>
                  <a:lnTo>
                    <a:pt x="652869" y="303524"/>
                  </a:lnTo>
                  <a:lnTo>
                    <a:pt x="650405" y="303524"/>
                  </a:lnTo>
                  <a:lnTo>
                    <a:pt x="647941" y="303524"/>
                  </a:lnTo>
                  <a:lnTo>
                    <a:pt x="645478" y="303524"/>
                  </a:lnTo>
                  <a:lnTo>
                    <a:pt x="643014" y="303524"/>
                  </a:lnTo>
                  <a:lnTo>
                    <a:pt x="640550" y="303524"/>
                  </a:lnTo>
                  <a:lnTo>
                    <a:pt x="638087" y="303524"/>
                  </a:lnTo>
                  <a:lnTo>
                    <a:pt x="635623" y="303524"/>
                  </a:lnTo>
                  <a:lnTo>
                    <a:pt x="633159" y="303524"/>
                  </a:lnTo>
                  <a:lnTo>
                    <a:pt x="630696" y="303524"/>
                  </a:lnTo>
                  <a:lnTo>
                    <a:pt x="628232" y="303524"/>
                  </a:lnTo>
                  <a:lnTo>
                    <a:pt x="625769" y="303524"/>
                  </a:lnTo>
                  <a:lnTo>
                    <a:pt x="623305" y="303524"/>
                  </a:lnTo>
                  <a:lnTo>
                    <a:pt x="620841" y="303524"/>
                  </a:lnTo>
                  <a:lnTo>
                    <a:pt x="618378" y="303524"/>
                  </a:lnTo>
                  <a:lnTo>
                    <a:pt x="615914" y="303524"/>
                  </a:lnTo>
                  <a:lnTo>
                    <a:pt x="613450" y="303524"/>
                  </a:lnTo>
                  <a:lnTo>
                    <a:pt x="610987" y="303524"/>
                  </a:lnTo>
                  <a:lnTo>
                    <a:pt x="608523" y="303524"/>
                  </a:lnTo>
                  <a:lnTo>
                    <a:pt x="606059" y="303524"/>
                  </a:lnTo>
                  <a:lnTo>
                    <a:pt x="603596" y="303524"/>
                  </a:lnTo>
                  <a:lnTo>
                    <a:pt x="601132" y="303524"/>
                  </a:lnTo>
                  <a:lnTo>
                    <a:pt x="598668" y="303524"/>
                  </a:lnTo>
                  <a:lnTo>
                    <a:pt x="596205" y="303524"/>
                  </a:lnTo>
                  <a:lnTo>
                    <a:pt x="593741" y="303524"/>
                  </a:lnTo>
                  <a:lnTo>
                    <a:pt x="591277" y="303524"/>
                  </a:lnTo>
                  <a:lnTo>
                    <a:pt x="588814" y="303524"/>
                  </a:lnTo>
                  <a:lnTo>
                    <a:pt x="586350" y="303524"/>
                  </a:lnTo>
                  <a:lnTo>
                    <a:pt x="583886" y="303524"/>
                  </a:lnTo>
                  <a:lnTo>
                    <a:pt x="581423" y="303524"/>
                  </a:lnTo>
                  <a:lnTo>
                    <a:pt x="578959" y="303524"/>
                  </a:lnTo>
                  <a:lnTo>
                    <a:pt x="576495" y="303524"/>
                  </a:lnTo>
                  <a:lnTo>
                    <a:pt x="574032" y="303524"/>
                  </a:lnTo>
                  <a:lnTo>
                    <a:pt x="571568" y="303524"/>
                  </a:lnTo>
                  <a:lnTo>
                    <a:pt x="569104" y="303524"/>
                  </a:lnTo>
                  <a:lnTo>
                    <a:pt x="566641" y="303524"/>
                  </a:lnTo>
                  <a:lnTo>
                    <a:pt x="564177" y="303524"/>
                  </a:lnTo>
                  <a:lnTo>
                    <a:pt x="561713" y="303524"/>
                  </a:lnTo>
                  <a:lnTo>
                    <a:pt x="559250" y="303524"/>
                  </a:lnTo>
                  <a:lnTo>
                    <a:pt x="556786" y="303524"/>
                  </a:lnTo>
                  <a:lnTo>
                    <a:pt x="554322" y="303524"/>
                  </a:lnTo>
                  <a:lnTo>
                    <a:pt x="551859" y="303524"/>
                  </a:lnTo>
                  <a:lnTo>
                    <a:pt x="549395" y="303524"/>
                  </a:lnTo>
                  <a:lnTo>
                    <a:pt x="546931" y="303524"/>
                  </a:lnTo>
                  <a:lnTo>
                    <a:pt x="544468" y="303524"/>
                  </a:lnTo>
                  <a:lnTo>
                    <a:pt x="542004" y="303524"/>
                  </a:lnTo>
                  <a:lnTo>
                    <a:pt x="539541" y="303524"/>
                  </a:lnTo>
                  <a:lnTo>
                    <a:pt x="537077" y="303524"/>
                  </a:lnTo>
                  <a:lnTo>
                    <a:pt x="534613" y="303524"/>
                  </a:lnTo>
                  <a:lnTo>
                    <a:pt x="532150" y="303524"/>
                  </a:lnTo>
                  <a:lnTo>
                    <a:pt x="529686" y="303524"/>
                  </a:lnTo>
                  <a:lnTo>
                    <a:pt x="527222" y="303524"/>
                  </a:lnTo>
                  <a:lnTo>
                    <a:pt x="524759" y="303524"/>
                  </a:lnTo>
                  <a:lnTo>
                    <a:pt x="522295" y="303524"/>
                  </a:lnTo>
                  <a:lnTo>
                    <a:pt x="519831" y="303524"/>
                  </a:lnTo>
                  <a:lnTo>
                    <a:pt x="517368" y="303524"/>
                  </a:lnTo>
                  <a:lnTo>
                    <a:pt x="514904" y="303524"/>
                  </a:lnTo>
                  <a:lnTo>
                    <a:pt x="512440" y="303524"/>
                  </a:lnTo>
                  <a:lnTo>
                    <a:pt x="509977" y="303524"/>
                  </a:lnTo>
                  <a:lnTo>
                    <a:pt x="507513" y="303524"/>
                  </a:lnTo>
                  <a:lnTo>
                    <a:pt x="505049" y="303524"/>
                  </a:lnTo>
                  <a:lnTo>
                    <a:pt x="502586" y="303524"/>
                  </a:lnTo>
                  <a:lnTo>
                    <a:pt x="500122" y="303524"/>
                  </a:lnTo>
                  <a:lnTo>
                    <a:pt x="497658" y="303524"/>
                  </a:lnTo>
                  <a:lnTo>
                    <a:pt x="495195" y="303524"/>
                  </a:lnTo>
                  <a:lnTo>
                    <a:pt x="492731" y="303524"/>
                  </a:lnTo>
                  <a:lnTo>
                    <a:pt x="490267" y="303524"/>
                  </a:lnTo>
                  <a:lnTo>
                    <a:pt x="487804" y="303524"/>
                  </a:lnTo>
                  <a:lnTo>
                    <a:pt x="485340" y="303524"/>
                  </a:lnTo>
                  <a:lnTo>
                    <a:pt x="482876" y="303524"/>
                  </a:lnTo>
                  <a:lnTo>
                    <a:pt x="480413" y="303524"/>
                  </a:lnTo>
                  <a:lnTo>
                    <a:pt x="477949" y="303524"/>
                  </a:lnTo>
                  <a:lnTo>
                    <a:pt x="475485" y="303524"/>
                  </a:lnTo>
                  <a:lnTo>
                    <a:pt x="473022" y="303524"/>
                  </a:lnTo>
                  <a:lnTo>
                    <a:pt x="470558" y="303524"/>
                  </a:lnTo>
                  <a:lnTo>
                    <a:pt x="468094" y="303524"/>
                  </a:lnTo>
                  <a:lnTo>
                    <a:pt x="465631" y="303524"/>
                  </a:lnTo>
                  <a:lnTo>
                    <a:pt x="463167" y="303524"/>
                  </a:lnTo>
                  <a:lnTo>
                    <a:pt x="460703" y="303524"/>
                  </a:lnTo>
                  <a:lnTo>
                    <a:pt x="458240" y="303524"/>
                  </a:lnTo>
                  <a:lnTo>
                    <a:pt x="455776" y="303524"/>
                  </a:lnTo>
                  <a:lnTo>
                    <a:pt x="453312" y="303524"/>
                  </a:lnTo>
                  <a:lnTo>
                    <a:pt x="450849" y="303524"/>
                  </a:lnTo>
                  <a:lnTo>
                    <a:pt x="448385" y="303524"/>
                  </a:lnTo>
                  <a:lnTo>
                    <a:pt x="445922" y="303524"/>
                  </a:lnTo>
                  <a:lnTo>
                    <a:pt x="443458" y="303524"/>
                  </a:lnTo>
                  <a:lnTo>
                    <a:pt x="440994" y="303524"/>
                  </a:lnTo>
                  <a:lnTo>
                    <a:pt x="438531" y="303524"/>
                  </a:lnTo>
                  <a:lnTo>
                    <a:pt x="436067" y="303524"/>
                  </a:lnTo>
                  <a:lnTo>
                    <a:pt x="433603" y="303524"/>
                  </a:lnTo>
                  <a:lnTo>
                    <a:pt x="431140" y="303524"/>
                  </a:lnTo>
                  <a:lnTo>
                    <a:pt x="428676" y="303524"/>
                  </a:lnTo>
                  <a:lnTo>
                    <a:pt x="426212" y="303524"/>
                  </a:lnTo>
                  <a:lnTo>
                    <a:pt x="423749" y="303524"/>
                  </a:lnTo>
                  <a:lnTo>
                    <a:pt x="421285" y="303524"/>
                  </a:lnTo>
                  <a:lnTo>
                    <a:pt x="418821" y="303524"/>
                  </a:lnTo>
                  <a:lnTo>
                    <a:pt x="416358" y="303524"/>
                  </a:lnTo>
                  <a:lnTo>
                    <a:pt x="413894" y="303524"/>
                  </a:lnTo>
                  <a:lnTo>
                    <a:pt x="411430" y="303524"/>
                  </a:lnTo>
                  <a:lnTo>
                    <a:pt x="408967" y="303524"/>
                  </a:lnTo>
                  <a:lnTo>
                    <a:pt x="406503" y="303524"/>
                  </a:lnTo>
                  <a:lnTo>
                    <a:pt x="404039" y="303524"/>
                  </a:lnTo>
                  <a:lnTo>
                    <a:pt x="401576" y="303524"/>
                  </a:lnTo>
                  <a:lnTo>
                    <a:pt x="399112" y="303524"/>
                  </a:lnTo>
                  <a:lnTo>
                    <a:pt x="396648" y="303524"/>
                  </a:lnTo>
                  <a:lnTo>
                    <a:pt x="394185" y="303524"/>
                  </a:lnTo>
                  <a:lnTo>
                    <a:pt x="391721" y="303524"/>
                  </a:lnTo>
                  <a:lnTo>
                    <a:pt x="389257" y="303524"/>
                  </a:lnTo>
                  <a:lnTo>
                    <a:pt x="386794" y="303524"/>
                  </a:lnTo>
                  <a:lnTo>
                    <a:pt x="384330" y="303524"/>
                  </a:lnTo>
                  <a:lnTo>
                    <a:pt x="381866" y="303524"/>
                  </a:lnTo>
                  <a:lnTo>
                    <a:pt x="379403" y="303524"/>
                  </a:lnTo>
                  <a:lnTo>
                    <a:pt x="376939" y="303524"/>
                  </a:lnTo>
                  <a:lnTo>
                    <a:pt x="374475" y="303524"/>
                  </a:lnTo>
                  <a:lnTo>
                    <a:pt x="372012" y="303524"/>
                  </a:lnTo>
                  <a:lnTo>
                    <a:pt x="369548" y="303524"/>
                  </a:lnTo>
                  <a:lnTo>
                    <a:pt x="367084" y="303524"/>
                  </a:lnTo>
                  <a:lnTo>
                    <a:pt x="364621" y="303524"/>
                  </a:lnTo>
                  <a:lnTo>
                    <a:pt x="362157" y="303524"/>
                  </a:lnTo>
                  <a:lnTo>
                    <a:pt x="359694" y="303524"/>
                  </a:lnTo>
                  <a:lnTo>
                    <a:pt x="357230" y="303524"/>
                  </a:lnTo>
                  <a:lnTo>
                    <a:pt x="354766" y="303524"/>
                  </a:lnTo>
                  <a:lnTo>
                    <a:pt x="352303" y="303524"/>
                  </a:lnTo>
                  <a:lnTo>
                    <a:pt x="349839" y="303524"/>
                  </a:lnTo>
                  <a:lnTo>
                    <a:pt x="347375" y="303524"/>
                  </a:lnTo>
                  <a:lnTo>
                    <a:pt x="344912" y="303524"/>
                  </a:lnTo>
                  <a:lnTo>
                    <a:pt x="342448" y="303524"/>
                  </a:lnTo>
                  <a:lnTo>
                    <a:pt x="339984" y="303524"/>
                  </a:lnTo>
                  <a:lnTo>
                    <a:pt x="337521" y="303524"/>
                  </a:lnTo>
                  <a:lnTo>
                    <a:pt x="335057" y="303524"/>
                  </a:lnTo>
                  <a:lnTo>
                    <a:pt x="332593" y="303524"/>
                  </a:lnTo>
                  <a:lnTo>
                    <a:pt x="330130" y="303524"/>
                  </a:lnTo>
                  <a:lnTo>
                    <a:pt x="327666" y="303524"/>
                  </a:lnTo>
                  <a:lnTo>
                    <a:pt x="325202" y="303524"/>
                  </a:lnTo>
                  <a:lnTo>
                    <a:pt x="322739" y="303524"/>
                  </a:lnTo>
                  <a:lnTo>
                    <a:pt x="320275" y="303524"/>
                  </a:lnTo>
                  <a:lnTo>
                    <a:pt x="317811" y="303524"/>
                  </a:lnTo>
                  <a:lnTo>
                    <a:pt x="315348" y="303524"/>
                  </a:lnTo>
                  <a:lnTo>
                    <a:pt x="312884" y="303524"/>
                  </a:lnTo>
                  <a:lnTo>
                    <a:pt x="310420" y="303524"/>
                  </a:lnTo>
                  <a:lnTo>
                    <a:pt x="307957" y="303524"/>
                  </a:lnTo>
                  <a:lnTo>
                    <a:pt x="305493" y="303524"/>
                  </a:lnTo>
                  <a:lnTo>
                    <a:pt x="303029" y="303524"/>
                  </a:lnTo>
                  <a:lnTo>
                    <a:pt x="300566" y="303524"/>
                  </a:lnTo>
                  <a:lnTo>
                    <a:pt x="298102" y="303524"/>
                  </a:lnTo>
                  <a:lnTo>
                    <a:pt x="295638" y="303524"/>
                  </a:lnTo>
                  <a:lnTo>
                    <a:pt x="293175" y="303524"/>
                  </a:lnTo>
                  <a:lnTo>
                    <a:pt x="290711" y="303524"/>
                  </a:lnTo>
                  <a:lnTo>
                    <a:pt x="288247" y="303524"/>
                  </a:lnTo>
                  <a:lnTo>
                    <a:pt x="285784" y="303524"/>
                  </a:lnTo>
                  <a:lnTo>
                    <a:pt x="283320" y="303524"/>
                  </a:lnTo>
                  <a:lnTo>
                    <a:pt x="280856" y="303524"/>
                  </a:lnTo>
                  <a:lnTo>
                    <a:pt x="278393" y="303524"/>
                  </a:lnTo>
                  <a:lnTo>
                    <a:pt x="275929" y="303524"/>
                  </a:lnTo>
                  <a:lnTo>
                    <a:pt x="273465" y="303524"/>
                  </a:lnTo>
                  <a:lnTo>
                    <a:pt x="271002" y="303524"/>
                  </a:lnTo>
                  <a:lnTo>
                    <a:pt x="268538" y="303524"/>
                  </a:lnTo>
                  <a:lnTo>
                    <a:pt x="266075" y="303524"/>
                  </a:lnTo>
                  <a:lnTo>
                    <a:pt x="263611" y="303524"/>
                  </a:lnTo>
                  <a:lnTo>
                    <a:pt x="261147" y="303524"/>
                  </a:lnTo>
                  <a:lnTo>
                    <a:pt x="258684" y="303524"/>
                  </a:lnTo>
                  <a:lnTo>
                    <a:pt x="256220" y="303524"/>
                  </a:lnTo>
                  <a:lnTo>
                    <a:pt x="253756" y="303524"/>
                  </a:lnTo>
                  <a:lnTo>
                    <a:pt x="251293" y="303524"/>
                  </a:lnTo>
                  <a:lnTo>
                    <a:pt x="248829" y="303524"/>
                  </a:lnTo>
                  <a:lnTo>
                    <a:pt x="246365" y="303524"/>
                  </a:lnTo>
                  <a:lnTo>
                    <a:pt x="243902" y="303524"/>
                  </a:lnTo>
                  <a:lnTo>
                    <a:pt x="241438" y="303524"/>
                  </a:lnTo>
                  <a:lnTo>
                    <a:pt x="238974" y="303524"/>
                  </a:lnTo>
                  <a:lnTo>
                    <a:pt x="236511" y="303524"/>
                  </a:lnTo>
                  <a:lnTo>
                    <a:pt x="234047" y="303524"/>
                  </a:lnTo>
                  <a:lnTo>
                    <a:pt x="231583" y="303524"/>
                  </a:lnTo>
                  <a:lnTo>
                    <a:pt x="229120" y="303524"/>
                  </a:lnTo>
                  <a:lnTo>
                    <a:pt x="226656" y="303524"/>
                  </a:lnTo>
                  <a:lnTo>
                    <a:pt x="224192" y="303524"/>
                  </a:lnTo>
                  <a:lnTo>
                    <a:pt x="221729" y="303524"/>
                  </a:lnTo>
                  <a:lnTo>
                    <a:pt x="219265" y="303524"/>
                  </a:lnTo>
                  <a:lnTo>
                    <a:pt x="216801" y="303524"/>
                  </a:lnTo>
                  <a:lnTo>
                    <a:pt x="214338" y="303524"/>
                  </a:lnTo>
                  <a:lnTo>
                    <a:pt x="211874" y="303524"/>
                  </a:lnTo>
                  <a:lnTo>
                    <a:pt x="209410" y="303524"/>
                  </a:lnTo>
                  <a:lnTo>
                    <a:pt x="206947" y="303524"/>
                  </a:lnTo>
                  <a:lnTo>
                    <a:pt x="204483" y="303524"/>
                  </a:lnTo>
                  <a:lnTo>
                    <a:pt x="202019" y="303524"/>
                  </a:lnTo>
                  <a:lnTo>
                    <a:pt x="199556" y="303524"/>
                  </a:lnTo>
                  <a:lnTo>
                    <a:pt x="197092" y="303524"/>
                  </a:lnTo>
                  <a:lnTo>
                    <a:pt x="194628" y="303524"/>
                  </a:lnTo>
                  <a:lnTo>
                    <a:pt x="192165" y="303524"/>
                  </a:lnTo>
                  <a:lnTo>
                    <a:pt x="189701" y="303524"/>
                  </a:lnTo>
                  <a:lnTo>
                    <a:pt x="187237" y="303524"/>
                  </a:lnTo>
                  <a:lnTo>
                    <a:pt x="184774" y="303524"/>
                  </a:lnTo>
                  <a:lnTo>
                    <a:pt x="182310" y="303524"/>
                  </a:lnTo>
                  <a:lnTo>
                    <a:pt x="179847" y="303524"/>
                  </a:lnTo>
                  <a:lnTo>
                    <a:pt x="177383" y="303524"/>
                  </a:lnTo>
                  <a:lnTo>
                    <a:pt x="174919" y="303524"/>
                  </a:lnTo>
                  <a:lnTo>
                    <a:pt x="172456" y="303524"/>
                  </a:lnTo>
                  <a:lnTo>
                    <a:pt x="169992" y="303524"/>
                  </a:lnTo>
                  <a:lnTo>
                    <a:pt x="167528" y="303524"/>
                  </a:lnTo>
                  <a:lnTo>
                    <a:pt x="165065" y="303524"/>
                  </a:lnTo>
                  <a:lnTo>
                    <a:pt x="162601" y="303524"/>
                  </a:lnTo>
                  <a:lnTo>
                    <a:pt x="160137" y="303524"/>
                  </a:lnTo>
                  <a:lnTo>
                    <a:pt x="157674" y="303524"/>
                  </a:lnTo>
                  <a:lnTo>
                    <a:pt x="155210" y="303524"/>
                  </a:lnTo>
                  <a:lnTo>
                    <a:pt x="152746" y="303524"/>
                  </a:lnTo>
                  <a:lnTo>
                    <a:pt x="150283" y="303524"/>
                  </a:lnTo>
                  <a:lnTo>
                    <a:pt x="147819" y="303524"/>
                  </a:lnTo>
                  <a:lnTo>
                    <a:pt x="145355" y="303524"/>
                  </a:lnTo>
                  <a:lnTo>
                    <a:pt x="142892" y="303524"/>
                  </a:lnTo>
                  <a:lnTo>
                    <a:pt x="140428" y="303524"/>
                  </a:lnTo>
                  <a:lnTo>
                    <a:pt x="137964" y="303524"/>
                  </a:lnTo>
                  <a:lnTo>
                    <a:pt x="135501" y="303524"/>
                  </a:lnTo>
                  <a:lnTo>
                    <a:pt x="133037" y="303524"/>
                  </a:lnTo>
                  <a:lnTo>
                    <a:pt x="130573" y="303524"/>
                  </a:lnTo>
                  <a:lnTo>
                    <a:pt x="128110" y="303524"/>
                  </a:lnTo>
                  <a:lnTo>
                    <a:pt x="125646" y="303524"/>
                  </a:lnTo>
                  <a:lnTo>
                    <a:pt x="123182" y="303524"/>
                  </a:lnTo>
                  <a:lnTo>
                    <a:pt x="120719" y="303524"/>
                  </a:lnTo>
                  <a:lnTo>
                    <a:pt x="118255" y="303524"/>
                  </a:lnTo>
                  <a:lnTo>
                    <a:pt x="115791" y="303524"/>
                  </a:lnTo>
                  <a:lnTo>
                    <a:pt x="113328" y="303524"/>
                  </a:lnTo>
                  <a:lnTo>
                    <a:pt x="110864" y="303524"/>
                  </a:lnTo>
                  <a:lnTo>
                    <a:pt x="108400" y="303524"/>
                  </a:lnTo>
                  <a:lnTo>
                    <a:pt x="105937" y="303524"/>
                  </a:lnTo>
                  <a:lnTo>
                    <a:pt x="103473" y="303524"/>
                  </a:lnTo>
                  <a:lnTo>
                    <a:pt x="101009" y="303524"/>
                  </a:lnTo>
                  <a:lnTo>
                    <a:pt x="98546" y="303524"/>
                  </a:lnTo>
                  <a:lnTo>
                    <a:pt x="96082" y="303524"/>
                  </a:lnTo>
                  <a:lnTo>
                    <a:pt x="93618" y="303524"/>
                  </a:lnTo>
                  <a:lnTo>
                    <a:pt x="91155" y="303524"/>
                  </a:lnTo>
                  <a:lnTo>
                    <a:pt x="88691" y="303524"/>
                  </a:lnTo>
                  <a:lnTo>
                    <a:pt x="86228" y="303524"/>
                  </a:lnTo>
                  <a:lnTo>
                    <a:pt x="83764" y="303524"/>
                  </a:lnTo>
                  <a:lnTo>
                    <a:pt x="81300" y="303524"/>
                  </a:lnTo>
                  <a:lnTo>
                    <a:pt x="78837" y="303524"/>
                  </a:lnTo>
                  <a:lnTo>
                    <a:pt x="76373" y="303524"/>
                  </a:lnTo>
                  <a:lnTo>
                    <a:pt x="73909" y="303524"/>
                  </a:lnTo>
                  <a:lnTo>
                    <a:pt x="71446" y="303524"/>
                  </a:lnTo>
                  <a:lnTo>
                    <a:pt x="68982" y="303524"/>
                  </a:lnTo>
                  <a:lnTo>
                    <a:pt x="66518" y="303524"/>
                  </a:lnTo>
                  <a:lnTo>
                    <a:pt x="64055" y="303524"/>
                  </a:lnTo>
                  <a:lnTo>
                    <a:pt x="61591" y="303524"/>
                  </a:lnTo>
                  <a:lnTo>
                    <a:pt x="59127" y="303524"/>
                  </a:lnTo>
                  <a:lnTo>
                    <a:pt x="56664" y="303524"/>
                  </a:lnTo>
                  <a:lnTo>
                    <a:pt x="54200" y="303524"/>
                  </a:lnTo>
                  <a:lnTo>
                    <a:pt x="51736" y="303524"/>
                  </a:lnTo>
                  <a:lnTo>
                    <a:pt x="49273" y="303524"/>
                  </a:lnTo>
                  <a:lnTo>
                    <a:pt x="46809" y="303524"/>
                  </a:lnTo>
                  <a:lnTo>
                    <a:pt x="44345" y="303524"/>
                  </a:lnTo>
                  <a:lnTo>
                    <a:pt x="41882" y="303524"/>
                  </a:lnTo>
                  <a:lnTo>
                    <a:pt x="39418" y="303524"/>
                  </a:lnTo>
                  <a:lnTo>
                    <a:pt x="36954" y="303524"/>
                  </a:lnTo>
                  <a:lnTo>
                    <a:pt x="34491" y="303524"/>
                  </a:lnTo>
                  <a:lnTo>
                    <a:pt x="32027" y="303524"/>
                  </a:lnTo>
                  <a:lnTo>
                    <a:pt x="29563" y="303524"/>
                  </a:lnTo>
                  <a:lnTo>
                    <a:pt x="27100" y="303524"/>
                  </a:lnTo>
                  <a:lnTo>
                    <a:pt x="24636" y="303524"/>
                  </a:lnTo>
                  <a:lnTo>
                    <a:pt x="22172" y="303524"/>
                  </a:lnTo>
                  <a:lnTo>
                    <a:pt x="19709" y="303524"/>
                  </a:lnTo>
                  <a:lnTo>
                    <a:pt x="17245" y="303524"/>
                  </a:lnTo>
                  <a:lnTo>
                    <a:pt x="14781" y="303524"/>
                  </a:lnTo>
                  <a:lnTo>
                    <a:pt x="12318" y="303524"/>
                  </a:lnTo>
                  <a:lnTo>
                    <a:pt x="9854" y="303524"/>
                  </a:lnTo>
                  <a:lnTo>
                    <a:pt x="7390" y="303524"/>
                  </a:lnTo>
                  <a:lnTo>
                    <a:pt x="4927" y="303524"/>
                  </a:lnTo>
                  <a:lnTo>
                    <a:pt x="2463" y="30352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2433616" y="3836317"/>
              <a:ext cx="1258929" cy="303524"/>
            </a:xfrm>
            <a:custGeom>
              <a:avLst/>
              <a:pathLst>
                <a:path w="1258929" h="303524">
                  <a:moveTo>
                    <a:pt x="0" y="303524"/>
                  </a:moveTo>
                  <a:lnTo>
                    <a:pt x="2463" y="303524"/>
                  </a:lnTo>
                  <a:lnTo>
                    <a:pt x="4927" y="303524"/>
                  </a:lnTo>
                  <a:lnTo>
                    <a:pt x="7390" y="303524"/>
                  </a:lnTo>
                  <a:lnTo>
                    <a:pt x="9854" y="303524"/>
                  </a:lnTo>
                  <a:lnTo>
                    <a:pt x="12318" y="303523"/>
                  </a:lnTo>
                  <a:lnTo>
                    <a:pt x="14781" y="303523"/>
                  </a:lnTo>
                  <a:lnTo>
                    <a:pt x="17245" y="303522"/>
                  </a:lnTo>
                  <a:lnTo>
                    <a:pt x="19709" y="303521"/>
                  </a:lnTo>
                  <a:lnTo>
                    <a:pt x="22172" y="303519"/>
                  </a:lnTo>
                  <a:lnTo>
                    <a:pt x="24636" y="303517"/>
                  </a:lnTo>
                  <a:lnTo>
                    <a:pt x="27100" y="303514"/>
                  </a:lnTo>
                  <a:lnTo>
                    <a:pt x="29563" y="303509"/>
                  </a:lnTo>
                  <a:lnTo>
                    <a:pt x="32027" y="303501"/>
                  </a:lnTo>
                  <a:lnTo>
                    <a:pt x="34491" y="303491"/>
                  </a:lnTo>
                  <a:lnTo>
                    <a:pt x="36954" y="303477"/>
                  </a:lnTo>
                  <a:lnTo>
                    <a:pt x="39418" y="303457"/>
                  </a:lnTo>
                  <a:lnTo>
                    <a:pt x="41882" y="303431"/>
                  </a:lnTo>
                  <a:lnTo>
                    <a:pt x="44345" y="303396"/>
                  </a:lnTo>
                  <a:lnTo>
                    <a:pt x="46809" y="303347"/>
                  </a:lnTo>
                  <a:lnTo>
                    <a:pt x="49273" y="303282"/>
                  </a:lnTo>
                  <a:lnTo>
                    <a:pt x="51736" y="303196"/>
                  </a:lnTo>
                  <a:lnTo>
                    <a:pt x="54200" y="303085"/>
                  </a:lnTo>
                  <a:lnTo>
                    <a:pt x="56664" y="302942"/>
                  </a:lnTo>
                  <a:lnTo>
                    <a:pt x="59127" y="302760"/>
                  </a:lnTo>
                  <a:lnTo>
                    <a:pt x="61591" y="302531"/>
                  </a:lnTo>
                  <a:lnTo>
                    <a:pt x="64055" y="302239"/>
                  </a:lnTo>
                  <a:lnTo>
                    <a:pt x="66518" y="301869"/>
                  </a:lnTo>
                  <a:lnTo>
                    <a:pt x="68982" y="301412"/>
                  </a:lnTo>
                  <a:lnTo>
                    <a:pt x="71446" y="300854"/>
                  </a:lnTo>
                  <a:lnTo>
                    <a:pt x="73909" y="300177"/>
                  </a:lnTo>
                  <a:lnTo>
                    <a:pt x="76373" y="299364"/>
                  </a:lnTo>
                  <a:lnTo>
                    <a:pt x="78837" y="298395"/>
                  </a:lnTo>
                  <a:lnTo>
                    <a:pt x="81300" y="297245"/>
                  </a:lnTo>
                  <a:lnTo>
                    <a:pt x="83764" y="295854"/>
                  </a:lnTo>
                  <a:lnTo>
                    <a:pt x="86228" y="294227"/>
                  </a:lnTo>
                  <a:lnTo>
                    <a:pt x="88691" y="292339"/>
                  </a:lnTo>
                  <a:lnTo>
                    <a:pt x="91155" y="290164"/>
                  </a:lnTo>
                  <a:lnTo>
                    <a:pt x="93618" y="287676"/>
                  </a:lnTo>
                  <a:lnTo>
                    <a:pt x="96082" y="284848"/>
                  </a:lnTo>
                  <a:lnTo>
                    <a:pt x="98546" y="281657"/>
                  </a:lnTo>
                  <a:lnTo>
                    <a:pt x="101009" y="278026"/>
                  </a:lnTo>
                  <a:lnTo>
                    <a:pt x="103473" y="273958"/>
                  </a:lnTo>
                  <a:lnTo>
                    <a:pt x="105937" y="269463"/>
                  </a:lnTo>
                  <a:lnTo>
                    <a:pt x="108400" y="264531"/>
                  </a:lnTo>
                  <a:lnTo>
                    <a:pt x="110864" y="259161"/>
                  </a:lnTo>
                  <a:lnTo>
                    <a:pt x="113328" y="253360"/>
                  </a:lnTo>
                  <a:lnTo>
                    <a:pt x="115791" y="247141"/>
                  </a:lnTo>
                  <a:lnTo>
                    <a:pt x="118255" y="240511"/>
                  </a:lnTo>
                  <a:lnTo>
                    <a:pt x="120719" y="233487"/>
                  </a:lnTo>
                  <a:lnTo>
                    <a:pt x="123182" y="226176"/>
                  </a:lnTo>
                  <a:lnTo>
                    <a:pt x="125646" y="218643"/>
                  </a:lnTo>
                  <a:lnTo>
                    <a:pt x="128110" y="210960"/>
                  </a:lnTo>
                  <a:lnTo>
                    <a:pt x="130573" y="203211"/>
                  </a:lnTo>
                  <a:lnTo>
                    <a:pt x="133037" y="195487"/>
                  </a:lnTo>
                  <a:lnTo>
                    <a:pt x="135501" y="187884"/>
                  </a:lnTo>
                  <a:lnTo>
                    <a:pt x="137964" y="180560"/>
                  </a:lnTo>
                  <a:lnTo>
                    <a:pt x="140428" y="173609"/>
                  </a:lnTo>
                  <a:lnTo>
                    <a:pt x="142892" y="167121"/>
                  </a:lnTo>
                  <a:lnTo>
                    <a:pt x="145355" y="161179"/>
                  </a:lnTo>
                  <a:lnTo>
                    <a:pt x="147819" y="155857"/>
                  </a:lnTo>
                  <a:lnTo>
                    <a:pt x="150283" y="151214"/>
                  </a:lnTo>
                  <a:lnTo>
                    <a:pt x="152746" y="147290"/>
                  </a:lnTo>
                  <a:lnTo>
                    <a:pt x="155210" y="144165"/>
                  </a:lnTo>
                  <a:lnTo>
                    <a:pt x="157674" y="141846"/>
                  </a:lnTo>
                  <a:lnTo>
                    <a:pt x="160137" y="140209"/>
                  </a:lnTo>
                  <a:lnTo>
                    <a:pt x="162601" y="139186"/>
                  </a:lnTo>
                  <a:lnTo>
                    <a:pt x="165065" y="138689"/>
                  </a:lnTo>
                  <a:lnTo>
                    <a:pt x="167528" y="138607"/>
                  </a:lnTo>
                  <a:lnTo>
                    <a:pt x="169992" y="138812"/>
                  </a:lnTo>
                  <a:lnTo>
                    <a:pt x="172456" y="139161"/>
                  </a:lnTo>
                  <a:lnTo>
                    <a:pt x="174919" y="139450"/>
                  </a:lnTo>
                  <a:lnTo>
                    <a:pt x="177383" y="139490"/>
                  </a:lnTo>
                  <a:lnTo>
                    <a:pt x="179847" y="139119"/>
                  </a:lnTo>
                  <a:lnTo>
                    <a:pt x="182310" y="138183"/>
                  </a:lnTo>
                  <a:lnTo>
                    <a:pt x="184774" y="136542"/>
                  </a:lnTo>
                  <a:lnTo>
                    <a:pt x="187237" y="134071"/>
                  </a:lnTo>
                  <a:lnTo>
                    <a:pt x="189701" y="130668"/>
                  </a:lnTo>
                  <a:lnTo>
                    <a:pt x="192165" y="126142"/>
                  </a:lnTo>
                  <a:lnTo>
                    <a:pt x="194628" y="120480"/>
                  </a:lnTo>
                  <a:lnTo>
                    <a:pt x="197092" y="113775"/>
                  </a:lnTo>
                  <a:lnTo>
                    <a:pt x="199556" y="106078"/>
                  </a:lnTo>
                  <a:lnTo>
                    <a:pt x="202019" y="97478"/>
                  </a:lnTo>
                  <a:lnTo>
                    <a:pt x="204483" y="88097"/>
                  </a:lnTo>
                  <a:lnTo>
                    <a:pt x="206947" y="78092"/>
                  </a:lnTo>
                  <a:lnTo>
                    <a:pt x="209410" y="67649"/>
                  </a:lnTo>
                  <a:lnTo>
                    <a:pt x="211874" y="57032"/>
                  </a:lnTo>
                  <a:lnTo>
                    <a:pt x="214338" y="46565"/>
                  </a:lnTo>
                  <a:lnTo>
                    <a:pt x="216801" y="36512"/>
                  </a:lnTo>
                  <a:lnTo>
                    <a:pt x="219265" y="27144"/>
                  </a:lnTo>
                  <a:lnTo>
                    <a:pt x="221729" y="18725"/>
                  </a:lnTo>
                  <a:lnTo>
                    <a:pt x="224192" y="11512"/>
                  </a:lnTo>
                  <a:lnTo>
                    <a:pt x="226656" y="5742"/>
                  </a:lnTo>
                  <a:lnTo>
                    <a:pt x="229120" y="1886"/>
                  </a:lnTo>
                  <a:lnTo>
                    <a:pt x="231583" y="0"/>
                  </a:lnTo>
                  <a:lnTo>
                    <a:pt x="234047" y="108"/>
                  </a:lnTo>
                  <a:lnTo>
                    <a:pt x="236511" y="2272"/>
                  </a:lnTo>
                  <a:lnTo>
                    <a:pt x="238974" y="6504"/>
                  </a:lnTo>
                  <a:lnTo>
                    <a:pt x="241438" y="12770"/>
                  </a:lnTo>
                  <a:lnTo>
                    <a:pt x="243902" y="20991"/>
                  </a:lnTo>
                  <a:lnTo>
                    <a:pt x="246365" y="31137"/>
                  </a:lnTo>
                  <a:lnTo>
                    <a:pt x="248829" y="43085"/>
                  </a:lnTo>
                  <a:lnTo>
                    <a:pt x="251293" y="56386"/>
                  </a:lnTo>
                  <a:lnTo>
                    <a:pt x="253756" y="70800"/>
                  </a:lnTo>
                  <a:lnTo>
                    <a:pt x="256220" y="86072"/>
                  </a:lnTo>
                  <a:lnTo>
                    <a:pt x="258684" y="101944"/>
                  </a:lnTo>
                  <a:lnTo>
                    <a:pt x="261147" y="118156"/>
                  </a:lnTo>
                  <a:lnTo>
                    <a:pt x="263611" y="134455"/>
                  </a:lnTo>
                  <a:lnTo>
                    <a:pt x="266075" y="150528"/>
                  </a:lnTo>
                  <a:lnTo>
                    <a:pt x="268538" y="166146"/>
                  </a:lnTo>
                  <a:lnTo>
                    <a:pt x="271002" y="181140"/>
                  </a:lnTo>
                  <a:lnTo>
                    <a:pt x="273465" y="195367"/>
                  </a:lnTo>
                  <a:lnTo>
                    <a:pt x="275929" y="208711"/>
                  </a:lnTo>
                  <a:lnTo>
                    <a:pt x="278393" y="221087"/>
                  </a:lnTo>
                  <a:lnTo>
                    <a:pt x="280856" y="232439"/>
                  </a:lnTo>
                  <a:lnTo>
                    <a:pt x="283320" y="242643"/>
                  </a:lnTo>
                  <a:lnTo>
                    <a:pt x="285784" y="251696"/>
                  </a:lnTo>
                  <a:lnTo>
                    <a:pt x="288247" y="259732"/>
                  </a:lnTo>
                  <a:lnTo>
                    <a:pt x="290711" y="266796"/>
                  </a:lnTo>
                  <a:lnTo>
                    <a:pt x="293175" y="272946"/>
                  </a:lnTo>
                  <a:lnTo>
                    <a:pt x="295638" y="278248"/>
                  </a:lnTo>
                  <a:lnTo>
                    <a:pt x="298102" y="282774"/>
                  </a:lnTo>
                  <a:lnTo>
                    <a:pt x="300566" y="286593"/>
                  </a:lnTo>
                  <a:lnTo>
                    <a:pt x="303029" y="289701"/>
                  </a:lnTo>
                  <a:lnTo>
                    <a:pt x="305493" y="292291"/>
                  </a:lnTo>
                  <a:lnTo>
                    <a:pt x="307957" y="294432"/>
                  </a:lnTo>
                  <a:lnTo>
                    <a:pt x="310420" y="296187"/>
                  </a:lnTo>
                  <a:lnTo>
                    <a:pt x="312884" y="297615"/>
                  </a:lnTo>
                  <a:lnTo>
                    <a:pt x="315348" y="298768"/>
                  </a:lnTo>
                  <a:lnTo>
                    <a:pt x="317811" y="299691"/>
                  </a:lnTo>
                  <a:lnTo>
                    <a:pt x="320275" y="300411"/>
                  </a:lnTo>
                  <a:lnTo>
                    <a:pt x="322739" y="300978"/>
                  </a:lnTo>
                  <a:lnTo>
                    <a:pt x="325202" y="301432"/>
                  </a:lnTo>
                  <a:lnTo>
                    <a:pt x="327666" y="301795"/>
                  </a:lnTo>
                  <a:lnTo>
                    <a:pt x="330130" y="302086"/>
                  </a:lnTo>
                  <a:lnTo>
                    <a:pt x="332593" y="302319"/>
                  </a:lnTo>
                  <a:lnTo>
                    <a:pt x="335057" y="302508"/>
                  </a:lnTo>
                  <a:lnTo>
                    <a:pt x="337521" y="302660"/>
                  </a:lnTo>
                  <a:lnTo>
                    <a:pt x="339984" y="302784"/>
                  </a:lnTo>
                  <a:lnTo>
                    <a:pt x="342448" y="302888"/>
                  </a:lnTo>
                  <a:lnTo>
                    <a:pt x="344912" y="302976"/>
                  </a:lnTo>
                  <a:lnTo>
                    <a:pt x="347375" y="303052"/>
                  </a:lnTo>
                  <a:lnTo>
                    <a:pt x="349839" y="303118"/>
                  </a:lnTo>
                  <a:lnTo>
                    <a:pt x="352303" y="303176"/>
                  </a:lnTo>
                  <a:lnTo>
                    <a:pt x="354766" y="303227"/>
                  </a:lnTo>
                  <a:lnTo>
                    <a:pt x="357230" y="303270"/>
                  </a:lnTo>
                  <a:lnTo>
                    <a:pt x="359694" y="303309"/>
                  </a:lnTo>
                  <a:lnTo>
                    <a:pt x="362157" y="303343"/>
                  </a:lnTo>
                  <a:lnTo>
                    <a:pt x="364621" y="303372"/>
                  </a:lnTo>
                  <a:lnTo>
                    <a:pt x="367084" y="303398"/>
                  </a:lnTo>
                  <a:lnTo>
                    <a:pt x="369548" y="303420"/>
                  </a:lnTo>
                  <a:lnTo>
                    <a:pt x="372012" y="303440"/>
                  </a:lnTo>
                  <a:lnTo>
                    <a:pt x="374475" y="303456"/>
                  </a:lnTo>
                  <a:lnTo>
                    <a:pt x="376939" y="303469"/>
                  </a:lnTo>
                  <a:lnTo>
                    <a:pt x="379403" y="303480"/>
                  </a:lnTo>
                  <a:lnTo>
                    <a:pt x="381866" y="303489"/>
                  </a:lnTo>
                  <a:lnTo>
                    <a:pt x="384330" y="303497"/>
                  </a:lnTo>
                  <a:lnTo>
                    <a:pt x="386794" y="303503"/>
                  </a:lnTo>
                  <a:lnTo>
                    <a:pt x="389257" y="303508"/>
                  </a:lnTo>
                  <a:lnTo>
                    <a:pt x="391721" y="303512"/>
                  </a:lnTo>
                  <a:lnTo>
                    <a:pt x="394185" y="303514"/>
                  </a:lnTo>
                  <a:lnTo>
                    <a:pt x="396648" y="303516"/>
                  </a:lnTo>
                  <a:lnTo>
                    <a:pt x="399112" y="303518"/>
                  </a:lnTo>
                  <a:lnTo>
                    <a:pt x="401576" y="303519"/>
                  </a:lnTo>
                  <a:lnTo>
                    <a:pt x="404039" y="303519"/>
                  </a:lnTo>
                  <a:lnTo>
                    <a:pt x="406503" y="303518"/>
                  </a:lnTo>
                  <a:lnTo>
                    <a:pt x="408967" y="303518"/>
                  </a:lnTo>
                  <a:lnTo>
                    <a:pt x="411430" y="303516"/>
                  </a:lnTo>
                  <a:lnTo>
                    <a:pt x="413894" y="303514"/>
                  </a:lnTo>
                  <a:lnTo>
                    <a:pt x="416358" y="303511"/>
                  </a:lnTo>
                  <a:lnTo>
                    <a:pt x="418821" y="303507"/>
                  </a:lnTo>
                  <a:lnTo>
                    <a:pt x="421285" y="303502"/>
                  </a:lnTo>
                  <a:lnTo>
                    <a:pt x="423749" y="303496"/>
                  </a:lnTo>
                  <a:lnTo>
                    <a:pt x="426212" y="303488"/>
                  </a:lnTo>
                  <a:lnTo>
                    <a:pt x="428676" y="303479"/>
                  </a:lnTo>
                  <a:lnTo>
                    <a:pt x="431140" y="303468"/>
                  </a:lnTo>
                  <a:lnTo>
                    <a:pt x="433603" y="303455"/>
                  </a:lnTo>
                  <a:lnTo>
                    <a:pt x="436067" y="303440"/>
                  </a:lnTo>
                  <a:lnTo>
                    <a:pt x="438531" y="303422"/>
                  </a:lnTo>
                  <a:lnTo>
                    <a:pt x="440994" y="303403"/>
                  </a:lnTo>
                  <a:lnTo>
                    <a:pt x="443458" y="303381"/>
                  </a:lnTo>
                  <a:lnTo>
                    <a:pt x="445922" y="303356"/>
                  </a:lnTo>
                  <a:lnTo>
                    <a:pt x="448385" y="303329"/>
                  </a:lnTo>
                  <a:lnTo>
                    <a:pt x="450849" y="303300"/>
                  </a:lnTo>
                  <a:lnTo>
                    <a:pt x="453312" y="303270"/>
                  </a:lnTo>
                  <a:lnTo>
                    <a:pt x="455776" y="303238"/>
                  </a:lnTo>
                  <a:lnTo>
                    <a:pt x="458240" y="303206"/>
                  </a:lnTo>
                  <a:lnTo>
                    <a:pt x="460703" y="303173"/>
                  </a:lnTo>
                  <a:lnTo>
                    <a:pt x="463167" y="303141"/>
                  </a:lnTo>
                  <a:lnTo>
                    <a:pt x="465631" y="303110"/>
                  </a:lnTo>
                  <a:lnTo>
                    <a:pt x="468094" y="303082"/>
                  </a:lnTo>
                  <a:lnTo>
                    <a:pt x="470558" y="303056"/>
                  </a:lnTo>
                  <a:lnTo>
                    <a:pt x="473022" y="303033"/>
                  </a:lnTo>
                  <a:lnTo>
                    <a:pt x="475485" y="303015"/>
                  </a:lnTo>
                  <a:lnTo>
                    <a:pt x="477949" y="303001"/>
                  </a:lnTo>
                  <a:lnTo>
                    <a:pt x="480413" y="302991"/>
                  </a:lnTo>
                  <a:lnTo>
                    <a:pt x="482876" y="302987"/>
                  </a:lnTo>
                  <a:lnTo>
                    <a:pt x="485340" y="302989"/>
                  </a:lnTo>
                  <a:lnTo>
                    <a:pt x="487804" y="302996"/>
                  </a:lnTo>
                  <a:lnTo>
                    <a:pt x="490267" y="303009"/>
                  </a:lnTo>
                  <a:lnTo>
                    <a:pt x="492731" y="303025"/>
                  </a:lnTo>
                  <a:lnTo>
                    <a:pt x="495195" y="303046"/>
                  </a:lnTo>
                  <a:lnTo>
                    <a:pt x="497658" y="303069"/>
                  </a:lnTo>
                  <a:lnTo>
                    <a:pt x="500122" y="303096"/>
                  </a:lnTo>
                  <a:lnTo>
                    <a:pt x="502586" y="303125"/>
                  </a:lnTo>
                  <a:lnTo>
                    <a:pt x="505049" y="303154"/>
                  </a:lnTo>
                  <a:lnTo>
                    <a:pt x="507513" y="303184"/>
                  </a:lnTo>
                  <a:lnTo>
                    <a:pt x="509977" y="303214"/>
                  </a:lnTo>
                  <a:lnTo>
                    <a:pt x="512440" y="303241"/>
                  </a:lnTo>
                  <a:lnTo>
                    <a:pt x="514904" y="303267"/>
                  </a:lnTo>
                  <a:lnTo>
                    <a:pt x="517368" y="303290"/>
                  </a:lnTo>
                  <a:lnTo>
                    <a:pt x="519831" y="303310"/>
                  </a:lnTo>
                  <a:lnTo>
                    <a:pt x="522295" y="303326"/>
                  </a:lnTo>
                  <a:lnTo>
                    <a:pt x="524759" y="303337"/>
                  </a:lnTo>
                  <a:lnTo>
                    <a:pt x="527222" y="303345"/>
                  </a:lnTo>
                  <a:lnTo>
                    <a:pt x="529686" y="303347"/>
                  </a:lnTo>
                  <a:lnTo>
                    <a:pt x="532150" y="303345"/>
                  </a:lnTo>
                  <a:lnTo>
                    <a:pt x="534613" y="303339"/>
                  </a:lnTo>
                  <a:lnTo>
                    <a:pt x="537077" y="303329"/>
                  </a:lnTo>
                  <a:lnTo>
                    <a:pt x="539541" y="303313"/>
                  </a:lnTo>
                  <a:lnTo>
                    <a:pt x="542004" y="303294"/>
                  </a:lnTo>
                  <a:lnTo>
                    <a:pt x="544468" y="303272"/>
                  </a:lnTo>
                  <a:lnTo>
                    <a:pt x="546931" y="303246"/>
                  </a:lnTo>
                  <a:lnTo>
                    <a:pt x="549395" y="303219"/>
                  </a:lnTo>
                  <a:lnTo>
                    <a:pt x="551859" y="303190"/>
                  </a:lnTo>
                  <a:lnTo>
                    <a:pt x="554322" y="303160"/>
                  </a:lnTo>
                  <a:lnTo>
                    <a:pt x="556786" y="303130"/>
                  </a:lnTo>
                  <a:lnTo>
                    <a:pt x="559250" y="303101"/>
                  </a:lnTo>
                  <a:lnTo>
                    <a:pt x="561713" y="303074"/>
                  </a:lnTo>
                  <a:lnTo>
                    <a:pt x="564177" y="303050"/>
                  </a:lnTo>
                  <a:lnTo>
                    <a:pt x="566641" y="303028"/>
                  </a:lnTo>
                  <a:lnTo>
                    <a:pt x="569104" y="303011"/>
                  </a:lnTo>
                  <a:lnTo>
                    <a:pt x="571568" y="302998"/>
                  </a:lnTo>
                  <a:lnTo>
                    <a:pt x="574032" y="302990"/>
                  </a:lnTo>
                  <a:lnTo>
                    <a:pt x="576495" y="302987"/>
                  </a:lnTo>
                  <a:lnTo>
                    <a:pt x="578959" y="302990"/>
                  </a:lnTo>
                  <a:lnTo>
                    <a:pt x="581423" y="302999"/>
                  </a:lnTo>
                  <a:lnTo>
                    <a:pt x="583886" y="303012"/>
                  </a:lnTo>
                  <a:lnTo>
                    <a:pt x="586350" y="303029"/>
                  </a:lnTo>
                  <a:lnTo>
                    <a:pt x="588814" y="303051"/>
                  </a:lnTo>
                  <a:lnTo>
                    <a:pt x="591277" y="303076"/>
                  </a:lnTo>
                  <a:lnTo>
                    <a:pt x="593741" y="303104"/>
                  </a:lnTo>
                  <a:lnTo>
                    <a:pt x="596205" y="303135"/>
                  </a:lnTo>
                  <a:lnTo>
                    <a:pt x="598668" y="303167"/>
                  </a:lnTo>
                  <a:lnTo>
                    <a:pt x="601132" y="303200"/>
                  </a:lnTo>
                  <a:lnTo>
                    <a:pt x="603596" y="303232"/>
                  </a:lnTo>
                  <a:lnTo>
                    <a:pt x="606059" y="303264"/>
                  </a:lnTo>
                  <a:lnTo>
                    <a:pt x="608523" y="303295"/>
                  </a:lnTo>
                  <a:lnTo>
                    <a:pt x="610987" y="303324"/>
                  </a:lnTo>
                  <a:lnTo>
                    <a:pt x="613450" y="303351"/>
                  </a:lnTo>
                  <a:lnTo>
                    <a:pt x="615914" y="303376"/>
                  </a:lnTo>
                  <a:lnTo>
                    <a:pt x="618378" y="303399"/>
                  </a:lnTo>
                  <a:lnTo>
                    <a:pt x="620841" y="303419"/>
                  </a:lnTo>
                  <a:lnTo>
                    <a:pt x="623305" y="303437"/>
                  </a:lnTo>
                  <a:lnTo>
                    <a:pt x="625769" y="303453"/>
                  </a:lnTo>
                  <a:lnTo>
                    <a:pt x="628232" y="303466"/>
                  </a:lnTo>
                  <a:lnTo>
                    <a:pt x="630696" y="303477"/>
                  </a:lnTo>
                  <a:lnTo>
                    <a:pt x="633159" y="303487"/>
                  </a:lnTo>
                  <a:lnTo>
                    <a:pt x="635623" y="303495"/>
                  </a:lnTo>
                  <a:lnTo>
                    <a:pt x="638087" y="303501"/>
                  </a:lnTo>
                  <a:lnTo>
                    <a:pt x="640550" y="303506"/>
                  </a:lnTo>
                  <a:lnTo>
                    <a:pt x="643014" y="303511"/>
                  </a:lnTo>
                  <a:lnTo>
                    <a:pt x="645478" y="303514"/>
                  </a:lnTo>
                  <a:lnTo>
                    <a:pt x="647941" y="303517"/>
                  </a:lnTo>
                  <a:lnTo>
                    <a:pt x="650405" y="303519"/>
                  </a:lnTo>
                  <a:lnTo>
                    <a:pt x="652869" y="303520"/>
                  </a:lnTo>
                  <a:lnTo>
                    <a:pt x="655332" y="303521"/>
                  </a:lnTo>
                  <a:lnTo>
                    <a:pt x="657796" y="303522"/>
                  </a:lnTo>
                  <a:lnTo>
                    <a:pt x="660260" y="303523"/>
                  </a:lnTo>
                  <a:lnTo>
                    <a:pt x="662723" y="303523"/>
                  </a:lnTo>
                  <a:lnTo>
                    <a:pt x="665187" y="303524"/>
                  </a:lnTo>
                  <a:lnTo>
                    <a:pt x="667651" y="303524"/>
                  </a:lnTo>
                  <a:lnTo>
                    <a:pt x="670114" y="303524"/>
                  </a:lnTo>
                  <a:lnTo>
                    <a:pt x="672578" y="303524"/>
                  </a:lnTo>
                  <a:lnTo>
                    <a:pt x="675042" y="303524"/>
                  </a:lnTo>
                  <a:lnTo>
                    <a:pt x="677505" y="303524"/>
                  </a:lnTo>
                  <a:lnTo>
                    <a:pt x="679969" y="303524"/>
                  </a:lnTo>
                  <a:lnTo>
                    <a:pt x="682433" y="303524"/>
                  </a:lnTo>
                  <a:lnTo>
                    <a:pt x="684896" y="303524"/>
                  </a:lnTo>
                  <a:lnTo>
                    <a:pt x="687360" y="303524"/>
                  </a:lnTo>
                  <a:lnTo>
                    <a:pt x="689824" y="303524"/>
                  </a:lnTo>
                  <a:lnTo>
                    <a:pt x="692287" y="303524"/>
                  </a:lnTo>
                  <a:lnTo>
                    <a:pt x="694751" y="303524"/>
                  </a:lnTo>
                  <a:lnTo>
                    <a:pt x="697215" y="303524"/>
                  </a:lnTo>
                  <a:lnTo>
                    <a:pt x="699678" y="303524"/>
                  </a:lnTo>
                  <a:lnTo>
                    <a:pt x="702142" y="303524"/>
                  </a:lnTo>
                  <a:lnTo>
                    <a:pt x="704606" y="303524"/>
                  </a:lnTo>
                  <a:lnTo>
                    <a:pt x="707069" y="303524"/>
                  </a:lnTo>
                  <a:lnTo>
                    <a:pt x="709533" y="303524"/>
                  </a:lnTo>
                  <a:lnTo>
                    <a:pt x="711997" y="303524"/>
                  </a:lnTo>
                  <a:lnTo>
                    <a:pt x="714460" y="303524"/>
                  </a:lnTo>
                  <a:lnTo>
                    <a:pt x="716924" y="303524"/>
                  </a:lnTo>
                  <a:lnTo>
                    <a:pt x="719388" y="303524"/>
                  </a:lnTo>
                  <a:lnTo>
                    <a:pt x="721851" y="303524"/>
                  </a:lnTo>
                  <a:lnTo>
                    <a:pt x="724315" y="303524"/>
                  </a:lnTo>
                  <a:lnTo>
                    <a:pt x="726778" y="303524"/>
                  </a:lnTo>
                  <a:lnTo>
                    <a:pt x="729242" y="303524"/>
                  </a:lnTo>
                  <a:lnTo>
                    <a:pt x="731706" y="303524"/>
                  </a:lnTo>
                  <a:lnTo>
                    <a:pt x="734169" y="303524"/>
                  </a:lnTo>
                  <a:lnTo>
                    <a:pt x="736633" y="303524"/>
                  </a:lnTo>
                  <a:lnTo>
                    <a:pt x="739097" y="303524"/>
                  </a:lnTo>
                  <a:lnTo>
                    <a:pt x="741560" y="303524"/>
                  </a:lnTo>
                  <a:lnTo>
                    <a:pt x="744024" y="303524"/>
                  </a:lnTo>
                  <a:lnTo>
                    <a:pt x="746488" y="303524"/>
                  </a:lnTo>
                  <a:lnTo>
                    <a:pt x="748951" y="303524"/>
                  </a:lnTo>
                  <a:lnTo>
                    <a:pt x="751415" y="303524"/>
                  </a:lnTo>
                  <a:lnTo>
                    <a:pt x="753879" y="303524"/>
                  </a:lnTo>
                  <a:lnTo>
                    <a:pt x="756342" y="303524"/>
                  </a:lnTo>
                  <a:lnTo>
                    <a:pt x="758806" y="303524"/>
                  </a:lnTo>
                  <a:lnTo>
                    <a:pt x="761270" y="303524"/>
                  </a:lnTo>
                  <a:lnTo>
                    <a:pt x="763733" y="303524"/>
                  </a:lnTo>
                  <a:lnTo>
                    <a:pt x="766197" y="303524"/>
                  </a:lnTo>
                  <a:lnTo>
                    <a:pt x="768661" y="303524"/>
                  </a:lnTo>
                  <a:lnTo>
                    <a:pt x="771124" y="303524"/>
                  </a:lnTo>
                  <a:lnTo>
                    <a:pt x="773588" y="303524"/>
                  </a:lnTo>
                  <a:lnTo>
                    <a:pt x="776052" y="303524"/>
                  </a:lnTo>
                  <a:lnTo>
                    <a:pt x="778515" y="303524"/>
                  </a:lnTo>
                  <a:lnTo>
                    <a:pt x="780979" y="303524"/>
                  </a:lnTo>
                  <a:lnTo>
                    <a:pt x="783443" y="303524"/>
                  </a:lnTo>
                  <a:lnTo>
                    <a:pt x="785906" y="303524"/>
                  </a:lnTo>
                  <a:lnTo>
                    <a:pt x="788370" y="303524"/>
                  </a:lnTo>
                  <a:lnTo>
                    <a:pt x="790834" y="303524"/>
                  </a:lnTo>
                  <a:lnTo>
                    <a:pt x="793297" y="303524"/>
                  </a:lnTo>
                  <a:lnTo>
                    <a:pt x="795761" y="303524"/>
                  </a:lnTo>
                  <a:lnTo>
                    <a:pt x="798225" y="303524"/>
                  </a:lnTo>
                  <a:lnTo>
                    <a:pt x="800688" y="303524"/>
                  </a:lnTo>
                  <a:lnTo>
                    <a:pt x="803152" y="303524"/>
                  </a:lnTo>
                  <a:lnTo>
                    <a:pt x="805616" y="303524"/>
                  </a:lnTo>
                  <a:lnTo>
                    <a:pt x="808079" y="303524"/>
                  </a:lnTo>
                  <a:lnTo>
                    <a:pt x="810543" y="303523"/>
                  </a:lnTo>
                  <a:lnTo>
                    <a:pt x="813006" y="303523"/>
                  </a:lnTo>
                  <a:lnTo>
                    <a:pt x="815470" y="303522"/>
                  </a:lnTo>
                  <a:lnTo>
                    <a:pt x="817934" y="303521"/>
                  </a:lnTo>
                  <a:lnTo>
                    <a:pt x="820397" y="303520"/>
                  </a:lnTo>
                  <a:lnTo>
                    <a:pt x="822861" y="303519"/>
                  </a:lnTo>
                  <a:lnTo>
                    <a:pt x="825325" y="303517"/>
                  </a:lnTo>
                  <a:lnTo>
                    <a:pt x="827788" y="303515"/>
                  </a:lnTo>
                  <a:lnTo>
                    <a:pt x="830252" y="303512"/>
                  </a:lnTo>
                  <a:lnTo>
                    <a:pt x="832716" y="303508"/>
                  </a:lnTo>
                  <a:lnTo>
                    <a:pt x="835179" y="303503"/>
                  </a:lnTo>
                  <a:lnTo>
                    <a:pt x="837643" y="303496"/>
                  </a:lnTo>
                  <a:lnTo>
                    <a:pt x="840107" y="303489"/>
                  </a:lnTo>
                  <a:lnTo>
                    <a:pt x="842570" y="303480"/>
                  </a:lnTo>
                  <a:lnTo>
                    <a:pt x="845034" y="303469"/>
                  </a:lnTo>
                  <a:lnTo>
                    <a:pt x="847498" y="303456"/>
                  </a:lnTo>
                  <a:lnTo>
                    <a:pt x="849961" y="303441"/>
                  </a:lnTo>
                  <a:lnTo>
                    <a:pt x="852425" y="303424"/>
                  </a:lnTo>
                  <a:lnTo>
                    <a:pt x="854889" y="303404"/>
                  </a:lnTo>
                  <a:lnTo>
                    <a:pt x="857352" y="303382"/>
                  </a:lnTo>
                  <a:lnTo>
                    <a:pt x="859816" y="303358"/>
                  </a:lnTo>
                  <a:lnTo>
                    <a:pt x="862280" y="303331"/>
                  </a:lnTo>
                  <a:lnTo>
                    <a:pt x="864743" y="303303"/>
                  </a:lnTo>
                  <a:lnTo>
                    <a:pt x="867207" y="303272"/>
                  </a:lnTo>
                  <a:lnTo>
                    <a:pt x="869671" y="303241"/>
                  </a:lnTo>
                  <a:lnTo>
                    <a:pt x="872134" y="303208"/>
                  </a:lnTo>
                  <a:lnTo>
                    <a:pt x="874598" y="303176"/>
                  </a:lnTo>
                  <a:lnTo>
                    <a:pt x="877062" y="303144"/>
                  </a:lnTo>
                  <a:lnTo>
                    <a:pt x="879525" y="303113"/>
                  </a:lnTo>
                  <a:lnTo>
                    <a:pt x="881989" y="303084"/>
                  </a:lnTo>
                  <a:lnTo>
                    <a:pt x="884453" y="303058"/>
                  </a:lnTo>
                  <a:lnTo>
                    <a:pt x="886916" y="303035"/>
                  </a:lnTo>
                  <a:lnTo>
                    <a:pt x="889380" y="303016"/>
                  </a:lnTo>
                  <a:lnTo>
                    <a:pt x="891844" y="303002"/>
                  </a:lnTo>
                  <a:lnTo>
                    <a:pt x="894307" y="302993"/>
                  </a:lnTo>
                  <a:lnTo>
                    <a:pt x="896771" y="302989"/>
                  </a:lnTo>
                  <a:lnTo>
                    <a:pt x="899235" y="302990"/>
                  </a:lnTo>
                  <a:lnTo>
                    <a:pt x="901698" y="302996"/>
                  </a:lnTo>
                  <a:lnTo>
                    <a:pt x="904162" y="303007"/>
                  </a:lnTo>
                  <a:lnTo>
                    <a:pt x="906625" y="303024"/>
                  </a:lnTo>
                  <a:lnTo>
                    <a:pt x="909089" y="303044"/>
                  </a:lnTo>
                  <a:lnTo>
                    <a:pt x="911553" y="303068"/>
                  </a:lnTo>
                  <a:lnTo>
                    <a:pt x="914016" y="303094"/>
                  </a:lnTo>
                  <a:lnTo>
                    <a:pt x="916480" y="303123"/>
                  </a:lnTo>
                  <a:lnTo>
                    <a:pt x="918944" y="303152"/>
                  </a:lnTo>
                  <a:lnTo>
                    <a:pt x="921407" y="303182"/>
                  </a:lnTo>
                  <a:lnTo>
                    <a:pt x="923871" y="303212"/>
                  </a:lnTo>
                  <a:lnTo>
                    <a:pt x="926335" y="303240"/>
                  </a:lnTo>
                  <a:lnTo>
                    <a:pt x="928798" y="303266"/>
                  </a:lnTo>
                  <a:lnTo>
                    <a:pt x="931262" y="303289"/>
                  </a:lnTo>
                  <a:lnTo>
                    <a:pt x="933726" y="303309"/>
                  </a:lnTo>
                  <a:lnTo>
                    <a:pt x="936189" y="303326"/>
                  </a:lnTo>
                  <a:lnTo>
                    <a:pt x="938653" y="303339"/>
                  </a:lnTo>
                  <a:lnTo>
                    <a:pt x="941117" y="303347"/>
                  </a:lnTo>
                  <a:lnTo>
                    <a:pt x="943580" y="303350"/>
                  </a:lnTo>
                  <a:lnTo>
                    <a:pt x="946044" y="303349"/>
                  </a:lnTo>
                  <a:lnTo>
                    <a:pt x="948508" y="303343"/>
                  </a:lnTo>
                  <a:lnTo>
                    <a:pt x="950971" y="303333"/>
                  </a:lnTo>
                  <a:lnTo>
                    <a:pt x="953435" y="303319"/>
                  </a:lnTo>
                  <a:lnTo>
                    <a:pt x="955899" y="303301"/>
                  </a:lnTo>
                  <a:lnTo>
                    <a:pt x="958362" y="303279"/>
                  </a:lnTo>
                  <a:lnTo>
                    <a:pt x="960826" y="303254"/>
                  </a:lnTo>
                  <a:lnTo>
                    <a:pt x="963290" y="303226"/>
                  </a:lnTo>
                  <a:lnTo>
                    <a:pt x="965753" y="303197"/>
                  </a:lnTo>
                  <a:lnTo>
                    <a:pt x="968217" y="303167"/>
                  </a:lnTo>
                  <a:lnTo>
                    <a:pt x="970681" y="303137"/>
                  </a:lnTo>
                  <a:lnTo>
                    <a:pt x="973144" y="303107"/>
                  </a:lnTo>
                  <a:lnTo>
                    <a:pt x="975608" y="303078"/>
                  </a:lnTo>
                  <a:lnTo>
                    <a:pt x="978072" y="303051"/>
                  </a:lnTo>
                  <a:lnTo>
                    <a:pt x="980535" y="303027"/>
                  </a:lnTo>
                  <a:lnTo>
                    <a:pt x="982999" y="303007"/>
                  </a:lnTo>
                  <a:lnTo>
                    <a:pt x="985463" y="302990"/>
                  </a:lnTo>
                  <a:lnTo>
                    <a:pt x="987926" y="302977"/>
                  </a:lnTo>
                  <a:lnTo>
                    <a:pt x="990390" y="302968"/>
                  </a:lnTo>
                  <a:lnTo>
                    <a:pt x="992853" y="302963"/>
                  </a:lnTo>
                  <a:lnTo>
                    <a:pt x="995317" y="302963"/>
                  </a:lnTo>
                  <a:lnTo>
                    <a:pt x="997781" y="302966"/>
                  </a:lnTo>
                  <a:lnTo>
                    <a:pt x="1000244" y="302972"/>
                  </a:lnTo>
                  <a:lnTo>
                    <a:pt x="1002708" y="302981"/>
                  </a:lnTo>
                  <a:lnTo>
                    <a:pt x="1005172" y="302991"/>
                  </a:lnTo>
                  <a:lnTo>
                    <a:pt x="1007635" y="303002"/>
                  </a:lnTo>
                  <a:lnTo>
                    <a:pt x="1010099" y="303013"/>
                  </a:lnTo>
                  <a:lnTo>
                    <a:pt x="1012563" y="303023"/>
                  </a:lnTo>
                  <a:lnTo>
                    <a:pt x="1015026" y="303031"/>
                  </a:lnTo>
                  <a:lnTo>
                    <a:pt x="1017490" y="303038"/>
                  </a:lnTo>
                  <a:lnTo>
                    <a:pt x="1019954" y="303042"/>
                  </a:lnTo>
                  <a:lnTo>
                    <a:pt x="1022417" y="303043"/>
                  </a:lnTo>
                  <a:lnTo>
                    <a:pt x="1024881" y="303041"/>
                  </a:lnTo>
                  <a:lnTo>
                    <a:pt x="1027345" y="303037"/>
                  </a:lnTo>
                  <a:lnTo>
                    <a:pt x="1029808" y="303030"/>
                  </a:lnTo>
                  <a:lnTo>
                    <a:pt x="1032272" y="303021"/>
                  </a:lnTo>
                  <a:lnTo>
                    <a:pt x="1034736" y="303011"/>
                  </a:lnTo>
                  <a:lnTo>
                    <a:pt x="1037199" y="303000"/>
                  </a:lnTo>
                  <a:lnTo>
                    <a:pt x="1039663" y="302989"/>
                  </a:lnTo>
                  <a:lnTo>
                    <a:pt x="1042127" y="302979"/>
                  </a:lnTo>
                  <a:lnTo>
                    <a:pt x="1044590" y="302971"/>
                  </a:lnTo>
                  <a:lnTo>
                    <a:pt x="1047054" y="302965"/>
                  </a:lnTo>
                  <a:lnTo>
                    <a:pt x="1049518" y="302963"/>
                  </a:lnTo>
                  <a:lnTo>
                    <a:pt x="1051981" y="302964"/>
                  </a:lnTo>
                  <a:lnTo>
                    <a:pt x="1054445" y="302970"/>
                  </a:lnTo>
                  <a:lnTo>
                    <a:pt x="1056909" y="302980"/>
                  </a:lnTo>
                  <a:lnTo>
                    <a:pt x="1059372" y="302994"/>
                  </a:lnTo>
                  <a:lnTo>
                    <a:pt x="1061836" y="303012"/>
                  </a:lnTo>
                  <a:lnTo>
                    <a:pt x="1064300" y="303033"/>
                  </a:lnTo>
                  <a:lnTo>
                    <a:pt x="1066763" y="303059"/>
                  </a:lnTo>
                  <a:lnTo>
                    <a:pt x="1069227" y="303087"/>
                  </a:lnTo>
                  <a:lnTo>
                    <a:pt x="1071691" y="303117"/>
                  </a:lnTo>
                  <a:lnTo>
                    <a:pt x="1074154" y="303149"/>
                  </a:lnTo>
                  <a:lnTo>
                    <a:pt x="1076618" y="303182"/>
                  </a:lnTo>
                  <a:lnTo>
                    <a:pt x="1079082" y="303215"/>
                  </a:lnTo>
                  <a:lnTo>
                    <a:pt x="1081545" y="303247"/>
                  </a:lnTo>
                  <a:lnTo>
                    <a:pt x="1084009" y="303279"/>
                  </a:lnTo>
                  <a:lnTo>
                    <a:pt x="1086472" y="303309"/>
                  </a:lnTo>
                  <a:lnTo>
                    <a:pt x="1088936" y="303337"/>
                  </a:lnTo>
                  <a:lnTo>
                    <a:pt x="1091400" y="303363"/>
                  </a:lnTo>
                  <a:lnTo>
                    <a:pt x="1093863" y="303387"/>
                  </a:lnTo>
                  <a:lnTo>
                    <a:pt x="1096327" y="303409"/>
                  </a:lnTo>
                  <a:lnTo>
                    <a:pt x="1098791" y="303428"/>
                  </a:lnTo>
                  <a:lnTo>
                    <a:pt x="1101254" y="303445"/>
                  </a:lnTo>
                  <a:lnTo>
                    <a:pt x="1103718" y="303459"/>
                  </a:lnTo>
                  <a:lnTo>
                    <a:pt x="1106182" y="303472"/>
                  </a:lnTo>
                  <a:lnTo>
                    <a:pt x="1108645" y="303482"/>
                  </a:lnTo>
                  <a:lnTo>
                    <a:pt x="1111109" y="303491"/>
                  </a:lnTo>
                  <a:lnTo>
                    <a:pt x="1113573" y="303498"/>
                  </a:lnTo>
                  <a:lnTo>
                    <a:pt x="1116036" y="303504"/>
                  </a:lnTo>
                  <a:lnTo>
                    <a:pt x="1118500" y="303509"/>
                  </a:lnTo>
                  <a:lnTo>
                    <a:pt x="1120964" y="303512"/>
                  </a:lnTo>
                  <a:lnTo>
                    <a:pt x="1123427" y="303515"/>
                  </a:lnTo>
                  <a:lnTo>
                    <a:pt x="1125891" y="303518"/>
                  </a:lnTo>
                  <a:lnTo>
                    <a:pt x="1128355" y="303519"/>
                  </a:lnTo>
                  <a:lnTo>
                    <a:pt x="1130818" y="303521"/>
                  </a:lnTo>
                  <a:lnTo>
                    <a:pt x="1133282" y="303522"/>
                  </a:lnTo>
                  <a:lnTo>
                    <a:pt x="1135746" y="303522"/>
                  </a:lnTo>
                  <a:lnTo>
                    <a:pt x="1138209" y="303523"/>
                  </a:lnTo>
                  <a:lnTo>
                    <a:pt x="1140673" y="303523"/>
                  </a:lnTo>
                  <a:lnTo>
                    <a:pt x="1143137" y="303524"/>
                  </a:lnTo>
                  <a:lnTo>
                    <a:pt x="1145600" y="303524"/>
                  </a:lnTo>
                  <a:lnTo>
                    <a:pt x="1148064" y="303524"/>
                  </a:lnTo>
                  <a:lnTo>
                    <a:pt x="1150528" y="303524"/>
                  </a:lnTo>
                  <a:lnTo>
                    <a:pt x="1152991" y="303524"/>
                  </a:lnTo>
                  <a:lnTo>
                    <a:pt x="1155455" y="303524"/>
                  </a:lnTo>
                  <a:lnTo>
                    <a:pt x="1157919" y="303524"/>
                  </a:lnTo>
                  <a:lnTo>
                    <a:pt x="1160382" y="303524"/>
                  </a:lnTo>
                  <a:lnTo>
                    <a:pt x="1162846" y="303524"/>
                  </a:lnTo>
                  <a:lnTo>
                    <a:pt x="1165310" y="303524"/>
                  </a:lnTo>
                  <a:lnTo>
                    <a:pt x="1167773" y="303524"/>
                  </a:lnTo>
                  <a:lnTo>
                    <a:pt x="1170237" y="303524"/>
                  </a:lnTo>
                  <a:lnTo>
                    <a:pt x="1172701" y="303524"/>
                  </a:lnTo>
                  <a:lnTo>
                    <a:pt x="1175164" y="303524"/>
                  </a:lnTo>
                  <a:lnTo>
                    <a:pt x="1177628" y="303524"/>
                  </a:lnTo>
                  <a:lnTo>
                    <a:pt x="1180091" y="303524"/>
                  </a:lnTo>
                  <a:lnTo>
                    <a:pt x="1182555" y="303524"/>
                  </a:lnTo>
                  <a:lnTo>
                    <a:pt x="1185019" y="303524"/>
                  </a:lnTo>
                  <a:lnTo>
                    <a:pt x="1187482" y="303524"/>
                  </a:lnTo>
                  <a:lnTo>
                    <a:pt x="1189946" y="303524"/>
                  </a:lnTo>
                  <a:lnTo>
                    <a:pt x="1192410" y="303524"/>
                  </a:lnTo>
                  <a:lnTo>
                    <a:pt x="1194873" y="303524"/>
                  </a:lnTo>
                  <a:lnTo>
                    <a:pt x="1197337" y="303524"/>
                  </a:lnTo>
                  <a:lnTo>
                    <a:pt x="1199801" y="303524"/>
                  </a:lnTo>
                  <a:lnTo>
                    <a:pt x="1202264" y="303524"/>
                  </a:lnTo>
                  <a:lnTo>
                    <a:pt x="1204728" y="303524"/>
                  </a:lnTo>
                  <a:lnTo>
                    <a:pt x="1207192" y="303524"/>
                  </a:lnTo>
                  <a:lnTo>
                    <a:pt x="1209655" y="303524"/>
                  </a:lnTo>
                  <a:lnTo>
                    <a:pt x="1212119" y="303524"/>
                  </a:lnTo>
                  <a:lnTo>
                    <a:pt x="1214583" y="303524"/>
                  </a:lnTo>
                  <a:lnTo>
                    <a:pt x="1217046" y="303524"/>
                  </a:lnTo>
                  <a:lnTo>
                    <a:pt x="1219510" y="303524"/>
                  </a:lnTo>
                  <a:lnTo>
                    <a:pt x="1221974" y="303524"/>
                  </a:lnTo>
                  <a:lnTo>
                    <a:pt x="1224437" y="303524"/>
                  </a:lnTo>
                  <a:lnTo>
                    <a:pt x="1226901" y="303524"/>
                  </a:lnTo>
                  <a:lnTo>
                    <a:pt x="1229365" y="303524"/>
                  </a:lnTo>
                  <a:lnTo>
                    <a:pt x="1231828" y="303524"/>
                  </a:lnTo>
                  <a:lnTo>
                    <a:pt x="1234292" y="303524"/>
                  </a:lnTo>
                  <a:lnTo>
                    <a:pt x="1236756" y="303524"/>
                  </a:lnTo>
                  <a:lnTo>
                    <a:pt x="1239219" y="303524"/>
                  </a:lnTo>
                  <a:lnTo>
                    <a:pt x="1241683" y="303524"/>
                  </a:lnTo>
                  <a:lnTo>
                    <a:pt x="1244147" y="303524"/>
                  </a:lnTo>
                  <a:lnTo>
                    <a:pt x="1246610" y="303524"/>
                  </a:lnTo>
                  <a:lnTo>
                    <a:pt x="1249074" y="303524"/>
                  </a:lnTo>
                  <a:lnTo>
                    <a:pt x="1251538" y="303524"/>
                  </a:lnTo>
                  <a:lnTo>
                    <a:pt x="1254001" y="303524"/>
                  </a:lnTo>
                  <a:lnTo>
                    <a:pt x="1256465" y="303524"/>
                  </a:lnTo>
                  <a:lnTo>
                    <a:pt x="1258929" y="303524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2433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80"/>
                  </a:lnTo>
                  <a:lnTo>
                    <a:pt x="81300" y="1188080"/>
                  </a:lnTo>
                  <a:lnTo>
                    <a:pt x="83764" y="1188080"/>
                  </a:lnTo>
                  <a:lnTo>
                    <a:pt x="86228" y="1188080"/>
                  </a:lnTo>
                  <a:lnTo>
                    <a:pt x="88691" y="1188080"/>
                  </a:lnTo>
                  <a:lnTo>
                    <a:pt x="91155" y="1188080"/>
                  </a:lnTo>
                  <a:lnTo>
                    <a:pt x="93618" y="1188079"/>
                  </a:lnTo>
                  <a:lnTo>
                    <a:pt x="96082" y="1188077"/>
                  </a:lnTo>
                  <a:lnTo>
                    <a:pt x="98546" y="1188069"/>
                  </a:lnTo>
                  <a:lnTo>
                    <a:pt x="101009" y="1188047"/>
                  </a:lnTo>
                  <a:lnTo>
                    <a:pt x="103473" y="1187993"/>
                  </a:lnTo>
                  <a:lnTo>
                    <a:pt x="105937" y="1187882"/>
                  </a:lnTo>
                  <a:lnTo>
                    <a:pt x="108400" y="1187683"/>
                  </a:lnTo>
                  <a:lnTo>
                    <a:pt x="110864" y="1187380"/>
                  </a:lnTo>
                  <a:lnTo>
                    <a:pt x="113328" y="1186997"/>
                  </a:lnTo>
                  <a:lnTo>
                    <a:pt x="115791" y="1186601"/>
                  </a:lnTo>
                  <a:lnTo>
                    <a:pt x="118255" y="1186295"/>
                  </a:lnTo>
                  <a:lnTo>
                    <a:pt x="120719" y="1186164"/>
                  </a:lnTo>
                  <a:lnTo>
                    <a:pt x="123182" y="1186218"/>
                  </a:lnTo>
                  <a:lnTo>
                    <a:pt x="125646" y="1186350"/>
                  </a:lnTo>
                  <a:lnTo>
                    <a:pt x="128110" y="1186336"/>
                  </a:lnTo>
                  <a:lnTo>
                    <a:pt x="130573" y="1185854"/>
                  </a:lnTo>
                  <a:lnTo>
                    <a:pt x="133037" y="1184555"/>
                  </a:lnTo>
                  <a:lnTo>
                    <a:pt x="135501" y="1182151"/>
                  </a:lnTo>
                  <a:lnTo>
                    <a:pt x="137964" y="1178558"/>
                  </a:lnTo>
                  <a:lnTo>
                    <a:pt x="140428" y="1174033"/>
                  </a:lnTo>
                  <a:lnTo>
                    <a:pt x="142892" y="1169191"/>
                  </a:lnTo>
                  <a:lnTo>
                    <a:pt x="145355" y="1164833"/>
                  </a:lnTo>
                  <a:lnTo>
                    <a:pt x="147819" y="1161578"/>
                  </a:lnTo>
                  <a:lnTo>
                    <a:pt x="150283" y="1159555"/>
                  </a:lnTo>
                  <a:lnTo>
                    <a:pt x="152746" y="1158182"/>
                  </a:lnTo>
                  <a:lnTo>
                    <a:pt x="155210" y="1156662"/>
                  </a:lnTo>
                  <a:lnTo>
                    <a:pt x="157674" y="1154399"/>
                  </a:lnTo>
                  <a:lnTo>
                    <a:pt x="160137" y="1151278"/>
                  </a:lnTo>
                  <a:lnTo>
                    <a:pt x="162601" y="1147669"/>
                  </a:lnTo>
                  <a:lnTo>
                    <a:pt x="165065" y="1144240"/>
                  </a:lnTo>
                  <a:lnTo>
                    <a:pt x="167528" y="1141699"/>
                  </a:lnTo>
                  <a:lnTo>
                    <a:pt x="169992" y="1140596"/>
                  </a:lnTo>
                  <a:lnTo>
                    <a:pt x="172456" y="1141211"/>
                  </a:lnTo>
                  <a:lnTo>
                    <a:pt x="174919" y="1143503"/>
                  </a:lnTo>
                  <a:lnTo>
                    <a:pt x="177383" y="1147138"/>
                  </a:lnTo>
                  <a:lnTo>
                    <a:pt x="179847" y="1151574"/>
                  </a:lnTo>
                  <a:lnTo>
                    <a:pt x="182310" y="1156212"/>
                  </a:lnTo>
                  <a:lnTo>
                    <a:pt x="184774" y="1160553"/>
                  </a:lnTo>
                  <a:lnTo>
                    <a:pt x="187237" y="1164309"/>
                  </a:lnTo>
                  <a:lnTo>
                    <a:pt x="189701" y="1167437"/>
                  </a:lnTo>
                  <a:lnTo>
                    <a:pt x="192165" y="1170077"/>
                  </a:lnTo>
                  <a:lnTo>
                    <a:pt x="194628" y="1172395"/>
                  </a:lnTo>
                  <a:lnTo>
                    <a:pt x="197092" y="1174441"/>
                  </a:lnTo>
                  <a:lnTo>
                    <a:pt x="199556" y="1176080"/>
                  </a:lnTo>
                  <a:lnTo>
                    <a:pt x="202019" y="1177057"/>
                  </a:lnTo>
                  <a:lnTo>
                    <a:pt x="204483" y="1177139"/>
                  </a:lnTo>
                  <a:lnTo>
                    <a:pt x="206947" y="1176217"/>
                  </a:lnTo>
                  <a:lnTo>
                    <a:pt x="209410" y="1174296"/>
                  </a:lnTo>
                  <a:lnTo>
                    <a:pt x="211874" y="1171487"/>
                  </a:lnTo>
                  <a:lnTo>
                    <a:pt x="214338" y="1168031"/>
                  </a:lnTo>
                  <a:lnTo>
                    <a:pt x="216801" y="1164326"/>
                  </a:lnTo>
                  <a:lnTo>
                    <a:pt x="219265" y="1160975"/>
                  </a:lnTo>
                  <a:lnTo>
                    <a:pt x="221729" y="1158627"/>
                  </a:lnTo>
                  <a:lnTo>
                    <a:pt x="224192" y="1157692"/>
                  </a:lnTo>
                  <a:lnTo>
                    <a:pt x="226656" y="1158114"/>
                  </a:lnTo>
                  <a:lnTo>
                    <a:pt x="229120" y="1159351"/>
                  </a:lnTo>
                  <a:lnTo>
                    <a:pt x="231583" y="1160554"/>
                  </a:lnTo>
                  <a:lnTo>
                    <a:pt x="234047" y="1160859"/>
                  </a:lnTo>
                  <a:lnTo>
                    <a:pt x="236511" y="1159665"/>
                  </a:lnTo>
                  <a:lnTo>
                    <a:pt x="238974" y="1156836"/>
                  </a:lnTo>
                  <a:lnTo>
                    <a:pt x="241438" y="1152770"/>
                  </a:lnTo>
                  <a:lnTo>
                    <a:pt x="243902" y="1148352"/>
                  </a:lnTo>
                  <a:lnTo>
                    <a:pt x="246365" y="1144751"/>
                  </a:lnTo>
                  <a:lnTo>
                    <a:pt x="248829" y="1143070"/>
                  </a:lnTo>
                  <a:lnTo>
                    <a:pt x="251293" y="1143924"/>
                  </a:lnTo>
                  <a:lnTo>
                    <a:pt x="253756" y="1147096"/>
                  </a:lnTo>
                  <a:lnTo>
                    <a:pt x="256220" y="1151463"/>
                  </a:lnTo>
                  <a:lnTo>
                    <a:pt x="258684" y="1155247"/>
                  </a:lnTo>
                  <a:lnTo>
                    <a:pt x="261147" y="1156479"/>
                  </a:lnTo>
                  <a:lnTo>
                    <a:pt x="263611" y="1153448"/>
                  </a:lnTo>
                  <a:lnTo>
                    <a:pt x="266075" y="1145083"/>
                  </a:lnTo>
                  <a:lnTo>
                    <a:pt x="268538" y="1131321"/>
                  </a:lnTo>
                  <a:lnTo>
                    <a:pt x="271002" y="1113474"/>
                  </a:lnTo>
                  <a:lnTo>
                    <a:pt x="273465" y="1094813"/>
                  </a:lnTo>
                  <a:lnTo>
                    <a:pt x="275929" y="1079123"/>
                  </a:lnTo>
                  <a:lnTo>
                    <a:pt x="278393" y="1069587"/>
                  </a:lnTo>
                  <a:lnTo>
                    <a:pt x="280856" y="1067450"/>
                  </a:lnTo>
                  <a:lnTo>
                    <a:pt x="283320" y="1071504"/>
                  </a:lnTo>
                  <a:lnTo>
                    <a:pt x="285784" y="1078689"/>
                  </a:lnTo>
                  <a:lnTo>
                    <a:pt x="288247" y="1085360"/>
                  </a:lnTo>
                  <a:lnTo>
                    <a:pt x="290711" y="1088452"/>
                  </a:lnTo>
                  <a:lnTo>
                    <a:pt x="293175" y="1085975"/>
                  </a:lnTo>
                  <a:lnTo>
                    <a:pt x="295638" y="1076861"/>
                  </a:lnTo>
                  <a:lnTo>
                    <a:pt x="298102" y="1060502"/>
                  </a:lnTo>
                  <a:lnTo>
                    <a:pt x="300566" y="1036360"/>
                  </a:lnTo>
                  <a:lnTo>
                    <a:pt x="303029" y="1003636"/>
                  </a:lnTo>
                  <a:lnTo>
                    <a:pt x="305493" y="960669"/>
                  </a:lnTo>
                  <a:lnTo>
                    <a:pt x="307957" y="903834"/>
                  </a:lnTo>
                  <a:lnTo>
                    <a:pt x="310420" y="826491"/>
                  </a:lnTo>
                  <a:lnTo>
                    <a:pt x="312884" y="719696"/>
                  </a:lnTo>
                  <a:lnTo>
                    <a:pt x="315348" y="576682"/>
                  </a:lnTo>
                  <a:lnTo>
                    <a:pt x="317811" y="401331"/>
                  </a:lnTo>
                  <a:lnTo>
                    <a:pt x="320275" y="216745"/>
                  </a:lnTo>
                  <a:lnTo>
                    <a:pt x="322739" y="66172"/>
                  </a:lnTo>
                  <a:lnTo>
                    <a:pt x="325202" y="0"/>
                  </a:lnTo>
                  <a:lnTo>
                    <a:pt x="327666" y="51673"/>
                  </a:lnTo>
                  <a:lnTo>
                    <a:pt x="330130" y="218658"/>
                  </a:lnTo>
                  <a:lnTo>
                    <a:pt x="332593" y="452751"/>
                  </a:lnTo>
                  <a:lnTo>
                    <a:pt x="335057" y="692113"/>
                  </a:lnTo>
                  <a:lnTo>
                    <a:pt x="337521" y="890872"/>
                  </a:lnTo>
                  <a:lnTo>
                    <a:pt x="339984" y="1029949"/>
                  </a:lnTo>
                  <a:lnTo>
                    <a:pt x="342448" y="1113454"/>
                  </a:lnTo>
                  <a:lnTo>
                    <a:pt x="344912" y="1156892"/>
                  </a:lnTo>
                  <a:lnTo>
                    <a:pt x="347375" y="1176563"/>
                  </a:lnTo>
                  <a:lnTo>
                    <a:pt x="349839" y="1184332"/>
                  </a:lnTo>
                  <a:lnTo>
                    <a:pt x="352303" y="1187008"/>
                  </a:lnTo>
                  <a:lnTo>
                    <a:pt x="354766" y="1187811"/>
                  </a:lnTo>
                  <a:lnTo>
                    <a:pt x="357230" y="1188021"/>
                  </a:lnTo>
                  <a:lnTo>
                    <a:pt x="359694" y="1188069"/>
                  </a:lnTo>
                  <a:lnTo>
                    <a:pt x="362157" y="1188078"/>
                  </a:lnTo>
                  <a:lnTo>
                    <a:pt x="364621" y="1188080"/>
                  </a:lnTo>
                  <a:lnTo>
                    <a:pt x="367084" y="1188080"/>
                  </a:lnTo>
                  <a:lnTo>
                    <a:pt x="369548" y="1188080"/>
                  </a:lnTo>
                  <a:lnTo>
                    <a:pt x="372012" y="1188080"/>
                  </a:lnTo>
                  <a:lnTo>
                    <a:pt x="374475" y="1188080"/>
                  </a:lnTo>
                  <a:lnTo>
                    <a:pt x="376939" y="1188080"/>
                  </a:lnTo>
                  <a:lnTo>
                    <a:pt x="379403" y="1188080"/>
                  </a:lnTo>
                  <a:lnTo>
                    <a:pt x="381866" y="1188080"/>
                  </a:lnTo>
                  <a:lnTo>
                    <a:pt x="384330" y="1188080"/>
                  </a:lnTo>
                  <a:lnTo>
                    <a:pt x="386794" y="1188080"/>
                  </a:lnTo>
                  <a:lnTo>
                    <a:pt x="389257" y="1188080"/>
                  </a:lnTo>
                  <a:lnTo>
                    <a:pt x="391721" y="1188080"/>
                  </a:lnTo>
                  <a:lnTo>
                    <a:pt x="394185" y="1188080"/>
                  </a:lnTo>
                  <a:lnTo>
                    <a:pt x="396648" y="1188080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79"/>
                  </a:lnTo>
                  <a:lnTo>
                    <a:pt x="813006" y="1188077"/>
                  </a:lnTo>
                  <a:lnTo>
                    <a:pt x="815470" y="1188071"/>
                  </a:lnTo>
                  <a:lnTo>
                    <a:pt x="817934" y="1188053"/>
                  </a:lnTo>
                  <a:lnTo>
                    <a:pt x="820397" y="1188008"/>
                  </a:lnTo>
                  <a:lnTo>
                    <a:pt x="822861" y="1187911"/>
                  </a:lnTo>
                  <a:lnTo>
                    <a:pt x="825325" y="1187731"/>
                  </a:lnTo>
                  <a:lnTo>
                    <a:pt x="827788" y="1187448"/>
                  </a:lnTo>
                  <a:lnTo>
                    <a:pt x="830252" y="1187074"/>
                  </a:lnTo>
                  <a:lnTo>
                    <a:pt x="832716" y="1186672"/>
                  </a:lnTo>
                  <a:lnTo>
                    <a:pt x="835179" y="1186343"/>
                  </a:lnTo>
                  <a:lnTo>
                    <a:pt x="837643" y="1186191"/>
                  </a:lnTo>
                  <a:lnTo>
                    <a:pt x="840107" y="1186267"/>
                  </a:lnTo>
                  <a:lnTo>
                    <a:pt x="842570" y="1186545"/>
                  </a:lnTo>
                  <a:lnTo>
                    <a:pt x="845034" y="1186934"/>
                  </a:lnTo>
                  <a:lnTo>
                    <a:pt x="847498" y="1187328"/>
                  </a:lnTo>
                  <a:lnTo>
                    <a:pt x="849961" y="1187646"/>
                  </a:lnTo>
                  <a:lnTo>
                    <a:pt x="852425" y="1187860"/>
                  </a:lnTo>
                  <a:lnTo>
                    <a:pt x="854889" y="1187983"/>
                  </a:lnTo>
                  <a:lnTo>
                    <a:pt x="857352" y="1188042"/>
                  </a:lnTo>
                  <a:lnTo>
                    <a:pt x="859816" y="1188067"/>
                  </a:lnTo>
                  <a:lnTo>
                    <a:pt x="862280" y="1188076"/>
                  </a:lnTo>
                  <a:lnTo>
                    <a:pt x="864743" y="1188079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79"/>
                  </a:lnTo>
                  <a:lnTo>
                    <a:pt x="874598" y="1188077"/>
                  </a:lnTo>
                  <a:lnTo>
                    <a:pt x="877062" y="1188071"/>
                  </a:lnTo>
                  <a:lnTo>
                    <a:pt x="879525" y="1188053"/>
                  </a:lnTo>
                  <a:lnTo>
                    <a:pt x="881989" y="1188009"/>
                  </a:lnTo>
                  <a:lnTo>
                    <a:pt x="884453" y="1187912"/>
                  </a:lnTo>
                  <a:lnTo>
                    <a:pt x="886916" y="1187733"/>
                  </a:lnTo>
                  <a:lnTo>
                    <a:pt x="889380" y="1187451"/>
                  </a:lnTo>
                  <a:lnTo>
                    <a:pt x="891844" y="1187079"/>
                  </a:lnTo>
                  <a:lnTo>
                    <a:pt x="894307" y="1186677"/>
                  </a:lnTo>
                  <a:lnTo>
                    <a:pt x="896771" y="1186347"/>
                  </a:lnTo>
                  <a:lnTo>
                    <a:pt x="899235" y="1186192"/>
                  </a:lnTo>
                  <a:lnTo>
                    <a:pt x="901698" y="1186265"/>
                  </a:lnTo>
                  <a:lnTo>
                    <a:pt x="904162" y="1186540"/>
                  </a:lnTo>
                  <a:lnTo>
                    <a:pt x="906625" y="1186929"/>
                  </a:lnTo>
                  <a:lnTo>
                    <a:pt x="909089" y="1187323"/>
                  </a:lnTo>
                  <a:lnTo>
                    <a:pt x="911553" y="1187643"/>
                  </a:lnTo>
                  <a:lnTo>
                    <a:pt x="914016" y="1187859"/>
                  </a:lnTo>
                  <a:lnTo>
                    <a:pt x="916480" y="1187982"/>
                  </a:lnTo>
                  <a:lnTo>
                    <a:pt x="918944" y="1188042"/>
                  </a:lnTo>
                  <a:lnTo>
                    <a:pt x="921407" y="1188067"/>
                  </a:lnTo>
                  <a:lnTo>
                    <a:pt x="923871" y="1188076"/>
                  </a:lnTo>
                  <a:lnTo>
                    <a:pt x="926335" y="1188079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2433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80"/>
                  </a:lnTo>
                  <a:lnTo>
                    <a:pt x="81300" y="1188080"/>
                  </a:lnTo>
                  <a:lnTo>
                    <a:pt x="83764" y="1188080"/>
                  </a:lnTo>
                  <a:lnTo>
                    <a:pt x="86228" y="1188080"/>
                  </a:lnTo>
                  <a:lnTo>
                    <a:pt x="88691" y="1188080"/>
                  </a:lnTo>
                  <a:lnTo>
                    <a:pt x="91155" y="1188080"/>
                  </a:lnTo>
                  <a:lnTo>
                    <a:pt x="93618" y="1188079"/>
                  </a:lnTo>
                  <a:lnTo>
                    <a:pt x="96082" y="1188077"/>
                  </a:lnTo>
                  <a:lnTo>
                    <a:pt x="98546" y="1188069"/>
                  </a:lnTo>
                  <a:lnTo>
                    <a:pt x="101009" y="1188047"/>
                  </a:lnTo>
                  <a:lnTo>
                    <a:pt x="103473" y="1187993"/>
                  </a:lnTo>
                  <a:lnTo>
                    <a:pt x="105937" y="1187882"/>
                  </a:lnTo>
                  <a:lnTo>
                    <a:pt x="108400" y="1187683"/>
                  </a:lnTo>
                  <a:lnTo>
                    <a:pt x="110864" y="1187380"/>
                  </a:lnTo>
                  <a:lnTo>
                    <a:pt x="113328" y="1186997"/>
                  </a:lnTo>
                  <a:lnTo>
                    <a:pt x="115791" y="1186601"/>
                  </a:lnTo>
                  <a:lnTo>
                    <a:pt x="118255" y="1186295"/>
                  </a:lnTo>
                  <a:lnTo>
                    <a:pt x="120719" y="1186164"/>
                  </a:lnTo>
                  <a:lnTo>
                    <a:pt x="123182" y="1186218"/>
                  </a:lnTo>
                  <a:lnTo>
                    <a:pt x="125646" y="1186350"/>
                  </a:lnTo>
                  <a:lnTo>
                    <a:pt x="128110" y="1186336"/>
                  </a:lnTo>
                  <a:lnTo>
                    <a:pt x="130573" y="1185854"/>
                  </a:lnTo>
                  <a:lnTo>
                    <a:pt x="133037" y="1184555"/>
                  </a:lnTo>
                  <a:lnTo>
                    <a:pt x="135501" y="1182151"/>
                  </a:lnTo>
                  <a:lnTo>
                    <a:pt x="137964" y="1178558"/>
                  </a:lnTo>
                  <a:lnTo>
                    <a:pt x="140428" y="1174033"/>
                  </a:lnTo>
                  <a:lnTo>
                    <a:pt x="142892" y="1169191"/>
                  </a:lnTo>
                  <a:lnTo>
                    <a:pt x="145355" y="1164833"/>
                  </a:lnTo>
                  <a:lnTo>
                    <a:pt x="147819" y="1161578"/>
                  </a:lnTo>
                  <a:lnTo>
                    <a:pt x="150283" y="1159555"/>
                  </a:lnTo>
                  <a:lnTo>
                    <a:pt x="152746" y="1158182"/>
                  </a:lnTo>
                  <a:lnTo>
                    <a:pt x="155210" y="1156662"/>
                  </a:lnTo>
                  <a:lnTo>
                    <a:pt x="157674" y="1154399"/>
                  </a:lnTo>
                  <a:lnTo>
                    <a:pt x="160137" y="1151278"/>
                  </a:lnTo>
                  <a:lnTo>
                    <a:pt x="162601" y="1147669"/>
                  </a:lnTo>
                  <a:lnTo>
                    <a:pt x="165065" y="1144240"/>
                  </a:lnTo>
                  <a:lnTo>
                    <a:pt x="167528" y="1141699"/>
                  </a:lnTo>
                  <a:lnTo>
                    <a:pt x="169992" y="1140596"/>
                  </a:lnTo>
                  <a:lnTo>
                    <a:pt x="172456" y="1141211"/>
                  </a:lnTo>
                  <a:lnTo>
                    <a:pt x="174919" y="1143503"/>
                  </a:lnTo>
                  <a:lnTo>
                    <a:pt x="177383" y="1147138"/>
                  </a:lnTo>
                  <a:lnTo>
                    <a:pt x="179847" y="1151574"/>
                  </a:lnTo>
                  <a:lnTo>
                    <a:pt x="182310" y="1156212"/>
                  </a:lnTo>
                  <a:lnTo>
                    <a:pt x="184774" y="1160553"/>
                  </a:lnTo>
                  <a:lnTo>
                    <a:pt x="187237" y="1164309"/>
                  </a:lnTo>
                  <a:lnTo>
                    <a:pt x="189701" y="1167437"/>
                  </a:lnTo>
                  <a:lnTo>
                    <a:pt x="192165" y="1170077"/>
                  </a:lnTo>
                  <a:lnTo>
                    <a:pt x="194628" y="1172395"/>
                  </a:lnTo>
                  <a:lnTo>
                    <a:pt x="197092" y="1174441"/>
                  </a:lnTo>
                  <a:lnTo>
                    <a:pt x="199556" y="1176080"/>
                  </a:lnTo>
                  <a:lnTo>
                    <a:pt x="202019" y="1177057"/>
                  </a:lnTo>
                  <a:lnTo>
                    <a:pt x="204483" y="1177139"/>
                  </a:lnTo>
                  <a:lnTo>
                    <a:pt x="206947" y="1176217"/>
                  </a:lnTo>
                  <a:lnTo>
                    <a:pt x="209410" y="1174296"/>
                  </a:lnTo>
                  <a:lnTo>
                    <a:pt x="211874" y="1171487"/>
                  </a:lnTo>
                  <a:lnTo>
                    <a:pt x="214338" y="1168031"/>
                  </a:lnTo>
                  <a:lnTo>
                    <a:pt x="216801" y="1164326"/>
                  </a:lnTo>
                  <a:lnTo>
                    <a:pt x="219265" y="1160975"/>
                  </a:lnTo>
                  <a:lnTo>
                    <a:pt x="221729" y="1158627"/>
                  </a:lnTo>
                  <a:lnTo>
                    <a:pt x="224192" y="1157692"/>
                  </a:lnTo>
                  <a:lnTo>
                    <a:pt x="226656" y="1158114"/>
                  </a:lnTo>
                  <a:lnTo>
                    <a:pt x="229120" y="1159351"/>
                  </a:lnTo>
                  <a:lnTo>
                    <a:pt x="231583" y="1160554"/>
                  </a:lnTo>
                  <a:lnTo>
                    <a:pt x="234047" y="1160859"/>
                  </a:lnTo>
                  <a:lnTo>
                    <a:pt x="236511" y="1159665"/>
                  </a:lnTo>
                  <a:lnTo>
                    <a:pt x="238974" y="1156836"/>
                  </a:lnTo>
                  <a:lnTo>
                    <a:pt x="241438" y="1152770"/>
                  </a:lnTo>
                  <a:lnTo>
                    <a:pt x="243902" y="1148352"/>
                  </a:lnTo>
                  <a:lnTo>
                    <a:pt x="246365" y="1144751"/>
                  </a:lnTo>
                  <a:lnTo>
                    <a:pt x="248829" y="1143070"/>
                  </a:lnTo>
                  <a:lnTo>
                    <a:pt x="251293" y="1143924"/>
                  </a:lnTo>
                  <a:lnTo>
                    <a:pt x="253756" y="1147096"/>
                  </a:lnTo>
                  <a:lnTo>
                    <a:pt x="256220" y="1151463"/>
                  </a:lnTo>
                  <a:lnTo>
                    <a:pt x="258684" y="1155247"/>
                  </a:lnTo>
                  <a:lnTo>
                    <a:pt x="261147" y="1156479"/>
                  </a:lnTo>
                  <a:lnTo>
                    <a:pt x="263611" y="1153448"/>
                  </a:lnTo>
                  <a:lnTo>
                    <a:pt x="266075" y="1145083"/>
                  </a:lnTo>
                  <a:lnTo>
                    <a:pt x="268538" y="1131321"/>
                  </a:lnTo>
                  <a:lnTo>
                    <a:pt x="271002" y="1113474"/>
                  </a:lnTo>
                  <a:lnTo>
                    <a:pt x="273465" y="1094813"/>
                  </a:lnTo>
                  <a:lnTo>
                    <a:pt x="275929" y="1079123"/>
                  </a:lnTo>
                  <a:lnTo>
                    <a:pt x="278393" y="1069587"/>
                  </a:lnTo>
                  <a:lnTo>
                    <a:pt x="280856" y="1067450"/>
                  </a:lnTo>
                  <a:lnTo>
                    <a:pt x="283320" y="1071504"/>
                  </a:lnTo>
                  <a:lnTo>
                    <a:pt x="285784" y="1078689"/>
                  </a:lnTo>
                  <a:lnTo>
                    <a:pt x="288247" y="1085360"/>
                  </a:lnTo>
                  <a:lnTo>
                    <a:pt x="290711" y="1088452"/>
                  </a:lnTo>
                  <a:lnTo>
                    <a:pt x="293175" y="1085975"/>
                  </a:lnTo>
                  <a:lnTo>
                    <a:pt x="295638" y="1076861"/>
                  </a:lnTo>
                  <a:lnTo>
                    <a:pt x="298102" y="1060502"/>
                  </a:lnTo>
                  <a:lnTo>
                    <a:pt x="300566" y="1036360"/>
                  </a:lnTo>
                  <a:lnTo>
                    <a:pt x="303029" y="1003636"/>
                  </a:lnTo>
                  <a:lnTo>
                    <a:pt x="305493" y="960669"/>
                  </a:lnTo>
                  <a:lnTo>
                    <a:pt x="307957" y="903834"/>
                  </a:lnTo>
                  <a:lnTo>
                    <a:pt x="310420" y="826491"/>
                  </a:lnTo>
                  <a:lnTo>
                    <a:pt x="312884" y="719696"/>
                  </a:lnTo>
                  <a:lnTo>
                    <a:pt x="315348" y="576682"/>
                  </a:lnTo>
                  <a:lnTo>
                    <a:pt x="317811" y="401331"/>
                  </a:lnTo>
                  <a:lnTo>
                    <a:pt x="320275" y="216745"/>
                  </a:lnTo>
                  <a:lnTo>
                    <a:pt x="322739" y="66172"/>
                  </a:lnTo>
                  <a:lnTo>
                    <a:pt x="325202" y="0"/>
                  </a:lnTo>
                  <a:lnTo>
                    <a:pt x="327666" y="51673"/>
                  </a:lnTo>
                  <a:lnTo>
                    <a:pt x="330130" y="218658"/>
                  </a:lnTo>
                  <a:lnTo>
                    <a:pt x="332593" y="452751"/>
                  </a:lnTo>
                  <a:lnTo>
                    <a:pt x="335057" y="692113"/>
                  </a:lnTo>
                  <a:lnTo>
                    <a:pt x="337521" y="890872"/>
                  </a:lnTo>
                  <a:lnTo>
                    <a:pt x="339984" y="1029949"/>
                  </a:lnTo>
                  <a:lnTo>
                    <a:pt x="342448" y="1113454"/>
                  </a:lnTo>
                  <a:lnTo>
                    <a:pt x="344912" y="1156892"/>
                  </a:lnTo>
                  <a:lnTo>
                    <a:pt x="347375" y="1176563"/>
                  </a:lnTo>
                  <a:lnTo>
                    <a:pt x="349839" y="1184332"/>
                  </a:lnTo>
                  <a:lnTo>
                    <a:pt x="352303" y="1187008"/>
                  </a:lnTo>
                  <a:lnTo>
                    <a:pt x="354766" y="1187811"/>
                  </a:lnTo>
                  <a:lnTo>
                    <a:pt x="357230" y="1188021"/>
                  </a:lnTo>
                  <a:lnTo>
                    <a:pt x="359694" y="1188069"/>
                  </a:lnTo>
                  <a:lnTo>
                    <a:pt x="362157" y="1188078"/>
                  </a:lnTo>
                  <a:lnTo>
                    <a:pt x="364621" y="1188080"/>
                  </a:lnTo>
                  <a:lnTo>
                    <a:pt x="367084" y="1188080"/>
                  </a:lnTo>
                  <a:lnTo>
                    <a:pt x="369548" y="1188080"/>
                  </a:lnTo>
                  <a:lnTo>
                    <a:pt x="372012" y="1188080"/>
                  </a:lnTo>
                  <a:lnTo>
                    <a:pt x="374475" y="1188080"/>
                  </a:lnTo>
                  <a:lnTo>
                    <a:pt x="376939" y="1188080"/>
                  </a:lnTo>
                  <a:lnTo>
                    <a:pt x="379403" y="1188080"/>
                  </a:lnTo>
                  <a:lnTo>
                    <a:pt x="381866" y="1188080"/>
                  </a:lnTo>
                  <a:lnTo>
                    <a:pt x="384330" y="1188080"/>
                  </a:lnTo>
                  <a:lnTo>
                    <a:pt x="386794" y="1188080"/>
                  </a:lnTo>
                  <a:lnTo>
                    <a:pt x="389257" y="1188080"/>
                  </a:lnTo>
                  <a:lnTo>
                    <a:pt x="391721" y="1188080"/>
                  </a:lnTo>
                  <a:lnTo>
                    <a:pt x="394185" y="1188080"/>
                  </a:lnTo>
                  <a:lnTo>
                    <a:pt x="396648" y="1188080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79"/>
                  </a:lnTo>
                  <a:lnTo>
                    <a:pt x="813006" y="1188077"/>
                  </a:lnTo>
                  <a:lnTo>
                    <a:pt x="815470" y="1188071"/>
                  </a:lnTo>
                  <a:lnTo>
                    <a:pt x="817934" y="1188053"/>
                  </a:lnTo>
                  <a:lnTo>
                    <a:pt x="820397" y="1188008"/>
                  </a:lnTo>
                  <a:lnTo>
                    <a:pt x="822861" y="1187911"/>
                  </a:lnTo>
                  <a:lnTo>
                    <a:pt x="825325" y="1187731"/>
                  </a:lnTo>
                  <a:lnTo>
                    <a:pt x="827788" y="1187448"/>
                  </a:lnTo>
                  <a:lnTo>
                    <a:pt x="830252" y="1187074"/>
                  </a:lnTo>
                  <a:lnTo>
                    <a:pt x="832716" y="1186672"/>
                  </a:lnTo>
                  <a:lnTo>
                    <a:pt x="835179" y="1186343"/>
                  </a:lnTo>
                  <a:lnTo>
                    <a:pt x="837643" y="1186191"/>
                  </a:lnTo>
                  <a:lnTo>
                    <a:pt x="840107" y="1186267"/>
                  </a:lnTo>
                  <a:lnTo>
                    <a:pt x="842570" y="1186545"/>
                  </a:lnTo>
                  <a:lnTo>
                    <a:pt x="845034" y="1186934"/>
                  </a:lnTo>
                  <a:lnTo>
                    <a:pt x="847498" y="1187328"/>
                  </a:lnTo>
                  <a:lnTo>
                    <a:pt x="849961" y="1187646"/>
                  </a:lnTo>
                  <a:lnTo>
                    <a:pt x="852425" y="1187860"/>
                  </a:lnTo>
                  <a:lnTo>
                    <a:pt x="854889" y="1187983"/>
                  </a:lnTo>
                  <a:lnTo>
                    <a:pt x="857352" y="1188042"/>
                  </a:lnTo>
                  <a:lnTo>
                    <a:pt x="859816" y="1188067"/>
                  </a:lnTo>
                  <a:lnTo>
                    <a:pt x="862280" y="1188076"/>
                  </a:lnTo>
                  <a:lnTo>
                    <a:pt x="864743" y="1188079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79"/>
                  </a:lnTo>
                  <a:lnTo>
                    <a:pt x="874598" y="1188077"/>
                  </a:lnTo>
                  <a:lnTo>
                    <a:pt x="877062" y="1188071"/>
                  </a:lnTo>
                  <a:lnTo>
                    <a:pt x="879525" y="1188053"/>
                  </a:lnTo>
                  <a:lnTo>
                    <a:pt x="881989" y="1188009"/>
                  </a:lnTo>
                  <a:lnTo>
                    <a:pt x="884453" y="1187912"/>
                  </a:lnTo>
                  <a:lnTo>
                    <a:pt x="886916" y="1187733"/>
                  </a:lnTo>
                  <a:lnTo>
                    <a:pt x="889380" y="1187451"/>
                  </a:lnTo>
                  <a:lnTo>
                    <a:pt x="891844" y="1187079"/>
                  </a:lnTo>
                  <a:lnTo>
                    <a:pt x="894307" y="1186677"/>
                  </a:lnTo>
                  <a:lnTo>
                    <a:pt x="896771" y="1186347"/>
                  </a:lnTo>
                  <a:lnTo>
                    <a:pt x="899235" y="1186192"/>
                  </a:lnTo>
                  <a:lnTo>
                    <a:pt x="901698" y="1186265"/>
                  </a:lnTo>
                  <a:lnTo>
                    <a:pt x="904162" y="1186540"/>
                  </a:lnTo>
                  <a:lnTo>
                    <a:pt x="906625" y="1186929"/>
                  </a:lnTo>
                  <a:lnTo>
                    <a:pt x="909089" y="1187323"/>
                  </a:lnTo>
                  <a:lnTo>
                    <a:pt x="911553" y="1187643"/>
                  </a:lnTo>
                  <a:lnTo>
                    <a:pt x="914016" y="1187859"/>
                  </a:lnTo>
                  <a:lnTo>
                    <a:pt x="916480" y="1187982"/>
                  </a:lnTo>
                  <a:lnTo>
                    <a:pt x="918944" y="1188042"/>
                  </a:lnTo>
                  <a:lnTo>
                    <a:pt x="921407" y="1188067"/>
                  </a:lnTo>
                  <a:lnTo>
                    <a:pt x="923871" y="1188076"/>
                  </a:lnTo>
                  <a:lnTo>
                    <a:pt x="926335" y="1188079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2433616" y="3875994"/>
              <a:ext cx="1258929" cy="263848"/>
            </a:xfrm>
            <a:custGeom>
              <a:avLst/>
              <a:pathLst>
                <a:path w="1258929" h="263848">
                  <a:moveTo>
                    <a:pt x="0" y="263848"/>
                  </a:moveTo>
                  <a:lnTo>
                    <a:pt x="2463" y="263848"/>
                  </a:lnTo>
                  <a:lnTo>
                    <a:pt x="4927" y="263848"/>
                  </a:lnTo>
                  <a:lnTo>
                    <a:pt x="7390" y="263848"/>
                  </a:lnTo>
                  <a:lnTo>
                    <a:pt x="9854" y="263848"/>
                  </a:lnTo>
                  <a:lnTo>
                    <a:pt x="12318" y="263848"/>
                  </a:lnTo>
                  <a:lnTo>
                    <a:pt x="14781" y="263848"/>
                  </a:lnTo>
                  <a:lnTo>
                    <a:pt x="17245" y="263848"/>
                  </a:lnTo>
                  <a:lnTo>
                    <a:pt x="19709" y="263848"/>
                  </a:lnTo>
                  <a:lnTo>
                    <a:pt x="22172" y="263848"/>
                  </a:lnTo>
                  <a:lnTo>
                    <a:pt x="24636" y="263848"/>
                  </a:lnTo>
                  <a:lnTo>
                    <a:pt x="27100" y="263848"/>
                  </a:lnTo>
                  <a:lnTo>
                    <a:pt x="29563" y="263848"/>
                  </a:lnTo>
                  <a:lnTo>
                    <a:pt x="32027" y="263848"/>
                  </a:lnTo>
                  <a:lnTo>
                    <a:pt x="34491" y="263848"/>
                  </a:lnTo>
                  <a:lnTo>
                    <a:pt x="36954" y="263848"/>
                  </a:lnTo>
                  <a:lnTo>
                    <a:pt x="39418" y="263847"/>
                  </a:lnTo>
                  <a:lnTo>
                    <a:pt x="41882" y="263847"/>
                  </a:lnTo>
                  <a:lnTo>
                    <a:pt x="44345" y="263847"/>
                  </a:lnTo>
                  <a:lnTo>
                    <a:pt x="46809" y="263847"/>
                  </a:lnTo>
                  <a:lnTo>
                    <a:pt x="49273" y="263847"/>
                  </a:lnTo>
                  <a:lnTo>
                    <a:pt x="51736" y="263847"/>
                  </a:lnTo>
                  <a:lnTo>
                    <a:pt x="54200" y="263846"/>
                  </a:lnTo>
                  <a:lnTo>
                    <a:pt x="56664" y="263846"/>
                  </a:lnTo>
                  <a:lnTo>
                    <a:pt x="59127" y="263845"/>
                  </a:lnTo>
                  <a:lnTo>
                    <a:pt x="61591" y="263844"/>
                  </a:lnTo>
                  <a:lnTo>
                    <a:pt x="64055" y="263842"/>
                  </a:lnTo>
                  <a:lnTo>
                    <a:pt x="66518" y="263840"/>
                  </a:lnTo>
                  <a:lnTo>
                    <a:pt x="68982" y="263838"/>
                  </a:lnTo>
                  <a:lnTo>
                    <a:pt x="71446" y="263835"/>
                  </a:lnTo>
                  <a:lnTo>
                    <a:pt x="73909" y="263830"/>
                  </a:lnTo>
                  <a:lnTo>
                    <a:pt x="76373" y="263825"/>
                  </a:lnTo>
                  <a:lnTo>
                    <a:pt x="78837" y="263818"/>
                  </a:lnTo>
                  <a:lnTo>
                    <a:pt x="81300" y="263808"/>
                  </a:lnTo>
                  <a:lnTo>
                    <a:pt x="83764" y="263797"/>
                  </a:lnTo>
                  <a:lnTo>
                    <a:pt x="86228" y="263783"/>
                  </a:lnTo>
                  <a:lnTo>
                    <a:pt x="88691" y="263765"/>
                  </a:lnTo>
                  <a:lnTo>
                    <a:pt x="91155" y="263744"/>
                  </a:lnTo>
                  <a:lnTo>
                    <a:pt x="93618" y="263717"/>
                  </a:lnTo>
                  <a:lnTo>
                    <a:pt x="96082" y="263685"/>
                  </a:lnTo>
                  <a:lnTo>
                    <a:pt x="98546" y="263647"/>
                  </a:lnTo>
                  <a:lnTo>
                    <a:pt x="101009" y="263602"/>
                  </a:lnTo>
                  <a:lnTo>
                    <a:pt x="103473" y="263550"/>
                  </a:lnTo>
                  <a:lnTo>
                    <a:pt x="105937" y="263489"/>
                  </a:lnTo>
                  <a:lnTo>
                    <a:pt x="108400" y="263419"/>
                  </a:lnTo>
                  <a:lnTo>
                    <a:pt x="110864" y="263337"/>
                  </a:lnTo>
                  <a:lnTo>
                    <a:pt x="113328" y="263244"/>
                  </a:lnTo>
                  <a:lnTo>
                    <a:pt x="115791" y="263140"/>
                  </a:lnTo>
                  <a:lnTo>
                    <a:pt x="118255" y="263023"/>
                  </a:lnTo>
                  <a:lnTo>
                    <a:pt x="120719" y="262893"/>
                  </a:lnTo>
                  <a:lnTo>
                    <a:pt x="123182" y="262751"/>
                  </a:lnTo>
                  <a:lnTo>
                    <a:pt x="125646" y="262596"/>
                  </a:lnTo>
                  <a:lnTo>
                    <a:pt x="128110" y="262427"/>
                  </a:lnTo>
                  <a:lnTo>
                    <a:pt x="130573" y="262243"/>
                  </a:lnTo>
                  <a:lnTo>
                    <a:pt x="133037" y="262046"/>
                  </a:lnTo>
                  <a:lnTo>
                    <a:pt x="135501" y="261837"/>
                  </a:lnTo>
                  <a:lnTo>
                    <a:pt x="137964" y="261617"/>
                  </a:lnTo>
                  <a:lnTo>
                    <a:pt x="140428" y="261385"/>
                  </a:lnTo>
                  <a:lnTo>
                    <a:pt x="142892" y="261143"/>
                  </a:lnTo>
                  <a:lnTo>
                    <a:pt x="145355" y="260891"/>
                  </a:lnTo>
                  <a:lnTo>
                    <a:pt x="147819" y="260629"/>
                  </a:lnTo>
                  <a:lnTo>
                    <a:pt x="150283" y="260360"/>
                  </a:lnTo>
                  <a:lnTo>
                    <a:pt x="152746" y="260084"/>
                  </a:lnTo>
                  <a:lnTo>
                    <a:pt x="155210" y="259802"/>
                  </a:lnTo>
                  <a:lnTo>
                    <a:pt x="157674" y="259515"/>
                  </a:lnTo>
                  <a:lnTo>
                    <a:pt x="160137" y="259223"/>
                  </a:lnTo>
                  <a:lnTo>
                    <a:pt x="162601" y="258926"/>
                  </a:lnTo>
                  <a:lnTo>
                    <a:pt x="165065" y="258625"/>
                  </a:lnTo>
                  <a:lnTo>
                    <a:pt x="167528" y="258320"/>
                  </a:lnTo>
                  <a:lnTo>
                    <a:pt x="169992" y="258010"/>
                  </a:lnTo>
                  <a:lnTo>
                    <a:pt x="172456" y="257697"/>
                  </a:lnTo>
                  <a:lnTo>
                    <a:pt x="174919" y="257378"/>
                  </a:lnTo>
                  <a:lnTo>
                    <a:pt x="177383" y="257055"/>
                  </a:lnTo>
                  <a:lnTo>
                    <a:pt x="179847" y="256726"/>
                  </a:lnTo>
                  <a:lnTo>
                    <a:pt x="182310" y="256389"/>
                  </a:lnTo>
                  <a:lnTo>
                    <a:pt x="184774" y="256046"/>
                  </a:lnTo>
                  <a:lnTo>
                    <a:pt x="187237" y="255695"/>
                  </a:lnTo>
                  <a:lnTo>
                    <a:pt x="189701" y="255336"/>
                  </a:lnTo>
                  <a:lnTo>
                    <a:pt x="192165" y="254971"/>
                  </a:lnTo>
                  <a:lnTo>
                    <a:pt x="194628" y="254597"/>
                  </a:lnTo>
                  <a:lnTo>
                    <a:pt x="197092" y="254217"/>
                  </a:lnTo>
                  <a:lnTo>
                    <a:pt x="199556" y="253830"/>
                  </a:lnTo>
                  <a:lnTo>
                    <a:pt x="202019" y="253440"/>
                  </a:lnTo>
                  <a:lnTo>
                    <a:pt x="204483" y="253049"/>
                  </a:lnTo>
                  <a:lnTo>
                    <a:pt x="206947" y="252658"/>
                  </a:lnTo>
                  <a:lnTo>
                    <a:pt x="209410" y="252270"/>
                  </a:lnTo>
                  <a:lnTo>
                    <a:pt x="211874" y="251890"/>
                  </a:lnTo>
                  <a:lnTo>
                    <a:pt x="214338" y="251522"/>
                  </a:lnTo>
                  <a:lnTo>
                    <a:pt x="216801" y="251171"/>
                  </a:lnTo>
                  <a:lnTo>
                    <a:pt x="219265" y="250841"/>
                  </a:lnTo>
                  <a:lnTo>
                    <a:pt x="221729" y="250535"/>
                  </a:lnTo>
                  <a:lnTo>
                    <a:pt x="224192" y="250257"/>
                  </a:lnTo>
                  <a:lnTo>
                    <a:pt x="226656" y="250012"/>
                  </a:lnTo>
                  <a:lnTo>
                    <a:pt x="229120" y="249801"/>
                  </a:lnTo>
                  <a:lnTo>
                    <a:pt x="231583" y="249631"/>
                  </a:lnTo>
                  <a:lnTo>
                    <a:pt x="234047" y="249507"/>
                  </a:lnTo>
                  <a:lnTo>
                    <a:pt x="236511" y="249424"/>
                  </a:lnTo>
                  <a:lnTo>
                    <a:pt x="238974" y="249382"/>
                  </a:lnTo>
                  <a:lnTo>
                    <a:pt x="241438" y="249378"/>
                  </a:lnTo>
                  <a:lnTo>
                    <a:pt x="243902" y="249412"/>
                  </a:lnTo>
                  <a:lnTo>
                    <a:pt x="246365" y="249480"/>
                  </a:lnTo>
                  <a:lnTo>
                    <a:pt x="248829" y="249578"/>
                  </a:lnTo>
                  <a:lnTo>
                    <a:pt x="251293" y="249702"/>
                  </a:lnTo>
                  <a:lnTo>
                    <a:pt x="253756" y="249841"/>
                  </a:lnTo>
                  <a:lnTo>
                    <a:pt x="256220" y="249990"/>
                  </a:lnTo>
                  <a:lnTo>
                    <a:pt x="258684" y="250140"/>
                  </a:lnTo>
                  <a:lnTo>
                    <a:pt x="261147" y="250284"/>
                  </a:lnTo>
                  <a:lnTo>
                    <a:pt x="263611" y="250417"/>
                  </a:lnTo>
                  <a:lnTo>
                    <a:pt x="266075" y="250530"/>
                  </a:lnTo>
                  <a:lnTo>
                    <a:pt x="268538" y="250613"/>
                  </a:lnTo>
                  <a:lnTo>
                    <a:pt x="271002" y="250665"/>
                  </a:lnTo>
                  <a:lnTo>
                    <a:pt x="273465" y="250681"/>
                  </a:lnTo>
                  <a:lnTo>
                    <a:pt x="275929" y="250660"/>
                  </a:lnTo>
                  <a:lnTo>
                    <a:pt x="278393" y="250600"/>
                  </a:lnTo>
                  <a:lnTo>
                    <a:pt x="280856" y="250500"/>
                  </a:lnTo>
                  <a:lnTo>
                    <a:pt x="283320" y="250360"/>
                  </a:lnTo>
                  <a:lnTo>
                    <a:pt x="285784" y="250178"/>
                  </a:lnTo>
                  <a:lnTo>
                    <a:pt x="288247" y="249963"/>
                  </a:lnTo>
                  <a:lnTo>
                    <a:pt x="290711" y="249720"/>
                  </a:lnTo>
                  <a:lnTo>
                    <a:pt x="293175" y="249451"/>
                  </a:lnTo>
                  <a:lnTo>
                    <a:pt x="295638" y="249162"/>
                  </a:lnTo>
                  <a:lnTo>
                    <a:pt x="298102" y="248856"/>
                  </a:lnTo>
                  <a:lnTo>
                    <a:pt x="300566" y="248536"/>
                  </a:lnTo>
                  <a:lnTo>
                    <a:pt x="303029" y="248206"/>
                  </a:lnTo>
                  <a:lnTo>
                    <a:pt x="305493" y="247869"/>
                  </a:lnTo>
                  <a:lnTo>
                    <a:pt x="307957" y="247525"/>
                  </a:lnTo>
                  <a:lnTo>
                    <a:pt x="310420" y="247175"/>
                  </a:lnTo>
                  <a:lnTo>
                    <a:pt x="312884" y="246816"/>
                  </a:lnTo>
                  <a:lnTo>
                    <a:pt x="315348" y="246446"/>
                  </a:lnTo>
                  <a:lnTo>
                    <a:pt x="317811" y="246059"/>
                  </a:lnTo>
                  <a:lnTo>
                    <a:pt x="320275" y="245645"/>
                  </a:lnTo>
                  <a:lnTo>
                    <a:pt x="322739" y="245199"/>
                  </a:lnTo>
                  <a:lnTo>
                    <a:pt x="325202" y="244712"/>
                  </a:lnTo>
                  <a:lnTo>
                    <a:pt x="327666" y="244175"/>
                  </a:lnTo>
                  <a:lnTo>
                    <a:pt x="330130" y="243577"/>
                  </a:lnTo>
                  <a:lnTo>
                    <a:pt x="332593" y="242907"/>
                  </a:lnTo>
                  <a:lnTo>
                    <a:pt x="335057" y="242154"/>
                  </a:lnTo>
                  <a:lnTo>
                    <a:pt x="337521" y="241285"/>
                  </a:lnTo>
                  <a:lnTo>
                    <a:pt x="339984" y="240304"/>
                  </a:lnTo>
                  <a:lnTo>
                    <a:pt x="342448" y="239197"/>
                  </a:lnTo>
                  <a:lnTo>
                    <a:pt x="344912" y="237953"/>
                  </a:lnTo>
                  <a:lnTo>
                    <a:pt x="347375" y="236558"/>
                  </a:lnTo>
                  <a:lnTo>
                    <a:pt x="349839" y="234998"/>
                  </a:lnTo>
                  <a:lnTo>
                    <a:pt x="352303" y="233259"/>
                  </a:lnTo>
                  <a:lnTo>
                    <a:pt x="354766" y="231285"/>
                  </a:lnTo>
                  <a:lnTo>
                    <a:pt x="357230" y="229093"/>
                  </a:lnTo>
                  <a:lnTo>
                    <a:pt x="359694" y="226666"/>
                  </a:lnTo>
                  <a:lnTo>
                    <a:pt x="362157" y="223983"/>
                  </a:lnTo>
                  <a:lnTo>
                    <a:pt x="364621" y="221022"/>
                  </a:lnTo>
                  <a:lnTo>
                    <a:pt x="367084" y="217762"/>
                  </a:lnTo>
                  <a:lnTo>
                    <a:pt x="369548" y="214175"/>
                  </a:lnTo>
                  <a:lnTo>
                    <a:pt x="372012" y="210159"/>
                  </a:lnTo>
                  <a:lnTo>
                    <a:pt x="374475" y="205747"/>
                  </a:lnTo>
                  <a:lnTo>
                    <a:pt x="376939" y="200910"/>
                  </a:lnTo>
                  <a:lnTo>
                    <a:pt x="379403" y="195619"/>
                  </a:lnTo>
                  <a:lnTo>
                    <a:pt x="381866" y="189847"/>
                  </a:lnTo>
                  <a:lnTo>
                    <a:pt x="384330" y="183568"/>
                  </a:lnTo>
                  <a:lnTo>
                    <a:pt x="386794" y="176758"/>
                  </a:lnTo>
                  <a:lnTo>
                    <a:pt x="389257" y="169295"/>
                  </a:lnTo>
                  <a:lnTo>
                    <a:pt x="391721" y="161272"/>
                  </a:lnTo>
                  <a:lnTo>
                    <a:pt x="394185" y="152701"/>
                  </a:lnTo>
                  <a:lnTo>
                    <a:pt x="396648" y="143598"/>
                  </a:lnTo>
                  <a:lnTo>
                    <a:pt x="399112" y="133994"/>
                  </a:lnTo>
                  <a:lnTo>
                    <a:pt x="401576" y="123934"/>
                  </a:lnTo>
                  <a:lnTo>
                    <a:pt x="404039" y="113476"/>
                  </a:lnTo>
                  <a:lnTo>
                    <a:pt x="406503" y="102660"/>
                  </a:lnTo>
                  <a:lnTo>
                    <a:pt x="408967" y="91664"/>
                  </a:lnTo>
                  <a:lnTo>
                    <a:pt x="411430" y="80611"/>
                  </a:lnTo>
                  <a:lnTo>
                    <a:pt x="413894" y="69631"/>
                  </a:lnTo>
                  <a:lnTo>
                    <a:pt x="416358" y="58869"/>
                  </a:lnTo>
                  <a:lnTo>
                    <a:pt x="418821" y="48476"/>
                  </a:lnTo>
                  <a:lnTo>
                    <a:pt x="421285" y="38611"/>
                  </a:lnTo>
                  <a:lnTo>
                    <a:pt x="423749" y="29605"/>
                  </a:lnTo>
                  <a:lnTo>
                    <a:pt x="426212" y="21544"/>
                  </a:lnTo>
                  <a:lnTo>
                    <a:pt x="428676" y="14566"/>
                  </a:lnTo>
                  <a:lnTo>
                    <a:pt x="431140" y="8808"/>
                  </a:lnTo>
                  <a:lnTo>
                    <a:pt x="433603" y="4395"/>
                  </a:lnTo>
                  <a:lnTo>
                    <a:pt x="436067" y="1431"/>
                  </a:lnTo>
                  <a:lnTo>
                    <a:pt x="438531" y="0"/>
                  </a:lnTo>
                  <a:lnTo>
                    <a:pt x="440994" y="439"/>
                  </a:lnTo>
                  <a:lnTo>
                    <a:pt x="443458" y="2535"/>
                  </a:lnTo>
                  <a:lnTo>
                    <a:pt x="445922" y="6224"/>
                  </a:lnTo>
                  <a:lnTo>
                    <a:pt x="448385" y="11456"/>
                  </a:lnTo>
                  <a:lnTo>
                    <a:pt x="450849" y="18154"/>
                  </a:lnTo>
                  <a:lnTo>
                    <a:pt x="453312" y="26216"/>
                  </a:lnTo>
                  <a:lnTo>
                    <a:pt x="455776" y="35520"/>
                  </a:lnTo>
                  <a:lnTo>
                    <a:pt x="458240" y="46061"/>
                  </a:lnTo>
                  <a:lnTo>
                    <a:pt x="460703" y="57482"/>
                  </a:lnTo>
                  <a:lnTo>
                    <a:pt x="463167" y="69570"/>
                  </a:lnTo>
                  <a:lnTo>
                    <a:pt x="465631" y="82141"/>
                  </a:lnTo>
                  <a:lnTo>
                    <a:pt x="468094" y="95013"/>
                  </a:lnTo>
                  <a:lnTo>
                    <a:pt x="470558" y="108010"/>
                  </a:lnTo>
                  <a:lnTo>
                    <a:pt x="473022" y="120959"/>
                  </a:lnTo>
                  <a:lnTo>
                    <a:pt x="475485" y="133636"/>
                  </a:lnTo>
                  <a:lnTo>
                    <a:pt x="477949" y="145891"/>
                  </a:lnTo>
                  <a:lnTo>
                    <a:pt x="480413" y="157621"/>
                  </a:lnTo>
                  <a:lnTo>
                    <a:pt x="482876" y="168730"/>
                  </a:lnTo>
                  <a:lnTo>
                    <a:pt x="485340" y="179142"/>
                  </a:lnTo>
                  <a:lnTo>
                    <a:pt x="487804" y="188797"/>
                  </a:lnTo>
                  <a:lnTo>
                    <a:pt x="490267" y="197655"/>
                  </a:lnTo>
                  <a:lnTo>
                    <a:pt x="492731" y="205566"/>
                  </a:lnTo>
                  <a:lnTo>
                    <a:pt x="495195" y="212616"/>
                  </a:lnTo>
                  <a:lnTo>
                    <a:pt x="497658" y="218857"/>
                  </a:lnTo>
                  <a:lnTo>
                    <a:pt x="500122" y="224314"/>
                  </a:lnTo>
                  <a:lnTo>
                    <a:pt x="502586" y="229019"/>
                  </a:lnTo>
                  <a:lnTo>
                    <a:pt x="505049" y="233007"/>
                  </a:lnTo>
                  <a:lnTo>
                    <a:pt x="507513" y="236321"/>
                  </a:lnTo>
                  <a:lnTo>
                    <a:pt x="509977" y="238920"/>
                  </a:lnTo>
                  <a:lnTo>
                    <a:pt x="512440" y="240921"/>
                  </a:lnTo>
                  <a:lnTo>
                    <a:pt x="514904" y="242397"/>
                  </a:lnTo>
                  <a:lnTo>
                    <a:pt x="517368" y="243388"/>
                  </a:lnTo>
                  <a:lnTo>
                    <a:pt x="519831" y="243933"/>
                  </a:lnTo>
                  <a:lnTo>
                    <a:pt x="522295" y="244067"/>
                  </a:lnTo>
                  <a:lnTo>
                    <a:pt x="524759" y="243821"/>
                  </a:lnTo>
                  <a:lnTo>
                    <a:pt x="527222" y="243183"/>
                  </a:lnTo>
                  <a:lnTo>
                    <a:pt x="529686" y="242218"/>
                  </a:lnTo>
                  <a:lnTo>
                    <a:pt x="532150" y="240973"/>
                  </a:lnTo>
                  <a:lnTo>
                    <a:pt x="534613" y="239475"/>
                  </a:lnTo>
                  <a:lnTo>
                    <a:pt x="537077" y="237750"/>
                  </a:lnTo>
                  <a:lnTo>
                    <a:pt x="539541" y="235828"/>
                  </a:lnTo>
                  <a:lnTo>
                    <a:pt x="542004" y="233738"/>
                  </a:lnTo>
                  <a:lnTo>
                    <a:pt x="544468" y="231501"/>
                  </a:lnTo>
                  <a:lnTo>
                    <a:pt x="546931" y="229173"/>
                  </a:lnTo>
                  <a:lnTo>
                    <a:pt x="549395" y="226801"/>
                  </a:lnTo>
                  <a:lnTo>
                    <a:pt x="551859" y="224425"/>
                  </a:lnTo>
                  <a:lnTo>
                    <a:pt x="554322" y="222087"/>
                  </a:lnTo>
                  <a:lnTo>
                    <a:pt x="556786" y="219829"/>
                  </a:lnTo>
                  <a:lnTo>
                    <a:pt x="559250" y="217694"/>
                  </a:lnTo>
                  <a:lnTo>
                    <a:pt x="561713" y="215751"/>
                  </a:lnTo>
                  <a:lnTo>
                    <a:pt x="564177" y="214043"/>
                  </a:lnTo>
                  <a:lnTo>
                    <a:pt x="566641" y="212593"/>
                  </a:lnTo>
                  <a:lnTo>
                    <a:pt x="569104" y="211429"/>
                  </a:lnTo>
                  <a:lnTo>
                    <a:pt x="571568" y="210577"/>
                  </a:lnTo>
                  <a:lnTo>
                    <a:pt x="574032" y="210055"/>
                  </a:lnTo>
                  <a:lnTo>
                    <a:pt x="576495" y="209874"/>
                  </a:lnTo>
                  <a:lnTo>
                    <a:pt x="578959" y="210082"/>
                  </a:lnTo>
                  <a:lnTo>
                    <a:pt x="581423" y="210656"/>
                  </a:lnTo>
                  <a:lnTo>
                    <a:pt x="583886" y="211554"/>
                  </a:lnTo>
                  <a:lnTo>
                    <a:pt x="586350" y="212755"/>
                  </a:lnTo>
                  <a:lnTo>
                    <a:pt x="588814" y="214232"/>
                  </a:lnTo>
                  <a:lnTo>
                    <a:pt x="591277" y="215951"/>
                  </a:lnTo>
                  <a:lnTo>
                    <a:pt x="593741" y="217877"/>
                  </a:lnTo>
                  <a:lnTo>
                    <a:pt x="596205" y="219982"/>
                  </a:lnTo>
                  <a:lnTo>
                    <a:pt x="598668" y="222203"/>
                  </a:lnTo>
                  <a:lnTo>
                    <a:pt x="601132" y="224483"/>
                  </a:lnTo>
                  <a:lnTo>
                    <a:pt x="603596" y="226777"/>
                  </a:lnTo>
                  <a:lnTo>
                    <a:pt x="606059" y="229045"/>
                  </a:lnTo>
                  <a:lnTo>
                    <a:pt x="608523" y="231246"/>
                  </a:lnTo>
                  <a:lnTo>
                    <a:pt x="610987" y="233342"/>
                  </a:lnTo>
                  <a:lnTo>
                    <a:pt x="613450" y="235282"/>
                  </a:lnTo>
                  <a:lnTo>
                    <a:pt x="615914" y="237028"/>
                  </a:lnTo>
                  <a:lnTo>
                    <a:pt x="618378" y="238569"/>
                  </a:lnTo>
                  <a:lnTo>
                    <a:pt x="620841" y="239887"/>
                  </a:lnTo>
                  <a:lnTo>
                    <a:pt x="623305" y="240967"/>
                  </a:lnTo>
                  <a:lnTo>
                    <a:pt x="625769" y="241798"/>
                  </a:lnTo>
                  <a:lnTo>
                    <a:pt x="628232" y="242371"/>
                  </a:lnTo>
                  <a:lnTo>
                    <a:pt x="630696" y="242658"/>
                  </a:lnTo>
                  <a:lnTo>
                    <a:pt x="633159" y="242661"/>
                  </a:lnTo>
                  <a:lnTo>
                    <a:pt x="635623" y="242409"/>
                  </a:lnTo>
                  <a:lnTo>
                    <a:pt x="638087" y="241914"/>
                  </a:lnTo>
                  <a:lnTo>
                    <a:pt x="640550" y="241186"/>
                  </a:lnTo>
                  <a:lnTo>
                    <a:pt x="643014" y="240240"/>
                  </a:lnTo>
                  <a:lnTo>
                    <a:pt x="645478" y="239094"/>
                  </a:lnTo>
                  <a:lnTo>
                    <a:pt x="647941" y="237753"/>
                  </a:lnTo>
                  <a:lnTo>
                    <a:pt x="650405" y="236248"/>
                  </a:lnTo>
                  <a:lnTo>
                    <a:pt x="652869" y="234625"/>
                  </a:lnTo>
                  <a:lnTo>
                    <a:pt x="655332" y="232914"/>
                  </a:lnTo>
                  <a:lnTo>
                    <a:pt x="657796" y="231146"/>
                  </a:lnTo>
                  <a:lnTo>
                    <a:pt x="660260" y="229354"/>
                  </a:lnTo>
                  <a:lnTo>
                    <a:pt x="662723" y="227572"/>
                  </a:lnTo>
                  <a:lnTo>
                    <a:pt x="665187" y="225844"/>
                  </a:lnTo>
                  <a:lnTo>
                    <a:pt x="667651" y="224220"/>
                  </a:lnTo>
                  <a:lnTo>
                    <a:pt x="670114" y="222729"/>
                  </a:lnTo>
                  <a:lnTo>
                    <a:pt x="672578" y="221402"/>
                  </a:lnTo>
                  <a:lnTo>
                    <a:pt x="675042" y="220272"/>
                  </a:lnTo>
                  <a:lnTo>
                    <a:pt x="677505" y="219364"/>
                  </a:lnTo>
                  <a:lnTo>
                    <a:pt x="679969" y="218702"/>
                  </a:lnTo>
                  <a:lnTo>
                    <a:pt x="682433" y="218329"/>
                  </a:lnTo>
                  <a:lnTo>
                    <a:pt x="684896" y="218274"/>
                  </a:lnTo>
                  <a:lnTo>
                    <a:pt x="687360" y="218509"/>
                  </a:lnTo>
                  <a:lnTo>
                    <a:pt x="689824" y="219033"/>
                  </a:lnTo>
                  <a:lnTo>
                    <a:pt x="692287" y="219841"/>
                  </a:lnTo>
                  <a:lnTo>
                    <a:pt x="694751" y="220920"/>
                  </a:lnTo>
                  <a:lnTo>
                    <a:pt x="697215" y="222255"/>
                  </a:lnTo>
                  <a:lnTo>
                    <a:pt x="699678" y="223839"/>
                  </a:lnTo>
                  <a:lnTo>
                    <a:pt x="702142" y="225646"/>
                  </a:lnTo>
                  <a:lnTo>
                    <a:pt x="704606" y="227615"/>
                  </a:lnTo>
                  <a:lnTo>
                    <a:pt x="707069" y="229713"/>
                  </a:lnTo>
                  <a:lnTo>
                    <a:pt x="709533" y="231907"/>
                  </a:lnTo>
                  <a:lnTo>
                    <a:pt x="711997" y="234161"/>
                  </a:lnTo>
                  <a:lnTo>
                    <a:pt x="714460" y="236441"/>
                  </a:lnTo>
                  <a:lnTo>
                    <a:pt x="716924" y="238712"/>
                  </a:lnTo>
                  <a:lnTo>
                    <a:pt x="719388" y="240930"/>
                  </a:lnTo>
                  <a:lnTo>
                    <a:pt x="721851" y="243072"/>
                  </a:lnTo>
                  <a:lnTo>
                    <a:pt x="724315" y="245113"/>
                  </a:lnTo>
                  <a:lnTo>
                    <a:pt x="726778" y="247037"/>
                  </a:lnTo>
                  <a:lnTo>
                    <a:pt x="729242" y="248826"/>
                  </a:lnTo>
                  <a:lnTo>
                    <a:pt x="731706" y="250471"/>
                  </a:lnTo>
                  <a:lnTo>
                    <a:pt x="734169" y="251952"/>
                  </a:lnTo>
                  <a:lnTo>
                    <a:pt x="736633" y="253253"/>
                  </a:lnTo>
                  <a:lnTo>
                    <a:pt x="739097" y="254398"/>
                  </a:lnTo>
                  <a:lnTo>
                    <a:pt x="741560" y="255389"/>
                  </a:lnTo>
                  <a:lnTo>
                    <a:pt x="744024" y="256232"/>
                  </a:lnTo>
                  <a:lnTo>
                    <a:pt x="746488" y="256936"/>
                  </a:lnTo>
                  <a:lnTo>
                    <a:pt x="748951" y="257510"/>
                  </a:lnTo>
                  <a:lnTo>
                    <a:pt x="751415" y="257958"/>
                  </a:lnTo>
                  <a:lnTo>
                    <a:pt x="753879" y="258287"/>
                  </a:lnTo>
                  <a:lnTo>
                    <a:pt x="756342" y="258525"/>
                  </a:lnTo>
                  <a:lnTo>
                    <a:pt x="758806" y="258685"/>
                  </a:lnTo>
                  <a:lnTo>
                    <a:pt x="761270" y="258779"/>
                  </a:lnTo>
                  <a:lnTo>
                    <a:pt x="763733" y="258818"/>
                  </a:lnTo>
                  <a:lnTo>
                    <a:pt x="766197" y="258815"/>
                  </a:lnTo>
                  <a:lnTo>
                    <a:pt x="768661" y="258777"/>
                  </a:lnTo>
                  <a:lnTo>
                    <a:pt x="771124" y="258717"/>
                  </a:lnTo>
                  <a:lnTo>
                    <a:pt x="773588" y="258647"/>
                  </a:lnTo>
                  <a:lnTo>
                    <a:pt x="776052" y="258575"/>
                  </a:lnTo>
                  <a:lnTo>
                    <a:pt x="778515" y="258507"/>
                  </a:lnTo>
                  <a:lnTo>
                    <a:pt x="780979" y="258451"/>
                  </a:lnTo>
                  <a:lnTo>
                    <a:pt x="783443" y="258410"/>
                  </a:lnTo>
                  <a:lnTo>
                    <a:pt x="785906" y="258390"/>
                  </a:lnTo>
                  <a:lnTo>
                    <a:pt x="788370" y="258398"/>
                  </a:lnTo>
                  <a:lnTo>
                    <a:pt x="790834" y="258433"/>
                  </a:lnTo>
                  <a:lnTo>
                    <a:pt x="793297" y="258494"/>
                  </a:lnTo>
                  <a:lnTo>
                    <a:pt x="795761" y="258584"/>
                  </a:lnTo>
                  <a:lnTo>
                    <a:pt x="798225" y="258701"/>
                  </a:lnTo>
                  <a:lnTo>
                    <a:pt x="800688" y="258844"/>
                  </a:lnTo>
                  <a:lnTo>
                    <a:pt x="803152" y="259012"/>
                  </a:lnTo>
                  <a:lnTo>
                    <a:pt x="805616" y="259207"/>
                  </a:lnTo>
                  <a:lnTo>
                    <a:pt x="808079" y="259420"/>
                  </a:lnTo>
                  <a:lnTo>
                    <a:pt x="810543" y="259649"/>
                  </a:lnTo>
                  <a:lnTo>
                    <a:pt x="813006" y="259891"/>
                  </a:lnTo>
                  <a:lnTo>
                    <a:pt x="815470" y="260143"/>
                  </a:lnTo>
                  <a:lnTo>
                    <a:pt x="817934" y="260401"/>
                  </a:lnTo>
                  <a:lnTo>
                    <a:pt x="820397" y="260662"/>
                  </a:lnTo>
                  <a:lnTo>
                    <a:pt x="822861" y="260923"/>
                  </a:lnTo>
                  <a:lnTo>
                    <a:pt x="825325" y="261179"/>
                  </a:lnTo>
                  <a:lnTo>
                    <a:pt x="827788" y="261429"/>
                  </a:lnTo>
                  <a:lnTo>
                    <a:pt x="830252" y="261671"/>
                  </a:lnTo>
                  <a:lnTo>
                    <a:pt x="832716" y="261902"/>
                  </a:lnTo>
                  <a:lnTo>
                    <a:pt x="835179" y="262121"/>
                  </a:lnTo>
                  <a:lnTo>
                    <a:pt x="837643" y="262326"/>
                  </a:lnTo>
                  <a:lnTo>
                    <a:pt x="840107" y="262514"/>
                  </a:lnTo>
                  <a:lnTo>
                    <a:pt x="842570" y="262687"/>
                  </a:lnTo>
                  <a:lnTo>
                    <a:pt x="845034" y="262845"/>
                  </a:lnTo>
                  <a:lnTo>
                    <a:pt x="847498" y="262988"/>
                  </a:lnTo>
                  <a:lnTo>
                    <a:pt x="849961" y="263116"/>
                  </a:lnTo>
                  <a:lnTo>
                    <a:pt x="852425" y="263230"/>
                  </a:lnTo>
                  <a:lnTo>
                    <a:pt x="854889" y="263331"/>
                  </a:lnTo>
                  <a:lnTo>
                    <a:pt x="857352" y="263416"/>
                  </a:lnTo>
                  <a:lnTo>
                    <a:pt x="859816" y="263491"/>
                  </a:lnTo>
                  <a:lnTo>
                    <a:pt x="862280" y="263555"/>
                  </a:lnTo>
                  <a:lnTo>
                    <a:pt x="864743" y="263609"/>
                  </a:lnTo>
                  <a:lnTo>
                    <a:pt x="867207" y="263655"/>
                  </a:lnTo>
                  <a:lnTo>
                    <a:pt x="869671" y="263693"/>
                  </a:lnTo>
                  <a:lnTo>
                    <a:pt x="872134" y="263725"/>
                  </a:lnTo>
                  <a:lnTo>
                    <a:pt x="874598" y="263751"/>
                  </a:lnTo>
                  <a:lnTo>
                    <a:pt x="877062" y="263772"/>
                  </a:lnTo>
                  <a:lnTo>
                    <a:pt x="879525" y="263788"/>
                  </a:lnTo>
                  <a:lnTo>
                    <a:pt x="881989" y="263802"/>
                  </a:lnTo>
                  <a:lnTo>
                    <a:pt x="884453" y="263813"/>
                  </a:lnTo>
                  <a:lnTo>
                    <a:pt x="886916" y="263821"/>
                  </a:lnTo>
                  <a:lnTo>
                    <a:pt x="889380" y="263828"/>
                  </a:lnTo>
                  <a:lnTo>
                    <a:pt x="891844" y="263833"/>
                  </a:lnTo>
                  <a:lnTo>
                    <a:pt x="894307" y="263837"/>
                  </a:lnTo>
                  <a:lnTo>
                    <a:pt x="896771" y="263839"/>
                  </a:lnTo>
                  <a:lnTo>
                    <a:pt x="899235" y="263842"/>
                  </a:lnTo>
                  <a:lnTo>
                    <a:pt x="901698" y="263843"/>
                  </a:lnTo>
                  <a:lnTo>
                    <a:pt x="904162" y="263845"/>
                  </a:lnTo>
                  <a:lnTo>
                    <a:pt x="906625" y="263845"/>
                  </a:lnTo>
                  <a:lnTo>
                    <a:pt x="909089" y="263846"/>
                  </a:lnTo>
                  <a:lnTo>
                    <a:pt x="911553" y="263847"/>
                  </a:lnTo>
                  <a:lnTo>
                    <a:pt x="914016" y="263847"/>
                  </a:lnTo>
                  <a:lnTo>
                    <a:pt x="916480" y="263847"/>
                  </a:lnTo>
                  <a:lnTo>
                    <a:pt x="918944" y="263847"/>
                  </a:lnTo>
                  <a:lnTo>
                    <a:pt x="921407" y="263847"/>
                  </a:lnTo>
                  <a:lnTo>
                    <a:pt x="923871" y="263847"/>
                  </a:lnTo>
                  <a:lnTo>
                    <a:pt x="926335" y="263847"/>
                  </a:lnTo>
                  <a:lnTo>
                    <a:pt x="928798" y="263848"/>
                  </a:lnTo>
                  <a:lnTo>
                    <a:pt x="931262" y="263848"/>
                  </a:lnTo>
                  <a:lnTo>
                    <a:pt x="933726" y="263848"/>
                  </a:lnTo>
                  <a:lnTo>
                    <a:pt x="936189" y="263848"/>
                  </a:lnTo>
                  <a:lnTo>
                    <a:pt x="938653" y="263848"/>
                  </a:lnTo>
                  <a:lnTo>
                    <a:pt x="941117" y="263848"/>
                  </a:lnTo>
                  <a:lnTo>
                    <a:pt x="943580" y="263848"/>
                  </a:lnTo>
                  <a:lnTo>
                    <a:pt x="946044" y="263848"/>
                  </a:lnTo>
                  <a:lnTo>
                    <a:pt x="948508" y="263848"/>
                  </a:lnTo>
                  <a:lnTo>
                    <a:pt x="950971" y="263848"/>
                  </a:lnTo>
                  <a:lnTo>
                    <a:pt x="953435" y="263848"/>
                  </a:lnTo>
                  <a:lnTo>
                    <a:pt x="955899" y="263848"/>
                  </a:lnTo>
                  <a:lnTo>
                    <a:pt x="958362" y="263848"/>
                  </a:lnTo>
                  <a:lnTo>
                    <a:pt x="960826" y="263848"/>
                  </a:lnTo>
                  <a:lnTo>
                    <a:pt x="963290" y="263848"/>
                  </a:lnTo>
                  <a:lnTo>
                    <a:pt x="965753" y="263848"/>
                  </a:lnTo>
                  <a:lnTo>
                    <a:pt x="968217" y="263848"/>
                  </a:lnTo>
                  <a:lnTo>
                    <a:pt x="970681" y="263848"/>
                  </a:lnTo>
                  <a:lnTo>
                    <a:pt x="973144" y="263848"/>
                  </a:lnTo>
                  <a:lnTo>
                    <a:pt x="975608" y="263848"/>
                  </a:lnTo>
                  <a:lnTo>
                    <a:pt x="978072" y="263848"/>
                  </a:lnTo>
                  <a:lnTo>
                    <a:pt x="980535" y="263848"/>
                  </a:lnTo>
                  <a:lnTo>
                    <a:pt x="982999" y="263848"/>
                  </a:lnTo>
                  <a:lnTo>
                    <a:pt x="985463" y="263848"/>
                  </a:lnTo>
                  <a:lnTo>
                    <a:pt x="987926" y="263848"/>
                  </a:lnTo>
                  <a:lnTo>
                    <a:pt x="990390" y="263848"/>
                  </a:lnTo>
                  <a:lnTo>
                    <a:pt x="992853" y="263848"/>
                  </a:lnTo>
                  <a:lnTo>
                    <a:pt x="995317" y="263848"/>
                  </a:lnTo>
                  <a:lnTo>
                    <a:pt x="997781" y="263848"/>
                  </a:lnTo>
                  <a:lnTo>
                    <a:pt x="1000244" y="263848"/>
                  </a:lnTo>
                  <a:lnTo>
                    <a:pt x="1002708" y="263848"/>
                  </a:lnTo>
                  <a:lnTo>
                    <a:pt x="1005172" y="263848"/>
                  </a:lnTo>
                  <a:lnTo>
                    <a:pt x="1007635" y="263848"/>
                  </a:lnTo>
                  <a:lnTo>
                    <a:pt x="1010099" y="263848"/>
                  </a:lnTo>
                  <a:lnTo>
                    <a:pt x="1012563" y="263848"/>
                  </a:lnTo>
                  <a:lnTo>
                    <a:pt x="1015026" y="263848"/>
                  </a:lnTo>
                  <a:lnTo>
                    <a:pt x="1017490" y="263848"/>
                  </a:lnTo>
                  <a:lnTo>
                    <a:pt x="1019954" y="263848"/>
                  </a:lnTo>
                  <a:lnTo>
                    <a:pt x="1022417" y="263848"/>
                  </a:lnTo>
                  <a:lnTo>
                    <a:pt x="1024881" y="263848"/>
                  </a:lnTo>
                  <a:lnTo>
                    <a:pt x="1027345" y="263848"/>
                  </a:lnTo>
                  <a:lnTo>
                    <a:pt x="1029808" y="263848"/>
                  </a:lnTo>
                  <a:lnTo>
                    <a:pt x="1032272" y="263848"/>
                  </a:lnTo>
                  <a:lnTo>
                    <a:pt x="1034736" y="263848"/>
                  </a:lnTo>
                  <a:lnTo>
                    <a:pt x="1037199" y="263848"/>
                  </a:lnTo>
                  <a:lnTo>
                    <a:pt x="1039663" y="263848"/>
                  </a:lnTo>
                  <a:lnTo>
                    <a:pt x="1042127" y="263848"/>
                  </a:lnTo>
                  <a:lnTo>
                    <a:pt x="1044590" y="263848"/>
                  </a:lnTo>
                  <a:lnTo>
                    <a:pt x="1047054" y="263848"/>
                  </a:lnTo>
                  <a:lnTo>
                    <a:pt x="1049518" y="263848"/>
                  </a:lnTo>
                  <a:lnTo>
                    <a:pt x="1051981" y="263848"/>
                  </a:lnTo>
                  <a:lnTo>
                    <a:pt x="1054445" y="263848"/>
                  </a:lnTo>
                  <a:lnTo>
                    <a:pt x="1056909" y="263848"/>
                  </a:lnTo>
                  <a:lnTo>
                    <a:pt x="1059372" y="263848"/>
                  </a:lnTo>
                  <a:lnTo>
                    <a:pt x="1061836" y="263848"/>
                  </a:lnTo>
                  <a:lnTo>
                    <a:pt x="1064300" y="263848"/>
                  </a:lnTo>
                  <a:lnTo>
                    <a:pt x="1066763" y="263848"/>
                  </a:lnTo>
                  <a:lnTo>
                    <a:pt x="1069227" y="263848"/>
                  </a:lnTo>
                  <a:lnTo>
                    <a:pt x="1071691" y="263848"/>
                  </a:lnTo>
                  <a:lnTo>
                    <a:pt x="1074154" y="263848"/>
                  </a:lnTo>
                  <a:lnTo>
                    <a:pt x="1076618" y="263848"/>
                  </a:lnTo>
                  <a:lnTo>
                    <a:pt x="1079082" y="263848"/>
                  </a:lnTo>
                  <a:lnTo>
                    <a:pt x="1081545" y="263848"/>
                  </a:lnTo>
                  <a:lnTo>
                    <a:pt x="1084009" y="263848"/>
                  </a:lnTo>
                  <a:lnTo>
                    <a:pt x="1086472" y="263848"/>
                  </a:lnTo>
                  <a:lnTo>
                    <a:pt x="1088936" y="263848"/>
                  </a:lnTo>
                  <a:lnTo>
                    <a:pt x="1091400" y="263848"/>
                  </a:lnTo>
                  <a:lnTo>
                    <a:pt x="1093863" y="263848"/>
                  </a:lnTo>
                  <a:lnTo>
                    <a:pt x="1096327" y="263848"/>
                  </a:lnTo>
                  <a:lnTo>
                    <a:pt x="1098791" y="263848"/>
                  </a:lnTo>
                  <a:lnTo>
                    <a:pt x="1101254" y="263848"/>
                  </a:lnTo>
                  <a:lnTo>
                    <a:pt x="1103718" y="263848"/>
                  </a:lnTo>
                  <a:lnTo>
                    <a:pt x="1106182" y="263848"/>
                  </a:lnTo>
                  <a:lnTo>
                    <a:pt x="1108645" y="263848"/>
                  </a:lnTo>
                  <a:lnTo>
                    <a:pt x="1111109" y="263848"/>
                  </a:lnTo>
                  <a:lnTo>
                    <a:pt x="1113573" y="263848"/>
                  </a:lnTo>
                  <a:lnTo>
                    <a:pt x="1116036" y="263848"/>
                  </a:lnTo>
                  <a:lnTo>
                    <a:pt x="1118500" y="263848"/>
                  </a:lnTo>
                  <a:lnTo>
                    <a:pt x="1120964" y="263848"/>
                  </a:lnTo>
                  <a:lnTo>
                    <a:pt x="1123427" y="263848"/>
                  </a:lnTo>
                  <a:lnTo>
                    <a:pt x="1125891" y="263848"/>
                  </a:lnTo>
                  <a:lnTo>
                    <a:pt x="1128355" y="263848"/>
                  </a:lnTo>
                  <a:lnTo>
                    <a:pt x="1130818" y="263848"/>
                  </a:lnTo>
                  <a:lnTo>
                    <a:pt x="1133282" y="263848"/>
                  </a:lnTo>
                  <a:lnTo>
                    <a:pt x="1135746" y="263848"/>
                  </a:lnTo>
                  <a:lnTo>
                    <a:pt x="1138209" y="263848"/>
                  </a:lnTo>
                  <a:lnTo>
                    <a:pt x="1140673" y="263848"/>
                  </a:lnTo>
                  <a:lnTo>
                    <a:pt x="1143137" y="263848"/>
                  </a:lnTo>
                  <a:lnTo>
                    <a:pt x="1145600" y="263848"/>
                  </a:lnTo>
                  <a:lnTo>
                    <a:pt x="1148064" y="263848"/>
                  </a:lnTo>
                  <a:lnTo>
                    <a:pt x="1150528" y="263848"/>
                  </a:lnTo>
                  <a:lnTo>
                    <a:pt x="1152991" y="263848"/>
                  </a:lnTo>
                  <a:lnTo>
                    <a:pt x="1155455" y="263848"/>
                  </a:lnTo>
                  <a:lnTo>
                    <a:pt x="1157919" y="263848"/>
                  </a:lnTo>
                  <a:lnTo>
                    <a:pt x="1160382" y="263848"/>
                  </a:lnTo>
                  <a:lnTo>
                    <a:pt x="1162846" y="263848"/>
                  </a:lnTo>
                  <a:lnTo>
                    <a:pt x="1165310" y="263848"/>
                  </a:lnTo>
                  <a:lnTo>
                    <a:pt x="1167773" y="263848"/>
                  </a:lnTo>
                  <a:lnTo>
                    <a:pt x="1170237" y="263848"/>
                  </a:lnTo>
                  <a:lnTo>
                    <a:pt x="1172701" y="263848"/>
                  </a:lnTo>
                  <a:lnTo>
                    <a:pt x="1175164" y="263848"/>
                  </a:lnTo>
                  <a:lnTo>
                    <a:pt x="1177628" y="263848"/>
                  </a:lnTo>
                  <a:lnTo>
                    <a:pt x="1180091" y="263848"/>
                  </a:lnTo>
                  <a:lnTo>
                    <a:pt x="1182555" y="263848"/>
                  </a:lnTo>
                  <a:lnTo>
                    <a:pt x="1185019" y="263848"/>
                  </a:lnTo>
                  <a:lnTo>
                    <a:pt x="1187482" y="263848"/>
                  </a:lnTo>
                  <a:lnTo>
                    <a:pt x="1189946" y="263848"/>
                  </a:lnTo>
                  <a:lnTo>
                    <a:pt x="1192410" y="263848"/>
                  </a:lnTo>
                  <a:lnTo>
                    <a:pt x="1194873" y="263848"/>
                  </a:lnTo>
                  <a:lnTo>
                    <a:pt x="1197337" y="263848"/>
                  </a:lnTo>
                  <a:lnTo>
                    <a:pt x="1199801" y="263848"/>
                  </a:lnTo>
                  <a:lnTo>
                    <a:pt x="1202264" y="263848"/>
                  </a:lnTo>
                  <a:lnTo>
                    <a:pt x="1204728" y="263848"/>
                  </a:lnTo>
                  <a:lnTo>
                    <a:pt x="1207192" y="263848"/>
                  </a:lnTo>
                  <a:lnTo>
                    <a:pt x="1209655" y="263848"/>
                  </a:lnTo>
                  <a:lnTo>
                    <a:pt x="1212119" y="263848"/>
                  </a:lnTo>
                  <a:lnTo>
                    <a:pt x="1214583" y="263848"/>
                  </a:lnTo>
                  <a:lnTo>
                    <a:pt x="1217046" y="263848"/>
                  </a:lnTo>
                  <a:lnTo>
                    <a:pt x="1219510" y="263848"/>
                  </a:lnTo>
                  <a:lnTo>
                    <a:pt x="1221974" y="263848"/>
                  </a:lnTo>
                  <a:lnTo>
                    <a:pt x="1224437" y="263848"/>
                  </a:lnTo>
                  <a:lnTo>
                    <a:pt x="1226901" y="263848"/>
                  </a:lnTo>
                  <a:lnTo>
                    <a:pt x="1229365" y="263848"/>
                  </a:lnTo>
                  <a:lnTo>
                    <a:pt x="1231828" y="263848"/>
                  </a:lnTo>
                  <a:lnTo>
                    <a:pt x="1234292" y="263848"/>
                  </a:lnTo>
                  <a:lnTo>
                    <a:pt x="1236756" y="263848"/>
                  </a:lnTo>
                  <a:lnTo>
                    <a:pt x="1239219" y="263848"/>
                  </a:lnTo>
                  <a:lnTo>
                    <a:pt x="1241683" y="263848"/>
                  </a:lnTo>
                  <a:lnTo>
                    <a:pt x="1244147" y="263848"/>
                  </a:lnTo>
                  <a:lnTo>
                    <a:pt x="1246610" y="263848"/>
                  </a:lnTo>
                  <a:lnTo>
                    <a:pt x="1249074" y="263848"/>
                  </a:lnTo>
                  <a:lnTo>
                    <a:pt x="1251538" y="263848"/>
                  </a:lnTo>
                  <a:lnTo>
                    <a:pt x="1254001" y="263848"/>
                  </a:lnTo>
                  <a:lnTo>
                    <a:pt x="1256465" y="263848"/>
                  </a:lnTo>
                  <a:lnTo>
                    <a:pt x="1258929" y="263848"/>
                  </a:lnTo>
                  <a:lnTo>
                    <a:pt x="1256465" y="263848"/>
                  </a:lnTo>
                  <a:lnTo>
                    <a:pt x="1254001" y="263848"/>
                  </a:lnTo>
                  <a:lnTo>
                    <a:pt x="1251538" y="263848"/>
                  </a:lnTo>
                  <a:lnTo>
                    <a:pt x="1249074" y="263848"/>
                  </a:lnTo>
                  <a:lnTo>
                    <a:pt x="1246610" y="263848"/>
                  </a:lnTo>
                  <a:lnTo>
                    <a:pt x="1244147" y="263848"/>
                  </a:lnTo>
                  <a:lnTo>
                    <a:pt x="1241683" y="263848"/>
                  </a:lnTo>
                  <a:lnTo>
                    <a:pt x="1239219" y="263848"/>
                  </a:lnTo>
                  <a:lnTo>
                    <a:pt x="1236756" y="263848"/>
                  </a:lnTo>
                  <a:lnTo>
                    <a:pt x="1234292" y="263848"/>
                  </a:lnTo>
                  <a:lnTo>
                    <a:pt x="1231828" y="263848"/>
                  </a:lnTo>
                  <a:lnTo>
                    <a:pt x="1229365" y="263848"/>
                  </a:lnTo>
                  <a:lnTo>
                    <a:pt x="1226901" y="263848"/>
                  </a:lnTo>
                  <a:lnTo>
                    <a:pt x="1224437" y="263848"/>
                  </a:lnTo>
                  <a:lnTo>
                    <a:pt x="1221974" y="263848"/>
                  </a:lnTo>
                  <a:lnTo>
                    <a:pt x="1219510" y="263848"/>
                  </a:lnTo>
                  <a:lnTo>
                    <a:pt x="1217046" y="263848"/>
                  </a:lnTo>
                  <a:lnTo>
                    <a:pt x="1214583" y="263848"/>
                  </a:lnTo>
                  <a:lnTo>
                    <a:pt x="1212119" y="263848"/>
                  </a:lnTo>
                  <a:lnTo>
                    <a:pt x="1209655" y="263848"/>
                  </a:lnTo>
                  <a:lnTo>
                    <a:pt x="1207192" y="263848"/>
                  </a:lnTo>
                  <a:lnTo>
                    <a:pt x="1204728" y="263848"/>
                  </a:lnTo>
                  <a:lnTo>
                    <a:pt x="1202264" y="263848"/>
                  </a:lnTo>
                  <a:lnTo>
                    <a:pt x="1199801" y="263848"/>
                  </a:lnTo>
                  <a:lnTo>
                    <a:pt x="1197337" y="263848"/>
                  </a:lnTo>
                  <a:lnTo>
                    <a:pt x="1194873" y="263848"/>
                  </a:lnTo>
                  <a:lnTo>
                    <a:pt x="1192410" y="263848"/>
                  </a:lnTo>
                  <a:lnTo>
                    <a:pt x="1189946" y="263848"/>
                  </a:lnTo>
                  <a:lnTo>
                    <a:pt x="1187482" y="263848"/>
                  </a:lnTo>
                  <a:lnTo>
                    <a:pt x="1185019" y="263848"/>
                  </a:lnTo>
                  <a:lnTo>
                    <a:pt x="1182555" y="263848"/>
                  </a:lnTo>
                  <a:lnTo>
                    <a:pt x="1180091" y="263848"/>
                  </a:lnTo>
                  <a:lnTo>
                    <a:pt x="1177628" y="263848"/>
                  </a:lnTo>
                  <a:lnTo>
                    <a:pt x="1175164" y="263848"/>
                  </a:lnTo>
                  <a:lnTo>
                    <a:pt x="1172701" y="263848"/>
                  </a:lnTo>
                  <a:lnTo>
                    <a:pt x="1170237" y="263848"/>
                  </a:lnTo>
                  <a:lnTo>
                    <a:pt x="1167773" y="263848"/>
                  </a:lnTo>
                  <a:lnTo>
                    <a:pt x="1165310" y="263848"/>
                  </a:lnTo>
                  <a:lnTo>
                    <a:pt x="1162846" y="263848"/>
                  </a:lnTo>
                  <a:lnTo>
                    <a:pt x="1160382" y="263848"/>
                  </a:lnTo>
                  <a:lnTo>
                    <a:pt x="1157919" y="263848"/>
                  </a:lnTo>
                  <a:lnTo>
                    <a:pt x="1155455" y="263848"/>
                  </a:lnTo>
                  <a:lnTo>
                    <a:pt x="1152991" y="263848"/>
                  </a:lnTo>
                  <a:lnTo>
                    <a:pt x="1150528" y="263848"/>
                  </a:lnTo>
                  <a:lnTo>
                    <a:pt x="1148064" y="263848"/>
                  </a:lnTo>
                  <a:lnTo>
                    <a:pt x="1145600" y="263848"/>
                  </a:lnTo>
                  <a:lnTo>
                    <a:pt x="1143137" y="263848"/>
                  </a:lnTo>
                  <a:lnTo>
                    <a:pt x="1140673" y="263848"/>
                  </a:lnTo>
                  <a:lnTo>
                    <a:pt x="1138209" y="263848"/>
                  </a:lnTo>
                  <a:lnTo>
                    <a:pt x="1135746" y="263848"/>
                  </a:lnTo>
                  <a:lnTo>
                    <a:pt x="1133282" y="263848"/>
                  </a:lnTo>
                  <a:lnTo>
                    <a:pt x="1130818" y="263848"/>
                  </a:lnTo>
                  <a:lnTo>
                    <a:pt x="1128355" y="263848"/>
                  </a:lnTo>
                  <a:lnTo>
                    <a:pt x="1125891" y="263848"/>
                  </a:lnTo>
                  <a:lnTo>
                    <a:pt x="1123427" y="263848"/>
                  </a:lnTo>
                  <a:lnTo>
                    <a:pt x="1120964" y="263848"/>
                  </a:lnTo>
                  <a:lnTo>
                    <a:pt x="1118500" y="263848"/>
                  </a:lnTo>
                  <a:lnTo>
                    <a:pt x="1116036" y="263848"/>
                  </a:lnTo>
                  <a:lnTo>
                    <a:pt x="1113573" y="263848"/>
                  </a:lnTo>
                  <a:lnTo>
                    <a:pt x="1111109" y="263848"/>
                  </a:lnTo>
                  <a:lnTo>
                    <a:pt x="1108645" y="263848"/>
                  </a:lnTo>
                  <a:lnTo>
                    <a:pt x="1106182" y="263848"/>
                  </a:lnTo>
                  <a:lnTo>
                    <a:pt x="1103718" y="263848"/>
                  </a:lnTo>
                  <a:lnTo>
                    <a:pt x="1101254" y="263848"/>
                  </a:lnTo>
                  <a:lnTo>
                    <a:pt x="1098791" y="263848"/>
                  </a:lnTo>
                  <a:lnTo>
                    <a:pt x="1096327" y="263848"/>
                  </a:lnTo>
                  <a:lnTo>
                    <a:pt x="1093863" y="263848"/>
                  </a:lnTo>
                  <a:lnTo>
                    <a:pt x="1091400" y="263848"/>
                  </a:lnTo>
                  <a:lnTo>
                    <a:pt x="1088936" y="263848"/>
                  </a:lnTo>
                  <a:lnTo>
                    <a:pt x="1086472" y="263848"/>
                  </a:lnTo>
                  <a:lnTo>
                    <a:pt x="1084009" y="263848"/>
                  </a:lnTo>
                  <a:lnTo>
                    <a:pt x="1081545" y="263848"/>
                  </a:lnTo>
                  <a:lnTo>
                    <a:pt x="1079082" y="263848"/>
                  </a:lnTo>
                  <a:lnTo>
                    <a:pt x="1076618" y="263848"/>
                  </a:lnTo>
                  <a:lnTo>
                    <a:pt x="1074154" y="263848"/>
                  </a:lnTo>
                  <a:lnTo>
                    <a:pt x="1071691" y="263848"/>
                  </a:lnTo>
                  <a:lnTo>
                    <a:pt x="1069227" y="263848"/>
                  </a:lnTo>
                  <a:lnTo>
                    <a:pt x="1066763" y="263848"/>
                  </a:lnTo>
                  <a:lnTo>
                    <a:pt x="1064300" y="263848"/>
                  </a:lnTo>
                  <a:lnTo>
                    <a:pt x="1061836" y="263848"/>
                  </a:lnTo>
                  <a:lnTo>
                    <a:pt x="1059372" y="263848"/>
                  </a:lnTo>
                  <a:lnTo>
                    <a:pt x="1056909" y="263848"/>
                  </a:lnTo>
                  <a:lnTo>
                    <a:pt x="1054445" y="263848"/>
                  </a:lnTo>
                  <a:lnTo>
                    <a:pt x="1051981" y="263848"/>
                  </a:lnTo>
                  <a:lnTo>
                    <a:pt x="1049518" y="263848"/>
                  </a:lnTo>
                  <a:lnTo>
                    <a:pt x="1047054" y="263848"/>
                  </a:lnTo>
                  <a:lnTo>
                    <a:pt x="1044590" y="263848"/>
                  </a:lnTo>
                  <a:lnTo>
                    <a:pt x="1042127" y="263848"/>
                  </a:lnTo>
                  <a:lnTo>
                    <a:pt x="1039663" y="263848"/>
                  </a:lnTo>
                  <a:lnTo>
                    <a:pt x="1037199" y="263848"/>
                  </a:lnTo>
                  <a:lnTo>
                    <a:pt x="1034736" y="263848"/>
                  </a:lnTo>
                  <a:lnTo>
                    <a:pt x="1032272" y="263848"/>
                  </a:lnTo>
                  <a:lnTo>
                    <a:pt x="1029808" y="263848"/>
                  </a:lnTo>
                  <a:lnTo>
                    <a:pt x="1027345" y="263848"/>
                  </a:lnTo>
                  <a:lnTo>
                    <a:pt x="1024881" y="263848"/>
                  </a:lnTo>
                  <a:lnTo>
                    <a:pt x="1022417" y="263848"/>
                  </a:lnTo>
                  <a:lnTo>
                    <a:pt x="1019954" y="263848"/>
                  </a:lnTo>
                  <a:lnTo>
                    <a:pt x="1017490" y="263848"/>
                  </a:lnTo>
                  <a:lnTo>
                    <a:pt x="1015026" y="263848"/>
                  </a:lnTo>
                  <a:lnTo>
                    <a:pt x="1012563" y="263848"/>
                  </a:lnTo>
                  <a:lnTo>
                    <a:pt x="1010099" y="263848"/>
                  </a:lnTo>
                  <a:lnTo>
                    <a:pt x="1007635" y="263848"/>
                  </a:lnTo>
                  <a:lnTo>
                    <a:pt x="1005172" y="263848"/>
                  </a:lnTo>
                  <a:lnTo>
                    <a:pt x="1002708" y="263848"/>
                  </a:lnTo>
                  <a:lnTo>
                    <a:pt x="1000244" y="263848"/>
                  </a:lnTo>
                  <a:lnTo>
                    <a:pt x="997781" y="263848"/>
                  </a:lnTo>
                  <a:lnTo>
                    <a:pt x="995317" y="263848"/>
                  </a:lnTo>
                  <a:lnTo>
                    <a:pt x="992853" y="263848"/>
                  </a:lnTo>
                  <a:lnTo>
                    <a:pt x="990390" y="263848"/>
                  </a:lnTo>
                  <a:lnTo>
                    <a:pt x="987926" y="263848"/>
                  </a:lnTo>
                  <a:lnTo>
                    <a:pt x="985463" y="263848"/>
                  </a:lnTo>
                  <a:lnTo>
                    <a:pt x="982999" y="263848"/>
                  </a:lnTo>
                  <a:lnTo>
                    <a:pt x="980535" y="263848"/>
                  </a:lnTo>
                  <a:lnTo>
                    <a:pt x="978072" y="263848"/>
                  </a:lnTo>
                  <a:lnTo>
                    <a:pt x="975608" y="263848"/>
                  </a:lnTo>
                  <a:lnTo>
                    <a:pt x="973144" y="263848"/>
                  </a:lnTo>
                  <a:lnTo>
                    <a:pt x="970681" y="263848"/>
                  </a:lnTo>
                  <a:lnTo>
                    <a:pt x="968217" y="263848"/>
                  </a:lnTo>
                  <a:lnTo>
                    <a:pt x="965753" y="263848"/>
                  </a:lnTo>
                  <a:lnTo>
                    <a:pt x="963290" y="263848"/>
                  </a:lnTo>
                  <a:lnTo>
                    <a:pt x="960826" y="263848"/>
                  </a:lnTo>
                  <a:lnTo>
                    <a:pt x="958362" y="263848"/>
                  </a:lnTo>
                  <a:lnTo>
                    <a:pt x="955899" y="263848"/>
                  </a:lnTo>
                  <a:lnTo>
                    <a:pt x="953435" y="263848"/>
                  </a:lnTo>
                  <a:lnTo>
                    <a:pt x="950971" y="263848"/>
                  </a:lnTo>
                  <a:lnTo>
                    <a:pt x="948508" y="263848"/>
                  </a:lnTo>
                  <a:lnTo>
                    <a:pt x="946044" y="263848"/>
                  </a:lnTo>
                  <a:lnTo>
                    <a:pt x="943580" y="263848"/>
                  </a:lnTo>
                  <a:lnTo>
                    <a:pt x="941117" y="263848"/>
                  </a:lnTo>
                  <a:lnTo>
                    <a:pt x="938653" y="263848"/>
                  </a:lnTo>
                  <a:lnTo>
                    <a:pt x="936189" y="263848"/>
                  </a:lnTo>
                  <a:lnTo>
                    <a:pt x="933726" y="263848"/>
                  </a:lnTo>
                  <a:lnTo>
                    <a:pt x="931262" y="263848"/>
                  </a:lnTo>
                  <a:lnTo>
                    <a:pt x="928798" y="263848"/>
                  </a:lnTo>
                  <a:lnTo>
                    <a:pt x="926335" y="263848"/>
                  </a:lnTo>
                  <a:lnTo>
                    <a:pt x="923871" y="263848"/>
                  </a:lnTo>
                  <a:lnTo>
                    <a:pt x="921407" y="263848"/>
                  </a:lnTo>
                  <a:lnTo>
                    <a:pt x="918944" y="263848"/>
                  </a:lnTo>
                  <a:lnTo>
                    <a:pt x="916480" y="263848"/>
                  </a:lnTo>
                  <a:lnTo>
                    <a:pt x="914016" y="263848"/>
                  </a:lnTo>
                  <a:lnTo>
                    <a:pt x="911553" y="263848"/>
                  </a:lnTo>
                  <a:lnTo>
                    <a:pt x="909089" y="263848"/>
                  </a:lnTo>
                  <a:lnTo>
                    <a:pt x="906625" y="263848"/>
                  </a:lnTo>
                  <a:lnTo>
                    <a:pt x="904162" y="263848"/>
                  </a:lnTo>
                  <a:lnTo>
                    <a:pt x="901698" y="263848"/>
                  </a:lnTo>
                  <a:lnTo>
                    <a:pt x="899235" y="263848"/>
                  </a:lnTo>
                  <a:lnTo>
                    <a:pt x="896771" y="263848"/>
                  </a:lnTo>
                  <a:lnTo>
                    <a:pt x="894307" y="263848"/>
                  </a:lnTo>
                  <a:lnTo>
                    <a:pt x="891844" y="263848"/>
                  </a:lnTo>
                  <a:lnTo>
                    <a:pt x="889380" y="263848"/>
                  </a:lnTo>
                  <a:lnTo>
                    <a:pt x="886916" y="263848"/>
                  </a:lnTo>
                  <a:lnTo>
                    <a:pt x="884453" y="263848"/>
                  </a:lnTo>
                  <a:lnTo>
                    <a:pt x="881989" y="263848"/>
                  </a:lnTo>
                  <a:lnTo>
                    <a:pt x="879525" y="263848"/>
                  </a:lnTo>
                  <a:lnTo>
                    <a:pt x="877062" y="263848"/>
                  </a:lnTo>
                  <a:lnTo>
                    <a:pt x="874598" y="263848"/>
                  </a:lnTo>
                  <a:lnTo>
                    <a:pt x="872134" y="263848"/>
                  </a:lnTo>
                  <a:lnTo>
                    <a:pt x="869671" y="263848"/>
                  </a:lnTo>
                  <a:lnTo>
                    <a:pt x="867207" y="263848"/>
                  </a:lnTo>
                  <a:lnTo>
                    <a:pt x="864743" y="263848"/>
                  </a:lnTo>
                  <a:lnTo>
                    <a:pt x="862280" y="263848"/>
                  </a:lnTo>
                  <a:lnTo>
                    <a:pt x="859816" y="263848"/>
                  </a:lnTo>
                  <a:lnTo>
                    <a:pt x="857352" y="263848"/>
                  </a:lnTo>
                  <a:lnTo>
                    <a:pt x="854889" y="263848"/>
                  </a:lnTo>
                  <a:lnTo>
                    <a:pt x="852425" y="263848"/>
                  </a:lnTo>
                  <a:lnTo>
                    <a:pt x="849961" y="263848"/>
                  </a:lnTo>
                  <a:lnTo>
                    <a:pt x="847498" y="263848"/>
                  </a:lnTo>
                  <a:lnTo>
                    <a:pt x="845034" y="263848"/>
                  </a:lnTo>
                  <a:lnTo>
                    <a:pt x="842570" y="263848"/>
                  </a:lnTo>
                  <a:lnTo>
                    <a:pt x="840107" y="263848"/>
                  </a:lnTo>
                  <a:lnTo>
                    <a:pt x="837643" y="263848"/>
                  </a:lnTo>
                  <a:lnTo>
                    <a:pt x="835179" y="263848"/>
                  </a:lnTo>
                  <a:lnTo>
                    <a:pt x="832716" y="263848"/>
                  </a:lnTo>
                  <a:lnTo>
                    <a:pt x="830252" y="263848"/>
                  </a:lnTo>
                  <a:lnTo>
                    <a:pt x="827788" y="263848"/>
                  </a:lnTo>
                  <a:lnTo>
                    <a:pt x="825325" y="263848"/>
                  </a:lnTo>
                  <a:lnTo>
                    <a:pt x="822861" y="263848"/>
                  </a:lnTo>
                  <a:lnTo>
                    <a:pt x="820397" y="263848"/>
                  </a:lnTo>
                  <a:lnTo>
                    <a:pt x="817934" y="263848"/>
                  </a:lnTo>
                  <a:lnTo>
                    <a:pt x="815470" y="263848"/>
                  </a:lnTo>
                  <a:lnTo>
                    <a:pt x="813006" y="263848"/>
                  </a:lnTo>
                  <a:lnTo>
                    <a:pt x="810543" y="263848"/>
                  </a:lnTo>
                  <a:lnTo>
                    <a:pt x="808079" y="263848"/>
                  </a:lnTo>
                  <a:lnTo>
                    <a:pt x="805616" y="263848"/>
                  </a:lnTo>
                  <a:lnTo>
                    <a:pt x="803152" y="263848"/>
                  </a:lnTo>
                  <a:lnTo>
                    <a:pt x="800688" y="263848"/>
                  </a:lnTo>
                  <a:lnTo>
                    <a:pt x="798225" y="263848"/>
                  </a:lnTo>
                  <a:lnTo>
                    <a:pt x="795761" y="263848"/>
                  </a:lnTo>
                  <a:lnTo>
                    <a:pt x="793297" y="263848"/>
                  </a:lnTo>
                  <a:lnTo>
                    <a:pt x="790834" y="263848"/>
                  </a:lnTo>
                  <a:lnTo>
                    <a:pt x="788370" y="263848"/>
                  </a:lnTo>
                  <a:lnTo>
                    <a:pt x="785906" y="263848"/>
                  </a:lnTo>
                  <a:lnTo>
                    <a:pt x="783443" y="263848"/>
                  </a:lnTo>
                  <a:lnTo>
                    <a:pt x="780979" y="263848"/>
                  </a:lnTo>
                  <a:lnTo>
                    <a:pt x="778515" y="263848"/>
                  </a:lnTo>
                  <a:lnTo>
                    <a:pt x="776052" y="263848"/>
                  </a:lnTo>
                  <a:lnTo>
                    <a:pt x="773588" y="263848"/>
                  </a:lnTo>
                  <a:lnTo>
                    <a:pt x="771124" y="263848"/>
                  </a:lnTo>
                  <a:lnTo>
                    <a:pt x="768661" y="263848"/>
                  </a:lnTo>
                  <a:lnTo>
                    <a:pt x="766197" y="263848"/>
                  </a:lnTo>
                  <a:lnTo>
                    <a:pt x="763733" y="263848"/>
                  </a:lnTo>
                  <a:lnTo>
                    <a:pt x="761270" y="263848"/>
                  </a:lnTo>
                  <a:lnTo>
                    <a:pt x="758806" y="263848"/>
                  </a:lnTo>
                  <a:lnTo>
                    <a:pt x="756342" y="263848"/>
                  </a:lnTo>
                  <a:lnTo>
                    <a:pt x="753879" y="263848"/>
                  </a:lnTo>
                  <a:lnTo>
                    <a:pt x="751415" y="263848"/>
                  </a:lnTo>
                  <a:lnTo>
                    <a:pt x="748951" y="263848"/>
                  </a:lnTo>
                  <a:lnTo>
                    <a:pt x="746488" y="263848"/>
                  </a:lnTo>
                  <a:lnTo>
                    <a:pt x="744024" y="263848"/>
                  </a:lnTo>
                  <a:lnTo>
                    <a:pt x="741560" y="263848"/>
                  </a:lnTo>
                  <a:lnTo>
                    <a:pt x="739097" y="263848"/>
                  </a:lnTo>
                  <a:lnTo>
                    <a:pt x="736633" y="263848"/>
                  </a:lnTo>
                  <a:lnTo>
                    <a:pt x="734169" y="263848"/>
                  </a:lnTo>
                  <a:lnTo>
                    <a:pt x="731706" y="263848"/>
                  </a:lnTo>
                  <a:lnTo>
                    <a:pt x="729242" y="263848"/>
                  </a:lnTo>
                  <a:lnTo>
                    <a:pt x="726778" y="263848"/>
                  </a:lnTo>
                  <a:lnTo>
                    <a:pt x="724315" y="263848"/>
                  </a:lnTo>
                  <a:lnTo>
                    <a:pt x="721851" y="263848"/>
                  </a:lnTo>
                  <a:lnTo>
                    <a:pt x="719388" y="263848"/>
                  </a:lnTo>
                  <a:lnTo>
                    <a:pt x="716924" y="263848"/>
                  </a:lnTo>
                  <a:lnTo>
                    <a:pt x="714460" y="263848"/>
                  </a:lnTo>
                  <a:lnTo>
                    <a:pt x="711997" y="263848"/>
                  </a:lnTo>
                  <a:lnTo>
                    <a:pt x="709533" y="263848"/>
                  </a:lnTo>
                  <a:lnTo>
                    <a:pt x="707069" y="263848"/>
                  </a:lnTo>
                  <a:lnTo>
                    <a:pt x="704606" y="263848"/>
                  </a:lnTo>
                  <a:lnTo>
                    <a:pt x="702142" y="263848"/>
                  </a:lnTo>
                  <a:lnTo>
                    <a:pt x="699678" y="263848"/>
                  </a:lnTo>
                  <a:lnTo>
                    <a:pt x="697215" y="263848"/>
                  </a:lnTo>
                  <a:lnTo>
                    <a:pt x="694751" y="263848"/>
                  </a:lnTo>
                  <a:lnTo>
                    <a:pt x="692287" y="263848"/>
                  </a:lnTo>
                  <a:lnTo>
                    <a:pt x="689824" y="263848"/>
                  </a:lnTo>
                  <a:lnTo>
                    <a:pt x="687360" y="263848"/>
                  </a:lnTo>
                  <a:lnTo>
                    <a:pt x="684896" y="263848"/>
                  </a:lnTo>
                  <a:lnTo>
                    <a:pt x="682433" y="263848"/>
                  </a:lnTo>
                  <a:lnTo>
                    <a:pt x="679969" y="263848"/>
                  </a:lnTo>
                  <a:lnTo>
                    <a:pt x="677505" y="263848"/>
                  </a:lnTo>
                  <a:lnTo>
                    <a:pt x="675042" y="263848"/>
                  </a:lnTo>
                  <a:lnTo>
                    <a:pt x="672578" y="263848"/>
                  </a:lnTo>
                  <a:lnTo>
                    <a:pt x="670114" y="263848"/>
                  </a:lnTo>
                  <a:lnTo>
                    <a:pt x="667651" y="263848"/>
                  </a:lnTo>
                  <a:lnTo>
                    <a:pt x="665187" y="263848"/>
                  </a:lnTo>
                  <a:lnTo>
                    <a:pt x="662723" y="263848"/>
                  </a:lnTo>
                  <a:lnTo>
                    <a:pt x="660260" y="263848"/>
                  </a:lnTo>
                  <a:lnTo>
                    <a:pt x="657796" y="263848"/>
                  </a:lnTo>
                  <a:lnTo>
                    <a:pt x="655332" y="263848"/>
                  </a:lnTo>
                  <a:lnTo>
                    <a:pt x="652869" y="263848"/>
                  </a:lnTo>
                  <a:lnTo>
                    <a:pt x="650405" y="263848"/>
                  </a:lnTo>
                  <a:lnTo>
                    <a:pt x="647941" y="263848"/>
                  </a:lnTo>
                  <a:lnTo>
                    <a:pt x="645478" y="263848"/>
                  </a:lnTo>
                  <a:lnTo>
                    <a:pt x="643014" y="263848"/>
                  </a:lnTo>
                  <a:lnTo>
                    <a:pt x="640550" y="263848"/>
                  </a:lnTo>
                  <a:lnTo>
                    <a:pt x="638087" y="263848"/>
                  </a:lnTo>
                  <a:lnTo>
                    <a:pt x="635623" y="263848"/>
                  </a:lnTo>
                  <a:lnTo>
                    <a:pt x="633159" y="263848"/>
                  </a:lnTo>
                  <a:lnTo>
                    <a:pt x="630696" y="263848"/>
                  </a:lnTo>
                  <a:lnTo>
                    <a:pt x="628232" y="263848"/>
                  </a:lnTo>
                  <a:lnTo>
                    <a:pt x="625769" y="263848"/>
                  </a:lnTo>
                  <a:lnTo>
                    <a:pt x="623305" y="263848"/>
                  </a:lnTo>
                  <a:lnTo>
                    <a:pt x="620841" y="263848"/>
                  </a:lnTo>
                  <a:lnTo>
                    <a:pt x="618378" y="263848"/>
                  </a:lnTo>
                  <a:lnTo>
                    <a:pt x="615914" y="263848"/>
                  </a:lnTo>
                  <a:lnTo>
                    <a:pt x="613450" y="263848"/>
                  </a:lnTo>
                  <a:lnTo>
                    <a:pt x="610987" y="263848"/>
                  </a:lnTo>
                  <a:lnTo>
                    <a:pt x="608523" y="263848"/>
                  </a:lnTo>
                  <a:lnTo>
                    <a:pt x="606059" y="263848"/>
                  </a:lnTo>
                  <a:lnTo>
                    <a:pt x="603596" y="263848"/>
                  </a:lnTo>
                  <a:lnTo>
                    <a:pt x="601132" y="263848"/>
                  </a:lnTo>
                  <a:lnTo>
                    <a:pt x="598668" y="263848"/>
                  </a:lnTo>
                  <a:lnTo>
                    <a:pt x="596205" y="263848"/>
                  </a:lnTo>
                  <a:lnTo>
                    <a:pt x="593741" y="263848"/>
                  </a:lnTo>
                  <a:lnTo>
                    <a:pt x="591277" y="263848"/>
                  </a:lnTo>
                  <a:lnTo>
                    <a:pt x="588814" y="263848"/>
                  </a:lnTo>
                  <a:lnTo>
                    <a:pt x="586350" y="263848"/>
                  </a:lnTo>
                  <a:lnTo>
                    <a:pt x="583886" y="263848"/>
                  </a:lnTo>
                  <a:lnTo>
                    <a:pt x="581423" y="263848"/>
                  </a:lnTo>
                  <a:lnTo>
                    <a:pt x="578959" y="263848"/>
                  </a:lnTo>
                  <a:lnTo>
                    <a:pt x="576495" y="263848"/>
                  </a:lnTo>
                  <a:lnTo>
                    <a:pt x="574032" y="263848"/>
                  </a:lnTo>
                  <a:lnTo>
                    <a:pt x="571568" y="263848"/>
                  </a:lnTo>
                  <a:lnTo>
                    <a:pt x="569104" y="263848"/>
                  </a:lnTo>
                  <a:lnTo>
                    <a:pt x="566641" y="263848"/>
                  </a:lnTo>
                  <a:lnTo>
                    <a:pt x="564177" y="263848"/>
                  </a:lnTo>
                  <a:lnTo>
                    <a:pt x="561713" y="263848"/>
                  </a:lnTo>
                  <a:lnTo>
                    <a:pt x="559250" y="263848"/>
                  </a:lnTo>
                  <a:lnTo>
                    <a:pt x="556786" y="263848"/>
                  </a:lnTo>
                  <a:lnTo>
                    <a:pt x="554322" y="263848"/>
                  </a:lnTo>
                  <a:lnTo>
                    <a:pt x="551859" y="263848"/>
                  </a:lnTo>
                  <a:lnTo>
                    <a:pt x="549395" y="263848"/>
                  </a:lnTo>
                  <a:lnTo>
                    <a:pt x="546931" y="263848"/>
                  </a:lnTo>
                  <a:lnTo>
                    <a:pt x="544468" y="263848"/>
                  </a:lnTo>
                  <a:lnTo>
                    <a:pt x="542004" y="263848"/>
                  </a:lnTo>
                  <a:lnTo>
                    <a:pt x="539541" y="263848"/>
                  </a:lnTo>
                  <a:lnTo>
                    <a:pt x="537077" y="263848"/>
                  </a:lnTo>
                  <a:lnTo>
                    <a:pt x="534613" y="263848"/>
                  </a:lnTo>
                  <a:lnTo>
                    <a:pt x="532150" y="263848"/>
                  </a:lnTo>
                  <a:lnTo>
                    <a:pt x="529686" y="263848"/>
                  </a:lnTo>
                  <a:lnTo>
                    <a:pt x="527222" y="263848"/>
                  </a:lnTo>
                  <a:lnTo>
                    <a:pt x="524759" y="263848"/>
                  </a:lnTo>
                  <a:lnTo>
                    <a:pt x="522295" y="263848"/>
                  </a:lnTo>
                  <a:lnTo>
                    <a:pt x="519831" y="263848"/>
                  </a:lnTo>
                  <a:lnTo>
                    <a:pt x="517368" y="263848"/>
                  </a:lnTo>
                  <a:lnTo>
                    <a:pt x="514904" y="263848"/>
                  </a:lnTo>
                  <a:lnTo>
                    <a:pt x="512440" y="263848"/>
                  </a:lnTo>
                  <a:lnTo>
                    <a:pt x="509977" y="263848"/>
                  </a:lnTo>
                  <a:lnTo>
                    <a:pt x="507513" y="263848"/>
                  </a:lnTo>
                  <a:lnTo>
                    <a:pt x="505049" y="263848"/>
                  </a:lnTo>
                  <a:lnTo>
                    <a:pt x="502586" y="263848"/>
                  </a:lnTo>
                  <a:lnTo>
                    <a:pt x="500122" y="263848"/>
                  </a:lnTo>
                  <a:lnTo>
                    <a:pt x="497658" y="263848"/>
                  </a:lnTo>
                  <a:lnTo>
                    <a:pt x="495195" y="263848"/>
                  </a:lnTo>
                  <a:lnTo>
                    <a:pt x="492731" y="263848"/>
                  </a:lnTo>
                  <a:lnTo>
                    <a:pt x="490267" y="263848"/>
                  </a:lnTo>
                  <a:lnTo>
                    <a:pt x="487804" y="263848"/>
                  </a:lnTo>
                  <a:lnTo>
                    <a:pt x="485340" y="263848"/>
                  </a:lnTo>
                  <a:lnTo>
                    <a:pt x="482876" y="263848"/>
                  </a:lnTo>
                  <a:lnTo>
                    <a:pt x="480413" y="263848"/>
                  </a:lnTo>
                  <a:lnTo>
                    <a:pt x="477949" y="263848"/>
                  </a:lnTo>
                  <a:lnTo>
                    <a:pt x="475485" y="263848"/>
                  </a:lnTo>
                  <a:lnTo>
                    <a:pt x="473022" y="263848"/>
                  </a:lnTo>
                  <a:lnTo>
                    <a:pt x="470558" y="263848"/>
                  </a:lnTo>
                  <a:lnTo>
                    <a:pt x="468094" y="263848"/>
                  </a:lnTo>
                  <a:lnTo>
                    <a:pt x="465631" y="263848"/>
                  </a:lnTo>
                  <a:lnTo>
                    <a:pt x="463167" y="263848"/>
                  </a:lnTo>
                  <a:lnTo>
                    <a:pt x="460703" y="263848"/>
                  </a:lnTo>
                  <a:lnTo>
                    <a:pt x="458240" y="263848"/>
                  </a:lnTo>
                  <a:lnTo>
                    <a:pt x="455776" y="263848"/>
                  </a:lnTo>
                  <a:lnTo>
                    <a:pt x="453312" y="263848"/>
                  </a:lnTo>
                  <a:lnTo>
                    <a:pt x="450849" y="263848"/>
                  </a:lnTo>
                  <a:lnTo>
                    <a:pt x="448385" y="263848"/>
                  </a:lnTo>
                  <a:lnTo>
                    <a:pt x="445922" y="263848"/>
                  </a:lnTo>
                  <a:lnTo>
                    <a:pt x="443458" y="263848"/>
                  </a:lnTo>
                  <a:lnTo>
                    <a:pt x="440994" y="263848"/>
                  </a:lnTo>
                  <a:lnTo>
                    <a:pt x="438531" y="263848"/>
                  </a:lnTo>
                  <a:lnTo>
                    <a:pt x="436067" y="263848"/>
                  </a:lnTo>
                  <a:lnTo>
                    <a:pt x="433603" y="263848"/>
                  </a:lnTo>
                  <a:lnTo>
                    <a:pt x="431140" y="263848"/>
                  </a:lnTo>
                  <a:lnTo>
                    <a:pt x="428676" y="263848"/>
                  </a:lnTo>
                  <a:lnTo>
                    <a:pt x="426212" y="263848"/>
                  </a:lnTo>
                  <a:lnTo>
                    <a:pt x="423749" y="263848"/>
                  </a:lnTo>
                  <a:lnTo>
                    <a:pt x="421285" y="263848"/>
                  </a:lnTo>
                  <a:lnTo>
                    <a:pt x="418821" y="263848"/>
                  </a:lnTo>
                  <a:lnTo>
                    <a:pt x="416358" y="263848"/>
                  </a:lnTo>
                  <a:lnTo>
                    <a:pt x="413894" y="263848"/>
                  </a:lnTo>
                  <a:lnTo>
                    <a:pt x="411430" y="263848"/>
                  </a:lnTo>
                  <a:lnTo>
                    <a:pt x="408967" y="263848"/>
                  </a:lnTo>
                  <a:lnTo>
                    <a:pt x="406503" y="263848"/>
                  </a:lnTo>
                  <a:lnTo>
                    <a:pt x="404039" y="263848"/>
                  </a:lnTo>
                  <a:lnTo>
                    <a:pt x="401576" y="263848"/>
                  </a:lnTo>
                  <a:lnTo>
                    <a:pt x="399112" y="263848"/>
                  </a:lnTo>
                  <a:lnTo>
                    <a:pt x="396648" y="263848"/>
                  </a:lnTo>
                  <a:lnTo>
                    <a:pt x="394185" y="263848"/>
                  </a:lnTo>
                  <a:lnTo>
                    <a:pt x="391721" y="263848"/>
                  </a:lnTo>
                  <a:lnTo>
                    <a:pt x="389257" y="263848"/>
                  </a:lnTo>
                  <a:lnTo>
                    <a:pt x="386794" y="263848"/>
                  </a:lnTo>
                  <a:lnTo>
                    <a:pt x="384330" y="263848"/>
                  </a:lnTo>
                  <a:lnTo>
                    <a:pt x="381866" y="263848"/>
                  </a:lnTo>
                  <a:lnTo>
                    <a:pt x="379403" y="263848"/>
                  </a:lnTo>
                  <a:lnTo>
                    <a:pt x="376939" y="263848"/>
                  </a:lnTo>
                  <a:lnTo>
                    <a:pt x="374475" y="263848"/>
                  </a:lnTo>
                  <a:lnTo>
                    <a:pt x="372012" y="263848"/>
                  </a:lnTo>
                  <a:lnTo>
                    <a:pt x="369548" y="263848"/>
                  </a:lnTo>
                  <a:lnTo>
                    <a:pt x="367084" y="263848"/>
                  </a:lnTo>
                  <a:lnTo>
                    <a:pt x="364621" y="263848"/>
                  </a:lnTo>
                  <a:lnTo>
                    <a:pt x="362157" y="263848"/>
                  </a:lnTo>
                  <a:lnTo>
                    <a:pt x="359694" y="263848"/>
                  </a:lnTo>
                  <a:lnTo>
                    <a:pt x="357230" y="263848"/>
                  </a:lnTo>
                  <a:lnTo>
                    <a:pt x="354766" y="263848"/>
                  </a:lnTo>
                  <a:lnTo>
                    <a:pt x="352303" y="263848"/>
                  </a:lnTo>
                  <a:lnTo>
                    <a:pt x="349839" y="263848"/>
                  </a:lnTo>
                  <a:lnTo>
                    <a:pt x="347375" y="263848"/>
                  </a:lnTo>
                  <a:lnTo>
                    <a:pt x="344912" y="263848"/>
                  </a:lnTo>
                  <a:lnTo>
                    <a:pt x="342448" y="263848"/>
                  </a:lnTo>
                  <a:lnTo>
                    <a:pt x="339984" y="263848"/>
                  </a:lnTo>
                  <a:lnTo>
                    <a:pt x="337521" y="263848"/>
                  </a:lnTo>
                  <a:lnTo>
                    <a:pt x="335057" y="263848"/>
                  </a:lnTo>
                  <a:lnTo>
                    <a:pt x="332593" y="263848"/>
                  </a:lnTo>
                  <a:lnTo>
                    <a:pt x="330130" y="263848"/>
                  </a:lnTo>
                  <a:lnTo>
                    <a:pt x="327666" y="263848"/>
                  </a:lnTo>
                  <a:lnTo>
                    <a:pt x="325202" y="263848"/>
                  </a:lnTo>
                  <a:lnTo>
                    <a:pt x="322739" y="263848"/>
                  </a:lnTo>
                  <a:lnTo>
                    <a:pt x="320275" y="263848"/>
                  </a:lnTo>
                  <a:lnTo>
                    <a:pt x="317811" y="263848"/>
                  </a:lnTo>
                  <a:lnTo>
                    <a:pt x="315348" y="263848"/>
                  </a:lnTo>
                  <a:lnTo>
                    <a:pt x="312884" y="263848"/>
                  </a:lnTo>
                  <a:lnTo>
                    <a:pt x="310420" y="263848"/>
                  </a:lnTo>
                  <a:lnTo>
                    <a:pt x="307957" y="263848"/>
                  </a:lnTo>
                  <a:lnTo>
                    <a:pt x="305493" y="263848"/>
                  </a:lnTo>
                  <a:lnTo>
                    <a:pt x="303029" y="263848"/>
                  </a:lnTo>
                  <a:lnTo>
                    <a:pt x="300566" y="263848"/>
                  </a:lnTo>
                  <a:lnTo>
                    <a:pt x="298102" y="263848"/>
                  </a:lnTo>
                  <a:lnTo>
                    <a:pt x="295638" y="263848"/>
                  </a:lnTo>
                  <a:lnTo>
                    <a:pt x="293175" y="263848"/>
                  </a:lnTo>
                  <a:lnTo>
                    <a:pt x="290711" y="263848"/>
                  </a:lnTo>
                  <a:lnTo>
                    <a:pt x="288247" y="263848"/>
                  </a:lnTo>
                  <a:lnTo>
                    <a:pt x="285784" y="263848"/>
                  </a:lnTo>
                  <a:lnTo>
                    <a:pt x="283320" y="263848"/>
                  </a:lnTo>
                  <a:lnTo>
                    <a:pt x="280856" y="263848"/>
                  </a:lnTo>
                  <a:lnTo>
                    <a:pt x="278393" y="263848"/>
                  </a:lnTo>
                  <a:lnTo>
                    <a:pt x="275929" y="263848"/>
                  </a:lnTo>
                  <a:lnTo>
                    <a:pt x="273465" y="263848"/>
                  </a:lnTo>
                  <a:lnTo>
                    <a:pt x="271002" y="263848"/>
                  </a:lnTo>
                  <a:lnTo>
                    <a:pt x="268538" y="263848"/>
                  </a:lnTo>
                  <a:lnTo>
                    <a:pt x="266075" y="263848"/>
                  </a:lnTo>
                  <a:lnTo>
                    <a:pt x="263611" y="263848"/>
                  </a:lnTo>
                  <a:lnTo>
                    <a:pt x="261147" y="263848"/>
                  </a:lnTo>
                  <a:lnTo>
                    <a:pt x="258684" y="263848"/>
                  </a:lnTo>
                  <a:lnTo>
                    <a:pt x="256220" y="263848"/>
                  </a:lnTo>
                  <a:lnTo>
                    <a:pt x="253756" y="263848"/>
                  </a:lnTo>
                  <a:lnTo>
                    <a:pt x="251293" y="263848"/>
                  </a:lnTo>
                  <a:lnTo>
                    <a:pt x="248829" y="263848"/>
                  </a:lnTo>
                  <a:lnTo>
                    <a:pt x="246365" y="263848"/>
                  </a:lnTo>
                  <a:lnTo>
                    <a:pt x="243902" y="263848"/>
                  </a:lnTo>
                  <a:lnTo>
                    <a:pt x="241438" y="263848"/>
                  </a:lnTo>
                  <a:lnTo>
                    <a:pt x="238974" y="263848"/>
                  </a:lnTo>
                  <a:lnTo>
                    <a:pt x="236511" y="263848"/>
                  </a:lnTo>
                  <a:lnTo>
                    <a:pt x="234047" y="263848"/>
                  </a:lnTo>
                  <a:lnTo>
                    <a:pt x="231583" y="263848"/>
                  </a:lnTo>
                  <a:lnTo>
                    <a:pt x="229120" y="263848"/>
                  </a:lnTo>
                  <a:lnTo>
                    <a:pt x="226656" y="263848"/>
                  </a:lnTo>
                  <a:lnTo>
                    <a:pt x="224192" y="263848"/>
                  </a:lnTo>
                  <a:lnTo>
                    <a:pt x="221729" y="263848"/>
                  </a:lnTo>
                  <a:lnTo>
                    <a:pt x="219265" y="263848"/>
                  </a:lnTo>
                  <a:lnTo>
                    <a:pt x="216801" y="263848"/>
                  </a:lnTo>
                  <a:lnTo>
                    <a:pt x="214338" y="263848"/>
                  </a:lnTo>
                  <a:lnTo>
                    <a:pt x="211874" y="263848"/>
                  </a:lnTo>
                  <a:lnTo>
                    <a:pt x="209410" y="263848"/>
                  </a:lnTo>
                  <a:lnTo>
                    <a:pt x="206947" y="263848"/>
                  </a:lnTo>
                  <a:lnTo>
                    <a:pt x="204483" y="263848"/>
                  </a:lnTo>
                  <a:lnTo>
                    <a:pt x="202019" y="263848"/>
                  </a:lnTo>
                  <a:lnTo>
                    <a:pt x="199556" y="263848"/>
                  </a:lnTo>
                  <a:lnTo>
                    <a:pt x="197092" y="263848"/>
                  </a:lnTo>
                  <a:lnTo>
                    <a:pt x="194628" y="263848"/>
                  </a:lnTo>
                  <a:lnTo>
                    <a:pt x="192165" y="263848"/>
                  </a:lnTo>
                  <a:lnTo>
                    <a:pt x="189701" y="263848"/>
                  </a:lnTo>
                  <a:lnTo>
                    <a:pt x="187237" y="263848"/>
                  </a:lnTo>
                  <a:lnTo>
                    <a:pt x="184774" y="263848"/>
                  </a:lnTo>
                  <a:lnTo>
                    <a:pt x="182310" y="263848"/>
                  </a:lnTo>
                  <a:lnTo>
                    <a:pt x="179847" y="263848"/>
                  </a:lnTo>
                  <a:lnTo>
                    <a:pt x="177383" y="263848"/>
                  </a:lnTo>
                  <a:lnTo>
                    <a:pt x="174919" y="263848"/>
                  </a:lnTo>
                  <a:lnTo>
                    <a:pt x="172456" y="263848"/>
                  </a:lnTo>
                  <a:lnTo>
                    <a:pt x="169992" y="263848"/>
                  </a:lnTo>
                  <a:lnTo>
                    <a:pt x="167528" y="263848"/>
                  </a:lnTo>
                  <a:lnTo>
                    <a:pt x="165065" y="263848"/>
                  </a:lnTo>
                  <a:lnTo>
                    <a:pt x="162601" y="263848"/>
                  </a:lnTo>
                  <a:lnTo>
                    <a:pt x="160137" y="263848"/>
                  </a:lnTo>
                  <a:lnTo>
                    <a:pt x="157674" y="263848"/>
                  </a:lnTo>
                  <a:lnTo>
                    <a:pt x="155210" y="263848"/>
                  </a:lnTo>
                  <a:lnTo>
                    <a:pt x="152746" y="263848"/>
                  </a:lnTo>
                  <a:lnTo>
                    <a:pt x="150283" y="263848"/>
                  </a:lnTo>
                  <a:lnTo>
                    <a:pt x="147819" y="263848"/>
                  </a:lnTo>
                  <a:lnTo>
                    <a:pt x="145355" y="263848"/>
                  </a:lnTo>
                  <a:lnTo>
                    <a:pt x="142892" y="263848"/>
                  </a:lnTo>
                  <a:lnTo>
                    <a:pt x="140428" y="263848"/>
                  </a:lnTo>
                  <a:lnTo>
                    <a:pt x="137964" y="263848"/>
                  </a:lnTo>
                  <a:lnTo>
                    <a:pt x="135501" y="263848"/>
                  </a:lnTo>
                  <a:lnTo>
                    <a:pt x="133037" y="263848"/>
                  </a:lnTo>
                  <a:lnTo>
                    <a:pt x="130573" y="263848"/>
                  </a:lnTo>
                  <a:lnTo>
                    <a:pt x="128110" y="263848"/>
                  </a:lnTo>
                  <a:lnTo>
                    <a:pt x="125646" y="263848"/>
                  </a:lnTo>
                  <a:lnTo>
                    <a:pt x="123182" y="263848"/>
                  </a:lnTo>
                  <a:lnTo>
                    <a:pt x="120719" y="263848"/>
                  </a:lnTo>
                  <a:lnTo>
                    <a:pt x="118255" y="263848"/>
                  </a:lnTo>
                  <a:lnTo>
                    <a:pt x="115791" y="263848"/>
                  </a:lnTo>
                  <a:lnTo>
                    <a:pt x="113328" y="263848"/>
                  </a:lnTo>
                  <a:lnTo>
                    <a:pt x="110864" y="263848"/>
                  </a:lnTo>
                  <a:lnTo>
                    <a:pt x="108400" y="263848"/>
                  </a:lnTo>
                  <a:lnTo>
                    <a:pt x="105937" y="263848"/>
                  </a:lnTo>
                  <a:lnTo>
                    <a:pt x="103473" y="263848"/>
                  </a:lnTo>
                  <a:lnTo>
                    <a:pt x="101009" y="263848"/>
                  </a:lnTo>
                  <a:lnTo>
                    <a:pt x="98546" y="263848"/>
                  </a:lnTo>
                  <a:lnTo>
                    <a:pt x="96082" y="263848"/>
                  </a:lnTo>
                  <a:lnTo>
                    <a:pt x="93618" y="263848"/>
                  </a:lnTo>
                  <a:lnTo>
                    <a:pt x="91155" y="263848"/>
                  </a:lnTo>
                  <a:lnTo>
                    <a:pt x="88691" y="263848"/>
                  </a:lnTo>
                  <a:lnTo>
                    <a:pt x="86228" y="263848"/>
                  </a:lnTo>
                  <a:lnTo>
                    <a:pt x="83764" y="263848"/>
                  </a:lnTo>
                  <a:lnTo>
                    <a:pt x="81300" y="263848"/>
                  </a:lnTo>
                  <a:lnTo>
                    <a:pt x="78837" y="263848"/>
                  </a:lnTo>
                  <a:lnTo>
                    <a:pt x="76373" y="263848"/>
                  </a:lnTo>
                  <a:lnTo>
                    <a:pt x="73909" y="263848"/>
                  </a:lnTo>
                  <a:lnTo>
                    <a:pt x="71446" y="263848"/>
                  </a:lnTo>
                  <a:lnTo>
                    <a:pt x="68982" y="263848"/>
                  </a:lnTo>
                  <a:lnTo>
                    <a:pt x="66518" y="263848"/>
                  </a:lnTo>
                  <a:lnTo>
                    <a:pt x="64055" y="263848"/>
                  </a:lnTo>
                  <a:lnTo>
                    <a:pt x="61591" y="263848"/>
                  </a:lnTo>
                  <a:lnTo>
                    <a:pt x="59127" y="263848"/>
                  </a:lnTo>
                  <a:lnTo>
                    <a:pt x="56664" y="263848"/>
                  </a:lnTo>
                  <a:lnTo>
                    <a:pt x="54200" y="263848"/>
                  </a:lnTo>
                  <a:lnTo>
                    <a:pt x="51736" y="263848"/>
                  </a:lnTo>
                  <a:lnTo>
                    <a:pt x="49273" y="263848"/>
                  </a:lnTo>
                  <a:lnTo>
                    <a:pt x="46809" y="263848"/>
                  </a:lnTo>
                  <a:lnTo>
                    <a:pt x="44345" y="263848"/>
                  </a:lnTo>
                  <a:lnTo>
                    <a:pt x="41882" y="263848"/>
                  </a:lnTo>
                  <a:lnTo>
                    <a:pt x="39418" y="263848"/>
                  </a:lnTo>
                  <a:lnTo>
                    <a:pt x="36954" y="263848"/>
                  </a:lnTo>
                  <a:lnTo>
                    <a:pt x="34491" y="263848"/>
                  </a:lnTo>
                  <a:lnTo>
                    <a:pt x="32027" y="263848"/>
                  </a:lnTo>
                  <a:lnTo>
                    <a:pt x="29563" y="263848"/>
                  </a:lnTo>
                  <a:lnTo>
                    <a:pt x="27100" y="263848"/>
                  </a:lnTo>
                  <a:lnTo>
                    <a:pt x="24636" y="263848"/>
                  </a:lnTo>
                  <a:lnTo>
                    <a:pt x="22172" y="263848"/>
                  </a:lnTo>
                  <a:lnTo>
                    <a:pt x="19709" y="263848"/>
                  </a:lnTo>
                  <a:lnTo>
                    <a:pt x="17245" y="263848"/>
                  </a:lnTo>
                  <a:lnTo>
                    <a:pt x="14781" y="263848"/>
                  </a:lnTo>
                  <a:lnTo>
                    <a:pt x="12318" y="263848"/>
                  </a:lnTo>
                  <a:lnTo>
                    <a:pt x="9854" y="263848"/>
                  </a:lnTo>
                  <a:lnTo>
                    <a:pt x="7390" y="263848"/>
                  </a:lnTo>
                  <a:lnTo>
                    <a:pt x="4927" y="263848"/>
                  </a:lnTo>
                  <a:lnTo>
                    <a:pt x="2463" y="26384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2433616" y="3875994"/>
              <a:ext cx="1258929" cy="263848"/>
            </a:xfrm>
            <a:custGeom>
              <a:avLst/>
              <a:pathLst>
                <a:path w="1258929" h="263848">
                  <a:moveTo>
                    <a:pt x="0" y="263848"/>
                  </a:moveTo>
                  <a:lnTo>
                    <a:pt x="2463" y="263848"/>
                  </a:lnTo>
                  <a:lnTo>
                    <a:pt x="4927" y="263848"/>
                  </a:lnTo>
                  <a:lnTo>
                    <a:pt x="7390" y="263848"/>
                  </a:lnTo>
                  <a:lnTo>
                    <a:pt x="9854" y="263848"/>
                  </a:lnTo>
                  <a:lnTo>
                    <a:pt x="12318" y="263848"/>
                  </a:lnTo>
                  <a:lnTo>
                    <a:pt x="14781" y="263848"/>
                  </a:lnTo>
                  <a:lnTo>
                    <a:pt x="17245" y="263848"/>
                  </a:lnTo>
                  <a:lnTo>
                    <a:pt x="19709" y="263848"/>
                  </a:lnTo>
                  <a:lnTo>
                    <a:pt x="22172" y="263848"/>
                  </a:lnTo>
                  <a:lnTo>
                    <a:pt x="24636" y="263848"/>
                  </a:lnTo>
                  <a:lnTo>
                    <a:pt x="27100" y="263848"/>
                  </a:lnTo>
                  <a:lnTo>
                    <a:pt x="29563" y="263848"/>
                  </a:lnTo>
                  <a:lnTo>
                    <a:pt x="32027" y="263848"/>
                  </a:lnTo>
                  <a:lnTo>
                    <a:pt x="34491" y="263848"/>
                  </a:lnTo>
                  <a:lnTo>
                    <a:pt x="36954" y="263848"/>
                  </a:lnTo>
                  <a:lnTo>
                    <a:pt x="39418" y="263847"/>
                  </a:lnTo>
                  <a:lnTo>
                    <a:pt x="41882" y="263847"/>
                  </a:lnTo>
                  <a:lnTo>
                    <a:pt x="44345" y="263847"/>
                  </a:lnTo>
                  <a:lnTo>
                    <a:pt x="46809" y="263847"/>
                  </a:lnTo>
                  <a:lnTo>
                    <a:pt x="49273" y="263847"/>
                  </a:lnTo>
                  <a:lnTo>
                    <a:pt x="51736" y="263847"/>
                  </a:lnTo>
                  <a:lnTo>
                    <a:pt x="54200" y="263846"/>
                  </a:lnTo>
                  <a:lnTo>
                    <a:pt x="56664" y="263846"/>
                  </a:lnTo>
                  <a:lnTo>
                    <a:pt x="59127" y="263845"/>
                  </a:lnTo>
                  <a:lnTo>
                    <a:pt x="61591" y="263844"/>
                  </a:lnTo>
                  <a:lnTo>
                    <a:pt x="64055" y="263842"/>
                  </a:lnTo>
                  <a:lnTo>
                    <a:pt x="66518" y="263840"/>
                  </a:lnTo>
                  <a:lnTo>
                    <a:pt x="68982" y="263838"/>
                  </a:lnTo>
                  <a:lnTo>
                    <a:pt x="71446" y="263835"/>
                  </a:lnTo>
                  <a:lnTo>
                    <a:pt x="73909" y="263830"/>
                  </a:lnTo>
                  <a:lnTo>
                    <a:pt x="76373" y="263825"/>
                  </a:lnTo>
                  <a:lnTo>
                    <a:pt x="78837" y="263818"/>
                  </a:lnTo>
                  <a:lnTo>
                    <a:pt x="81300" y="263808"/>
                  </a:lnTo>
                  <a:lnTo>
                    <a:pt x="83764" y="263797"/>
                  </a:lnTo>
                  <a:lnTo>
                    <a:pt x="86228" y="263783"/>
                  </a:lnTo>
                  <a:lnTo>
                    <a:pt x="88691" y="263765"/>
                  </a:lnTo>
                  <a:lnTo>
                    <a:pt x="91155" y="263744"/>
                  </a:lnTo>
                  <a:lnTo>
                    <a:pt x="93618" y="263717"/>
                  </a:lnTo>
                  <a:lnTo>
                    <a:pt x="96082" y="263685"/>
                  </a:lnTo>
                  <a:lnTo>
                    <a:pt x="98546" y="263647"/>
                  </a:lnTo>
                  <a:lnTo>
                    <a:pt x="101009" y="263602"/>
                  </a:lnTo>
                  <a:lnTo>
                    <a:pt x="103473" y="263550"/>
                  </a:lnTo>
                  <a:lnTo>
                    <a:pt x="105937" y="263489"/>
                  </a:lnTo>
                  <a:lnTo>
                    <a:pt x="108400" y="263419"/>
                  </a:lnTo>
                  <a:lnTo>
                    <a:pt x="110864" y="263337"/>
                  </a:lnTo>
                  <a:lnTo>
                    <a:pt x="113328" y="263244"/>
                  </a:lnTo>
                  <a:lnTo>
                    <a:pt x="115791" y="263140"/>
                  </a:lnTo>
                  <a:lnTo>
                    <a:pt x="118255" y="263023"/>
                  </a:lnTo>
                  <a:lnTo>
                    <a:pt x="120719" y="262893"/>
                  </a:lnTo>
                  <a:lnTo>
                    <a:pt x="123182" y="262751"/>
                  </a:lnTo>
                  <a:lnTo>
                    <a:pt x="125646" y="262596"/>
                  </a:lnTo>
                  <a:lnTo>
                    <a:pt x="128110" y="262427"/>
                  </a:lnTo>
                  <a:lnTo>
                    <a:pt x="130573" y="262243"/>
                  </a:lnTo>
                  <a:lnTo>
                    <a:pt x="133037" y="262046"/>
                  </a:lnTo>
                  <a:lnTo>
                    <a:pt x="135501" y="261837"/>
                  </a:lnTo>
                  <a:lnTo>
                    <a:pt x="137964" y="261617"/>
                  </a:lnTo>
                  <a:lnTo>
                    <a:pt x="140428" y="261385"/>
                  </a:lnTo>
                  <a:lnTo>
                    <a:pt x="142892" y="261143"/>
                  </a:lnTo>
                  <a:lnTo>
                    <a:pt x="145355" y="260891"/>
                  </a:lnTo>
                  <a:lnTo>
                    <a:pt x="147819" y="260629"/>
                  </a:lnTo>
                  <a:lnTo>
                    <a:pt x="150283" y="260360"/>
                  </a:lnTo>
                  <a:lnTo>
                    <a:pt x="152746" y="260084"/>
                  </a:lnTo>
                  <a:lnTo>
                    <a:pt x="155210" y="259802"/>
                  </a:lnTo>
                  <a:lnTo>
                    <a:pt x="157674" y="259515"/>
                  </a:lnTo>
                  <a:lnTo>
                    <a:pt x="160137" y="259223"/>
                  </a:lnTo>
                  <a:lnTo>
                    <a:pt x="162601" y="258926"/>
                  </a:lnTo>
                  <a:lnTo>
                    <a:pt x="165065" y="258625"/>
                  </a:lnTo>
                  <a:lnTo>
                    <a:pt x="167528" y="258320"/>
                  </a:lnTo>
                  <a:lnTo>
                    <a:pt x="169992" y="258010"/>
                  </a:lnTo>
                  <a:lnTo>
                    <a:pt x="172456" y="257697"/>
                  </a:lnTo>
                  <a:lnTo>
                    <a:pt x="174919" y="257378"/>
                  </a:lnTo>
                  <a:lnTo>
                    <a:pt x="177383" y="257055"/>
                  </a:lnTo>
                  <a:lnTo>
                    <a:pt x="179847" y="256726"/>
                  </a:lnTo>
                  <a:lnTo>
                    <a:pt x="182310" y="256389"/>
                  </a:lnTo>
                  <a:lnTo>
                    <a:pt x="184774" y="256046"/>
                  </a:lnTo>
                  <a:lnTo>
                    <a:pt x="187237" y="255695"/>
                  </a:lnTo>
                  <a:lnTo>
                    <a:pt x="189701" y="255336"/>
                  </a:lnTo>
                  <a:lnTo>
                    <a:pt x="192165" y="254971"/>
                  </a:lnTo>
                  <a:lnTo>
                    <a:pt x="194628" y="254597"/>
                  </a:lnTo>
                  <a:lnTo>
                    <a:pt x="197092" y="254217"/>
                  </a:lnTo>
                  <a:lnTo>
                    <a:pt x="199556" y="253830"/>
                  </a:lnTo>
                  <a:lnTo>
                    <a:pt x="202019" y="253440"/>
                  </a:lnTo>
                  <a:lnTo>
                    <a:pt x="204483" y="253049"/>
                  </a:lnTo>
                  <a:lnTo>
                    <a:pt x="206947" y="252658"/>
                  </a:lnTo>
                  <a:lnTo>
                    <a:pt x="209410" y="252270"/>
                  </a:lnTo>
                  <a:lnTo>
                    <a:pt x="211874" y="251890"/>
                  </a:lnTo>
                  <a:lnTo>
                    <a:pt x="214338" y="251522"/>
                  </a:lnTo>
                  <a:lnTo>
                    <a:pt x="216801" y="251171"/>
                  </a:lnTo>
                  <a:lnTo>
                    <a:pt x="219265" y="250841"/>
                  </a:lnTo>
                  <a:lnTo>
                    <a:pt x="221729" y="250535"/>
                  </a:lnTo>
                  <a:lnTo>
                    <a:pt x="224192" y="250257"/>
                  </a:lnTo>
                  <a:lnTo>
                    <a:pt x="226656" y="250012"/>
                  </a:lnTo>
                  <a:lnTo>
                    <a:pt x="229120" y="249801"/>
                  </a:lnTo>
                  <a:lnTo>
                    <a:pt x="231583" y="249631"/>
                  </a:lnTo>
                  <a:lnTo>
                    <a:pt x="234047" y="249507"/>
                  </a:lnTo>
                  <a:lnTo>
                    <a:pt x="236511" y="249424"/>
                  </a:lnTo>
                  <a:lnTo>
                    <a:pt x="238974" y="249382"/>
                  </a:lnTo>
                  <a:lnTo>
                    <a:pt x="241438" y="249378"/>
                  </a:lnTo>
                  <a:lnTo>
                    <a:pt x="243902" y="249412"/>
                  </a:lnTo>
                  <a:lnTo>
                    <a:pt x="246365" y="249480"/>
                  </a:lnTo>
                  <a:lnTo>
                    <a:pt x="248829" y="249578"/>
                  </a:lnTo>
                  <a:lnTo>
                    <a:pt x="251293" y="249702"/>
                  </a:lnTo>
                  <a:lnTo>
                    <a:pt x="253756" y="249841"/>
                  </a:lnTo>
                  <a:lnTo>
                    <a:pt x="256220" y="249990"/>
                  </a:lnTo>
                  <a:lnTo>
                    <a:pt x="258684" y="250140"/>
                  </a:lnTo>
                  <a:lnTo>
                    <a:pt x="261147" y="250284"/>
                  </a:lnTo>
                  <a:lnTo>
                    <a:pt x="263611" y="250417"/>
                  </a:lnTo>
                  <a:lnTo>
                    <a:pt x="266075" y="250530"/>
                  </a:lnTo>
                  <a:lnTo>
                    <a:pt x="268538" y="250613"/>
                  </a:lnTo>
                  <a:lnTo>
                    <a:pt x="271002" y="250665"/>
                  </a:lnTo>
                  <a:lnTo>
                    <a:pt x="273465" y="250681"/>
                  </a:lnTo>
                  <a:lnTo>
                    <a:pt x="275929" y="250660"/>
                  </a:lnTo>
                  <a:lnTo>
                    <a:pt x="278393" y="250600"/>
                  </a:lnTo>
                  <a:lnTo>
                    <a:pt x="280856" y="250500"/>
                  </a:lnTo>
                  <a:lnTo>
                    <a:pt x="283320" y="250360"/>
                  </a:lnTo>
                  <a:lnTo>
                    <a:pt x="285784" y="250178"/>
                  </a:lnTo>
                  <a:lnTo>
                    <a:pt x="288247" y="249963"/>
                  </a:lnTo>
                  <a:lnTo>
                    <a:pt x="290711" y="249720"/>
                  </a:lnTo>
                  <a:lnTo>
                    <a:pt x="293175" y="249451"/>
                  </a:lnTo>
                  <a:lnTo>
                    <a:pt x="295638" y="249162"/>
                  </a:lnTo>
                  <a:lnTo>
                    <a:pt x="298102" y="248856"/>
                  </a:lnTo>
                  <a:lnTo>
                    <a:pt x="300566" y="248536"/>
                  </a:lnTo>
                  <a:lnTo>
                    <a:pt x="303029" y="248206"/>
                  </a:lnTo>
                  <a:lnTo>
                    <a:pt x="305493" y="247869"/>
                  </a:lnTo>
                  <a:lnTo>
                    <a:pt x="307957" y="247525"/>
                  </a:lnTo>
                  <a:lnTo>
                    <a:pt x="310420" y="247175"/>
                  </a:lnTo>
                  <a:lnTo>
                    <a:pt x="312884" y="246816"/>
                  </a:lnTo>
                  <a:lnTo>
                    <a:pt x="315348" y="246446"/>
                  </a:lnTo>
                  <a:lnTo>
                    <a:pt x="317811" y="246059"/>
                  </a:lnTo>
                  <a:lnTo>
                    <a:pt x="320275" y="245645"/>
                  </a:lnTo>
                  <a:lnTo>
                    <a:pt x="322739" y="245199"/>
                  </a:lnTo>
                  <a:lnTo>
                    <a:pt x="325202" y="244712"/>
                  </a:lnTo>
                  <a:lnTo>
                    <a:pt x="327666" y="244175"/>
                  </a:lnTo>
                  <a:lnTo>
                    <a:pt x="330130" y="243577"/>
                  </a:lnTo>
                  <a:lnTo>
                    <a:pt x="332593" y="242907"/>
                  </a:lnTo>
                  <a:lnTo>
                    <a:pt x="335057" y="242154"/>
                  </a:lnTo>
                  <a:lnTo>
                    <a:pt x="337521" y="241285"/>
                  </a:lnTo>
                  <a:lnTo>
                    <a:pt x="339984" y="240304"/>
                  </a:lnTo>
                  <a:lnTo>
                    <a:pt x="342448" y="239197"/>
                  </a:lnTo>
                  <a:lnTo>
                    <a:pt x="344912" y="237953"/>
                  </a:lnTo>
                  <a:lnTo>
                    <a:pt x="347375" y="236558"/>
                  </a:lnTo>
                  <a:lnTo>
                    <a:pt x="349839" y="234998"/>
                  </a:lnTo>
                  <a:lnTo>
                    <a:pt x="352303" y="233259"/>
                  </a:lnTo>
                  <a:lnTo>
                    <a:pt x="354766" y="231285"/>
                  </a:lnTo>
                  <a:lnTo>
                    <a:pt x="357230" y="229093"/>
                  </a:lnTo>
                  <a:lnTo>
                    <a:pt x="359694" y="226666"/>
                  </a:lnTo>
                  <a:lnTo>
                    <a:pt x="362157" y="223983"/>
                  </a:lnTo>
                  <a:lnTo>
                    <a:pt x="364621" y="221022"/>
                  </a:lnTo>
                  <a:lnTo>
                    <a:pt x="367084" y="217762"/>
                  </a:lnTo>
                  <a:lnTo>
                    <a:pt x="369548" y="214175"/>
                  </a:lnTo>
                  <a:lnTo>
                    <a:pt x="372012" y="210159"/>
                  </a:lnTo>
                  <a:lnTo>
                    <a:pt x="374475" y="205747"/>
                  </a:lnTo>
                  <a:lnTo>
                    <a:pt x="376939" y="200910"/>
                  </a:lnTo>
                  <a:lnTo>
                    <a:pt x="379403" y="195619"/>
                  </a:lnTo>
                  <a:lnTo>
                    <a:pt x="381866" y="189847"/>
                  </a:lnTo>
                  <a:lnTo>
                    <a:pt x="384330" y="183568"/>
                  </a:lnTo>
                  <a:lnTo>
                    <a:pt x="386794" y="176758"/>
                  </a:lnTo>
                  <a:lnTo>
                    <a:pt x="389257" y="169295"/>
                  </a:lnTo>
                  <a:lnTo>
                    <a:pt x="391721" y="161272"/>
                  </a:lnTo>
                  <a:lnTo>
                    <a:pt x="394185" y="152701"/>
                  </a:lnTo>
                  <a:lnTo>
                    <a:pt x="396648" y="143598"/>
                  </a:lnTo>
                  <a:lnTo>
                    <a:pt x="399112" y="133994"/>
                  </a:lnTo>
                  <a:lnTo>
                    <a:pt x="401576" y="123934"/>
                  </a:lnTo>
                  <a:lnTo>
                    <a:pt x="404039" y="113476"/>
                  </a:lnTo>
                  <a:lnTo>
                    <a:pt x="406503" y="102660"/>
                  </a:lnTo>
                  <a:lnTo>
                    <a:pt x="408967" y="91664"/>
                  </a:lnTo>
                  <a:lnTo>
                    <a:pt x="411430" y="80611"/>
                  </a:lnTo>
                  <a:lnTo>
                    <a:pt x="413894" y="69631"/>
                  </a:lnTo>
                  <a:lnTo>
                    <a:pt x="416358" y="58869"/>
                  </a:lnTo>
                  <a:lnTo>
                    <a:pt x="418821" y="48476"/>
                  </a:lnTo>
                  <a:lnTo>
                    <a:pt x="421285" y="38611"/>
                  </a:lnTo>
                  <a:lnTo>
                    <a:pt x="423749" y="29605"/>
                  </a:lnTo>
                  <a:lnTo>
                    <a:pt x="426212" y="21544"/>
                  </a:lnTo>
                  <a:lnTo>
                    <a:pt x="428676" y="14566"/>
                  </a:lnTo>
                  <a:lnTo>
                    <a:pt x="431140" y="8808"/>
                  </a:lnTo>
                  <a:lnTo>
                    <a:pt x="433603" y="4395"/>
                  </a:lnTo>
                  <a:lnTo>
                    <a:pt x="436067" y="1431"/>
                  </a:lnTo>
                  <a:lnTo>
                    <a:pt x="438531" y="0"/>
                  </a:lnTo>
                  <a:lnTo>
                    <a:pt x="440994" y="439"/>
                  </a:lnTo>
                  <a:lnTo>
                    <a:pt x="443458" y="2535"/>
                  </a:lnTo>
                  <a:lnTo>
                    <a:pt x="445922" y="6224"/>
                  </a:lnTo>
                  <a:lnTo>
                    <a:pt x="448385" y="11456"/>
                  </a:lnTo>
                  <a:lnTo>
                    <a:pt x="450849" y="18154"/>
                  </a:lnTo>
                  <a:lnTo>
                    <a:pt x="453312" y="26216"/>
                  </a:lnTo>
                  <a:lnTo>
                    <a:pt x="455776" y="35520"/>
                  </a:lnTo>
                  <a:lnTo>
                    <a:pt x="458240" y="46061"/>
                  </a:lnTo>
                  <a:lnTo>
                    <a:pt x="460703" y="57482"/>
                  </a:lnTo>
                  <a:lnTo>
                    <a:pt x="463167" y="69570"/>
                  </a:lnTo>
                  <a:lnTo>
                    <a:pt x="465631" y="82141"/>
                  </a:lnTo>
                  <a:lnTo>
                    <a:pt x="468094" y="95013"/>
                  </a:lnTo>
                  <a:lnTo>
                    <a:pt x="470558" y="108010"/>
                  </a:lnTo>
                  <a:lnTo>
                    <a:pt x="473022" y="120959"/>
                  </a:lnTo>
                  <a:lnTo>
                    <a:pt x="475485" y="133636"/>
                  </a:lnTo>
                  <a:lnTo>
                    <a:pt x="477949" y="145891"/>
                  </a:lnTo>
                  <a:lnTo>
                    <a:pt x="480413" y="157621"/>
                  </a:lnTo>
                  <a:lnTo>
                    <a:pt x="482876" y="168730"/>
                  </a:lnTo>
                  <a:lnTo>
                    <a:pt x="485340" y="179142"/>
                  </a:lnTo>
                  <a:lnTo>
                    <a:pt x="487804" y="188797"/>
                  </a:lnTo>
                  <a:lnTo>
                    <a:pt x="490267" y="197655"/>
                  </a:lnTo>
                  <a:lnTo>
                    <a:pt x="492731" y="205566"/>
                  </a:lnTo>
                  <a:lnTo>
                    <a:pt x="495195" y="212616"/>
                  </a:lnTo>
                  <a:lnTo>
                    <a:pt x="497658" y="218857"/>
                  </a:lnTo>
                  <a:lnTo>
                    <a:pt x="500122" y="224314"/>
                  </a:lnTo>
                  <a:lnTo>
                    <a:pt x="502586" y="229019"/>
                  </a:lnTo>
                  <a:lnTo>
                    <a:pt x="505049" y="233007"/>
                  </a:lnTo>
                  <a:lnTo>
                    <a:pt x="507513" y="236321"/>
                  </a:lnTo>
                  <a:lnTo>
                    <a:pt x="509977" y="238920"/>
                  </a:lnTo>
                  <a:lnTo>
                    <a:pt x="512440" y="240921"/>
                  </a:lnTo>
                  <a:lnTo>
                    <a:pt x="514904" y="242397"/>
                  </a:lnTo>
                  <a:lnTo>
                    <a:pt x="517368" y="243388"/>
                  </a:lnTo>
                  <a:lnTo>
                    <a:pt x="519831" y="243933"/>
                  </a:lnTo>
                  <a:lnTo>
                    <a:pt x="522295" y="244067"/>
                  </a:lnTo>
                  <a:lnTo>
                    <a:pt x="524759" y="243821"/>
                  </a:lnTo>
                  <a:lnTo>
                    <a:pt x="527222" y="243183"/>
                  </a:lnTo>
                  <a:lnTo>
                    <a:pt x="529686" y="242218"/>
                  </a:lnTo>
                  <a:lnTo>
                    <a:pt x="532150" y="240973"/>
                  </a:lnTo>
                  <a:lnTo>
                    <a:pt x="534613" y="239475"/>
                  </a:lnTo>
                  <a:lnTo>
                    <a:pt x="537077" y="237750"/>
                  </a:lnTo>
                  <a:lnTo>
                    <a:pt x="539541" y="235828"/>
                  </a:lnTo>
                  <a:lnTo>
                    <a:pt x="542004" y="233738"/>
                  </a:lnTo>
                  <a:lnTo>
                    <a:pt x="544468" y="231501"/>
                  </a:lnTo>
                  <a:lnTo>
                    <a:pt x="546931" y="229173"/>
                  </a:lnTo>
                  <a:lnTo>
                    <a:pt x="549395" y="226801"/>
                  </a:lnTo>
                  <a:lnTo>
                    <a:pt x="551859" y="224425"/>
                  </a:lnTo>
                  <a:lnTo>
                    <a:pt x="554322" y="222087"/>
                  </a:lnTo>
                  <a:lnTo>
                    <a:pt x="556786" y="219829"/>
                  </a:lnTo>
                  <a:lnTo>
                    <a:pt x="559250" y="217694"/>
                  </a:lnTo>
                  <a:lnTo>
                    <a:pt x="561713" y="215751"/>
                  </a:lnTo>
                  <a:lnTo>
                    <a:pt x="564177" y="214043"/>
                  </a:lnTo>
                  <a:lnTo>
                    <a:pt x="566641" y="212593"/>
                  </a:lnTo>
                  <a:lnTo>
                    <a:pt x="569104" y="211429"/>
                  </a:lnTo>
                  <a:lnTo>
                    <a:pt x="571568" y="210577"/>
                  </a:lnTo>
                  <a:lnTo>
                    <a:pt x="574032" y="210055"/>
                  </a:lnTo>
                  <a:lnTo>
                    <a:pt x="576495" y="209874"/>
                  </a:lnTo>
                  <a:lnTo>
                    <a:pt x="578959" y="210082"/>
                  </a:lnTo>
                  <a:lnTo>
                    <a:pt x="581423" y="210656"/>
                  </a:lnTo>
                  <a:lnTo>
                    <a:pt x="583886" y="211554"/>
                  </a:lnTo>
                  <a:lnTo>
                    <a:pt x="586350" y="212755"/>
                  </a:lnTo>
                  <a:lnTo>
                    <a:pt x="588814" y="214232"/>
                  </a:lnTo>
                  <a:lnTo>
                    <a:pt x="591277" y="215951"/>
                  </a:lnTo>
                  <a:lnTo>
                    <a:pt x="593741" y="217877"/>
                  </a:lnTo>
                  <a:lnTo>
                    <a:pt x="596205" y="219982"/>
                  </a:lnTo>
                  <a:lnTo>
                    <a:pt x="598668" y="222203"/>
                  </a:lnTo>
                  <a:lnTo>
                    <a:pt x="601132" y="224483"/>
                  </a:lnTo>
                  <a:lnTo>
                    <a:pt x="603596" y="226777"/>
                  </a:lnTo>
                  <a:lnTo>
                    <a:pt x="606059" y="229045"/>
                  </a:lnTo>
                  <a:lnTo>
                    <a:pt x="608523" y="231246"/>
                  </a:lnTo>
                  <a:lnTo>
                    <a:pt x="610987" y="233342"/>
                  </a:lnTo>
                  <a:lnTo>
                    <a:pt x="613450" y="235282"/>
                  </a:lnTo>
                  <a:lnTo>
                    <a:pt x="615914" y="237028"/>
                  </a:lnTo>
                  <a:lnTo>
                    <a:pt x="618378" y="238569"/>
                  </a:lnTo>
                  <a:lnTo>
                    <a:pt x="620841" y="239887"/>
                  </a:lnTo>
                  <a:lnTo>
                    <a:pt x="623305" y="240967"/>
                  </a:lnTo>
                  <a:lnTo>
                    <a:pt x="625769" y="241798"/>
                  </a:lnTo>
                  <a:lnTo>
                    <a:pt x="628232" y="242371"/>
                  </a:lnTo>
                  <a:lnTo>
                    <a:pt x="630696" y="242658"/>
                  </a:lnTo>
                  <a:lnTo>
                    <a:pt x="633159" y="242661"/>
                  </a:lnTo>
                  <a:lnTo>
                    <a:pt x="635623" y="242409"/>
                  </a:lnTo>
                  <a:lnTo>
                    <a:pt x="638087" y="241914"/>
                  </a:lnTo>
                  <a:lnTo>
                    <a:pt x="640550" y="241186"/>
                  </a:lnTo>
                  <a:lnTo>
                    <a:pt x="643014" y="240240"/>
                  </a:lnTo>
                  <a:lnTo>
                    <a:pt x="645478" y="239094"/>
                  </a:lnTo>
                  <a:lnTo>
                    <a:pt x="647941" y="237753"/>
                  </a:lnTo>
                  <a:lnTo>
                    <a:pt x="650405" y="236248"/>
                  </a:lnTo>
                  <a:lnTo>
                    <a:pt x="652869" y="234625"/>
                  </a:lnTo>
                  <a:lnTo>
                    <a:pt x="655332" y="232914"/>
                  </a:lnTo>
                  <a:lnTo>
                    <a:pt x="657796" y="231146"/>
                  </a:lnTo>
                  <a:lnTo>
                    <a:pt x="660260" y="229354"/>
                  </a:lnTo>
                  <a:lnTo>
                    <a:pt x="662723" y="227572"/>
                  </a:lnTo>
                  <a:lnTo>
                    <a:pt x="665187" y="225844"/>
                  </a:lnTo>
                  <a:lnTo>
                    <a:pt x="667651" y="224220"/>
                  </a:lnTo>
                  <a:lnTo>
                    <a:pt x="670114" y="222729"/>
                  </a:lnTo>
                  <a:lnTo>
                    <a:pt x="672578" y="221402"/>
                  </a:lnTo>
                  <a:lnTo>
                    <a:pt x="675042" y="220272"/>
                  </a:lnTo>
                  <a:lnTo>
                    <a:pt x="677505" y="219364"/>
                  </a:lnTo>
                  <a:lnTo>
                    <a:pt x="679969" y="218702"/>
                  </a:lnTo>
                  <a:lnTo>
                    <a:pt x="682433" y="218329"/>
                  </a:lnTo>
                  <a:lnTo>
                    <a:pt x="684896" y="218274"/>
                  </a:lnTo>
                  <a:lnTo>
                    <a:pt x="687360" y="218509"/>
                  </a:lnTo>
                  <a:lnTo>
                    <a:pt x="689824" y="219033"/>
                  </a:lnTo>
                  <a:lnTo>
                    <a:pt x="692287" y="219841"/>
                  </a:lnTo>
                  <a:lnTo>
                    <a:pt x="694751" y="220920"/>
                  </a:lnTo>
                  <a:lnTo>
                    <a:pt x="697215" y="222255"/>
                  </a:lnTo>
                  <a:lnTo>
                    <a:pt x="699678" y="223839"/>
                  </a:lnTo>
                  <a:lnTo>
                    <a:pt x="702142" y="225646"/>
                  </a:lnTo>
                  <a:lnTo>
                    <a:pt x="704606" y="227615"/>
                  </a:lnTo>
                  <a:lnTo>
                    <a:pt x="707069" y="229713"/>
                  </a:lnTo>
                  <a:lnTo>
                    <a:pt x="709533" y="231907"/>
                  </a:lnTo>
                  <a:lnTo>
                    <a:pt x="711997" y="234161"/>
                  </a:lnTo>
                  <a:lnTo>
                    <a:pt x="714460" y="236441"/>
                  </a:lnTo>
                  <a:lnTo>
                    <a:pt x="716924" y="238712"/>
                  </a:lnTo>
                  <a:lnTo>
                    <a:pt x="719388" y="240930"/>
                  </a:lnTo>
                  <a:lnTo>
                    <a:pt x="721851" y="243072"/>
                  </a:lnTo>
                  <a:lnTo>
                    <a:pt x="724315" y="245113"/>
                  </a:lnTo>
                  <a:lnTo>
                    <a:pt x="726778" y="247037"/>
                  </a:lnTo>
                  <a:lnTo>
                    <a:pt x="729242" y="248826"/>
                  </a:lnTo>
                  <a:lnTo>
                    <a:pt x="731706" y="250471"/>
                  </a:lnTo>
                  <a:lnTo>
                    <a:pt x="734169" y="251952"/>
                  </a:lnTo>
                  <a:lnTo>
                    <a:pt x="736633" y="253253"/>
                  </a:lnTo>
                  <a:lnTo>
                    <a:pt x="739097" y="254398"/>
                  </a:lnTo>
                  <a:lnTo>
                    <a:pt x="741560" y="255389"/>
                  </a:lnTo>
                  <a:lnTo>
                    <a:pt x="744024" y="256232"/>
                  </a:lnTo>
                  <a:lnTo>
                    <a:pt x="746488" y="256936"/>
                  </a:lnTo>
                  <a:lnTo>
                    <a:pt x="748951" y="257510"/>
                  </a:lnTo>
                  <a:lnTo>
                    <a:pt x="751415" y="257958"/>
                  </a:lnTo>
                  <a:lnTo>
                    <a:pt x="753879" y="258287"/>
                  </a:lnTo>
                  <a:lnTo>
                    <a:pt x="756342" y="258525"/>
                  </a:lnTo>
                  <a:lnTo>
                    <a:pt x="758806" y="258685"/>
                  </a:lnTo>
                  <a:lnTo>
                    <a:pt x="761270" y="258779"/>
                  </a:lnTo>
                  <a:lnTo>
                    <a:pt x="763733" y="258818"/>
                  </a:lnTo>
                  <a:lnTo>
                    <a:pt x="766197" y="258815"/>
                  </a:lnTo>
                  <a:lnTo>
                    <a:pt x="768661" y="258777"/>
                  </a:lnTo>
                  <a:lnTo>
                    <a:pt x="771124" y="258717"/>
                  </a:lnTo>
                  <a:lnTo>
                    <a:pt x="773588" y="258647"/>
                  </a:lnTo>
                  <a:lnTo>
                    <a:pt x="776052" y="258575"/>
                  </a:lnTo>
                  <a:lnTo>
                    <a:pt x="778515" y="258507"/>
                  </a:lnTo>
                  <a:lnTo>
                    <a:pt x="780979" y="258451"/>
                  </a:lnTo>
                  <a:lnTo>
                    <a:pt x="783443" y="258410"/>
                  </a:lnTo>
                  <a:lnTo>
                    <a:pt x="785906" y="258390"/>
                  </a:lnTo>
                  <a:lnTo>
                    <a:pt x="788370" y="258398"/>
                  </a:lnTo>
                  <a:lnTo>
                    <a:pt x="790834" y="258433"/>
                  </a:lnTo>
                  <a:lnTo>
                    <a:pt x="793297" y="258494"/>
                  </a:lnTo>
                  <a:lnTo>
                    <a:pt x="795761" y="258584"/>
                  </a:lnTo>
                  <a:lnTo>
                    <a:pt x="798225" y="258701"/>
                  </a:lnTo>
                  <a:lnTo>
                    <a:pt x="800688" y="258844"/>
                  </a:lnTo>
                  <a:lnTo>
                    <a:pt x="803152" y="259012"/>
                  </a:lnTo>
                  <a:lnTo>
                    <a:pt x="805616" y="259207"/>
                  </a:lnTo>
                  <a:lnTo>
                    <a:pt x="808079" y="259420"/>
                  </a:lnTo>
                  <a:lnTo>
                    <a:pt x="810543" y="259649"/>
                  </a:lnTo>
                  <a:lnTo>
                    <a:pt x="813006" y="259891"/>
                  </a:lnTo>
                  <a:lnTo>
                    <a:pt x="815470" y="260143"/>
                  </a:lnTo>
                  <a:lnTo>
                    <a:pt x="817934" y="260401"/>
                  </a:lnTo>
                  <a:lnTo>
                    <a:pt x="820397" y="260662"/>
                  </a:lnTo>
                  <a:lnTo>
                    <a:pt x="822861" y="260923"/>
                  </a:lnTo>
                  <a:lnTo>
                    <a:pt x="825325" y="261179"/>
                  </a:lnTo>
                  <a:lnTo>
                    <a:pt x="827788" y="261429"/>
                  </a:lnTo>
                  <a:lnTo>
                    <a:pt x="830252" y="261671"/>
                  </a:lnTo>
                  <a:lnTo>
                    <a:pt x="832716" y="261902"/>
                  </a:lnTo>
                  <a:lnTo>
                    <a:pt x="835179" y="262121"/>
                  </a:lnTo>
                  <a:lnTo>
                    <a:pt x="837643" y="262326"/>
                  </a:lnTo>
                  <a:lnTo>
                    <a:pt x="840107" y="262514"/>
                  </a:lnTo>
                  <a:lnTo>
                    <a:pt x="842570" y="262687"/>
                  </a:lnTo>
                  <a:lnTo>
                    <a:pt x="845034" y="262845"/>
                  </a:lnTo>
                  <a:lnTo>
                    <a:pt x="847498" y="262988"/>
                  </a:lnTo>
                  <a:lnTo>
                    <a:pt x="849961" y="263116"/>
                  </a:lnTo>
                  <a:lnTo>
                    <a:pt x="852425" y="263230"/>
                  </a:lnTo>
                  <a:lnTo>
                    <a:pt x="854889" y="263331"/>
                  </a:lnTo>
                  <a:lnTo>
                    <a:pt x="857352" y="263416"/>
                  </a:lnTo>
                  <a:lnTo>
                    <a:pt x="859816" y="263491"/>
                  </a:lnTo>
                  <a:lnTo>
                    <a:pt x="862280" y="263555"/>
                  </a:lnTo>
                  <a:lnTo>
                    <a:pt x="864743" y="263609"/>
                  </a:lnTo>
                  <a:lnTo>
                    <a:pt x="867207" y="263655"/>
                  </a:lnTo>
                  <a:lnTo>
                    <a:pt x="869671" y="263693"/>
                  </a:lnTo>
                  <a:lnTo>
                    <a:pt x="872134" y="263725"/>
                  </a:lnTo>
                  <a:lnTo>
                    <a:pt x="874598" y="263751"/>
                  </a:lnTo>
                  <a:lnTo>
                    <a:pt x="877062" y="263772"/>
                  </a:lnTo>
                  <a:lnTo>
                    <a:pt x="879525" y="263788"/>
                  </a:lnTo>
                  <a:lnTo>
                    <a:pt x="881989" y="263802"/>
                  </a:lnTo>
                  <a:lnTo>
                    <a:pt x="884453" y="263813"/>
                  </a:lnTo>
                  <a:lnTo>
                    <a:pt x="886916" y="263821"/>
                  </a:lnTo>
                  <a:lnTo>
                    <a:pt x="889380" y="263828"/>
                  </a:lnTo>
                  <a:lnTo>
                    <a:pt x="891844" y="263833"/>
                  </a:lnTo>
                  <a:lnTo>
                    <a:pt x="894307" y="263837"/>
                  </a:lnTo>
                  <a:lnTo>
                    <a:pt x="896771" y="263839"/>
                  </a:lnTo>
                  <a:lnTo>
                    <a:pt x="899235" y="263842"/>
                  </a:lnTo>
                  <a:lnTo>
                    <a:pt x="901698" y="263843"/>
                  </a:lnTo>
                  <a:lnTo>
                    <a:pt x="904162" y="263845"/>
                  </a:lnTo>
                  <a:lnTo>
                    <a:pt x="906625" y="263845"/>
                  </a:lnTo>
                  <a:lnTo>
                    <a:pt x="909089" y="263846"/>
                  </a:lnTo>
                  <a:lnTo>
                    <a:pt x="911553" y="263847"/>
                  </a:lnTo>
                  <a:lnTo>
                    <a:pt x="914016" y="263847"/>
                  </a:lnTo>
                  <a:lnTo>
                    <a:pt x="916480" y="263847"/>
                  </a:lnTo>
                  <a:lnTo>
                    <a:pt x="918944" y="263847"/>
                  </a:lnTo>
                  <a:lnTo>
                    <a:pt x="921407" y="263847"/>
                  </a:lnTo>
                  <a:lnTo>
                    <a:pt x="923871" y="263847"/>
                  </a:lnTo>
                  <a:lnTo>
                    <a:pt x="926335" y="263847"/>
                  </a:lnTo>
                  <a:lnTo>
                    <a:pt x="928798" y="263848"/>
                  </a:lnTo>
                  <a:lnTo>
                    <a:pt x="931262" y="263848"/>
                  </a:lnTo>
                  <a:lnTo>
                    <a:pt x="933726" y="263848"/>
                  </a:lnTo>
                  <a:lnTo>
                    <a:pt x="936189" y="263848"/>
                  </a:lnTo>
                  <a:lnTo>
                    <a:pt x="938653" y="263848"/>
                  </a:lnTo>
                  <a:lnTo>
                    <a:pt x="941117" y="263848"/>
                  </a:lnTo>
                  <a:lnTo>
                    <a:pt x="943580" y="263848"/>
                  </a:lnTo>
                  <a:lnTo>
                    <a:pt x="946044" y="263848"/>
                  </a:lnTo>
                  <a:lnTo>
                    <a:pt x="948508" y="263848"/>
                  </a:lnTo>
                  <a:lnTo>
                    <a:pt x="950971" y="263848"/>
                  </a:lnTo>
                  <a:lnTo>
                    <a:pt x="953435" y="263848"/>
                  </a:lnTo>
                  <a:lnTo>
                    <a:pt x="955899" y="263848"/>
                  </a:lnTo>
                  <a:lnTo>
                    <a:pt x="958362" y="263848"/>
                  </a:lnTo>
                  <a:lnTo>
                    <a:pt x="960826" y="263848"/>
                  </a:lnTo>
                  <a:lnTo>
                    <a:pt x="963290" y="263848"/>
                  </a:lnTo>
                  <a:lnTo>
                    <a:pt x="965753" y="263848"/>
                  </a:lnTo>
                  <a:lnTo>
                    <a:pt x="968217" y="263848"/>
                  </a:lnTo>
                  <a:lnTo>
                    <a:pt x="970681" y="263848"/>
                  </a:lnTo>
                  <a:lnTo>
                    <a:pt x="973144" y="263848"/>
                  </a:lnTo>
                  <a:lnTo>
                    <a:pt x="975608" y="263848"/>
                  </a:lnTo>
                  <a:lnTo>
                    <a:pt x="978072" y="263848"/>
                  </a:lnTo>
                  <a:lnTo>
                    <a:pt x="980535" y="263848"/>
                  </a:lnTo>
                  <a:lnTo>
                    <a:pt x="982999" y="263848"/>
                  </a:lnTo>
                  <a:lnTo>
                    <a:pt x="985463" y="263848"/>
                  </a:lnTo>
                  <a:lnTo>
                    <a:pt x="987926" y="263848"/>
                  </a:lnTo>
                  <a:lnTo>
                    <a:pt x="990390" y="263848"/>
                  </a:lnTo>
                  <a:lnTo>
                    <a:pt x="992853" y="263848"/>
                  </a:lnTo>
                  <a:lnTo>
                    <a:pt x="995317" y="263848"/>
                  </a:lnTo>
                  <a:lnTo>
                    <a:pt x="997781" y="263848"/>
                  </a:lnTo>
                  <a:lnTo>
                    <a:pt x="1000244" y="263848"/>
                  </a:lnTo>
                  <a:lnTo>
                    <a:pt x="1002708" y="263848"/>
                  </a:lnTo>
                  <a:lnTo>
                    <a:pt x="1005172" y="263848"/>
                  </a:lnTo>
                  <a:lnTo>
                    <a:pt x="1007635" y="263848"/>
                  </a:lnTo>
                  <a:lnTo>
                    <a:pt x="1010099" y="263848"/>
                  </a:lnTo>
                  <a:lnTo>
                    <a:pt x="1012563" y="263848"/>
                  </a:lnTo>
                  <a:lnTo>
                    <a:pt x="1015026" y="263848"/>
                  </a:lnTo>
                  <a:lnTo>
                    <a:pt x="1017490" y="263848"/>
                  </a:lnTo>
                  <a:lnTo>
                    <a:pt x="1019954" y="263848"/>
                  </a:lnTo>
                  <a:lnTo>
                    <a:pt x="1022417" y="263848"/>
                  </a:lnTo>
                  <a:lnTo>
                    <a:pt x="1024881" y="263848"/>
                  </a:lnTo>
                  <a:lnTo>
                    <a:pt x="1027345" y="263848"/>
                  </a:lnTo>
                  <a:lnTo>
                    <a:pt x="1029808" y="263848"/>
                  </a:lnTo>
                  <a:lnTo>
                    <a:pt x="1032272" y="263848"/>
                  </a:lnTo>
                  <a:lnTo>
                    <a:pt x="1034736" y="263848"/>
                  </a:lnTo>
                  <a:lnTo>
                    <a:pt x="1037199" y="263848"/>
                  </a:lnTo>
                  <a:lnTo>
                    <a:pt x="1039663" y="263848"/>
                  </a:lnTo>
                  <a:lnTo>
                    <a:pt x="1042127" y="263848"/>
                  </a:lnTo>
                  <a:lnTo>
                    <a:pt x="1044590" y="263848"/>
                  </a:lnTo>
                  <a:lnTo>
                    <a:pt x="1047054" y="263848"/>
                  </a:lnTo>
                  <a:lnTo>
                    <a:pt x="1049518" y="263848"/>
                  </a:lnTo>
                  <a:lnTo>
                    <a:pt x="1051981" y="263848"/>
                  </a:lnTo>
                  <a:lnTo>
                    <a:pt x="1054445" y="263848"/>
                  </a:lnTo>
                  <a:lnTo>
                    <a:pt x="1056909" y="263848"/>
                  </a:lnTo>
                  <a:lnTo>
                    <a:pt x="1059372" y="263848"/>
                  </a:lnTo>
                  <a:lnTo>
                    <a:pt x="1061836" y="263848"/>
                  </a:lnTo>
                  <a:lnTo>
                    <a:pt x="1064300" y="263848"/>
                  </a:lnTo>
                  <a:lnTo>
                    <a:pt x="1066763" y="263848"/>
                  </a:lnTo>
                  <a:lnTo>
                    <a:pt x="1069227" y="263848"/>
                  </a:lnTo>
                  <a:lnTo>
                    <a:pt x="1071691" y="263848"/>
                  </a:lnTo>
                  <a:lnTo>
                    <a:pt x="1074154" y="263848"/>
                  </a:lnTo>
                  <a:lnTo>
                    <a:pt x="1076618" y="263848"/>
                  </a:lnTo>
                  <a:lnTo>
                    <a:pt x="1079082" y="263848"/>
                  </a:lnTo>
                  <a:lnTo>
                    <a:pt x="1081545" y="263848"/>
                  </a:lnTo>
                  <a:lnTo>
                    <a:pt x="1084009" y="263848"/>
                  </a:lnTo>
                  <a:lnTo>
                    <a:pt x="1086472" y="263848"/>
                  </a:lnTo>
                  <a:lnTo>
                    <a:pt x="1088936" y="263848"/>
                  </a:lnTo>
                  <a:lnTo>
                    <a:pt x="1091400" y="263848"/>
                  </a:lnTo>
                  <a:lnTo>
                    <a:pt x="1093863" y="263848"/>
                  </a:lnTo>
                  <a:lnTo>
                    <a:pt x="1096327" y="263848"/>
                  </a:lnTo>
                  <a:lnTo>
                    <a:pt x="1098791" y="263848"/>
                  </a:lnTo>
                  <a:lnTo>
                    <a:pt x="1101254" y="263848"/>
                  </a:lnTo>
                  <a:lnTo>
                    <a:pt x="1103718" y="263848"/>
                  </a:lnTo>
                  <a:lnTo>
                    <a:pt x="1106182" y="263848"/>
                  </a:lnTo>
                  <a:lnTo>
                    <a:pt x="1108645" y="263848"/>
                  </a:lnTo>
                  <a:lnTo>
                    <a:pt x="1111109" y="263848"/>
                  </a:lnTo>
                  <a:lnTo>
                    <a:pt x="1113573" y="263848"/>
                  </a:lnTo>
                  <a:lnTo>
                    <a:pt x="1116036" y="263848"/>
                  </a:lnTo>
                  <a:lnTo>
                    <a:pt x="1118500" y="263848"/>
                  </a:lnTo>
                  <a:lnTo>
                    <a:pt x="1120964" y="263848"/>
                  </a:lnTo>
                  <a:lnTo>
                    <a:pt x="1123427" y="263848"/>
                  </a:lnTo>
                  <a:lnTo>
                    <a:pt x="1125891" y="263848"/>
                  </a:lnTo>
                  <a:lnTo>
                    <a:pt x="1128355" y="263848"/>
                  </a:lnTo>
                  <a:lnTo>
                    <a:pt x="1130818" y="263848"/>
                  </a:lnTo>
                  <a:lnTo>
                    <a:pt x="1133282" y="263848"/>
                  </a:lnTo>
                  <a:lnTo>
                    <a:pt x="1135746" y="263848"/>
                  </a:lnTo>
                  <a:lnTo>
                    <a:pt x="1138209" y="263848"/>
                  </a:lnTo>
                  <a:lnTo>
                    <a:pt x="1140673" y="263848"/>
                  </a:lnTo>
                  <a:lnTo>
                    <a:pt x="1143137" y="263848"/>
                  </a:lnTo>
                  <a:lnTo>
                    <a:pt x="1145600" y="263848"/>
                  </a:lnTo>
                  <a:lnTo>
                    <a:pt x="1148064" y="263848"/>
                  </a:lnTo>
                  <a:lnTo>
                    <a:pt x="1150528" y="263848"/>
                  </a:lnTo>
                  <a:lnTo>
                    <a:pt x="1152991" y="263848"/>
                  </a:lnTo>
                  <a:lnTo>
                    <a:pt x="1155455" y="263848"/>
                  </a:lnTo>
                  <a:lnTo>
                    <a:pt x="1157919" y="263848"/>
                  </a:lnTo>
                  <a:lnTo>
                    <a:pt x="1160382" y="263848"/>
                  </a:lnTo>
                  <a:lnTo>
                    <a:pt x="1162846" y="263848"/>
                  </a:lnTo>
                  <a:lnTo>
                    <a:pt x="1165310" y="263848"/>
                  </a:lnTo>
                  <a:lnTo>
                    <a:pt x="1167773" y="263848"/>
                  </a:lnTo>
                  <a:lnTo>
                    <a:pt x="1170237" y="263848"/>
                  </a:lnTo>
                  <a:lnTo>
                    <a:pt x="1172701" y="263848"/>
                  </a:lnTo>
                  <a:lnTo>
                    <a:pt x="1175164" y="263848"/>
                  </a:lnTo>
                  <a:lnTo>
                    <a:pt x="1177628" y="263848"/>
                  </a:lnTo>
                  <a:lnTo>
                    <a:pt x="1180091" y="263848"/>
                  </a:lnTo>
                  <a:lnTo>
                    <a:pt x="1182555" y="263848"/>
                  </a:lnTo>
                  <a:lnTo>
                    <a:pt x="1185019" y="263848"/>
                  </a:lnTo>
                  <a:lnTo>
                    <a:pt x="1187482" y="263848"/>
                  </a:lnTo>
                  <a:lnTo>
                    <a:pt x="1189946" y="263848"/>
                  </a:lnTo>
                  <a:lnTo>
                    <a:pt x="1192410" y="263848"/>
                  </a:lnTo>
                  <a:lnTo>
                    <a:pt x="1194873" y="263848"/>
                  </a:lnTo>
                  <a:lnTo>
                    <a:pt x="1197337" y="263848"/>
                  </a:lnTo>
                  <a:lnTo>
                    <a:pt x="1199801" y="263848"/>
                  </a:lnTo>
                  <a:lnTo>
                    <a:pt x="1202264" y="263848"/>
                  </a:lnTo>
                  <a:lnTo>
                    <a:pt x="1204728" y="263848"/>
                  </a:lnTo>
                  <a:lnTo>
                    <a:pt x="1207192" y="263848"/>
                  </a:lnTo>
                  <a:lnTo>
                    <a:pt x="1209655" y="263848"/>
                  </a:lnTo>
                  <a:lnTo>
                    <a:pt x="1212119" y="263848"/>
                  </a:lnTo>
                  <a:lnTo>
                    <a:pt x="1214583" y="263848"/>
                  </a:lnTo>
                  <a:lnTo>
                    <a:pt x="1217046" y="263848"/>
                  </a:lnTo>
                  <a:lnTo>
                    <a:pt x="1219510" y="263848"/>
                  </a:lnTo>
                  <a:lnTo>
                    <a:pt x="1221974" y="263848"/>
                  </a:lnTo>
                  <a:lnTo>
                    <a:pt x="1224437" y="263848"/>
                  </a:lnTo>
                  <a:lnTo>
                    <a:pt x="1226901" y="263848"/>
                  </a:lnTo>
                  <a:lnTo>
                    <a:pt x="1229365" y="263848"/>
                  </a:lnTo>
                  <a:lnTo>
                    <a:pt x="1231828" y="263848"/>
                  </a:lnTo>
                  <a:lnTo>
                    <a:pt x="1234292" y="263848"/>
                  </a:lnTo>
                  <a:lnTo>
                    <a:pt x="1236756" y="263848"/>
                  </a:lnTo>
                  <a:lnTo>
                    <a:pt x="1239219" y="263848"/>
                  </a:lnTo>
                  <a:lnTo>
                    <a:pt x="1241683" y="263848"/>
                  </a:lnTo>
                  <a:lnTo>
                    <a:pt x="1244147" y="263848"/>
                  </a:lnTo>
                  <a:lnTo>
                    <a:pt x="1246610" y="263848"/>
                  </a:lnTo>
                  <a:lnTo>
                    <a:pt x="1249074" y="263848"/>
                  </a:lnTo>
                  <a:lnTo>
                    <a:pt x="1251538" y="263848"/>
                  </a:lnTo>
                  <a:lnTo>
                    <a:pt x="1254001" y="263848"/>
                  </a:lnTo>
                  <a:lnTo>
                    <a:pt x="1256465" y="263848"/>
                  </a:lnTo>
                  <a:lnTo>
                    <a:pt x="1258929" y="263848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2433616" y="4043864"/>
              <a:ext cx="1258929" cy="95978"/>
            </a:xfrm>
            <a:custGeom>
              <a:avLst/>
              <a:pathLst>
                <a:path w="1258929" h="95978">
                  <a:moveTo>
                    <a:pt x="0" y="95917"/>
                  </a:moveTo>
                  <a:lnTo>
                    <a:pt x="2463" y="95912"/>
                  </a:lnTo>
                  <a:lnTo>
                    <a:pt x="4927" y="95908"/>
                  </a:lnTo>
                  <a:lnTo>
                    <a:pt x="7390" y="95903"/>
                  </a:lnTo>
                  <a:lnTo>
                    <a:pt x="9854" y="95898"/>
                  </a:lnTo>
                  <a:lnTo>
                    <a:pt x="12318" y="95893"/>
                  </a:lnTo>
                  <a:lnTo>
                    <a:pt x="14781" y="95887"/>
                  </a:lnTo>
                  <a:lnTo>
                    <a:pt x="17245" y="95881"/>
                  </a:lnTo>
                  <a:lnTo>
                    <a:pt x="19709" y="95875"/>
                  </a:lnTo>
                  <a:lnTo>
                    <a:pt x="22172" y="95868"/>
                  </a:lnTo>
                  <a:lnTo>
                    <a:pt x="24636" y="95861"/>
                  </a:lnTo>
                  <a:lnTo>
                    <a:pt x="27100" y="95854"/>
                  </a:lnTo>
                  <a:lnTo>
                    <a:pt x="29563" y="95846"/>
                  </a:lnTo>
                  <a:lnTo>
                    <a:pt x="32027" y="95837"/>
                  </a:lnTo>
                  <a:lnTo>
                    <a:pt x="34491" y="95829"/>
                  </a:lnTo>
                  <a:lnTo>
                    <a:pt x="36954" y="95820"/>
                  </a:lnTo>
                  <a:lnTo>
                    <a:pt x="39418" y="95810"/>
                  </a:lnTo>
                  <a:lnTo>
                    <a:pt x="41882" y="95800"/>
                  </a:lnTo>
                  <a:lnTo>
                    <a:pt x="44345" y="95789"/>
                  </a:lnTo>
                  <a:lnTo>
                    <a:pt x="46809" y="95778"/>
                  </a:lnTo>
                  <a:lnTo>
                    <a:pt x="49273" y="95766"/>
                  </a:lnTo>
                  <a:lnTo>
                    <a:pt x="51736" y="95754"/>
                  </a:lnTo>
                  <a:lnTo>
                    <a:pt x="54200" y="95741"/>
                  </a:lnTo>
                  <a:lnTo>
                    <a:pt x="56664" y="95727"/>
                  </a:lnTo>
                  <a:lnTo>
                    <a:pt x="59127" y="95713"/>
                  </a:lnTo>
                  <a:lnTo>
                    <a:pt x="61591" y="95698"/>
                  </a:lnTo>
                  <a:lnTo>
                    <a:pt x="64055" y="95682"/>
                  </a:lnTo>
                  <a:lnTo>
                    <a:pt x="66518" y="95665"/>
                  </a:lnTo>
                  <a:lnTo>
                    <a:pt x="68982" y="95648"/>
                  </a:lnTo>
                  <a:lnTo>
                    <a:pt x="71446" y="95630"/>
                  </a:lnTo>
                  <a:lnTo>
                    <a:pt x="73909" y="95611"/>
                  </a:lnTo>
                  <a:lnTo>
                    <a:pt x="76373" y="95592"/>
                  </a:lnTo>
                  <a:lnTo>
                    <a:pt x="78837" y="95571"/>
                  </a:lnTo>
                  <a:lnTo>
                    <a:pt x="81300" y="95549"/>
                  </a:lnTo>
                  <a:lnTo>
                    <a:pt x="83764" y="95527"/>
                  </a:lnTo>
                  <a:lnTo>
                    <a:pt x="86228" y="95504"/>
                  </a:lnTo>
                  <a:lnTo>
                    <a:pt x="88691" y="95479"/>
                  </a:lnTo>
                  <a:lnTo>
                    <a:pt x="91155" y="95454"/>
                  </a:lnTo>
                  <a:lnTo>
                    <a:pt x="93618" y="95427"/>
                  </a:lnTo>
                  <a:lnTo>
                    <a:pt x="96082" y="95400"/>
                  </a:lnTo>
                  <a:lnTo>
                    <a:pt x="98546" y="95371"/>
                  </a:lnTo>
                  <a:lnTo>
                    <a:pt x="101009" y="95341"/>
                  </a:lnTo>
                  <a:lnTo>
                    <a:pt x="103473" y="95310"/>
                  </a:lnTo>
                  <a:lnTo>
                    <a:pt x="105937" y="95278"/>
                  </a:lnTo>
                  <a:lnTo>
                    <a:pt x="108400" y="95244"/>
                  </a:lnTo>
                  <a:lnTo>
                    <a:pt x="110864" y="95209"/>
                  </a:lnTo>
                  <a:lnTo>
                    <a:pt x="113328" y="95173"/>
                  </a:lnTo>
                  <a:lnTo>
                    <a:pt x="115791" y="95136"/>
                  </a:lnTo>
                  <a:lnTo>
                    <a:pt x="118255" y="95097"/>
                  </a:lnTo>
                  <a:lnTo>
                    <a:pt x="120719" y="95057"/>
                  </a:lnTo>
                  <a:lnTo>
                    <a:pt x="123182" y="95015"/>
                  </a:lnTo>
                  <a:lnTo>
                    <a:pt x="125646" y="94972"/>
                  </a:lnTo>
                  <a:lnTo>
                    <a:pt x="128110" y="94928"/>
                  </a:lnTo>
                  <a:lnTo>
                    <a:pt x="130573" y="94882"/>
                  </a:lnTo>
                  <a:lnTo>
                    <a:pt x="133037" y="94835"/>
                  </a:lnTo>
                  <a:lnTo>
                    <a:pt x="135501" y="94785"/>
                  </a:lnTo>
                  <a:lnTo>
                    <a:pt x="137964" y="94735"/>
                  </a:lnTo>
                  <a:lnTo>
                    <a:pt x="140428" y="94683"/>
                  </a:lnTo>
                  <a:lnTo>
                    <a:pt x="142892" y="94629"/>
                  </a:lnTo>
                  <a:lnTo>
                    <a:pt x="145355" y="94573"/>
                  </a:lnTo>
                  <a:lnTo>
                    <a:pt x="147819" y="94517"/>
                  </a:lnTo>
                  <a:lnTo>
                    <a:pt x="150283" y="94458"/>
                  </a:lnTo>
                  <a:lnTo>
                    <a:pt x="152746" y="94398"/>
                  </a:lnTo>
                  <a:lnTo>
                    <a:pt x="155210" y="94336"/>
                  </a:lnTo>
                  <a:lnTo>
                    <a:pt x="157674" y="94272"/>
                  </a:lnTo>
                  <a:lnTo>
                    <a:pt x="160137" y="94207"/>
                  </a:lnTo>
                  <a:lnTo>
                    <a:pt x="162601" y="94140"/>
                  </a:lnTo>
                  <a:lnTo>
                    <a:pt x="165065" y="94071"/>
                  </a:lnTo>
                  <a:lnTo>
                    <a:pt x="167528" y="94001"/>
                  </a:lnTo>
                  <a:lnTo>
                    <a:pt x="169992" y="93929"/>
                  </a:lnTo>
                  <a:lnTo>
                    <a:pt x="172456" y="93855"/>
                  </a:lnTo>
                  <a:lnTo>
                    <a:pt x="174919" y="93780"/>
                  </a:lnTo>
                  <a:lnTo>
                    <a:pt x="177383" y="93703"/>
                  </a:lnTo>
                  <a:lnTo>
                    <a:pt x="179847" y="93625"/>
                  </a:lnTo>
                  <a:lnTo>
                    <a:pt x="182310" y="93545"/>
                  </a:lnTo>
                  <a:lnTo>
                    <a:pt x="184774" y="93463"/>
                  </a:lnTo>
                  <a:lnTo>
                    <a:pt x="187237" y="93379"/>
                  </a:lnTo>
                  <a:lnTo>
                    <a:pt x="189701" y="93295"/>
                  </a:lnTo>
                  <a:lnTo>
                    <a:pt x="192165" y="93208"/>
                  </a:lnTo>
                  <a:lnTo>
                    <a:pt x="194628" y="93120"/>
                  </a:lnTo>
                  <a:lnTo>
                    <a:pt x="197092" y="93031"/>
                  </a:lnTo>
                  <a:lnTo>
                    <a:pt x="199556" y="92939"/>
                  </a:lnTo>
                  <a:lnTo>
                    <a:pt x="202019" y="92847"/>
                  </a:lnTo>
                  <a:lnTo>
                    <a:pt x="204483" y="92753"/>
                  </a:lnTo>
                  <a:lnTo>
                    <a:pt x="206947" y="92658"/>
                  </a:lnTo>
                  <a:lnTo>
                    <a:pt x="209410" y="92561"/>
                  </a:lnTo>
                  <a:lnTo>
                    <a:pt x="211874" y="92464"/>
                  </a:lnTo>
                  <a:lnTo>
                    <a:pt x="214338" y="92364"/>
                  </a:lnTo>
                  <a:lnTo>
                    <a:pt x="216801" y="92264"/>
                  </a:lnTo>
                  <a:lnTo>
                    <a:pt x="219265" y="92162"/>
                  </a:lnTo>
                  <a:lnTo>
                    <a:pt x="221729" y="92060"/>
                  </a:lnTo>
                  <a:lnTo>
                    <a:pt x="224192" y="91956"/>
                  </a:lnTo>
                  <a:lnTo>
                    <a:pt x="226656" y="91851"/>
                  </a:lnTo>
                  <a:lnTo>
                    <a:pt x="229120" y="91745"/>
                  </a:lnTo>
                  <a:lnTo>
                    <a:pt x="231583" y="91638"/>
                  </a:lnTo>
                  <a:lnTo>
                    <a:pt x="234047" y="91530"/>
                  </a:lnTo>
                  <a:lnTo>
                    <a:pt x="236511" y="91421"/>
                  </a:lnTo>
                  <a:lnTo>
                    <a:pt x="238974" y="91311"/>
                  </a:lnTo>
                  <a:lnTo>
                    <a:pt x="241438" y="91200"/>
                  </a:lnTo>
                  <a:lnTo>
                    <a:pt x="243902" y="91089"/>
                  </a:lnTo>
                  <a:lnTo>
                    <a:pt x="246365" y="90976"/>
                  </a:lnTo>
                  <a:lnTo>
                    <a:pt x="248829" y="90863"/>
                  </a:lnTo>
                  <a:lnTo>
                    <a:pt x="251293" y="90749"/>
                  </a:lnTo>
                  <a:lnTo>
                    <a:pt x="253756" y="90634"/>
                  </a:lnTo>
                  <a:lnTo>
                    <a:pt x="256220" y="90518"/>
                  </a:lnTo>
                  <a:lnTo>
                    <a:pt x="258684" y="90401"/>
                  </a:lnTo>
                  <a:lnTo>
                    <a:pt x="261147" y="90284"/>
                  </a:lnTo>
                  <a:lnTo>
                    <a:pt x="263611" y="90165"/>
                  </a:lnTo>
                  <a:lnTo>
                    <a:pt x="266075" y="90046"/>
                  </a:lnTo>
                  <a:lnTo>
                    <a:pt x="268538" y="89926"/>
                  </a:lnTo>
                  <a:lnTo>
                    <a:pt x="271002" y="89805"/>
                  </a:lnTo>
                  <a:lnTo>
                    <a:pt x="273465" y="89682"/>
                  </a:lnTo>
                  <a:lnTo>
                    <a:pt x="275929" y="89559"/>
                  </a:lnTo>
                  <a:lnTo>
                    <a:pt x="278393" y="89435"/>
                  </a:lnTo>
                  <a:lnTo>
                    <a:pt x="280856" y="89309"/>
                  </a:lnTo>
                  <a:lnTo>
                    <a:pt x="283320" y="89182"/>
                  </a:lnTo>
                  <a:lnTo>
                    <a:pt x="285784" y="89054"/>
                  </a:lnTo>
                  <a:lnTo>
                    <a:pt x="288247" y="88924"/>
                  </a:lnTo>
                  <a:lnTo>
                    <a:pt x="290711" y="88792"/>
                  </a:lnTo>
                  <a:lnTo>
                    <a:pt x="293175" y="88658"/>
                  </a:lnTo>
                  <a:lnTo>
                    <a:pt x="295638" y="88523"/>
                  </a:lnTo>
                  <a:lnTo>
                    <a:pt x="298102" y="88385"/>
                  </a:lnTo>
                  <a:lnTo>
                    <a:pt x="300566" y="88245"/>
                  </a:lnTo>
                  <a:lnTo>
                    <a:pt x="303029" y="88103"/>
                  </a:lnTo>
                  <a:lnTo>
                    <a:pt x="305493" y="87958"/>
                  </a:lnTo>
                  <a:lnTo>
                    <a:pt x="307957" y="87809"/>
                  </a:lnTo>
                  <a:lnTo>
                    <a:pt x="310420" y="87658"/>
                  </a:lnTo>
                  <a:lnTo>
                    <a:pt x="312884" y="87503"/>
                  </a:lnTo>
                  <a:lnTo>
                    <a:pt x="315348" y="87344"/>
                  </a:lnTo>
                  <a:lnTo>
                    <a:pt x="317811" y="87182"/>
                  </a:lnTo>
                  <a:lnTo>
                    <a:pt x="320275" y="87013"/>
                  </a:lnTo>
                  <a:lnTo>
                    <a:pt x="322739" y="86841"/>
                  </a:lnTo>
                  <a:lnTo>
                    <a:pt x="325202" y="86665"/>
                  </a:lnTo>
                  <a:lnTo>
                    <a:pt x="327666" y="86481"/>
                  </a:lnTo>
                  <a:lnTo>
                    <a:pt x="330130" y="86292"/>
                  </a:lnTo>
                  <a:lnTo>
                    <a:pt x="332593" y="86098"/>
                  </a:lnTo>
                  <a:lnTo>
                    <a:pt x="335057" y="85895"/>
                  </a:lnTo>
                  <a:lnTo>
                    <a:pt x="337521" y="85687"/>
                  </a:lnTo>
                  <a:lnTo>
                    <a:pt x="339984" y="85471"/>
                  </a:lnTo>
                  <a:lnTo>
                    <a:pt x="342448" y="85245"/>
                  </a:lnTo>
                  <a:lnTo>
                    <a:pt x="344912" y="85013"/>
                  </a:lnTo>
                  <a:lnTo>
                    <a:pt x="347375" y="84771"/>
                  </a:lnTo>
                  <a:lnTo>
                    <a:pt x="349839" y="84517"/>
                  </a:lnTo>
                  <a:lnTo>
                    <a:pt x="352303" y="84257"/>
                  </a:lnTo>
                  <a:lnTo>
                    <a:pt x="354766" y="83983"/>
                  </a:lnTo>
                  <a:lnTo>
                    <a:pt x="357230" y="83697"/>
                  </a:lnTo>
                  <a:lnTo>
                    <a:pt x="359694" y="83404"/>
                  </a:lnTo>
                  <a:lnTo>
                    <a:pt x="362157" y="83093"/>
                  </a:lnTo>
                  <a:lnTo>
                    <a:pt x="364621" y="82770"/>
                  </a:lnTo>
                  <a:lnTo>
                    <a:pt x="367084" y="82438"/>
                  </a:lnTo>
                  <a:lnTo>
                    <a:pt x="369548" y="82084"/>
                  </a:lnTo>
                  <a:lnTo>
                    <a:pt x="372012" y="81719"/>
                  </a:lnTo>
                  <a:lnTo>
                    <a:pt x="374475" y="81342"/>
                  </a:lnTo>
                  <a:lnTo>
                    <a:pt x="376939" y="80940"/>
                  </a:lnTo>
                  <a:lnTo>
                    <a:pt x="379403" y="80526"/>
                  </a:lnTo>
                  <a:lnTo>
                    <a:pt x="381866" y="80098"/>
                  </a:lnTo>
                  <a:lnTo>
                    <a:pt x="384330" y="79643"/>
                  </a:lnTo>
                  <a:lnTo>
                    <a:pt x="386794" y="79175"/>
                  </a:lnTo>
                  <a:lnTo>
                    <a:pt x="389257" y="78688"/>
                  </a:lnTo>
                  <a:lnTo>
                    <a:pt x="391721" y="78175"/>
                  </a:lnTo>
                  <a:lnTo>
                    <a:pt x="394185" y="77647"/>
                  </a:lnTo>
                  <a:lnTo>
                    <a:pt x="396648" y="77096"/>
                  </a:lnTo>
                  <a:lnTo>
                    <a:pt x="399112" y="76519"/>
                  </a:lnTo>
                  <a:lnTo>
                    <a:pt x="401576" y="75925"/>
                  </a:lnTo>
                  <a:lnTo>
                    <a:pt x="404039" y="75305"/>
                  </a:lnTo>
                  <a:lnTo>
                    <a:pt x="406503" y="74659"/>
                  </a:lnTo>
                  <a:lnTo>
                    <a:pt x="408967" y="73995"/>
                  </a:lnTo>
                  <a:lnTo>
                    <a:pt x="411430" y="73300"/>
                  </a:lnTo>
                  <a:lnTo>
                    <a:pt x="413894" y="72580"/>
                  </a:lnTo>
                  <a:lnTo>
                    <a:pt x="416358" y="71842"/>
                  </a:lnTo>
                  <a:lnTo>
                    <a:pt x="418821" y="71068"/>
                  </a:lnTo>
                  <a:lnTo>
                    <a:pt x="421285" y="70271"/>
                  </a:lnTo>
                  <a:lnTo>
                    <a:pt x="423749" y="69454"/>
                  </a:lnTo>
                  <a:lnTo>
                    <a:pt x="426212" y="68599"/>
                  </a:lnTo>
                  <a:lnTo>
                    <a:pt x="428676" y="67722"/>
                  </a:lnTo>
                  <a:lnTo>
                    <a:pt x="431140" y="66825"/>
                  </a:lnTo>
                  <a:lnTo>
                    <a:pt x="433603" y="65886"/>
                  </a:lnTo>
                  <a:lnTo>
                    <a:pt x="436067" y="64928"/>
                  </a:lnTo>
                  <a:lnTo>
                    <a:pt x="438531" y="63947"/>
                  </a:lnTo>
                  <a:lnTo>
                    <a:pt x="440994" y="62927"/>
                  </a:lnTo>
                  <a:lnTo>
                    <a:pt x="443458" y="61889"/>
                  </a:lnTo>
                  <a:lnTo>
                    <a:pt x="445922" y="60825"/>
                  </a:lnTo>
                  <a:lnTo>
                    <a:pt x="448385" y="59726"/>
                  </a:lnTo>
                  <a:lnTo>
                    <a:pt x="450849" y="58609"/>
                  </a:lnTo>
                  <a:lnTo>
                    <a:pt x="453312" y="57465"/>
                  </a:lnTo>
                  <a:lnTo>
                    <a:pt x="455776" y="56291"/>
                  </a:lnTo>
                  <a:lnTo>
                    <a:pt x="458240" y="55100"/>
                  </a:lnTo>
                  <a:lnTo>
                    <a:pt x="460703" y="53882"/>
                  </a:lnTo>
                  <a:lnTo>
                    <a:pt x="463167" y="52638"/>
                  </a:lnTo>
                  <a:lnTo>
                    <a:pt x="465631" y="51379"/>
                  </a:lnTo>
                  <a:lnTo>
                    <a:pt x="468094" y="50094"/>
                  </a:lnTo>
                  <a:lnTo>
                    <a:pt x="470558" y="48789"/>
                  </a:lnTo>
                  <a:lnTo>
                    <a:pt x="473022" y="47471"/>
                  </a:lnTo>
                  <a:lnTo>
                    <a:pt x="475485" y="46129"/>
                  </a:lnTo>
                  <a:lnTo>
                    <a:pt x="477949" y="44774"/>
                  </a:lnTo>
                  <a:lnTo>
                    <a:pt x="480413" y="43407"/>
                  </a:lnTo>
                  <a:lnTo>
                    <a:pt x="482876" y="42022"/>
                  </a:lnTo>
                  <a:lnTo>
                    <a:pt x="485340" y="40628"/>
                  </a:lnTo>
                  <a:lnTo>
                    <a:pt x="487804" y="39227"/>
                  </a:lnTo>
                  <a:lnTo>
                    <a:pt x="490267" y="37813"/>
                  </a:lnTo>
                  <a:lnTo>
                    <a:pt x="492731" y="36396"/>
                  </a:lnTo>
                  <a:lnTo>
                    <a:pt x="495195" y="34974"/>
                  </a:lnTo>
                  <a:lnTo>
                    <a:pt x="497658" y="33550"/>
                  </a:lnTo>
                  <a:lnTo>
                    <a:pt x="500122" y="32127"/>
                  </a:lnTo>
                  <a:lnTo>
                    <a:pt x="502586" y="30704"/>
                  </a:lnTo>
                  <a:lnTo>
                    <a:pt x="505049" y="29288"/>
                  </a:lnTo>
                  <a:lnTo>
                    <a:pt x="507513" y="27877"/>
                  </a:lnTo>
                  <a:lnTo>
                    <a:pt x="509977" y="26474"/>
                  </a:lnTo>
                  <a:lnTo>
                    <a:pt x="512440" y="25085"/>
                  </a:lnTo>
                  <a:lnTo>
                    <a:pt x="514904" y="23706"/>
                  </a:lnTo>
                  <a:lnTo>
                    <a:pt x="517368" y="22344"/>
                  </a:lnTo>
                  <a:lnTo>
                    <a:pt x="519831" y="21004"/>
                  </a:lnTo>
                  <a:lnTo>
                    <a:pt x="522295" y="19679"/>
                  </a:lnTo>
                  <a:lnTo>
                    <a:pt x="524759" y="18381"/>
                  </a:lnTo>
                  <a:lnTo>
                    <a:pt x="527222" y="17111"/>
                  </a:lnTo>
                  <a:lnTo>
                    <a:pt x="529686" y="15861"/>
                  </a:lnTo>
                  <a:lnTo>
                    <a:pt x="532150" y="14651"/>
                  </a:lnTo>
                  <a:lnTo>
                    <a:pt x="534613" y="13472"/>
                  </a:lnTo>
                  <a:lnTo>
                    <a:pt x="537077" y="12318"/>
                  </a:lnTo>
                  <a:lnTo>
                    <a:pt x="539541" y="11218"/>
                  </a:lnTo>
                  <a:lnTo>
                    <a:pt x="542004" y="10152"/>
                  </a:lnTo>
                  <a:lnTo>
                    <a:pt x="544468" y="9115"/>
                  </a:lnTo>
                  <a:lnTo>
                    <a:pt x="546931" y="8147"/>
                  </a:lnTo>
                  <a:lnTo>
                    <a:pt x="549395" y="7213"/>
                  </a:lnTo>
                  <a:lnTo>
                    <a:pt x="551859" y="6319"/>
                  </a:lnTo>
                  <a:lnTo>
                    <a:pt x="554322" y="5497"/>
                  </a:lnTo>
                  <a:lnTo>
                    <a:pt x="556786" y="4714"/>
                  </a:lnTo>
                  <a:lnTo>
                    <a:pt x="559250" y="3981"/>
                  </a:lnTo>
                  <a:lnTo>
                    <a:pt x="561713" y="3322"/>
                  </a:lnTo>
                  <a:lnTo>
                    <a:pt x="564177" y="2705"/>
                  </a:lnTo>
                  <a:lnTo>
                    <a:pt x="566641" y="2149"/>
                  </a:lnTo>
                  <a:lnTo>
                    <a:pt x="569104" y="1667"/>
                  </a:lnTo>
                  <a:lnTo>
                    <a:pt x="571568" y="1230"/>
                  </a:lnTo>
                  <a:lnTo>
                    <a:pt x="574032" y="863"/>
                  </a:lnTo>
                  <a:lnTo>
                    <a:pt x="576495" y="568"/>
                  </a:lnTo>
                  <a:lnTo>
                    <a:pt x="578959" y="320"/>
                  </a:lnTo>
                  <a:lnTo>
                    <a:pt x="581423" y="153"/>
                  </a:lnTo>
                  <a:lnTo>
                    <a:pt x="583886" y="52"/>
                  </a:lnTo>
                  <a:lnTo>
                    <a:pt x="586350" y="0"/>
                  </a:lnTo>
                  <a:lnTo>
                    <a:pt x="588814" y="35"/>
                  </a:lnTo>
                  <a:lnTo>
                    <a:pt x="591277" y="133"/>
                  </a:lnTo>
                  <a:lnTo>
                    <a:pt x="593741" y="278"/>
                  </a:lnTo>
                  <a:lnTo>
                    <a:pt x="596205" y="518"/>
                  </a:lnTo>
                  <a:lnTo>
                    <a:pt x="598668" y="812"/>
                  </a:lnTo>
                  <a:lnTo>
                    <a:pt x="601132" y="1153"/>
                  </a:lnTo>
                  <a:lnTo>
                    <a:pt x="603596" y="1593"/>
                  </a:lnTo>
                  <a:lnTo>
                    <a:pt x="606059" y="2079"/>
                  </a:lnTo>
                  <a:lnTo>
                    <a:pt x="608523" y="2617"/>
                  </a:lnTo>
                  <a:lnTo>
                    <a:pt x="610987" y="3244"/>
                  </a:lnTo>
                  <a:lnTo>
                    <a:pt x="613450" y="3913"/>
                  </a:lnTo>
                  <a:lnTo>
                    <a:pt x="615914" y="4638"/>
                  </a:lnTo>
                  <a:lnTo>
                    <a:pt x="618378" y="5438"/>
                  </a:lnTo>
                  <a:lnTo>
                    <a:pt x="620841" y="6279"/>
                  </a:lnTo>
                  <a:lnTo>
                    <a:pt x="623305" y="7176"/>
                  </a:lnTo>
                  <a:lnTo>
                    <a:pt x="625769" y="8136"/>
                  </a:lnTo>
                  <a:lnTo>
                    <a:pt x="628232" y="9133"/>
                  </a:lnTo>
                  <a:lnTo>
                    <a:pt x="630696" y="10184"/>
                  </a:lnTo>
                  <a:lnTo>
                    <a:pt x="633159" y="11286"/>
                  </a:lnTo>
                  <a:lnTo>
                    <a:pt x="635623" y="12420"/>
                  </a:lnTo>
                  <a:lnTo>
                    <a:pt x="638087" y="13606"/>
                  </a:lnTo>
                  <a:lnTo>
                    <a:pt x="640550" y="14830"/>
                  </a:lnTo>
                  <a:lnTo>
                    <a:pt x="643014" y="16081"/>
                  </a:lnTo>
                  <a:lnTo>
                    <a:pt x="645478" y="17377"/>
                  </a:lnTo>
                  <a:lnTo>
                    <a:pt x="647941" y="18702"/>
                  </a:lnTo>
                  <a:lnTo>
                    <a:pt x="650405" y="20047"/>
                  </a:lnTo>
                  <a:lnTo>
                    <a:pt x="652869" y="21430"/>
                  </a:lnTo>
                  <a:lnTo>
                    <a:pt x="655332" y="22832"/>
                  </a:lnTo>
                  <a:lnTo>
                    <a:pt x="657796" y="24249"/>
                  </a:lnTo>
                  <a:lnTo>
                    <a:pt x="660260" y="25693"/>
                  </a:lnTo>
                  <a:lnTo>
                    <a:pt x="662723" y="27147"/>
                  </a:lnTo>
                  <a:lnTo>
                    <a:pt x="665187" y="28613"/>
                  </a:lnTo>
                  <a:lnTo>
                    <a:pt x="667651" y="30093"/>
                  </a:lnTo>
                  <a:lnTo>
                    <a:pt x="670114" y="31576"/>
                  </a:lnTo>
                  <a:lnTo>
                    <a:pt x="672578" y="33065"/>
                  </a:lnTo>
                  <a:lnTo>
                    <a:pt x="675042" y="34557"/>
                  </a:lnTo>
                  <a:lnTo>
                    <a:pt x="677505" y="36047"/>
                  </a:lnTo>
                  <a:lnTo>
                    <a:pt x="679969" y="37535"/>
                  </a:lnTo>
                  <a:lnTo>
                    <a:pt x="682433" y="39016"/>
                  </a:lnTo>
                  <a:lnTo>
                    <a:pt x="684896" y="40490"/>
                  </a:lnTo>
                  <a:lnTo>
                    <a:pt x="687360" y="41955"/>
                  </a:lnTo>
                  <a:lnTo>
                    <a:pt x="689824" y="43404"/>
                  </a:lnTo>
                  <a:lnTo>
                    <a:pt x="692287" y="44843"/>
                  </a:lnTo>
                  <a:lnTo>
                    <a:pt x="694751" y="46263"/>
                  </a:lnTo>
                  <a:lnTo>
                    <a:pt x="697215" y="47662"/>
                  </a:lnTo>
                  <a:lnTo>
                    <a:pt x="699678" y="49047"/>
                  </a:lnTo>
                  <a:lnTo>
                    <a:pt x="702142" y="50403"/>
                  </a:lnTo>
                  <a:lnTo>
                    <a:pt x="704606" y="51736"/>
                  </a:lnTo>
                  <a:lnTo>
                    <a:pt x="707069" y="53051"/>
                  </a:lnTo>
                  <a:lnTo>
                    <a:pt x="709533" y="54328"/>
                  </a:lnTo>
                  <a:lnTo>
                    <a:pt x="711997" y="55581"/>
                  </a:lnTo>
                  <a:lnTo>
                    <a:pt x="714460" y="56812"/>
                  </a:lnTo>
                  <a:lnTo>
                    <a:pt x="716924" y="57996"/>
                  </a:lnTo>
                  <a:lnTo>
                    <a:pt x="719388" y="59157"/>
                  </a:lnTo>
                  <a:lnTo>
                    <a:pt x="721851" y="60290"/>
                  </a:lnTo>
                  <a:lnTo>
                    <a:pt x="724315" y="61375"/>
                  </a:lnTo>
                  <a:lnTo>
                    <a:pt x="726778" y="62435"/>
                  </a:lnTo>
                  <a:lnTo>
                    <a:pt x="729242" y="63462"/>
                  </a:lnTo>
                  <a:lnTo>
                    <a:pt x="731706" y="64440"/>
                  </a:lnTo>
                  <a:lnTo>
                    <a:pt x="734169" y="65392"/>
                  </a:lnTo>
                  <a:lnTo>
                    <a:pt x="736633" y="66307"/>
                  </a:lnTo>
                  <a:lnTo>
                    <a:pt x="739097" y="67175"/>
                  </a:lnTo>
                  <a:lnTo>
                    <a:pt x="741560" y="68016"/>
                  </a:lnTo>
                  <a:lnTo>
                    <a:pt x="744024" y="68814"/>
                  </a:lnTo>
                  <a:lnTo>
                    <a:pt x="746488" y="69570"/>
                  </a:lnTo>
                  <a:lnTo>
                    <a:pt x="748951" y="70298"/>
                  </a:lnTo>
                  <a:lnTo>
                    <a:pt x="751415" y="70980"/>
                  </a:lnTo>
                  <a:lnTo>
                    <a:pt x="753879" y="71623"/>
                  </a:lnTo>
                  <a:lnTo>
                    <a:pt x="756342" y="72239"/>
                  </a:lnTo>
                  <a:lnTo>
                    <a:pt x="758806" y="72806"/>
                  </a:lnTo>
                  <a:lnTo>
                    <a:pt x="761270" y="73339"/>
                  </a:lnTo>
                  <a:lnTo>
                    <a:pt x="763733" y="73846"/>
                  </a:lnTo>
                  <a:lnTo>
                    <a:pt x="766197" y="74301"/>
                  </a:lnTo>
                  <a:lnTo>
                    <a:pt x="768661" y="74728"/>
                  </a:lnTo>
                  <a:lnTo>
                    <a:pt x="771124" y="75129"/>
                  </a:lnTo>
                  <a:lnTo>
                    <a:pt x="773588" y="75478"/>
                  </a:lnTo>
                  <a:lnTo>
                    <a:pt x="776052" y="75803"/>
                  </a:lnTo>
                  <a:lnTo>
                    <a:pt x="778515" y="76102"/>
                  </a:lnTo>
                  <a:lnTo>
                    <a:pt x="780979" y="76354"/>
                  </a:lnTo>
                  <a:lnTo>
                    <a:pt x="783443" y="76585"/>
                  </a:lnTo>
                  <a:lnTo>
                    <a:pt x="785906" y="76787"/>
                  </a:lnTo>
                  <a:lnTo>
                    <a:pt x="788370" y="76951"/>
                  </a:lnTo>
                  <a:lnTo>
                    <a:pt x="790834" y="77094"/>
                  </a:lnTo>
                  <a:lnTo>
                    <a:pt x="793297" y="77209"/>
                  </a:lnTo>
                  <a:lnTo>
                    <a:pt x="795761" y="77291"/>
                  </a:lnTo>
                  <a:lnTo>
                    <a:pt x="798225" y="77355"/>
                  </a:lnTo>
                  <a:lnTo>
                    <a:pt x="800688" y="77391"/>
                  </a:lnTo>
                  <a:lnTo>
                    <a:pt x="803152" y="77400"/>
                  </a:lnTo>
                  <a:lnTo>
                    <a:pt x="805616" y="77394"/>
                  </a:lnTo>
                  <a:lnTo>
                    <a:pt x="808079" y="77361"/>
                  </a:lnTo>
                  <a:lnTo>
                    <a:pt x="810543" y="77306"/>
                  </a:lnTo>
                  <a:lnTo>
                    <a:pt x="813006" y="77238"/>
                  </a:lnTo>
                  <a:lnTo>
                    <a:pt x="815470" y="77145"/>
                  </a:lnTo>
                  <a:lnTo>
                    <a:pt x="817934" y="77036"/>
                  </a:lnTo>
                  <a:lnTo>
                    <a:pt x="820397" y="76915"/>
                  </a:lnTo>
                  <a:lnTo>
                    <a:pt x="822861" y="76772"/>
                  </a:lnTo>
                  <a:lnTo>
                    <a:pt x="825325" y="76618"/>
                  </a:lnTo>
                  <a:lnTo>
                    <a:pt x="827788" y="76453"/>
                  </a:lnTo>
                  <a:lnTo>
                    <a:pt x="830252" y="76270"/>
                  </a:lnTo>
                  <a:lnTo>
                    <a:pt x="832716" y="76078"/>
                  </a:lnTo>
                  <a:lnTo>
                    <a:pt x="835179" y="75878"/>
                  </a:lnTo>
                  <a:lnTo>
                    <a:pt x="837643" y="75665"/>
                  </a:lnTo>
                  <a:lnTo>
                    <a:pt x="840107" y="75445"/>
                  </a:lnTo>
                  <a:lnTo>
                    <a:pt x="842570" y="75218"/>
                  </a:lnTo>
                  <a:lnTo>
                    <a:pt x="845034" y="74982"/>
                  </a:lnTo>
                  <a:lnTo>
                    <a:pt x="847498" y="74743"/>
                  </a:lnTo>
                  <a:lnTo>
                    <a:pt x="849961" y="74498"/>
                  </a:lnTo>
                  <a:lnTo>
                    <a:pt x="852425" y="74248"/>
                  </a:lnTo>
                  <a:lnTo>
                    <a:pt x="854889" y="73996"/>
                  </a:lnTo>
                  <a:lnTo>
                    <a:pt x="857352" y="73742"/>
                  </a:lnTo>
                  <a:lnTo>
                    <a:pt x="859816" y="73485"/>
                  </a:lnTo>
                  <a:lnTo>
                    <a:pt x="862280" y="73228"/>
                  </a:lnTo>
                  <a:lnTo>
                    <a:pt x="864743" y="72971"/>
                  </a:lnTo>
                  <a:lnTo>
                    <a:pt x="867207" y="72714"/>
                  </a:lnTo>
                  <a:lnTo>
                    <a:pt x="869671" y="72459"/>
                  </a:lnTo>
                  <a:lnTo>
                    <a:pt x="872134" y="72206"/>
                  </a:lnTo>
                  <a:lnTo>
                    <a:pt x="874598" y="71956"/>
                  </a:lnTo>
                  <a:lnTo>
                    <a:pt x="877062" y="71707"/>
                  </a:lnTo>
                  <a:lnTo>
                    <a:pt x="879525" y="71465"/>
                  </a:lnTo>
                  <a:lnTo>
                    <a:pt x="881989" y="71226"/>
                  </a:lnTo>
                  <a:lnTo>
                    <a:pt x="884453" y="70991"/>
                  </a:lnTo>
                  <a:lnTo>
                    <a:pt x="886916" y="70763"/>
                  </a:lnTo>
                  <a:lnTo>
                    <a:pt x="889380" y="70541"/>
                  </a:lnTo>
                  <a:lnTo>
                    <a:pt x="891844" y="70323"/>
                  </a:lnTo>
                  <a:lnTo>
                    <a:pt x="894307" y="70116"/>
                  </a:lnTo>
                  <a:lnTo>
                    <a:pt x="896771" y="69914"/>
                  </a:lnTo>
                  <a:lnTo>
                    <a:pt x="899235" y="69718"/>
                  </a:lnTo>
                  <a:lnTo>
                    <a:pt x="901698" y="69534"/>
                  </a:lnTo>
                  <a:lnTo>
                    <a:pt x="904162" y="69355"/>
                  </a:lnTo>
                  <a:lnTo>
                    <a:pt x="906625" y="69185"/>
                  </a:lnTo>
                  <a:lnTo>
                    <a:pt x="909089" y="69027"/>
                  </a:lnTo>
                  <a:lnTo>
                    <a:pt x="911553" y="68875"/>
                  </a:lnTo>
                  <a:lnTo>
                    <a:pt x="914016" y="68733"/>
                  </a:lnTo>
                  <a:lnTo>
                    <a:pt x="916480" y="68603"/>
                  </a:lnTo>
                  <a:lnTo>
                    <a:pt x="918944" y="68480"/>
                  </a:lnTo>
                  <a:lnTo>
                    <a:pt x="921407" y="68369"/>
                  </a:lnTo>
                  <a:lnTo>
                    <a:pt x="923871" y="68269"/>
                  </a:lnTo>
                  <a:lnTo>
                    <a:pt x="926335" y="68176"/>
                  </a:lnTo>
                  <a:lnTo>
                    <a:pt x="928798" y="68097"/>
                  </a:lnTo>
                  <a:lnTo>
                    <a:pt x="931262" y="68028"/>
                  </a:lnTo>
                  <a:lnTo>
                    <a:pt x="933726" y="67967"/>
                  </a:lnTo>
                  <a:lnTo>
                    <a:pt x="936189" y="67921"/>
                  </a:lnTo>
                  <a:lnTo>
                    <a:pt x="938653" y="67885"/>
                  </a:lnTo>
                  <a:lnTo>
                    <a:pt x="941117" y="67856"/>
                  </a:lnTo>
                  <a:lnTo>
                    <a:pt x="943580" y="67844"/>
                  </a:lnTo>
                  <a:lnTo>
                    <a:pt x="946044" y="67840"/>
                  </a:lnTo>
                  <a:lnTo>
                    <a:pt x="948508" y="67844"/>
                  </a:lnTo>
                  <a:lnTo>
                    <a:pt x="950971" y="67865"/>
                  </a:lnTo>
                  <a:lnTo>
                    <a:pt x="953435" y="67894"/>
                  </a:lnTo>
                  <a:lnTo>
                    <a:pt x="955899" y="67932"/>
                  </a:lnTo>
                  <a:lnTo>
                    <a:pt x="958362" y="67985"/>
                  </a:lnTo>
                  <a:lnTo>
                    <a:pt x="960826" y="68046"/>
                  </a:lnTo>
                  <a:lnTo>
                    <a:pt x="963290" y="68118"/>
                  </a:lnTo>
                  <a:lnTo>
                    <a:pt x="965753" y="68203"/>
                  </a:lnTo>
                  <a:lnTo>
                    <a:pt x="968217" y="68296"/>
                  </a:lnTo>
                  <a:lnTo>
                    <a:pt x="970681" y="68401"/>
                  </a:lnTo>
                  <a:lnTo>
                    <a:pt x="973144" y="68517"/>
                  </a:lnTo>
                  <a:lnTo>
                    <a:pt x="975608" y="68641"/>
                  </a:lnTo>
                  <a:lnTo>
                    <a:pt x="978072" y="68778"/>
                  </a:lnTo>
                  <a:lnTo>
                    <a:pt x="980535" y="68924"/>
                  </a:lnTo>
                  <a:lnTo>
                    <a:pt x="982999" y="69078"/>
                  </a:lnTo>
                  <a:lnTo>
                    <a:pt x="985463" y="69245"/>
                  </a:lnTo>
                  <a:lnTo>
                    <a:pt x="987926" y="69421"/>
                  </a:lnTo>
                  <a:lnTo>
                    <a:pt x="990390" y="69604"/>
                  </a:lnTo>
                  <a:lnTo>
                    <a:pt x="992853" y="69800"/>
                  </a:lnTo>
                  <a:lnTo>
                    <a:pt x="995317" y="70004"/>
                  </a:lnTo>
                  <a:lnTo>
                    <a:pt x="997781" y="70214"/>
                  </a:lnTo>
                  <a:lnTo>
                    <a:pt x="1000244" y="70438"/>
                  </a:lnTo>
                  <a:lnTo>
                    <a:pt x="1002708" y="70668"/>
                  </a:lnTo>
                  <a:lnTo>
                    <a:pt x="1005172" y="70904"/>
                  </a:lnTo>
                  <a:lnTo>
                    <a:pt x="1007635" y="71153"/>
                  </a:lnTo>
                  <a:lnTo>
                    <a:pt x="1010099" y="71407"/>
                  </a:lnTo>
                  <a:lnTo>
                    <a:pt x="1012563" y="71668"/>
                  </a:lnTo>
                  <a:lnTo>
                    <a:pt x="1015026" y="71939"/>
                  </a:lnTo>
                  <a:lnTo>
                    <a:pt x="1017490" y="72215"/>
                  </a:lnTo>
                  <a:lnTo>
                    <a:pt x="1019954" y="72498"/>
                  </a:lnTo>
                  <a:lnTo>
                    <a:pt x="1022417" y="72789"/>
                  </a:lnTo>
                  <a:lnTo>
                    <a:pt x="1024881" y="73085"/>
                  </a:lnTo>
                  <a:lnTo>
                    <a:pt x="1027345" y="73388"/>
                  </a:lnTo>
                  <a:lnTo>
                    <a:pt x="1029808" y="73697"/>
                  </a:lnTo>
                  <a:lnTo>
                    <a:pt x="1032272" y="74010"/>
                  </a:lnTo>
                  <a:lnTo>
                    <a:pt x="1034736" y="74329"/>
                  </a:lnTo>
                  <a:lnTo>
                    <a:pt x="1037199" y="74654"/>
                  </a:lnTo>
                  <a:lnTo>
                    <a:pt x="1039663" y="74981"/>
                  </a:lnTo>
                  <a:lnTo>
                    <a:pt x="1042127" y="75314"/>
                  </a:lnTo>
                  <a:lnTo>
                    <a:pt x="1044590" y="75651"/>
                  </a:lnTo>
                  <a:lnTo>
                    <a:pt x="1047054" y="75990"/>
                  </a:lnTo>
                  <a:lnTo>
                    <a:pt x="1049518" y="76333"/>
                  </a:lnTo>
                  <a:lnTo>
                    <a:pt x="1051981" y="76679"/>
                  </a:lnTo>
                  <a:lnTo>
                    <a:pt x="1054445" y="77027"/>
                  </a:lnTo>
                  <a:lnTo>
                    <a:pt x="1056909" y="77377"/>
                  </a:lnTo>
                  <a:lnTo>
                    <a:pt x="1059372" y="77729"/>
                  </a:lnTo>
                  <a:lnTo>
                    <a:pt x="1061836" y="78082"/>
                  </a:lnTo>
                  <a:lnTo>
                    <a:pt x="1064300" y="78436"/>
                  </a:lnTo>
                  <a:lnTo>
                    <a:pt x="1066763" y="78791"/>
                  </a:lnTo>
                  <a:lnTo>
                    <a:pt x="1069227" y="79146"/>
                  </a:lnTo>
                  <a:lnTo>
                    <a:pt x="1071691" y="79500"/>
                  </a:lnTo>
                  <a:lnTo>
                    <a:pt x="1074154" y="79854"/>
                  </a:lnTo>
                  <a:lnTo>
                    <a:pt x="1076618" y="80208"/>
                  </a:lnTo>
                  <a:lnTo>
                    <a:pt x="1079082" y="80560"/>
                  </a:lnTo>
                  <a:lnTo>
                    <a:pt x="1081545" y="80910"/>
                  </a:lnTo>
                  <a:lnTo>
                    <a:pt x="1084009" y="81259"/>
                  </a:lnTo>
                  <a:lnTo>
                    <a:pt x="1086472" y="81605"/>
                  </a:lnTo>
                  <a:lnTo>
                    <a:pt x="1088936" y="81949"/>
                  </a:lnTo>
                  <a:lnTo>
                    <a:pt x="1091400" y="82290"/>
                  </a:lnTo>
                  <a:lnTo>
                    <a:pt x="1093863" y="82627"/>
                  </a:lnTo>
                  <a:lnTo>
                    <a:pt x="1096327" y="82962"/>
                  </a:lnTo>
                  <a:lnTo>
                    <a:pt x="1098791" y="83292"/>
                  </a:lnTo>
                  <a:lnTo>
                    <a:pt x="1101254" y="83618"/>
                  </a:lnTo>
                  <a:lnTo>
                    <a:pt x="1103718" y="83941"/>
                  </a:lnTo>
                  <a:lnTo>
                    <a:pt x="1106182" y="84258"/>
                  </a:lnTo>
                  <a:lnTo>
                    <a:pt x="1108645" y="84570"/>
                  </a:lnTo>
                  <a:lnTo>
                    <a:pt x="1111109" y="84880"/>
                  </a:lnTo>
                  <a:lnTo>
                    <a:pt x="1113573" y="85181"/>
                  </a:lnTo>
                  <a:lnTo>
                    <a:pt x="1116036" y="85478"/>
                  </a:lnTo>
                  <a:lnTo>
                    <a:pt x="1118500" y="85771"/>
                  </a:lnTo>
                  <a:lnTo>
                    <a:pt x="1120964" y="86055"/>
                  </a:lnTo>
                  <a:lnTo>
                    <a:pt x="1123427" y="86336"/>
                  </a:lnTo>
                  <a:lnTo>
                    <a:pt x="1125891" y="86611"/>
                  </a:lnTo>
                  <a:lnTo>
                    <a:pt x="1128355" y="86877"/>
                  </a:lnTo>
                  <a:lnTo>
                    <a:pt x="1130818" y="87140"/>
                  </a:lnTo>
                  <a:lnTo>
                    <a:pt x="1133282" y="87396"/>
                  </a:lnTo>
                  <a:lnTo>
                    <a:pt x="1135746" y="87644"/>
                  </a:lnTo>
                  <a:lnTo>
                    <a:pt x="1138209" y="87887"/>
                  </a:lnTo>
                  <a:lnTo>
                    <a:pt x="1140673" y="88124"/>
                  </a:lnTo>
                  <a:lnTo>
                    <a:pt x="1143137" y="88353"/>
                  </a:lnTo>
                  <a:lnTo>
                    <a:pt x="1145600" y="88578"/>
                  </a:lnTo>
                  <a:lnTo>
                    <a:pt x="1148064" y="88794"/>
                  </a:lnTo>
                  <a:lnTo>
                    <a:pt x="1150528" y="89005"/>
                  </a:lnTo>
                  <a:lnTo>
                    <a:pt x="1152991" y="89210"/>
                  </a:lnTo>
                  <a:lnTo>
                    <a:pt x="1155455" y="89408"/>
                  </a:lnTo>
                  <a:lnTo>
                    <a:pt x="1157919" y="89600"/>
                  </a:lnTo>
                  <a:lnTo>
                    <a:pt x="1160382" y="89787"/>
                  </a:lnTo>
                  <a:lnTo>
                    <a:pt x="1162846" y="89966"/>
                  </a:lnTo>
                  <a:lnTo>
                    <a:pt x="1165310" y="90139"/>
                  </a:lnTo>
                  <a:lnTo>
                    <a:pt x="1167773" y="90309"/>
                  </a:lnTo>
                  <a:lnTo>
                    <a:pt x="1170237" y="90470"/>
                  </a:lnTo>
                  <a:lnTo>
                    <a:pt x="1172701" y="90627"/>
                  </a:lnTo>
                  <a:lnTo>
                    <a:pt x="1175164" y="90780"/>
                  </a:lnTo>
                  <a:lnTo>
                    <a:pt x="1177628" y="90925"/>
                  </a:lnTo>
                  <a:lnTo>
                    <a:pt x="1180091" y="91066"/>
                  </a:lnTo>
                  <a:lnTo>
                    <a:pt x="1182555" y="91203"/>
                  </a:lnTo>
                  <a:lnTo>
                    <a:pt x="1185019" y="91333"/>
                  </a:lnTo>
                  <a:lnTo>
                    <a:pt x="1187482" y="91460"/>
                  </a:lnTo>
                  <a:lnTo>
                    <a:pt x="1189946" y="91582"/>
                  </a:lnTo>
                  <a:lnTo>
                    <a:pt x="1192410" y="91699"/>
                  </a:lnTo>
                  <a:lnTo>
                    <a:pt x="1194873" y="91813"/>
                  </a:lnTo>
                  <a:lnTo>
                    <a:pt x="1197337" y="91923"/>
                  </a:lnTo>
                  <a:lnTo>
                    <a:pt x="1199801" y="92028"/>
                  </a:lnTo>
                  <a:lnTo>
                    <a:pt x="1202264" y="92130"/>
                  </a:lnTo>
                  <a:lnTo>
                    <a:pt x="1204728" y="92229"/>
                  </a:lnTo>
                  <a:lnTo>
                    <a:pt x="1207192" y="92324"/>
                  </a:lnTo>
                  <a:lnTo>
                    <a:pt x="1209655" y="92416"/>
                  </a:lnTo>
                  <a:lnTo>
                    <a:pt x="1212119" y="92505"/>
                  </a:lnTo>
                  <a:lnTo>
                    <a:pt x="1214583" y="92591"/>
                  </a:lnTo>
                  <a:lnTo>
                    <a:pt x="1217046" y="92675"/>
                  </a:lnTo>
                  <a:lnTo>
                    <a:pt x="1219510" y="92755"/>
                  </a:lnTo>
                  <a:lnTo>
                    <a:pt x="1221974" y="92834"/>
                  </a:lnTo>
                  <a:lnTo>
                    <a:pt x="1224437" y="92910"/>
                  </a:lnTo>
                  <a:lnTo>
                    <a:pt x="1226901" y="92984"/>
                  </a:lnTo>
                  <a:lnTo>
                    <a:pt x="1229365" y="93056"/>
                  </a:lnTo>
                  <a:lnTo>
                    <a:pt x="1231828" y="93127"/>
                  </a:lnTo>
                  <a:lnTo>
                    <a:pt x="1234292" y="93195"/>
                  </a:lnTo>
                  <a:lnTo>
                    <a:pt x="1236756" y="93261"/>
                  </a:lnTo>
                  <a:lnTo>
                    <a:pt x="1239219" y="93327"/>
                  </a:lnTo>
                  <a:lnTo>
                    <a:pt x="1241683" y="93390"/>
                  </a:lnTo>
                  <a:lnTo>
                    <a:pt x="1244147" y="93453"/>
                  </a:lnTo>
                  <a:lnTo>
                    <a:pt x="1246610" y="93514"/>
                  </a:lnTo>
                  <a:lnTo>
                    <a:pt x="1249074" y="93574"/>
                  </a:lnTo>
                  <a:lnTo>
                    <a:pt x="1251538" y="93633"/>
                  </a:lnTo>
                  <a:lnTo>
                    <a:pt x="1254001" y="93690"/>
                  </a:lnTo>
                  <a:lnTo>
                    <a:pt x="1256465" y="93747"/>
                  </a:lnTo>
                  <a:lnTo>
                    <a:pt x="1258929" y="93803"/>
                  </a:lnTo>
                  <a:lnTo>
                    <a:pt x="1258929" y="95978"/>
                  </a:lnTo>
                  <a:lnTo>
                    <a:pt x="1256465" y="95978"/>
                  </a:lnTo>
                  <a:lnTo>
                    <a:pt x="1254001" y="95978"/>
                  </a:lnTo>
                  <a:lnTo>
                    <a:pt x="1251538" y="95978"/>
                  </a:lnTo>
                  <a:lnTo>
                    <a:pt x="1249074" y="95978"/>
                  </a:lnTo>
                  <a:lnTo>
                    <a:pt x="1246610" y="95978"/>
                  </a:lnTo>
                  <a:lnTo>
                    <a:pt x="1244147" y="95978"/>
                  </a:lnTo>
                  <a:lnTo>
                    <a:pt x="1241683" y="95978"/>
                  </a:lnTo>
                  <a:lnTo>
                    <a:pt x="1239219" y="95978"/>
                  </a:lnTo>
                  <a:lnTo>
                    <a:pt x="1236756" y="95978"/>
                  </a:lnTo>
                  <a:lnTo>
                    <a:pt x="1234292" y="95978"/>
                  </a:lnTo>
                  <a:lnTo>
                    <a:pt x="1231828" y="95978"/>
                  </a:lnTo>
                  <a:lnTo>
                    <a:pt x="1229365" y="95978"/>
                  </a:lnTo>
                  <a:lnTo>
                    <a:pt x="1226901" y="95978"/>
                  </a:lnTo>
                  <a:lnTo>
                    <a:pt x="1224437" y="95978"/>
                  </a:lnTo>
                  <a:lnTo>
                    <a:pt x="1221974" y="95978"/>
                  </a:lnTo>
                  <a:lnTo>
                    <a:pt x="1219510" y="95978"/>
                  </a:lnTo>
                  <a:lnTo>
                    <a:pt x="1217046" y="95978"/>
                  </a:lnTo>
                  <a:lnTo>
                    <a:pt x="1214583" y="95978"/>
                  </a:lnTo>
                  <a:lnTo>
                    <a:pt x="1212119" y="95978"/>
                  </a:lnTo>
                  <a:lnTo>
                    <a:pt x="1209655" y="95978"/>
                  </a:lnTo>
                  <a:lnTo>
                    <a:pt x="1207192" y="95978"/>
                  </a:lnTo>
                  <a:lnTo>
                    <a:pt x="1204728" y="95978"/>
                  </a:lnTo>
                  <a:lnTo>
                    <a:pt x="1202264" y="95978"/>
                  </a:lnTo>
                  <a:lnTo>
                    <a:pt x="1199801" y="95978"/>
                  </a:lnTo>
                  <a:lnTo>
                    <a:pt x="1197337" y="95978"/>
                  </a:lnTo>
                  <a:lnTo>
                    <a:pt x="1194873" y="95978"/>
                  </a:lnTo>
                  <a:lnTo>
                    <a:pt x="1192410" y="95978"/>
                  </a:lnTo>
                  <a:lnTo>
                    <a:pt x="1189946" y="95978"/>
                  </a:lnTo>
                  <a:lnTo>
                    <a:pt x="1187482" y="95978"/>
                  </a:lnTo>
                  <a:lnTo>
                    <a:pt x="1185019" y="95978"/>
                  </a:lnTo>
                  <a:lnTo>
                    <a:pt x="1182555" y="95978"/>
                  </a:lnTo>
                  <a:lnTo>
                    <a:pt x="1180091" y="95978"/>
                  </a:lnTo>
                  <a:lnTo>
                    <a:pt x="1177628" y="95978"/>
                  </a:lnTo>
                  <a:lnTo>
                    <a:pt x="1175164" y="95978"/>
                  </a:lnTo>
                  <a:lnTo>
                    <a:pt x="1172701" y="95978"/>
                  </a:lnTo>
                  <a:lnTo>
                    <a:pt x="1170237" y="95978"/>
                  </a:lnTo>
                  <a:lnTo>
                    <a:pt x="1167773" y="95978"/>
                  </a:lnTo>
                  <a:lnTo>
                    <a:pt x="1165310" y="95978"/>
                  </a:lnTo>
                  <a:lnTo>
                    <a:pt x="1162846" y="95978"/>
                  </a:lnTo>
                  <a:lnTo>
                    <a:pt x="1160382" y="95978"/>
                  </a:lnTo>
                  <a:lnTo>
                    <a:pt x="1157919" y="95978"/>
                  </a:lnTo>
                  <a:lnTo>
                    <a:pt x="1155455" y="95978"/>
                  </a:lnTo>
                  <a:lnTo>
                    <a:pt x="1152991" y="95978"/>
                  </a:lnTo>
                  <a:lnTo>
                    <a:pt x="1150528" y="95978"/>
                  </a:lnTo>
                  <a:lnTo>
                    <a:pt x="1148064" y="95978"/>
                  </a:lnTo>
                  <a:lnTo>
                    <a:pt x="1145600" y="95978"/>
                  </a:lnTo>
                  <a:lnTo>
                    <a:pt x="1143137" y="95978"/>
                  </a:lnTo>
                  <a:lnTo>
                    <a:pt x="1140673" y="95978"/>
                  </a:lnTo>
                  <a:lnTo>
                    <a:pt x="1138209" y="95978"/>
                  </a:lnTo>
                  <a:lnTo>
                    <a:pt x="1135746" y="95978"/>
                  </a:lnTo>
                  <a:lnTo>
                    <a:pt x="1133282" y="95978"/>
                  </a:lnTo>
                  <a:lnTo>
                    <a:pt x="1130818" y="95978"/>
                  </a:lnTo>
                  <a:lnTo>
                    <a:pt x="1128355" y="95978"/>
                  </a:lnTo>
                  <a:lnTo>
                    <a:pt x="1125891" y="95978"/>
                  </a:lnTo>
                  <a:lnTo>
                    <a:pt x="1123427" y="95978"/>
                  </a:lnTo>
                  <a:lnTo>
                    <a:pt x="1120964" y="95978"/>
                  </a:lnTo>
                  <a:lnTo>
                    <a:pt x="1118500" y="95978"/>
                  </a:lnTo>
                  <a:lnTo>
                    <a:pt x="1116036" y="95978"/>
                  </a:lnTo>
                  <a:lnTo>
                    <a:pt x="1113573" y="95978"/>
                  </a:lnTo>
                  <a:lnTo>
                    <a:pt x="1111109" y="95978"/>
                  </a:lnTo>
                  <a:lnTo>
                    <a:pt x="1108645" y="95978"/>
                  </a:lnTo>
                  <a:lnTo>
                    <a:pt x="1106182" y="95978"/>
                  </a:lnTo>
                  <a:lnTo>
                    <a:pt x="1103718" y="95978"/>
                  </a:lnTo>
                  <a:lnTo>
                    <a:pt x="1101254" y="95978"/>
                  </a:lnTo>
                  <a:lnTo>
                    <a:pt x="1098791" y="95978"/>
                  </a:lnTo>
                  <a:lnTo>
                    <a:pt x="1096327" y="95978"/>
                  </a:lnTo>
                  <a:lnTo>
                    <a:pt x="1093863" y="95978"/>
                  </a:lnTo>
                  <a:lnTo>
                    <a:pt x="1091400" y="95978"/>
                  </a:lnTo>
                  <a:lnTo>
                    <a:pt x="1088936" y="95978"/>
                  </a:lnTo>
                  <a:lnTo>
                    <a:pt x="1086472" y="95978"/>
                  </a:lnTo>
                  <a:lnTo>
                    <a:pt x="1084009" y="95978"/>
                  </a:lnTo>
                  <a:lnTo>
                    <a:pt x="1081545" y="95978"/>
                  </a:lnTo>
                  <a:lnTo>
                    <a:pt x="1079082" y="95978"/>
                  </a:lnTo>
                  <a:lnTo>
                    <a:pt x="1076618" y="95978"/>
                  </a:lnTo>
                  <a:lnTo>
                    <a:pt x="1074154" y="95978"/>
                  </a:lnTo>
                  <a:lnTo>
                    <a:pt x="1071691" y="95978"/>
                  </a:lnTo>
                  <a:lnTo>
                    <a:pt x="1069227" y="95978"/>
                  </a:lnTo>
                  <a:lnTo>
                    <a:pt x="1066763" y="95978"/>
                  </a:lnTo>
                  <a:lnTo>
                    <a:pt x="1064300" y="95978"/>
                  </a:lnTo>
                  <a:lnTo>
                    <a:pt x="1061836" y="95978"/>
                  </a:lnTo>
                  <a:lnTo>
                    <a:pt x="1059372" y="95978"/>
                  </a:lnTo>
                  <a:lnTo>
                    <a:pt x="1056909" y="95978"/>
                  </a:lnTo>
                  <a:lnTo>
                    <a:pt x="1054445" y="95978"/>
                  </a:lnTo>
                  <a:lnTo>
                    <a:pt x="1051981" y="95978"/>
                  </a:lnTo>
                  <a:lnTo>
                    <a:pt x="1049518" y="95978"/>
                  </a:lnTo>
                  <a:lnTo>
                    <a:pt x="1047054" y="95978"/>
                  </a:lnTo>
                  <a:lnTo>
                    <a:pt x="1044590" y="95978"/>
                  </a:lnTo>
                  <a:lnTo>
                    <a:pt x="1042127" y="95978"/>
                  </a:lnTo>
                  <a:lnTo>
                    <a:pt x="1039663" y="95978"/>
                  </a:lnTo>
                  <a:lnTo>
                    <a:pt x="1037199" y="95978"/>
                  </a:lnTo>
                  <a:lnTo>
                    <a:pt x="1034736" y="95978"/>
                  </a:lnTo>
                  <a:lnTo>
                    <a:pt x="1032272" y="95978"/>
                  </a:lnTo>
                  <a:lnTo>
                    <a:pt x="1029808" y="95978"/>
                  </a:lnTo>
                  <a:lnTo>
                    <a:pt x="1027345" y="95978"/>
                  </a:lnTo>
                  <a:lnTo>
                    <a:pt x="1024881" y="95978"/>
                  </a:lnTo>
                  <a:lnTo>
                    <a:pt x="1022417" y="95978"/>
                  </a:lnTo>
                  <a:lnTo>
                    <a:pt x="1019954" y="95978"/>
                  </a:lnTo>
                  <a:lnTo>
                    <a:pt x="1017490" y="95978"/>
                  </a:lnTo>
                  <a:lnTo>
                    <a:pt x="1015026" y="95978"/>
                  </a:lnTo>
                  <a:lnTo>
                    <a:pt x="1012563" y="95978"/>
                  </a:lnTo>
                  <a:lnTo>
                    <a:pt x="1010099" y="95978"/>
                  </a:lnTo>
                  <a:lnTo>
                    <a:pt x="1007635" y="95978"/>
                  </a:lnTo>
                  <a:lnTo>
                    <a:pt x="1005172" y="95978"/>
                  </a:lnTo>
                  <a:lnTo>
                    <a:pt x="1002708" y="95978"/>
                  </a:lnTo>
                  <a:lnTo>
                    <a:pt x="1000244" y="95978"/>
                  </a:lnTo>
                  <a:lnTo>
                    <a:pt x="997781" y="95978"/>
                  </a:lnTo>
                  <a:lnTo>
                    <a:pt x="995317" y="95978"/>
                  </a:lnTo>
                  <a:lnTo>
                    <a:pt x="992853" y="95978"/>
                  </a:lnTo>
                  <a:lnTo>
                    <a:pt x="990390" y="95978"/>
                  </a:lnTo>
                  <a:lnTo>
                    <a:pt x="987926" y="95978"/>
                  </a:lnTo>
                  <a:lnTo>
                    <a:pt x="985463" y="95978"/>
                  </a:lnTo>
                  <a:lnTo>
                    <a:pt x="982999" y="95978"/>
                  </a:lnTo>
                  <a:lnTo>
                    <a:pt x="980535" y="95978"/>
                  </a:lnTo>
                  <a:lnTo>
                    <a:pt x="978072" y="95978"/>
                  </a:lnTo>
                  <a:lnTo>
                    <a:pt x="975608" y="95978"/>
                  </a:lnTo>
                  <a:lnTo>
                    <a:pt x="973144" y="95978"/>
                  </a:lnTo>
                  <a:lnTo>
                    <a:pt x="970681" y="95978"/>
                  </a:lnTo>
                  <a:lnTo>
                    <a:pt x="968217" y="95978"/>
                  </a:lnTo>
                  <a:lnTo>
                    <a:pt x="965753" y="95978"/>
                  </a:lnTo>
                  <a:lnTo>
                    <a:pt x="963290" y="95978"/>
                  </a:lnTo>
                  <a:lnTo>
                    <a:pt x="960826" y="95978"/>
                  </a:lnTo>
                  <a:lnTo>
                    <a:pt x="958362" y="95978"/>
                  </a:lnTo>
                  <a:lnTo>
                    <a:pt x="955899" y="95978"/>
                  </a:lnTo>
                  <a:lnTo>
                    <a:pt x="953435" y="95978"/>
                  </a:lnTo>
                  <a:lnTo>
                    <a:pt x="950971" y="95978"/>
                  </a:lnTo>
                  <a:lnTo>
                    <a:pt x="948508" y="95978"/>
                  </a:lnTo>
                  <a:lnTo>
                    <a:pt x="946044" y="95978"/>
                  </a:lnTo>
                  <a:lnTo>
                    <a:pt x="943580" y="95978"/>
                  </a:lnTo>
                  <a:lnTo>
                    <a:pt x="941117" y="95978"/>
                  </a:lnTo>
                  <a:lnTo>
                    <a:pt x="938653" y="95978"/>
                  </a:lnTo>
                  <a:lnTo>
                    <a:pt x="936189" y="95978"/>
                  </a:lnTo>
                  <a:lnTo>
                    <a:pt x="933726" y="95978"/>
                  </a:lnTo>
                  <a:lnTo>
                    <a:pt x="931262" y="95978"/>
                  </a:lnTo>
                  <a:lnTo>
                    <a:pt x="928798" y="95978"/>
                  </a:lnTo>
                  <a:lnTo>
                    <a:pt x="926335" y="95978"/>
                  </a:lnTo>
                  <a:lnTo>
                    <a:pt x="923871" y="95978"/>
                  </a:lnTo>
                  <a:lnTo>
                    <a:pt x="921407" y="95978"/>
                  </a:lnTo>
                  <a:lnTo>
                    <a:pt x="918944" y="95978"/>
                  </a:lnTo>
                  <a:lnTo>
                    <a:pt x="916480" y="95978"/>
                  </a:lnTo>
                  <a:lnTo>
                    <a:pt x="914016" y="95978"/>
                  </a:lnTo>
                  <a:lnTo>
                    <a:pt x="911553" y="95978"/>
                  </a:lnTo>
                  <a:lnTo>
                    <a:pt x="909089" y="95978"/>
                  </a:lnTo>
                  <a:lnTo>
                    <a:pt x="906625" y="95978"/>
                  </a:lnTo>
                  <a:lnTo>
                    <a:pt x="904162" y="95978"/>
                  </a:lnTo>
                  <a:lnTo>
                    <a:pt x="901698" y="95978"/>
                  </a:lnTo>
                  <a:lnTo>
                    <a:pt x="899235" y="95978"/>
                  </a:lnTo>
                  <a:lnTo>
                    <a:pt x="896771" y="95978"/>
                  </a:lnTo>
                  <a:lnTo>
                    <a:pt x="894307" y="95978"/>
                  </a:lnTo>
                  <a:lnTo>
                    <a:pt x="891844" y="95978"/>
                  </a:lnTo>
                  <a:lnTo>
                    <a:pt x="889380" y="95978"/>
                  </a:lnTo>
                  <a:lnTo>
                    <a:pt x="886916" y="95978"/>
                  </a:lnTo>
                  <a:lnTo>
                    <a:pt x="884453" y="95978"/>
                  </a:lnTo>
                  <a:lnTo>
                    <a:pt x="881989" y="95978"/>
                  </a:lnTo>
                  <a:lnTo>
                    <a:pt x="879525" y="95978"/>
                  </a:lnTo>
                  <a:lnTo>
                    <a:pt x="877062" y="95978"/>
                  </a:lnTo>
                  <a:lnTo>
                    <a:pt x="874598" y="95978"/>
                  </a:lnTo>
                  <a:lnTo>
                    <a:pt x="872134" y="95978"/>
                  </a:lnTo>
                  <a:lnTo>
                    <a:pt x="869671" y="95978"/>
                  </a:lnTo>
                  <a:lnTo>
                    <a:pt x="867207" y="95978"/>
                  </a:lnTo>
                  <a:lnTo>
                    <a:pt x="864743" y="95978"/>
                  </a:lnTo>
                  <a:lnTo>
                    <a:pt x="862280" y="95978"/>
                  </a:lnTo>
                  <a:lnTo>
                    <a:pt x="859816" y="95978"/>
                  </a:lnTo>
                  <a:lnTo>
                    <a:pt x="857352" y="95978"/>
                  </a:lnTo>
                  <a:lnTo>
                    <a:pt x="854889" y="95978"/>
                  </a:lnTo>
                  <a:lnTo>
                    <a:pt x="852425" y="95978"/>
                  </a:lnTo>
                  <a:lnTo>
                    <a:pt x="849961" y="95978"/>
                  </a:lnTo>
                  <a:lnTo>
                    <a:pt x="847498" y="95978"/>
                  </a:lnTo>
                  <a:lnTo>
                    <a:pt x="845034" y="95978"/>
                  </a:lnTo>
                  <a:lnTo>
                    <a:pt x="842570" y="95978"/>
                  </a:lnTo>
                  <a:lnTo>
                    <a:pt x="840107" y="95978"/>
                  </a:lnTo>
                  <a:lnTo>
                    <a:pt x="837643" y="95978"/>
                  </a:lnTo>
                  <a:lnTo>
                    <a:pt x="835179" y="95978"/>
                  </a:lnTo>
                  <a:lnTo>
                    <a:pt x="832716" y="95978"/>
                  </a:lnTo>
                  <a:lnTo>
                    <a:pt x="830252" y="95978"/>
                  </a:lnTo>
                  <a:lnTo>
                    <a:pt x="827788" y="95978"/>
                  </a:lnTo>
                  <a:lnTo>
                    <a:pt x="825325" y="95978"/>
                  </a:lnTo>
                  <a:lnTo>
                    <a:pt x="822861" y="95978"/>
                  </a:lnTo>
                  <a:lnTo>
                    <a:pt x="820397" y="95978"/>
                  </a:lnTo>
                  <a:lnTo>
                    <a:pt x="817934" y="95978"/>
                  </a:lnTo>
                  <a:lnTo>
                    <a:pt x="815470" y="95978"/>
                  </a:lnTo>
                  <a:lnTo>
                    <a:pt x="813006" y="95978"/>
                  </a:lnTo>
                  <a:lnTo>
                    <a:pt x="810543" y="95978"/>
                  </a:lnTo>
                  <a:lnTo>
                    <a:pt x="808079" y="95978"/>
                  </a:lnTo>
                  <a:lnTo>
                    <a:pt x="805616" y="95978"/>
                  </a:lnTo>
                  <a:lnTo>
                    <a:pt x="803152" y="95978"/>
                  </a:lnTo>
                  <a:lnTo>
                    <a:pt x="800688" y="95978"/>
                  </a:lnTo>
                  <a:lnTo>
                    <a:pt x="798225" y="95978"/>
                  </a:lnTo>
                  <a:lnTo>
                    <a:pt x="795761" y="95978"/>
                  </a:lnTo>
                  <a:lnTo>
                    <a:pt x="793297" y="95978"/>
                  </a:lnTo>
                  <a:lnTo>
                    <a:pt x="790834" y="95978"/>
                  </a:lnTo>
                  <a:lnTo>
                    <a:pt x="788370" y="95978"/>
                  </a:lnTo>
                  <a:lnTo>
                    <a:pt x="785906" y="95978"/>
                  </a:lnTo>
                  <a:lnTo>
                    <a:pt x="783443" y="95978"/>
                  </a:lnTo>
                  <a:lnTo>
                    <a:pt x="780979" y="95978"/>
                  </a:lnTo>
                  <a:lnTo>
                    <a:pt x="778515" y="95978"/>
                  </a:lnTo>
                  <a:lnTo>
                    <a:pt x="776052" y="95978"/>
                  </a:lnTo>
                  <a:lnTo>
                    <a:pt x="773588" y="95978"/>
                  </a:lnTo>
                  <a:lnTo>
                    <a:pt x="771124" y="95978"/>
                  </a:lnTo>
                  <a:lnTo>
                    <a:pt x="768661" y="95978"/>
                  </a:lnTo>
                  <a:lnTo>
                    <a:pt x="766197" y="95978"/>
                  </a:lnTo>
                  <a:lnTo>
                    <a:pt x="763733" y="95978"/>
                  </a:lnTo>
                  <a:lnTo>
                    <a:pt x="761270" y="95978"/>
                  </a:lnTo>
                  <a:lnTo>
                    <a:pt x="758806" y="95978"/>
                  </a:lnTo>
                  <a:lnTo>
                    <a:pt x="756342" y="95978"/>
                  </a:lnTo>
                  <a:lnTo>
                    <a:pt x="753879" y="95978"/>
                  </a:lnTo>
                  <a:lnTo>
                    <a:pt x="751415" y="95978"/>
                  </a:lnTo>
                  <a:lnTo>
                    <a:pt x="748951" y="95978"/>
                  </a:lnTo>
                  <a:lnTo>
                    <a:pt x="746488" y="95978"/>
                  </a:lnTo>
                  <a:lnTo>
                    <a:pt x="744024" y="95978"/>
                  </a:lnTo>
                  <a:lnTo>
                    <a:pt x="741560" y="95978"/>
                  </a:lnTo>
                  <a:lnTo>
                    <a:pt x="739097" y="95978"/>
                  </a:lnTo>
                  <a:lnTo>
                    <a:pt x="736633" y="95978"/>
                  </a:lnTo>
                  <a:lnTo>
                    <a:pt x="734169" y="95978"/>
                  </a:lnTo>
                  <a:lnTo>
                    <a:pt x="731706" y="95978"/>
                  </a:lnTo>
                  <a:lnTo>
                    <a:pt x="729242" y="95978"/>
                  </a:lnTo>
                  <a:lnTo>
                    <a:pt x="726778" y="95978"/>
                  </a:lnTo>
                  <a:lnTo>
                    <a:pt x="724315" y="95978"/>
                  </a:lnTo>
                  <a:lnTo>
                    <a:pt x="721851" y="95978"/>
                  </a:lnTo>
                  <a:lnTo>
                    <a:pt x="719388" y="95978"/>
                  </a:lnTo>
                  <a:lnTo>
                    <a:pt x="716924" y="95978"/>
                  </a:lnTo>
                  <a:lnTo>
                    <a:pt x="714460" y="95978"/>
                  </a:lnTo>
                  <a:lnTo>
                    <a:pt x="711997" y="95978"/>
                  </a:lnTo>
                  <a:lnTo>
                    <a:pt x="709533" y="95978"/>
                  </a:lnTo>
                  <a:lnTo>
                    <a:pt x="707069" y="95978"/>
                  </a:lnTo>
                  <a:lnTo>
                    <a:pt x="704606" y="95978"/>
                  </a:lnTo>
                  <a:lnTo>
                    <a:pt x="702142" y="95978"/>
                  </a:lnTo>
                  <a:lnTo>
                    <a:pt x="699678" y="95978"/>
                  </a:lnTo>
                  <a:lnTo>
                    <a:pt x="697215" y="95978"/>
                  </a:lnTo>
                  <a:lnTo>
                    <a:pt x="694751" y="95978"/>
                  </a:lnTo>
                  <a:lnTo>
                    <a:pt x="692287" y="95978"/>
                  </a:lnTo>
                  <a:lnTo>
                    <a:pt x="689824" y="95978"/>
                  </a:lnTo>
                  <a:lnTo>
                    <a:pt x="687360" y="95978"/>
                  </a:lnTo>
                  <a:lnTo>
                    <a:pt x="684896" y="95978"/>
                  </a:lnTo>
                  <a:lnTo>
                    <a:pt x="682433" y="95978"/>
                  </a:lnTo>
                  <a:lnTo>
                    <a:pt x="679969" y="95978"/>
                  </a:lnTo>
                  <a:lnTo>
                    <a:pt x="677505" y="95978"/>
                  </a:lnTo>
                  <a:lnTo>
                    <a:pt x="675042" y="95978"/>
                  </a:lnTo>
                  <a:lnTo>
                    <a:pt x="672578" y="95978"/>
                  </a:lnTo>
                  <a:lnTo>
                    <a:pt x="670114" y="95978"/>
                  </a:lnTo>
                  <a:lnTo>
                    <a:pt x="667651" y="95978"/>
                  </a:lnTo>
                  <a:lnTo>
                    <a:pt x="665187" y="95978"/>
                  </a:lnTo>
                  <a:lnTo>
                    <a:pt x="662723" y="95978"/>
                  </a:lnTo>
                  <a:lnTo>
                    <a:pt x="660260" y="95978"/>
                  </a:lnTo>
                  <a:lnTo>
                    <a:pt x="657796" y="95978"/>
                  </a:lnTo>
                  <a:lnTo>
                    <a:pt x="655332" y="95978"/>
                  </a:lnTo>
                  <a:lnTo>
                    <a:pt x="652869" y="95978"/>
                  </a:lnTo>
                  <a:lnTo>
                    <a:pt x="650405" y="95978"/>
                  </a:lnTo>
                  <a:lnTo>
                    <a:pt x="647941" y="95978"/>
                  </a:lnTo>
                  <a:lnTo>
                    <a:pt x="645478" y="95978"/>
                  </a:lnTo>
                  <a:lnTo>
                    <a:pt x="643014" y="95978"/>
                  </a:lnTo>
                  <a:lnTo>
                    <a:pt x="640550" y="95978"/>
                  </a:lnTo>
                  <a:lnTo>
                    <a:pt x="638087" y="95978"/>
                  </a:lnTo>
                  <a:lnTo>
                    <a:pt x="635623" y="95978"/>
                  </a:lnTo>
                  <a:lnTo>
                    <a:pt x="633159" y="95978"/>
                  </a:lnTo>
                  <a:lnTo>
                    <a:pt x="630696" y="95978"/>
                  </a:lnTo>
                  <a:lnTo>
                    <a:pt x="628232" y="95978"/>
                  </a:lnTo>
                  <a:lnTo>
                    <a:pt x="625769" y="95978"/>
                  </a:lnTo>
                  <a:lnTo>
                    <a:pt x="623305" y="95978"/>
                  </a:lnTo>
                  <a:lnTo>
                    <a:pt x="620841" y="95978"/>
                  </a:lnTo>
                  <a:lnTo>
                    <a:pt x="618378" y="95978"/>
                  </a:lnTo>
                  <a:lnTo>
                    <a:pt x="615914" y="95978"/>
                  </a:lnTo>
                  <a:lnTo>
                    <a:pt x="613450" y="95978"/>
                  </a:lnTo>
                  <a:lnTo>
                    <a:pt x="610987" y="95978"/>
                  </a:lnTo>
                  <a:lnTo>
                    <a:pt x="608523" y="95978"/>
                  </a:lnTo>
                  <a:lnTo>
                    <a:pt x="606059" y="95978"/>
                  </a:lnTo>
                  <a:lnTo>
                    <a:pt x="603596" y="95978"/>
                  </a:lnTo>
                  <a:lnTo>
                    <a:pt x="601132" y="95978"/>
                  </a:lnTo>
                  <a:lnTo>
                    <a:pt x="598668" y="95978"/>
                  </a:lnTo>
                  <a:lnTo>
                    <a:pt x="596205" y="95978"/>
                  </a:lnTo>
                  <a:lnTo>
                    <a:pt x="593741" y="95978"/>
                  </a:lnTo>
                  <a:lnTo>
                    <a:pt x="591277" y="95978"/>
                  </a:lnTo>
                  <a:lnTo>
                    <a:pt x="588814" y="95978"/>
                  </a:lnTo>
                  <a:lnTo>
                    <a:pt x="586350" y="95978"/>
                  </a:lnTo>
                  <a:lnTo>
                    <a:pt x="583886" y="95978"/>
                  </a:lnTo>
                  <a:lnTo>
                    <a:pt x="581423" y="95978"/>
                  </a:lnTo>
                  <a:lnTo>
                    <a:pt x="578959" y="95978"/>
                  </a:lnTo>
                  <a:lnTo>
                    <a:pt x="576495" y="95978"/>
                  </a:lnTo>
                  <a:lnTo>
                    <a:pt x="574032" y="95978"/>
                  </a:lnTo>
                  <a:lnTo>
                    <a:pt x="571568" y="95978"/>
                  </a:lnTo>
                  <a:lnTo>
                    <a:pt x="569104" y="95978"/>
                  </a:lnTo>
                  <a:lnTo>
                    <a:pt x="566641" y="95978"/>
                  </a:lnTo>
                  <a:lnTo>
                    <a:pt x="564177" y="95978"/>
                  </a:lnTo>
                  <a:lnTo>
                    <a:pt x="561713" y="95978"/>
                  </a:lnTo>
                  <a:lnTo>
                    <a:pt x="559250" y="95978"/>
                  </a:lnTo>
                  <a:lnTo>
                    <a:pt x="556786" y="95978"/>
                  </a:lnTo>
                  <a:lnTo>
                    <a:pt x="554322" y="95978"/>
                  </a:lnTo>
                  <a:lnTo>
                    <a:pt x="551859" y="95978"/>
                  </a:lnTo>
                  <a:lnTo>
                    <a:pt x="549395" y="95978"/>
                  </a:lnTo>
                  <a:lnTo>
                    <a:pt x="546931" y="95978"/>
                  </a:lnTo>
                  <a:lnTo>
                    <a:pt x="544468" y="95978"/>
                  </a:lnTo>
                  <a:lnTo>
                    <a:pt x="542004" y="95978"/>
                  </a:lnTo>
                  <a:lnTo>
                    <a:pt x="539541" y="95978"/>
                  </a:lnTo>
                  <a:lnTo>
                    <a:pt x="537077" y="95978"/>
                  </a:lnTo>
                  <a:lnTo>
                    <a:pt x="534613" y="95978"/>
                  </a:lnTo>
                  <a:lnTo>
                    <a:pt x="532150" y="95978"/>
                  </a:lnTo>
                  <a:lnTo>
                    <a:pt x="529686" y="95978"/>
                  </a:lnTo>
                  <a:lnTo>
                    <a:pt x="527222" y="95978"/>
                  </a:lnTo>
                  <a:lnTo>
                    <a:pt x="524759" y="95978"/>
                  </a:lnTo>
                  <a:lnTo>
                    <a:pt x="522295" y="95978"/>
                  </a:lnTo>
                  <a:lnTo>
                    <a:pt x="519831" y="95978"/>
                  </a:lnTo>
                  <a:lnTo>
                    <a:pt x="517368" y="95978"/>
                  </a:lnTo>
                  <a:lnTo>
                    <a:pt x="514904" y="95978"/>
                  </a:lnTo>
                  <a:lnTo>
                    <a:pt x="512440" y="95978"/>
                  </a:lnTo>
                  <a:lnTo>
                    <a:pt x="509977" y="95978"/>
                  </a:lnTo>
                  <a:lnTo>
                    <a:pt x="507513" y="95978"/>
                  </a:lnTo>
                  <a:lnTo>
                    <a:pt x="505049" y="95978"/>
                  </a:lnTo>
                  <a:lnTo>
                    <a:pt x="502586" y="95978"/>
                  </a:lnTo>
                  <a:lnTo>
                    <a:pt x="500122" y="95978"/>
                  </a:lnTo>
                  <a:lnTo>
                    <a:pt x="497658" y="95978"/>
                  </a:lnTo>
                  <a:lnTo>
                    <a:pt x="495195" y="95978"/>
                  </a:lnTo>
                  <a:lnTo>
                    <a:pt x="492731" y="95978"/>
                  </a:lnTo>
                  <a:lnTo>
                    <a:pt x="490267" y="95978"/>
                  </a:lnTo>
                  <a:lnTo>
                    <a:pt x="487804" y="95978"/>
                  </a:lnTo>
                  <a:lnTo>
                    <a:pt x="485340" y="95978"/>
                  </a:lnTo>
                  <a:lnTo>
                    <a:pt x="482876" y="95978"/>
                  </a:lnTo>
                  <a:lnTo>
                    <a:pt x="480413" y="95978"/>
                  </a:lnTo>
                  <a:lnTo>
                    <a:pt x="477949" y="95978"/>
                  </a:lnTo>
                  <a:lnTo>
                    <a:pt x="475485" y="95978"/>
                  </a:lnTo>
                  <a:lnTo>
                    <a:pt x="473022" y="95978"/>
                  </a:lnTo>
                  <a:lnTo>
                    <a:pt x="470558" y="95978"/>
                  </a:lnTo>
                  <a:lnTo>
                    <a:pt x="468094" y="95978"/>
                  </a:lnTo>
                  <a:lnTo>
                    <a:pt x="465631" y="95978"/>
                  </a:lnTo>
                  <a:lnTo>
                    <a:pt x="463167" y="95978"/>
                  </a:lnTo>
                  <a:lnTo>
                    <a:pt x="460703" y="95978"/>
                  </a:lnTo>
                  <a:lnTo>
                    <a:pt x="458240" y="95978"/>
                  </a:lnTo>
                  <a:lnTo>
                    <a:pt x="455776" y="95978"/>
                  </a:lnTo>
                  <a:lnTo>
                    <a:pt x="453312" y="95978"/>
                  </a:lnTo>
                  <a:lnTo>
                    <a:pt x="450849" y="95978"/>
                  </a:lnTo>
                  <a:lnTo>
                    <a:pt x="448385" y="95978"/>
                  </a:lnTo>
                  <a:lnTo>
                    <a:pt x="445922" y="95978"/>
                  </a:lnTo>
                  <a:lnTo>
                    <a:pt x="443458" y="95978"/>
                  </a:lnTo>
                  <a:lnTo>
                    <a:pt x="440994" y="95978"/>
                  </a:lnTo>
                  <a:lnTo>
                    <a:pt x="438531" y="95978"/>
                  </a:lnTo>
                  <a:lnTo>
                    <a:pt x="436067" y="95978"/>
                  </a:lnTo>
                  <a:lnTo>
                    <a:pt x="433603" y="95978"/>
                  </a:lnTo>
                  <a:lnTo>
                    <a:pt x="431140" y="95978"/>
                  </a:lnTo>
                  <a:lnTo>
                    <a:pt x="428676" y="95978"/>
                  </a:lnTo>
                  <a:lnTo>
                    <a:pt x="426212" y="95978"/>
                  </a:lnTo>
                  <a:lnTo>
                    <a:pt x="423749" y="95978"/>
                  </a:lnTo>
                  <a:lnTo>
                    <a:pt x="421285" y="95978"/>
                  </a:lnTo>
                  <a:lnTo>
                    <a:pt x="418821" y="95978"/>
                  </a:lnTo>
                  <a:lnTo>
                    <a:pt x="416358" y="95978"/>
                  </a:lnTo>
                  <a:lnTo>
                    <a:pt x="413894" y="95978"/>
                  </a:lnTo>
                  <a:lnTo>
                    <a:pt x="411430" y="95978"/>
                  </a:lnTo>
                  <a:lnTo>
                    <a:pt x="408967" y="95978"/>
                  </a:lnTo>
                  <a:lnTo>
                    <a:pt x="406503" y="95978"/>
                  </a:lnTo>
                  <a:lnTo>
                    <a:pt x="404039" y="95978"/>
                  </a:lnTo>
                  <a:lnTo>
                    <a:pt x="401576" y="95978"/>
                  </a:lnTo>
                  <a:lnTo>
                    <a:pt x="399112" y="95978"/>
                  </a:lnTo>
                  <a:lnTo>
                    <a:pt x="396648" y="95978"/>
                  </a:lnTo>
                  <a:lnTo>
                    <a:pt x="394185" y="95978"/>
                  </a:lnTo>
                  <a:lnTo>
                    <a:pt x="391721" y="95978"/>
                  </a:lnTo>
                  <a:lnTo>
                    <a:pt x="389257" y="95978"/>
                  </a:lnTo>
                  <a:lnTo>
                    <a:pt x="386794" y="95978"/>
                  </a:lnTo>
                  <a:lnTo>
                    <a:pt x="384330" y="95978"/>
                  </a:lnTo>
                  <a:lnTo>
                    <a:pt x="381866" y="95978"/>
                  </a:lnTo>
                  <a:lnTo>
                    <a:pt x="379403" y="95978"/>
                  </a:lnTo>
                  <a:lnTo>
                    <a:pt x="376939" y="95978"/>
                  </a:lnTo>
                  <a:lnTo>
                    <a:pt x="374475" y="95978"/>
                  </a:lnTo>
                  <a:lnTo>
                    <a:pt x="372012" y="95978"/>
                  </a:lnTo>
                  <a:lnTo>
                    <a:pt x="369548" y="95978"/>
                  </a:lnTo>
                  <a:lnTo>
                    <a:pt x="367084" y="95978"/>
                  </a:lnTo>
                  <a:lnTo>
                    <a:pt x="364621" y="95978"/>
                  </a:lnTo>
                  <a:lnTo>
                    <a:pt x="362157" y="95978"/>
                  </a:lnTo>
                  <a:lnTo>
                    <a:pt x="359694" y="95978"/>
                  </a:lnTo>
                  <a:lnTo>
                    <a:pt x="357230" y="95978"/>
                  </a:lnTo>
                  <a:lnTo>
                    <a:pt x="354766" y="95978"/>
                  </a:lnTo>
                  <a:lnTo>
                    <a:pt x="352303" y="95978"/>
                  </a:lnTo>
                  <a:lnTo>
                    <a:pt x="349839" y="95978"/>
                  </a:lnTo>
                  <a:lnTo>
                    <a:pt x="347375" y="95978"/>
                  </a:lnTo>
                  <a:lnTo>
                    <a:pt x="344912" y="95978"/>
                  </a:lnTo>
                  <a:lnTo>
                    <a:pt x="342448" y="95978"/>
                  </a:lnTo>
                  <a:lnTo>
                    <a:pt x="339984" y="95978"/>
                  </a:lnTo>
                  <a:lnTo>
                    <a:pt x="337521" y="95978"/>
                  </a:lnTo>
                  <a:lnTo>
                    <a:pt x="335057" y="95978"/>
                  </a:lnTo>
                  <a:lnTo>
                    <a:pt x="332593" y="95978"/>
                  </a:lnTo>
                  <a:lnTo>
                    <a:pt x="330130" y="95978"/>
                  </a:lnTo>
                  <a:lnTo>
                    <a:pt x="327666" y="95978"/>
                  </a:lnTo>
                  <a:lnTo>
                    <a:pt x="325202" y="95978"/>
                  </a:lnTo>
                  <a:lnTo>
                    <a:pt x="322739" y="95978"/>
                  </a:lnTo>
                  <a:lnTo>
                    <a:pt x="320275" y="95978"/>
                  </a:lnTo>
                  <a:lnTo>
                    <a:pt x="317811" y="95978"/>
                  </a:lnTo>
                  <a:lnTo>
                    <a:pt x="315348" y="95978"/>
                  </a:lnTo>
                  <a:lnTo>
                    <a:pt x="312884" y="95978"/>
                  </a:lnTo>
                  <a:lnTo>
                    <a:pt x="310420" y="95978"/>
                  </a:lnTo>
                  <a:lnTo>
                    <a:pt x="307957" y="95978"/>
                  </a:lnTo>
                  <a:lnTo>
                    <a:pt x="305493" y="95978"/>
                  </a:lnTo>
                  <a:lnTo>
                    <a:pt x="303029" y="95978"/>
                  </a:lnTo>
                  <a:lnTo>
                    <a:pt x="300566" y="95978"/>
                  </a:lnTo>
                  <a:lnTo>
                    <a:pt x="298102" y="95978"/>
                  </a:lnTo>
                  <a:lnTo>
                    <a:pt x="295638" y="95978"/>
                  </a:lnTo>
                  <a:lnTo>
                    <a:pt x="293175" y="95978"/>
                  </a:lnTo>
                  <a:lnTo>
                    <a:pt x="290711" y="95978"/>
                  </a:lnTo>
                  <a:lnTo>
                    <a:pt x="288247" y="95978"/>
                  </a:lnTo>
                  <a:lnTo>
                    <a:pt x="285784" y="95978"/>
                  </a:lnTo>
                  <a:lnTo>
                    <a:pt x="283320" y="95978"/>
                  </a:lnTo>
                  <a:lnTo>
                    <a:pt x="280856" y="95978"/>
                  </a:lnTo>
                  <a:lnTo>
                    <a:pt x="278393" y="95978"/>
                  </a:lnTo>
                  <a:lnTo>
                    <a:pt x="275929" y="95978"/>
                  </a:lnTo>
                  <a:lnTo>
                    <a:pt x="273465" y="95978"/>
                  </a:lnTo>
                  <a:lnTo>
                    <a:pt x="271002" y="95978"/>
                  </a:lnTo>
                  <a:lnTo>
                    <a:pt x="268538" y="95978"/>
                  </a:lnTo>
                  <a:lnTo>
                    <a:pt x="266075" y="95978"/>
                  </a:lnTo>
                  <a:lnTo>
                    <a:pt x="263611" y="95978"/>
                  </a:lnTo>
                  <a:lnTo>
                    <a:pt x="261147" y="95978"/>
                  </a:lnTo>
                  <a:lnTo>
                    <a:pt x="258684" y="95978"/>
                  </a:lnTo>
                  <a:lnTo>
                    <a:pt x="256220" y="95978"/>
                  </a:lnTo>
                  <a:lnTo>
                    <a:pt x="253756" y="95978"/>
                  </a:lnTo>
                  <a:lnTo>
                    <a:pt x="251293" y="95978"/>
                  </a:lnTo>
                  <a:lnTo>
                    <a:pt x="248829" y="95978"/>
                  </a:lnTo>
                  <a:lnTo>
                    <a:pt x="246365" y="95978"/>
                  </a:lnTo>
                  <a:lnTo>
                    <a:pt x="243902" y="95978"/>
                  </a:lnTo>
                  <a:lnTo>
                    <a:pt x="241438" y="95978"/>
                  </a:lnTo>
                  <a:lnTo>
                    <a:pt x="238974" y="95978"/>
                  </a:lnTo>
                  <a:lnTo>
                    <a:pt x="236511" y="95978"/>
                  </a:lnTo>
                  <a:lnTo>
                    <a:pt x="234047" y="95978"/>
                  </a:lnTo>
                  <a:lnTo>
                    <a:pt x="231583" y="95978"/>
                  </a:lnTo>
                  <a:lnTo>
                    <a:pt x="229120" y="95978"/>
                  </a:lnTo>
                  <a:lnTo>
                    <a:pt x="226656" y="95978"/>
                  </a:lnTo>
                  <a:lnTo>
                    <a:pt x="224192" y="95978"/>
                  </a:lnTo>
                  <a:lnTo>
                    <a:pt x="221729" y="95978"/>
                  </a:lnTo>
                  <a:lnTo>
                    <a:pt x="219265" y="95978"/>
                  </a:lnTo>
                  <a:lnTo>
                    <a:pt x="216801" y="95978"/>
                  </a:lnTo>
                  <a:lnTo>
                    <a:pt x="214338" y="95978"/>
                  </a:lnTo>
                  <a:lnTo>
                    <a:pt x="211874" y="95978"/>
                  </a:lnTo>
                  <a:lnTo>
                    <a:pt x="209410" y="95978"/>
                  </a:lnTo>
                  <a:lnTo>
                    <a:pt x="206947" y="95978"/>
                  </a:lnTo>
                  <a:lnTo>
                    <a:pt x="204483" y="95978"/>
                  </a:lnTo>
                  <a:lnTo>
                    <a:pt x="202019" y="95978"/>
                  </a:lnTo>
                  <a:lnTo>
                    <a:pt x="199556" y="95978"/>
                  </a:lnTo>
                  <a:lnTo>
                    <a:pt x="197092" y="95978"/>
                  </a:lnTo>
                  <a:lnTo>
                    <a:pt x="194628" y="95978"/>
                  </a:lnTo>
                  <a:lnTo>
                    <a:pt x="192165" y="95978"/>
                  </a:lnTo>
                  <a:lnTo>
                    <a:pt x="189701" y="95978"/>
                  </a:lnTo>
                  <a:lnTo>
                    <a:pt x="187237" y="95978"/>
                  </a:lnTo>
                  <a:lnTo>
                    <a:pt x="184774" y="95978"/>
                  </a:lnTo>
                  <a:lnTo>
                    <a:pt x="182310" y="95978"/>
                  </a:lnTo>
                  <a:lnTo>
                    <a:pt x="179847" y="95978"/>
                  </a:lnTo>
                  <a:lnTo>
                    <a:pt x="177383" y="95978"/>
                  </a:lnTo>
                  <a:lnTo>
                    <a:pt x="174919" y="95978"/>
                  </a:lnTo>
                  <a:lnTo>
                    <a:pt x="172456" y="95978"/>
                  </a:lnTo>
                  <a:lnTo>
                    <a:pt x="169992" y="95978"/>
                  </a:lnTo>
                  <a:lnTo>
                    <a:pt x="167528" y="95978"/>
                  </a:lnTo>
                  <a:lnTo>
                    <a:pt x="165065" y="95978"/>
                  </a:lnTo>
                  <a:lnTo>
                    <a:pt x="162601" y="95978"/>
                  </a:lnTo>
                  <a:lnTo>
                    <a:pt x="160137" y="95978"/>
                  </a:lnTo>
                  <a:lnTo>
                    <a:pt x="157674" y="95978"/>
                  </a:lnTo>
                  <a:lnTo>
                    <a:pt x="155210" y="95978"/>
                  </a:lnTo>
                  <a:lnTo>
                    <a:pt x="152746" y="95978"/>
                  </a:lnTo>
                  <a:lnTo>
                    <a:pt x="150283" y="95978"/>
                  </a:lnTo>
                  <a:lnTo>
                    <a:pt x="147819" y="95978"/>
                  </a:lnTo>
                  <a:lnTo>
                    <a:pt x="145355" y="95978"/>
                  </a:lnTo>
                  <a:lnTo>
                    <a:pt x="142892" y="95978"/>
                  </a:lnTo>
                  <a:lnTo>
                    <a:pt x="140428" y="95978"/>
                  </a:lnTo>
                  <a:lnTo>
                    <a:pt x="137964" y="95978"/>
                  </a:lnTo>
                  <a:lnTo>
                    <a:pt x="135501" y="95978"/>
                  </a:lnTo>
                  <a:lnTo>
                    <a:pt x="133037" y="95978"/>
                  </a:lnTo>
                  <a:lnTo>
                    <a:pt x="130573" y="95978"/>
                  </a:lnTo>
                  <a:lnTo>
                    <a:pt x="128110" y="95978"/>
                  </a:lnTo>
                  <a:lnTo>
                    <a:pt x="125646" y="95978"/>
                  </a:lnTo>
                  <a:lnTo>
                    <a:pt x="123182" y="95978"/>
                  </a:lnTo>
                  <a:lnTo>
                    <a:pt x="120719" y="95978"/>
                  </a:lnTo>
                  <a:lnTo>
                    <a:pt x="118255" y="95978"/>
                  </a:lnTo>
                  <a:lnTo>
                    <a:pt x="115791" y="95978"/>
                  </a:lnTo>
                  <a:lnTo>
                    <a:pt x="113328" y="95978"/>
                  </a:lnTo>
                  <a:lnTo>
                    <a:pt x="110864" y="95978"/>
                  </a:lnTo>
                  <a:lnTo>
                    <a:pt x="108400" y="95978"/>
                  </a:lnTo>
                  <a:lnTo>
                    <a:pt x="105937" y="95978"/>
                  </a:lnTo>
                  <a:lnTo>
                    <a:pt x="103473" y="95978"/>
                  </a:lnTo>
                  <a:lnTo>
                    <a:pt x="101009" y="95978"/>
                  </a:lnTo>
                  <a:lnTo>
                    <a:pt x="98546" y="95978"/>
                  </a:lnTo>
                  <a:lnTo>
                    <a:pt x="96082" y="95978"/>
                  </a:lnTo>
                  <a:lnTo>
                    <a:pt x="93618" y="95978"/>
                  </a:lnTo>
                  <a:lnTo>
                    <a:pt x="91155" y="95978"/>
                  </a:lnTo>
                  <a:lnTo>
                    <a:pt x="88691" y="95978"/>
                  </a:lnTo>
                  <a:lnTo>
                    <a:pt x="86228" y="95978"/>
                  </a:lnTo>
                  <a:lnTo>
                    <a:pt x="83764" y="95978"/>
                  </a:lnTo>
                  <a:lnTo>
                    <a:pt x="81300" y="95978"/>
                  </a:lnTo>
                  <a:lnTo>
                    <a:pt x="78837" y="95978"/>
                  </a:lnTo>
                  <a:lnTo>
                    <a:pt x="76373" y="95978"/>
                  </a:lnTo>
                  <a:lnTo>
                    <a:pt x="73909" y="95978"/>
                  </a:lnTo>
                  <a:lnTo>
                    <a:pt x="71446" y="95978"/>
                  </a:lnTo>
                  <a:lnTo>
                    <a:pt x="68982" y="95978"/>
                  </a:lnTo>
                  <a:lnTo>
                    <a:pt x="66518" y="95978"/>
                  </a:lnTo>
                  <a:lnTo>
                    <a:pt x="64055" y="95978"/>
                  </a:lnTo>
                  <a:lnTo>
                    <a:pt x="61591" y="95978"/>
                  </a:lnTo>
                  <a:lnTo>
                    <a:pt x="59127" y="95978"/>
                  </a:lnTo>
                  <a:lnTo>
                    <a:pt x="56664" y="95978"/>
                  </a:lnTo>
                  <a:lnTo>
                    <a:pt x="54200" y="95978"/>
                  </a:lnTo>
                  <a:lnTo>
                    <a:pt x="51736" y="95978"/>
                  </a:lnTo>
                  <a:lnTo>
                    <a:pt x="49273" y="95978"/>
                  </a:lnTo>
                  <a:lnTo>
                    <a:pt x="46809" y="95978"/>
                  </a:lnTo>
                  <a:lnTo>
                    <a:pt x="44345" y="95978"/>
                  </a:lnTo>
                  <a:lnTo>
                    <a:pt x="41882" y="95978"/>
                  </a:lnTo>
                  <a:lnTo>
                    <a:pt x="39418" y="95978"/>
                  </a:lnTo>
                  <a:lnTo>
                    <a:pt x="36954" y="95978"/>
                  </a:lnTo>
                  <a:lnTo>
                    <a:pt x="34491" y="95978"/>
                  </a:lnTo>
                  <a:lnTo>
                    <a:pt x="32027" y="95978"/>
                  </a:lnTo>
                  <a:lnTo>
                    <a:pt x="29563" y="95978"/>
                  </a:lnTo>
                  <a:lnTo>
                    <a:pt x="27100" y="95978"/>
                  </a:lnTo>
                  <a:lnTo>
                    <a:pt x="24636" y="95978"/>
                  </a:lnTo>
                  <a:lnTo>
                    <a:pt x="22172" y="95978"/>
                  </a:lnTo>
                  <a:lnTo>
                    <a:pt x="19709" y="95978"/>
                  </a:lnTo>
                  <a:lnTo>
                    <a:pt x="17245" y="95978"/>
                  </a:lnTo>
                  <a:lnTo>
                    <a:pt x="14781" y="95978"/>
                  </a:lnTo>
                  <a:lnTo>
                    <a:pt x="12318" y="95978"/>
                  </a:lnTo>
                  <a:lnTo>
                    <a:pt x="9854" y="95978"/>
                  </a:lnTo>
                  <a:lnTo>
                    <a:pt x="7390" y="95978"/>
                  </a:lnTo>
                  <a:lnTo>
                    <a:pt x="4927" y="95978"/>
                  </a:lnTo>
                  <a:lnTo>
                    <a:pt x="2463" y="9597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433616" y="4043864"/>
              <a:ext cx="1258929" cy="95917"/>
            </a:xfrm>
            <a:custGeom>
              <a:avLst/>
              <a:pathLst>
                <a:path w="1258929" h="95917">
                  <a:moveTo>
                    <a:pt x="0" y="95917"/>
                  </a:moveTo>
                  <a:lnTo>
                    <a:pt x="2463" y="95912"/>
                  </a:lnTo>
                  <a:lnTo>
                    <a:pt x="4927" y="95908"/>
                  </a:lnTo>
                  <a:lnTo>
                    <a:pt x="7390" y="95903"/>
                  </a:lnTo>
                  <a:lnTo>
                    <a:pt x="9854" y="95898"/>
                  </a:lnTo>
                  <a:lnTo>
                    <a:pt x="12318" y="95893"/>
                  </a:lnTo>
                  <a:lnTo>
                    <a:pt x="14781" y="95887"/>
                  </a:lnTo>
                  <a:lnTo>
                    <a:pt x="17245" y="95881"/>
                  </a:lnTo>
                  <a:lnTo>
                    <a:pt x="19709" y="95875"/>
                  </a:lnTo>
                  <a:lnTo>
                    <a:pt x="22172" y="95868"/>
                  </a:lnTo>
                  <a:lnTo>
                    <a:pt x="24636" y="95861"/>
                  </a:lnTo>
                  <a:lnTo>
                    <a:pt x="27100" y="95854"/>
                  </a:lnTo>
                  <a:lnTo>
                    <a:pt x="29563" y="95846"/>
                  </a:lnTo>
                  <a:lnTo>
                    <a:pt x="32027" y="95837"/>
                  </a:lnTo>
                  <a:lnTo>
                    <a:pt x="34491" y="95829"/>
                  </a:lnTo>
                  <a:lnTo>
                    <a:pt x="36954" y="95820"/>
                  </a:lnTo>
                  <a:lnTo>
                    <a:pt x="39418" y="95810"/>
                  </a:lnTo>
                  <a:lnTo>
                    <a:pt x="41882" y="95800"/>
                  </a:lnTo>
                  <a:lnTo>
                    <a:pt x="44345" y="95789"/>
                  </a:lnTo>
                  <a:lnTo>
                    <a:pt x="46809" y="95778"/>
                  </a:lnTo>
                  <a:lnTo>
                    <a:pt x="49273" y="95766"/>
                  </a:lnTo>
                  <a:lnTo>
                    <a:pt x="51736" y="95754"/>
                  </a:lnTo>
                  <a:lnTo>
                    <a:pt x="54200" y="95741"/>
                  </a:lnTo>
                  <a:lnTo>
                    <a:pt x="56664" y="95727"/>
                  </a:lnTo>
                  <a:lnTo>
                    <a:pt x="59127" y="95713"/>
                  </a:lnTo>
                  <a:lnTo>
                    <a:pt x="61591" y="95698"/>
                  </a:lnTo>
                  <a:lnTo>
                    <a:pt x="64055" y="95682"/>
                  </a:lnTo>
                  <a:lnTo>
                    <a:pt x="66518" y="95665"/>
                  </a:lnTo>
                  <a:lnTo>
                    <a:pt x="68982" y="95648"/>
                  </a:lnTo>
                  <a:lnTo>
                    <a:pt x="71446" y="95630"/>
                  </a:lnTo>
                  <a:lnTo>
                    <a:pt x="73909" y="95611"/>
                  </a:lnTo>
                  <a:lnTo>
                    <a:pt x="76373" y="95592"/>
                  </a:lnTo>
                  <a:lnTo>
                    <a:pt x="78837" y="95571"/>
                  </a:lnTo>
                  <a:lnTo>
                    <a:pt x="81300" y="95549"/>
                  </a:lnTo>
                  <a:lnTo>
                    <a:pt x="83764" y="95527"/>
                  </a:lnTo>
                  <a:lnTo>
                    <a:pt x="86228" y="95504"/>
                  </a:lnTo>
                  <a:lnTo>
                    <a:pt x="88691" y="95479"/>
                  </a:lnTo>
                  <a:lnTo>
                    <a:pt x="91155" y="95454"/>
                  </a:lnTo>
                  <a:lnTo>
                    <a:pt x="93618" y="95427"/>
                  </a:lnTo>
                  <a:lnTo>
                    <a:pt x="96082" y="95400"/>
                  </a:lnTo>
                  <a:lnTo>
                    <a:pt x="98546" y="95371"/>
                  </a:lnTo>
                  <a:lnTo>
                    <a:pt x="101009" y="95341"/>
                  </a:lnTo>
                  <a:lnTo>
                    <a:pt x="103473" y="95310"/>
                  </a:lnTo>
                  <a:lnTo>
                    <a:pt x="105937" y="95278"/>
                  </a:lnTo>
                  <a:lnTo>
                    <a:pt x="108400" y="95244"/>
                  </a:lnTo>
                  <a:lnTo>
                    <a:pt x="110864" y="95209"/>
                  </a:lnTo>
                  <a:lnTo>
                    <a:pt x="113328" y="95173"/>
                  </a:lnTo>
                  <a:lnTo>
                    <a:pt x="115791" y="95136"/>
                  </a:lnTo>
                  <a:lnTo>
                    <a:pt x="118255" y="95097"/>
                  </a:lnTo>
                  <a:lnTo>
                    <a:pt x="120719" y="95057"/>
                  </a:lnTo>
                  <a:lnTo>
                    <a:pt x="123182" y="95015"/>
                  </a:lnTo>
                  <a:lnTo>
                    <a:pt x="125646" y="94972"/>
                  </a:lnTo>
                  <a:lnTo>
                    <a:pt x="128110" y="94928"/>
                  </a:lnTo>
                  <a:lnTo>
                    <a:pt x="130573" y="94882"/>
                  </a:lnTo>
                  <a:lnTo>
                    <a:pt x="133037" y="94835"/>
                  </a:lnTo>
                  <a:lnTo>
                    <a:pt x="135501" y="94785"/>
                  </a:lnTo>
                  <a:lnTo>
                    <a:pt x="137964" y="94735"/>
                  </a:lnTo>
                  <a:lnTo>
                    <a:pt x="140428" y="94683"/>
                  </a:lnTo>
                  <a:lnTo>
                    <a:pt x="142892" y="94629"/>
                  </a:lnTo>
                  <a:lnTo>
                    <a:pt x="145355" y="94573"/>
                  </a:lnTo>
                  <a:lnTo>
                    <a:pt x="147819" y="94517"/>
                  </a:lnTo>
                  <a:lnTo>
                    <a:pt x="150283" y="94458"/>
                  </a:lnTo>
                  <a:lnTo>
                    <a:pt x="152746" y="94398"/>
                  </a:lnTo>
                  <a:lnTo>
                    <a:pt x="155210" y="94336"/>
                  </a:lnTo>
                  <a:lnTo>
                    <a:pt x="157674" y="94272"/>
                  </a:lnTo>
                  <a:lnTo>
                    <a:pt x="160137" y="94207"/>
                  </a:lnTo>
                  <a:lnTo>
                    <a:pt x="162601" y="94140"/>
                  </a:lnTo>
                  <a:lnTo>
                    <a:pt x="165065" y="94071"/>
                  </a:lnTo>
                  <a:lnTo>
                    <a:pt x="167528" y="94001"/>
                  </a:lnTo>
                  <a:lnTo>
                    <a:pt x="169992" y="93929"/>
                  </a:lnTo>
                  <a:lnTo>
                    <a:pt x="172456" y="93855"/>
                  </a:lnTo>
                  <a:lnTo>
                    <a:pt x="174919" y="93780"/>
                  </a:lnTo>
                  <a:lnTo>
                    <a:pt x="177383" y="93703"/>
                  </a:lnTo>
                  <a:lnTo>
                    <a:pt x="179847" y="93625"/>
                  </a:lnTo>
                  <a:lnTo>
                    <a:pt x="182310" y="93545"/>
                  </a:lnTo>
                  <a:lnTo>
                    <a:pt x="184774" y="93463"/>
                  </a:lnTo>
                  <a:lnTo>
                    <a:pt x="187237" y="93379"/>
                  </a:lnTo>
                  <a:lnTo>
                    <a:pt x="189701" y="93295"/>
                  </a:lnTo>
                  <a:lnTo>
                    <a:pt x="192165" y="93208"/>
                  </a:lnTo>
                  <a:lnTo>
                    <a:pt x="194628" y="93120"/>
                  </a:lnTo>
                  <a:lnTo>
                    <a:pt x="197092" y="93031"/>
                  </a:lnTo>
                  <a:lnTo>
                    <a:pt x="199556" y="92939"/>
                  </a:lnTo>
                  <a:lnTo>
                    <a:pt x="202019" y="92847"/>
                  </a:lnTo>
                  <a:lnTo>
                    <a:pt x="204483" y="92753"/>
                  </a:lnTo>
                  <a:lnTo>
                    <a:pt x="206947" y="92658"/>
                  </a:lnTo>
                  <a:lnTo>
                    <a:pt x="209410" y="92561"/>
                  </a:lnTo>
                  <a:lnTo>
                    <a:pt x="211874" y="92464"/>
                  </a:lnTo>
                  <a:lnTo>
                    <a:pt x="214338" y="92364"/>
                  </a:lnTo>
                  <a:lnTo>
                    <a:pt x="216801" y="92264"/>
                  </a:lnTo>
                  <a:lnTo>
                    <a:pt x="219265" y="92162"/>
                  </a:lnTo>
                  <a:lnTo>
                    <a:pt x="221729" y="92060"/>
                  </a:lnTo>
                  <a:lnTo>
                    <a:pt x="224192" y="91956"/>
                  </a:lnTo>
                  <a:lnTo>
                    <a:pt x="226656" y="91851"/>
                  </a:lnTo>
                  <a:lnTo>
                    <a:pt x="229120" y="91745"/>
                  </a:lnTo>
                  <a:lnTo>
                    <a:pt x="231583" y="91638"/>
                  </a:lnTo>
                  <a:lnTo>
                    <a:pt x="234047" y="91530"/>
                  </a:lnTo>
                  <a:lnTo>
                    <a:pt x="236511" y="91421"/>
                  </a:lnTo>
                  <a:lnTo>
                    <a:pt x="238974" y="91311"/>
                  </a:lnTo>
                  <a:lnTo>
                    <a:pt x="241438" y="91200"/>
                  </a:lnTo>
                  <a:lnTo>
                    <a:pt x="243902" y="91089"/>
                  </a:lnTo>
                  <a:lnTo>
                    <a:pt x="246365" y="90976"/>
                  </a:lnTo>
                  <a:lnTo>
                    <a:pt x="248829" y="90863"/>
                  </a:lnTo>
                  <a:lnTo>
                    <a:pt x="251293" y="90749"/>
                  </a:lnTo>
                  <a:lnTo>
                    <a:pt x="253756" y="90634"/>
                  </a:lnTo>
                  <a:lnTo>
                    <a:pt x="256220" y="90518"/>
                  </a:lnTo>
                  <a:lnTo>
                    <a:pt x="258684" y="90401"/>
                  </a:lnTo>
                  <a:lnTo>
                    <a:pt x="261147" y="90284"/>
                  </a:lnTo>
                  <a:lnTo>
                    <a:pt x="263611" y="90165"/>
                  </a:lnTo>
                  <a:lnTo>
                    <a:pt x="266075" y="90046"/>
                  </a:lnTo>
                  <a:lnTo>
                    <a:pt x="268538" y="89926"/>
                  </a:lnTo>
                  <a:lnTo>
                    <a:pt x="271002" y="89805"/>
                  </a:lnTo>
                  <a:lnTo>
                    <a:pt x="273465" y="89682"/>
                  </a:lnTo>
                  <a:lnTo>
                    <a:pt x="275929" y="89559"/>
                  </a:lnTo>
                  <a:lnTo>
                    <a:pt x="278393" y="89435"/>
                  </a:lnTo>
                  <a:lnTo>
                    <a:pt x="280856" y="89309"/>
                  </a:lnTo>
                  <a:lnTo>
                    <a:pt x="283320" y="89182"/>
                  </a:lnTo>
                  <a:lnTo>
                    <a:pt x="285784" y="89054"/>
                  </a:lnTo>
                  <a:lnTo>
                    <a:pt x="288247" y="88924"/>
                  </a:lnTo>
                  <a:lnTo>
                    <a:pt x="290711" y="88792"/>
                  </a:lnTo>
                  <a:lnTo>
                    <a:pt x="293175" y="88658"/>
                  </a:lnTo>
                  <a:lnTo>
                    <a:pt x="295638" y="88523"/>
                  </a:lnTo>
                  <a:lnTo>
                    <a:pt x="298102" y="88385"/>
                  </a:lnTo>
                  <a:lnTo>
                    <a:pt x="300566" y="88245"/>
                  </a:lnTo>
                  <a:lnTo>
                    <a:pt x="303029" y="88103"/>
                  </a:lnTo>
                  <a:lnTo>
                    <a:pt x="305493" y="87958"/>
                  </a:lnTo>
                  <a:lnTo>
                    <a:pt x="307957" y="87809"/>
                  </a:lnTo>
                  <a:lnTo>
                    <a:pt x="310420" y="87658"/>
                  </a:lnTo>
                  <a:lnTo>
                    <a:pt x="312884" y="87503"/>
                  </a:lnTo>
                  <a:lnTo>
                    <a:pt x="315348" y="87344"/>
                  </a:lnTo>
                  <a:lnTo>
                    <a:pt x="317811" y="87182"/>
                  </a:lnTo>
                  <a:lnTo>
                    <a:pt x="320275" y="87013"/>
                  </a:lnTo>
                  <a:lnTo>
                    <a:pt x="322739" y="86841"/>
                  </a:lnTo>
                  <a:lnTo>
                    <a:pt x="325202" y="86665"/>
                  </a:lnTo>
                  <a:lnTo>
                    <a:pt x="327666" y="86481"/>
                  </a:lnTo>
                  <a:lnTo>
                    <a:pt x="330130" y="86292"/>
                  </a:lnTo>
                  <a:lnTo>
                    <a:pt x="332593" y="86098"/>
                  </a:lnTo>
                  <a:lnTo>
                    <a:pt x="335057" y="85895"/>
                  </a:lnTo>
                  <a:lnTo>
                    <a:pt x="337521" y="85687"/>
                  </a:lnTo>
                  <a:lnTo>
                    <a:pt x="339984" y="85471"/>
                  </a:lnTo>
                  <a:lnTo>
                    <a:pt x="342448" y="85245"/>
                  </a:lnTo>
                  <a:lnTo>
                    <a:pt x="344912" y="85013"/>
                  </a:lnTo>
                  <a:lnTo>
                    <a:pt x="347375" y="84771"/>
                  </a:lnTo>
                  <a:lnTo>
                    <a:pt x="349839" y="84517"/>
                  </a:lnTo>
                  <a:lnTo>
                    <a:pt x="352303" y="84257"/>
                  </a:lnTo>
                  <a:lnTo>
                    <a:pt x="354766" y="83983"/>
                  </a:lnTo>
                  <a:lnTo>
                    <a:pt x="357230" y="83697"/>
                  </a:lnTo>
                  <a:lnTo>
                    <a:pt x="359694" y="83404"/>
                  </a:lnTo>
                  <a:lnTo>
                    <a:pt x="362157" y="83093"/>
                  </a:lnTo>
                  <a:lnTo>
                    <a:pt x="364621" y="82770"/>
                  </a:lnTo>
                  <a:lnTo>
                    <a:pt x="367084" y="82438"/>
                  </a:lnTo>
                  <a:lnTo>
                    <a:pt x="369548" y="82084"/>
                  </a:lnTo>
                  <a:lnTo>
                    <a:pt x="372012" y="81719"/>
                  </a:lnTo>
                  <a:lnTo>
                    <a:pt x="374475" y="81342"/>
                  </a:lnTo>
                  <a:lnTo>
                    <a:pt x="376939" y="80940"/>
                  </a:lnTo>
                  <a:lnTo>
                    <a:pt x="379403" y="80526"/>
                  </a:lnTo>
                  <a:lnTo>
                    <a:pt x="381866" y="80098"/>
                  </a:lnTo>
                  <a:lnTo>
                    <a:pt x="384330" y="79643"/>
                  </a:lnTo>
                  <a:lnTo>
                    <a:pt x="386794" y="79175"/>
                  </a:lnTo>
                  <a:lnTo>
                    <a:pt x="389257" y="78688"/>
                  </a:lnTo>
                  <a:lnTo>
                    <a:pt x="391721" y="78175"/>
                  </a:lnTo>
                  <a:lnTo>
                    <a:pt x="394185" y="77647"/>
                  </a:lnTo>
                  <a:lnTo>
                    <a:pt x="396648" y="77096"/>
                  </a:lnTo>
                  <a:lnTo>
                    <a:pt x="399112" y="76519"/>
                  </a:lnTo>
                  <a:lnTo>
                    <a:pt x="401576" y="75925"/>
                  </a:lnTo>
                  <a:lnTo>
                    <a:pt x="404039" y="75305"/>
                  </a:lnTo>
                  <a:lnTo>
                    <a:pt x="406503" y="74659"/>
                  </a:lnTo>
                  <a:lnTo>
                    <a:pt x="408967" y="73995"/>
                  </a:lnTo>
                  <a:lnTo>
                    <a:pt x="411430" y="73300"/>
                  </a:lnTo>
                  <a:lnTo>
                    <a:pt x="413894" y="72580"/>
                  </a:lnTo>
                  <a:lnTo>
                    <a:pt x="416358" y="71842"/>
                  </a:lnTo>
                  <a:lnTo>
                    <a:pt x="418821" y="71068"/>
                  </a:lnTo>
                  <a:lnTo>
                    <a:pt x="421285" y="70271"/>
                  </a:lnTo>
                  <a:lnTo>
                    <a:pt x="423749" y="69454"/>
                  </a:lnTo>
                  <a:lnTo>
                    <a:pt x="426212" y="68599"/>
                  </a:lnTo>
                  <a:lnTo>
                    <a:pt x="428676" y="67722"/>
                  </a:lnTo>
                  <a:lnTo>
                    <a:pt x="431140" y="66825"/>
                  </a:lnTo>
                  <a:lnTo>
                    <a:pt x="433603" y="65886"/>
                  </a:lnTo>
                  <a:lnTo>
                    <a:pt x="436067" y="64928"/>
                  </a:lnTo>
                  <a:lnTo>
                    <a:pt x="438531" y="63947"/>
                  </a:lnTo>
                  <a:lnTo>
                    <a:pt x="440994" y="62927"/>
                  </a:lnTo>
                  <a:lnTo>
                    <a:pt x="443458" y="61889"/>
                  </a:lnTo>
                  <a:lnTo>
                    <a:pt x="445922" y="60825"/>
                  </a:lnTo>
                  <a:lnTo>
                    <a:pt x="448385" y="59726"/>
                  </a:lnTo>
                  <a:lnTo>
                    <a:pt x="450849" y="58609"/>
                  </a:lnTo>
                  <a:lnTo>
                    <a:pt x="453312" y="57465"/>
                  </a:lnTo>
                  <a:lnTo>
                    <a:pt x="455776" y="56291"/>
                  </a:lnTo>
                  <a:lnTo>
                    <a:pt x="458240" y="55100"/>
                  </a:lnTo>
                  <a:lnTo>
                    <a:pt x="460703" y="53882"/>
                  </a:lnTo>
                  <a:lnTo>
                    <a:pt x="463167" y="52638"/>
                  </a:lnTo>
                  <a:lnTo>
                    <a:pt x="465631" y="51379"/>
                  </a:lnTo>
                  <a:lnTo>
                    <a:pt x="468094" y="50094"/>
                  </a:lnTo>
                  <a:lnTo>
                    <a:pt x="470558" y="48789"/>
                  </a:lnTo>
                  <a:lnTo>
                    <a:pt x="473022" y="47471"/>
                  </a:lnTo>
                  <a:lnTo>
                    <a:pt x="475485" y="46129"/>
                  </a:lnTo>
                  <a:lnTo>
                    <a:pt x="477949" y="44774"/>
                  </a:lnTo>
                  <a:lnTo>
                    <a:pt x="480413" y="43407"/>
                  </a:lnTo>
                  <a:lnTo>
                    <a:pt x="482876" y="42022"/>
                  </a:lnTo>
                  <a:lnTo>
                    <a:pt x="485340" y="40628"/>
                  </a:lnTo>
                  <a:lnTo>
                    <a:pt x="487804" y="39227"/>
                  </a:lnTo>
                  <a:lnTo>
                    <a:pt x="490267" y="37813"/>
                  </a:lnTo>
                  <a:lnTo>
                    <a:pt x="492731" y="36396"/>
                  </a:lnTo>
                  <a:lnTo>
                    <a:pt x="495195" y="34974"/>
                  </a:lnTo>
                  <a:lnTo>
                    <a:pt x="497658" y="33550"/>
                  </a:lnTo>
                  <a:lnTo>
                    <a:pt x="500122" y="32127"/>
                  </a:lnTo>
                  <a:lnTo>
                    <a:pt x="502586" y="30704"/>
                  </a:lnTo>
                  <a:lnTo>
                    <a:pt x="505049" y="29288"/>
                  </a:lnTo>
                  <a:lnTo>
                    <a:pt x="507513" y="27877"/>
                  </a:lnTo>
                  <a:lnTo>
                    <a:pt x="509977" y="26474"/>
                  </a:lnTo>
                  <a:lnTo>
                    <a:pt x="512440" y="25085"/>
                  </a:lnTo>
                  <a:lnTo>
                    <a:pt x="514904" y="23706"/>
                  </a:lnTo>
                  <a:lnTo>
                    <a:pt x="517368" y="22344"/>
                  </a:lnTo>
                  <a:lnTo>
                    <a:pt x="519831" y="21004"/>
                  </a:lnTo>
                  <a:lnTo>
                    <a:pt x="522295" y="19679"/>
                  </a:lnTo>
                  <a:lnTo>
                    <a:pt x="524759" y="18381"/>
                  </a:lnTo>
                  <a:lnTo>
                    <a:pt x="527222" y="17111"/>
                  </a:lnTo>
                  <a:lnTo>
                    <a:pt x="529686" y="15861"/>
                  </a:lnTo>
                  <a:lnTo>
                    <a:pt x="532150" y="14651"/>
                  </a:lnTo>
                  <a:lnTo>
                    <a:pt x="534613" y="13472"/>
                  </a:lnTo>
                  <a:lnTo>
                    <a:pt x="537077" y="12318"/>
                  </a:lnTo>
                  <a:lnTo>
                    <a:pt x="539541" y="11218"/>
                  </a:lnTo>
                  <a:lnTo>
                    <a:pt x="542004" y="10152"/>
                  </a:lnTo>
                  <a:lnTo>
                    <a:pt x="544468" y="9115"/>
                  </a:lnTo>
                  <a:lnTo>
                    <a:pt x="546931" y="8147"/>
                  </a:lnTo>
                  <a:lnTo>
                    <a:pt x="549395" y="7213"/>
                  </a:lnTo>
                  <a:lnTo>
                    <a:pt x="551859" y="6319"/>
                  </a:lnTo>
                  <a:lnTo>
                    <a:pt x="554322" y="5497"/>
                  </a:lnTo>
                  <a:lnTo>
                    <a:pt x="556786" y="4714"/>
                  </a:lnTo>
                  <a:lnTo>
                    <a:pt x="559250" y="3981"/>
                  </a:lnTo>
                  <a:lnTo>
                    <a:pt x="561713" y="3322"/>
                  </a:lnTo>
                  <a:lnTo>
                    <a:pt x="564177" y="2705"/>
                  </a:lnTo>
                  <a:lnTo>
                    <a:pt x="566641" y="2149"/>
                  </a:lnTo>
                  <a:lnTo>
                    <a:pt x="569104" y="1667"/>
                  </a:lnTo>
                  <a:lnTo>
                    <a:pt x="571568" y="1230"/>
                  </a:lnTo>
                  <a:lnTo>
                    <a:pt x="574032" y="863"/>
                  </a:lnTo>
                  <a:lnTo>
                    <a:pt x="576495" y="568"/>
                  </a:lnTo>
                  <a:lnTo>
                    <a:pt x="578959" y="320"/>
                  </a:lnTo>
                  <a:lnTo>
                    <a:pt x="581423" y="153"/>
                  </a:lnTo>
                  <a:lnTo>
                    <a:pt x="583886" y="52"/>
                  </a:lnTo>
                  <a:lnTo>
                    <a:pt x="586350" y="0"/>
                  </a:lnTo>
                  <a:lnTo>
                    <a:pt x="588814" y="35"/>
                  </a:lnTo>
                  <a:lnTo>
                    <a:pt x="591277" y="133"/>
                  </a:lnTo>
                  <a:lnTo>
                    <a:pt x="593741" y="278"/>
                  </a:lnTo>
                  <a:lnTo>
                    <a:pt x="596205" y="518"/>
                  </a:lnTo>
                  <a:lnTo>
                    <a:pt x="598668" y="812"/>
                  </a:lnTo>
                  <a:lnTo>
                    <a:pt x="601132" y="1153"/>
                  </a:lnTo>
                  <a:lnTo>
                    <a:pt x="603596" y="1593"/>
                  </a:lnTo>
                  <a:lnTo>
                    <a:pt x="606059" y="2079"/>
                  </a:lnTo>
                  <a:lnTo>
                    <a:pt x="608523" y="2617"/>
                  </a:lnTo>
                  <a:lnTo>
                    <a:pt x="610987" y="3244"/>
                  </a:lnTo>
                  <a:lnTo>
                    <a:pt x="613450" y="3913"/>
                  </a:lnTo>
                  <a:lnTo>
                    <a:pt x="615914" y="4638"/>
                  </a:lnTo>
                  <a:lnTo>
                    <a:pt x="618378" y="5438"/>
                  </a:lnTo>
                  <a:lnTo>
                    <a:pt x="620841" y="6279"/>
                  </a:lnTo>
                  <a:lnTo>
                    <a:pt x="623305" y="7176"/>
                  </a:lnTo>
                  <a:lnTo>
                    <a:pt x="625769" y="8136"/>
                  </a:lnTo>
                  <a:lnTo>
                    <a:pt x="628232" y="9133"/>
                  </a:lnTo>
                  <a:lnTo>
                    <a:pt x="630696" y="10184"/>
                  </a:lnTo>
                  <a:lnTo>
                    <a:pt x="633159" y="11286"/>
                  </a:lnTo>
                  <a:lnTo>
                    <a:pt x="635623" y="12420"/>
                  </a:lnTo>
                  <a:lnTo>
                    <a:pt x="638087" y="13606"/>
                  </a:lnTo>
                  <a:lnTo>
                    <a:pt x="640550" y="14830"/>
                  </a:lnTo>
                  <a:lnTo>
                    <a:pt x="643014" y="16081"/>
                  </a:lnTo>
                  <a:lnTo>
                    <a:pt x="645478" y="17377"/>
                  </a:lnTo>
                  <a:lnTo>
                    <a:pt x="647941" y="18702"/>
                  </a:lnTo>
                  <a:lnTo>
                    <a:pt x="650405" y="20047"/>
                  </a:lnTo>
                  <a:lnTo>
                    <a:pt x="652869" y="21430"/>
                  </a:lnTo>
                  <a:lnTo>
                    <a:pt x="655332" y="22832"/>
                  </a:lnTo>
                  <a:lnTo>
                    <a:pt x="657796" y="24249"/>
                  </a:lnTo>
                  <a:lnTo>
                    <a:pt x="660260" y="25693"/>
                  </a:lnTo>
                  <a:lnTo>
                    <a:pt x="662723" y="27147"/>
                  </a:lnTo>
                  <a:lnTo>
                    <a:pt x="665187" y="28613"/>
                  </a:lnTo>
                  <a:lnTo>
                    <a:pt x="667651" y="30093"/>
                  </a:lnTo>
                  <a:lnTo>
                    <a:pt x="670114" y="31576"/>
                  </a:lnTo>
                  <a:lnTo>
                    <a:pt x="672578" y="33065"/>
                  </a:lnTo>
                  <a:lnTo>
                    <a:pt x="675042" y="34557"/>
                  </a:lnTo>
                  <a:lnTo>
                    <a:pt x="677505" y="36047"/>
                  </a:lnTo>
                  <a:lnTo>
                    <a:pt x="679969" y="37535"/>
                  </a:lnTo>
                  <a:lnTo>
                    <a:pt x="682433" y="39016"/>
                  </a:lnTo>
                  <a:lnTo>
                    <a:pt x="684896" y="40490"/>
                  </a:lnTo>
                  <a:lnTo>
                    <a:pt x="687360" y="41955"/>
                  </a:lnTo>
                  <a:lnTo>
                    <a:pt x="689824" y="43404"/>
                  </a:lnTo>
                  <a:lnTo>
                    <a:pt x="692287" y="44843"/>
                  </a:lnTo>
                  <a:lnTo>
                    <a:pt x="694751" y="46263"/>
                  </a:lnTo>
                  <a:lnTo>
                    <a:pt x="697215" y="47662"/>
                  </a:lnTo>
                  <a:lnTo>
                    <a:pt x="699678" y="49047"/>
                  </a:lnTo>
                  <a:lnTo>
                    <a:pt x="702142" y="50403"/>
                  </a:lnTo>
                  <a:lnTo>
                    <a:pt x="704606" y="51736"/>
                  </a:lnTo>
                  <a:lnTo>
                    <a:pt x="707069" y="53051"/>
                  </a:lnTo>
                  <a:lnTo>
                    <a:pt x="709533" y="54328"/>
                  </a:lnTo>
                  <a:lnTo>
                    <a:pt x="711997" y="55581"/>
                  </a:lnTo>
                  <a:lnTo>
                    <a:pt x="714460" y="56812"/>
                  </a:lnTo>
                  <a:lnTo>
                    <a:pt x="716924" y="57996"/>
                  </a:lnTo>
                  <a:lnTo>
                    <a:pt x="719388" y="59157"/>
                  </a:lnTo>
                  <a:lnTo>
                    <a:pt x="721851" y="60290"/>
                  </a:lnTo>
                  <a:lnTo>
                    <a:pt x="724315" y="61375"/>
                  </a:lnTo>
                  <a:lnTo>
                    <a:pt x="726778" y="62435"/>
                  </a:lnTo>
                  <a:lnTo>
                    <a:pt x="729242" y="63462"/>
                  </a:lnTo>
                  <a:lnTo>
                    <a:pt x="731706" y="64440"/>
                  </a:lnTo>
                  <a:lnTo>
                    <a:pt x="734169" y="65392"/>
                  </a:lnTo>
                  <a:lnTo>
                    <a:pt x="736633" y="66307"/>
                  </a:lnTo>
                  <a:lnTo>
                    <a:pt x="739097" y="67175"/>
                  </a:lnTo>
                  <a:lnTo>
                    <a:pt x="741560" y="68016"/>
                  </a:lnTo>
                  <a:lnTo>
                    <a:pt x="744024" y="68814"/>
                  </a:lnTo>
                  <a:lnTo>
                    <a:pt x="746488" y="69570"/>
                  </a:lnTo>
                  <a:lnTo>
                    <a:pt x="748951" y="70298"/>
                  </a:lnTo>
                  <a:lnTo>
                    <a:pt x="751415" y="70980"/>
                  </a:lnTo>
                  <a:lnTo>
                    <a:pt x="753879" y="71623"/>
                  </a:lnTo>
                  <a:lnTo>
                    <a:pt x="756342" y="72239"/>
                  </a:lnTo>
                  <a:lnTo>
                    <a:pt x="758806" y="72806"/>
                  </a:lnTo>
                  <a:lnTo>
                    <a:pt x="761270" y="73339"/>
                  </a:lnTo>
                  <a:lnTo>
                    <a:pt x="763733" y="73846"/>
                  </a:lnTo>
                  <a:lnTo>
                    <a:pt x="766197" y="74301"/>
                  </a:lnTo>
                  <a:lnTo>
                    <a:pt x="768661" y="74728"/>
                  </a:lnTo>
                  <a:lnTo>
                    <a:pt x="771124" y="75129"/>
                  </a:lnTo>
                  <a:lnTo>
                    <a:pt x="773588" y="75478"/>
                  </a:lnTo>
                  <a:lnTo>
                    <a:pt x="776052" y="75803"/>
                  </a:lnTo>
                  <a:lnTo>
                    <a:pt x="778515" y="76102"/>
                  </a:lnTo>
                  <a:lnTo>
                    <a:pt x="780979" y="76354"/>
                  </a:lnTo>
                  <a:lnTo>
                    <a:pt x="783443" y="76585"/>
                  </a:lnTo>
                  <a:lnTo>
                    <a:pt x="785906" y="76787"/>
                  </a:lnTo>
                  <a:lnTo>
                    <a:pt x="788370" y="76951"/>
                  </a:lnTo>
                  <a:lnTo>
                    <a:pt x="790834" y="77094"/>
                  </a:lnTo>
                  <a:lnTo>
                    <a:pt x="793297" y="77209"/>
                  </a:lnTo>
                  <a:lnTo>
                    <a:pt x="795761" y="77291"/>
                  </a:lnTo>
                  <a:lnTo>
                    <a:pt x="798225" y="77355"/>
                  </a:lnTo>
                  <a:lnTo>
                    <a:pt x="800688" y="77391"/>
                  </a:lnTo>
                  <a:lnTo>
                    <a:pt x="803152" y="77400"/>
                  </a:lnTo>
                  <a:lnTo>
                    <a:pt x="805616" y="77394"/>
                  </a:lnTo>
                  <a:lnTo>
                    <a:pt x="808079" y="77361"/>
                  </a:lnTo>
                  <a:lnTo>
                    <a:pt x="810543" y="77306"/>
                  </a:lnTo>
                  <a:lnTo>
                    <a:pt x="813006" y="77238"/>
                  </a:lnTo>
                  <a:lnTo>
                    <a:pt x="815470" y="77145"/>
                  </a:lnTo>
                  <a:lnTo>
                    <a:pt x="817934" y="77036"/>
                  </a:lnTo>
                  <a:lnTo>
                    <a:pt x="820397" y="76915"/>
                  </a:lnTo>
                  <a:lnTo>
                    <a:pt x="822861" y="76772"/>
                  </a:lnTo>
                  <a:lnTo>
                    <a:pt x="825325" y="76618"/>
                  </a:lnTo>
                  <a:lnTo>
                    <a:pt x="827788" y="76453"/>
                  </a:lnTo>
                  <a:lnTo>
                    <a:pt x="830252" y="76270"/>
                  </a:lnTo>
                  <a:lnTo>
                    <a:pt x="832716" y="76078"/>
                  </a:lnTo>
                  <a:lnTo>
                    <a:pt x="835179" y="75878"/>
                  </a:lnTo>
                  <a:lnTo>
                    <a:pt x="837643" y="75665"/>
                  </a:lnTo>
                  <a:lnTo>
                    <a:pt x="840107" y="75445"/>
                  </a:lnTo>
                  <a:lnTo>
                    <a:pt x="842570" y="75218"/>
                  </a:lnTo>
                  <a:lnTo>
                    <a:pt x="845034" y="74982"/>
                  </a:lnTo>
                  <a:lnTo>
                    <a:pt x="847498" y="74743"/>
                  </a:lnTo>
                  <a:lnTo>
                    <a:pt x="849961" y="74498"/>
                  </a:lnTo>
                  <a:lnTo>
                    <a:pt x="852425" y="74248"/>
                  </a:lnTo>
                  <a:lnTo>
                    <a:pt x="854889" y="73996"/>
                  </a:lnTo>
                  <a:lnTo>
                    <a:pt x="857352" y="73742"/>
                  </a:lnTo>
                  <a:lnTo>
                    <a:pt x="859816" y="73485"/>
                  </a:lnTo>
                  <a:lnTo>
                    <a:pt x="862280" y="73228"/>
                  </a:lnTo>
                  <a:lnTo>
                    <a:pt x="864743" y="72971"/>
                  </a:lnTo>
                  <a:lnTo>
                    <a:pt x="867207" y="72714"/>
                  </a:lnTo>
                  <a:lnTo>
                    <a:pt x="869671" y="72459"/>
                  </a:lnTo>
                  <a:lnTo>
                    <a:pt x="872134" y="72206"/>
                  </a:lnTo>
                  <a:lnTo>
                    <a:pt x="874598" y="71956"/>
                  </a:lnTo>
                  <a:lnTo>
                    <a:pt x="877062" y="71707"/>
                  </a:lnTo>
                  <a:lnTo>
                    <a:pt x="879525" y="71465"/>
                  </a:lnTo>
                  <a:lnTo>
                    <a:pt x="881989" y="71226"/>
                  </a:lnTo>
                  <a:lnTo>
                    <a:pt x="884453" y="70991"/>
                  </a:lnTo>
                  <a:lnTo>
                    <a:pt x="886916" y="70763"/>
                  </a:lnTo>
                  <a:lnTo>
                    <a:pt x="889380" y="70541"/>
                  </a:lnTo>
                  <a:lnTo>
                    <a:pt x="891844" y="70323"/>
                  </a:lnTo>
                  <a:lnTo>
                    <a:pt x="894307" y="70116"/>
                  </a:lnTo>
                  <a:lnTo>
                    <a:pt x="896771" y="69914"/>
                  </a:lnTo>
                  <a:lnTo>
                    <a:pt x="899235" y="69718"/>
                  </a:lnTo>
                  <a:lnTo>
                    <a:pt x="901698" y="69534"/>
                  </a:lnTo>
                  <a:lnTo>
                    <a:pt x="904162" y="69355"/>
                  </a:lnTo>
                  <a:lnTo>
                    <a:pt x="906625" y="69185"/>
                  </a:lnTo>
                  <a:lnTo>
                    <a:pt x="909089" y="69027"/>
                  </a:lnTo>
                  <a:lnTo>
                    <a:pt x="911553" y="68875"/>
                  </a:lnTo>
                  <a:lnTo>
                    <a:pt x="914016" y="68733"/>
                  </a:lnTo>
                  <a:lnTo>
                    <a:pt x="916480" y="68603"/>
                  </a:lnTo>
                  <a:lnTo>
                    <a:pt x="918944" y="68480"/>
                  </a:lnTo>
                  <a:lnTo>
                    <a:pt x="921407" y="68369"/>
                  </a:lnTo>
                  <a:lnTo>
                    <a:pt x="923871" y="68269"/>
                  </a:lnTo>
                  <a:lnTo>
                    <a:pt x="926335" y="68176"/>
                  </a:lnTo>
                  <a:lnTo>
                    <a:pt x="928798" y="68097"/>
                  </a:lnTo>
                  <a:lnTo>
                    <a:pt x="931262" y="68028"/>
                  </a:lnTo>
                  <a:lnTo>
                    <a:pt x="933726" y="67967"/>
                  </a:lnTo>
                  <a:lnTo>
                    <a:pt x="936189" y="67921"/>
                  </a:lnTo>
                  <a:lnTo>
                    <a:pt x="938653" y="67885"/>
                  </a:lnTo>
                  <a:lnTo>
                    <a:pt x="941117" y="67856"/>
                  </a:lnTo>
                  <a:lnTo>
                    <a:pt x="943580" y="67844"/>
                  </a:lnTo>
                  <a:lnTo>
                    <a:pt x="946044" y="67840"/>
                  </a:lnTo>
                  <a:lnTo>
                    <a:pt x="948508" y="67844"/>
                  </a:lnTo>
                  <a:lnTo>
                    <a:pt x="950971" y="67865"/>
                  </a:lnTo>
                  <a:lnTo>
                    <a:pt x="953435" y="67894"/>
                  </a:lnTo>
                  <a:lnTo>
                    <a:pt x="955899" y="67932"/>
                  </a:lnTo>
                  <a:lnTo>
                    <a:pt x="958362" y="67985"/>
                  </a:lnTo>
                  <a:lnTo>
                    <a:pt x="960826" y="68046"/>
                  </a:lnTo>
                  <a:lnTo>
                    <a:pt x="963290" y="68118"/>
                  </a:lnTo>
                  <a:lnTo>
                    <a:pt x="965753" y="68203"/>
                  </a:lnTo>
                  <a:lnTo>
                    <a:pt x="968217" y="68296"/>
                  </a:lnTo>
                  <a:lnTo>
                    <a:pt x="970681" y="68401"/>
                  </a:lnTo>
                  <a:lnTo>
                    <a:pt x="973144" y="68517"/>
                  </a:lnTo>
                  <a:lnTo>
                    <a:pt x="975608" y="68641"/>
                  </a:lnTo>
                  <a:lnTo>
                    <a:pt x="978072" y="68778"/>
                  </a:lnTo>
                  <a:lnTo>
                    <a:pt x="980535" y="68924"/>
                  </a:lnTo>
                  <a:lnTo>
                    <a:pt x="982999" y="69078"/>
                  </a:lnTo>
                  <a:lnTo>
                    <a:pt x="985463" y="69245"/>
                  </a:lnTo>
                  <a:lnTo>
                    <a:pt x="987926" y="69421"/>
                  </a:lnTo>
                  <a:lnTo>
                    <a:pt x="990390" y="69604"/>
                  </a:lnTo>
                  <a:lnTo>
                    <a:pt x="992853" y="69800"/>
                  </a:lnTo>
                  <a:lnTo>
                    <a:pt x="995317" y="70004"/>
                  </a:lnTo>
                  <a:lnTo>
                    <a:pt x="997781" y="70214"/>
                  </a:lnTo>
                  <a:lnTo>
                    <a:pt x="1000244" y="70438"/>
                  </a:lnTo>
                  <a:lnTo>
                    <a:pt x="1002708" y="70668"/>
                  </a:lnTo>
                  <a:lnTo>
                    <a:pt x="1005172" y="70904"/>
                  </a:lnTo>
                  <a:lnTo>
                    <a:pt x="1007635" y="71153"/>
                  </a:lnTo>
                  <a:lnTo>
                    <a:pt x="1010099" y="71407"/>
                  </a:lnTo>
                  <a:lnTo>
                    <a:pt x="1012563" y="71668"/>
                  </a:lnTo>
                  <a:lnTo>
                    <a:pt x="1015026" y="71939"/>
                  </a:lnTo>
                  <a:lnTo>
                    <a:pt x="1017490" y="72215"/>
                  </a:lnTo>
                  <a:lnTo>
                    <a:pt x="1019954" y="72498"/>
                  </a:lnTo>
                  <a:lnTo>
                    <a:pt x="1022417" y="72789"/>
                  </a:lnTo>
                  <a:lnTo>
                    <a:pt x="1024881" y="73085"/>
                  </a:lnTo>
                  <a:lnTo>
                    <a:pt x="1027345" y="73388"/>
                  </a:lnTo>
                  <a:lnTo>
                    <a:pt x="1029808" y="73697"/>
                  </a:lnTo>
                  <a:lnTo>
                    <a:pt x="1032272" y="74010"/>
                  </a:lnTo>
                  <a:lnTo>
                    <a:pt x="1034736" y="74329"/>
                  </a:lnTo>
                  <a:lnTo>
                    <a:pt x="1037199" y="74654"/>
                  </a:lnTo>
                  <a:lnTo>
                    <a:pt x="1039663" y="74981"/>
                  </a:lnTo>
                  <a:lnTo>
                    <a:pt x="1042127" y="75314"/>
                  </a:lnTo>
                  <a:lnTo>
                    <a:pt x="1044590" y="75651"/>
                  </a:lnTo>
                  <a:lnTo>
                    <a:pt x="1047054" y="75990"/>
                  </a:lnTo>
                  <a:lnTo>
                    <a:pt x="1049518" y="76333"/>
                  </a:lnTo>
                  <a:lnTo>
                    <a:pt x="1051981" y="76679"/>
                  </a:lnTo>
                  <a:lnTo>
                    <a:pt x="1054445" y="77027"/>
                  </a:lnTo>
                  <a:lnTo>
                    <a:pt x="1056909" y="77377"/>
                  </a:lnTo>
                  <a:lnTo>
                    <a:pt x="1059372" y="77729"/>
                  </a:lnTo>
                  <a:lnTo>
                    <a:pt x="1061836" y="78082"/>
                  </a:lnTo>
                  <a:lnTo>
                    <a:pt x="1064300" y="78436"/>
                  </a:lnTo>
                  <a:lnTo>
                    <a:pt x="1066763" y="78791"/>
                  </a:lnTo>
                  <a:lnTo>
                    <a:pt x="1069227" y="79146"/>
                  </a:lnTo>
                  <a:lnTo>
                    <a:pt x="1071691" y="79500"/>
                  </a:lnTo>
                  <a:lnTo>
                    <a:pt x="1074154" y="79854"/>
                  </a:lnTo>
                  <a:lnTo>
                    <a:pt x="1076618" y="80208"/>
                  </a:lnTo>
                  <a:lnTo>
                    <a:pt x="1079082" y="80560"/>
                  </a:lnTo>
                  <a:lnTo>
                    <a:pt x="1081545" y="80910"/>
                  </a:lnTo>
                  <a:lnTo>
                    <a:pt x="1084009" y="81259"/>
                  </a:lnTo>
                  <a:lnTo>
                    <a:pt x="1086472" y="81605"/>
                  </a:lnTo>
                  <a:lnTo>
                    <a:pt x="1088936" y="81949"/>
                  </a:lnTo>
                  <a:lnTo>
                    <a:pt x="1091400" y="82290"/>
                  </a:lnTo>
                  <a:lnTo>
                    <a:pt x="1093863" y="82627"/>
                  </a:lnTo>
                  <a:lnTo>
                    <a:pt x="1096327" y="82962"/>
                  </a:lnTo>
                  <a:lnTo>
                    <a:pt x="1098791" y="83292"/>
                  </a:lnTo>
                  <a:lnTo>
                    <a:pt x="1101254" y="83618"/>
                  </a:lnTo>
                  <a:lnTo>
                    <a:pt x="1103718" y="83941"/>
                  </a:lnTo>
                  <a:lnTo>
                    <a:pt x="1106182" y="84258"/>
                  </a:lnTo>
                  <a:lnTo>
                    <a:pt x="1108645" y="84570"/>
                  </a:lnTo>
                  <a:lnTo>
                    <a:pt x="1111109" y="84880"/>
                  </a:lnTo>
                  <a:lnTo>
                    <a:pt x="1113573" y="85181"/>
                  </a:lnTo>
                  <a:lnTo>
                    <a:pt x="1116036" y="85478"/>
                  </a:lnTo>
                  <a:lnTo>
                    <a:pt x="1118500" y="85771"/>
                  </a:lnTo>
                  <a:lnTo>
                    <a:pt x="1120964" y="86055"/>
                  </a:lnTo>
                  <a:lnTo>
                    <a:pt x="1123427" y="86336"/>
                  </a:lnTo>
                  <a:lnTo>
                    <a:pt x="1125891" y="86611"/>
                  </a:lnTo>
                  <a:lnTo>
                    <a:pt x="1128355" y="86877"/>
                  </a:lnTo>
                  <a:lnTo>
                    <a:pt x="1130818" y="87140"/>
                  </a:lnTo>
                  <a:lnTo>
                    <a:pt x="1133282" y="87396"/>
                  </a:lnTo>
                  <a:lnTo>
                    <a:pt x="1135746" y="87644"/>
                  </a:lnTo>
                  <a:lnTo>
                    <a:pt x="1138209" y="87887"/>
                  </a:lnTo>
                  <a:lnTo>
                    <a:pt x="1140673" y="88124"/>
                  </a:lnTo>
                  <a:lnTo>
                    <a:pt x="1143137" y="88353"/>
                  </a:lnTo>
                  <a:lnTo>
                    <a:pt x="1145600" y="88578"/>
                  </a:lnTo>
                  <a:lnTo>
                    <a:pt x="1148064" y="88794"/>
                  </a:lnTo>
                  <a:lnTo>
                    <a:pt x="1150528" y="89005"/>
                  </a:lnTo>
                  <a:lnTo>
                    <a:pt x="1152991" y="89210"/>
                  </a:lnTo>
                  <a:lnTo>
                    <a:pt x="1155455" y="89408"/>
                  </a:lnTo>
                  <a:lnTo>
                    <a:pt x="1157919" y="89600"/>
                  </a:lnTo>
                  <a:lnTo>
                    <a:pt x="1160382" y="89787"/>
                  </a:lnTo>
                  <a:lnTo>
                    <a:pt x="1162846" y="89966"/>
                  </a:lnTo>
                  <a:lnTo>
                    <a:pt x="1165310" y="90139"/>
                  </a:lnTo>
                  <a:lnTo>
                    <a:pt x="1167773" y="90309"/>
                  </a:lnTo>
                  <a:lnTo>
                    <a:pt x="1170237" y="90470"/>
                  </a:lnTo>
                  <a:lnTo>
                    <a:pt x="1172701" y="90627"/>
                  </a:lnTo>
                  <a:lnTo>
                    <a:pt x="1175164" y="90780"/>
                  </a:lnTo>
                  <a:lnTo>
                    <a:pt x="1177628" y="90925"/>
                  </a:lnTo>
                  <a:lnTo>
                    <a:pt x="1180091" y="91066"/>
                  </a:lnTo>
                  <a:lnTo>
                    <a:pt x="1182555" y="91203"/>
                  </a:lnTo>
                  <a:lnTo>
                    <a:pt x="1185019" y="91333"/>
                  </a:lnTo>
                  <a:lnTo>
                    <a:pt x="1187482" y="91460"/>
                  </a:lnTo>
                  <a:lnTo>
                    <a:pt x="1189946" y="91582"/>
                  </a:lnTo>
                  <a:lnTo>
                    <a:pt x="1192410" y="91699"/>
                  </a:lnTo>
                  <a:lnTo>
                    <a:pt x="1194873" y="91813"/>
                  </a:lnTo>
                  <a:lnTo>
                    <a:pt x="1197337" y="91923"/>
                  </a:lnTo>
                  <a:lnTo>
                    <a:pt x="1199801" y="92028"/>
                  </a:lnTo>
                  <a:lnTo>
                    <a:pt x="1202264" y="92130"/>
                  </a:lnTo>
                  <a:lnTo>
                    <a:pt x="1204728" y="92229"/>
                  </a:lnTo>
                  <a:lnTo>
                    <a:pt x="1207192" y="92324"/>
                  </a:lnTo>
                  <a:lnTo>
                    <a:pt x="1209655" y="92416"/>
                  </a:lnTo>
                  <a:lnTo>
                    <a:pt x="1212119" y="92505"/>
                  </a:lnTo>
                  <a:lnTo>
                    <a:pt x="1214583" y="92591"/>
                  </a:lnTo>
                  <a:lnTo>
                    <a:pt x="1217046" y="92675"/>
                  </a:lnTo>
                  <a:lnTo>
                    <a:pt x="1219510" y="92755"/>
                  </a:lnTo>
                  <a:lnTo>
                    <a:pt x="1221974" y="92834"/>
                  </a:lnTo>
                  <a:lnTo>
                    <a:pt x="1224437" y="92910"/>
                  </a:lnTo>
                  <a:lnTo>
                    <a:pt x="1226901" y="92984"/>
                  </a:lnTo>
                  <a:lnTo>
                    <a:pt x="1229365" y="93056"/>
                  </a:lnTo>
                  <a:lnTo>
                    <a:pt x="1231828" y="93127"/>
                  </a:lnTo>
                  <a:lnTo>
                    <a:pt x="1234292" y="93195"/>
                  </a:lnTo>
                  <a:lnTo>
                    <a:pt x="1236756" y="93261"/>
                  </a:lnTo>
                  <a:lnTo>
                    <a:pt x="1239219" y="93327"/>
                  </a:lnTo>
                  <a:lnTo>
                    <a:pt x="1241683" y="93390"/>
                  </a:lnTo>
                  <a:lnTo>
                    <a:pt x="1244147" y="93453"/>
                  </a:lnTo>
                  <a:lnTo>
                    <a:pt x="1246610" y="93514"/>
                  </a:lnTo>
                  <a:lnTo>
                    <a:pt x="1249074" y="93574"/>
                  </a:lnTo>
                  <a:lnTo>
                    <a:pt x="1251538" y="93633"/>
                  </a:lnTo>
                  <a:lnTo>
                    <a:pt x="1254001" y="93690"/>
                  </a:lnTo>
                  <a:lnTo>
                    <a:pt x="1256465" y="93747"/>
                  </a:lnTo>
                  <a:lnTo>
                    <a:pt x="1258929" y="93803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433616" y="3963365"/>
              <a:ext cx="1258929" cy="176476"/>
            </a:xfrm>
            <a:custGeom>
              <a:avLst/>
              <a:pathLst>
                <a:path w="1258929" h="176476">
                  <a:moveTo>
                    <a:pt x="0" y="176476"/>
                  </a:moveTo>
                  <a:lnTo>
                    <a:pt x="2463" y="176476"/>
                  </a:lnTo>
                  <a:lnTo>
                    <a:pt x="4927" y="176476"/>
                  </a:lnTo>
                  <a:lnTo>
                    <a:pt x="7390" y="176476"/>
                  </a:lnTo>
                  <a:lnTo>
                    <a:pt x="9854" y="176476"/>
                  </a:lnTo>
                  <a:lnTo>
                    <a:pt x="12318" y="176476"/>
                  </a:lnTo>
                  <a:lnTo>
                    <a:pt x="14781" y="176476"/>
                  </a:lnTo>
                  <a:lnTo>
                    <a:pt x="17245" y="176476"/>
                  </a:lnTo>
                  <a:lnTo>
                    <a:pt x="19709" y="176476"/>
                  </a:lnTo>
                  <a:lnTo>
                    <a:pt x="22172" y="176476"/>
                  </a:lnTo>
                  <a:lnTo>
                    <a:pt x="24636" y="176476"/>
                  </a:lnTo>
                  <a:lnTo>
                    <a:pt x="27100" y="176476"/>
                  </a:lnTo>
                  <a:lnTo>
                    <a:pt x="29563" y="176476"/>
                  </a:lnTo>
                  <a:lnTo>
                    <a:pt x="32027" y="176476"/>
                  </a:lnTo>
                  <a:lnTo>
                    <a:pt x="34491" y="176476"/>
                  </a:lnTo>
                  <a:lnTo>
                    <a:pt x="36954" y="176476"/>
                  </a:lnTo>
                  <a:lnTo>
                    <a:pt x="39418" y="176476"/>
                  </a:lnTo>
                  <a:lnTo>
                    <a:pt x="41882" y="176476"/>
                  </a:lnTo>
                  <a:lnTo>
                    <a:pt x="44345" y="176476"/>
                  </a:lnTo>
                  <a:lnTo>
                    <a:pt x="46809" y="176476"/>
                  </a:lnTo>
                  <a:lnTo>
                    <a:pt x="49273" y="176476"/>
                  </a:lnTo>
                  <a:lnTo>
                    <a:pt x="51736" y="176476"/>
                  </a:lnTo>
                  <a:lnTo>
                    <a:pt x="54200" y="176476"/>
                  </a:lnTo>
                  <a:lnTo>
                    <a:pt x="56664" y="176476"/>
                  </a:lnTo>
                  <a:lnTo>
                    <a:pt x="59127" y="176476"/>
                  </a:lnTo>
                  <a:lnTo>
                    <a:pt x="61591" y="176476"/>
                  </a:lnTo>
                  <a:lnTo>
                    <a:pt x="64055" y="176476"/>
                  </a:lnTo>
                  <a:lnTo>
                    <a:pt x="66518" y="176476"/>
                  </a:lnTo>
                  <a:lnTo>
                    <a:pt x="68982" y="176476"/>
                  </a:lnTo>
                  <a:lnTo>
                    <a:pt x="71446" y="176476"/>
                  </a:lnTo>
                  <a:lnTo>
                    <a:pt x="73909" y="176476"/>
                  </a:lnTo>
                  <a:lnTo>
                    <a:pt x="76373" y="176476"/>
                  </a:lnTo>
                  <a:lnTo>
                    <a:pt x="78837" y="176476"/>
                  </a:lnTo>
                  <a:lnTo>
                    <a:pt x="81300" y="176476"/>
                  </a:lnTo>
                  <a:lnTo>
                    <a:pt x="83764" y="176476"/>
                  </a:lnTo>
                  <a:lnTo>
                    <a:pt x="86228" y="176476"/>
                  </a:lnTo>
                  <a:lnTo>
                    <a:pt x="88691" y="176476"/>
                  </a:lnTo>
                  <a:lnTo>
                    <a:pt x="91155" y="176476"/>
                  </a:lnTo>
                  <a:lnTo>
                    <a:pt x="93618" y="176476"/>
                  </a:lnTo>
                  <a:lnTo>
                    <a:pt x="96082" y="176476"/>
                  </a:lnTo>
                  <a:lnTo>
                    <a:pt x="98546" y="176476"/>
                  </a:lnTo>
                  <a:lnTo>
                    <a:pt x="101009" y="176476"/>
                  </a:lnTo>
                  <a:lnTo>
                    <a:pt x="103473" y="176476"/>
                  </a:lnTo>
                  <a:lnTo>
                    <a:pt x="105937" y="176476"/>
                  </a:lnTo>
                  <a:lnTo>
                    <a:pt x="108400" y="176476"/>
                  </a:lnTo>
                  <a:lnTo>
                    <a:pt x="110864" y="176476"/>
                  </a:lnTo>
                  <a:lnTo>
                    <a:pt x="113328" y="176476"/>
                  </a:lnTo>
                  <a:lnTo>
                    <a:pt x="115791" y="176476"/>
                  </a:lnTo>
                  <a:lnTo>
                    <a:pt x="118255" y="176476"/>
                  </a:lnTo>
                  <a:lnTo>
                    <a:pt x="120719" y="176476"/>
                  </a:lnTo>
                  <a:lnTo>
                    <a:pt x="123182" y="176476"/>
                  </a:lnTo>
                  <a:lnTo>
                    <a:pt x="125646" y="176476"/>
                  </a:lnTo>
                  <a:lnTo>
                    <a:pt x="128110" y="176476"/>
                  </a:lnTo>
                  <a:lnTo>
                    <a:pt x="130573" y="176476"/>
                  </a:lnTo>
                  <a:lnTo>
                    <a:pt x="133037" y="176476"/>
                  </a:lnTo>
                  <a:lnTo>
                    <a:pt x="135501" y="176476"/>
                  </a:lnTo>
                  <a:lnTo>
                    <a:pt x="137964" y="176476"/>
                  </a:lnTo>
                  <a:lnTo>
                    <a:pt x="140428" y="176476"/>
                  </a:lnTo>
                  <a:lnTo>
                    <a:pt x="142892" y="176476"/>
                  </a:lnTo>
                  <a:lnTo>
                    <a:pt x="145355" y="176476"/>
                  </a:lnTo>
                  <a:lnTo>
                    <a:pt x="147819" y="176476"/>
                  </a:lnTo>
                  <a:lnTo>
                    <a:pt x="150283" y="176476"/>
                  </a:lnTo>
                  <a:lnTo>
                    <a:pt x="152746" y="176476"/>
                  </a:lnTo>
                  <a:lnTo>
                    <a:pt x="155210" y="176476"/>
                  </a:lnTo>
                  <a:lnTo>
                    <a:pt x="157674" y="176476"/>
                  </a:lnTo>
                  <a:lnTo>
                    <a:pt x="160137" y="176476"/>
                  </a:lnTo>
                  <a:lnTo>
                    <a:pt x="162601" y="176476"/>
                  </a:lnTo>
                  <a:lnTo>
                    <a:pt x="165065" y="176476"/>
                  </a:lnTo>
                  <a:lnTo>
                    <a:pt x="167528" y="176476"/>
                  </a:lnTo>
                  <a:lnTo>
                    <a:pt x="169992" y="176475"/>
                  </a:lnTo>
                  <a:lnTo>
                    <a:pt x="172456" y="176475"/>
                  </a:lnTo>
                  <a:lnTo>
                    <a:pt x="174919" y="176475"/>
                  </a:lnTo>
                  <a:lnTo>
                    <a:pt x="177383" y="176474"/>
                  </a:lnTo>
                  <a:lnTo>
                    <a:pt x="179847" y="176473"/>
                  </a:lnTo>
                  <a:lnTo>
                    <a:pt x="182310" y="176472"/>
                  </a:lnTo>
                  <a:lnTo>
                    <a:pt x="184774" y="176471"/>
                  </a:lnTo>
                  <a:lnTo>
                    <a:pt x="187237" y="176470"/>
                  </a:lnTo>
                  <a:lnTo>
                    <a:pt x="189701" y="176468"/>
                  </a:lnTo>
                  <a:lnTo>
                    <a:pt x="192165" y="176466"/>
                  </a:lnTo>
                  <a:lnTo>
                    <a:pt x="194628" y="176464"/>
                  </a:lnTo>
                  <a:lnTo>
                    <a:pt x="197092" y="176461"/>
                  </a:lnTo>
                  <a:lnTo>
                    <a:pt x="199556" y="176457"/>
                  </a:lnTo>
                  <a:lnTo>
                    <a:pt x="202019" y="176453"/>
                  </a:lnTo>
                  <a:lnTo>
                    <a:pt x="204483" y="176448"/>
                  </a:lnTo>
                  <a:lnTo>
                    <a:pt x="206947" y="176442"/>
                  </a:lnTo>
                  <a:lnTo>
                    <a:pt x="209410" y="176435"/>
                  </a:lnTo>
                  <a:lnTo>
                    <a:pt x="211874" y="176427"/>
                  </a:lnTo>
                  <a:lnTo>
                    <a:pt x="214338" y="176418"/>
                  </a:lnTo>
                  <a:lnTo>
                    <a:pt x="216801" y="176408"/>
                  </a:lnTo>
                  <a:lnTo>
                    <a:pt x="219265" y="176396"/>
                  </a:lnTo>
                  <a:lnTo>
                    <a:pt x="221729" y="176382"/>
                  </a:lnTo>
                  <a:lnTo>
                    <a:pt x="224192" y="176367"/>
                  </a:lnTo>
                  <a:lnTo>
                    <a:pt x="226656" y="176350"/>
                  </a:lnTo>
                  <a:lnTo>
                    <a:pt x="229120" y="176331"/>
                  </a:lnTo>
                  <a:lnTo>
                    <a:pt x="231583" y="176310"/>
                  </a:lnTo>
                  <a:lnTo>
                    <a:pt x="234047" y="176287"/>
                  </a:lnTo>
                  <a:lnTo>
                    <a:pt x="236511" y="176262"/>
                  </a:lnTo>
                  <a:lnTo>
                    <a:pt x="238974" y="176235"/>
                  </a:lnTo>
                  <a:lnTo>
                    <a:pt x="241438" y="176206"/>
                  </a:lnTo>
                  <a:lnTo>
                    <a:pt x="243902" y="176175"/>
                  </a:lnTo>
                  <a:lnTo>
                    <a:pt x="246365" y="176141"/>
                  </a:lnTo>
                  <a:lnTo>
                    <a:pt x="248829" y="176105"/>
                  </a:lnTo>
                  <a:lnTo>
                    <a:pt x="251293" y="176067"/>
                  </a:lnTo>
                  <a:lnTo>
                    <a:pt x="253756" y="176027"/>
                  </a:lnTo>
                  <a:lnTo>
                    <a:pt x="256220" y="175984"/>
                  </a:lnTo>
                  <a:lnTo>
                    <a:pt x="258684" y="175939"/>
                  </a:lnTo>
                  <a:lnTo>
                    <a:pt x="261147" y="175892"/>
                  </a:lnTo>
                  <a:lnTo>
                    <a:pt x="263611" y="175843"/>
                  </a:lnTo>
                  <a:lnTo>
                    <a:pt x="266075" y="175791"/>
                  </a:lnTo>
                  <a:lnTo>
                    <a:pt x="268538" y="175736"/>
                  </a:lnTo>
                  <a:lnTo>
                    <a:pt x="271002" y="175679"/>
                  </a:lnTo>
                  <a:lnTo>
                    <a:pt x="273465" y="175619"/>
                  </a:lnTo>
                  <a:lnTo>
                    <a:pt x="275929" y="175556"/>
                  </a:lnTo>
                  <a:lnTo>
                    <a:pt x="278393" y="175489"/>
                  </a:lnTo>
                  <a:lnTo>
                    <a:pt x="280856" y="175419"/>
                  </a:lnTo>
                  <a:lnTo>
                    <a:pt x="283320" y="175344"/>
                  </a:lnTo>
                  <a:lnTo>
                    <a:pt x="285784" y="175266"/>
                  </a:lnTo>
                  <a:lnTo>
                    <a:pt x="288247" y="175183"/>
                  </a:lnTo>
                  <a:lnTo>
                    <a:pt x="290711" y="175096"/>
                  </a:lnTo>
                  <a:lnTo>
                    <a:pt x="293175" y="175002"/>
                  </a:lnTo>
                  <a:lnTo>
                    <a:pt x="295638" y="174904"/>
                  </a:lnTo>
                  <a:lnTo>
                    <a:pt x="298102" y="174799"/>
                  </a:lnTo>
                  <a:lnTo>
                    <a:pt x="300566" y="174690"/>
                  </a:lnTo>
                  <a:lnTo>
                    <a:pt x="303029" y="174574"/>
                  </a:lnTo>
                  <a:lnTo>
                    <a:pt x="305493" y="174453"/>
                  </a:lnTo>
                  <a:lnTo>
                    <a:pt x="307957" y="174325"/>
                  </a:lnTo>
                  <a:lnTo>
                    <a:pt x="310420" y="174192"/>
                  </a:lnTo>
                  <a:lnTo>
                    <a:pt x="312884" y="174053"/>
                  </a:lnTo>
                  <a:lnTo>
                    <a:pt x="315348" y="173908"/>
                  </a:lnTo>
                  <a:lnTo>
                    <a:pt x="317811" y="173759"/>
                  </a:lnTo>
                  <a:lnTo>
                    <a:pt x="320275" y="173605"/>
                  </a:lnTo>
                  <a:lnTo>
                    <a:pt x="322739" y="173446"/>
                  </a:lnTo>
                  <a:lnTo>
                    <a:pt x="325202" y="173283"/>
                  </a:lnTo>
                  <a:lnTo>
                    <a:pt x="327666" y="173117"/>
                  </a:lnTo>
                  <a:lnTo>
                    <a:pt x="330130" y="172948"/>
                  </a:lnTo>
                  <a:lnTo>
                    <a:pt x="332593" y="172776"/>
                  </a:lnTo>
                  <a:lnTo>
                    <a:pt x="335057" y="172603"/>
                  </a:lnTo>
                  <a:lnTo>
                    <a:pt x="337521" y="172427"/>
                  </a:lnTo>
                  <a:lnTo>
                    <a:pt x="339984" y="172249"/>
                  </a:lnTo>
                  <a:lnTo>
                    <a:pt x="342448" y="172070"/>
                  </a:lnTo>
                  <a:lnTo>
                    <a:pt x="344912" y="171890"/>
                  </a:lnTo>
                  <a:lnTo>
                    <a:pt x="347375" y="171709"/>
                  </a:lnTo>
                  <a:lnTo>
                    <a:pt x="349839" y="171526"/>
                  </a:lnTo>
                  <a:lnTo>
                    <a:pt x="352303" y="171342"/>
                  </a:lnTo>
                  <a:lnTo>
                    <a:pt x="354766" y="171157"/>
                  </a:lnTo>
                  <a:lnTo>
                    <a:pt x="357230" y="170969"/>
                  </a:lnTo>
                  <a:lnTo>
                    <a:pt x="359694" y="170780"/>
                  </a:lnTo>
                  <a:lnTo>
                    <a:pt x="362157" y="170588"/>
                  </a:lnTo>
                  <a:lnTo>
                    <a:pt x="364621" y="170394"/>
                  </a:lnTo>
                  <a:lnTo>
                    <a:pt x="367084" y="170196"/>
                  </a:lnTo>
                  <a:lnTo>
                    <a:pt x="369548" y="169994"/>
                  </a:lnTo>
                  <a:lnTo>
                    <a:pt x="372012" y="169789"/>
                  </a:lnTo>
                  <a:lnTo>
                    <a:pt x="374475" y="169581"/>
                  </a:lnTo>
                  <a:lnTo>
                    <a:pt x="376939" y="169369"/>
                  </a:lnTo>
                  <a:lnTo>
                    <a:pt x="379403" y="169153"/>
                  </a:lnTo>
                  <a:lnTo>
                    <a:pt x="381866" y="168934"/>
                  </a:lnTo>
                  <a:lnTo>
                    <a:pt x="384330" y="168712"/>
                  </a:lnTo>
                  <a:lnTo>
                    <a:pt x="386794" y="168489"/>
                  </a:lnTo>
                  <a:lnTo>
                    <a:pt x="389257" y="168264"/>
                  </a:lnTo>
                  <a:lnTo>
                    <a:pt x="391721" y="168040"/>
                  </a:lnTo>
                  <a:lnTo>
                    <a:pt x="394185" y="167817"/>
                  </a:lnTo>
                  <a:lnTo>
                    <a:pt x="396648" y="167597"/>
                  </a:lnTo>
                  <a:lnTo>
                    <a:pt x="399112" y="167382"/>
                  </a:lnTo>
                  <a:lnTo>
                    <a:pt x="401576" y="167173"/>
                  </a:lnTo>
                  <a:lnTo>
                    <a:pt x="404039" y="166972"/>
                  </a:lnTo>
                  <a:lnTo>
                    <a:pt x="406503" y="166781"/>
                  </a:lnTo>
                  <a:lnTo>
                    <a:pt x="408967" y="166601"/>
                  </a:lnTo>
                  <a:lnTo>
                    <a:pt x="411430" y="166438"/>
                  </a:lnTo>
                  <a:lnTo>
                    <a:pt x="413894" y="166290"/>
                  </a:lnTo>
                  <a:lnTo>
                    <a:pt x="416358" y="166158"/>
                  </a:lnTo>
                  <a:lnTo>
                    <a:pt x="418821" y="166044"/>
                  </a:lnTo>
                  <a:lnTo>
                    <a:pt x="421285" y="165948"/>
                  </a:lnTo>
                  <a:lnTo>
                    <a:pt x="423749" y="165872"/>
                  </a:lnTo>
                  <a:lnTo>
                    <a:pt x="426212" y="165820"/>
                  </a:lnTo>
                  <a:lnTo>
                    <a:pt x="428676" y="165788"/>
                  </a:lnTo>
                  <a:lnTo>
                    <a:pt x="431140" y="165776"/>
                  </a:lnTo>
                  <a:lnTo>
                    <a:pt x="433603" y="165782"/>
                  </a:lnTo>
                  <a:lnTo>
                    <a:pt x="436067" y="165807"/>
                  </a:lnTo>
                  <a:lnTo>
                    <a:pt x="438531" y="165850"/>
                  </a:lnTo>
                  <a:lnTo>
                    <a:pt x="440994" y="165911"/>
                  </a:lnTo>
                  <a:lnTo>
                    <a:pt x="443458" y="165986"/>
                  </a:lnTo>
                  <a:lnTo>
                    <a:pt x="445922" y="166073"/>
                  </a:lnTo>
                  <a:lnTo>
                    <a:pt x="448385" y="166170"/>
                  </a:lnTo>
                  <a:lnTo>
                    <a:pt x="450849" y="166276"/>
                  </a:lnTo>
                  <a:lnTo>
                    <a:pt x="453312" y="166388"/>
                  </a:lnTo>
                  <a:lnTo>
                    <a:pt x="455776" y="166505"/>
                  </a:lnTo>
                  <a:lnTo>
                    <a:pt x="458240" y="166623"/>
                  </a:lnTo>
                  <a:lnTo>
                    <a:pt x="460703" y="166741"/>
                  </a:lnTo>
                  <a:lnTo>
                    <a:pt x="463167" y="166858"/>
                  </a:lnTo>
                  <a:lnTo>
                    <a:pt x="465631" y="166971"/>
                  </a:lnTo>
                  <a:lnTo>
                    <a:pt x="468094" y="167080"/>
                  </a:lnTo>
                  <a:lnTo>
                    <a:pt x="470558" y="167182"/>
                  </a:lnTo>
                  <a:lnTo>
                    <a:pt x="473022" y="167276"/>
                  </a:lnTo>
                  <a:lnTo>
                    <a:pt x="475485" y="167363"/>
                  </a:lnTo>
                  <a:lnTo>
                    <a:pt x="477949" y="167441"/>
                  </a:lnTo>
                  <a:lnTo>
                    <a:pt x="480413" y="167510"/>
                  </a:lnTo>
                  <a:lnTo>
                    <a:pt x="482876" y="167569"/>
                  </a:lnTo>
                  <a:lnTo>
                    <a:pt x="485340" y="167616"/>
                  </a:lnTo>
                  <a:lnTo>
                    <a:pt x="487804" y="167653"/>
                  </a:lnTo>
                  <a:lnTo>
                    <a:pt x="490267" y="167679"/>
                  </a:lnTo>
                  <a:lnTo>
                    <a:pt x="492731" y="167696"/>
                  </a:lnTo>
                  <a:lnTo>
                    <a:pt x="495195" y="167703"/>
                  </a:lnTo>
                  <a:lnTo>
                    <a:pt x="497658" y="167699"/>
                  </a:lnTo>
                  <a:lnTo>
                    <a:pt x="500122" y="167684"/>
                  </a:lnTo>
                  <a:lnTo>
                    <a:pt x="502586" y="167659"/>
                  </a:lnTo>
                  <a:lnTo>
                    <a:pt x="505049" y="167626"/>
                  </a:lnTo>
                  <a:lnTo>
                    <a:pt x="507513" y="167583"/>
                  </a:lnTo>
                  <a:lnTo>
                    <a:pt x="509977" y="167533"/>
                  </a:lnTo>
                  <a:lnTo>
                    <a:pt x="512440" y="167474"/>
                  </a:lnTo>
                  <a:lnTo>
                    <a:pt x="514904" y="167407"/>
                  </a:lnTo>
                  <a:lnTo>
                    <a:pt x="517368" y="167334"/>
                  </a:lnTo>
                  <a:lnTo>
                    <a:pt x="519831" y="167256"/>
                  </a:lnTo>
                  <a:lnTo>
                    <a:pt x="522295" y="167173"/>
                  </a:lnTo>
                  <a:lnTo>
                    <a:pt x="524759" y="167087"/>
                  </a:lnTo>
                  <a:lnTo>
                    <a:pt x="527222" y="166998"/>
                  </a:lnTo>
                  <a:lnTo>
                    <a:pt x="529686" y="166907"/>
                  </a:lnTo>
                  <a:lnTo>
                    <a:pt x="532150" y="166816"/>
                  </a:lnTo>
                  <a:lnTo>
                    <a:pt x="534613" y="166725"/>
                  </a:lnTo>
                  <a:lnTo>
                    <a:pt x="537077" y="166635"/>
                  </a:lnTo>
                  <a:lnTo>
                    <a:pt x="539541" y="166547"/>
                  </a:lnTo>
                  <a:lnTo>
                    <a:pt x="542004" y="166463"/>
                  </a:lnTo>
                  <a:lnTo>
                    <a:pt x="544468" y="166382"/>
                  </a:lnTo>
                  <a:lnTo>
                    <a:pt x="546931" y="166304"/>
                  </a:lnTo>
                  <a:lnTo>
                    <a:pt x="549395" y="166231"/>
                  </a:lnTo>
                  <a:lnTo>
                    <a:pt x="551859" y="166161"/>
                  </a:lnTo>
                  <a:lnTo>
                    <a:pt x="554322" y="166095"/>
                  </a:lnTo>
                  <a:lnTo>
                    <a:pt x="556786" y="166033"/>
                  </a:lnTo>
                  <a:lnTo>
                    <a:pt x="559250" y="165974"/>
                  </a:lnTo>
                  <a:lnTo>
                    <a:pt x="561713" y="165918"/>
                  </a:lnTo>
                  <a:lnTo>
                    <a:pt x="564177" y="165862"/>
                  </a:lnTo>
                  <a:lnTo>
                    <a:pt x="566641" y="165807"/>
                  </a:lnTo>
                  <a:lnTo>
                    <a:pt x="569104" y="165751"/>
                  </a:lnTo>
                  <a:lnTo>
                    <a:pt x="571568" y="165693"/>
                  </a:lnTo>
                  <a:lnTo>
                    <a:pt x="574032" y="165630"/>
                  </a:lnTo>
                  <a:lnTo>
                    <a:pt x="576495" y="165563"/>
                  </a:lnTo>
                  <a:lnTo>
                    <a:pt x="578959" y="165489"/>
                  </a:lnTo>
                  <a:lnTo>
                    <a:pt x="581423" y="165407"/>
                  </a:lnTo>
                  <a:lnTo>
                    <a:pt x="583886" y="165315"/>
                  </a:lnTo>
                  <a:lnTo>
                    <a:pt x="586350" y="165211"/>
                  </a:lnTo>
                  <a:lnTo>
                    <a:pt x="588814" y="165091"/>
                  </a:lnTo>
                  <a:lnTo>
                    <a:pt x="591277" y="164956"/>
                  </a:lnTo>
                  <a:lnTo>
                    <a:pt x="593741" y="164804"/>
                  </a:lnTo>
                  <a:lnTo>
                    <a:pt x="596205" y="164634"/>
                  </a:lnTo>
                  <a:lnTo>
                    <a:pt x="598668" y="164444"/>
                  </a:lnTo>
                  <a:lnTo>
                    <a:pt x="601132" y="164229"/>
                  </a:lnTo>
                  <a:lnTo>
                    <a:pt x="603596" y="163986"/>
                  </a:lnTo>
                  <a:lnTo>
                    <a:pt x="606059" y="163717"/>
                  </a:lnTo>
                  <a:lnTo>
                    <a:pt x="608523" y="163421"/>
                  </a:lnTo>
                  <a:lnTo>
                    <a:pt x="610987" y="163095"/>
                  </a:lnTo>
                  <a:lnTo>
                    <a:pt x="613450" y="162738"/>
                  </a:lnTo>
                  <a:lnTo>
                    <a:pt x="615914" y="162345"/>
                  </a:lnTo>
                  <a:lnTo>
                    <a:pt x="618378" y="161912"/>
                  </a:lnTo>
                  <a:lnTo>
                    <a:pt x="620841" y="161442"/>
                  </a:lnTo>
                  <a:lnTo>
                    <a:pt x="623305" y="160935"/>
                  </a:lnTo>
                  <a:lnTo>
                    <a:pt x="625769" y="160388"/>
                  </a:lnTo>
                  <a:lnTo>
                    <a:pt x="628232" y="159799"/>
                  </a:lnTo>
                  <a:lnTo>
                    <a:pt x="630696" y="159162"/>
                  </a:lnTo>
                  <a:lnTo>
                    <a:pt x="633159" y="158475"/>
                  </a:lnTo>
                  <a:lnTo>
                    <a:pt x="635623" y="157740"/>
                  </a:lnTo>
                  <a:lnTo>
                    <a:pt x="638087" y="156957"/>
                  </a:lnTo>
                  <a:lnTo>
                    <a:pt x="640550" y="156122"/>
                  </a:lnTo>
                  <a:lnTo>
                    <a:pt x="643014" y="155235"/>
                  </a:lnTo>
                  <a:lnTo>
                    <a:pt x="645478" y="154285"/>
                  </a:lnTo>
                  <a:lnTo>
                    <a:pt x="647941" y="153270"/>
                  </a:lnTo>
                  <a:lnTo>
                    <a:pt x="650405" y="152194"/>
                  </a:lnTo>
                  <a:lnTo>
                    <a:pt x="652869" y="151054"/>
                  </a:lnTo>
                  <a:lnTo>
                    <a:pt x="655332" y="149848"/>
                  </a:lnTo>
                  <a:lnTo>
                    <a:pt x="657796" y="148572"/>
                  </a:lnTo>
                  <a:lnTo>
                    <a:pt x="660260" y="147214"/>
                  </a:lnTo>
                  <a:lnTo>
                    <a:pt x="662723" y="145771"/>
                  </a:lnTo>
                  <a:lnTo>
                    <a:pt x="665187" y="144247"/>
                  </a:lnTo>
                  <a:lnTo>
                    <a:pt x="667651" y="142640"/>
                  </a:lnTo>
                  <a:lnTo>
                    <a:pt x="670114" y="140947"/>
                  </a:lnTo>
                  <a:lnTo>
                    <a:pt x="672578" y="139166"/>
                  </a:lnTo>
                  <a:lnTo>
                    <a:pt x="675042" y="137278"/>
                  </a:lnTo>
                  <a:lnTo>
                    <a:pt x="677505" y="135286"/>
                  </a:lnTo>
                  <a:lnTo>
                    <a:pt x="679969" y="133195"/>
                  </a:lnTo>
                  <a:lnTo>
                    <a:pt x="682433" y="131005"/>
                  </a:lnTo>
                  <a:lnTo>
                    <a:pt x="684896" y="128713"/>
                  </a:lnTo>
                  <a:lnTo>
                    <a:pt x="687360" y="126319"/>
                  </a:lnTo>
                  <a:lnTo>
                    <a:pt x="689824" y="123806"/>
                  </a:lnTo>
                  <a:lnTo>
                    <a:pt x="692287" y="121179"/>
                  </a:lnTo>
                  <a:lnTo>
                    <a:pt x="694751" y="118449"/>
                  </a:lnTo>
                  <a:lnTo>
                    <a:pt x="697215" y="115616"/>
                  </a:lnTo>
                  <a:lnTo>
                    <a:pt x="699678" y="112682"/>
                  </a:lnTo>
                  <a:lnTo>
                    <a:pt x="702142" y="109648"/>
                  </a:lnTo>
                  <a:lnTo>
                    <a:pt x="704606" y="106502"/>
                  </a:lnTo>
                  <a:lnTo>
                    <a:pt x="707069" y="103255"/>
                  </a:lnTo>
                  <a:lnTo>
                    <a:pt x="709533" y="99918"/>
                  </a:lnTo>
                  <a:lnTo>
                    <a:pt x="711997" y="96497"/>
                  </a:lnTo>
                  <a:lnTo>
                    <a:pt x="714460" y="92995"/>
                  </a:lnTo>
                  <a:lnTo>
                    <a:pt x="716924" y="89419"/>
                  </a:lnTo>
                  <a:lnTo>
                    <a:pt x="719388" y="85762"/>
                  </a:lnTo>
                  <a:lnTo>
                    <a:pt x="721851" y="82040"/>
                  </a:lnTo>
                  <a:lnTo>
                    <a:pt x="724315" y="78266"/>
                  </a:lnTo>
                  <a:lnTo>
                    <a:pt x="726778" y="74448"/>
                  </a:lnTo>
                  <a:lnTo>
                    <a:pt x="729242" y="70594"/>
                  </a:lnTo>
                  <a:lnTo>
                    <a:pt x="731706" y="66712"/>
                  </a:lnTo>
                  <a:lnTo>
                    <a:pt x="734169" y="62810"/>
                  </a:lnTo>
                  <a:lnTo>
                    <a:pt x="736633" y="58905"/>
                  </a:lnTo>
                  <a:lnTo>
                    <a:pt x="739097" y="55008"/>
                  </a:lnTo>
                  <a:lnTo>
                    <a:pt x="741560" y="51131"/>
                  </a:lnTo>
                  <a:lnTo>
                    <a:pt x="744024" y="47284"/>
                  </a:lnTo>
                  <a:lnTo>
                    <a:pt x="746488" y="43480"/>
                  </a:lnTo>
                  <a:lnTo>
                    <a:pt x="748951" y="39745"/>
                  </a:lnTo>
                  <a:lnTo>
                    <a:pt x="751415" y="36091"/>
                  </a:lnTo>
                  <a:lnTo>
                    <a:pt x="753879" y="32526"/>
                  </a:lnTo>
                  <a:lnTo>
                    <a:pt x="756342" y="29063"/>
                  </a:lnTo>
                  <a:lnTo>
                    <a:pt x="758806" y="25717"/>
                  </a:lnTo>
                  <a:lnTo>
                    <a:pt x="761270" y="22501"/>
                  </a:lnTo>
                  <a:lnTo>
                    <a:pt x="763733" y="19459"/>
                  </a:lnTo>
                  <a:lnTo>
                    <a:pt x="766197" y="16593"/>
                  </a:lnTo>
                  <a:lnTo>
                    <a:pt x="768661" y="13905"/>
                  </a:lnTo>
                  <a:lnTo>
                    <a:pt x="771124" y="11409"/>
                  </a:lnTo>
                  <a:lnTo>
                    <a:pt x="773588" y="9117"/>
                  </a:lnTo>
                  <a:lnTo>
                    <a:pt x="776052" y="7041"/>
                  </a:lnTo>
                  <a:lnTo>
                    <a:pt x="778515" y="5240"/>
                  </a:lnTo>
                  <a:lnTo>
                    <a:pt x="780979" y="3697"/>
                  </a:lnTo>
                  <a:lnTo>
                    <a:pt x="783443" y="2408"/>
                  </a:lnTo>
                  <a:lnTo>
                    <a:pt x="785906" y="1381"/>
                  </a:lnTo>
                  <a:lnTo>
                    <a:pt x="788370" y="623"/>
                  </a:lnTo>
                  <a:lnTo>
                    <a:pt x="790834" y="142"/>
                  </a:lnTo>
                  <a:lnTo>
                    <a:pt x="793297" y="0"/>
                  </a:lnTo>
                  <a:lnTo>
                    <a:pt x="795761" y="158"/>
                  </a:lnTo>
                  <a:lnTo>
                    <a:pt x="798225" y="605"/>
                  </a:lnTo>
                  <a:lnTo>
                    <a:pt x="800688" y="1341"/>
                  </a:lnTo>
                  <a:lnTo>
                    <a:pt x="803152" y="2364"/>
                  </a:lnTo>
                  <a:lnTo>
                    <a:pt x="805616" y="3673"/>
                  </a:lnTo>
                  <a:lnTo>
                    <a:pt x="808079" y="5321"/>
                  </a:lnTo>
                  <a:lnTo>
                    <a:pt x="810543" y="7253"/>
                  </a:lnTo>
                  <a:lnTo>
                    <a:pt x="813006" y="9449"/>
                  </a:lnTo>
                  <a:lnTo>
                    <a:pt x="815470" y="11902"/>
                  </a:lnTo>
                  <a:lnTo>
                    <a:pt x="817934" y="14600"/>
                  </a:lnTo>
                  <a:lnTo>
                    <a:pt x="820397" y="17534"/>
                  </a:lnTo>
                  <a:lnTo>
                    <a:pt x="822861" y="20735"/>
                  </a:lnTo>
                  <a:lnTo>
                    <a:pt x="825325" y="24145"/>
                  </a:lnTo>
                  <a:lnTo>
                    <a:pt x="827788" y="27743"/>
                  </a:lnTo>
                  <a:lnTo>
                    <a:pt x="830252" y="31512"/>
                  </a:lnTo>
                  <a:lnTo>
                    <a:pt x="832716" y="35439"/>
                  </a:lnTo>
                  <a:lnTo>
                    <a:pt x="835179" y="39508"/>
                  </a:lnTo>
                  <a:lnTo>
                    <a:pt x="837643" y="43725"/>
                  </a:lnTo>
                  <a:lnTo>
                    <a:pt x="840107" y="48046"/>
                  </a:lnTo>
                  <a:lnTo>
                    <a:pt x="842570" y="52450"/>
                  </a:lnTo>
                  <a:lnTo>
                    <a:pt x="845034" y="56923"/>
                  </a:lnTo>
                  <a:lnTo>
                    <a:pt x="847498" y="61448"/>
                  </a:lnTo>
                  <a:lnTo>
                    <a:pt x="849961" y="66012"/>
                  </a:lnTo>
                  <a:lnTo>
                    <a:pt x="852425" y="70599"/>
                  </a:lnTo>
                  <a:lnTo>
                    <a:pt x="854889" y="75187"/>
                  </a:lnTo>
                  <a:lnTo>
                    <a:pt x="857352" y="79763"/>
                  </a:lnTo>
                  <a:lnTo>
                    <a:pt x="859816" y="84313"/>
                  </a:lnTo>
                  <a:lnTo>
                    <a:pt x="862280" y="88826"/>
                  </a:lnTo>
                  <a:lnTo>
                    <a:pt x="864743" y="93290"/>
                  </a:lnTo>
                  <a:lnTo>
                    <a:pt x="867207" y="97677"/>
                  </a:lnTo>
                  <a:lnTo>
                    <a:pt x="869671" y="101986"/>
                  </a:lnTo>
                  <a:lnTo>
                    <a:pt x="872134" y="106211"/>
                  </a:lnTo>
                  <a:lnTo>
                    <a:pt x="874598" y="110341"/>
                  </a:lnTo>
                  <a:lnTo>
                    <a:pt x="877062" y="114371"/>
                  </a:lnTo>
                  <a:lnTo>
                    <a:pt x="879525" y="118291"/>
                  </a:lnTo>
                  <a:lnTo>
                    <a:pt x="881989" y="122065"/>
                  </a:lnTo>
                  <a:lnTo>
                    <a:pt x="884453" y="125714"/>
                  </a:lnTo>
                  <a:lnTo>
                    <a:pt x="886916" y="129232"/>
                  </a:lnTo>
                  <a:lnTo>
                    <a:pt x="889380" y="132615"/>
                  </a:lnTo>
                  <a:lnTo>
                    <a:pt x="891844" y="135861"/>
                  </a:lnTo>
                  <a:lnTo>
                    <a:pt x="894307" y="138966"/>
                  </a:lnTo>
                  <a:lnTo>
                    <a:pt x="896771" y="141891"/>
                  </a:lnTo>
                  <a:lnTo>
                    <a:pt x="899235" y="144670"/>
                  </a:lnTo>
                  <a:lnTo>
                    <a:pt x="901698" y="147303"/>
                  </a:lnTo>
                  <a:lnTo>
                    <a:pt x="904162" y="149790"/>
                  </a:lnTo>
                  <a:lnTo>
                    <a:pt x="906625" y="152132"/>
                  </a:lnTo>
                  <a:lnTo>
                    <a:pt x="909089" y="154329"/>
                  </a:lnTo>
                  <a:lnTo>
                    <a:pt x="911553" y="156351"/>
                  </a:lnTo>
                  <a:lnTo>
                    <a:pt x="914016" y="158234"/>
                  </a:lnTo>
                  <a:lnTo>
                    <a:pt x="916480" y="159984"/>
                  </a:lnTo>
                  <a:lnTo>
                    <a:pt x="918944" y="161603"/>
                  </a:lnTo>
                  <a:lnTo>
                    <a:pt x="921407" y="163095"/>
                  </a:lnTo>
                  <a:lnTo>
                    <a:pt x="923871" y="164465"/>
                  </a:lnTo>
                  <a:lnTo>
                    <a:pt x="926335" y="165692"/>
                  </a:lnTo>
                  <a:lnTo>
                    <a:pt x="928798" y="166811"/>
                  </a:lnTo>
                  <a:lnTo>
                    <a:pt x="931262" y="167827"/>
                  </a:lnTo>
                  <a:lnTo>
                    <a:pt x="933726" y="168745"/>
                  </a:lnTo>
                  <a:lnTo>
                    <a:pt x="936189" y="169571"/>
                  </a:lnTo>
                  <a:lnTo>
                    <a:pt x="938653" y="170309"/>
                  </a:lnTo>
                  <a:lnTo>
                    <a:pt x="941117" y="170949"/>
                  </a:lnTo>
                  <a:lnTo>
                    <a:pt x="943580" y="171518"/>
                  </a:lnTo>
                  <a:lnTo>
                    <a:pt x="946044" y="172020"/>
                  </a:lnTo>
                  <a:lnTo>
                    <a:pt x="948508" y="172461"/>
                  </a:lnTo>
                  <a:lnTo>
                    <a:pt x="950971" y="172845"/>
                  </a:lnTo>
                  <a:lnTo>
                    <a:pt x="953435" y="173176"/>
                  </a:lnTo>
                  <a:lnTo>
                    <a:pt x="955899" y="173451"/>
                  </a:lnTo>
                  <a:lnTo>
                    <a:pt x="958362" y="173687"/>
                  </a:lnTo>
                  <a:lnTo>
                    <a:pt x="960826" y="173888"/>
                  </a:lnTo>
                  <a:lnTo>
                    <a:pt x="963290" y="174057"/>
                  </a:lnTo>
                  <a:lnTo>
                    <a:pt x="965753" y="174197"/>
                  </a:lnTo>
                  <a:lnTo>
                    <a:pt x="968217" y="174313"/>
                  </a:lnTo>
                  <a:lnTo>
                    <a:pt x="970681" y="174404"/>
                  </a:lnTo>
                  <a:lnTo>
                    <a:pt x="973144" y="174479"/>
                  </a:lnTo>
                  <a:lnTo>
                    <a:pt x="975608" y="174541"/>
                  </a:lnTo>
                  <a:lnTo>
                    <a:pt x="978072" y="174591"/>
                  </a:lnTo>
                  <a:lnTo>
                    <a:pt x="980535" y="174633"/>
                  </a:lnTo>
                  <a:lnTo>
                    <a:pt x="982999" y="174668"/>
                  </a:lnTo>
                  <a:lnTo>
                    <a:pt x="985463" y="174697"/>
                  </a:lnTo>
                  <a:lnTo>
                    <a:pt x="987926" y="174725"/>
                  </a:lnTo>
                  <a:lnTo>
                    <a:pt x="990390" y="174751"/>
                  </a:lnTo>
                  <a:lnTo>
                    <a:pt x="992853" y="174777"/>
                  </a:lnTo>
                  <a:lnTo>
                    <a:pt x="995317" y="174805"/>
                  </a:lnTo>
                  <a:lnTo>
                    <a:pt x="997781" y="174834"/>
                  </a:lnTo>
                  <a:lnTo>
                    <a:pt x="1000244" y="174866"/>
                  </a:lnTo>
                  <a:lnTo>
                    <a:pt x="1002708" y="174900"/>
                  </a:lnTo>
                  <a:lnTo>
                    <a:pt x="1005172" y="174937"/>
                  </a:lnTo>
                  <a:lnTo>
                    <a:pt x="1007635" y="174977"/>
                  </a:lnTo>
                  <a:lnTo>
                    <a:pt x="1010099" y="175019"/>
                  </a:lnTo>
                  <a:lnTo>
                    <a:pt x="1012563" y="175063"/>
                  </a:lnTo>
                  <a:lnTo>
                    <a:pt x="1015026" y="175109"/>
                  </a:lnTo>
                  <a:lnTo>
                    <a:pt x="1017490" y="175155"/>
                  </a:lnTo>
                  <a:lnTo>
                    <a:pt x="1019954" y="175201"/>
                  </a:lnTo>
                  <a:lnTo>
                    <a:pt x="1022417" y="175246"/>
                  </a:lnTo>
                  <a:lnTo>
                    <a:pt x="1024881" y="175290"/>
                  </a:lnTo>
                  <a:lnTo>
                    <a:pt x="1027345" y="175331"/>
                  </a:lnTo>
                  <a:lnTo>
                    <a:pt x="1029808" y="175367"/>
                  </a:lnTo>
                  <a:lnTo>
                    <a:pt x="1032272" y="175399"/>
                  </a:lnTo>
                  <a:lnTo>
                    <a:pt x="1034736" y="175426"/>
                  </a:lnTo>
                  <a:lnTo>
                    <a:pt x="1037199" y="175447"/>
                  </a:lnTo>
                  <a:lnTo>
                    <a:pt x="1039663" y="175461"/>
                  </a:lnTo>
                  <a:lnTo>
                    <a:pt x="1042127" y="175468"/>
                  </a:lnTo>
                  <a:lnTo>
                    <a:pt x="1044590" y="175465"/>
                  </a:lnTo>
                  <a:lnTo>
                    <a:pt x="1047054" y="175453"/>
                  </a:lnTo>
                  <a:lnTo>
                    <a:pt x="1049518" y="175432"/>
                  </a:lnTo>
                  <a:lnTo>
                    <a:pt x="1051981" y="175402"/>
                  </a:lnTo>
                  <a:lnTo>
                    <a:pt x="1054445" y="175362"/>
                  </a:lnTo>
                  <a:lnTo>
                    <a:pt x="1056909" y="175311"/>
                  </a:lnTo>
                  <a:lnTo>
                    <a:pt x="1059372" y="175249"/>
                  </a:lnTo>
                  <a:lnTo>
                    <a:pt x="1061836" y="175176"/>
                  </a:lnTo>
                  <a:lnTo>
                    <a:pt x="1064300" y="175094"/>
                  </a:lnTo>
                  <a:lnTo>
                    <a:pt x="1066763" y="175001"/>
                  </a:lnTo>
                  <a:lnTo>
                    <a:pt x="1069227" y="174898"/>
                  </a:lnTo>
                  <a:lnTo>
                    <a:pt x="1071691" y="174785"/>
                  </a:lnTo>
                  <a:lnTo>
                    <a:pt x="1074154" y="174661"/>
                  </a:lnTo>
                  <a:lnTo>
                    <a:pt x="1076618" y="174527"/>
                  </a:lnTo>
                  <a:lnTo>
                    <a:pt x="1079082" y="174385"/>
                  </a:lnTo>
                  <a:lnTo>
                    <a:pt x="1081545" y="174234"/>
                  </a:lnTo>
                  <a:lnTo>
                    <a:pt x="1084009" y="174075"/>
                  </a:lnTo>
                  <a:lnTo>
                    <a:pt x="1086472" y="173908"/>
                  </a:lnTo>
                  <a:lnTo>
                    <a:pt x="1088936" y="173733"/>
                  </a:lnTo>
                  <a:lnTo>
                    <a:pt x="1091400" y="173551"/>
                  </a:lnTo>
                  <a:lnTo>
                    <a:pt x="1093863" y="173364"/>
                  </a:lnTo>
                  <a:lnTo>
                    <a:pt x="1096327" y="173170"/>
                  </a:lnTo>
                  <a:lnTo>
                    <a:pt x="1098791" y="172972"/>
                  </a:lnTo>
                  <a:lnTo>
                    <a:pt x="1101254" y="172769"/>
                  </a:lnTo>
                  <a:lnTo>
                    <a:pt x="1103718" y="172561"/>
                  </a:lnTo>
                  <a:lnTo>
                    <a:pt x="1106182" y="172350"/>
                  </a:lnTo>
                  <a:lnTo>
                    <a:pt x="1108645" y="172136"/>
                  </a:lnTo>
                  <a:lnTo>
                    <a:pt x="1111109" y="171919"/>
                  </a:lnTo>
                  <a:lnTo>
                    <a:pt x="1113573" y="171699"/>
                  </a:lnTo>
                  <a:lnTo>
                    <a:pt x="1116036" y="171477"/>
                  </a:lnTo>
                  <a:lnTo>
                    <a:pt x="1118500" y="171252"/>
                  </a:lnTo>
                  <a:lnTo>
                    <a:pt x="1120964" y="171026"/>
                  </a:lnTo>
                  <a:lnTo>
                    <a:pt x="1123427" y="170798"/>
                  </a:lnTo>
                  <a:lnTo>
                    <a:pt x="1125891" y="170568"/>
                  </a:lnTo>
                  <a:lnTo>
                    <a:pt x="1128355" y="170337"/>
                  </a:lnTo>
                  <a:lnTo>
                    <a:pt x="1130818" y="170104"/>
                  </a:lnTo>
                  <a:lnTo>
                    <a:pt x="1133282" y="169869"/>
                  </a:lnTo>
                  <a:lnTo>
                    <a:pt x="1135746" y="169633"/>
                  </a:lnTo>
                  <a:lnTo>
                    <a:pt x="1138209" y="169396"/>
                  </a:lnTo>
                  <a:lnTo>
                    <a:pt x="1140673" y="169156"/>
                  </a:lnTo>
                  <a:lnTo>
                    <a:pt x="1143137" y="168916"/>
                  </a:lnTo>
                  <a:lnTo>
                    <a:pt x="1145600" y="168674"/>
                  </a:lnTo>
                  <a:lnTo>
                    <a:pt x="1148064" y="168431"/>
                  </a:lnTo>
                  <a:lnTo>
                    <a:pt x="1150528" y="168187"/>
                  </a:lnTo>
                  <a:lnTo>
                    <a:pt x="1152991" y="167943"/>
                  </a:lnTo>
                  <a:lnTo>
                    <a:pt x="1155455" y="167697"/>
                  </a:lnTo>
                  <a:lnTo>
                    <a:pt x="1157919" y="167451"/>
                  </a:lnTo>
                  <a:lnTo>
                    <a:pt x="1160382" y="167205"/>
                  </a:lnTo>
                  <a:lnTo>
                    <a:pt x="1162846" y="166959"/>
                  </a:lnTo>
                  <a:lnTo>
                    <a:pt x="1165310" y="166713"/>
                  </a:lnTo>
                  <a:lnTo>
                    <a:pt x="1167773" y="166467"/>
                  </a:lnTo>
                  <a:lnTo>
                    <a:pt x="1170237" y="166221"/>
                  </a:lnTo>
                  <a:lnTo>
                    <a:pt x="1172701" y="165976"/>
                  </a:lnTo>
                  <a:lnTo>
                    <a:pt x="1175164" y="165730"/>
                  </a:lnTo>
                  <a:lnTo>
                    <a:pt x="1177628" y="165484"/>
                  </a:lnTo>
                  <a:lnTo>
                    <a:pt x="1180091" y="165239"/>
                  </a:lnTo>
                  <a:lnTo>
                    <a:pt x="1182555" y="164992"/>
                  </a:lnTo>
                  <a:lnTo>
                    <a:pt x="1185019" y="164746"/>
                  </a:lnTo>
                  <a:lnTo>
                    <a:pt x="1187482" y="164499"/>
                  </a:lnTo>
                  <a:lnTo>
                    <a:pt x="1189946" y="164251"/>
                  </a:lnTo>
                  <a:lnTo>
                    <a:pt x="1192410" y="164003"/>
                  </a:lnTo>
                  <a:lnTo>
                    <a:pt x="1194873" y="163755"/>
                  </a:lnTo>
                  <a:lnTo>
                    <a:pt x="1197337" y="163507"/>
                  </a:lnTo>
                  <a:lnTo>
                    <a:pt x="1199801" y="163260"/>
                  </a:lnTo>
                  <a:lnTo>
                    <a:pt x="1202264" y="163014"/>
                  </a:lnTo>
                  <a:lnTo>
                    <a:pt x="1204728" y="162772"/>
                  </a:lnTo>
                  <a:lnTo>
                    <a:pt x="1207192" y="162536"/>
                  </a:lnTo>
                  <a:lnTo>
                    <a:pt x="1209655" y="162307"/>
                  </a:lnTo>
                  <a:lnTo>
                    <a:pt x="1212119" y="162087"/>
                  </a:lnTo>
                  <a:lnTo>
                    <a:pt x="1214583" y="161878"/>
                  </a:lnTo>
                  <a:lnTo>
                    <a:pt x="1217046" y="161683"/>
                  </a:lnTo>
                  <a:lnTo>
                    <a:pt x="1219510" y="161508"/>
                  </a:lnTo>
                  <a:lnTo>
                    <a:pt x="1221974" y="161357"/>
                  </a:lnTo>
                  <a:lnTo>
                    <a:pt x="1224437" y="161231"/>
                  </a:lnTo>
                  <a:lnTo>
                    <a:pt x="1226901" y="161134"/>
                  </a:lnTo>
                  <a:lnTo>
                    <a:pt x="1229365" y="161068"/>
                  </a:lnTo>
                  <a:lnTo>
                    <a:pt x="1231828" y="161036"/>
                  </a:lnTo>
                  <a:lnTo>
                    <a:pt x="1234292" y="161049"/>
                  </a:lnTo>
                  <a:lnTo>
                    <a:pt x="1236756" y="161108"/>
                  </a:lnTo>
                  <a:lnTo>
                    <a:pt x="1239219" y="161210"/>
                  </a:lnTo>
                  <a:lnTo>
                    <a:pt x="1241683" y="161358"/>
                  </a:lnTo>
                  <a:lnTo>
                    <a:pt x="1244147" y="161553"/>
                  </a:lnTo>
                  <a:lnTo>
                    <a:pt x="1246610" y="161795"/>
                  </a:lnTo>
                  <a:lnTo>
                    <a:pt x="1249074" y="162092"/>
                  </a:lnTo>
                  <a:lnTo>
                    <a:pt x="1251538" y="162440"/>
                  </a:lnTo>
                  <a:lnTo>
                    <a:pt x="1254001" y="162832"/>
                  </a:lnTo>
                  <a:lnTo>
                    <a:pt x="1256465" y="163266"/>
                  </a:lnTo>
                  <a:lnTo>
                    <a:pt x="1258929" y="163739"/>
                  </a:lnTo>
                  <a:lnTo>
                    <a:pt x="1258929" y="176476"/>
                  </a:lnTo>
                  <a:lnTo>
                    <a:pt x="1256465" y="176476"/>
                  </a:lnTo>
                  <a:lnTo>
                    <a:pt x="1254001" y="176476"/>
                  </a:lnTo>
                  <a:lnTo>
                    <a:pt x="1251538" y="176476"/>
                  </a:lnTo>
                  <a:lnTo>
                    <a:pt x="1249074" y="176476"/>
                  </a:lnTo>
                  <a:lnTo>
                    <a:pt x="1246610" y="176476"/>
                  </a:lnTo>
                  <a:lnTo>
                    <a:pt x="1244147" y="176476"/>
                  </a:lnTo>
                  <a:lnTo>
                    <a:pt x="1241683" y="176476"/>
                  </a:lnTo>
                  <a:lnTo>
                    <a:pt x="1239219" y="176476"/>
                  </a:lnTo>
                  <a:lnTo>
                    <a:pt x="1236756" y="176476"/>
                  </a:lnTo>
                  <a:lnTo>
                    <a:pt x="1234292" y="176476"/>
                  </a:lnTo>
                  <a:lnTo>
                    <a:pt x="1231828" y="176476"/>
                  </a:lnTo>
                  <a:lnTo>
                    <a:pt x="1229365" y="176476"/>
                  </a:lnTo>
                  <a:lnTo>
                    <a:pt x="1226901" y="176476"/>
                  </a:lnTo>
                  <a:lnTo>
                    <a:pt x="1224437" y="176476"/>
                  </a:lnTo>
                  <a:lnTo>
                    <a:pt x="1221974" y="176476"/>
                  </a:lnTo>
                  <a:lnTo>
                    <a:pt x="1219510" y="176476"/>
                  </a:lnTo>
                  <a:lnTo>
                    <a:pt x="1217046" y="176476"/>
                  </a:lnTo>
                  <a:lnTo>
                    <a:pt x="1214583" y="176476"/>
                  </a:lnTo>
                  <a:lnTo>
                    <a:pt x="1212119" y="176476"/>
                  </a:lnTo>
                  <a:lnTo>
                    <a:pt x="1209655" y="176476"/>
                  </a:lnTo>
                  <a:lnTo>
                    <a:pt x="1207192" y="176476"/>
                  </a:lnTo>
                  <a:lnTo>
                    <a:pt x="1204728" y="176476"/>
                  </a:lnTo>
                  <a:lnTo>
                    <a:pt x="1202264" y="176476"/>
                  </a:lnTo>
                  <a:lnTo>
                    <a:pt x="1199801" y="176476"/>
                  </a:lnTo>
                  <a:lnTo>
                    <a:pt x="1197337" y="176476"/>
                  </a:lnTo>
                  <a:lnTo>
                    <a:pt x="1194873" y="176476"/>
                  </a:lnTo>
                  <a:lnTo>
                    <a:pt x="1192410" y="176476"/>
                  </a:lnTo>
                  <a:lnTo>
                    <a:pt x="1189946" y="176476"/>
                  </a:lnTo>
                  <a:lnTo>
                    <a:pt x="1187482" y="176476"/>
                  </a:lnTo>
                  <a:lnTo>
                    <a:pt x="1185019" y="176476"/>
                  </a:lnTo>
                  <a:lnTo>
                    <a:pt x="1182555" y="176476"/>
                  </a:lnTo>
                  <a:lnTo>
                    <a:pt x="1180091" y="176476"/>
                  </a:lnTo>
                  <a:lnTo>
                    <a:pt x="1177628" y="176476"/>
                  </a:lnTo>
                  <a:lnTo>
                    <a:pt x="1175164" y="176476"/>
                  </a:lnTo>
                  <a:lnTo>
                    <a:pt x="1172701" y="176476"/>
                  </a:lnTo>
                  <a:lnTo>
                    <a:pt x="1170237" y="176476"/>
                  </a:lnTo>
                  <a:lnTo>
                    <a:pt x="1167773" y="176476"/>
                  </a:lnTo>
                  <a:lnTo>
                    <a:pt x="1165310" y="176476"/>
                  </a:lnTo>
                  <a:lnTo>
                    <a:pt x="1162846" y="176476"/>
                  </a:lnTo>
                  <a:lnTo>
                    <a:pt x="1160382" y="176476"/>
                  </a:lnTo>
                  <a:lnTo>
                    <a:pt x="1157919" y="176476"/>
                  </a:lnTo>
                  <a:lnTo>
                    <a:pt x="1155455" y="176476"/>
                  </a:lnTo>
                  <a:lnTo>
                    <a:pt x="1152991" y="176476"/>
                  </a:lnTo>
                  <a:lnTo>
                    <a:pt x="1150528" y="176476"/>
                  </a:lnTo>
                  <a:lnTo>
                    <a:pt x="1148064" y="176476"/>
                  </a:lnTo>
                  <a:lnTo>
                    <a:pt x="1145600" y="176476"/>
                  </a:lnTo>
                  <a:lnTo>
                    <a:pt x="1143137" y="176476"/>
                  </a:lnTo>
                  <a:lnTo>
                    <a:pt x="1140673" y="176476"/>
                  </a:lnTo>
                  <a:lnTo>
                    <a:pt x="1138209" y="176476"/>
                  </a:lnTo>
                  <a:lnTo>
                    <a:pt x="1135746" y="176476"/>
                  </a:lnTo>
                  <a:lnTo>
                    <a:pt x="1133282" y="176476"/>
                  </a:lnTo>
                  <a:lnTo>
                    <a:pt x="1130818" y="176476"/>
                  </a:lnTo>
                  <a:lnTo>
                    <a:pt x="1128355" y="176476"/>
                  </a:lnTo>
                  <a:lnTo>
                    <a:pt x="1125891" y="176476"/>
                  </a:lnTo>
                  <a:lnTo>
                    <a:pt x="1123427" y="176476"/>
                  </a:lnTo>
                  <a:lnTo>
                    <a:pt x="1120964" y="176476"/>
                  </a:lnTo>
                  <a:lnTo>
                    <a:pt x="1118500" y="176476"/>
                  </a:lnTo>
                  <a:lnTo>
                    <a:pt x="1116036" y="176476"/>
                  </a:lnTo>
                  <a:lnTo>
                    <a:pt x="1113573" y="176476"/>
                  </a:lnTo>
                  <a:lnTo>
                    <a:pt x="1111109" y="176476"/>
                  </a:lnTo>
                  <a:lnTo>
                    <a:pt x="1108645" y="176476"/>
                  </a:lnTo>
                  <a:lnTo>
                    <a:pt x="1106182" y="176476"/>
                  </a:lnTo>
                  <a:lnTo>
                    <a:pt x="1103718" y="176476"/>
                  </a:lnTo>
                  <a:lnTo>
                    <a:pt x="1101254" y="176476"/>
                  </a:lnTo>
                  <a:lnTo>
                    <a:pt x="1098791" y="176476"/>
                  </a:lnTo>
                  <a:lnTo>
                    <a:pt x="1096327" y="176476"/>
                  </a:lnTo>
                  <a:lnTo>
                    <a:pt x="1093863" y="176476"/>
                  </a:lnTo>
                  <a:lnTo>
                    <a:pt x="1091400" y="176476"/>
                  </a:lnTo>
                  <a:lnTo>
                    <a:pt x="1088936" y="176476"/>
                  </a:lnTo>
                  <a:lnTo>
                    <a:pt x="1086472" y="176476"/>
                  </a:lnTo>
                  <a:lnTo>
                    <a:pt x="1084009" y="176476"/>
                  </a:lnTo>
                  <a:lnTo>
                    <a:pt x="1081545" y="176476"/>
                  </a:lnTo>
                  <a:lnTo>
                    <a:pt x="1079082" y="176476"/>
                  </a:lnTo>
                  <a:lnTo>
                    <a:pt x="1076618" y="176476"/>
                  </a:lnTo>
                  <a:lnTo>
                    <a:pt x="1074154" y="176476"/>
                  </a:lnTo>
                  <a:lnTo>
                    <a:pt x="1071691" y="176476"/>
                  </a:lnTo>
                  <a:lnTo>
                    <a:pt x="1069227" y="176476"/>
                  </a:lnTo>
                  <a:lnTo>
                    <a:pt x="1066763" y="176476"/>
                  </a:lnTo>
                  <a:lnTo>
                    <a:pt x="1064300" y="176476"/>
                  </a:lnTo>
                  <a:lnTo>
                    <a:pt x="1061836" y="176476"/>
                  </a:lnTo>
                  <a:lnTo>
                    <a:pt x="1059372" y="176476"/>
                  </a:lnTo>
                  <a:lnTo>
                    <a:pt x="1056909" y="176476"/>
                  </a:lnTo>
                  <a:lnTo>
                    <a:pt x="1054445" y="176476"/>
                  </a:lnTo>
                  <a:lnTo>
                    <a:pt x="1051981" y="176476"/>
                  </a:lnTo>
                  <a:lnTo>
                    <a:pt x="1049518" y="176476"/>
                  </a:lnTo>
                  <a:lnTo>
                    <a:pt x="1047054" y="176476"/>
                  </a:lnTo>
                  <a:lnTo>
                    <a:pt x="1044590" y="176476"/>
                  </a:lnTo>
                  <a:lnTo>
                    <a:pt x="1042127" y="176476"/>
                  </a:lnTo>
                  <a:lnTo>
                    <a:pt x="1039663" y="176476"/>
                  </a:lnTo>
                  <a:lnTo>
                    <a:pt x="1037199" y="176476"/>
                  </a:lnTo>
                  <a:lnTo>
                    <a:pt x="1034736" y="176476"/>
                  </a:lnTo>
                  <a:lnTo>
                    <a:pt x="1032272" y="176476"/>
                  </a:lnTo>
                  <a:lnTo>
                    <a:pt x="1029808" y="176476"/>
                  </a:lnTo>
                  <a:lnTo>
                    <a:pt x="1027345" y="176476"/>
                  </a:lnTo>
                  <a:lnTo>
                    <a:pt x="1024881" y="176476"/>
                  </a:lnTo>
                  <a:lnTo>
                    <a:pt x="1022417" y="176476"/>
                  </a:lnTo>
                  <a:lnTo>
                    <a:pt x="1019954" y="176476"/>
                  </a:lnTo>
                  <a:lnTo>
                    <a:pt x="1017490" y="176476"/>
                  </a:lnTo>
                  <a:lnTo>
                    <a:pt x="1015026" y="176476"/>
                  </a:lnTo>
                  <a:lnTo>
                    <a:pt x="1012563" y="176476"/>
                  </a:lnTo>
                  <a:lnTo>
                    <a:pt x="1010099" y="176476"/>
                  </a:lnTo>
                  <a:lnTo>
                    <a:pt x="1007635" y="176476"/>
                  </a:lnTo>
                  <a:lnTo>
                    <a:pt x="1005172" y="176476"/>
                  </a:lnTo>
                  <a:lnTo>
                    <a:pt x="1002708" y="176476"/>
                  </a:lnTo>
                  <a:lnTo>
                    <a:pt x="1000244" y="176476"/>
                  </a:lnTo>
                  <a:lnTo>
                    <a:pt x="997781" y="176476"/>
                  </a:lnTo>
                  <a:lnTo>
                    <a:pt x="995317" y="176476"/>
                  </a:lnTo>
                  <a:lnTo>
                    <a:pt x="992853" y="176476"/>
                  </a:lnTo>
                  <a:lnTo>
                    <a:pt x="990390" y="176476"/>
                  </a:lnTo>
                  <a:lnTo>
                    <a:pt x="987926" y="176476"/>
                  </a:lnTo>
                  <a:lnTo>
                    <a:pt x="985463" y="176476"/>
                  </a:lnTo>
                  <a:lnTo>
                    <a:pt x="982999" y="176476"/>
                  </a:lnTo>
                  <a:lnTo>
                    <a:pt x="980535" y="176476"/>
                  </a:lnTo>
                  <a:lnTo>
                    <a:pt x="978072" y="176476"/>
                  </a:lnTo>
                  <a:lnTo>
                    <a:pt x="975608" y="176476"/>
                  </a:lnTo>
                  <a:lnTo>
                    <a:pt x="973144" y="176476"/>
                  </a:lnTo>
                  <a:lnTo>
                    <a:pt x="970681" y="176476"/>
                  </a:lnTo>
                  <a:lnTo>
                    <a:pt x="968217" y="176476"/>
                  </a:lnTo>
                  <a:lnTo>
                    <a:pt x="965753" y="176476"/>
                  </a:lnTo>
                  <a:lnTo>
                    <a:pt x="963290" y="176476"/>
                  </a:lnTo>
                  <a:lnTo>
                    <a:pt x="960826" y="176476"/>
                  </a:lnTo>
                  <a:lnTo>
                    <a:pt x="958362" y="176476"/>
                  </a:lnTo>
                  <a:lnTo>
                    <a:pt x="955899" y="176476"/>
                  </a:lnTo>
                  <a:lnTo>
                    <a:pt x="953435" y="176476"/>
                  </a:lnTo>
                  <a:lnTo>
                    <a:pt x="950971" y="176476"/>
                  </a:lnTo>
                  <a:lnTo>
                    <a:pt x="948508" y="176476"/>
                  </a:lnTo>
                  <a:lnTo>
                    <a:pt x="946044" y="176476"/>
                  </a:lnTo>
                  <a:lnTo>
                    <a:pt x="943580" y="176476"/>
                  </a:lnTo>
                  <a:lnTo>
                    <a:pt x="941117" y="176476"/>
                  </a:lnTo>
                  <a:lnTo>
                    <a:pt x="938653" y="176476"/>
                  </a:lnTo>
                  <a:lnTo>
                    <a:pt x="936189" y="176476"/>
                  </a:lnTo>
                  <a:lnTo>
                    <a:pt x="933726" y="176476"/>
                  </a:lnTo>
                  <a:lnTo>
                    <a:pt x="931262" y="176476"/>
                  </a:lnTo>
                  <a:lnTo>
                    <a:pt x="928798" y="176476"/>
                  </a:lnTo>
                  <a:lnTo>
                    <a:pt x="926335" y="176476"/>
                  </a:lnTo>
                  <a:lnTo>
                    <a:pt x="923871" y="176476"/>
                  </a:lnTo>
                  <a:lnTo>
                    <a:pt x="921407" y="176476"/>
                  </a:lnTo>
                  <a:lnTo>
                    <a:pt x="918944" y="176476"/>
                  </a:lnTo>
                  <a:lnTo>
                    <a:pt x="916480" y="176476"/>
                  </a:lnTo>
                  <a:lnTo>
                    <a:pt x="914016" y="176476"/>
                  </a:lnTo>
                  <a:lnTo>
                    <a:pt x="911553" y="176476"/>
                  </a:lnTo>
                  <a:lnTo>
                    <a:pt x="909089" y="176476"/>
                  </a:lnTo>
                  <a:lnTo>
                    <a:pt x="906625" y="176476"/>
                  </a:lnTo>
                  <a:lnTo>
                    <a:pt x="904162" y="176476"/>
                  </a:lnTo>
                  <a:lnTo>
                    <a:pt x="901698" y="176476"/>
                  </a:lnTo>
                  <a:lnTo>
                    <a:pt x="899235" y="176476"/>
                  </a:lnTo>
                  <a:lnTo>
                    <a:pt x="896771" y="176476"/>
                  </a:lnTo>
                  <a:lnTo>
                    <a:pt x="894307" y="176476"/>
                  </a:lnTo>
                  <a:lnTo>
                    <a:pt x="891844" y="176476"/>
                  </a:lnTo>
                  <a:lnTo>
                    <a:pt x="889380" y="176476"/>
                  </a:lnTo>
                  <a:lnTo>
                    <a:pt x="886916" y="176476"/>
                  </a:lnTo>
                  <a:lnTo>
                    <a:pt x="884453" y="176476"/>
                  </a:lnTo>
                  <a:lnTo>
                    <a:pt x="881989" y="176476"/>
                  </a:lnTo>
                  <a:lnTo>
                    <a:pt x="879525" y="176476"/>
                  </a:lnTo>
                  <a:lnTo>
                    <a:pt x="877062" y="176476"/>
                  </a:lnTo>
                  <a:lnTo>
                    <a:pt x="874598" y="176476"/>
                  </a:lnTo>
                  <a:lnTo>
                    <a:pt x="872134" y="176476"/>
                  </a:lnTo>
                  <a:lnTo>
                    <a:pt x="869671" y="176476"/>
                  </a:lnTo>
                  <a:lnTo>
                    <a:pt x="867207" y="176476"/>
                  </a:lnTo>
                  <a:lnTo>
                    <a:pt x="864743" y="176476"/>
                  </a:lnTo>
                  <a:lnTo>
                    <a:pt x="862280" y="176476"/>
                  </a:lnTo>
                  <a:lnTo>
                    <a:pt x="859816" y="176476"/>
                  </a:lnTo>
                  <a:lnTo>
                    <a:pt x="857352" y="176476"/>
                  </a:lnTo>
                  <a:lnTo>
                    <a:pt x="854889" y="176476"/>
                  </a:lnTo>
                  <a:lnTo>
                    <a:pt x="852425" y="176476"/>
                  </a:lnTo>
                  <a:lnTo>
                    <a:pt x="849961" y="176476"/>
                  </a:lnTo>
                  <a:lnTo>
                    <a:pt x="847498" y="176476"/>
                  </a:lnTo>
                  <a:lnTo>
                    <a:pt x="845034" y="176476"/>
                  </a:lnTo>
                  <a:lnTo>
                    <a:pt x="842570" y="176476"/>
                  </a:lnTo>
                  <a:lnTo>
                    <a:pt x="840107" y="176476"/>
                  </a:lnTo>
                  <a:lnTo>
                    <a:pt x="837643" y="176476"/>
                  </a:lnTo>
                  <a:lnTo>
                    <a:pt x="835179" y="176476"/>
                  </a:lnTo>
                  <a:lnTo>
                    <a:pt x="832716" y="176476"/>
                  </a:lnTo>
                  <a:lnTo>
                    <a:pt x="830252" y="176476"/>
                  </a:lnTo>
                  <a:lnTo>
                    <a:pt x="827788" y="176476"/>
                  </a:lnTo>
                  <a:lnTo>
                    <a:pt x="825325" y="176476"/>
                  </a:lnTo>
                  <a:lnTo>
                    <a:pt x="822861" y="176476"/>
                  </a:lnTo>
                  <a:lnTo>
                    <a:pt x="820397" y="176476"/>
                  </a:lnTo>
                  <a:lnTo>
                    <a:pt x="817934" y="176476"/>
                  </a:lnTo>
                  <a:lnTo>
                    <a:pt x="815470" y="176476"/>
                  </a:lnTo>
                  <a:lnTo>
                    <a:pt x="813006" y="176476"/>
                  </a:lnTo>
                  <a:lnTo>
                    <a:pt x="810543" y="176476"/>
                  </a:lnTo>
                  <a:lnTo>
                    <a:pt x="808079" y="176476"/>
                  </a:lnTo>
                  <a:lnTo>
                    <a:pt x="805616" y="176476"/>
                  </a:lnTo>
                  <a:lnTo>
                    <a:pt x="803152" y="176476"/>
                  </a:lnTo>
                  <a:lnTo>
                    <a:pt x="800688" y="176476"/>
                  </a:lnTo>
                  <a:lnTo>
                    <a:pt x="798225" y="176476"/>
                  </a:lnTo>
                  <a:lnTo>
                    <a:pt x="795761" y="176476"/>
                  </a:lnTo>
                  <a:lnTo>
                    <a:pt x="793297" y="176476"/>
                  </a:lnTo>
                  <a:lnTo>
                    <a:pt x="790834" y="176476"/>
                  </a:lnTo>
                  <a:lnTo>
                    <a:pt x="788370" y="176476"/>
                  </a:lnTo>
                  <a:lnTo>
                    <a:pt x="785906" y="176476"/>
                  </a:lnTo>
                  <a:lnTo>
                    <a:pt x="783443" y="176476"/>
                  </a:lnTo>
                  <a:lnTo>
                    <a:pt x="780979" y="176476"/>
                  </a:lnTo>
                  <a:lnTo>
                    <a:pt x="778515" y="176476"/>
                  </a:lnTo>
                  <a:lnTo>
                    <a:pt x="776052" y="176476"/>
                  </a:lnTo>
                  <a:lnTo>
                    <a:pt x="773588" y="176476"/>
                  </a:lnTo>
                  <a:lnTo>
                    <a:pt x="771124" y="176476"/>
                  </a:lnTo>
                  <a:lnTo>
                    <a:pt x="768661" y="176476"/>
                  </a:lnTo>
                  <a:lnTo>
                    <a:pt x="766197" y="176476"/>
                  </a:lnTo>
                  <a:lnTo>
                    <a:pt x="763733" y="176476"/>
                  </a:lnTo>
                  <a:lnTo>
                    <a:pt x="761270" y="176476"/>
                  </a:lnTo>
                  <a:lnTo>
                    <a:pt x="758806" y="176476"/>
                  </a:lnTo>
                  <a:lnTo>
                    <a:pt x="756342" y="176476"/>
                  </a:lnTo>
                  <a:lnTo>
                    <a:pt x="753879" y="176476"/>
                  </a:lnTo>
                  <a:lnTo>
                    <a:pt x="751415" y="176476"/>
                  </a:lnTo>
                  <a:lnTo>
                    <a:pt x="748951" y="176476"/>
                  </a:lnTo>
                  <a:lnTo>
                    <a:pt x="746488" y="176476"/>
                  </a:lnTo>
                  <a:lnTo>
                    <a:pt x="744024" y="176476"/>
                  </a:lnTo>
                  <a:lnTo>
                    <a:pt x="741560" y="176476"/>
                  </a:lnTo>
                  <a:lnTo>
                    <a:pt x="739097" y="176476"/>
                  </a:lnTo>
                  <a:lnTo>
                    <a:pt x="736633" y="176476"/>
                  </a:lnTo>
                  <a:lnTo>
                    <a:pt x="734169" y="176476"/>
                  </a:lnTo>
                  <a:lnTo>
                    <a:pt x="731706" y="176476"/>
                  </a:lnTo>
                  <a:lnTo>
                    <a:pt x="729242" y="176476"/>
                  </a:lnTo>
                  <a:lnTo>
                    <a:pt x="726778" y="176476"/>
                  </a:lnTo>
                  <a:lnTo>
                    <a:pt x="724315" y="176476"/>
                  </a:lnTo>
                  <a:lnTo>
                    <a:pt x="721851" y="176476"/>
                  </a:lnTo>
                  <a:lnTo>
                    <a:pt x="719388" y="176476"/>
                  </a:lnTo>
                  <a:lnTo>
                    <a:pt x="716924" y="176476"/>
                  </a:lnTo>
                  <a:lnTo>
                    <a:pt x="714460" y="176476"/>
                  </a:lnTo>
                  <a:lnTo>
                    <a:pt x="711997" y="176476"/>
                  </a:lnTo>
                  <a:lnTo>
                    <a:pt x="709533" y="176476"/>
                  </a:lnTo>
                  <a:lnTo>
                    <a:pt x="707069" y="176476"/>
                  </a:lnTo>
                  <a:lnTo>
                    <a:pt x="704606" y="176476"/>
                  </a:lnTo>
                  <a:lnTo>
                    <a:pt x="702142" y="176476"/>
                  </a:lnTo>
                  <a:lnTo>
                    <a:pt x="699678" y="176476"/>
                  </a:lnTo>
                  <a:lnTo>
                    <a:pt x="697215" y="176476"/>
                  </a:lnTo>
                  <a:lnTo>
                    <a:pt x="694751" y="176476"/>
                  </a:lnTo>
                  <a:lnTo>
                    <a:pt x="692287" y="176476"/>
                  </a:lnTo>
                  <a:lnTo>
                    <a:pt x="689824" y="176476"/>
                  </a:lnTo>
                  <a:lnTo>
                    <a:pt x="687360" y="176476"/>
                  </a:lnTo>
                  <a:lnTo>
                    <a:pt x="684896" y="176476"/>
                  </a:lnTo>
                  <a:lnTo>
                    <a:pt x="682433" y="176476"/>
                  </a:lnTo>
                  <a:lnTo>
                    <a:pt x="679969" y="176476"/>
                  </a:lnTo>
                  <a:lnTo>
                    <a:pt x="677505" y="176476"/>
                  </a:lnTo>
                  <a:lnTo>
                    <a:pt x="675042" y="176476"/>
                  </a:lnTo>
                  <a:lnTo>
                    <a:pt x="672578" y="176476"/>
                  </a:lnTo>
                  <a:lnTo>
                    <a:pt x="670114" y="176476"/>
                  </a:lnTo>
                  <a:lnTo>
                    <a:pt x="667651" y="176476"/>
                  </a:lnTo>
                  <a:lnTo>
                    <a:pt x="665187" y="176476"/>
                  </a:lnTo>
                  <a:lnTo>
                    <a:pt x="662723" y="176476"/>
                  </a:lnTo>
                  <a:lnTo>
                    <a:pt x="660260" y="176476"/>
                  </a:lnTo>
                  <a:lnTo>
                    <a:pt x="657796" y="176476"/>
                  </a:lnTo>
                  <a:lnTo>
                    <a:pt x="655332" y="176476"/>
                  </a:lnTo>
                  <a:lnTo>
                    <a:pt x="652869" y="176476"/>
                  </a:lnTo>
                  <a:lnTo>
                    <a:pt x="650405" y="176476"/>
                  </a:lnTo>
                  <a:lnTo>
                    <a:pt x="647941" y="176476"/>
                  </a:lnTo>
                  <a:lnTo>
                    <a:pt x="645478" y="176476"/>
                  </a:lnTo>
                  <a:lnTo>
                    <a:pt x="643014" y="176476"/>
                  </a:lnTo>
                  <a:lnTo>
                    <a:pt x="640550" y="176476"/>
                  </a:lnTo>
                  <a:lnTo>
                    <a:pt x="638087" y="176476"/>
                  </a:lnTo>
                  <a:lnTo>
                    <a:pt x="635623" y="176476"/>
                  </a:lnTo>
                  <a:lnTo>
                    <a:pt x="633159" y="176476"/>
                  </a:lnTo>
                  <a:lnTo>
                    <a:pt x="630696" y="176476"/>
                  </a:lnTo>
                  <a:lnTo>
                    <a:pt x="628232" y="176476"/>
                  </a:lnTo>
                  <a:lnTo>
                    <a:pt x="625769" y="176476"/>
                  </a:lnTo>
                  <a:lnTo>
                    <a:pt x="623305" y="176476"/>
                  </a:lnTo>
                  <a:lnTo>
                    <a:pt x="620841" y="176476"/>
                  </a:lnTo>
                  <a:lnTo>
                    <a:pt x="618378" y="176476"/>
                  </a:lnTo>
                  <a:lnTo>
                    <a:pt x="615914" y="176476"/>
                  </a:lnTo>
                  <a:lnTo>
                    <a:pt x="613450" y="176476"/>
                  </a:lnTo>
                  <a:lnTo>
                    <a:pt x="610987" y="176476"/>
                  </a:lnTo>
                  <a:lnTo>
                    <a:pt x="608523" y="176476"/>
                  </a:lnTo>
                  <a:lnTo>
                    <a:pt x="606059" y="176476"/>
                  </a:lnTo>
                  <a:lnTo>
                    <a:pt x="603596" y="176476"/>
                  </a:lnTo>
                  <a:lnTo>
                    <a:pt x="601132" y="176476"/>
                  </a:lnTo>
                  <a:lnTo>
                    <a:pt x="598668" y="176476"/>
                  </a:lnTo>
                  <a:lnTo>
                    <a:pt x="596205" y="176476"/>
                  </a:lnTo>
                  <a:lnTo>
                    <a:pt x="593741" y="176476"/>
                  </a:lnTo>
                  <a:lnTo>
                    <a:pt x="591277" y="176476"/>
                  </a:lnTo>
                  <a:lnTo>
                    <a:pt x="588814" y="176476"/>
                  </a:lnTo>
                  <a:lnTo>
                    <a:pt x="586350" y="176476"/>
                  </a:lnTo>
                  <a:lnTo>
                    <a:pt x="583886" y="176476"/>
                  </a:lnTo>
                  <a:lnTo>
                    <a:pt x="581423" y="176476"/>
                  </a:lnTo>
                  <a:lnTo>
                    <a:pt x="578959" y="176476"/>
                  </a:lnTo>
                  <a:lnTo>
                    <a:pt x="576495" y="176476"/>
                  </a:lnTo>
                  <a:lnTo>
                    <a:pt x="574032" y="176476"/>
                  </a:lnTo>
                  <a:lnTo>
                    <a:pt x="571568" y="176476"/>
                  </a:lnTo>
                  <a:lnTo>
                    <a:pt x="569104" y="176476"/>
                  </a:lnTo>
                  <a:lnTo>
                    <a:pt x="566641" y="176476"/>
                  </a:lnTo>
                  <a:lnTo>
                    <a:pt x="564177" y="176476"/>
                  </a:lnTo>
                  <a:lnTo>
                    <a:pt x="561713" y="176476"/>
                  </a:lnTo>
                  <a:lnTo>
                    <a:pt x="559250" y="176476"/>
                  </a:lnTo>
                  <a:lnTo>
                    <a:pt x="556786" y="176476"/>
                  </a:lnTo>
                  <a:lnTo>
                    <a:pt x="554322" y="176476"/>
                  </a:lnTo>
                  <a:lnTo>
                    <a:pt x="551859" y="176476"/>
                  </a:lnTo>
                  <a:lnTo>
                    <a:pt x="549395" y="176476"/>
                  </a:lnTo>
                  <a:lnTo>
                    <a:pt x="546931" y="176476"/>
                  </a:lnTo>
                  <a:lnTo>
                    <a:pt x="544468" y="176476"/>
                  </a:lnTo>
                  <a:lnTo>
                    <a:pt x="542004" y="176476"/>
                  </a:lnTo>
                  <a:lnTo>
                    <a:pt x="539541" y="176476"/>
                  </a:lnTo>
                  <a:lnTo>
                    <a:pt x="537077" y="176476"/>
                  </a:lnTo>
                  <a:lnTo>
                    <a:pt x="534613" y="176476"/>
                  </a:lnTo>
                  <a:lnTo>
                    <a:pt x="532150" y="176476"/>
                  </a:lnTo>
                  <a:lnTo>
                    <a:pt x="529686" y="176476"/>
                  </a:lnTo>
                  <a:lnTo>
                    <a:pt x="527222" y="176476"/>
                  </a:lnTo>
                  <a:lnTo>
                    <a:pt x="524759" y="176476"/>
                  </a:lnTo>
                  <a:lnTo>
                    <a:pt x="522295" y="176476"/>
                  </a:lnTo>
                  <a:lnTo>
                    <a:pt x="519831" y="176476"/>
                  </a:lnTo>
                  <a:lnTo>
                    <a:pt x="517368" y="176476"/>
                  </a:lnTo>
                  <a:lnTo>
                    <a:pt x="514904" y="176476"/>
                  </a:lnTo>
                  <a:lnTo>
                    <a:pt x="512440" y="176476"/>
                  </a:lnTo>
                  <a:lnTo>
                    <a:pt x="509977" y="176476"/>
                  </a:lnTo>
                  <a:lnTo>
                    <a:pt x="507513" y="176476"/>
                  </a:lnTo>
                  <a:lnTo>
                    <a:pt x="505049" y="176476"/>
                  </a:lnTo>
                  <a:lnTo>
                    <a:pt x="502586" y="176476"/>
                  </a:lnTo>
                  <a:lnTo>
                    <a:pt x="500122" y="176476"/>
                  </a:lnTo>
                  <a:lnTo>
                    <a:pt x="497658" y="176476"/>
                  </a:lnTo>
                  <a:lnTo>
                    <a:pt x="495195" y="176476"/>
                  </a:lnTo>
                  <a:lnTo>
                    <a:pt x="492731" y="176476"/>
                  </a:lnTo>
                  <a:lnTo>
                    <a:pt x="490267" y="176476"/>
                  </a:lnTo>
                  <a:lnTo>
                    <a:pt x="487804" y="176476"/>
                  </a:lnTo>
                  <a:lnTo>
                    <a:pt x="485340" y="176476"/>
                  </a:lnTo>
                  <a:lnTo>
                    <a:pt x="482876" y="176476"/>
                  </a:lnTo>
                  <a:lnTo>
                    <a:pt x="480413" y="176476"/>
                  </a:lnTo>
                  <a:lnTo>
                    <a:pt x="477949" y="176476"/>
                  </a:lnTo>
                  <a:lnTo>
                    <a:pt x="475485" y="176476"/>
                  </a:lnTo>
                  <a:lnTo>
                    <a:pt x="473022" y="176476"/>
                  </a:lnTo>
                  <a:lnTo>
                    <a:pt x="470558" y="176476"/>
                  </a:lnTo>
                  <a:lnTo>
                    <a:pt x="468094" y="176476"/>
                  </a:lnTo>
                  <a:lnTo>
                    <a:pt x="465631" y="176476"/>
                  </a:lnTo>
                  <a:lnTo>
                    <a:pt x="463167" y="176476"/>
                  </a:lnTo>
                  <a:lnTo>
                    <a:pt x="460703" y="176476"/>
                  </a:lnTo>
                  <a:lnTo>
                    <a:pt x="458240" y="176476"/>
                  </a:lnTo>
                  <a:lnTo>
                    <a:pt x="455776" y="176476"/>
                  </a:lnTo>
                  <a:lnTo>
                    <a:pt x="453312" y="176476"/>
                  </a:lnTo>
                  <a:lnTo>
                    <a:pt x="450849" y="176476"/>
                  </a:lnTo>
                  <a:lnTo>
                    <a:pt x="448385" y="176476"/>
                  </a:lnTo>
                  <a:lnTo>
                    <a:pt x="445922" y="176476"/>
                  </a:lnTo>
                  <a:lnTo>
                    <a:pt x="443458" y="176476"/>
                  </a:lnTo>
                  <a:lnTo>
                    <a:pt x="440994" y="176476"/>
                  </a:lnTo>
                  <a:lnTo>
                    <a:pt x="438531" y="176476"/>
                  </a:lnTo>
                  <a:lnTo>
                    <a:pt x="436067" y="176476"/>
                  </a:lnTo>
                  <a:lnTo>
                    <a:pt x="433603" y="176476"/>
                  </a:lnTo>
                  <a:lnTo>
                    <a:pt x="431140" y="176476"/>
                  </a:lnTo>
                  <a:lnTo>
                    <a:pt x="428676" y="176476"/>
                  </a:lnTo>
                  <a:lnTo>
                    <a:pt x="426212" y="176476"/>
                  </a:lnTo>
                  <a:lnTo>
                    <a:pt x="423749" y="176476"/>
                  </a:lnTo>
                  <a:lnTo>
                    <a:pt x="421285" y="176476"/>
                  </a:lnTo>
                  <a:lnTo>
                    <a:pt x="418821" y="176476"/>
                  </a:lnTo>
                  <a:lnTo>
                    <a:pt x="416358" y="176476"/>
                  </a:lnTo>
                  <a:lnTo>
                    <a:pt x="413894" y="176476"/>
                  </a:lnTo>
                  <a:lnTo>
                    <a:pt x="411430" y="176476"/>
                  </a:lnTo>
                  <a:lnTo>
                    <a:pt x="408967" y="176476"/>
                  </a:lnTo>
                  <a:lnTo>
                    <a:pt x="406503" y="176476"/>
                  </a:lnTo>
                  <a:lnTo>
                    <a:pt x="404039" y="176476"/>
                  </a:lnTo>
                  <a:lnTo>
                    <a:pt x="401576" y="176476"/>
                  </a:lnTo>
                  <a:lnTo>
                    <a:pt x="399112" y="176476"/>
                  </a:lnTo>
                  <a:lnTo>
                    <a:pt x="396648" y="176476"/>
                  </a:lnTo>
                  <a:lnTo>
                    <a:pt x="394185" y="176476"/>
                  </a:lnTo>
                  <a:lnTo>
                    <a:pt x="391721" y="176476"/>
                  </a:lnTo>
                  <a:lnTo>
                    <a:pt x="389257" y="176476"/>
                  </a:lnTo>
                  <a:lnTo>
                    <a:pt x="386794" y="176476"/>
                  </a:lnTo>
                  <a:lnTo>
                    <a:pt x="384330" y="176476"/>
                  </a:lnTo>
                  <a:lnTo>
                    <a:pt x="381866" y="176476"/>
                  </a:lnTo>
                  <a:lnTo>
                    <a:pt x="379403" y="176476"/>
                  </a:lnTo>
                  <a:lnTo>
                    <a:pt x="376939" y="176476"/>
                  </a:lnTo>
                  <a:lnTo>
                    <a:pt x="374475" y="176476"/>
                  </a:lnTo>
                  <a:lnTo>
                    <a:pt x="372012" y="176476"/>
                  </a:lnTo>
                  <a:lnTo>
                    <a:pt x="369548" y="176476"/>
                  </a:lnTo>
                  <a:lnTo>
                    <a:pt x="367084" y="176476"/>
                  </a:lnTo>
                  <a:lnTo>
                    <a:pt x="364621" y="176476"/>
                  </a:lnTo>
                  <a:lnTo>
                    <a:pt x="362157" y="176476"/>
                  </a:lnTo>
                  <a:lnTo>
                    <a:pt x="359694" y="176476"/>
                  </a:lnTo>
                  <a:lnTo>
                    <a:pt x="357230" y="176476"/>
                  </a:lnTo>
                  <a:lnTo>
                    <a:pt x="354766" y="176476"/>
                  </a:lnTo>
                  <a:lnTo>
                    <a:pt x="352303" y="176476"/>
                  </a:lnTo>
                  <a:lnTo>
                    <a:pt x="349839" y="176476"/>
                  </a:lnTo>
                  <a:lnTo>
                    <a:pt x="347375" y="176476"/>
                  </a:lnTo>
                  <a:lnTo>
                    <a:pt x="344912" y="176476"/>
                  </a:lnTo>
                  <a:lnTo>
                    <a:pt x="342448" y="176476"/>
                  </a:lnTo>
                  <a:lnTo>
                    <a:pt x="339984" y="176476"/>
                  </a:lnTo>
                  <a:lnTo>
                    <a:pt x="337521" y="176476"/>
                  </a:lnTo>
                  <a:lnTo>
                    <a:pt x="335057" y="176476"/>
                  </a:lnTo>
                  <a:lnTo>
                    <a:pt x="332593" y="176476"/>
                  </a:lnTo>
                  <a:lnTo>
                    <a:pt x="330130" y="176476"/>
                  </a:lnTo>
                  <a:lnTo>
                    <a:pt x="327666" y="176476"/>
                  </a:lnTo>
                  <a:lnTo>
                    <a:pt x="325202" y="176476"/>
                  </a:lnTo>
                  <a:lnTo>
                    <a:pt x="322739" y="176476"/>
                  </a:lnTo>
                  <a:lnTo>
                    <a:pt x="320275" y="176476"/>
                  </a:lnTo>
                  <a:lnTo>
                    <a:pt x="317811" y="176476"/>
                  </a:lnTo>
                  <a:lnTo>
                    <a:pt x="315348" y="176476"/>
                  </a:lnTo>
                  <a:lnTo>
                    <a:pt x="312884" y="176476"/>
                  </a:lnTo>
                  <a:lnTo>
                    <a:pt x="310420" y="176476"/>
                  </a:lnTo>
                  <a:lnTo>
                    <a:pt x="307957" y="176476"/>
                  </a:lnTo>
                  <a:lnTo>
                    <a:pt x="305493" y="176476"/>
                  </a:lnTo>
                  <a:lnTo>
                    <a:pt x="303029" y="176476"/>
                  </a:lnTo>
                  <a:lnTo>
                    <a:pt x="300566" y="176476"/>
                  </a:lnTo>
                  <a:lnTo>
                    <a:pt x="298102" y="176476"/>
                  </a:lnTo>
                  <a:lnTo>
                    <a:pt x="295638" y="176476"/>
                  </a:lnTo>
                  <a:lnTo>
                    <a:pt x="293175" y="176476"/>
                  </a:lnTo>
                  <a:lnTo>
                    <a:pt x="290711" y="176476"/>
                  </a:lnTo>
                  <a:lnTo>
                    <a:pt x="288247" y="176476"/>
                  </a:lnTo>
                  <a:lnTo>
                    <a:pt x="285784" y="176476"/>
                  </a:lnTo>
                  <a:lnTo>
                    <a:pt x="283320" y="176476"/>
                  </a:lnTo>
                  <a:lnTo>
                    <a:pt x="280856" y="176476"/>
                  </a:lnTo>
                  <a:lnTo>
                    <a:pt x="278393" y="176476"/>
                  </a:lnTo>
                  <a:lnTo>
                    <a:pt x="275929" y="176476"/>
                  </a:lnTo>
                  <a:lnTo>
                    <a:pt x="273465" y="176476"/>
                  </a:lnTo>
                  <a:lnTo>
                    <a:pt x="271002" y="176476"/>
                  </a:lnTo>
                  <a:lnTo>
                    <a:pt x="268538" y="176476"/>
                  </a:lnTo>
                  <a:lnTo>
                    <a:pt x="266075" y="176476"/>
                  </a:lnTo>
                  <a:lnTo>
                    <a:pt x="263611" y="176476"/>
                  </a:lnTo>
                  <a:lnTo>
                    <a:pt x="261147" y="176476"/>
                  </a:lnTo>
                  <a:lnTo>
                    <a:pt x="258684" y="176476"/>
                  </a:lnTo>
                  <a:lnTo>
                    <a:pt x="256220" y="176476"/>
                  </a:lnTo>
                  <a:lnTo>
                    <a:pt x="253756" y="176476"/>
                  </a:lnTo>
                  <a:lnTo>
                    <a:pt x="251293" y="176476"/>
                  </a:lnTo>
                  <a:lnTo>
                    <a:pt x="248829" y="176476"/>
                  </a:lnTo>
                  <a:lnTo>
                    <a:pt x="246365" y="176476"/>
                  </a:lnTo>
                  <a:lnTo>
                    <a:pt x="243902" y="176476"/>
                  </a:lnTo>
                  <a:lnTo>
                    <a:pt x="241438" y="176476"/>
                  </a:lnTo>
                  <a:lnTo>
                    <a:pt x="238974" y="176476"/>
                  </a:lnTo>
                  <a:lnTo>
                    <a:pt x="236511" y="176476"/>
                  </a:lnTo>
                  <a:lnTo>
                    <a:pt x="234047" y="176476"/>
                  </a:lnTo>
                  <a:lnTo>
                    <a:pt x="231583" y="176476"/>
                  </a:lnTo>
                  <a:lnTo>
                    <a:pt x="229120" y="176476"/>
                  </a:lnTo>
                  <a:lnTo>
                    <a:pt x="226656" y="176476"/>
                  </a:lnTo>
                  <a:lnTo>
                    <a:pt x="224192" y="176476"/>
                  </a:lnTo>
                  <a:lnTo>
                    <a:pt x="221729" y="176476"/>
                  </a:lnTo>
                  <a:lnTo>
                    <a:pt x="219265" y="176476"/>
                  </a:lnTo>
                  <a:lnTo>
                    <a:pt x="216801" y="176476"/>
                  </a:lnTo>
                  <a:lnTo>
                    <a:pt x="214338" y="176476"/>
                  </a:lnTo>
                  <a:lnTo>
                    <a:pt x="211874" y="176476"/>
                  </a:lnTo>
                  <a:lnTo>
                    <a:pt x="209410" y="176476"/>
                  </a:lnTo>
                  <a:lnTo>
                    <a:pt x="206947" y="176476"/>
                  </a:lnTo>
                  <a:lnTo>
                    <a:pt x="204483" y="176476"/>
                  </a:lnTo>
                  <a:lnTo>
                    <a:pt x="202019" y="176476"/>
                  </a:lnTo>
                  <a:lnTo>
                    <a:pt x="199556" y="176476"/>
                  </a:lnTo>
                  <a:lnTo>
                    <a:pt x="197092" y="176476"/>
                  </a:lnTo>
                  <a:lnTo>
                    <a:pt x="194628" y="176476"/>
                  </a:lnTo>
                  <a:lnTo>
                    <a:pt x="192165" y="176476"/>
                  </a:lnTo>
                  <a:lnTo>
                    <a:pt x="189701" y="176476"/>
                  </a:lnTo>
                  <a:lnTo>
                    <a:pt x="187237" y="176476"/>
                  </a:lnTo>
                  <a:lnTo>
                    <a:pt x="184774" y="176476"/>
                  </a:lnTo>
                  <a:lnTo>
                    <a:pt x="182310" y="176476"/>
                  </a:lnTo>
                  <a:lnTo>
                    <a:pt x="179847" y="176476"/>
                  </a:lnTo>
                  <a:lnTo>
                    <a:pt x="177383" y="176476"/>
                  </a:lnTo>
                  <a:lnTo>
                    <a:pt x="174919" y="176476"/>
                  </a:lnTo>
                  <a:lnTo>
                    <a:pt x="172456" y="176476"/>
                  </a:lnTo>
                  <a:lnTo>
                    <a:pt x="169992" y="176476"/>
                  </a:lnTo>
                  <a:lnTo>
                    <a:pt x="167528" y="176476"/>
                  </a:lnTo>
                  <a:lnTo>
                    <a:pt x="165065" y="176476"/>
                  </a:lnTo>
                  <a:lnTo>
                    <a:pt x="162601" y="176476"/>
                  </a:lnTo>
                  <a:lnTo>
                    <a:pt x="160137" y="176476"/>
                  </a:lnTo>
                  <a:lnTo>
                    <a:pt x="157674" y="176476"/>
                  </a:lnTo>
                  <a:lnTo>
                    <a:pt x="155210" y="176476"/>
                  </a:lnTo>
                  <a:lnTo>
                    <a:pt x="152746" y="176476"/>
                  </a:lnTo>
                  <a:lnTo>
                    <a:pt x="150283" y="176476"/>
                  </a:lnTo>
                  <a:lnTo>
                    <a:pt x="147819" y="176476"/>
                  </a:lnTo>
                  <a:lnTo>
                    <a:pt x="145355" y="176476"/>
                  </a:lnTo>
                  <a:lnTo>
                    <a:pt x="142892" y="176476"/>
                  </a:lnTo>
                  <a:lnTo>
                    <a:pt x="140428" y="176476"/>
                  </a:lnTo>
                  <a:lnTo>
                    <a:pt x="137964" y="176476"/>
                  </a:lnTo>
                  <a:lnTo>
                    <a:pt x="135501" y="176476"/>
                  </a:lnTo>
                  <a:lnTo>
                    <a:pt x="133037" y="176476"/>
                  </a:lnTo>
                  <a:lnTo>
                    <a:pt x="130573" y="176476"/>
                  </a:lnTo>
                  <a:lnTo>
                    <a:pt x="128110" y="176476"/>
                  </a:lnTo>
                  <a:lnTo>
                    <a:pt x="125646" y="176476"/>
                  </a:lnTo>
                  <a:lnTo>
                    <a:pt x="123182" y="176476"/>
                  </a:lnTo>
                  <a:lnTo>
                    <a:pt x="120719" y="176476"/>
                  </a:lnTo>
                  <a:lnTo>
                    <a:pt x="118255" y="176476"/>
                  </a:lnTo>
                  <a:lnTo>
                    <a:pt x="115791" y="176476"/>
                  </a:lnTo>
                  <a:lnTo>
                    <a:pt x="113328" y="176476"/>
                  </a:lnTo>
                  <a:lnTo>
                    <a:pt x="110864" y="176476"/>
                  </a:lnTo>
                  <a:lnTo>
                    <a:pt x="108400" y="176476"/>
                  </a:lnTo>
                  <a:lnTo>
                    <a:pt x="105937" y="176476"/>
                  </a:lnTo>
                  <a:lnTo>
                    <a:pt x="103473" y="176476"/>
                  </a:lnTo>
                  <a:lnTo>
                    <a:pt x="101009" y="176476"/>
                  </a:lnTo>
                  <a:lnTo>
                    <a:pt x="98546" y="176476"/>
                  </a:lnTo>
                  <a:lnTo>
                    <a:pt x="96082" y="176476"/>
                  </a:lnTo>
                  <a:lnTo>
                    <a:pt x="93618" y="176476"/>
                  </a:lnTo>
                  <a:lnTo>
                    <a:pt x="91155" y="176476"/>
                  </a:lnTo>
                  <a:lnTo>
                    <a:pt x="88691" y="176476"/>
                  </a:lnTo>
                  <a:lnTo>
                    <a:pt x="86228" y="176476"/>
                  </a:lnTo>
                  <a:lnTo>
                    <a:pt x="83764" y="176476"/>
                  </a:lnTo>
                  <a:lnTo>
                    <a:pt x="81300" y="176476"/>
                  </a:lnTo>
                  <a:lnTo>
                    <a:pt x="78837" y="176476"/>
                  </a:lnTo>
                  <a:lnTo>
                    <a:pt x="76373" y="176476"/>
                  </a:lnTo>
                  <a:lnTo>
                    <a:pt x="73909" y="176476"/>
                  </a:lnTo>
                  <a:lnTo>
                    <a:pt x="71446" y="176476"/>
                  </a:lnTo>
                  <a:lnTo>
                    <a:pt x="68982" y="176476"/>
                  </a:lnTo>
                  <a:lnTo>
                    <a:pt x="66518" y="176476"/>
                  </a:lnTo>
                  <a:lnTo>
                    <a:pt x="64055" y="176476"/>
                  </a:lnTo>
                  <a:lnTo>
                    <a:pt x="61591" y="176476"/>
                  </a:lnTo>
                  <a:lnTo>
                    <a:pt x="59127" y="176476"/>
                  </a:lnTo>
                  <a:lnTo>
                    <a:pt x="56664" y="176476"/>
                  </a:lnTo>
                  <a:lnTo>
                    <a:pt x="54200" y="176476"/>
                  </a:lnTo>
                  <a:lnTo>
                    <a:pt x="51736" y="176476"/>
                  </a:lnTo>
                  <a:lnTo>
                    <a:pt x="49273" y="176476"/>
                  </a:lnTo>
                  <a:lnTo>
                    <a:pt x="46809" y="176476"/>
                  </a:lnTo>
                  <a:lnTo>
                    <a:pt x="44345" y="176476"/>
                  </a:lnTo>
                  <a:lnTo>
                    <a:pt x="41882" y="176476"/>
                  </a:lnTo>
                  <a:lnTo>
                    <a:pt x="39418" y="176476"/>
                  </a:lnTo>
                  <a:lnTo>
                    <a:pt x="36954" y="176476"/>
                  </a:lnTo>
                  <a:lnTo>
                    <a:pt x="34491" y="176476"/>
                  </a:lnTo>
                  <a:lnTo>
                    <a:pt x="32027" y="176476"/>
                  </a:lnTo>
                  <a:lnTo>
                    <a:pt x="29563" y="176476"/>
                  </a:lnTo>
                  <a:lnTo>
                    <a:pt x="27100" y="176476"/>
                  </a:lnTo>
                  <a:lnTo>
                    <a:pt x="24636" y="176476"/>
                  </a:lnTo>
                  <a:lnTo>
                    <a:pt x="22172" y="176476"/>
                  </a:lnTo>
                  <a:lnTo>
                    <a:pt x="19709" y="176476"/>
                  </a:lnTo>
                  <a:lnTo>
                    <a:pt x="17245" y="176476"/>
                  </a:lnTo>
                  <a:lnTo>
                    <a:pt x="14781" y="176476"/>
                  </a:lnTo>
                  <a:lnTo>
                    <a:pt x="12318" y="176476"/>
                  </a:lnTo>
                  <a:lnTo>
                    <a:pt x="9854" y="176476"/>
                  </a:lnTo>
                  <a:lnTo>
                    <a:pt x="7390" y="176476"/>
                  </a:lnTo>
                  <a:lnTo>
                    <a:pt x="4927" y="176476"/>
                  </a:lnTo>
                  <a:lnTo>
                    <a:pt x="2463" y="17647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2433616" y="3963365"/>
              <a:ext cx="1258929" cy="176476"/>
            </a:xfrm>
            <a:custGeom>
              <a:avLst/>
              <a:pathLst>
                <a:path w="1258929" h="176476">
                  <a:moveTo>
                    <a:pt x="0" y="176476"/>
                  </a:moveTo>
                  <a:lnTo>
                    <a:pt x="2463" y="176476"/>
                  </a:lnTo>
                  <a:lnTo>
                    <a:pt x="4927" y="176476"/>
                  </a:lnTo>
                  <a:lnTo>
                    <a:pt x="7390" y="176476"/>
                  </a:lnTo>
                  <a:lnTo>
                    <a:pt x="9854" y="176476"/>
                  </a:lnTo>
                  <a:lnTo>
                    <a:pt x="12318" y="176476"/>
                  </a:lnTo>
                  <a:lnTo>
                    <a:pt x="14781" y="176476"/>
                  </a:lnTo>
                  <a:lnTo>
                    <a:pt x="17245" y="176476"/>
                  </a:lnTo>
                  <a:lnTo>
                    <a:pt x="19709" y="176476"/>
                  </a:lnTo>
                  <a:lnTo>
                    <a:pt x="22172" y="176476"/>
                  </a:lnTo>
                  <a:lnTo>
                    <a:pt x="24636" y="176476"/>
                  </a:lnTo>
                  <a:lnTo>
                    <a:pt x="27100" y="176476"/>
                  </a:lnTo>
                  <a:lnTo>
                    <a:pt x="29563" y="176476"/>
                  </a:lnTo>
                  <a:lnTo>
                    <a:pt x="32027" y="176476"/>
                  </a:lnTo>
                  <a:lnTo>
                    <a:pt x="34491" y="176476"/>
                  </a:lnTo>
                  <a:lnTo>
                    <a:pt x="36954" y="176476"/>
                  </a:lnTo>
                  <a:lnTo>
                    <a:pt x="39418" y="176476"/>
                  </a:lnTo>
                  <a:lnTo>
                    <a:pt x="41882" y="176476"/>
                  </a:lnTo>
                  <a:lnTo>
                    <a:pt x="44345" y="176476"/>
                  </a:lnTo>
                  <a:lnTo>
                    <a:pt x="46809" y="176476"/>
                  </a:lnTo>
                  <a:lnTo>
                    <a:pt x="49273" y="176476"/>
                  </a:lnTo>
                  <a:lnTo>
                    <a:pt x="51736" y="176476"/>
                  </a:lnTo>
                  <a:lnTo>
                    <a:pt x="54200" y="176476"/>
                  </a:lnTo>
                  <a:lnTo>
                    <a:pt x="56664" y="176476"/>
                  </a:lnTo>
                  <a:lnTo>
                    <a:pt x="59127" y="176476"/>
                  </a:lnTo>
                  <a:lnTo>
                    <a:pt x="61591" y="176476"/>
                  </a:lnTo>
                  <a:lnTo>
                    <a:pt x="64055" y="176476"/>
                  </a:lnTo>
                  <a:lnTo>
                    <a:pt x="66518" y="176476"/>
                  </a:lnTo>
                  <a:lnTo>
                    <a:pt x="68982" y="176476"/>
                  </a:lnTo>
                  <a:lnTo>
                    <a:pt x="71446" y="176476"/>
                  </a:lnTo>
                  <a:lnTo>
                    <a:pt x="73909" y="176476"/>
                  </a:lnTo>
                  <a:lnTo>
                    <a:pt x="76373" y="176476"/>
                  </a:lnTo>
                  <a:lnTo>
                    <a:pt x="78837" y="176476"/>
                  </a:lnTo>
                  <a:lnTo>
                    <a:pt x="81300" y="176476"/>
                  </a:lnTo>
                  <a:lnTo>
                    <a:pt x="83764" y="176476"/>
                  </a:lnTo>
                  <a:lnTo>
                    <a:pt x="86228" y="176476"/>
                  </a:lnTo>
                  <a:lnTo>
                    <a:pt x="88691" y="176476"/>
                  </a:lnTo>
                  <a:lnTo>
                    <a:pt x="91155" y="176476"/>
                  </a:lnTo>
                  <a:lnTo>
                    <a:pt x="93618" y="176476"/>
                  </a:lnTo>
                  <a:lnTo>
                    <a:pt x="96082" y="176476"/>
                  </a:lnTo>
                  <a:lnTo>
                    <a:pt x="98546" y="176476"/>
                  </a:lnTo>
                  <a:lnTo>
                    <a:pt x="101009" y="176476"/>
                  </a:lnTo>
                  <a:lnTo>
                    <a:pt x="103473" y="176476"/>
                  </a:lnTo>
                  <a:lnTo>
                    <a:pt x="105937" y="176476"/>
                  </a:lnTo>
                  <a:lnTo>
                    <a:pt x="108400" y="176476"/>
                  </a:lnTo>
                  <a:lnTo>
                    <a:pt x="110864" y="176476"/>
                  </a:lnTo>
                  <a:lnTo>
                    <a:pt x="113328" y="176476"/>
                  </a:lnTo>
                  <a:lnTo>
                    <a:pt x="115791" y="176476"/>
                  </a:lnTo>
                  <a:lnTo>
                    <a:pt x="118255" y="176476"/>
                  </a:lnTo>
                  <a:lnTo>
                    <a:pt x="120719" y="176476"/>
                  </a:lnTo>
                  <a:lnTo>
                    <a:pt x="123182" y="176476"/>
                  </a:lnTo>
                  <a:lnTo>
                    <a:pt x="125646" y="176476"/>
                  </a:lnTo>
                  <a:lnTo>
                    <a:pt x="128110" y="176476"/>
                  </a:lnTo>
                  <a:lnTo>
                    <a:pt x="130573" y="176476"/>
                  </a:lnTo>
                  <a:lnTo>
                    <a:pt x="133037" y="176476"/>
                  </a:lnTo>
                  <a:lnTo>
                    <a:pt x="135501" y="176476"/>
                  </a:lnTo>
                  <a:lnTo>
                    <a:pt x="137964" y="176476"/>
                  </a:lnTo>
                  <a:lnTo>
                    <a:pt x="140428" y="176476"/>
                  </a:lnTo>
                  <a:lnTo>
                    <a:pt x="142892" y="176476"/>
                  </a:lnTo>
                  <a:lnTo>
                    <a:pt x="145355" y="176476"/>
                  </a:lnTo>
                  <a:lnTo>
                    <a:pt x="147819" y="176476"/>
                  </a:lnTo>
                  <a:lnTo>
                    <a:pt x="150283" y="176476"/>
                  </a:lnTo>
                  <a:lnTo>
                    <a:pt x="152746" y="176476"/>
                  </a:lnTo>
                  <a:lnTo>
                    <a:pt x="155210" y="176476"/>
                  </a:lnTo>
                  <a:lnTo>
                    <a:pt x="157674" y="176476"/>
                  </a:lnTo>
                  <a:lnTo>
                    <a:pt x="160137" y="176476"/>
                  </a:lnTo>
                  <a:lnTo>
                    <a:pt x="162601" y="176476"/>
                  </a:lnTo>
                  <a:lnTo>
                    <a:pt x="165065" y="176476"/>
                  </a:lnTo>
                  <a:lnTo>
                    <a:pt x="167528" y="176476"/>
                  </a:lnTo>
                  <a:lnTo>
                    <a:pt x="169992" y="176475"/>
                  </a:lnTo>
                  <a:lnTo>
                    <a:pt x="172456" y="176475"/>
                  </a:lnTo>
                  <a:lnTo>
                    <a:pt x="174919" y="176475"/>
                  </a:lnTo>
                  <a:lnTo>
                    <a:pt x="177383" y="176474"/>
                  </a:lnTo>
                  <a:lnTo>
                    <a:pt x="179847" y="176473"/>
                  </a:lnTo>
                  <a:lnTo>
                    <a:pt x="182310" y="176472"/>
                  </a:lnTo>
                  <a:lnTo>
                    <a:pt x="184774" y="176471"/>
                  </a:lnTo>
                  <a:lnTo>
                    <a:pt x="187237" y="176470"/>
                  </a:lnTo>
                  <a:lnTo>
                    <a:pt x="189701" y="176468"/>
                  </a:lnTo>
                  <a:lnTo>
                    <a:pt x="192165" y="176466"/>
                  </a:lnTo>
                  <a:lnTo>
                    <a:pt x="194628" y="176464"/>
                  </a:lnTo>
                  <a:lnTo>
                    <a:pt x="197092" y="176461"/>
                  </a:lnTo>
                  <a:lnTo>
                    <a:pt x="199556" y="176457"/>
                  </a:lnTo>
                  <a:lnTo>
                    <a:pt x="202019" y="176453"/>
                  </a:lnTo>
                  <a:lnTo>
                    <a:pt x="204483" y="176448"/>
                  </a:lnTo>
                  <a:lnTo>
                    <a:pt x="206947" y="176442"/>
                  </a:lnTo>
                  <a:lnTo>
                    <a:pt x="209410" y="176435"/>
                  </a:lnTo>
                  <a:lnTo>
                    <a:pt x="211874" y="176427"/>
                  </a:lnTo>
                  <a:lnTo>
                    <a:pt x="214338" y="176418"/>
                  </a:lnTo>
                  <a:lnTo>
                    <a:pt x="216801" y="176408"/>
                  </a:lnTo>
                  <a:lnTo>
                    <a:pt x="219265" y="176396"/>
                  </a:lnTo>
                  <a:lnTo>
                    <a:pt x="221729" y="176382"/>
                  </a:lnTo>
                  <a:lnTo>
                    <a:pt x="224192" y="176367"/>
                  </a:lnTo>
                  <a:lnTo>
                    <a:pt x="226656" y="176350"/>
                  </a:lnTo>
                  <a:lnTo>
                    <a:pt x="229120" y="176331"/>
                  </a:lnTo>
                  <a:lnTo>
                    <a:pt x="231583" y="176310"/>
                  </a:lnTo>
                  <a:lnTo>
                    <a:pt x="234047" y="176287"/>
                  </a:lnTo>
                  <a:lnTo>
                    <a:pt x="236511" y="176262"/>
                  </a:lnTo>
                  <a:lnTo>
                    <a:pt x="238974" y="176235"/>
                  </a:lnTo>
                  <a:lnTo>
                    <a:pt x="241438" y="176206"/>
                  </a:lnTo>
                  <a:lnTo>
                    <a:pt x="243902" y="176175"/>
                  </a:lnTo>
                  <a:lnTo>
                    <a:pt x="246365" y="176141"/>
                  </a:lnTo>
                  <a:lnTo>
                    <a:pt x="248829" y="176105"/>
                  </a:lnTo>
                  <a:lnTo>
                    <a:pt x="251293" y="176067"/>
                  </a:lnTo>
                  <a:lnTo>
                    <a:pt x="253756" y="176027"/>
                  </a:lnTo>
                  <a:lnTo>
                    <a:pt x="256220" y="175984"/>
                  </a:lnTo>
                  <a:lnTo>
                    <a:pt x="258684" y="175939"/>
                  </a:lnTo>
                  <a:lnTo>
                    <a:pt x="261147" y="175892"/>
                  </a:lnTo>
                  <a:lnTo>
                    <a:pt x="263611" y="175843"/>
                  </a:lnTo>
                  <a:lnTo>
                    <a:pt x="266075" y="175791"/>
                  </a:lnTo>
                  <a:lnTo>
                    <a:pt x="268538" y="175736"/>
                  </a:lnTo>
                  <a:lnTo>
                    <a:pt x="271002" y="175679"/>
                  </a:lnTo>
                  <a:lnTo>
                    <a:pt x="273465" y="175619"/>
                  </a:lnTo>
                  <a:lnTo>
                    <a:pt x="275929" y="175556"/>
                  </a:lnTo>
                  <a:lnTo>
                    <a:pt x="278393" y="175489"/>
                  </a:lnTo>
                  <a:lnTo>
                    <a:pt x="280856" y="175419"/>
                  </a:lnTo>
                  <a:lnTo>
                    <a:pt x="283320" y="175344"/>
                  </a:lnTo>
                  <a:lnTo>
                    <a:pt x="285784" y="175266"/>
                  </a:lnTo>
                  <a:lnTo>
                    <a:pt x="288247" y="175183"/>
                  </a:lnTo>
                  <a:lnTo>
                    <a:pt x="290711" y="175096"/>
                  </a:lnTo>
                  <a:lnTo>
                    <a:pt x="293175" y="175002"/>
                  </a:lnTo>
                  <a:lnTo>
                    <a:pt x="295638" y="174904"/>
                  </a:lnTo>
                  <a:lnTo>
                    <a:pt x="298102" y="174799"/>
                  </a:lnTo>
                  <a:lnTo>
                    <a:pt x="300566" y="174690"/>
                  </a:lnTo>
                  <a:lnTo>
                    <a:pt x="303029" y="174574"/>
                  </a:lnTo>
                  <a:lnTo>
                    <a:pt x="305493" y="174453"/>
                  </a:lnTo>
                  <a:lnTo>
                    <a:pt x="307957" y="174325"/>
                  </a:lnTo>
                  <a:lnTo>
                    <a:pt x="310420" y="174192"/>
                  </a:lnTo>
                  <a:lnTo>
                    <a:pt x="312884" y="174053"/>
                  </a:lnTo>
                  <a:lnTo>
                    <a:pt x="315348" y="173908"/>
                  </a:lnTo>
                  <a:lnTo>
                    <a:pt x="317811" y="173759"/>
                  </a:lnTo>
                  <a:lnTo>
                    <a:pt x="320275" y="173605"/>
                  </a:lnTo>
                  <a:lnTo>
                    <a:pt x="322739" y="173446"/>
                  </a:lnTo>
                  <a:lnTo>
                    <a:pt x="325202" y="173283"/>
                  </a:lnTo>
                  <a:lnTo>
                    <a:pt x="327666" y="173117"/>
                  </a:lnTo>
                  <a:lnTo>
                    <a:pt x="330130" y="172948"/>
                  </a:lnTo>
                  <a:lnTo>
                    <a:pt x="332593" y="172776"/>
                  </a:lnTo>
                  <a:lnTo>
                    <a:pt x="335057" y="172603"/>
                  </a:lnTo>
                  <a:lnTo>
                    <a:pt x="337521" y="172427"/>
                  </a:lnTo>
                  <a:lnTo>
                    <a:pt x="339984" y="172249"/>
                  </a:lnTo>
                  <a:lnTo>
                    <a:pt x="342448" y="172070"/>
                  </a:lnTo>
                  <a:lnTo>
                    <a:pt x="344912" y="171890"/>
                  </a:lnTo>
                  <a:lnTo>
                    <a:pt x="347375" y="171709"/>
                  </a:lnTo>
                  <a:lnTo>
                    <a:pt x="349839" y="171526"/>
                  </a:lnTo>
                  <a:lnTo>
                    <a:pt x="352303" y="171342"/>
                  </a:lnTo>
                  <a:lnTo>
                    <a:pt x="354766" y="171157"/>
                  </a:lnTo>
                  <a:lnTo>
                    <a:pt x="357230" y="170969"/>
                  </a:lnTo>
                  <a:lnTo>
                    <a:pt x="359694" y="170780"/>
                  </a:lnTo>
                  <a:lnTo>
                    <a:pt x="362157" y="170588"/>
                  </a:lnTo>
                  <a:lnTo>
                    <a:pt x="364621" y="170394"/>
                  </a:lnTo>
                  <a:lnTo>
                    <a:pt x="367084" y="170196"/>
                  </a:lnTo>
                  <a:lnTo>
                    <a:pt x="369548" y="169994"/>
                  </a:lnTo>
                  <a:lnTo>
                    <a:pt x="372012" y="169789"/>
                  </a:lnTo>
                  <a:lnTo>
                    <a:pt x="374475" y="169581"/>
                  </a:lnTo>
                  <a:lnTo>
                    <a:pt x="376939" y="169369"/>
                  </a:lnTo>
                  <a:lnTo>
                    <a:pt x="379403" y="169153"/>
                  </a:lnTo>
                  <a:lnTo>
                    <a:pt x="381866" y="168934"/>
                  </a:lnTo>
                  <a:lnTo>
                    <a:pt x="384330" y="168712"/>
                  </a:lnTo>
                  <a:lnTo>
                    <a:pt x="386794" y="168489"/>
                  </a:lnTo>
                  <a:lnTo>
                    <a:pt x="389257" y="168264"/>
                  </a:lnTo>
                  <a:lnTo>
                    <a:pt x="391721" y="168040"/>
                  </a:lnTo>
                  <a:lnTo>
                    <a:pt x="394185" y="167817"/>
                  </a:lnTo>
                  <a:lnTo>
                    <a:pt x="396648" y="167597"/>
                  </a:lnTo>
                  <a:lnTo>
                    <a:pt x="399112" y="167382"/>
                  </a:lnTo>
                  <a:lnTo>
                    <a:pt x="401576" y="167173"/>
                  </a:lnTo>
                  <a:lnTo>
                    <a:pt x="404039" y="166972"/>
                  </a:lnTo>
                  <a:lnTo>
                    <a:pt x="406503" y="166781"/>
                  </a:lnTo>
                  <a:lnTo>
                    <a:pt x="408967" y="166601"/>
                  </a:lnTo>
                  <a:lnTo>
                    <a:pt x="411430" y="166438"/>
                  </a:lnTo>
                  <a:lnTo>
                    <a:pt x="413894" y="166290"/>
                  </a:lnTo>
                  <a:lnTo>
                    <a:pt x="416358" y="166158"/>
                  </a:lnTo>
                  <a:lnTo>
                    <a:pt x="418821" y="166044"/>
                  </a:lnTo>
                  <a:lnTo>
                    <a:pt x="421285" y="165948"/>
                  </a:lnTo>
                  <a:lnTo>
                    <a:pt x="423749" y="165872"/>
                  </a:lnTo>
                  <a:lnTo>
                    <a:pt x="426212" y="165820"/>
                  </a:lnTo>
                  <a:lnTo>
                    <a:pt x="428676" y="165788"/>
                  </a:lnTo>
                  <a:lnTo>
                    <a:pt x="431140" y="165776"/>
                  </a:lnTo>
                  <a:lnTo>
                    <a:pt x="433603" y="165782"/>
                  </a:lnTo>
                  <a:lnTo>
                    <a:pt x="436067" y="165807"/>
                  </a:lnTo>
                  <a:lnTo>
                    <a:pt x="438531" y="165850"/>
                  </a:lnTo>
                  <a:lnTo>
                    <a:pt x="440994" y="165911"/>
                  </a:lnTo>
                  <a:lnTo>
                    <a:pt x="443458" y="165986"/>
                  </a:lnTo>
                  <a:lnTo>
                    <a:pt x="445922" y="166073"/>
                  </a:lnTo>
                  <a:lnTo>
                    <a:pt x="448385" y="166170"/>
                  </a:lnTo>
                  <a:lnTo>
                    <a:pt x="450849" y="166276"/>
                  </a:lnTo>
                  <a:lnTo>
                    <a:pt x="453312" y="166388"/>
                  </a:lnTo>
                  <a:lnTo>
                    <a:pt x="455776" y="166505"/>
                  </a:lnTo>
                  <a:lnTo>
                    <a:pt x="458240" y="166623"/>
                  </a:lnTo>
                  <a:lnTo>
                    <a:pt x="460703" y="166741"/>
                  </a:lnTo>
                  <a:lnTo>
                    <a:pt x="463167" y="166858"/>
                  </a:lnTo>
                  <a:lnTo>
                    <a:pt x="465631" y="166971"/>
                  </a:lnTo>
                  <a:lnTo>
                    <a:pt x="468094" y="167080"/>
                  </a:lnTo>
                  <a:lnTo>
                    <a:pt x="470558" y="167182"/>
                  </a:lnTo>
                  <a:lnTo>
                    <a:pt x="473022" y="167276"/>
                  </a:lnTo>
                  <a:lnTo>
                    <a:pt x="475485" y="167363"/>
                  </a:lnTo>
                  <a:lnTo>
                    <a:pt x="477949" y="167441"/>
                  </a:lnTo>
                  <a:lnTo>
                    <a:pt x="480413" y="167510"/>
                  </a:lnTo>
                  <a:lnTo>
                    <a:pt x="482876" y="167569"/>
                  </a:lnTo>
                  <a:lnTo>
                    <a:pt x="485340" y="167616"/>
                  </a:lnTo>
                  <a:lnTo>
                    <a:pt x="487804" y="167653"/>
                  </a:lnTo>
                  <a:lnTo>
                    <a:pt x="490267" y="167679"/>
                  </a:lnTo>
                  <a:lnTo>
                    <a:pt x="492731" y="167696"/>
                  </a:lnTo>
                  <a:lnTo>
                    <a:pt x="495195" y="167703"/>
                  </a:lnTo>
                  <a:lnTo>
                    <a:pt x="497658" y="167699"/>
                  </a:lnTo>
                  <a:lnTo>
                    <a:pt x="500122" y="167684"/>
                  </a:lnTo>
                  <a:lnTo>
                    <a:pt x="502586" y="167659"/>
                  </a:lnTo>
                  <a:lnTo>
                    <a:pt x="505049" y="167626"/>
                  </a:lnTo>
                  <a:lnTo>
                    <a:pt x="507513" y="167583"/>
                  </a:lnTo>
                  <a:lnTo>
                    <a:pt x="509977" y="167533"/>
                  </a:lnTo>
                  <a:lnTo>
                    <a:pt x="512440" y="167474"/>
                  </a:lnTo>
                  <a:lnTo>
                    <a:pt x="514904" y="167407"/>
                  </a:lnTo>
                  <a:lnTo>
                    <a:pt x="517368" y="167334"/>
                  </a:lnTo>
                  <a:lnTo>
                    <a:pt x="519831" y="167256"/>
                  </a:lnTo>
                  <a:lnTo>
                    <a:pt x="522295" y="167173"/>
                  </a:lnTo>
                  <a:lnTo>
                    <a:pt x="524759" y="167087"/>
                  </a:lnTo>
                  <a:lnTo>
                    <a:pt x="527222" y="166998"/>
                  </a:lnTo>
                  <a:lnTo>
                    <a:pt x="529686" y="166907"/>
                  </a:lnTo>
                  <a:lnTo>
                    <a:pt x="532150" y="166816"/>
                  </a:lnTo>
                  <a:lnTo>
                    <a:pt x="534613" y="166725"/>
                  </a:lnTo>
                  <a:lnTo>
                    <a:pt x="537077" y="166635"/>
                  </a:lnTo>
                  <a:lnTo>
                    <a:pt x="539541" y="166547"/>
                  </a:lnTo>
                  <a:lnTo>
                    <a:pt x="542004" y="166463"/>
                  </a:lnTo>
                  <a:lnTo>
                    <a:pt x="544468" y="166382"/>
                  </a:lnTo>
                  <a:lnTo>
                    <a:pt x="546931" y="166304"/>
                  </a:lnTo>
                  <a:lnTo>
                    <a:pt x="549395" y="166231"/>
                  </a:lnTo>
                  <a:lnTo>
                    <a:pt x="551859" y="166161"/>
                  </a:lnTo>
                  <a:lnTo>
                    <a:pt x="554322" y="166095"/>
                  </a:lnTo>
                  <a:lnTo>
                    <a:pt x="556786" y="166033"/>
                  </a:lnTo>
                  <a:lnTo>
                    <a:pt x="559250" y="165974"/>
                  </a:lnTo>
                  <a:lnTo>
                    <a:pt x="561713" y="165918"/>
                  </a:lnTo>
                  <a:lnTo>
                    <a:pt x="564177" y="165862"/>
                  </a:lnTo>
                  <a:lnTo>
                    <a:pt x="566641" y="165807"/>
                  </a:lnTo>
                  <a:lnTo>
                    <a:pt x="569104" y="165751"/>
                  </a:lnTo>
                  <a:lnTo>
                    <a:pt x="571568" y="165693"/>
                  </a:lnTo>
                  <a:lnTo>
                    <a:pt x="574032" y="165630"/>
                  </a:lnTo>
                  <a:lnTo>
                    <a:pt x="576495" y="165563"/>
                  </a:lnTo>
                  <a:lnTo>
                    <a:pt x="578959" y="165489"/>
                  </a:lnTo>
                  <a:lnTo>
                    <a:pt x="581423" y="165407"/>
                  </a:lnTo>
                  <a:lnTo>
                    <a:pt x="583886" y="165315"/>
                  </a:lnTo>
                  <a:lnTo>
                    <a:pt x="586350" y="165211"/>
                  </a:lnTo>
                  <a:lnTo>
                    <a:pt x="588814" y="165091"/>
                  </a:lnTo>
                  <a:lnTo>
                    <a:pt x="591277" y="164956"/>
                  </a:lnTo>
                  <a:lnTo>
                    <a:pt x="593741" y="164804"/>
                  </a:lnTo>
                  <a:lnTo>
                    <a:pt x="596205" y="164634"/>
                  </a:lnTo>
                  <a:lnTo>
                    <a:pt x="598668" y="164444"/>
                  </a:lnTo>
                  <a:lnTo>
                    <a:pt x="601132" y="164229"/>
                  </a:lnTo>
                  <a:lnTo>
                    <a:pt x="603596" y="163986"/>
                  </a:lnTo>
                  <a:lnTo>
                    <a:pt x="606059" y="163717"/>
                  </a:lnTo>
                  <a:lnTo>
                    <a:pt x="608523" y="163421"/>
                  </a:lnTo>
                  <a:lnTo>
                    <a:pt x="610987" y="163095"/>
                  </a:lnTo>
                  <a:lnTo>
                    <a:pt x="613450" y="162738"/>
                  </a:lnTo>
                  <a:lnTo>
                    <a:pt x="615914" y="162345"/>
                  </a:lnTo>
                  <a:lnTo>
                    <a:pt x="618378" y="161912"/>
                  </a:lnTo>
                  <a:lnTo>
                    <a:pt x="620841" y="161442"/>
                  </a:lnTo>
                  <a:lnTo>
                    <a:pt x="623305" y="160935"/>
                  </a:lnTo>
                  <a:lnTo>
                    <a:pt x="625769" y="160388"/>
                  </a:lnTo>
                  <a:lnTo>
                    <a:pt x="628232" y="159799"/>
                  </a:lnTo>
                  <a:lnTo>
                    <a:pt x="630696" y="159162"/>
                  </a:lnTo>
                  <a:lnTo>
                    <a:pt x="633159" y="158475"/>
                  </a:lnTo>
                  <a:lnTo>
                    <a:pt x="635623" y="157740"/>
                  </a:lnTo>
                  <a:lnTo>
                    <a:pt x="638087" y="156957"/>
                  </a:lnTo>
                  <a:lnTo>
                    <a:pt x="640550" y="156122"/>
                  </a:lnTo>
                  <a:lnTo>
                    <a:pt x="643014" y="155235"/>
                  </a:lnTo>
                  <a:lnTo>
                    <a:pt x="645478" y="154285"/>
                  </a:lnTo>
                  <a:lnTo>
                    <a:pt x="647941" y="153270"/>
                  </a:lnTo>
                  <a:lnTo>
                    <a:pt x="650405" y="152194"/>
                  </a:lnTo>
                  <a:lnTo>
                    <a:pt x="652869" y="151054"/>
                  </a:lnTo>
                  <a:lnTo>
                    <a:pt x="655332" y="149848"/>
                  </a:lnTo>
                  <a:lnTo>
                    <a:pt x="657796" y="148572"/>
                  </a:lnTo>
                  <a:lnTo>
                    <a:pt x="660260" y="147214"/>
                  </a:lnTo>
                  <a:lnTo>
                    <a:pt x="662723" y="145771"/>
                  </a:lnTo>
                  <a:lnTo>
                    <a:pt x="665187" y="144247"/>
                  </a:lnTo>
                  <a:lnTo>
                    <a:pt x="667651" y="142640"/>
                  </a:lnTo>
                  <a:lnTo>
                    <a:pt x="670114" y="140947"/>
                  </a:lnTo>
                  <a:lnTo>
                    <a:pt x="672578" y="139166"/>
                  </a:lnTo>
                  <a:lnTo>
                    <a:pt x="675042" y="137278"/>
                  </a:lnTo>
                  <a:lnTo>
                    <a:pt x="677505" y="135286"/>
                  </a:lnTo>
                  <a:lnTo>
                    <a:pt x="679969" y="133195"/>
                  </a:lnTo>
                  <a:lnTo>
                    <a:pt x="682433" y="131005"/>
                  </a:lnTo>
                  <a:lnTo>
                    <a:pt x="684896" y="128713"/>
                  </a:lnTo>
                  <a:lnTo>
                    <a:pt x="687360" y="126319"/>
                  </a:lnTo>
                  <a:lnTo>
                    <a:pt x="689824" y="123806"/>
                  </a:lnTo>
                  <a:lnTo>
                    <a:pt x="692287" y="121179"/>
                  </a:lnTo>
                  <a:lnTo>
                    <a:pt x="694751" y="118449"/>
                  </a:lnTo>
                  <a:lnTo>
                    <a:pt x="697215" y="115616"/>
                  </a:lnTo>
                  <a:lnTo>
                    <a:pt x="699678" y="112682"/>
                  </a:lnTo>
                  <a:lnTo>
                    <a:pt x="702142" y="109648"/>
                  </a:lnTo>
                  <a:lnTo>
                    <a:pt x="704606" y="106502"/>
                  </a:lnTo>
                  <a:lnTo>
                    <a:pt x="707069" y="103255"/>
                  </a:lnTo>
                  <a:lnTo>
                    <a:pt x="709533" y="99918"/>
                  </a:lnTo>
                  <a:lnTo>
                    <a:pt x="711997" y="96497"/>
                  </a:lnTo>
                  <a:lnTo>
                    <a:pt x="714460" y="92995"/>
                  </a:lnTo>
                  <a:lnTo>
                    <a:pt x="716924" y="89419"/>
                  </a:lnTo>
                  <a:lnTo>
                    <a:pt x="719388" y="85762"/>
                  </a:lnTo>
                  <a:lnTo>
                    <a:pt x="721851" y="82040"/>
                  </a:lnTo>
                  <a:lnTo>
                    <a:pt x="724315" y="78266"/>
                  </a:lnTo>
                  <a:lnTo>
                    <a:pt x="726778" y="74448"/>
                  </a:lnTo>
                  <a:lnTo>
                    <a:pt x="729242" y="70594"/>
                  </a:lnTo>
                  <a:lnTo>
                    <a:pt x="731706" y="66712"/>
                  </a:lnTo>
                  <a:lnTo>
                    <a:pt x="734169" y="62810"/>
                  </a:lnTo>
                  <a:lnTo>
                    <a:pt x="736633" y="58905"/>
                  </a:lnTo>
                  <a:lnTo>
                    <a:pt x="739097" y="55008"/>
                  </a:lnTo>
                  <a:lnTo>
                    <a:pt x="741560" y="51131"/>
                  </a:lnTo>
                  <a:lnTo>
                    <a:pt x="744024" y="47284"/>
                  </a:lnTo>
                  <a:lnTo>
                    <a:pt x="746488" y="43480"/>
                  </a:lnTo>
                  <a:lnTo>
                    <a:pt x="748951" y="39745"/>
                  </a:lnTo>
                  <a:lnTo>
                    <a:pt x="751415" y="36091"/>
                  </a:lnTo>
                  <a:lnTo>
                    <a:pt x="753879" y="32526"/>
                  </a:lnTo>
                  <a:lnTo>
                    <a:pt x="756342" y="29063"/>
                  </a:lnTo>
                  <a:lnTo>
                    <a:pt x="758806" y="25717"/>
                  </a:lnTo>
                  <a:lnTo>
                    <a:pt x="761270" y="22501"/>
                  </a:lnTo>
                  <a:lnTo>
                    <a:pt x="763733" y="19459"/>
                  </a:lnTo>
                  <a:lnTo>
                    <a:pt x="766197" y="16593"/>
                  </a:lnTo>
                  <a:lnTo>
                    <a:pt x="768661" y="13905"/>
                  </a:lnTo>
                  <a:lnTo>
                    <a:pt x="771124" y="11409"/>
                  </a:lnTo>
                  <a:lnTo>
                    <a:pt x="773588" y="9117"/>
                  </a:lnTo>
                  <a:lnTo>
                    <a:pt x="776052" y="7041"/>
                  </a:lnTo>
                  <a:lnTo>
                    <a:pt x="778515" y="5240"/>
                  </a:lnTo>
                  <a:lnTo>
                    <a:pt x="780979" y="3697"/>
                  </a:lnTo>
                  <a:lnTo>
                    <a:pt x="783443" y="2408"/>
                  </a:lnTo>
                  <a:lnTo>
                    <a:pt x="785906" y="1381"/>
                  </a:lnTo>
                  <a:lnTo>
                    <a:pt x="788370" y="623"/>
                  </a:lnTo>
                  <a:lnTo>
                    <a:pt x="790834" y="142"/>
                  </a:lnTo>
                  <a:lnTo>
                    <a:pt x="793297" y="0"/>
                  </a:lnTo>
                  <a:lnTo>
                    <a:pt x="795761" y="158"/>
                  </a:lnTo>
                  <a:lnTo>
                    <a:pt x="798225" y="605"/>
                  </a:lnTo>
                  <a:lnTo>
                    <a:pt x="800688" y="1341"/>
                  </a:lnTo>
                  <a:lnTo>
                    <a:pt x="803152" y="2364"/>
                  </a:lnTo>
                  <a:lnTo>
                    <a:pt x="805616" y="3673"/>
                  </a:lnTo>
                  <a:lnTo>
                    <a:pt x="808079" y="5321"/>
                  </a:lnTo>
                  <a:lnTo>
                    <a:pt x="810543" y="7253"/>
                  </a:lnTo>
                  <a:lnTo>
                    <a:pt x="813006" y="9449"/>
                  </a:lnTo>
                  <a:lnTo>
                    <a:pt x="815470" y="11902"/>
                  </a:lnTo>
                  <a:lnTo>
                    <a:pt x="817934" y="14600"/>
                  </a:lnTo>
                  <a:lnTo>
                    <a:pt x="820397" y="17534"/>
                  </a:lnTo>
                  <a:lnTo>
                    <a:pt x="822861" y="20735"/>
                  </a:lnTo>
                  <a:lnTo>
                    <a:pt x="825325" y="24145"/>
                  </a:lnTo>
                  <a:lnTo>
                    <a:pt x="827788" y="27743"/>
                  </a:lnTo>
                  <a:lnTo>
                    <a:pt x="830252" y="31512"/>
                  </a:lnTo>
                  <a:lnTo>
                    <a:pt x="832716" y="35439"/>
                  </a:lnTo>
                  <a:lnTo>
                    <a:pt x="835179" y="39508"/>
                  </a:lnTo>
                  <a:lnTo>
                    <a:pt x="837643" y="43725"/>
                  </a:lnTo>
                  <a:lnTo>
                    <a:pt x="840107" y="48046"/>
                  </a:lnTo>
                  <a:lnTo>
                    <a:pt x="842570" y="52450"/>
                  </a:lnTo>
                  <a:lnTo>
                    <a:pt x="845034" y="56923"/>
                  </a:lnTo>
                  <a:lnTo>
                    <a:pt x="847498" y="61448"/>
                  </a:lnTo>
                  <a:lnTo>
                    <a:pt x="849961" y="66012"/>
                  </a:lnTo>
                  <a:lnTo>
                    <a:pt x="852425" y="70599"/>
                  </a:lnTo>
                  <a:lnTo>
                    <a:pt x="854889" y="75187"/>
                  </a:lnTo>
                  <a:lnTo>
                    <a:pt x="857352" y="79763"/>
                  </a:lnTo>
                  <a:lnTo>
                    <a:pt x="859816" y="84313"/>
                  </a:lnTo>
                  <a:lnTo>
                    <a:pt x="862280" y="88826"/>
                  </a:lnTo>
                  <a:lnTo>
                    <a:pt x="864743" y="93290"/>
                  </a:lnTo>
                  <a:lnTo>
                    <a:pt x="867207" y="97677"/>
                  </a:lnTo>
                  <a:lnTo>
                    <a:pt x="869671" y="101986"/>
                  </a:lnTo>
                  <a:lnTo>
                    <a:pt x="872134" y="106211"/>
                  </a:lnTo>
                  <a:lnTo>
                    <a:pt x="874598" y="110341"/>
                  </a:lnTo>
                  <a:lnTo>
                    <a:pt x="877062" y="114371"/>
                  </a:lnTo>
                  <a:lnTo>
                    <a:pt x="879525" y="118291"/>
                  </a:lnTo>
                  <a:lnTo>
                    <a:pt x="881989" y="122065"/>
                  </a:lnTo>
                  <a:lnTo>
                    <a:pt x="884453" y="125714"/>
                  </a:lnTo>
                  <a:lnTo>
                    <a:pt x="886916" y="129232"/>
                  </a:lnTo>
                  <a:lnTo>
                    <a:pt x="889380" y="132615"/>
                  </a:lnTo>
                  <a:lnTo>
                    <a:pt x="891844" y="135861"/>
                  </a:lnTo>
                  <a:lnTo>
                    <a:pt x="894307" y="138966"/>
                  </a:lnTo>
                  <a:lnTo>
                    <a:pt x="896771" y="141891"/>
                  </a:lnTo>
                  <a:lnTo>
                    <a:pt x="899235" y="144670"/>
                  </a:lnTo>
                  <a:lnTo>
                    <a:pt x="901698" y="147303"/>
                  </a:lnTo>
                  <a:lnTo>
                    <a:pt x="904162" y="149790"/>
                  </a:lnTo>
                  <a:lnTo>
                    <a:pt x="906625" y="152132"/>
                  </a:lnTo>
                  <a:lnTo>
                    <a:pt x="909089" y="154329"/>
                  </a:lnTo>
                  <a:lnTo>
                    <a:pt x="911553" y="156351"/>
                  </a:lnTo>
                  <a:lnTo>
                    <a:pt x="914016" y="158234"/>
                  </a:lnTo>
                  <a:lnTo>
                    <a:pt x="916480" y="159984"/>
                  </a:lnTo>
                  <a:lnTo>
                    <a:pt x="918944" y="161603"/>
                  </a:lnTo>
                  <a:lnTo>
                    <a:pt x="921407" y="163095"/>
                  </a:lnTo>
                  <a:lnTo>
                    <a:pt x="923871" y="164465"/>
                  </a:lnTo>
                  <a:lnTo>
                    <a:pt x="926335" y="165692"/>
                  </a:lnTo>
                  <a:lnTo>
                    <a:pt x="928798" y="166811"/>
                  </a:lnTo>
                  <a:lnTo>
                    <a:pt x="931262" y="167827"/>
                  </a:lnTo>
                  <a:lnTo>
                    <a:pt x="933726" y="168745"/>
                  </a:lnTo>
                  <a:lnTo>
                    <a:pt x="936189" y="169571"/>
                  </a:lnTo>
                  <a:lnTo>
                    <a:pt x="938653" y="170309"/>
                  </a:lnTo>
                  <a:lnTo>
                    <a:pt x="941117" y="170949"/>
                  </a:lnTo>
                  <a:lnTo>
                    <a:pt x="943580" y="171518"/>
                  </a:lnTo>
                  <a:lnTo>
                    <a:pt x="946044" y="172020"/>
                  </a:lnTo>
                  <a:lnTo>
                    <a:pt x="948508" y="172461"/>
                  </a:lnTo>
                  <a:lnTo>
                    <a:pt x="950971" y="172845"/>
                  </a:lnTo>
                  <a:lnTo>
                    <a:pt x="953435" y="173176"/>
                  </a:lnTo>
                  <a:lnTo>
                    <a:pt x="955899" y="173451"/>
                  </a:lnTo>
                  <a:lnTo>
                    <a:pt x="958362" y="173687"/>
                  </a:lnTo>
                  <a:lnTo>
                    <a:pt x="960826" y="173888"/>
                  </a:lnTo>
                  <a:lnTo>
                    <a:pt x="963290" y="174057"/>
                  </a:lnTo>
                  <a:lnTo>
                    <a:pt x="965753" y="174197"/>
                  </a:lnTo>
                  <a:lnTo>
                    <a:pt x="968217" y="174313"/>
                  </a:lnTo>
                  <a:lnTo>
                    <a:pt x="970681" y="174404"/>
                  </a:lnTo>
                  <a:lnTo>
                    <a:pt x="973144" y="174479"/>
                  </a:lnTo>
                  <a:lnTo>
                    <a:pt x="975608" y="174541"/>
                  </a:lnTo>
                  <a:lnTo>
                    <a:pt x="978072" y="174591"/>
                  </a:lnTo>
                  <a:lnTo>
                    <a:pt x="980535" y="174633"/>
                  </a:lnTo>
                  <a:lnTo>
                    <a:pt x="982999" y="174668"/>
                  </a:lnTo>
                  <a:lnTo>
                    <a:pt x="985463" y="174697"/>
                  </a:lnTo>
                  <a:lnTo>
                    <a:pt x="987926" y="174725"/>
                  </a:lnTo>
                  <a:lnTo>
                    <a:pt x="990390" y="174751"/>
                  </a:lnTo>
                  <a:lnTo>
                    <a:pt x="992853" y="174777"/>
                  </a:lnTo>
                  <a:lnTo>
                    <a:pt x="995317" y="174805"/>
                  </a:lnTo>
                  <a:lnTo>
                    <a:pt x="997781" y="174834"/>
                  </a:lnTo>
                  <a:lnTo>
                    <a:pt x="1000244" y="174866"/>
                  </a:lnTo>
                  <a:lnTo>
                    <a:pt x="1002708" y="174900"/>
                  </a:lnTo>
                  <a:lnTo>
                    <a:pt x="1005172" y="174937"/>
                  </a:lnTo>
                  <a:lnTo>
                    <a:pt x="1007635" y="174977"/>
                  </a:lnTo>
                  <a:lnTo>
                    <a:pt x="1010099" y="175019"/>
                  </a:lnTo>
                  <a:lnTo>
                    <a:pt x="1012563" y="175063"/>
                  </a:lnTo>
                  <a:lnTo>
                    <a:pt x="1015026" y="175109"/>
                  </a:lnTo>
                  <a:lnTo>
                    <a:pt x="1017490" y="175155"/>
                  </a:lnTo>
                  <a:lnTo>
                    <a:pt x="1019954" y="175201"/>
                  </a:lnTo>
                  <a:lnTo>
                    <a:pt x="1022417" y="175246"/>
                  </a:lnTo>
                  <a:lnTo>
                    <a:pt x="1024881" y="175290"/>
                  </a:lnTo>
                  <a:lnTo>
                    <a:pt x="1027345" y="175331"/>
                  </a:lnTo>
                  <a:lnTo>
                    <a:pt x="1029808" y="175367"/>
                  </a:lnTo>
                  <a:lnTo>
                    <a:pt x="1032272" y="175399"/>
                  </a:lnTo>
                  <a:lnTo>
                    <a:pt x="1034736" y="175426"/>
                  </a:lnTo>
                  <a:lnTo>
                    <a:pt x="1037199" y="175447"/>
                  </a:lnTo>
                  <a:lnTo>
                    <a:pt x="1039663" y="175461"/>
                  </a:lnTo>
                  <a:lnTo>
                    <a:pt x="1042127" y="175468"/>
                  </a:lnTo>
                  <a:lnTo>
                    <a:pt x="1044590" y="175465"/>
                  </a:lnTo>
                  <a:lnTo>
                    <a:pt x="1047054" y="175453"/>
                  </a:lnTo>
                  <a:lnTo>
                    <a:pt x="1049518" y="175432"/>
                  </a:lnTo>
                  <a:lnTo>
                    <a:pt x="1051981" y="175402"/>
                  </a:lnTo>
                  <a:lnTo>
                    <a:pt x="1054445" y="175362"/>
                  </a:lnTo>
                  <a:lnTo>
                    <a:pt x="1056909" y="175311"/>
                  </a:lnTo>
                  <a:lnTo>
                    <a:pt x="1059372" y="175249"/>
                  </a:lnTo>
                  <a:lnTo>
                    <a:pt x="1061836" y="175176"/>
                  </a:lnTo>
                  <a:lnTo>
                    <a:pt x="1064300" y="175094"/>
                  </a:lnTo>
                  <a:lnTo>
                    <a:pt x="1066763" y="175001"/>
                  </a:lnTo>
                  <a:lnTo>
                    <a:pt x="1069227" y="174898"/>
                  </a:lnTo>
                  <a:lnTo>
                    <a:pt x="1071691" y="174785"/>
                  </a:lnTo>
                  <a:lnTo>
                    <a:pt x="1074154" y="174661"/>
                  </a:lnTo>
                  <a:lnTo>
                    <a:pt x="1076618" y="174527"/>
                  </a:lnTo>
                  <a:lnTo>
                    <a:pt x="1079082" y="174385"/>
                  </a:lnTo>
                  <a:lnTo>
                    <a:pt x="1081545" y="174234"/>
                  </a:lnTo>
                  <a:lnTo>
                    <a:pt x="1084009" y="174075"/>
                  </a:lnTo>
                  <a:lnTo>
                    <a:pt x="1086472" y="173908"/>
                  </a:lnTo>
                  <a:lnTo>
                    <a:pt x="1088936" y="173733"/>
                  </a:lnTo>
                  <a:lnTo>
                    <a:pt x="1091400" y="173551"/>
                  </a:lnTo>
                  <a:lnTo>
                    <a:pt x="1093863" y="173364"/>
                  </a:lnTo>
                  <a:lnTo>
                    <a:pt x="1096327" y="173170"/>
                  </a:lnTo>
                  <a:lnTo>
                    <a:pt x="1098791" y="172972"/>
                  </a:lnTo>
                  <a:lnTo>
                    <a:pt x="1101254" y="172769"/>
                  </a:lnTo>
                  <a:lnTo>
                    <a:pt x="1103718" y="172561"/>
                  </a:lnTo>
                  <a:lnTo>
                    <a:pt x="1106182" y="172350"/>
                  </a:lnTo>
                  <a:lnTo>
                    <a:pt x="1108645" y="172136"/>
                  </a:lnTo>
                  <a:lnTo>
                    <a:pt x="1111109" y="171919"/>
                  </a:lnTo>
                  <a:lnTo>
                    <a:pt x="1113573" y="171699"/>
                  </a:lnTo>
                  <a:lnTo>
                    <a:pt x="1116036" y="171477"/>
                  </a:lnTo>
                  <a:lnTo>
                    <a:pt x="1118500" y="171252"/>
                  </a:lnTo>
                  <a:lnTo>
                    <a:pt x="1120964" y="171026"/>
                  </a:lnTo>
                  <a:lnTo>
                    <a:pt x="1123427" y="170798"/>
                  </a:lnTo>
                  <a:lnTo>
                    <a:pt x="1125891" y="170568"/>
                  </a:lnTo>
                  <a:lnTo>
                    <a:pt x="1128355" y="170337"/>
                  </a:lnTo>
                  <a:lnTo>
                    <a:pt x="1130818" y="170104"/>
                  </a:lnTo>
                  <a:lnTo>
                    <a:pt x="1133282" y="169869"/>
                  </a:lnTo>
                  <a:lnTo>
                    <a:pt x="1135746" y="169633"/>
                  </a:lnTo>
                  <a:lnTo>
                    <a:pt x="1138209" y="169396"/>
                  </a:lnTo>
                  <a:lnTo>
                    <a:pt x="1140673" y="169156"/>
                  </a:lnTo>
                  <a:lnTo>
                    <a:pt x="1143137" y="168916"/>
                  </a:lnTo>
                  <a:lnTo>
                    <a:pt x="1145600" y="168674"/>
                  </a:lnTo>
                  <a:lnTo>
                    <a:pt x="1148064" y="168431"/>
                  </a:lnTo>
                  <a:lnTo>
                    <a:pt x="1150528" y="168187"/>
                  </a:lnTo>
                  <a:lnTo>
                    <a:pt x="1152991" y="167943"/>
                  </a:lnTo>
                  <a:lnTo>
                    <a:pt x="1155455" y="167697"/>
                  </a:lnTo>
                  <a:lnTo>
                    <a:pt x="1157919" y="167451"/>
                  </a:lnTo>
                  <a:lnTo>
                    <a:pt x="1160382" y="167205"/>
                  </a:lnTo>
                  <a:lnTo>
                    <a:pt x="1162846" y="166959"/>
                  </a:lnTo>
                  <a:lnTo>
                    <a:pt x="1165310" y="166713"/>
                  </a:lnTo>
                  <a:lnTo>
                    <a:pt x="1167773" y="166467"/>
                  </a:lnTo>
                  <a:lnTo>
                    <a:pt x="1170237" y="166221"/>
                  </a:lnTo>
                  <a:lnTo>
                    <a:pt x="1172701" y="165976"/>
                  </a:lnTo>
                  <a:lnTo>
                    <a:pt x="1175164" y="165730"/>
                  </a:lnTo>
                  <a:lnTo>
                    <a:pt x="1177628" y="165484"/>
                  </a:lnTo>
                  <a:lnTo>
                    <a:pt x="1180091" y="165239"/>
                  </a:lnTo>
                  <a:lnTo>
                    <a:pt x="1182555" y="164992"/>
                  </a:lnTo>
                  <a:lnTo>
                    <a:pt x="1185019" y="164746"/>
                  </a:lnTo>
                  <a:lnTo>
                    <a:pt x="1187482" y="164499"/>
                  </a:lnTo>
                  <a:lnTo>
                    <a:pt x="1189946" y="164251"/>
                  </a:lnTo>
                  <a:lnTo>
                    <a:pt x="1192410" y="164003"/>
                  </a:lnTo>
                  <a:lnTo>
                    <a:pt x="1194873" y="163755"/>
                  </a:lnTo>
                  <a:lnTo>
                    <a:pt x="1197337" y="163507"/>
                  </a:lnTo>
                  <a:lnTo>
                    <a:pt x="1199801" y="163260"/>
                  </a:lnTo>
                  <a:lnTo>
                    <a:pt x="1202264" y="163014"/>
                  </a:lnTo>
                  <a:lnTo>
                    <a:pt x="1204728" y="162772"/>
                  </a:lnTo>
                  <a:lnTo>
                    <a:pt x="1207192" y="162536"/>
                  </a:lnTo>
                  <a:lnTo>
                    <a:pt x="1209655" y="162307"/>
                  </a:lnTo>
                  <a:lnTo>
                    <a:pt x="1212119" y="162087"/>
                  </a:lnTo>
                  <a:lnTo>
                    <a:pt x="1214583" y="161878"/>
                  </a:lnTo>
                  <a:lnTo>
                    <a:pt x="1217046" y="161683"/>
                  </a:lnTo>
                  <a:lnTo>
                    <a:pt x="1219510" y="161508"/>
                  </a:lnTo>
                  <a:lnTo>
                    <a:pt x="1221974" y="161357"/>
                  </a:lnTo>
                  <a:lnTo>
                    <a:pt x="1224437" y="161231"/>
                  </a:lnTo>
                  <a:lnTo>
                    <a:pt x="1226901" y="161134"/>
                  </a:lnTo>
                  <a:lnTo>
                    <a:pt x="1229365" y="161068"/>
                  </a:lnTo>
                  <a:lnTo>
                    <a:pt x="1231828" y="161036"/>
                  </a:lnTo>
                  <a:lnTo>
                    <a:pt x="1234292" y="161049"/>
                  </a:lnTo>
                  <a:lnTo>
                    <a:pt x="1236756" y="161108"/>
                  </a:lnTo>
                  <a:lnTo>
                    <a:pt x="1239219" y="161210"/>
                  </a:lnTo>
                  <a:lnTo>
                    <a:pt x="1241683" y="161358"/>
                  </a:lnTo>
                  <a:lnTo>
                    <a:pt x="1244147" y="161553"/>
                  </a:lnTo>
                  <a:lnTo>
                    <a:pt x="1246610" y="161795"/>
                  </a:lnTo>
                  <a:lnTo>
                    <a:pt x="1249074" y="162092"/>
                  </a:lnTo>
                  <a:lnTo>
                    <a:pt x="1251538" y="162440"/>
                  </a:lnTo>
                  <a:lnTo>
                    <a:pt x="1254001" y="162832"/>
                  </a:lnTo>
                  <a:lnTo>
                    <a:pt x="1256465" y="163266"/>
                  </a:lnTo>
                  <a:lnTo>
                    <a:pt x="1258929" y="163739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2370670" y="4199246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243361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2748349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3063081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3377813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369254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tx190"/>
            <p:cNvSpPr/>
            <p:nvPr/>
          </p:nvSpPr>
          <p:spPr>
            <a:xfrm>
              <a:off x="2355936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2670668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2985400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3300132" y="4261549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3583787" y="426018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3020414" y="4410971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96" name="rc196"/>
            <p:cNvSpPr/>
            <p:nvPr/>
          </p:nvSpPr>
          <p:spPr>
            <a:xfrm>
              <a:off x="3825081" y="2595080"/>
              <a:ext cx="1523999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3894670" y="2892358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3957616" y="3563782"/>
              <a:ext cx="1258929" cy="576059"/>
            </a:xfrm>
            <a:custGeom>
              <a:avLst/>
              <a:pathLst>
                <a:path w="1258929" h="576059">
                  <a:moveTo>
                    <a:pt x="0" y="576059"/>
                  </a:moveTo>
                  <a:lnTo>
                    <a:pt x="2463" y="576059"/>
                  </a:lnTo>
                  <a:lnTo>
                    <a:pt x="4927" y="576059"/>
                  </a:lnTo>
                  <a:lnTo>
                    <a:pt x="7390" y="576059"/>
                  </a:lnTo>
                  <a:lnTo>
                    <a:pt x="9854" y="576059"/>
                  </a:lnTo>
                  <a:lnTo>
                    <a:pt x="12318" y="576058"/>
                  </a:lnTo>
                  <a:lnTo>
                    <a:pt x="14781" y="576057"/>
                  </a:lnTo>
                  <a:lnTo>
                    <a:pt x="17245" y="576056"/>
                  </a:lnTo>
                  <a:lnTo>
                    <a:pt x="19709" y="576054"/>
                  </a:lnTo>
                  <a:lnTo>
                    <a:pt x="22172" y="576050"/>
                  </a:lnTo>
                  <a:lnTo>
                    <a:pt x="24636" y="576045"/>
                  </a:lnTo>
                  <a:lnTo>
                    <a:pt x="27100" y="576036"/>
                  </a:lnTo>
                  <a:lnTo>
                    <a:pt x="29563" y="576023"/>
                  </a:lnTo>
                  <a:lnTo>
                    <a:pt x="32027" y="576002"/>
                  </a:lnTo>
                  <a:lnTo>
                    <a:pt x="34491" y="575971"/>
                  </a:lnTo>
                  <a:lnTo>
                    <a:pt x="36954" y="575925"/>
                  </a:lnTo>
                  <a:lnTo>
                    <a:pt x="39418" y="575858"/>
                  </a:lnTo>
                  <a:lnTo>
                    <a:pt x="41882" y="575764"/>
                  </a:lnTo>
                  <a:lnTo>
                    <a:pt x="44345" y="575631"/>
                  </a:lnTo>
                  <a:lnTo>
                    <a:pt x="46809" y="575447"/>
                  </a:lnTo>
                  <a:lnTo>
                    <a:pt x="49273" y="575184"/>
                  </a:lnTo>
                  <a:lnTo>
                    <a:pt x="51736" y="574820"/>
                  </a:lnTo>
                  <a:lnTo>
                    <a:pt x="54200" y="574332"/>
                  </a:lnTo>
                  <a:lnTo>
                    <a:pt x="56664" y="573683"/>
                  </a:lnTo>
                  <a:lnTo>
                    <a:pt x="59127" y="572836"/>
                  </a:lnTo>
                  <a:lnTo>
                    <a:pt x="61591" y="571746"/>
                  </a:lnTo>
                  <a:lnTo>
                    <a:pt x="64055" y="570359"/>
                  </a:lnTo>
                  <a:lnTo>
                    <a:pt x="66518" y="568621"/>
                  </a:lnTo>
                  <a:lnTo>
                    <a:pt x="68982" y="566417"/>
                  </a:lnTo>
                  <a:lnTo>
                    <a:pt x="71446" y="563683"/>
                  </a:lnTo>
                  <a:lnTo>
                    <a:pt x="73909" y="560377"/>
                  </a:lnTo>
                  <a:lnTo>
                    <a:pt x="76373" y="556434"/>
                  </a:lnTo>
                  <a:lnTo>
                    <a:pt x="78837" y="551794"/>
                  </a:lnTo>
                  <a:lnTo>
                    <a:pt x="81300" y="546406"/>
                  </a:lnTo>
                  <a:lnTo>
                    <a:pt x="83764" y="540227"/>
                  </a:lnTo>
                  <a:lnTo>
                    <a:pt x="86228" y="533230"/>
                  </a:lnTo>
                  <a:lnTo>
                    <a:pt x="88691" y="525335"/>
                  </a:lnTo>
                  <a:lnTo>
                    <a:pt x="91155" y="516555"/>
                  </a:lnTo>
                  <a:lnTo>
                    <a:pt x="93618" y="506997"/>
                  </a:lnTo>
                  <a:lnTo>
                    <a:pt x="96082" y="496716"/>
                  </a:lnTo>
                  <a:lnTo>
                    <a:pt x="98546" y="485784"/>
                  </a:lnTo>
                  <a:lnTo>
                    <a:pt x="101009" y="474288"/>
                  </a:lnTo>
                  <a:lnTo>
                    <a:pt x="103473" y="462325"/>
                  </a:lnTo>
                  <a:lnTo>
                    <a:pt x="105937" y="449999"/>
                  </a:lnTo>
                  <a:lnTo>
                    <a:pt x="108400" y="437412"/>
                  </a:lnTo>
                  <a:lnTo>
                    <a:pt x="110864" y="424689"/>
                  </a:lnTo>
                  <a:lnTo>
                    <a:pt x="113328" y="411951"/>
                  </a:lnTo>
                  <a:lnTo>
                    <a:pt x="115791" y="399282"/>
                  </a:lnTo>
                  <a:lnTo>
                    <a:pt x="118255" y="386756"/>
                  </a:lnTo>
                  <a:lnTo>
                    <a:pt x="120719" y="374434"/>
                  </a:lnTo>
                  <a:lnTo>
                    <a:pt x="123182" y="362366"/>
                  </a:lnTo>
                  <a:lnTo>
                    <a:pt x="125646" y="350598"/>
                  </a:lnTo>
                  <a:lnTo>
                    <a:pt x="128110" y="339178"/>
                  </a:lnTo>
                  <a:lnTo>
                    <a:pt x="130573" y="328190"/>
                  </a:lnTo>
                  <a:lnTo>
                    <a:pt x="133037" y="317631"/>
                  </a:lnTo>
                  <a:lnTo>
                    <a:pt x="135501" y="307549"/>
                  </a:lnTo>
                  <a:lnTo>
                    <a:pt x="137964" y="297999"/>
                  </a:lnTo>
                  <a:lnTo>
                    <a:pt x="140428" y="289041"/>
                  </a:lnTo>
                  <a:lnTo>
                    <a:pt x="142892" y="280742"/>
                  </a:lnTo>
                  <a:lnTo>
                    <a:pt x="145355" y="273167"/>
                  </a:lnTo>
                  <a:lnTo>
                    <a:pt x="147819" y="266385"/>
                  </a:lnTo>
                  <a:lnTo>
                    <a:pt x="150283" y="260581"/>
                  </a:lnTo>
                  <a:lnTo>
                    <a:pt x="152746" y="255654"/>
                  </a:lnTo>
                  <a:lnTo>
                    <a:pt x="155210" y="251599"/>
                  </a:lnTo>
                  <a:lnTo>
                    <a:pt x="157674" y="248376"/>
                  </a:lnTo>
                  <a:lnTo>
                    <a:pt x="160137" y="245911"/>
                  </a:lnTo>
                  <a:lnTo>
                    <a:pt x="162601" y="244094"/>
                  </a:lnTo>
                  <a:lnTo>
                    <a:pt x="165065" y="242773"/>
                  </a:lnTo>
                  <a:lnTo>
                    <a:pt x="167528" y="241765"/>
                  </a:lnTo>
                  <a:lnTo>
                    <a:pt x="169992" y="240813"/>
                  </a:lnTo>
                  <a:lnTo>
                    <a:pt x="172456" y="239605"/>
                  </a:lnTo>
                  <a:lnTo>
                    <a:pt x="174919" y="237875"/>
                  </a:lnTo>
                  <a:lnTo>
                    <a:pt x="177383" y="235355"/>
                  </a:lnTo>
                  <a:lnTo>
                    <a:pt x="179847" y="231790"/>
                  </a:lnTo>
                  <a:lnTo>
                    <a:pt x="182310" y="226949"/>
                  </a:lnTo>
                  <a:lnTo>
                    <a:pt x="184774" y="220630"/>
                  </a:lnTo>
                  <a:lnTo>
                    <a:pt x="187237" y="212675"/>
                  </a:lnTo>
                  <a:lnTo>
                    <a:pt x="189701" y="202759"/>
                  </a:lnTo>
                  <a:lnTo>
                    <a:pt x="192165" y="191007"/>
                  </a:lnTo>
                  <a:lnTo>
                    <a:pt x="194628" y="177560"/>
                  </a:lnTo>
                  <a:lnTo>
                    <a:pt x="197092" y="162564"/>
                  </a:lnTo>
                  <a:lnTo>
                    <a:pt x="199556" y="146237"/>
                  </a:lnTo>
                  <a:lnTo>
                    <a:pt x="202019" y="128867"/>
                  </a:lnTo>
                  <a:lnTo>
                    <a:pt x="204483" y="110805"/>
                  </a:lnTo>
                  <a:lnTo>
                    <a:pt x="206947" y="92462"/>
                  </a:lnTo>
                  <a:lnTo>
                    <a:pt x="209410" y="74378"/>
                  </a:lnTo>
                  <a:lnTo>
                    <a:pt x="211874" y="57183"/>
                  </a:lnTo>
                  <a:lnTo>
                    <a:pt x="214338" y="41383"/>
                  </a:lnTo>
                  <a:lnTo>
                    <a:pt x="216801" y="27487"/>
                  </a:lnTo>
                  <a:lnTo>
                    <a:pt x="219265" y="15982"/>
                  </a:lnTo>
                  <a:lnTo>
                    <a:pt x="221729" y="7315"/>
                  </a:lnTo>
                  <a:lnTo>
                    <a:pt x="224192" y="1879"/>
                  </a:lnTo>
                  <a:lnTo>
                    <a:pt x="226656" y="0"/>
                  </a:lnTo>
                  <a:lnTo>
                    <a:pt x="229120" y="2219"/>
                  </a:lnTo>
                  <a:lnTo>
                    <a:pt x="231583" y="8748"/>
                  </a:lnTo>
                  <a:lnTo>
                    <a:pt x="234047" y="19241"/>
                  </a:lnTo>
                  <a:lnTo>
                    <a:pt x="236511" y="33589"/>
                  </a:lnTo>
                  <a:lnTo>
                    <a:pt x="238974" y="51588"/>
                  </a:lnTo>
                  <a:lnTo>
                    <a:pt x="241438" y="72950"/>
                  </a:lnTo>
                  <a:lnTo>
                    <a:pt x="243902" y="97309"/>
                  </a:lnTo>
                  <a:lnTo>
                    <a:pt x="246365" y="124233"/>
                  </a:lnTo>
                  <a:lnTo>
                    <a:pt x="248829" y="153311"/>
                  </a:lnTo>
                  <a:lnTo>
                    <a:pt x="251293" y="183973"/>
                  </a:lnTo>
                  <a:lnTo>
                    <a:pt x="253756" y="215453"/>
                  </a:lnTo>
                  <a:lnTo>
                    <a:pt x="256220" y="247230"/>
                  </a:lnTo>
                  <a:lnTo>
                    <a:pt x="258684" y="278809"/>
                  </a:lnTo>
                  <a:lnTo>
                    <a:pt x="261147" y="309735"/>
                  </a:lnTo>
                  <a:lnTo>
                    <a:pt x="263611" y="339602"/>
                  </a:lnTo>
                  <a:lnTo>
                    <a:pt x="266075" y="368061"/>
                  </a:lnTo>
                  <a:lnTo>
                    <a:pt x="268538" y="394773"/>
                  </a:lnTo>
                  <a:lnTo>
                    <a:pt x="271002" y="419274"/>
                  </a:lnTo>
                  <a:lnTo>
                    <a:pt x="273465" y="441685"/>
                  </a:lnTo>
                  <a:lnTo>
                    <a:pt x="275929" y="461951"/>
                  </a:lnTo>
                  <a:lnTo>
                    <a:pt x="278393" y="480072"/>
                  </a:lnTo>
                  <a:lnTo>
                    <a:pt x="280856" y="496090"/>
                  </a:lnTo>
                  <a:lnTo>
                    <a:pt x="283320" y="510090"/>
                  </a:lnTo>
                  <a:lnTo>
                    <a:pt x="285784" y="522184"/>
                  </a:lnTo>
                  <a:lnTo>
                    <a:pt x="288247" y="532508"/>
                  </a:lnTo>
                  <a:lnTo>
                    <a:pt x="290711" y="540997"/>
                  </a:lnTo>
                  <a:lnTo>
                    <a:pt x="293175" y="548100"/>
                  </a:lnTo>
                  <a:lnTo>
                    <a:pt x="295638" y="553980"/>
                  </a:lnTo>
                  <a:lnTo>
                    <a:pt x="298102" y="558794"/>
                  </a:lnTo>
                  <a:lnTo>
                    <a:pt x="300566" y="562691"/>
                  </a:lnTo>
                  <a:lnTo>
                    <a:pt x="303029" y="565807"/>
                  </a:lnTo>
                  <a:lnTo>
                    <a:pt x="305493" y="568269"/>
                  </a:lnTo>
                  <a:lnTo>
                    <a:pt x="307957" y="570187"/>
                  </a:lnTo>
                  <a:lnTo>
                    <a:pt x="310420" y="571613"/>
                  </a:lnTo>
                  <a:lnTo>
                    <a:pt x="312884" y="572696"/>
                  </a:lnTo>
                  <a:lnTo>
                    <a:pt x="315348" y="573509"/>
                  </a:lnTo>
                  <a:lnTo>
                    <a:pt x="317811" y="574108"/>
                  </a:lnTo>
                  <a:lnTo>
                    <a:pt x="320275" y="574535"/>
                  </a:lnTo>
                  <a:lnTo>
                    <a:pt x="322739" y="574830"/>
                  </a:lnTo>
                  <a:lnTo>
                    <a:pt x="325202" y="575022"/>
                  </a:lnTo>
                  <a:lnTo>
                    <a:pt x="327666" y="575134"/>
                  </a:lnTo>
                  <a:lnTo>
                    <a:pt x="330130" y="575182"/>
                  </a:lnTo>
                  <a:lnTo>
                    <a:pt x="332593" y="575188"/>
                  </a:lnTo>
                  <a:lnTo>
                    <a:pt x="335057" y="575165"/>
                  </a:lnTo>
                  <a:lnTo>
                    <a:pt x="337521" y="575122"/>
                  </a:lnTo>
                  <a:lnTo>
                    <a:pt x="339984" y="575066"/>
                  </a:lnTo>
                  <a:lnTo>
                    <a:pt x="342448" y="575004"/>
                  </a:lnTo>
                  <a:lnTo>
                    <a:pt x="344912" y="574942"/>
                  </a:lnTo>
                  <a:lnTo>
                    <a:pt x="347375" y="574883"/>
                  </a:lnTo>
                  <a:lnTo>
                    <a:pt x="349839" y="574832"/>
                  </a:lnTo>
                  <a:lnTo>
                    <a:pt x="352303" y="574793"/>
                  </a:lnTo>
                  <a:lnTo>
                    <a:pt x="354766" y="574767"/>
                  </a:lnTo>
                  <a:lnTo>
                    <a:pt x="357230" y="574755"/>
                  </a:lnTo>
                  <a:lnTo>
                    <a:pt x="359694" y="574759"/>
                  </a:lnTo>
                  <a:lnTo>
                    <a:pt x="362157" y="574777"/>
                  </a:lnTo>
                  <a:lnTo>
                    <a:pt x="364621" y="574809"/>
                  </a:lnTo>
                  <a:lnTo>
                    <a:pt x="367084" y="574855"/>
                  </a:lnTo>
                  <a:lnTo>
                    <a:pt x="369548" y="574913"/>
                  </a:lnTo>
                  <a:lnTo>
                    <a:pt x="372012" y="574981"/>
                  </a:lnTo>
                  <a:lnTo>
                    <a:pt x="374475" y="575055"/>
                  </a:lnTo>
                  <a:lnTo>
                    <a:pt x="376939" y="575132"/>
                  </a:lnTo>
                  <a:lnTo>
                    <a:pt x="379403" y="575209"/>
                  </a:lnTo>
                  <a:lnTo>
                    <a:pt x="381866" y="575285"/>
                  </a:lnTo>
                  <a:lnTo>
                    <a:pt x="384330" y="575356"/>
                  </a:lnTo>
                  <a:lnTo>
                    <a:pt x="386794" y="575420"/>
                  </a:lnTo>
                  <a:lnTo>
                    <a:pt x="389257" y="575475"/>
                  </a:lnTo>
                  <a:lnTo>
                    <a:pt x="391721" y="575517"/>
                  </a:lnTo>
                  <a:lnTo>
                    <a:pt x="394185" y="575547"/>
                  </a:lnTo>
                  <a:lnTo>
                    <a:pt x="396648" y="575563"/>
                  </a:lnTo>
                  <a:lnTo>
                    <a:pt x="399112" y="575565"/>
                  </a:lnTo>
                  <a:lnTo>
                    <a:pt x="401576" y="575553"/>
                  </a:lnTo>
                  <a:lnTo>
                    <a:pt x="404039" y="575528"/>
                  </a:lnTo>
                  <a:lnTo>
                    <a:pt x="406503" y="575490"/>
                  </a:lnTo>
                  <a:lnTo>
                    <a:pt x="408967" y="575440"/>
                  </a:lnTo>
                  <a:lnTo>
                    <a:pt x="411430" y="575379"/>
                  </a:lnTo>
                  <a:lnTo>
                    <a:pt x="413894" y="575310"/>
                  </a:lnTo>
                  <a:lnTo>
                    <a:pt x="416358" y="575235"/>
                  </a:lnTo>
                  <a:lnTo>
                    <a:pt x="418821" y="575158"/>
                  </a:lnTo>
                  <a:lnTo>
                    <a:pt x="421285" y="575081"/>
                  </a:lnTo>
                  <a:lnTo>
                    <a:pt x="423749" y="575006"/>
                  </a:lnTo>
                  <a:lnTo>
                    <a:pt x="426212" y="574936"/>
                  </a:lnTo>
                  <a:lnTo>
                    <a:pt x="428676" y="574874"/>
                  </a:lnTo>
                  <a:lnTo>
                    <a:pt x="431140" y="574825"/>
                  </a:lnTo>
                  <a:lnTo>
                    <a:pt x="433603" y="574788"/>
                  </a:lnTo>
                  <a:lnTo>
                    <a:pt x="436067" y="574766"/>
                  </a:lnTo>
                  <a:lnTo>
                    <a:pt x="438531" y="574758"/>
                  </a:lnTo>
                  <a:lnTo>
                    <a:pt x="440994" y="574767"/>
                  </a:lnTo>
                  <a:lnTo>
                    <a:pt x="443458" y="574790"/>
                  </a:lnTo>
                  <a:lnTo>
                    <a:pt x="445922" y="574828"/>
                  </a:lnTo>
                  <a:lnTo>
                    <a:pt x="448385" y="574880"/>
                  </a:lnTo>
                  <a:lnTo>
                    <a:pt x="450849" y="574945"/>
                  </a:lnTo>
                  <a:lnTo>
                    <a:pt x="453312" y="575019"/>
                  </a:lnTo>
                  <a:lnTo>
                    <a:pt x="455776" y="575099"/>
                  </a:lnTo>
                  <a:lnTo>
                    <a:pt x="458240" y="575185"/>
                  </a:lnTo>
                  <a:lnTo>
                    <a:pt x="460703" y="575272"/>
                  </a:lnTo>
                  <a:lnTo>
                    <a:pt x="463167" y="575360"/>
                  </a:lnTo>
                  <a:lnTo>
                    <a:pt x="465631" y="575445"/>
                  </a:lnTo>
                  <a:lnTo>
                    <a:pt x="468094" y="575528"/>
                  </a:lnTo>
                  <a:lnTo>
                    <a:pt x="470558" y="575604"/>
                  </a:lnTo>
                  <a:lnTo>
                    <a:pt x="473022" y="575674"/>
                  </a:lnTo>
                  <a:lnTo>
                    <a:pt x="475485" y="575737"/>
                  </a:lnTo>
                  <a:lnTo>
                    <a:pt x="477949" y="575794"/>
                  </a:lnTo>
                  <a:lnTo>
                    <a:pt x="480413" y="575843"/>
                  </a:lnTo>
                  <a:lnTo>
                    <a:pt x="482876" y="575885"/>
                  </a:lnTo>
                  <a:lnTo>
                    <a:pt x="485340" y="575921"/>
                  </a:lnTo>
                  <a:lnTo>
                    <a:pt x="487804" y="575951"/>
                  </a:lnTo>
                  <a:lnTo>
                    <a:pt x="490267" y="575976"/>
                  </a:lnTo>
                  <a:lnTo>
                    <a:pt x="492731" y="575995"/>
                  </a:lnTo>
                  <a:lnTo>
                    <a:pt x="495195" y="576011"/>
                  </a:lnTo>
                  <a:lnTo>
                    <a:pt x="497658" y="576023"/>
                  </a:lnTo>
                  <a:lnTo>
                    <a:pt x="500122" y="576033"/>
                  </a:lnTo>
                  <a:lnTo>
                    <a:pt x="502586" y="576040"/>
                  </a:lnTo>
                  <a:lnTo>
                    <a:pt x="505049" y="576045"/>
                  </a:lnTo>
                  <a:lnTo>
                    <a:pt x="507513" y="576050"/>
                  </a:lnTo>
                  <a:lnTo>
                    <a:pt x="509977" y="576053"/>
                  </a:lnTo>
                  <a:lnTo>
                    <a:pt x="512440" y="576055"/>
                  </a:lnTo>
                  <a:lnTo>
                    <a:pt x="514904" y="576056"/>
                  </a:lnTo>
                  <a:lnTo>
                    <a:pt x="517368" y="576057"/>
                  </a:lnTo>
                  <a:lnTo>
                    <a:pt x="519831" y="576058"/>
                  </a:lnTo>
                  <a:lnTo>
                    <a:pt x="522295" y="576058"/>
                  </a:lnTo>
                  <a:lnTo>
                    <a:pt x="524759" y="576059"/>
                  </a:lnTo>
                  <a:lnTo>
                    <a:pt x="527222" y="576059"/>
                  </a:lnTo>
                  <a:lnTo>
                    <a:pt x="529686" y="576059"/>
                  </a:lnTo>
                  <a:lnTo>
                    <a:pt x="532150" y="576059"/>
                  </a:lnTo>
                  <a:lnTo>
                    <a:pt x="534613" y="576059"/>
                  </a:lnTo>
                  <a:lnTo>
                    <a:pt x="537077" y="576059"/>
                  </a:lnTo>
                  <a:lnTo>
                    <a:pt x="539541" y="576059"/>
                  </a:lnTo>
                  <a:lnTo>
                    <a:pt x="542004" y="576059"/>
                  </a:lnTo>
                  <a:lnTo>
                    <a:pt x="544468" y="576059"/>
                  </a:lnTo>
                  <a:lnTo>
                    <a:pt x="546931" y="576059"/>
                  </a:lnTo>
                  <a:lnTo>
                    <a:pt x="549395" y="576059"/>
                  </a:lnTo>
                  <a:lnTo>
                    <a:pt x="551859" y="576059"/>
                  </a:lnTo>
                  <a:lnTo>
                    <a:pt x="554322" y="576059"/>
                  </a:lnTo>
                  <a:lnTo>
                    <a:pt x="556786" y="576059"/>
                  </a:lnTo>
                  <a:lnTo>
                    <a:pt x="559250" y="576059"/>
                  </a:lnTo>
                  <a:lnTo>
                    <a:pt x="561713" y="576059"/>
                  </a:lnTo>
                  <a:lnTo>
                    <a:pt x="564177" y="576059"/>
                  </a:lnTo>
                  <a:lnTo>
                    <a:pt x="566641" y="576059"/>
                  </a:lnTo>
                  <a:lnTo>
                    <a:pt x="569104" y="576059"/>
                  </a:lnTo>
                  <a:lnTo>
                    <a:pt x="571568" y="576059"/>
                  </a:lnTo>
                  <a:lnTo>
                    <a:pt x="574032" y="576059"/>
                  </a:lnTo>
                  <a:lnTo>
                    <a:pt x="576495" y="576059"/>
                  </a:lnTo>
                  <a:lnTo>
                    <a:pt x="578959" y="576059"/>
                  </a:lnTo>
                  <a:lnTo>
                    <a:pt x="581423" y="576059"/>
                  </a:lnTo>
                  <a:lnTo>
                    <a:pt x="583886" y="576059"/>
                  </a:lnTo>
                  <a:lnTo>
                    <a:pt x="586350" y="576059"/>
                  </a:lnTo>
                  <a:lnTo>
                    <a:pt x="588814" y="576059"/>
                  </a:lnTo>
                  <a:lnTo>
                    <a:pt x="591277" y="576059"/>
                  </a:lnTo>
                  <a:lnTo>
                    <a:pt x="593741" y="576059"/>
                  </a:lnTo>
                  <a:lnTo>
                    <a:pt x="596205" y="576059"/>
                  </a:lnTo>
                  <a:lnTo>
                    <a:pt x="598668" y="576059"/>
                  </a:lnTo>
                  <a:lnTo>
                    <a:pt x="601132" y="576059"/>
                  </a:lnTo>
                  <a:lnTo>
                    <a:pt x="603596" y="576059"/>
                  </a:lnTo>
                  <a:lnTo>
                    <a:pt x="606059" y="576059"/>
                  </a:lnTo>
                  <a:lnTo>
                    <a:pt x="608523" y="576059"/>
                  </a:lnTo>
                  <a:lnTo>
                    <a:pt x="610987" y="576059"/>
                  </a:lnTo>
                  <a:lnTo>
                    <a:pt x="613450" y="576059"/>
                  </a:lnTo>
                  <a:lnTo>
                    <a:pt x="615914" y="576059"/>
                  </a:lnTo>
                  <a:lnTo>
                    <a:pt x="618378" y="576059"/>
                  </a:lnTo>
                  <a:lnTo>
                    <a:pt x="620841" y="576059"/>
                  </a:lnTo>
                  <a:lnTo>
                    <a:pt x="623305" y="576059"/>
                  </a:lnTo>
                  <a:lnTo>
                    <a:pt x="625769" y="576059"/>
                  </a:lnTo>
                  <a:lnTo>
                    <a:pt x="628232" y="576059"/>
                  </a:lnTo>
                  <a:lnTo>
                    <a:pt x="630696" y="576059"/>
                  </a:lnTo>
                  <a:lnTo>
                    <a:pt x="633159" y="576059"/>
                  </a:lnTo>
                  <a:lnTo>
                    <a:pt x="635623" y="576059"/>
                  </a:lnTo>
                  <a:lnTo>
                    <a:pt x="638087" y="576059"/>
                  </a:lnTo>
                  <a:lnTo>
                    <a:pt x="640550" y="576059"/>
                  </a:lnTo>
                  <a:lnTo>
                    <a:pt x="643014" y="576059"/>
                  </a:lnTo>
                  <a:lnTo>
                    <a:pt x="645478" y="576059"/>
                  </a:lnTo>
                  <a:lnTo>
                    <a:pt x="647941" y="576059"/>
                  </a:lnTo>
                  <a:lnTo>
                    <a:pt x="650405" y="576059"/>
                  </a:lnTo>
                  <a:lnTo>
                    <a:pt x="652869" y="576059"/>
                  </a:lnTo>
                  <a:lnTo>
                    <a:pt x="655332" y="576059"/>
                  </a:lnTo>
                  <a:lnTo>
                    <a:pt x="657796" y="576059"/>
                  </a:lnTo>
                  <a:lnTo>
                    <a:pt x="660260" y="576059"/>
                  </a:lnTo>
                  <a:lnTo>
                    <a:pt x="662723" y="576059"/>
                  </a:lnTo>
                  <a:lnTo>
                    <a:pt x="665187" y="576059"/>
                  </a:lnTo>
                  <a:lnTo>
                    <a:pt x="667651" y="576059"/>
                  </a:lnTo>
                  <a:lnTo>
                    <a:pt x="670114" y="576059"/>
                  </a:lnTo>
                  <a:lnTo>
                    <a:pt x="672578" y="576059"/>
                  </a:lnTo>
                  <a:lnTo>
                    <a:pt x="675042" y="576059"/>
                  </a:lnTo>
                  <a:lnTo>
                    <a:pt x="677505" y="576059"/>
                  </a:lnTo>
                  <a:lnTo>
                    <a:pt x="679969" y="576059"/>
                  </a:lnTo>
                  <a:lnTo>
                    <a:pt x="682433" y="576059"/>
                  </a:lnTo>
                  <a:lnTo>
                    <a:pt x="684896" y="576059"/>
                  </a:lnTo>
                  <a:lnTo>
                    <a:pt x="687360" y="576059"/>
                  </a:lnTo>
                  <a:lnTo>
                    <a:pt x="689824" y="576059"/>
                  </a:lnTo>
                  <a:lnTo>
                    <a:pt x="692287" y="576059"/>
                  </a:lnTo>
                  <a:lnTo>
                    <a:pt x="694751" y="576059"/>
                  </a:lnTo>
                  <a:lnTo>
                    <a:pt x="697215" y="576059"/>
                  </a:lnTo>
                  <a:lnTo>
                    <a:pt x="699678" y="576059"/>
                  </a:lnTo>
                  <a:lnTo>
                    <a:pt x="702142" y="576059"/>
                  </a:lnTo>
                  <a:lnTo>
                    <a:pt x="704606" y="576059"/>
                  </a:lnTo>
                  <a:lnTo>
                    <a:pt x="707069" y="576059"/>
                  </a:lnTo>
                  <a:lnTo>
                    <a:pt x="709533" y="576059"/>
                  </a:lnTo>
                  <a:lnTo>
                    <a:pt x="711997" y="576059"/>
                  </a:lnTo>
                  <a:lnTo>
                    <a:pt x="714460" y="576059"/>
                  </a:lnTo>
                  <a:lnTo>
                    <a:pt x="716924" y="576059"/>
                  </a:lnTo>
                  <a:lnTo>
                    <a:pt x="719388" y="576058"/>
                  </a:lnTo>
                  <a:lnTo>
                    <a:pt x="721851" y="576058"/>
                  </a:lnTo>
                  <a:lnTo>
                    <a:pt x="724315" y="576057"/>
                  </a:lnTo>
                  <a:lnTo>
                    <a:pt x="726778" y="576055"/>
                  </a:lnTo>
                  <a:lnTo>
                    <a:pt x="729242" y="576054"/>
                  </a:lnTo>
                  <a:lnTo>
                    <a:pt x="731706" y="576051"/>
                  </a:lnTo>
                  <a:lnTo>
                    <a:pt x="734169" y="576048"/>
                  </a:lnTo>
                  <a:lnTo>
                    <a:pt x="736633" y="576043"/>
                  </a:lnTo>
                  <a:lnTo>
                    <a:pt x="739097" y="576036"/>
                  </a:lnTo>
                  <a:lnTo>
                    <a:pt x="741560" y="576028"/>
                  </a:lnTo>
                  <a:lnTo>
                    <a:pt x="744024" y="576017"/>
                  </a:lnTo>
                  <a:lnTo>
                    <a:pt x="746488" y="576003"/>
                  </a:lnTo>
                  <a:lnTo>
                    <a:pt x="748951" y="575986"/>
                  </a:lnTo>
                  <a:lnTo>
                    <a:pt x="751415" y="575964"/>
                  </a:lnTo>
                  <a:lnTo>
                    <a:pt x="753879" y="575937"/>
                  </a:lnTo>
                  <a:lnTo>
                    <a:pt x="756342" y="575904"/>
                  </a:lnTo>
                  <a:lnTo>
                    <a:pt x="758806" y="575864"/>
                  </a:lnTo>
                  <a:lnTo>
                    <a:pt x="761270" y="575819"/>
                  </a:lnTo>
                  <a:lnTo>
                    <a:pt x="763733" y="575766"/>
                  </a:lnTo>
                  <a:lnTo>
                    <a:pt x="766197" y="575706"/>
                  </a:lnTo>
                  <a:lnTo>
                    <a:pt x="768661" y="575639"/>
                  </a:lnTo>
                  <a:lnTo>
                    <a:pt x="771124" y="575565"/>
                  </a:lnTo>
                  <a:lnTo>
                    <a:pt x="773588" y="575485"/>
                  </a:lnTo>
                  <a:lnTo>
                    <a:pt x="776052" y="575401"/>
                  </a:lnTo>
                  <a:lnTo>
                    <a:pt x="778515" y="575314"/>
                  </a:lnTo>
                  <a:lnTo>
                    <a:pt x="780979" y="575226"/>
                  </a:lnTo>
                  <a:lnTo>
                    <a:pt x="783443" y="575139"/>
                  </a:lnTo>
                  <a:lnTo>
                    <a:pt x="785906" y="575056"/>
                  </a:lnTo>
                  <a:lnTo>
                    <a:pt x="788370" y="574978"/>
                  </a:lnTo>
                  <a:lnTo>
                    <a:pt x="790834" y="574909"/>
                  </a:lnTo>
                  <a:lnTo>
                    <a:pt x="793297" y="574851"/>
                  </a:lnTo>
                  <a:lnTo>
                    <a:pt x="795761" y="574806"/>
                  </a:lnTo>
                  <a:lnTo>
                    <a:pt x="798225" y="574776"/>
                  </a:lnTo>
                  <a:lnTo>
                    <a:pt x="800688" y="574760"/>
                  </a:lnTo>
                  <a:lnTo>
                    <a:pt x="803152" y="574761"/>
                  </a:lnTo>
                  <a:lnTo>
                    <a:pt x="805616" y="574777"/>
                  </a:lnTo>
                  <a:lnTo>
                    <a:pt x="808079" y="574808"/>
                  </a:lnTo>
                  <a:lnTo>
                    <a:pt x="810543" y="574854"/>
                  </a:lnTo>
                  <a:lnTo>
                    <a:pt x="813006" y="574914"/>
                  </a:lnTo>
                  <a:lnTo>
                    <a:pt x="815470" y="574985"/>
                  </a:lnTo>
                  <a:lnTo>
                    <a:pt x="817934" y="575063"/>
                  </a:lnTo>
                  <a:lnTo>
                    <a:pt x="820397" y="575146"/>
                  </a:lnTo>
                  <a:lnTo>
                    <a:pt x="822861" y="575233"/>
                  </a:lnTo>
                  <a:lnTo>
                    <a:pt x="825325" y="575321"/>
                  </a:lnTo>
                  <a:lnTo>
                    <a:pt x="827788" y="575408"/>
                  </a:lnTo>
                  <a:lnTo>
                    <a:pt x="830252" y="575492"/>
                  </a:lnTo>
                  <a:lnTo>
                    <a:pt x="832716" y="575571"/>
                  </a:lnTo>
                  <a:lnTo>
                    <a:pt x="835179" y="575644"/>
                  </a:lnTo>
                  <a:lnTo>
                    <a:pt x="837643" y="575711"/>
                  </a:lnTo>
                  <a:lnTo>
                    <a:pt x="840107" y="575770"/>
                  </a:lnTo>
                  <a:lnTo>
                    <a:pt x="842570" y="575823"/>
                  </a:lnTo>
                  <a:lnTo>
                    <a:pt x="845034" y="575868"/>
                  </a:lnTo>
                  <a:lnTo>
                    <a:pt x="847498" y="575907"/>
                  </a:lnTo>
                  <a:lnTo>
                    <a:pt x="849961" y="575940"/>
                  </a:lnTo>
                  <a:lnTo>
                    <a:pt x="852425" y="575966"/>
                  </a:lnTo>
                  <a:lnTo>
                    <a:pt x="854889" y="575987"/>
                  </a:lnTo>
                  <a:lnTo>
                    <a:pt x="857352" y="576004"/>
                  </a:lnTo>
                  <a:lnTo>
                    <a:pt x="859816" y="576018"/>
                  </a:lnTo>
                  <a:lnTo>
                    <a:pt x="862280" y="576029"/>
                  </a:lnTo>
                  <a:lnTo>
                    <a:pt x="864743" y="576037"/>
                  </a:lnTo>
                  <a:lnTo>
                    <a:pt x="867207" y="576043"/>
                  </a:lnTo>
                  <a:lnTo>
                    <a:pt x="869671" y="576048"/>
                  </a:lnTo>
                  <a:lnTo>
                    <a:pt x="872134" y="576051"/>
                  </a:lnTo>
                  <a:lnTo>
                    <a:pt x="874598" y="576054"/>
                  </a:lnTo>
                  <a:lnTo>
                    <a:pt x="877062" y="576056"/>
                  </a:lnTo>
                  <a:lnTo>
                    <a:pt x="879525" y="576057"/>
                  </a:lnTo>
                  <a:lnTo>
                    <a:pt x="881989" y="576058"/>
                  </a:lnTo>
                  <a:lnTo>
                    <a:pt x="884453" y="576058"/>
                  </a:lnTo>
                  <a:lnTo>
                    <a:pt x="886916" y="576059"/>
                  </a:lnTo>
                  <a:lnTo>
                    <a:pt x="889380" y="576059"/>
                  </a:lnTo>
                  <a:lnTo>
                    <a:pt x="891844" y="576059"/>
                  </a:lnTo>
                  <a:lnTo>
                    <a:pt x="894307" y="576059"/>
                  </a:lnTo>
                  <a:lnTo>
                    <a:pt x="896771" y="576059"/>
                  </a:lnTo>
                  <a:lnTo>
                    <a:pt x="899235" y="576059"/>
                  </a:lnTo>
                  <a:lnTo>
                    <a:pt x="901698" y="576059"/>
                  </a:lnTo>
                  <a:lnTo>
                    <a:pt x="904162" y="576059"/>
                  </a:lnTo>
                  <a:lnTo>
                    <a:pt x="906625" y="576059"/>
                  </a:lnTo>
                  <a:lnTo>
                    <a:pt x="909089" y="576059"/>
                  </a:lnTo>
                  <a:lnTo>
                    <a:pt x="911553" y="576059"/>
                  </a:lnTo>
                  <a:lnTo>
                    <a:pt x="914016" y="576059"/>
                  </a:lnTo>
                  <a:lnTo>
                    <a:pt x="916480" y="576059"/>
                  </a:lnTo>
                  <a:lnTo>
                    <a:pt x="918944" y="576059"/>
                  </a:lnTo>
                  <a:lnTo>
                    <a:pt x="921407" y="576059"/>
                  </a:lnTo>
                  <a:lnTo>
                    <a:pt x="923871" y="576059"/>
                  </a:lnTo>
                  <a:lnTo>
                    <a:pt x="926335" y="576059"/>
                  </a:lnTo>
                  <a:lnTo>
                    <a:pt x="928798" y="576059"/>
                  </a:lnTo>
                  <a:lnTo>
                    <a:pt x="931262" y="576059"/>
                  </a:lnTo>
                  <a:lnTo>
                    <a:pt x="933726" y="576059"/>
                  </a:lnTo>
                  <a:lnTo>
                    <a:pt x="936189" y="576059"/>
                  </a:lnTo>
                  <a:lnTo>
                    <a:pt x="938653" y="576059"/>
                  </a:lnTo>
                  <a:lnTo>
                    <a:pt x="941117" y="576059"/>
                  </a:lnTo>
                  <a:lnTo>
                    <a:pt x="943580" y="576059"/>
                  </a:lnTo>
                  <a:lnTo>
                    <a:pt x="946044" y="576059"/>
                  </a:lnTo>
                  <a:lnTo>
                    <a:pt x="948508" y="576059"/>
                  </a:lnTo>
                  <a:lnTo>
                    <a:pt x="950971" y="576059"/>
                  </a:lnTo>
                  <a:lnTo>
                    <a:pt x="953435" y="576059"/>
                  </a:lnTo>
                  <a:lnTo>
                    <a:pt x="955899" y="576059"/>
                  </a:lnTo>
                  <a:lnTo>
                    <a:pt x="958362" y="576059"/>
                  </a:lnTo>
                  <a:lnTo>
                    <a:pt x="960826" y="576059"/>
                  </a:lnTo>
                  <a:lnTo>
                    <a:pt x="963290" y="576059"/>
                  </a:lnTo>
                  <a:lnTo>
                    <a:pt x="965753" y="576059"/>
                  </a:lnTo>
                  <a:lnTo>
                    <a:pt x="968217" y="576059"/>
                  </a:lnTo>
                  <a:lnTo>
                    <a:pt x="970681" y="576059"/>
                  </a:lnTo>
                  <a:lnTo>
                    <a:pt x="973144" y="576059"/>
                  </a:lnTo>
                  <a:lnTo>
                    <a:pt x="975608" y="576059"/>
                  </a:lnTo>
                  <a:lnTo>
                    <a:pt x="978072" y="576059"/>
                  </a:lnTo>
                  <a:lnTo>
                    <a:pt x="980535" y="576059"/>
                  </a:lnTo>
                  <a:lnTo>
                    <a:pt x="982999" y="576059"/>
                  </a:lnTo>
                  <a:lnTo>
                    <a:pt x="985463" y="576059"/>
                  </a:lnTo>
                  <a:lnTo>
                    <a:pt x="987926" y="576059"/>
                  </a:lnTo>
                  <a:lnTo>
                    <a:pt x="990390" y="576059"/>
                  </a:lnTo>
                  <a:lnTo>
                    <a:pt x="992853" y="576059"/>
                  </a:lnTo>
                  <a:lnTo>
                    <a:pt x="995317" y="576059"/>
                  </a:lnTo>
                  <a:lnTo>
                    <a:pt x="997781" y="576059"/>
                  </a:lnTo>
                  <a:lnTo>
                    <a:pt x="1000244" y="576059"/>
                  </a:lnTo>
                  <a:lnTo>
                    <a:pt x="1002708" y="576059"/>
                  </a:lnTo>
                  <a:lnTo>
                    <a:pt x="1005172" y="576059"/>
                  </a:lnTo>
                  <a:lnTo>
                    <a:pt x="1007635" y="576059"/>
                  </a:lnTo>
                  <a:lnTo>
                    <a:pt x="1010099" y="576059"/>
                  </a:lnTo>
                  <a:lnTo>
                    <a:pt x="1012563" y="576059"/>
                  </a:lnTo>
                  <a:lnTo>
                    <a:pt x="1015026" y="576059"/>
                  </a:lnTo>
                  <a:lnTo>
                    <a:pt x="1017490" y="576059"/>
                  </a:lnTo>
                  <a:lnTo>
                    <a:pt x="1019954" y="576059"/>
                  </a:lnTo>
                  <a:lnTo>
                    <a:pt x="1022417" y="576059"/>
                  </a:lnTo>
                  <a:lnTo>
                    <a:pt x="1024881" y="576059"/>
                  </a:lnTo>
                  <a:lnTo>
                    <a:pt x="1027345" y="576059"/>
                  </a:lnTo>
                  <a:lnTo>
                    <a:pt x="1029808" y="576059"/>
                  </a:lnTo>
                  <a:lnTo>
                    <a:pt x="1032272" y="576059"/>
                  </a:lnTo>
                  <a:lnTo>
                    <a:pt x="1034736" y="576059"/>
                  </a:lnTo>
                  <a:lnTo>
                    <a:pt x="1037199" y="576059"/>
                  </a:lnTo>
                  <a:lnTo>
                    <a:pt x="1039663" y="576059"/>
                  </a:lnTo>
                  <a:lnTo>
                    <a:pt x="1042127" y="576059"/>
                  </a:lnTo>
                  <a:lnTo>
                    <a:pt x="1044590" y="576059"/>
                  </a:lnTo>
                  <a:lnTo>
                    <a:pt x="1047054" y="576059"/>
                  </a:lnTo>
                  <a:lnTo>
                    <a:pt x="1049518" y="576059"/>
                  </a:lnTo>
                  <a:lnTo>
                    <a:pt x="1051981" y="576059"/>
                  </a:lnTo>
                  <a:lnTo>
                    <a:pt x="1054445" y="576059"/>
                  </a:lnTo>
                  <a:lnTo>
                    <a:pt x="1056909" y="576059"/>
                  </a:lnTo>
                  <a:lnTo>
                    <a:pt x="1059372" y="576059"/>
                  </a:lnTo>
                  <a:lnTo>
                    <a:pt x="1061836" y="576059"/>
                  </a:lnTo>
                  <a:lnTo>
                    <a:pt x="1064300" y="576059"/>
                  </a:lnTo>
                  <a:lnTo>
                    <a:pt x="1066763" y="576059"/>
                  </a:lnTo>
                  <a:lnTo>
                    <a:pt x="1069227" y="576059"/>
                  </a:lnTo>
                  <a:lnTo>
                    <a:pt x="1071691" y="576059"/>
                  </a:lnTo>
                  <a:lnTo>
                    <a:pt x="1074154" y="576059"/>
                  </a:lnTo>
                  <a:lnTo>
                    <a:pt x="1076618" y="576059"/>
                  </a:lnTo>
                  <a:lnTo>
                    <a:pt x="1079082" y="576059"/>
                  </a:lnTo>
                  <a:lnTo>
                    <a:pt x="1081545" y="576059"/>
                  </a:lnTo>
                  <a:lnTo>
                    <a:pt x="1084009" y="576059"/>
                  </a:lnTo>
                  <a:lnTo>
                    <a:pt x="1086472" y="576059"/>
                  </a:lnTo>
                  <a:lnTo>
                    <a:pt x="1088936" y="576059"/>
                  </a:lnTo>
                  <a:lnTo>
                    <a:pt x="1091400" y="576059"/>
                  </a:lnTo>
                  <a:lnTo>
                    <a:pt x="1093863" y="576059"/>
                  </a:lnTo>
                  <a:lnTo>
                    <a:pt x="1096327" y="576059"/>
                  </a:lnTo>
                  <a:lnTo>
                    <a:pt x="1098791" y="576059"/>
                  </a:lnTo>
                  <a:lnTo>
                    <a:pt x="1101254" y="576059"/>
                  </a:lnTo>
                  <a:lnTo>
                    <a:pt x="1103718" y="576059"/>
                  </a:lnTo>
                  <a:lnTo>
                    <a:pt x="1106182" y="576059"/>
                  </a:lnTo>
                  <a:lnTo>
                    <a:pt x="1108645" y="576059"/>
                  </a:lnTo>
                  <a:lnTo>
                    <a:pt x="1111109" y="576059"/>
                  </a:lnTo>
                  <a:lnTo>
                    <a:pt x="1113573" y="576059"/>
                  </a:lnTo>
                  <a:lnTo>
                    <a:pt x="1116036" y="576059"/>
                  </a:lnTo>
                  <a:lnTo>
                    <a:pt x="1118500" y="576059"/>
                  </a:lnTo>
                  <a:lnTo>
                    <a:pt x="1120964" y="576059"/>
                  </a:lnTo>
                  <a:lnTo>
                    <a:pt x="1123427" y="576059"/>
                  </a:lnTo>
                  <a:lnTo>
                    <a:pt x="1125891" y="576059"/>
                  </a:lnTo>
                  <a:lnTo>
                    <a:pt x="1128355" y="576059"/>
                  </a:lnTo>
                  <a:lnTo>
                    <a:pt x="1130818" y="576059"/>
                  </a:lnTo>
                  <a:lnTo>
                    <a:pt x="1133282" y="576059"/>
                  </a:lnTo>
                  <a:lnTo>
                    <a:pt x="1135746" y="576059"/>
                  </a:lnTo>
                  <a:lnTo>
                    <a:pt x="1138209" y="576059"/>
                  </a:lnTo>
                  <a:lnTo>
                    <a:pt x="1140673" y="576059"/>
                  </a:lnTo>
                  <a:lnTo>
                    <a:pt x="1143137" y="576059"/>
                  </a:lnTo>
                  <a:lnTo>
                    <a:pt x="1145600" y="576059"/>
                  </a:lnTo>
                  <a:lnTo>
                    <a:pt x="1148064" y="576059"/>
                  </a:lnTo>
                  <a:lnTo>
                    <a:pt x="1150528" y="576059"/>
                  </a:lnTo>
                  <a:lnTo>
                    <a:pt x="1152991" y="576059"/>
                  </a:lnTo>
                  <a:lnTo>
                    <a:pt x="1155455" y="576059"/>
                  </a:lnTo>
                  <a:lnTo>
                    <a:pt x="1157919" y="576059"/>
                  </a:lnTo>
                  <a:lnTo>
                    <a:pt x="1160382" y="576059"/>
                  </a:lnTo>
                  <a:lnTo>
                    <a:pt x="1162846" y="576059"/>
                  </a:lnTo>
                  <a:lnTo>
                    <a:pt x="1165310" y="576059"/>
                  </a:lnTo>
                  <a:lnTo>
                    <a:pt x="1167773" y="576059"/>
                  </a:lnTo>
                  <a:lnTo>
                    <a:pt x="1170237" y="576059"/>
                  </a:lnTo>
                  <a:lnTo>
                    <a:pt x="1172701" y="576059"/>
                  </a:lnTo>
                  <a:lnTo>
                    <a:pt x="1175164" y="576059"/>
                  </a:lnTo>
                  <a:lnTo>
                    <a:pt x="1177628" y="576059"/>
                  </a:lnTo>
                  <a:lnTo>
                    <a:pt x="1180091" y="576059"/>
                  </a:lnTo>
                  <a:lnTo>
                    <a:pt x="1182555" y="576059"/>
                  </a:lnTo>
                  <a:lnTo>
                    <a:pt x="1185019" y="576059"/>
                  </a:lnTo>
                  <a:lnTo>
                    <a:pt x="1187482" y="576059"/>
                  </a:lnTo>
                  <a:lnTo>
                    <a:pt x="1189946" y="576059"/>
                  </a:lnTo>
                  <a:lnTo>
                    <a:pt x="1192410" y="576059"/>
                  </a:lnTo>
                  <a:lnTo>
                    <a:pt x="1194873" y="576059"/>
                  </a:lnTo>
                  <a:lnTo>
                    <a:pt x="1197337" y="576059"/>
                  </a:lnTo>
                  <a:lnTo>
                    <a:pt x="1199801" y="576059"/>
                  </a:lnTo>
                  <a:lnTo>
                    <a:pt x="1202264" y="576059"/>
                  </a:lnTo>
                  <a:lnTo>
                    <a:pt x="1204728" y="576059"/>
                  </a:lnTo>
                  <a:lnTo>
                    <a:pt x="1207192" y="576059"/>
                  </a:lnTo>
                  <a:lnTo>
                    <a:pt x="1209655" y="576059"/>
                  </a:lnTo>
                  <a:lnTo>
                    <a:pt x="1212119" y="576059"/>
                  </a:lnTo>
                  <a:lnTo>
                    <a:pt x="1214583" y="576059"/>
                  </a:lnTo>
                  <a:lnTo>
                    <a:pt x="1217046" y="576059"/>
                  </a:lnTo>
                  <a:lnTo>
                    <a:pt x="1219510" y="576059"/>
                  </a:lnTo>
                  <a:lnTo>
                    <a:pt x="1221974" y="576059"/>
                  </a:lnTo>
                  <a:lnTo>
                    <a:pt x="1224437" y="576059"/>
                  </a:lnTo>
                  <a:lnTo>
                    <a:pt x="1226901" y="576059"/>
                  </a:lnTo>
                  <a:lnTo>
                    <a:pt x="1229365" y="576059"/>
                  </a:lnTo>
                  <a:lnTo>
                    <a:pt x="1231828" y="576059"/>
                  </a:lnTo>
                  <a:lnTo>
                    <a:pt x="1234292" y="576059"/>
                  </a:lnTo>
                  <a:lnTo>
                    <a:pt x="1236756" y="576059"/>
                  </a:lnTo>
                  <a:lnTo>
                    <a:pt x="1239219" y="576059"/>
                  </a:lnTo>
                  <a:lnTo>
                    <a:pt x="1241683" y="576059"/>
                  </a:lnTo>
                  <a:lnTo>
                    <a:pt x="1244147" y="576059"/>
                  </a:lnTo>
                  <a:lnTo>
                    <a:pt x="1246610" y="576059"/>
                  </a:lnTo>
                  <a:lnTo>
                    <a:pt x="1249074" y="576059"/>
                  </a:lnTo>
                  <a:lnTo>
                    <a:pt x="1251538" y="576059"/>
                  </a:lnTo>
                  <a:lnTo>
                    <a:pt x="1254001" y="576059"/>
                  </a:lnTo>
                  <a:lnTo>
                    <a:pt x="1256465" y="576059"/>
                  </a:lnTo>
                  <a:lnTo>
                    <a:pt x="1258929" y="576059"/>
                  </a:lnTo>
                  <a:lnTo>
                    <a:pt x="1256465" y="576059"/>
                  </a:lnTo>
                  <a:lnTo>
                    <a:pt x="1254001" y="576059"/>
                  </a:lnTo>
                  <a:lnTo>
                    <a:pt x="1251538" y="576059"/>
                  </a:lnTo>
                  <a:lnTo>
                    <a:pt x="1249074" y="576059"/>
                  </a:lnTo>
                  <a:lnTo>
                    <a:pt x="1246610" y="576059"/>
                  </a:lnTo>
                  <a:lnTo>
                    <a:pt x="1244147" y="576059"/>
                  </a:lnTo>
                  <a:lnTo>
                    <a:pt x="1241683" y="576059"/>
                  </a:lnTo>
                  <a:lnTo>
                    <a:pt x="1239219" y="576059"/>
                  </a:lnTo>
                  <a:lnTo>
                    <a:pt x="1236756" y="576059"/>
                  </a:lnTo>
                  <a:lnTo>
                    <a:pt x="1234292" y="576059"/>
                  </a:lnTo>
                  <a:lnTo>
                    <a:pt x="1231828" y="576059"/>
                  </a:lnTo>
                  <a:lnTo>
                    <a:pt x="1229365" y="576059"/>
                  </a:lnTo>
                  <a:lnTo>
                    <a:pt x="1226901" y="576059"/>
                  </a:lnTo>
                  <a:lnTo>
                    <a:pt x="1224437" y="576059"/>
                  </a:lnTo>
                  <a:lnTo>
                    <a:pt x="1221974" y="576059"/>
                  </a:lnTo>
                  <a:lnTo>
                    <a:pt x="1219510" y="576059"/>
                  </a:lnTo>
                  <a:lnTo>
                    <a:pt x="1217046" y="576059"/>
                  </a:lnTo>
                  <a:lnTo>
                    <a:pt x="1214583" y="576059"/>
                  </a:lnTo>
                  <a:lnTo>
                    <a:pt x="1212119" y="576059"/>
                  </a:lnTo>
                  <a:lnTo>
                    <a:pt x="1209655" y="576059"/>
                  </a:lnTo>
                  <a:lnTo>
                    <a:pt x="1207192" y="576059"/>
                  </a:lnTo>
                  <a:lnTo>
                    <a:pt x="1204728" y="576059"/>
                  </a:lnTo>
                  <a:lnTo>
                    <a:pt x="1202264" y="576059"/>
                  </a:lnTo>
                  <a:lnTo>
                    <a:pt x="1199801" y="576059"/>
                  </a:lnTo>
                  <a:lnTo>
                    <a:pt x="1197337" y="576059"/>
                  </a:lnTo>
                  <a:lnTo>
                    <a:pt x="1194873" y="576059"/>
                  </a:lnTo>
                  <a:lnTo>
                    <a:pt x="1192410" y="576059"/>
                  </a:lnTo>
                  <a:lnTo>
                    <a:pt x="1189946" y="576059"/>
                  </a:lnTo>
                  <a:lnTo>
                    <a:pt x="1187482" y="576059"/>
                  </a:lnTo>
                  <a:lnTo>
                    <a:pt x="1185019" y="576059"/>
                  </a:lnTo>
                  <a:lnTo>
                    <a:pt x="1182555" y="576059"/>
                  </a:lnTo>
                  <a:lnTo>
                    <a:pt x="1180091" y="576059"/>
                  </a:lnTo>
                  <a:lnTo>
                    <a:pt x="1177628" y="576059"/>
                  </a:lnTo>
                  <a:lnTo>
                    <a:pt x="1175164" y="576059"/>
                  </a:lnTo>
                  <a:lnTo>
                    <a:pt x="1172701" y="576059"/>
                  </a:lnTo>
                  <a:lnTo>
                    <a:pt x="1170237" y="576059"/>
                  </a:lnTo>
                  <a:lnTo>
                    <a:pt x="1167773" y="576059"/>
                  </a:lnTo>
                  <a:lnTo>
                    <a:pt x="1165310" y="576059"/>
                  </a:lnTo>
                  <a:lnTo>
                    <a:pt x="1162846" y="576059"/>
                  </a:lnTo>
                  <a:lnTo>
                    <a:pt x="1160382" y="576059"/>
                  </a:lnTo>
                  <a:lnTo>
                    <a:pt x="1157919" y="576059"/>
                  </a:lnTo>
                  <a:lnTo>
                    <a:pt x="1155455" y="576059"/>
                  </a:lnTo>
                  <a:lnTo>
                    <a:pt x="1152991" y="576059"/>
                  </a:lnTo>
                  <a:lnTo>
                    <a:pt x="1150528" y="576059"/>
                  </a:lnTo>
                  <a:lnTo>
                    <a:pt x="1148064" y="576059"/>
                  </a:lnTo>
                  <a:lnTo>
                    <a:pt x="1145600" y="576059"/>
                  </a:lnTo>
                  <a:lnTo>
                    <a:pt x="1143137" y="576059"/>
                  </a:lnTo>
                  <a:lnTo>
                    <a:pt x="1140673" y="576059"/>
                  </a:lnTo>
                  <a:lnTo>
                    <a:pt x="1138209" y="576059"/>
                  </a:lnTo>
                  <a:lnTo>
                    <a:pt x="1135746" y="576059"/>
                  </a:lnTo>
                  <a:lnTo>
                    <a:pt x="1133282" y="576059"/>
                  </a:lnTo>
                  <a:lnTo>
                    <a:pt x="1130818" y="576059"/>
                  </a:lnTo>
                  <a:lnTo>
                    <a:pt x="1128355" y="576059"/>
                  </a:lnTo>
                  <a:lnTo>
                    <a:pt x="1125891" y="576059"/>
                  </a:lnTo>
                  <a:lnTo>
                    <a:pt x="1123427" y="576059"/>
                  </a:lnTo>
                  <a:lnTo>
                    <a:pt x="1120964" y="576059"/>
                  </a:lnTo>
                  <a:lnTo>
                    <a:pt x="1118500" y="576059"/>
                  </a:lnTo>
                  <a:lnTo>
                    <a:pt x="1116036" y="576059"/>
                  </a:lnTo>
                  <a:lnTo>
                    <a:pt x="1113573" y="576059"/>
                  </a:lnTo>
                  <a:lnTo>
                    <a:pt x="1111109" y="576059"/>
                  </a:lnTo>
                  <a:lnTo>
                    <a:pt x="1108645" y="576059"/>
                  </a:lnTo>
                  <a:lnTo>
                    <a:pt x="1106182" y="576059"/>
                  </a:lnTo>
                  <a:lnTo>
                    <a:pt x="1103718" y="576059"/>
                  </a:lnTo>
                  <a:lnTo>
                    <a:pt x="1101254" y="576059"/>
                  </a:lnTo>
                  <a:lnTo>
                    <a:pt x="1098791" y="576059"/>
                  </a:lnTo>
                  <a:lnTo>
                    <a:pt x="1096327" y="576059"/>
                  </a:lnTo>
                  <a:lnTo>
                    <a:pt x="1093863" y="576059"/>
                  </a:lnTo>
                  <a:lnTo>
                    <a:pt x="1091400" y="576059"/>
                  </a:lnTo>
                  <a:lnTo>
                    <a:pt x="1088936" y="576059"/>
                  </a:lnTo>
                  <a:lnTo>
                    <a:pt x="1086472" y="576059"/>
                  </a:lnTo>
                  <a:lnTo>
                    <a:pt x="1084009" y="576059"/>
                  </a:lnTo>
                  <a:lnTo>
                    <a:pt x="1081545" y="576059"/>
                  </a:lnTo>
                  <a:lnTo>
                    <a:pt x="1079082" y="576059"/>
                  </a:lnTo>
                  <a:lnTo>
                    <a:pt x="1076618" y="576059"/>
                  </a:lnTo>
                  <a:lnTo>
                    <a:pt x="1074154" y="576059"/>
                  </a:lnTo>
                  <a:lnTo>
                    <a:pt x="1071691" y="576059"/>
                  </a:lnTo>
                  <a:lnTo>
                    <a:pt x="1069227" y="576059"/>
                  </a:lnTo>
                  <a:lnTo>
                    <a:pt x="1066763" y="576059"/>
                  </a:lnTo>
                  <a:lnTo>
                    <a:pt x="1064300" y="576059"/>
                  </a:lnTo>
                  <a:lnTo>
                    <a:pt x="1061836" y="576059"/>
                  </a:lnTo>
                  <a:lnTo>
                    <a:pt x="1059372" y="576059"/>
                  </a:lnTo>
                  <a:lnTo>
                    <a:pt x="1056909" y="576059"/>
                  </a:lnTo>
                  <a:lnTo>
                    <a:pt x="1054445" y="576059"/>
                  </a:lnTo>
                  <a:lnTo>
                    <a:pt x="1051981" y="576059"/>
                  </a:lnTo>
                  <a:lnTo>
                    <a:pt x="1049518" y="576059"/>
                  </a:lnTo>
                  <a:lnTo>
                    <a:pt x="1047054" y="576059"/>
                  </a:lnTo>
                  <a:lnTo>
                    <a:pt x="1044590" y="576059"/>
                  </a:lnTo>
                  <a:lnTo>
                    <a:pt x="1042127" y="576059"/>
                  </a:lnTo>
                  <a:lnTo>
                    <a:pt x="1039663" y="576059"/>
                  </a:lnTo>
                  <a:lnTo>
                    <a:pt x="1037199" y="576059"/>
                  </a:lnTo>
                  <a:lnTo>
                    <a:pt x="1034736" y="576059"/>
                  </a:lnTo>
                  <a:lnTo>
                    <a:pt x="1032272" y="576059"/>
                  </a:lnTo>
                  <a:lnTo>
                    <a:pt x="1029808" y="576059"/>
                  </a:lnTo>
                  <a:lnTo>
                    <a:pt x="1027345" y="576059"/>
                  </a:lnTo>
                  <a:lnTo>
                    <a:pt x="1024881" y="576059"/>
                  </a:lnTo>
                  <a:lnTo>
                    <a:pt x="1022417" y="576059"/>
                  </a:lnTo>
                  <a:lnTo>
                    <a:pt x="1019954" y="576059"/>
                  </a:lnTo>
                  <a:lnTo>
                    <a:pt x="1017490" y="576059"/>
                  </a:lnTo>
                  <a:lnTo>
                    <a:pt x="1015026" y="576059"/>
                  </a:lnTo>
                  <a:lnTo>
                    <a:pt x="1012563" y="576059"/>
                  </a:lnTo>
                  <a:lnTo>
                    <a:pt x="1010099" y="576059"/>
                  </a:lnTo>
                  <a:lnTo>
                    <a:pt x="1007635" y="576059"/>
                  </a:lnTo>
                  <a:lnTo>
                    <a:pt x="1005172" y="576059"/>
                  </a:lnTo>
                  <a:lnTo>
                    <a:pt x="1002708" y="576059"/>
                  </a:lnTo>
                  <a:lnTo>
                    <a:pt x="1000244" y="576059"/>
                  </a:lnTo>
                  <a:lnTo>
                    <a:pt x="997781" y="576059"/>
                  </a:lnTo>
                  <a:lnTo>
                    <a:pt x="995317" y="576059"/>
                  </a:lnTo>
                  <a:lnTo>
                    <a:pt x="992853" y="576059"/>
                  </a:lnTo>
                  <a:lnTo>
                    <a:pt x="990390" y="576059"/>
                  </a:lnTo>
                  <a:lnTo>
                    <a:pt x="987926" y="576059"/>
                  </a:lnTo>
                  <a:lnTo>
                    <a:pt x="985463" y="576059"/>
                  </a:lnTo>
                  <a:lnTo>
                    <a:pt x="982999" y="576059"/>
                  </a:lnTo>
                  <a:lnTo>
                    <a:pt x="980535" y="576059"/>
                  </a:lnTo>
                  <a:lnTo>
                    <a:pt x="978072" y="576059"/>
                  </a:lnTo>
                  <a:lnTo>
                    <a:pt x="975608" y="576059"/>
                  </a:lnTo>
                  <a:lnTo>
                    <a:pt x="973144" y="576059"/>
                  </a:lnTo>
                  <a:lnTo>
                    <a:pt x="970681" y="576059"/>
                  </a:lnTo>
                  <a:lnTo>
                    <a:pt x="968217" y="576059"/>
                  </a:lnTo>
                  <a:lnTo>
                    <a:pt x="965753" y="576059"/>
                  </a:lnTo>
                  <a:lnTo>
                    <a:pt x="963290" y="576059"/>
                  </a:lnTo>
                  <a:lnTo>
                    <a:pt x="960826" y="576059"/>
                  </a:lnTo>
                  <a:lnTo>
                    <a:pt x="958362" y="576059"/>
                  </a:lnTo>
                  <a:lnTo>
                    <a:pt x="955899" y="576059"/>
                  </a:lnTo>
                  <a:lnTo>
                    <a:pt x="953435" y="576059"/>
                  </a:lnTo>
                  <a:lnTo>
                    <a:pt x="950971" y="576059"/>
                  </a:lnTo>
                  <a:lnTo>
                    <a:pt x="948508" y="576059"/>
                  </a:lnTo>
                  <a:lnTo>
                    <a:pt x="946044" y="576059"/>
                  </a:lnTo>
                  <a:lnTo>
                    <a:pt x="943580" y="576059"/>
                  </a:lnTo>
                  <a:lnTo>
                    <a:pt x="941117" y="576059"/>
                  </a:lnTo>
                  <a:lnTo>
                    <a:pt x="938653" y="576059"/>
                  </a:lnTo>
                  <a:lnTo>
                    <a:pt x="936189" y="576059"/>
                  </a:lnTo>
                  <a:lnTo>
                    <a:pt x="933726" y="576059"/>
                  </a:lnTo>
                  <a:lnTo>
                    <a:pt x="931262" y="576059"/>
                  </a:lnTo>
                  <a:lnTo>
                    <a:pt x="928798" y="576059"/>
                  </a:lnTo>
                  <a:lnTo>
                    <a:pt x="926335" y="576059"/>
                  </a:lnTo>
                  <a:lnTo>
                    <a:pt x="923871" y="576059"/>
                  </a:lnTo>
                  <a:lnTo>
                    <a:pt x="921407" y="576059"/>
                  </a:lnTo>
                  <a:lnTo>
                    <a:pt x="918944" y="576059"/>
                  </a:lnTo>
                  <a:lnTo>
                    <a:pt x="916480" y="576059"/>
                  </a:lnTo>
                  <a:lnTo>
                    <a:pt x="914016" y="576059"/>
                  </a:lnTo>
                  <a:lnTo>
                    <a:pt x="911553" y="576059"/>
                  </a:lnTo>
                  <a:lnTo>
                    <a:pt x="909089" y="576059"/>
                  </a:lnTo>
                  <a:lnTo>
                    <a:pt x="906625" y="576059"/>
                  </a:lnTo>
                  <a:lnTo>
                    <a:pt x="904162" y="576059"/>
                  </a:lnTo>
                  <a:lnTo>
                    <a:pt x="901698" y="576059"/>
                  </a:lnTo>
                  <a:lnTo>
                    <a:pt x="899235" y="576059"/>
                  </a:lnTo>
                  <a:lnTo>
                    <a:pt x="896771" y="576059"/>
                  </a:lnTo>
                  <a:lnTo>
                    <a:pt x="894307" y="576059"/>
                  </a:lnTo>
                  <a:lnTo>
                    <a:pt x="891844" y="576059"/>
                  </a:lnTo>
                  <a:lnTo>
                    <a:pt x="889380" y="576059"/>
                  </a:lnTo>
                  <a:lnTo>
                    <a:pt x="886916" y="576059"/>
                  </a:lnTo>
                  <a:lnTo>
                    <a:pt x="884453" y="576059"/>
                  </a:lnTo>
                  <a:lnTo>
                    <a:pt x="881989" y="576059"/>
                  </a:lnTo>
                  <a:lnTo>
                    <a:pt x="879525" y="576059"/>
                  </a:lnTo>
                  <a:lnTo>
                    <a:pt x="877062" y="576059"/>
                  </a:lnTo>
                  <a:lnTo>
                    <a:pt x="874598" y="576059"/>
                  </a:lnTo>
                  <a:lnTo>
                    <a:pt x="872134" y="576059"/>
                  </a:lnTo>
                  <a:lnTo>
                    <a:pt x="869671" y="576059"/>
                  </a:lnTo>
                  <a:lnTo>
                    <a:pt x="867207" y="576059"/>
                  </a:lnTo>
                  <a:lnTo>
                    <a:pt x="864743" y="576059"/>
                  </a:lnTo>
                  <a:lnTo>
                    <a:pt x="862280" y="576059"/>
                  </a:lnTo>
                  <a:lnTo>
                    <a:pt x="859816" y="576059"/>
                  </a:lnTo>
                  <a:lnTo>
                    <a:pt x="857352" y="576059"/>
                  </a:lnTo>
                  <a:lnTo>
                    <a:pt x="854889" y="576059"/>
                  </a:lnTo>
                  <a:lnTo>
                    <a:pt x="852425" y="576059"/>
                  </a:lnTo>
                  <a:lnTo>
                    <a:pt x="849961" y="576059"/>
                  </a:lnTo>
                  <a:lnTo>
                    <a:pt x="847498" y="576059"/>
                  </a:lnTo>
                  <a:lnTo>
                    <a:pt x="845034" y="576059"/>
                  </a:lnTo>
                  <a:lnTo>
                    <a:pt x="842570" y="576059"/>
                  </a:lnTo>
                  <a:lnTo>
                    <a:pt x="840107" y="576059"/>
                  </a:lnTo>
                  <a:lnTo>
                    <a:pt x="837643" y="576059"/>
                  </a:lnTo>
                  <a:lnTo>
                    <a:pt x="835179" y="576059"/>
                  </a:lnTo>
                  <a:lnTo>
                    <a:pt x="832716" y="576059"/>
                  </a:lnTo>
                  <a:lnTo>
                    <a:pt x="830252" y="576059"/>
                  </a:lnTo>
                  <a:lnTo>
                    <a:pt x="827788" y="576059"/>
                  </a:lnTo>
                  <a:lnTo>
                    <a:pt x="825325" y="576059"/>
                  </a:lnTo>
                  <a:lnTo>
                    <a:pt x="822861" y="576059"/>
                  </a:lnTo>
                  <a:lnTo>
                    <a:pt x="820397" y="576059"/>
                  </a:lnTo>
                  <a:lnTo>
                    <a:pt x="817934" y="576059"/>
                  </a:lnTo>
                  <a:lnTo>
                    <a:pt x="815470" y="576059"/>
                  </a:lnTo>
                  <a:lnTo>
                    <a:pt x="813006" y="576059"/>
                  </a:lnTo>
                  <a:lnTo>
                    <a:pt x="810543" y="576059"/>
                  </a:lnTo>
                  <a:lnTo>
                    <a:pt x="808079" y="576059"/>
                  </a:lnTo>
                  <a:lnTo>
                    <a:pt x="805616" y="576059"/>
                  </a:lnTo>
                  <a:lnTo>
                    <a:pt x="803152" y="576059"/>
                  </a:lnTo>
                  <a:lnTo>
                    <a:pt x="800688" y="576059"/>
                  </a:lnTo>
                  <a:lnTo>
                    <a:pt x="798225" y="576059"/>
                  </a:lnTo>
                  <a:lnTo>
                    <a:pt x="795761" y="576059"/>
                  </a:lnTo>
                  <a:lnTo>
                    <a:pt x="793297" y="576059"/>
                  </a:lnTo>
                  <a:lnTo>
                    <a:pt x="790834" y="576059"/>
                  </a:lnTo>
                  <a:lnTo>
                    <a:pt x="788370" y="576059"/>
                  </a:lnTo>
                  <a:lnTo>
                    <a:pt x="785906" y="576059"/>
                  </a:lnTo>
                  <a:lnTo>
                    <a:pt x="783443" y="576059"/>
                  </a:lnTo>
                  <a:lnTo>
                    <a:pt x="780979" y="576059"/>
                  </a:lnTo>
                  <a:lnTo>
                    <a:pt x="778515" y="576059"/>
                  </a:lnTo>
                  <a:lnTo>
                    <a:pt x="776052" y="576059"/>
                  </a:lnTo>
                  <a:lnTo>
                    <a:pt x="773588" y="576059"/>
                  </a:lnTo>
                  <a:lnTo>
                    <a:pt x="771124" y="576059"/>
                  </a:lnTo>
                  <a:lnTo>
                    <a:pt x="768661" y="576059"/>
                  </a:lnTo>
                  <a:lnTo>
                    <a:pt x="766197" y="576059"/>
                  </a:lnTo>
                  <a:lnTo>
                    <a:pt x="763733" y="576059"/>
                  </a:lnTo>
                  <a:lnTo>
                    <a:pt x="761270" y="576059"/>
                  </a:lnTo>
                  <a:lnTo>
                    <a:pt x="758806" y="576059"/>
                  </a:lnTo>
                  <a:lnTo>
                    <a:pt x="756342" y="576059"/>
                  </a:lnTo>
                  <a:lnTo>
                    <a:pt x="753879" y="576059"/>
                  </a:lnTo>
                  <a:lnTo>
                    <a:pt x="751415" y="576059"/>
                  </a:lnTo>
                  <a:lnTo>
                    <a:pt x="748951" y="576059"/>
                  </a:lnTo>
                  <a:lnTo>
                    <a:pt x="746488" y="576059"/>
                  </a:lnTo>
                  <a:lnTo>
                    <a:pt x="744024" y="576059"/>
                  </a:lnTo>
                  <a:lnTo>
                    <a:pt x="741560" y="576059"/>
                  </a:lnTo>
                  <a:lnTo>
                    <a:pt x="739097" y="576059"/>
                  </a:lnTo>
                  <a:lnTo>
                    <a:pt x="736633" y="576059"/>
                  </a:lnTo>
                  <a:lnTo>
                    <a:pt x="734169" y="576059"/>
                  </a:lnTo>
                  <a:lnTo>
                    <a:pt x="731706" y="576059"/>
                  </a:lnTo>
                  <a:lnTo>
                    <a:pt x="729242" y="576059"/>
                  </a:lnTo>
                  <a:lnTo>
                    <a:pt x="726778" y="576059"/>
                  </a:lnTo>
                  <a:lnTo>
                    <a:pt x="724315" y="576059"/>
                  </a:lnTo>
                  <a:lnTo>
                    <a:pt x="721851" y="576059"/>
                  </a:lnTo>
                  <a:lnTo>
                    <a:pt x="719388" y="576059"/>
                  </a:lnTo>
                  <a:lnTo>
                    <a:pt x="716924" y="576059"/>
                  </a:lnTo>
                  <a:lnTo>
                    <a:pt x="714460" y="576059"/>
                  </a:lnTo>
                  <a:lnTo>
                    <a:pt x="711997" y="576059"/>
                  </a:lnTo>
                  <a:lnTo>
                    <a:pt x="709533" y="576059"/>
                  </a:lnTo>
                  <a:lnTo>
                    <a:pt x="707069" y="576059"/>
                  </a:lnTo>
                  <a:lnTo>
                    <a:pt x="704606" y="576059"/>
                  </a:lnTo>
                  <a:lnTo>
                    <a:pt x="702142" y="576059"/>
                  </a:lnTo>
                  <a:lnTo>
                    <a:pt x="699678" y="576059"/>
                  </a:lnTo>
                  <a:lnTo>
                    <a:pt x="697215" y="576059"/>
                  </a:lnTo>
                  <a:lnTo>
                    <a:pt x="694751" y="576059"/>
                  </a:lnTo>
                  <a:lnTo>
                    <a:pt x="692287" y="576059"/>
                  </a:lnTo>
                  <a:lnTo>
                    <a:pt x="689824" y="576059"/>
                  </a:lnTo>
                  <a:lnTo>
                    <a:pt x="687360" y="576059"/>
                  </a:lnTo>
                  <a:lnTo>
                    <a:pt x="684896" y="576059"/>
                  </a:lnTo>
                  <a:lnTo>
                    <a:pt x="682433" y="576059"/>
                  </a:lnTo>
                  <a:lnTo>
                    <a:pt x="679969" y="576059"/>
                  </a:lnTo>
                  <a:lnTo>
                    <a:pt x="677505" y="576059"/>
                  </a:lnTo>
                  <a:lnTo>
                    <a:pt x="675042" y="576059"/>
                  </a:lnTo>
                  <a:lnTo>
                    <a:pt x="672578" y="576059"/>
                  </a:lnTo>
                  <a:lnTo>
                    <a:pt x="670114" y="576059"/>
                  </a:lnTo>
                  <a:lnTo>
                    <a:pt x="667651" y="576059"/>
                  </a:lnTo>
                  <a:lnTo>
                    <a:pt x="665187" y="576059"/>
                  </a:lnTo>
                  <a:lnTo>
                    <a:pt x="662723" y="576059"/>
                  </a:lnTo>
                  <a:lnTo>
                    <a:pt x="660260" y="576059"/>
                  </a:lnTo>
                  <a:lnTo>
                    <a:pt x="657796" y="576059"/>
                  </a:lnTo>
                  <a:lnTo>
                    <a:pt x="655332" y="576059"/>
                  </a:lnTo>
                  <a:lnTo>
                    <a:pt x="652869" y="576059"/>
                  </a:lnTo>
                  <a:lnTo>
                    <a:pt x="650405" y="576059"/>
                  </a:lnTo>
                  <a:lnTo>
                    <a:pt x="647941" y="576059"/>
                  </a:lnTo>
                  <a:lnTo>
                    <a:pt x="645478" y="576059"/>
                  </a:lnTo>
                  <a:lnTo>
                    <a:pt x="643014" y="576059"/>
                  </a:lnTo>
                  <a:lnTo>
                    <a:pt x="640550" y="576059"/>
                  </a:lnTo>
                  <a:lnTo>
                    <a:pt x="638087" y="576059"/>
                  </a:lnTo>
                  <a:lnTo>
                    <a:pt x="635623" y="576059"/>
                  </a:lnTo>
                  <a:lnTo>
                    <a:pt x="633159" y="576059"/>
                  </a:lnTo>
                  <a:lnTo>
                    <a:pt x="630696" y="576059"/>
                  </a:lnTo>
                  <a:lnTo>
                    <a:pt x="628232" y="576059"/>
                  </a:lnTo>
                  <a:lnTo>
                    <a:pt x="625769" y="576059"/>
                  </a:lnTo>
                  <a:lnTo>
                    <a:pt x="623305" y="576059"/>
                  </a:lnTo>
                  <a:lnTo>
                    <a:pt x="620841" y="576059"/>
                  </a:lnTo>
                  <a:lnTo>
                    <a:pt x="618378" y="576059"/>
                  </a:lnTo>
                  <a:lnTo>
                    <a:pt x="615914" y="576059"/>
                  </a:lnTo>
                  <a:lnTo>
                    <a:pt x="613450" y="576059"/>
                  </a:lnTo>
                  <a:lnTo>
                    <a:pt x="610987" y="576059"/>
                  </a:lnTo>
                  <a:lnTo>
                    <a:pt x="608523" y="576059"/>
                  </a:lnTo>
                  <a:lnTo>
                    <a:pt x="606059" y="576059"/>
                  </a:lnTo>
                  <a:lnTo>
                    <a:pt x="603596" y="576059"/>
                  </a:lnTo>
                  <a:lnTo>
                    <a:pt x="601132" y="576059"/>
                  </a:lnTo>
                  <a:lnTo>
                    <a:pt x="598668" y="576059"/>
                  </a:lnTo>
                  <a:lnTo>
                    <a:pt x="596205" y="576059"/>
                  </a:lnTo>
                  <a:lnTo>
                    <a:pt x="593741" y="576059"/>
                  </a:lnTo>
                  <a:lnTo>
                    <a:pt x="591277" y="576059"/>
                  </a:lnTo>
                  <a:lnTo>
                    <a:pt x="588814" y="576059"/>
                  </a:lnTo>
                  <a:lnTo>
                    <a:pt x="586350" y="576059"/>
                  </a:lnTo>
                  <a:lnTo>
                    <a:pt x="583886" y="576059"/>
                  </a:lnTo>
                  <a:lnTo>
                    <a:pt x="581423" y="576059"/>
                  </a:lnTo>
                  <a:lnTo>
                    <a:pt x="578959" y="576059"/>
                  </a:lnTo>
                  <a:lnTo>
                    <a:pt x="576495" y="576059"/>
                  </a:lnTo>
                  <a:lnTo>
                    <a:pt x="574032" y="576059"/>
                  </a:lnTo>
                  <a:lnTo>
                    <a:pt x="571568" y="576059"/>
                  </a:lnTo>
                  <a:lnTo>
                    <a:pt x="569104" y="576059"/>
                  </a:lnTo>
                  <a:lnTo>
                    <a:pt x="566641" y="576059"/>
                  </a:lnTo>
                  <a:lnTo>
                    <a:pt x="564177" y="576059"/>
                  </a:lnTo>
                  <a:lnTo>
                    <a:pt x="561713" y="576059"/>
                  </a:lnTo>
                  <a:lnTo>
                    <a:pt x="559250" y="576059"/>
                  </a:lnTo>
                  <a:lnTo>
                    <a:pt x="556786" y="576059"/>
                  </a:lnTo>
                  <a:lnTo>
                    <a:pt x="554322" y="576059"/>
                  </a:lnTo>
                  <a:lnTo>
                    <a:pt x="551859" y="576059"/>
                  </a:lnTo>
                  <a:lnTo>
                    <a:pt x="549395" y="576059"/>
                  </a:lnTo>
                  <a:lnTo>
                    <a:pt x="546931" y="576059"/>
                  </a:lnTo>
                  <a:lnTo>
                    <a:pt x="544468" y="576059"/>
                  </a:lnTo>
                  <a:lnTo>
                    <a:pt x="542004" y="576059"/>
                  </a:lnTo>
                  <a:lnTo>
                    <a:pt x="539541" y="576059"/>
                  </a:lnTo>
                  <a:lnTo>
                    <a:pt x="537077" y="576059"/>
                  </a:lnTo>
                  <a:lnTo>
                    <a:pt x="534613" y="576059"/>
                  </a:lnTo>
                  <a:lnTo>
                    <a:pt x="532150" y="576059"/>
                  </a:lnTo>
                  <a:lnTo>
                    <a:pt x="529686" y="576059"/>
                  </a:lnTo>
                  <a:lnTo>
                    <a:pt x="527222" y="576059"/>
                  </a:lnTo>
                  <a:lnTo>
                    <a:pt x="524759" y="576059"/>
                  </a:lnTo>
                  <a:lnTo>
                    <a:pt x="522295" y="576059"/>
                  </a:lnTo>
                  <a:lnTo>
                    <a:pt x="519831" y="576059"/>
                  </a:lnTo>
                  <a:lnTo>
                    <a:pt x="517368" y="576059"/>
                  </a:lnTo>
                  <a:lnTo>
                    <a:pt x="514904" y="576059"/>
                  </a:lnTo>
                  <a:lnTo>
                    <a:pt x="512440" y="576059"/>
                  </a:lnTo>
                  <a:lnTo>
                    <a:pt x="509977" y="576059"/>
                  </a:lnTo>
                  <a:lnTo>
                    <a:pt x="507513" y="576059"/>
                  </a:lnTo>
                  <a:lnTo>
                    <a:pt x="505049" y="576059"/>
                  </a:lnTo>
                  <a:lnTo>
                    <a:pt x="502586" y="576059"/>
                  </a:lnTo>
                  <a:lnTo>
                    <a:pt x="500122" y="576059"/>
                  </a:lnTo>
                  <a:lnTo>
                    <a:pt x="497658" y="576059"/>
                  </a:lnTo>
                  <a:lnTo>
                    <a:pt x="495195" y="576059"/>
                  </a:lnTo>
                  <a:lnTo>
                    <a:pt x="492731" y="576059"/>
                  </a:lnTo>
                  <a:lnTo>
                    <a:pt x="490267" y="576059"/>
                  </a:lnTo>
                  <a:lnTo>
                    <a:pt x="487804" y="576059"/>
                  </a:lnTo>
                  <a:lnTo>
                    <a:pt x="485340" y="576059"/>
                  </a:lnTo>
                  <a:lnTo>
                    <a:pt x="482876" y="576059"/>
                  </a:lnTo>
                  <a:lnTo>
                    <a:pt x="480413" y="576059"/>
                  </a:lnTo>
                  <a:lnTo>
                    <a:pt x="477949" y="576059"/>
                  </a:lnTo>
                  <a:lnTo>
                    <a:pt x="475485" y="576059"/>
                  </a:lnTo>
                  <a:lnTo>
                    <a:pt x="473022" y="576059"/>
                  </a:lnTo>
                  <a:lnTo>
                    <a:pt x="470558" y="576059"/>
                  </a:lnTo>
                  <a:lnTo>
                    <a:pt x="468094" y="576059"/>
                  </a:lnTo>
                  <a:lnTo>
                    <a:pt x="465631" y="576059"/>
                  </a:lnTo>
                  <a:lnTo>
                    <a:pt x="463167" y="576059"/>
                  </a:lnTo>
                  <a:lnTo>
                    <a:pt x="460703" y="576059"/>
                  </a:lnTo>
                  <a:lnTo>
                    <a:pt x="458240" y="576059"/>
                  </a:lnTo>
                  <a:lnTo>
                    <a:pt x="455776" y="576059"/>
                  </a:lnTo>
                  <a:lnTo>
                    <a:pt x="453312" y="576059"/>
                  </a:lnTo>
                  <a:lnTo>
                    <a:pt x="450849" y="576059"/>
                  </a:lnTo>
                  <a:lnTo>
                    <a:pt x="448385" y="576059"/>
                  </a:lnTo>
                  <a:lnTo>
                    <a:pt x="445922" y="576059"/>
                  </a:lnTo>
                  <a:lnTo>
                    <a:pt x="443458" y="576059"/>
                  </a:lnTo>
                  <a:lnTo>
                    <a:pt x="440994" y="576059"/>
                  </a:lnTo>
                  <a:lnTo>
                    <a:pt x="438531" y="576059"/>
                  </a:lnTo>
                  <a:lnTo>
                    <a:pt x="436067" y="576059"/>
                  </a:lnTo>
                  <a:lnTo>
                    <a:pt x="433603" y="576059"/>
                  </a:lnTo>
                  <a:lnTo>
                    <a:pt x="431140" y="576059"/>
                  </a:lnTo>
                  <a:lnTo>
                    <a:pt x="428676" y="576059"/>
                  </a:lnTo>
                  <a:lnTo>
                    <a:pt x="426212" y="576059"/>
                  </a:lnTo>
                  <a:lnTo>
                    <a:pt x="423749" y="576059"/>
                  </a:lnTo>
                  <a:lnTo>
                    <a:pt x="421285" y="576059"/>
                  </a:lnTo>
                  <a:lnTo>
                    <a:pt x="418821" y="576059"/>
                  </a:lnTo>
                  <a:lnTo>
                    <a:pt x="416358" y="576059"/>
                  </a:lnTo>
                  <a:lnTo>
                    <a:pt x="413894" y="576059"/>
                  </a:lnTo>
                  <a:lnTo>
                    <a:pt x="411430" y="576059"/>
                  </a:lnTo>
                  <a:lnTo>
                    <a:pt x="408967" y="576059"/>
                  </a:lnTo>
                  <a:lnTo>
                    <a:pt x="406503" y="576059"/>
                  </a:lnTo>
                  <a:lnTo>
                    <a:pt x="404039" y="576059"/>
                  </a:lnTo>
                  <a:lnTo>
                    <a:pt x="401576" y="576059"/>
                  </a:lnTo>
                  <a:lnTo>
                    <a:pt x="399112" y="576059"/>
                  </a:lnTo>
                  <a:lnTo>
                    <a:pt x="396648" y="576059"/>
                  </a:lnTo>
                  <a:lnTo>
                    <a:pt x="394185" y="576059"/>
                  </a:lnTo>
                  <a:lnTo>
                    <a:pt x="391721" y="576059"/>
                  </a:lnTo>
                  <a:lnTo>
                    <a:pt x="389257" y="576059"/>
                  </a:lnTo>
                  <a:lnTo>
                    <a:pt x="386794" y="576059"/>
                  </a:lnTo>
                  <a:lnTo>
                    <a:pt x="384330" y="576059"/>
                  </a:lnTo>
                  <a:lnTo>
                    <a:pt x="381866" y="576059"/>
                  </a:lnTo>
                  <a:lnTo>
                    <a:pt x="379403" y="576059"/>
                  </a:lnTo>
                  <a:lnTo>
                    <a:pt x="376939" y="576059"/>
                  </a:lnTo>
                  <a:lnTo>
                    <a:pt x="374475" y="576059"/>
                  </a:lnTo>
                  <a:lnTo>
                    <a:pt x="372012" y="576059"/>
                  </a:lnTo>
                  <a:lnTo>
                    <a:pt x="369548" y="576059"/>
                  </a:lnTo>
                  <a:lnTo>
                    <a:pt x="367084" y="576059"/>
                  </a:lnTo>
                  <a:lnTo>
                    <a:pt x="364621" y="576059"/>
                  </a:lnTo>
                  <a:lnTo>
                    <a:pt x="362157" y="576059"/>
                  </a:lnTo>
                  <a:lnTo>
                    <a:pt x="359694" y="576059"/>
                  </a:lnTo>
                  <a:lnTo>
                    <a:pt x="357230" y="576059"/>
                  </a:lnTo>
                  <a:lnTo>
                    <a:pt x="354766" y="576059"/>
                  </a:lnTo>
                  <a:lnTo>
                    <a:pt x="352303" y="576059"/>
                  </a:lnTo>
                  <a:lnTo>
                    <a:pt x="349839" y="576059"/>
                  </a:lnTo>
                  <a:lnTo>
                    <a:pt x="347375" y="576059"/>
                  </a:lnTo>
                  <a:lnTo>
                    <a:pt x="344912" y="576059"/>
                  </a:lnTo>
                  <a:lnTo>
                    <a:pt x="342448" y="576059"/>
                  </a:lnTo>
                  <a:lnTo>
                    <a:pt x="339984" y="576059"/>
                  </a:lnTo>
                  <a:lnTo>
                    <a:pt x="337521" y="576059"/>
                  </a:lnTo>
                  <a:lnTo>
                    <a:pt x="335057" y="576059"/>
                  </a:lnTo>
                  <a:lnTo>
                    <a:pt x="332593" y="576059"/>
                  </a:lnTo>
                  <a:lnTo>
                    <a:pt x="330130" y="576059"/>
                  </a:lnTo>
                  <a:lnTo>
                    <a:pt x="327666" y="576059"/>
                  </a:lnTo>
                  <a:lnTo>
                    <a:pt x="325202" y="576059"/>
                  </a:lnTo>
                  <a:lnTo>
                    <a:pt x="322739" y="576059"/>
                  </a:lnTo>
                  <a:lnTo>
                    <a:pt x="320275" y="576059"/>
                  </a:lnTo>
                  <a:lnTo>
                    <a:pt x="317811" y="576059"/>
                  </a:lnTo>
                  <a:lnTo>
                    <a:pt x="315348" y="576059"/>
                  </a:lnTo>
                  <a:lnTo>
                    <a:pt x="312884" y="576059"/>
                  </a:lnTo>
                  <a:lnTo>
                    <a:pt x="310420" y="576059"/>
                  </a:lnTo>
                  <a:lnTo>
                    <a:pt x="307957" y="576059"/>
                  </a:lnTo>
                  <a:lnTo>
                    <a:pt x="305493" y="576059"/>
                  </a:lnTo>
                  <a:lnTo>
                    <a:pt x="303029" y="576059"/>
                  </a:lnTo>
                  <a:lnTo>
                    <a:pt x="300566" y="576059"/>
                  </a:lnTo>
                  <a:lnTo>
                    <a:pt x="298102" y="576059"/>
                  </a:lnTo>
                  <a:lnTo>
                    <a:pt x="295638" y="576059"/>
                  </a:lnTo>
                  <a:lnTo>
                    <a:pt x="293175" y="576059"/>
                  </a:lnTo>
                  <a:lnTo>
                    <a:pt x="290711" y="576059"/>
                  </a:lnTo>
                  <a:lnTo>
                    <a:pt x="288247" y="576059"/>
                  </a:lnTo>
                  <a:lnTo>
                    <a:pt x="285784" y="576059"/>
                  </a:lnTo>
                  <a:lnTo>
                    <a:pt x="283320" y="576059"/>
                  </a:lnTo>
                  <a:lnTo>
                    <a:pt x="280856" y="576059"/>
                  </a:lnTo>
                  <a:lnTo>
                    <a:pt x="278393" y="576059"/>
                  </a:lnTo>
                  <a:lnTo>
                    <a:pt x="275929" y="576059"/>
                  </a:lnTo>
                  <a:lnTo>
                    <a:pt x="273465" y="576059"/>
                  </a:lnTo>
                  <a:lnTo>
                    <a:pt x="271002" y="576059"/>
                  </a:lnTo>
                  <a:lnTo>
                    <a:pt x="268538" y="576059"/>
                  </a:lnTo>
                  <a:lnTo>
                    <a:pt x="266075" y="576059"/>
                  </a:lnTo>
                  <a:lnTo>
                    <a:pt x="263611" y="576059"/>
                  </a:lnTo>
                  <a:lnTo>
                    <a:pt x="261147" y="576059"/>
                  </a:lnTo>
                  <a:lnTo>
                    <a:pt x="258684" y="576059"/>
                  </a:lnTo>
                  <a:lnTo>
                    <a:pt x="256220" y="576059"/>
                  </a:lnTo>
                  <a:lnTo>
                    <a:pt x="253756" y="576059"/>
                  </a:lnTo>
                  <a:lnTo>
                    <a:pt x="251293" y="576059"/>
                  </a:lnTo>
                  <a:lnTo>
                    <a:pt x="248829" y="576059"/>
                  </a:lnTo>
                  <a:lnTo>
                    <a:pt x="246365" y="576059"/>
                  </a:lnTo>
                  <a:lnTo>
                    <a:pt x="243902" y="576059"/>
                  </a:lnTo>
                  <a:lnTo>
                    <a:pt x="241438" y="576059"/>
                  </a:lnTo>
                  <a:lnTo>
                    <a:pt x="238974" y="576059"/>
                  </a:lnTo>
                  <a:lnTo>
                    <a:pt x="236511" y="576059"/>
                  </a:lnTo>
                  <a:lnTo>
                    <a:pt x="234047" y="576059"/>
                  </a:lnTo>
                  <a:lnTo>
                    <a:pt x="231583" y="576059"/>
                  </a:lnTo>
                  <a:lnTo>
                    <a:pt x="229120" y="576059"/>
                  </a:lnTo>
                  <a:lnTo>
                    <a:pt x="226656" y="576059"/>
                  </a:lnTo>
                  <a:lnTo>
                    <a:pt x="224192" y="576059"/>
                  </a:lnTo>
                  <a:lnTo>
                    <a:pt x="221729" y="576059"/>
                  </a:lnTo>
                  <a:lnTo>
                    <a:pt x="219265" y="576059"/>
                  </a:lnTo>
                  <a:lnTo>
                    <a:pt x="216801" y="576059"/>
                  </a:lnTo>
                  <a:lnTo>
                    <a:pt x="214338" y="576059"/>
                  </a:lnTo>
                  <a:lnTo>
                    <a:pt x="211874" y="576059"/>
                  </a:lnTo>
                  <a:lnTo>
                    <a:pt x="209410" y="576059"/>
                  </a:lnTo>
                  <a:lnTo>
                    <a:pt x="206947" y="576059"/>
                  </a:lnTo>
                  <a:lnTo>
                    <a:pt x="204483" y="576059"/>
                  </a:lnTo>
                  <a:lnTo>
                    <a:pt x="202019" y="576059"/>
                  </a:lnTo>
                  <a:lnTo>
                    <a:pt x="199556" y="576059"/>
                  </a:lnTo>
                  <a:lnTo>
                    <a:pt x="197092" y="576059"/>
                  </a:lnTo>
                  <a:lnTo>
                    <a:pt x="194628" y="576059"/>
                  </a:lnTo>
                  <a:lnTo>
                    <a:pt x="192165" y="576059"/>
                  </a:lnTo>
                  <a:lnTo>
                    <a:pt x="189701" y="576059"/>
                  </a:lnTo>
                  <a:lnTo>
                    <a:pt x="187237" y="576059"/>
                  </a:lnTo>
                  <a:lnTo>
                    <a:pt x="184774" y="576059"/>
                  </a:lnTo>
                  <a:lnTo>
                    <a:pt x="182310" y="576059"/>
                  </a:lnTo>
                  <a:lnTo>
                    <a:pt x="179847" y="576059"/>
                  </a:lnTo>
                  <a:lnTo>
                    <a:pt x="177383" y="576059"/>
                  </a:lnTo>
                  <a:lnTo>
                    <a:pt x="174919" y="576059"/>
                  </a:lnTo>
                  <a:lnTo>
                    <a:pt x="172456" y="576059"/>
                  </a:lnTo>
                  <a:lnTo>
                    <a:pt x="169992" y="576059"/>
                  </a:lnTo>
                  <a:lnTo>
                    <a:pt x="167528" y="576059"/>
                  </a:lnTo>
                  <a:lnTo>
                    <a:pt x="165065" y="576059"/>
                  </a:lnTo>
                  <a:lnTo>
                    <a:pt x="162601" y="576059"/>
                  </a:lnTo>
                  <a:lnTo>
                    <a:pt x="160137" y="576059"/>
                  </a:lnTo>
                  <a:lnTo>
                    <a:pt x="157674" y="576059"/>
                  </a:lnTo>
                  <a:lnTo>
                    <a:pt x="155210" y="576059"/>
                  </a:lnTo>
                  <a:lnTo>
                    <a:pt x="152746" y="576059"/>
                  </a:lnTo>
                  <a:lnTo>
                    <a:pt x="150283" y="576059"/>
                  </a:lnTo>
                  <a:lnTo>
                    <a:pt x="147819" y="576059"/>
                  </a:lnTo>
                  <a:lnTo>
                    <a:pt x="145355" y="576059"/>
                  </a:lnTo>
                  <a:lnTo>
                    <a:pt x="142892" y="576059"/>
                  </a:lnTo>
                  <a:lnTo>
                    <a:pt x="140428" y="576059"/>
                  </a:lnTo>
                  <a:lnTo>
                    <a:pt x="137964" y="576059"/>
                  </a:lnTo>
                  <a:lnTo>
                    <a:pt x="135501" y="576059"/>
                  </a:lnTo>
                  <a:lnTo>
                    <a:pt x="133037" y="576059"/>
                  </a:lnTo>
                  <a:lnTo>
                    <a:pt x="130573" y="576059"/>
                  </a:lnTo>
                  <a:lnTo>
                    <a:pt x="128110" y="576059"/>
                  </a:lnTo>
                  <a:lnTo>
                    <a:pt x="125646" y="576059"/>
                  </a:lnTo>
                  <a:lnTo>
                    <a:pt x="123182" y="576059"/>
                  </a:lnTo>
                  <a:lnTo>
                    <a:pt x="120719" y="576059"/>
                  </a:lnTo>
                  <a:lnTo>
                    <a:pt x="118255" y="576059"/>
                  </a:lnTo>
                  <a:lnTo>
                    <a:pt x="115791" y="576059"/>
                  </a:lnTo>
                  <a:lnTo>
                    <a:pt x="113328" y="576059"/>
                  </a:lnTo>
                  <a:lnTo>
                    <a:pt x="110864" y="576059"/>
                  </a:lnTo>
                  <a:lnTo>
                    <a:pt x="108400" y="576059"/>
                  </a:lnTo>
                  <a:lnTo>
                    <a:pt x="105937" y="576059"/>
                  </a:lnTo>
                  <a:lnTo>
                    <a:pt x="103473" y="576059"/>
                  </a:lnTo>
                  <a:lnTo>
                    <a:pt x="101009" y="576059"/>
                  </a:lnTo>
                  <a:lnTo>
                    <a:pt x="98546" y="576059"/>
                  </a:lnTo>
                  <a:lnTo>
                    <a:pt x="96082" y="576059"/>
                  </a:lnTo>
                  <a:lnTo>
                    <a:pt x="93618" y="576059"/>
                  </a:lnTo>
                  <a:lnTo>
                    <a:pt x="91155" y="576059"/>
                  </a:lnTo>
                  <a:lnTo>
                    <a:pt x="88691" y="576059"/>
                  </a:lnTo>
                  <a:lnTo>
                    <a:pt x="86228" y="576059"/>
                  </a:lnTo>
                  <a:lnTo>
                    <a:pt x="83764" y="576059"/>
                  </a:lnTo>
                  <a:lnTo>
                    <a:pt x="81300" y="576059"/>
                  </a:lnTo>
                  <a:lnTo>
                    <a:pt x="78837" y="576059"/>
                  </a:lnTo>
                  <a:lnTo>
                    <a:pt x="76373" y="576059"/>
                  </a:lnTo>
                  <a:lnTo>
                    <a:pt x="73909" y="576059"/>
                  </a:lnTo>
                  <a:lnTo>
                    <a:pt x="71446" y="576059"/>
                  </a:lnTo>
                  <a:lnTo>
                    <a:pt x="68982" y="576059"/>
                  </a:lnTo>
                  <a:lnTo>
                    <a:pt x="66518" y="576059"/>
                  </a:lnTo>
                  <a:lnTo>
                    <a:pt x="64055" y="576059"/>
                  </a:lnTo>
                  <a:lnTo>
                    <a:pt x="61591" y="576059"/>
                  </a:lnTo>
                  <a:lnTo>
                    <a:pt x="59127" y="576059"/>
                  </a:lnTo>
                  <a:lnTo>
                    <a:pt x="56664" y="576059"/>
                  </a:lnTo>
                  <a:lnTo>
                    <a:pt x="54200" y="576059"/>
                  </a:lnTo>
                  <a:lnTo>
                    <a:pt x="51736" y="576059"/>
                  </a:lnTo>
                  <a:lnTo>
                    <a:pt x="49273" y="576059"/>
                  </a:lnTo>
                  <a:lnTo>
                    <a:pt x="46809" y="576059"/>
                  </a:lnTo>
                  <a:lnTo>
                    <a:pt x="44345" y="576059"/>
                  </a:lnTo>
                  <a:lnTo>
                    <a:pt x="41882" y="576059"/>
                  </a:lnTo>
                  <a:lnTo>
                    <a:pt x="39418" y="576059"/>
                  </a:lnTo>
                  <a:lnTo>
                    <a:pt x="36954" y="576059"/>
                  </a:lnTo>
                  <a:lnTo>
                    <a:pt x="34491" y="576059"/>
                  </a:lnTo>
                  <a:lnTo>
                    <a:pt x="32027" y="576059"/>
                  </a:lnTo>
                  <a:lnTo>
                    <a:pt x="29563" y="576059"/>
                  </a:lnTo>
                  <a:lnTo>
                    <a:pt x="27100" y="576059"/>
                  </a:lnTo>
                  <a:lnTo>
                    <a:pt x="24636" y="576059"/>
                  </a:lnTo>
                  <a:lnTo>
                    <a:pt x="22172" y="576059"/>
                  </a:lnTo>
                  <a:lnTo>
                    <a:pt x="19709" y="576059"/>
                  </a:lnTo>
                  <a:lnTo>
                    <a:pt x="17245" y="576059"/>
                  </a:lnTo>
                  <a:lnTo>
                    <a:pt x="14781" y="576059"/>
                  </a:lnTo>
                  <a:lnTo>
                    <a:pt x="12318" y="576059"/>
                  </a:lnTo>
                  <a:lnTo>
                    <a:pt x="9854" y="576059"/>
                  </a:lnTo>
                  <a:lnTo>
                    <a:pt x="7390" y="576059"/>
                  </a:lnTo>
                  <a:lnTo>
                    <a:pt x="4927" y="576059"/>
                  </a:lnTo>
                  <a:lnTo>
                    <a:pt x="2463" y="57605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3957616" y="3563782"/>
              <a:ext cx="1258929" cy="576059"/>
            </a:xfrm>
            <a:custGeom>
              <a:avLst/>
              <a:pathLst>
                <a:path w="1258929" h="576059">
                  <a:moveTo>
                    <a:pt x="0" y="576059"/>
                  </a:moveTo>
                  <a:lnTo>
                    <a:pt x="2463" y="576059"/>
                  </a:lnTo>
                  <a:lnTo>
                    <a:pt x="4927" y="576059"/>
                  </a:lnTo>
                  <a:lnTo>
                    <a:pt x="7390" y="576059"/>
                  </a:lnTo>
                  <a:lnTo>
                    <a:pt x="9854" y="576059"/>
                  </a:lnTo>
                  <a:lnTo>
                    <a:pt x="12318" y="576058"/>
                  </a:lnTo>
                  <a:lnTo>
                    <a:pt x="14781" y="576057"/>
                  </a:lnTo>
                  <a:lnTo>
                    <a:pt x="17245" y="576056"/>
                  </a:lnTo>
                  <a:lnTo>
                    <a:pt x="19709" y="576054"/>
                  </a:lnTo>
                  <a:lnTo>
                    <a:pt x="22172" y="576050"/>
                  </a:lnTo>
                  <a:lnTo>
                    <a:pt x="24636" y="576045"/>
                  </a:lnTo>
                  <a:lnTo>
                    <a:pt x="27100" y="576036"/>
                  </a:lnTo>
                  <a:lnTo>
                    <a:pt x="29563" y="576023"/>
                  </a:lnTo>
                  <a:lnTo>
                    <a:pt x="32027" y="576002"/>
                  </a:lnTo>
                  <a:lnTo>
                    <a:pt x="34491" y="575971"/>
                  </a:lnTo>
                  <a:lnTo>
                    <a:pt x="36954" y="575925"/>
                  </a:lnTo>
                  <a:lnTo>
                    <a:pt x="39418" y="575858"/>
                  </a:lnTo>
                  <a:lnTo>
                    <a:pt x="41882" y="575764"/>
                  </a:lnTo>
                  <a:lnTo>
                    <a:pt x="44345" y="575631"/>
                  </a:lnTo>
                  <a:lnTo>
                    <a:pt x="46809" y="575447"/>
                  </a:lnTo>
                  <a:lnTo>
                    <a:pt x="49273" y="575184"/>
                  </a:lnTo>
                  <a:lnTo>
                    <a:pt x="51736" y="574820"/>
                  </a:lnTo>
                  <a:lnTo>
                    <a:pt x="54200" y="574332"/>
                  </a:lnTo>
                  <a:lnTo>
                    <a:pt x="56664" y="573683"/>
                  </a:lnTo>
                  <a:lnTo>
                    <a:pt x="59127" y="572836"/>
                  </a:lnTo>
                  <a:lnTo>
                    <a:pt x="61591" y="571746"/>
                  </a:lnTo>
                  <a:lnTo>
                    <a:pt x="64055" y="570359"/>
                  </a:lnTo>
                  <a:lnTo>
                    <a:pt x="66518" y="568621"/>
                  </a:lnTo>
                  <a:lnTo>
                    <a:pt x="68982" y="566417"/>
                  </a:lnTo>
                  <a:lnTo>
                    <a:pt x="71446" y="563683"/>
                  </a:lnTo>
                  <a:lnTo>
                    <a:pt x="73909" y="560377"/>
                  </a:lnTo>
                  <a:lnTo>
                    <a:pt x="76373" y="556434"/>
                  </a:lnTo>
                  <a:lnTo>
                    <a:pt x="78837" y="551794"/>
                  </a:lnTo>
                  <a:lnTo>
                    <a:pt x="81300" y="546406"/>
                  </a:lnTo>
                  <a:lnTo>
                    <a:pt x="83764" y="540227"/>
                  </a:lnTo>
                  <a:lnTo>
                    <a:pt x="86228" y="533230"/>
                  </a:lnTo>
                  <a:lnTo>
                    <a:pt x="88691" y="525335"/>
                  </a:lnTo>
                  <a:lnTo>
                    <a:pt x="91155" y="516555"/>
                  </a:lnTo>
                  <a:lnTo>
                    <a:pt x="93618" y="506997"/>
                  </a:lnTo>
                  <a:lnTo>
                    <a:pt x="96082" y="496716"/>
                  </a:lnTo>
                  <a:lnTo>
                    <a:pt x="98546" y="485784"/>
                  </a:lnTo>
                  <a:lnTo>
                    <a:pt x="101009" y="474288"/>
                  </a:lnTo>
                  <a:lnTo>
                    <a:pt x="103473" y="462325"/>
                  </a:lnTo>
                  <a:lnTo>
                    <a:pt x="105937" y="449999"/>
                  </a:lnTo>
                  <a:lnTo>
                    <a:pt x="108400" y="437412"/>
                  </a:lnTo>
                  <a:lnTo>
                    <a:pt x="110864" y="424689"/>
                  </a:lnTo>
                  <a:lnTo>
                    <a:pt x="113328" y="411951"/>
                  </a:lnTo>
                  <a:lnTo>
                    <a:pt x="115791" y="399282"/>
                  </a:lnTo>
                  <a:lnTo>
                    <a:pt x="118255" y="386756"/>
                  </a:lnTo>
                  <a:lnTo>
                    <a:pt x="120719" y="374434"/>
                  </a:lnTo>
                  <a:lnTo>
                    <a:pt x="123182" y="362366"/>
                  </a:lnTo>
                  <a:lnTo>
                    <a:pt x="125646" y="350598"/>
                  </a:lnTo>
                  <a:lnTo>
                    <a:pt x="128110" y="339178"/>
                  </a:lnTo>
                  <a:lnTo>
                    <a:pt x="130573" y="328190"/>
                  </a:lnTo>
                  <a:lnTo>
                    <a:pt x="133037" y="317631"/>
                  </a:lnTo>
                  <a:lnTo>
                    <a:pt x="135501" y="307549"/>
                  </a:lnTo>
                  <a:lnTo>
                    <a:pt x="137964" y="297999"/>
                  </a:lnTo>
                  <a:lnTo>
                    <a:pt x="140428" y="289041"/>
                  </a:lnTo>
                  <a:lnTo>
                    <a:pt x="142892" y="280742"/>
                  </a:lnTo>
                  <a:lnTo>
                    <a:pt x="145355" y="273167"/>
                  </a:lnTo>
                  <a:lnTo>
                    <a:pt x="147819" y="266385"/>
                  </a:lnTo>
                  <a:lnTo>
                    <a:pt x="150283" y="260581"/>
                  </a:lnTo>
                  <a:lnTo>
                    <a:pt x="152746" y="255654"/>
                  </a:lnTo>
                  <a:lnTo>
                    <a:pt x="155210" y="251599"/>
                  </a:lnTo>
                  <a:lnTo>
                    <a:pt x="157674" y="248376"/>
                  </a:lnTo>
                  <a:lnTo>
                    <a:pt x="160137" y="245911"/>
                  </a:lnTo>
                  <a:lnTo>
                    <a:pt x="162601" y="244094"/>
                  </a:lnTo>
                  <a:lnTo>
                    <a:pt x="165065" y="242773"/>
                  </a:lnTo>
                  <a:lnTo>
                    <a:pt x="167528" y="241765"/>
                  </a:lnTo>
                  <a:lnTo>
                    <a:pt x="169992" y="240813"/>
                  </a:lnTo>
                  <a:lnTo>
                    <a:pt x="172456" y="239605"/>
                  </a:lnTo>
                  <a:lnTo>
                    <a:pt x="174919" y="237875"/>
                  </a:lnTo>
                  <a:lnTo>
                    <a:pt x="177383" y="235355"/>
                  </a:lnTo>
                  <a:lnTo>
                    <a:pt x="179847" y="231790"/>
                  </a:lnTo>
                  <a:lnTo>
                    <a:pt x="182310" y="226949"/>
                  </a:lnTo>
                  <a:lnTo>
                    <a:pt x="184774" y="220630"/>
                  </a:lnTo>
                  <a:lnTo>
                    <a:pt x="187237" y="212675"/>
                  </a:lnTo>
                  <a:lnTo>
                    <a:pt x="189701" y="202759"/>
                  </a:lnTo>
                  <a:lnTo>
                    <a:pt x="192165" y="191007"/>
                  </a:lnTo>
                  <a:lnTo>
                    <a:pt x="194628" y="177560"/>
                  </a:lnTo>
                  <a:lnTo>
                    <a:pt x="197092" y="162564"/>
                  </a:lnTo>
                  <a:lnTo>
                    <a:pt x="199556" y="146237"/>
                  </a:lnTo>
                  <a:lnTo>
                    <a:pt x="202019" y="128867"/>
                  </a:lnTo>
                  <a:lnTo>
                    <a:pt x="204483" y="110805"/>
                  </a:lnTo>
                  <a:lnTo>
                    <a:pt x="206947" y="92462"/>
                  </a:lnTo>
                  <a:lnTo>
                    <a:pt x="209410" y="74378"/>
                  </a:lnTo>
                  <a:lnTo>
                    <a:pt x="211874" y="57183"/>
                  </a:lnTo>
                  <a:lnTo>
                    <a:pt x="214338" y="41383"/>
                  </a:lnTo>
                  <a:lnTo>
                    <a:pt x="216801" y="27487"/>
                  </a:lnTo>
                  <a:lnTo>
                    <a:pt x="219265" y="15982"/>
                  </a:lnTo>
                  <a:lnTo>
                    <a:pt x="221729" y="7315"/>
                  </a:lnTo>
                  <a:lnTo>
                    <a:pt x="224192" y="1879"/>
                  </a:lnTo>
                  <a:lnTo>
                    <a:pt x="226656" y="0"/>
                  </a:lnTo>
                  <a:lnTo>
                    <a:pt x="229120" y="2219"/>
                  </a:lnTo>
                  <a:lnTo>
                    <a:pt x="231583" y="8748"/>
                  </a:lnTo>
                  <a:lnTo>
                    <a:pt x="234047" y="19241"/>
                  </a:lnTo>
                  <a:lnTo>
                    <a:pt x="236511" y="33589"/>
                  </a:lnTo>
                  <a:lnTo>
                    <a:pt x="238974" y="51588"/>
                  </a:lnTo>
                  <a:lnTo>
                    <a:pt x="241438" y="72950"/>
                  </a:lnTo>
                  <a:lnTo>
                    <a:pt x="243902" y="97309"/>
                  </a:lnTo>
                  <a:lnTo>
                    <a:pt x="246365" y="124233"/>
                  </a:lnTo>
                  <a:lnTo>
                    <a:pt x="248829" y="153311"/>
                  </a:lnTo>
                  <a:lnTo>
                    <a:pt x="251293" y="183973"/>
                  </a:lnTo>
                  <a:lnTo>
                    <a:pt x="253756" y="215453"/>
                  </a:lnTo>
                  <a:lnTo>
                    <a:pt x="256220" y="247230"/>
                  </a:lnTo>
                  <a:lnTo>
                    <a:pt x="258684" y="278809"/>
                  </a:lnTo>
                  <a:lnTo>
                    <a:pt x="261147" y="309735"/>
                  </a:lnTo>
                  <a:lnTo>
                    <a:pt x="263611" y="339602"/>
                  </a:lnTo>
                  <a:lnTo>
                    <a:pt x="266075" y="368061"/>
                  </a:lnTo>
                  <a:lnTo>
                    <a:pt x="268538" y="394773"/>
                  </a:lnTo>
                  <a:lnTo>
                    <a:pt x="271002" y="419274"/>
                  </a:lnTo>
                  <a:lnTo>
                    <a:pt x="273465" y="441685"/>
                  </a:lnTo>
                  <a:lnTo>
                    <a:pt x="275929" y="461951"/>
                  </a:lnTo>
                  <a:lnTo>
                    <a:pt x="278393" y="480072"/>
                  </a:lnTo>
                  <a:lnTo>
                    <a:pt x="280856" y="496090"/>
                  </a:lnTo>
                  <a:lnTo>
                    <a:pt x="283320" y="510090"/>
                  </a:lnTo>
                  <a:lnTo>
                    <a:pt x="285784" y="522184"/>
                  </a:lnTo>
                  <a:lnTo>
                    <a:pt x="288247" y="532508"/>
                  </a:lnTo>
                  <a:lnTo>
                    <a:pt x="290711" y="540997"/>
                  </a:lnTo>
                  <a:lnTo>
                    <a:pt x="293175" y="548100"/>
                  </a:lnTo>
                  <a:lnTo>
                    <a:pt x="295638" y="553980"/>
                  </a:lnTo>
                  <a:lnTo>
                    <a:pt x="298102" y="558794"/>
                  </a:lnTo>
                  <a:lnTo>
                    <a:pt x="300566" y="562691"/>
                  </a:lnTo>
                  <a:lnTo>
                    <a:pt x="303029" y="565807"/>
                  </a:lnTo>
                  <a:lnTo>
                    <a:pt x="305493" y="568269"/>
                  </a:lnTo>
                  <a:lnTo>
                    <a:pt x="307957" y="570187"/>
                  </a:lnTo>
                  <a:lnTo>
                    <a:pt x="310420" y="571613"/>
                  </a:lnTo>
                  <a:lnTo>
                    <a:pt x="312884" y="572696"/>
                  </a:lnTo>
                  <a:lnTo>
                    <a:pt x="315348" y="573509"/>
                  </a:lnTo>
                  <a:lnTo>
                    <a:pt x="317811" y="574108"/>
                  </a:lnTo>
                  <a:lnTo>
                    <a:pt x="320275" y="574535"/>
                  </a:lnTo>
                  <a:lnTo>
                    <a:pt x="322739" y="574830"/>
                  </a:lnTo>
                  <a:lnTo>
                    <a:pt x="325202" y="575022"/>
                  </a:lnTo>
                  <a:lnTo>
                    <a:pt x="327666" y="575134"/>
                  </a:lnTo>
                  <a:lnTo>
                    <a:pt x="330130" y="575182"/>
                  </a:lnTo>
                  <a:lnTo>
                    <a:pt x="332593" y="575188"/>
                  </a:lnTo>
                  <a:lnTo>
                    <a:pt x="335057" y="575165"/>
                  </a:lnTo>
                  <a:lnTo>
                    <a:pt x="337521" y="575122"/>
                  </a:lnTo>
                  <a:lnTo>
                    <a:pt x="339984" y="575066"/>
                  </a:lnTo>
                  <a:lnTo>
                    <a:pt x="342448" y="575004"/>
                  </a:lnTo>
                  <a:lnTo>
                    <a:pt x="344912" y="574942"/>
                  </a:lnTo>
                  <a:lnTo>
                    <a:pt x="347375" y="574883"/>
                  </a:lnTo>
                  <a:lnTo>
                    <a:pt x="349839" y="574832"/>
                  </a:lnTo>
                  <a:lnTo>
                    <a:pt x="352303" y="574793"/>
                  </a:lnTo>
                  <a:lnTo>
                    <a:pt x="354766" y="574767"/>
                  </a:lnTo>
                  <a:lnTo>
                    <a:pt x="357230" y="574755"/>
                  </a:lnTo>
                  <a:lnTo>
                    <a:pt x="359694" y="574759"/>
                  </a:lnTo>
                  <a:lnTo>
                    <a:pt x="362157" y="574777"/>
                  </a:lnTo>
                  <a:lnTo>
                    <a:pt x="364621" y="574809"/>
                  </a:lnTo>
                  <a:lnTo>
                    <a:pt x="367084" y="574855"/>
                  </a:lnTo>
                  <a:lnTo>
                    <a:pt x="369548" y="574913"/>
                  </a:lnTo>
                  <a:lnTo>
                    <a:pt x="372012" y="574981"/>
                  </a:lnTo>
                  <a:lnTo>
                    <a:pt x="374475" y="575055"/>
                  </a:lnTo>
                  <a:lnTo>
                    <a:pt x="376939" y="575132"/>
                  </a:lnTo>
                  <a:lnTo>
                    <a:pt x="379403" y="575209"/>
                  </a:lnTo>
                  <a:lnTo>
                    <a:pt x="381866" y="575285"/>
                  </a:lnTo>
                  <a:lnTo>
                    <a:pt x="384330" y="575356"/>
                  </a:lnTo>
                  <a:lnTo>
                    <a:pt x="386794" y="575420"/>
                  </a:lnTo>
                  <a:lnTo>
                    <a:pt x="389257" y="575475"/>
                  </a:lnTo>
                  <a:lnTo>
                    <a:pt x="391721" y="575517"/>
                  </a:lnTo>
                  <a:lnTo>
                    <a:pt x="394185" y="575547"/>
                  </a:lnTo>
                  <a:lnTo>
                    <a:pt x="396648" y="575563"/>
                  </a:lnTo>
                  <a:lnTo>
                    <a:pt x="399112" y="575565"/>
                  </a:lnTo>
                  <a:lnTo>
                    <a:pt x="401576" y="575553"/>
                  </a:lnTo>
                  <a:lnTo>
                    <a:pt x="404039" y="575528"/>
                  </a:lnTo>
                  <a:lnTo>
                    <a:pt x="406503" y="575490"/>
                  </a:lnTo>
                  <a:lnTo>
                    <a:pt x="408967" y="575440"/>
                  </a:lnTo>
                  <a:lnTo>
                    <a:pt x="411430" y="575379"/>
                  </a:lnTo>
                  <a:lnTo>
                    <a:pt x="413894" y="575310"/>
                  </a:lnTo>
                  <a:lnTo>
                    <a:pt x="416358" y="575235"/>
                  </a:lnTo>
                  <a:lnTo>
                    <a:pt x="418821" y="575158"/>
                  </a:lnTo>
                  <a:lnTo>
                    <a:pt x="421285" y="575081"/>
                  </a:lnTo>
                  <a:lnTo>
                    <a:pt x="423749" y="575006"/>
                  </a:lnTo>
                  <a:lnTo>
                    <a:pt x="426212" y="574936"/>
                  </a:lnTo>
                  <a:lnTo>
                    <a:pt x="428676" y="574874"/>
                  </a:lnTo>
                  <a:lnTo>
                    <a:pt x="431140" y="574825"/>
                  </a:lnTo>
                  <a:lnTo>
                    <a:pt x="433603" y="574788"/>
                  </a:lnTo>
                  <a:lnTo>
                    <a:pt x="436067" y="574766"/>
                  </a:lnTo>
                  <a:lnTo>
                    <a:pt x="438531" y="574758"/>
                  </a:lnTo>
                  <a:lnTo>
                    <a:pt x="440994" y="574767"/>
                  </a:lnTo>
                  <a:lnTo>
                    <a:pt x="443458" y="574790"/>
                  </a:lnTo>
                  <a:lnTo>
                    <a:pt x="445922" y="574828"/>
                  </a:lnTo>
                  <a:lnTo>
                    <a:pt x="448385" y="574880"/>
                  </a:lnTo>
                  <a:lnTo>
                    <a:pt x="450849" y="574945"/>
                  </a:lnTo>
                  <a:lnTo>
                    <a:pt x="453312" y="575019"/>
                  </a:lnTo>
                  <a:lnTo>
                    <a:pt x="455776" y="575099"/>
                  </a:lnTo>
                  <a:lnTo>
                    <a:pt x="458240" y="575185"/>
                  </a:lnTo>
                  <a:lnTo>
                    <a:pt x="460703" y="575272"/>
                  </a:lnTo>
                  <a:lnTo>
                    <a:pt x="463167" y="575360"/>
                  </a:lnTo>
                  <a:lnTo>
                    <a:pt x="465631" y="575445"/>
                  </a:lnTo>
                  <a:lnTo>
                    <a:pt x="468094" y="575528"/>
                  </a:lnTo>
                  <a:lnTo>
                    <a:pt x="470558" y="575604"/>
                  </a:lnTo>
                  <a:lnTo>
                    <a:pt x="473022" y="575674"/>
                  </a:lnTo>
                  <a:lnTo>
                    <a:pt x="475485" y="575737"/>
                  </a:lnTo>
                  <a:lnTo>
                    <a:pt x="477949" y="575794"/>
                  </a:lnTo>
                  <a:lnTo>
                    <a:pt x="480413" y="575843"/>
                  </a:lnTo>
                  <a:lnTo>
                    <a:pt x="482876" y="575885"/>
                  </a:lnTo>
                  <a:lnTo>
                    <a:pt x="485340" y="575921"/>
                  </a:lnTo>
                  <a:lnTo>
                    <a:pt x="487804" y="575951"/>
                  </a:lnTo>
                  <a:lnTo>
                    <a:pt x="490267" y="575976"/>
                  </a:lnTo>
                  <a:lnTo>
                    <a:pt x="492731" y="575995"/>
                  </a:lnTo>
                  <a:lnTo>
                    <a:pt x="495195" y="576011"/>
                  </a:lnTo>
                  <a:lnTo>
                    <a:pt x="497658" y="576023"/>
                  </a:lnTo>
                  <a:lnTo>
                    <a:pt x="500122" y="576033"/>
                  </a:lnTo>
                  <a:lnTo>
                    <a:pt x="502586" y="576040"/>
                  </a:lnTo>
                  <a:lnTo>
                    <a:pt x="505049" y="576045"/>
                  </a:lnTo>
                  <a:lnTo>
                    <a:pt x="507513" y="576050"/>
                  </a:lnTo>
                  <a:lnTo>
                    <a:pt x="509977" y="576053"/>
                  </a:lnTo>
                  <a:lnTo>
                    <a:pt x="512440" y="576055"/>
                  </a:lnTo>
                  <a:lnTo>
                    <a:pt x="514904" y="576056"/>
                  </a:lnTo>
                  <a:lnTo>
                    <a:pt x="517368" y="576057"/>
                  </a:lnTo>
                  <a:lnTo>
                    <a:pt x="519831" y="576058"/>
                  </a:lnTo>
                  <a:lnTo>
                    <a:pt x="522295" y="576058"/>
                  </a:lnTo>
                  <a:lnTo>
                    <a:pt x="524759" y="576059"/>
                  </a:lnTo>
                  <a:lnTo>
                    <a:pt x="527222" y="576059"/>
                  </a:lnTo>
                  <a:lnTo>
                    <a:pt x="529686" y="576059"/>
                  </a:lnTo>
                  <a:lnTo>
                    <a:pt x="532150" y="576059"/>
                  </a:lnTo>
                  <a:lnTo>
                    <a:pt x="534613" y="576059"/>
                  </a:lnTo>
                  <a:lnTo>
                    <a:pt x="537077" y="576059"/>
                  </a:lnTo>
                  <a:lnTo>
                    <a:pt x="539541" y="576059"/>
                  </a:lnTo>
                  <a:lnTo>
                    <a:pt x="542004" y="576059"/>
                  </a:lnTo>
                  <a:lnTo>
                    <a:pt x="544468" y="576059"/>
                  </a:lnTo>
                  <a:lnTo>
                    <a:pt x="546931" y="576059"/>
                  </a:lnTo>
                  <a:lnTo>
                    <a:pt x="549395" y="576059"/>
                  </a:lnTo>
                  <a:lnTo>
                    <a:pt x="551859" y="576059"/>
                  </a:lnTo>
                  <a:lnTo>
                    <a:pt x="554322" y="576059"/>
                  </a:lnTo>
                  <a:lnTo>
                    <a:pt x="556786" y="576059"/>
                  </a:lnTo>
                  <a:lnTo>
                    <a:pt x="559250" y="576059"/>
                  </a:lnTo>
                  <a:lnTo>
                    <a:pt x="561713" y="576059"/>
                  </a:lnTo>
                  <a:lnTo>
                    <a:pt x="564177" y="576059"/>
                  </a:lnTo>
                  <a:lnTo>
                    <a:pt x="566641" y="576059"/>
                  </a:lnTo>
                  <a:lnTo>
                    <a:pt x="569104" y="576059"/>
                  </a:lnTo>
                  <a:lnTo>
                    <a:pt x="571568" y="576059"/>
                  </a:lnTo>
                  <a:lnTo>
                    <a:pt x="574032" y="576059"/>
                  </a:lnTo>
                  <a:lnTo>
                    <a:pt x="576495" y="576059"/>
                  </a:lnTo>
                  <a:lnTo>
                    <a:pt x="578959" y="576059"/>
                  </a:lnTo>
                  <a:lnTo>
                    <a:pt x="581423" y="576059"/>
                  </a:lnTo>
                  <a:lnTo>
                    <a:pt x="583886" y="576059"/>
                  </a:lnTo>
                  <a:lnTo>
                    <a:pt x="586350" y="576059"/>
                  </a:lnTo>
                  <a:lnTo>
                    <a:pt x="588814" y="576059"/>
                  </a:lnTo>
                  <a:lnTo>
                    <a:pt x="591277" y="576059"/>
                  </a:lnTo>
                  <a:lnTo>
                    <a:pt x="593741" y="576059"/>
                  </a:lnTo>
                  <a:lnTo>
                    <a:pt x="596205" y="576059"/>
                  </a:lnTo>
                  <a:lnTo>
                    <a:pt x="598668" y="576059"/>
                  </a:lnTo>
                  <a:lnTo>
                    <a:pt x="601132" y="576059"/>
                  </a:lnTo>
                  <a:lnTo>
                    <a:pt x="603596" y="576059"/>
                  </a:lnTo>
                  <a:lnTo>
                    <a:pt x="606059" y="576059"/>
                  </a:lnTo>
                  <a:lnTo>
                    <a:pt x="608523" y="576059"/>
                  </a:lnTo>
                  <a:lnTo>
                    <a:pt x="610987" y="576059"/>
                  </a:lnTo>
                  <a:lnTo>
                    <a:pt x="613450" y="576059"/>
                  </a:lnTo>
                  <a:lnTo>
                    <a:pt x="615914" y="576059"/>
                  </a:lnTo>
                  <a:lnTo>
                    <a:pt x="618378" y="576059"/>
                  </a:lnTo>
                  <a:lnTo>
                    <a:pt x="620841" y="576059"/>
                  </a:lnTo>
                  <a:lnTo>
                    <a:pt x="623305" y="576059"/>
                  </a:lnTo>
                  <a:lnTo>
                    <a:pt x="625769" y="576059"/>
                  </a:lnTo>
                  <a:lnTo>
                    <a:pt x="628232" y="576059"/>
                  </a:lnTo>
                  <a:lnTo>
                    <a:pt x="630696" y="576059"/>
                  </a:lnTo>
                  <a:lnTo>
                    <a:pt x="633159" y="576059"/>
                  </a:lnTo>
                  <a:lnTo>
                    <a:pt x="635623" y="576059"/>
                  </a:lnTo>
                  <a:lnTo>
                    <a:pt x="638087" y="576059"/>
                  </a:lnTo>
                  <a:lnTo>
                    <a:pt x="640550" y="576059"/>
                  </a:lnTo>
                  <a:lnTo>
                    <a:pt x="643014" y="576059"/>
                  </a:lnTo>
                  <a:lnTo>
                    <a:pt x="645478" y="576059"/>
                  </a:lnTo>
                  <a:lnTo>
                    <a:pt x="647941" y="576059"/>
                  </a:lnTo>
                  <a:lnTo>
                    <a:pt x="650405" y="576059"/>
                  </a:lnTo>
                  <a:lnTo>
                    <a:pt x="652869" y="576059"/>
                  </a:lnTo>
                  <a:lnTo>
                    <a:pt x="655332" y="576059"/>
                  </a:lnTo>
                  <a:lnTo>
                    <a:pt x="657796" y="576059"/>
                  </a:lnTo>
                  <a:lnTo>
                    <a:pt x="660260" y="576059"/>
                  </a:lnTo>
                  <a:lnTo>
                    <a:pt x="662723" y="576059"/>
                  </a:lnTo>
                  <a:lnTo>
                    <a:pt x="665187" y="576059"/>
                  </a:lnTo>
                  <a:lnTo>
                    <a:pt x="667651" y="576059"/>
                  </a:lnTo>
                  <a:lnTo>
                    <a:pt x="670114" y="576059"/>
                  </a:lnTo>
                  <a:lnTo>
                    <a:pt x="672578" y="576059"/>
                  </a:lnTo>
                  <a:lnTo>
                    <a:pt x="675042" y="576059"/>
                  </a:lnTo>
                  <a:lnTo>
                    <a:pt x="677505" y="576059"/>
                  </a:lnTo>
                  <a:lnTo>
                    <a:pt x="679969" y="576059"/>
                  </a:lnTo>
                  <a:lnTo>
                    <a:pt x="682433" y="576059"/>
                  </a:lnTo>
                  <a:lnTo>
                    <a:pt x="684896" y="576059"/>
                  </a:lnTo>
                  <a:lnTo>
                    <a:pt x="687360" y="576059"/>
                  </a:lnTo>
                  <a:lnTo>
                    <a:pt x="689824" y="576059"/>
                  </a:lnTo>
                  <a:lnTo>
                    <a:pt x="692287" y="576059"/>
                  </a:lnTo>
                  <a:lnTo>
                    <a:pt x="694751" y="576059"/>
                  </a:lnTo>
                  <a:lnTo>
                    <a:pt x="697215" y="576059"/>
                  </a:lnTo>
                  <a:lnTo>
                    <a:pt x="699678" y="576059"/>
                  </a:lnTo>
                  <a:lnTo>
                    <a:pt x="702142" y="576059"/>
                  </a:lnTo>
                  <a:lnTo>
                    <a:pt x="704606" y="576059"/>
                  </a:lnTo>
                  <a:lnTo>
                    <a:pt x="707069" y="576059"/>
                  </a:lnTo>
                  <a:lnTo>
                    <a:pt x="709533" y="576059"/>
                  </a:lnTo>
                  <a:lnTo>
                    <a:pt x="711997" y="576059"/>
                  </a:lnTo>
                  <a:lnTo>
                    <a:pt x="714460" y="576059"/>
                  </a:lnTo>
                  <a:lnTo>
                    <a:pt x="716924" y="576059"/>
                  </a:lnTo>
                  <a:lnTo>
                    <a:pt x="719388" y="576058"/>
                  </a:lnTo>
                  <a:lnTo>
                    <a:pt x="721851" y="576058"/>
                  </a:lnTo>
                  <a:lnTo>
                    <a:pt x="724315" y="576057"/>
                  </a:lnTo>
                  <a:lnTo>
                    <a:pt x="726778" y="576055"/>
                  </a:lnTo>
                  <a:lnTo>
                    <a:pt x="729242" y="576054"/>
                  </a:lnTo>
                  <a:lnTo>
                    <a:pt x="731706" y="576051"/>
                  </a:lnTo>
                  <a:lnTo>
                    <a:pt x="734169" y="576048"/>
                  </a:lnTo>
                  <a:lnTo>
                    <a:pt x="736633" y="576043"/>
                  </a:lnTo>
                  <a:lnTo>
                    <a:pt x="739097" y="576036"/>
                  </a:lnTo>
                  <a:lnTo>
                    <a:pt x="741560" y="576028"/>
                  </a:lnTo>
                  <a:lnTo>
                    <a:pt x="744024" y="576017"/>
                  </a:lnTo>
                  <a:lnTo>
                    <a:pt x="746488" y="576003"/>
                  </a:lnTo>
                  <a:lnTo>
                    <a:pt x="748951" y="575986"/>
                  </a:lnTo>
                  <a:lnTo>
                    <a:pt x="751415" y="575964"/>
                  </a:lnTo>
                  <a:lnTo>
                    <a:pt x="753879" y="575937"/>
                  </a:lnTo>
                  <a:lnTo>
                    <a:pt x="756342" y="575904"/>
                  </a:lnTo>
                  <a:lnTo>
                    <a:pt x="758806" y="575864"/>
                  </a:lnTo>
                  <a:lnTo>
                    <a:pt x="761270" y="575819"/>
                  </a:lnTo>
                  <a:lnTo>
                    <a:pt x="763733" y="575766"/>
                  </a:lnTo>
                  <a:lnTo>
                    <a:pt x="766197" y="575706"/>
                  </a:lnTo>
                  <a:lnTo>
                    <a:pt x="768661" y="575639"/>
                  </a:lnTo>
                  <a:lnTo>
                    <a:pt x="771124" y="575565"/>
                  </a:lnTo>
                  <a:lnTo>
                    <a:pt x="773588" y="575485"/>
                  </a:lnTo>
                  <a:lnTo>
                    <a:pt x="776052" y="575401"/>
                  </a:lnTo>
                  <a:lnTo>
                    <a:pt x="778515" y="575314"/>
                  </a:lnTo>
                  <a:lnTo>
                    <a:pt x="780979" y="575226"/>
                  </a:lnTo>
                  <a:lnTo>
                    <a:pt x="783443" y="575139"/>
                  </a:lnTo>
                  <a:lnTo>
                    <a:pt x="785906" y="575056"/>
                  </a:lnTo>
                  <a:lnTo>
                    <a:pt x="788370" y="574978"/>
                  </a:lnTo>
                  <a:lnTo>
                    <a:pt x="790834" y="574909"/>
                  </a:lnTo>
                  <a:lnTo>
                    <a:pt x="793297" y="574851"/>
                  </a:lnTo>
                  <a:lnTo>
                    <a:pt x="795761" y="574806"/>
                  </a:lnTo>
                  <a:lnTo>
                    <a:pt x="798225" y="574776"/>
                  </a:lnTo>
                  <a:lnTo>
                    <a:pt x="800688" y="574760"/>
                  </a:lnTo>
                  <a:lnTo>
                    <a:pt x="803152" y="574761"/>
                  </a:lnTo>
                  <a:lnTo>
                    <a:pt x="805616" y="574777"/>
                  </a:lnTo>
                  <a:lnTo>
                    <a:pt x="808079" y="574808"/>
                  </a:lnTo>
                  <a:lnTo>
                    <a:pt x="810543" y="574854"/>
                  </a:lnTo>
                  <a:lnTo>
                    <a:pt x="813006" y="574914"/>
                  </a:lnTo>
                  <a:lnTo>
                    <a:pt x="815470" y="574985"/>
                  </a:lnTo>
                  <a:lnTo>
                    <a:pt x="817934" y="575063"/>
                  </a:lnTo>
                  <a:lnTo>
                    <a:pt x="820397" y="575146"/>
                  </a:lnTo>
                  <a:lnTo>
                    <a:pt x="822861" y="575233"/>
                  </a:lnTo>
                  <a:lnTo>
                    <a:pt x="825325" y="575321"/>
                  </a:lnTo>
                  <a:lnTo>
                    <a:pt x="827788" y="575408"/>
                  </a:lnTo>
                  <a:lnTo>
                    <a:pt x="830252" y="575492"/>
                  </a:lnTo>
                  <a:lnTo>
                    <a:pt x="832716" y="575571"/>
                  </a:lnTo>
                  <a:lnTo>
                    <a:pt x="835179" y="575644"/>
                  </a:lnTo>
                  <a:lnTo>
                    <a:pt x="837643" y="575711"/>
                  </a:lnTo>
                  <a:lnTo>
                    <a:pt x="840107" y="575770"/>
                  </a:lnTo>
                  <a:lnTo>
                    <a:pt x="842570" y="575823"/>
                  </a:lnTo>
                  <a:lnTo>
                    <a:pt x="845034" y="575868"/>
                  </a:lnTo>
                  <a:lnTo>
                    <a:pt x="847498" y="575907"/>
                  </a:lnTo>
                  <a:lnTo>
                    <a:pt x="849961" y="575940"/>
                  </a:lnTo>
                  <a:lnTo>
                    <a:pt x="852425" y="575966"/>
                  </a:lnTo>
                  <a:lnTo>
                    <a:pt x="854889" y="575987"/>
                  </a:lnTo>
                  <a:lnTo>
                    <a:pt x="857352" y="576004"/>
                  </a:lnTo>
                  <a:lnTo>
                    <a:pt x="859816" y="576018"/>
                  </a:lnTo>
                  <a:lnTo>
                    <a:pt x="862280" y="576029"/>
                  </a:lnTo>
                  <a:lnTo>
                    <a:pt x="864743" y="576037"/>
                  </a:lnTo>
                  <a:lnTo>
                    <a:pt x="867207" y="576043"/>
                  </a:lnTo>
                  <a:lnTo>
                    <a:pt x="869671" y="576048"/>
                  </a:lnTo>
                  <a:lnTo>
                    <a:pt x="872134" y="576051"/>
                  </a:lnTo>
                  <a:lnTo>
                    <a:pt x="874598" y="576054"/>
                  </a:lnTo>
                  <a:lnTo>
                    <a:pt x="877062" y="576056"/>
                  </a:lnTo>
                  <a:lnTo>
                    <a:pt x="879525" y="576057"/>
                  </a:lnTo>
                  <a:lnTo>
                    <a:pt x="881989" y="576058"/>
                  </a:lnTo>
                  <a:lnTo>
                    <a:pt x="884453" y="576058"/>
                  </a:lnTo>
                  <a:lnTo>
                    <a:pt x="886916" y="576059"/>
                  </a:lnTo>
                  <a:lnTo>
                    <a:pt x="889380" y="576059"/>
                  </a:lnTo>
                  <a:lnTo>
                    <a:pt x="891844" y="576059"/>
                  </a:lnTo>
                  <a:lnTo>
                    <a:pt x="894307" y="576059"/>
                  </a:lnTo>
                  <a:lnTo>
                    <a:pt x="896771" y="576059"/>
                  </a:lnTo>
                  <a:lnTo>
                    <a:pt x="899235" y="576059"/>
                  </a:lnTo>
                  <a:lnTo>
                    <a:pt x="901698" y="576059"/>
                  </a:lnTo>
                  <a:lnTo>
                    <a:pt x="904162" y="576059"/>
                  </a:lnTo>
                  <a:lnTo>
                    <a:pt x="906625" y="576059"/>
                  </a:lnTo>
                  <a:lnTo>
                    <a:pt x="909089" y="576059"/>
                  </a:lnTo>
                  <a:lnTo>
                    <a:pt x="911553" y="576059"/>
                  </a:lnTo>
                  <a:lnTo>
                    <a:pt x="914016" y="576059"/>
                  </a:lnTo>
                  <a:lnTo>
                    <a:pt x="916480" y="576059"/>
                  </a:lnTo>
                  <a:lnTo>
                    <a:pt x="918944" y="576059"/>
                  </a:lnTo>
                  <a:lnTo>
                    <a:pt x="921407" y="576059"/>
                  </a:lnTo>
                  <a:lnTo>
                    <a:pt x="923871" y="576059"/>
                  </a:lnTo>
                  <a:lnTo>
                    <a:pt x="926335" y="576059"/>
                  </a:lnTo>
                  <a:lnTo>
                    <a:pt x="928798" y="576059"/>
                  </a:lnTo>
                  <a:lnTo>
                    <a:pt x="931262" y="576059"/>
                  </a:lnTo>
                  <a:lnTo>
                    <a:pt x="933726" y="576059"/>
                  </a:lnTo>
                  <a:lnTo>
                    <a:pt x="936189" y="576059"/>
                  </a:lnTo>
                  <a:lnTo>
                    <a:pt x="938653" y="576059"/>
                  </a:lnTo>
                  <a:lnTo>
                    <a:pt x="941117" y="576059"/>
                  </a:lnTo>
                  <a:lnTo>
                    <a:pt x="943580" y="576059"/>
                  </a:lnTo>
                  <a:lnTo>
                    <a:pt x="946044" y="576059"/>
                  </a:lnTo>
                  <a:lnTo>
                    <a:pt x="948508" y="576059"/>
                  </a:lnTo>
                  <a:lnTo>
                    <a:pt x="950971" y="576059"/>
                  </a:lnTo>
                  <a:lnTo>
                    <a:pt x="953435" y="576059"/>
                  </a:lnTo>
                  <a:lnTo>
                    <a:pt x="955899" y="576059"/>
                  </a:lnTo>
                  <a:lnTo>
                    <a:pt x="958362" y="576059"/>
                  </a:lnTo>
                  <a:lnTo>
                    <a:pt x="960826" y="576059"/>
                  </a:lnTo>
                  <a:lnTo>
                    <a:pt x="963290" y="576059"/>
                  </a:lnTo>
                  <a:lnTo>
                    <a:pt x="965753" y="576059"/>
                  </a:lnTo>
                  <a:lnTo>
                    <a:pt x="968217" y="576059"/>
                  </a:lnTo>
                  <a:lnTo>
                    <a:pt x="970681" y="576059"/>
                  </a:lnTo>
                  <a:lnTo>
                    <a:pt x="973144" y="576059"/>
                  </a:lnTo>
                  <a:lnTo>
                    <a:pt x="975608" y="576059"/>
                  </a:lnTo>
                  <a:lnTo>
                    <a:pt x="978072" y="576059"/>
                  </a:lnTo>
                  <a:lnTo>
                    <a:pt x="980535" y="576059"/>
                  </a:lnTo>
                  <a:lnTo>
                    <a:pt x="982999" y="576059"/>
                  </a:lnTo>
                  <a:lnTo>
                    <a:pt x="985463" y="576059"/>
                  </a:lnTo>
                  <a:lnTo>
                    <a:pt x="987926" y="576059"/>
                  </a:lnTo>
                  <a:lnTo>
                    <a:pt x="990390" y="576059"/>
                  </a:lnTo>
                  <a:lnTo>
                    <a:pt x="992853" y="576059"/>
                  </a:lnTo>
                  <a:lnTo>
                    <a:pt x="995317" y="576059"/>
                  </a:lnTo>
                  <a:lnTo>
                    <a:pt x="997781" y="576059"/>
                  </a:lnTo>
                  <a:lnTo>
                    <a:pt x="1000244" y="576059"/>
                  </a:lnTo>
                  <a:lnTo>
                    <a:pt x="1002708" y="576059"/>
                  </a:lnTo>
                  <a:lnTo>
                    <a:pt x="1005172" y="576059"/>
                  </a:lnTo>
                  <a:lnTo>
                    <a:pt x="1007635" y="576059"/>
                  </a:lnTo>
                  <a:lnTo>
                    <a:pt x="1010099" y="576059"/>
                  </a:lnTo>
                  <a:lnTo>
                    <a:pt x="1012563" y="576059"/>
                  </a:lnTo>
                  <a:lnTo>
                    <a:pt x="1015026" y="576059"/>
                  </a:lnTo>
                  <a:lnTo>
                    <a:pt x="1017490" y="576059"/>
                  </a:lnTo>
                  <a:lnTo>
                    <a:pt x="1019954" y="576059"/>
                  </a:lnTo>
                  <a:lnTo>
                    <a:pt x="1022417" y="576059"/>
                  </a:lnTo>
                  <a:lnTo>
                    <a:pt x="1024881" y="576059"/>
                  </a:lnTo>
                  <a:lnTo>
                    <a:pt x="1027345" y="576059"/>
                  </a:lnTo>
                  <a:lnTo>
                    <a:pt x="1029808" y="576059"/>
                  </a:lnTo>
                  <a:lnTo>
                    <a:pt x="1032272" y="576059"/>
                  </a:lnTo>
                  <a:lnTo>
                    <a:pt x="1034736" y="576059"/>
                  </a:lnTo>
                  <a:lnTo>
                    <a:pt x="1037199" y="576059"/>
                  </a:lnTo>
                  <a:lnTo>
                    <a:pt x="1039663" y="576059"/>
                  </a:lnTo>
                  <a:lnTo>
                    <a:pt x="1042127" y="576059"/>
                  </a:lnTo>
                  <a:lnTo>
                    <a:pt x="1044590" y="576059"/>
                  </a:lnTo>
                  <a:lnTo>
                    <a:pt x="1047054" y="576059"/>
                  </a:lnTo>
                  <a:lnTo>
                    <a:pt x="1049518" y="576059"/>
                  </a:lnTo>
                  <a:lnTo>
                    <a:pt x="1051981" y="576059"/>
                  </a:lnTo>
                  <a:lnTo>
                    <a:pt x="1054445" y="576059"/>
                  </a:lnTo>
                  <a:lnTo>
                    <a:pt x="1056909" y="576059"/>
                  </a:lnTo>
                  <a:lnTo>
                    <a:pt x="1059372" y="576059"/>
                  </a:lnTo>
                  <a:lnTo>
                    <a:pt x="1061836" y="576059"/>
                  </a:lnTo>
                  <a:lnTo>
                    <a:pt x="1064300" y="576059"/>
                  </a:lnTo>
                  <a:lnTo>
                    <a:pt x="1066763" y="576059"/>
                  </a:lnTo>
                  <a:lnTo>
                    <a:pt x="1069227" y="576059"/>
                  </a:lnTo>
                  <a:lnTo>
                    <a:pt x="1071691" y="576059"/>
                  </a:lnTo>
                  <a:lnTo>
                    <a:pt x="1074154" y="576059"/>
                  </a:lnTo>
                  <a:lnTo>
                    <a:pt x="1076618" y="576059"/>
                  </a:lnTo>
                  <a:lnTo>
                    <a:pt x="1079082" y="576059"/>
                  </a:lnTo>
                  <a:lnTo>
                    <a:pt x="1081545" y="576059"/>
                  </a:lnTo>
                  <a:lnTo>
                    <a:pt x="1084009" y="576059"/>
                  </a:lnTo>
                  <a:lnTo>
                    <a:pt x="1086472" y="576059"/>
                  </a:lnTo>
                  <a:lnTo>
                    <a:pt x="1088936" y="576059"/>
                  </a:lnTo>
                  <a:lnTo>
                    <a:pt x="1091400" y="576059"/>
                  </a:lnTo>
                  <a:lnTo>
                    <a:pt x="1093863" y="576059"/>
                  </a:lnTo>
                  <a:lnTo>
                    <a:pt x="1096327" y="576059"/>
                  </a:lnTo>
                  <a:lnTo>
                    <a:pt x="1098791" y="576059"/>
                  </a:lnTo>
                  <a:lnTo>
                    <a:pt x="1101254" y="576059"/>
                  </a:lnTo>
                  <a:lnTo>
                    <a:pt x="1103718" y="576059"/>
                  </a:lnTo>
                  <a:lnTo>
                    <a:pt x="1106182" y="576059"/>
                  </a:lnTo>
                  <a:lnTo>
                    <a:pt x="1108645" y="576059"/>
                  </a:lnTo>
                  <a:lnTo>
                    <a:pt x="1111109" y="576059"/>
                  </a:lnTo>
                  <a:lnTo>
                    <a:pt x="1113573" y="576059"/>
                  </a:lnTo>
                  <a:lnTo>
                    <a:pt x="1116036" y="576059"/>
                  </a:lnTo>
                  <a:lnTo>
                    <a:pt x="1118500" y="576059"/>
                  </a:lnTo>
                  <a:lnTo>
                    <a:pt x="1120964" y="576059"/>
                  </a:lnTo>
                  <a:lnTo>
                    <a:pt x="1123427" y="576059"/>
                  </a:lnTo>
                  <a:lnTo>
                    <a:pt x="1125891" y="576059"/>
                  </a:lnTo>
                  <a:lnTo>
                    <a:pt x="1128355" y="576059"/>
                  </a:lnTo>
                  <a:lnTo>
                    <a:pt x="1130818" y="576059"/>
                  </a:lnTo>
                  <a:lnTo>
                    <a:pt x="1133282" y="576059"/>
                  </a:lnTo>
                  <a:lnTo>
                    <a:pt x="1135746" y="576059"/>
                  </a:lnTo>
                  <a:lnTo>
                    <a:pt x="1138209" y="576059"/>
                  </a:lnTo>
                  <a:lnTo>
                    <a:pt x="1140673" y="576059"/>
                  </a:lnTo>
                  <a:lnTo>
                    <a:pt x="1143137" y="576059"/>
                  </a:lnTo>
                  <a:lnTo>
                    <a:pt x="1145600" y="576059"/>
                  </a:lnTo>
                  <a:lnTo>
                    <a:pt x="1148064" y="576059"/>
                  </a:lnTo>
                  <a:lnTo>
                    <a:pt x="1150528" y="576059"/>
                  </a:lnTo>
                  <a:lnTo>
                    <a:pt x="1152991" y="576059"/>
                  </a:lnTo>
                  <a:lnTo>
                    <a:pt x="1155455" y="576059"/>
                  </a:lnTo>
                  <a:lnTo>
                    <a:pt x="1157919" y="576059"/>
                  </a:lnTo>
                  <a:lnTo>
                    <a:pt x="1160382" y="576059"/>
                  </a:lnTo>
                  <a:lnTo>
                    <a:pt x="1162846" y="576059"/>
                  </a:lnTo>
                  <a:lnTo>
                    <a:pt x="1165310" y="576059"/>
                  </a:lnTo>
                  <a:lnTo>
                    <a:pt x="1167773" y="576059"/>
                  </a:lnTo>
                  <a:lnTo>
                    <a:pt x="1170237" y="576059"/>
                  </a:lnTo>
                  <a:lnTo>
                    <a:pt x="1172701" y="576059"/>
                  </a:lnTo>
                  <a:lnTo>
                    <a:pt x="1175164" y="576059"/>
                  </a:lnTo>
                  <a:lnTo>
                    <a:pt x="1177628" y="576059"/>
                  </a:lnTo>
                  <a:lnTo>
                    <a:pt x="1180091" y="576059"/>
                  </a:lnTo>
                  <a:lnTo>
                    <a:pt x="1182555" y="576059"/>
                  </a:lnTo>
                  <a:lnTo>
                    <a:pt x="1185019" y="576059"/>
                  </a:lnTo>
                  <a:lnTo>
                    <a:pt x="1187482" y="576059"/>
                  </a:lnTo>
                  <a:lnTo>
                    <a:pt x="1189946" y="576059"/>
                  </a:lnTo>
                  <a:lnTo>
                    <a:pt x="1192410" y="576059"/>
                  </a:lnTo>
                  <a:lnTo>
                    <a:pt x="1194873" y="576059"/>
                  </a:lnTo>
                  <a:lnTo>
                    <a:pt x="1197337" y="576059"/>
                  </a:lnTo>
                  <a:lnTo>
                    <a:pt x="1199801" y="576059"/>
                  </a:lnTo>
                  <a:lnTo>
                    <a:pt x="1202264" y="576059"/>
                  </a:lnTo>
                  <a:lnTo>
                    <a:pt x="1204728" y="576059"/>
                  </a:lnTo>
                  <a:lnTo>
                    <a:pt x="1207192" y="576059"/>
                  </a:lnTo>
                  <a:lnTo>
                    <a:pt x="1209655" y="576059"/>
                  </a:lnTo>
                  <a:lnTo>
                    <a:pt x="1212119" y="576059"/>
                  </a:lnTo>
                  <a:lnTo>
                    <a:pt x="1214583" y="576059"/>
                  </a:lnTo>
                  <a:lnTo>
                    <a:pt x="1217046" y="576059"/>
                  </a:lnTo>
                  <a:lnTo>
                    <a:pt x="1219510" y="576059"/>
                  </a:lnTo>
                  <a:lnTo>
                    <a:pt x="1221974" y="576059"/>
                  </a:lnTo>
                  <a:lnTo>
                    <a:pt x="1224437" y="576059"/>
                  </a:lnTo>
                  <a:lnTo>
                    <a:pt x="1226901" y="576059"/>
                  </a:lnTo>
                  <a:lnTo>
                    <a:pt x="1229365" y="576059"/>
                  </a:lnTo>
                  <a:lnTo>
                    <a:pt x="1231828" y="576059"/>
                  </a:lnTo>
                  <a:lnTo>
                    <a:pt x="1234292" y="576059"/>
                  </a:lnTo>
                  <a:lnTo>
                    <a:pt x="1236756" y="576059"/>
                  </a:lnTo>
                  <a:lnTo>
                    <a:pt x="1239219" y="576059"/>
                  </a:lnTo>
                  <a:lnTo>
                    <a:pt x="1241683" y="576059"/>
                  </a:lnTo>
                  <a:lnTo>
                    <a:pt x="1244147" y="576059"/>
                  </a:lnTo>
                  <a:lnTo>
                    <a:pt x="1246610" y="576059"/>
                  </a:lnTo>
                  <a:lnTo>
                    <a:pt x="1249074" y="576059"/>
                  </a:lnTo>
                  <a:lnTo>
                    <a:pt x="1251538" y="576059"/>
                  </a:lnTo>
                  <a:lnTo>
                    <a:pt x="1254001" y="576059"/>
                  </a:lnTo>
                  <a:lnTo>
                    <a:pt x="1256465" y="576059"/>
                  </a:lnTo>
                  <a:lnTo>
                    <a:pt x="1258929" y="576059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3957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79"/>
                  </a:lnTo>
                  <a:lnTo>
                    <a:pt x="59127" y="1188079"/>
                  </a:lnTo>
                  <a:lnTo>
                    <a:pt x="61591" y="1188078"/>
                  </a:lnTo>
                  <a:lnTo>
                    <a:pt x="64055" y="1188076"/>
                  </a:lnTo>
                  <a:lnTo>
                    <a:pt x="66518" y="1188072"/>
                  </a:lnTo>
                  <a:lnTo>
                    <a:pt x="68982" y="1188065"/>
                  </a:lnTo>
                  <a:lnTo>
                    <a:pt x="71446" y="1188051"/>
                  </a:lnTo>
                  <a:lnTo>
                    <a:pt x="73909" y="1188026"/>
                  </a:lnTo>
                  <a:lnTo>
                    <a:pt x="76373" y="1187984"/>
                  </a:lnTo>
                  <a:lnTo>
                    <a:pt x="78837" y="1187912"/>
                  </a:lnTo>
                  <a:lnTo>
                    <a:pt x="81300" y="1187795"/>
                  </a:lnTo>
                  <a:lnTo>
                    <a:pt x="83764" y="1187606"/>
                  </a:lnTo>
                  <a:lnTo>
                    <a:pt x="86228" y="1187321"/>
                  </a:lnTo>
                  <a:lnTo>
                    <a:pt x="88691" y="1186908"/>
                  </a:lnTo>
                  <a:lnTo>
                    <a:pt x="91155" y="1186334"/>
                  </a:lnTo>
                  <a:lnTo>
                    <a:pt x="93618" y="1185566"/>
                  </a:lnTo>
                  <a:lnTo>
                    <a:pt x="96082" y="1184584"/>
                  </a:lnTo>
                  <a:lnTo>
                    <a:pt x="98546" y="1183378"/>
                  </a:lnTo>
                  <a:lnTo>
                    <a:pt x="101009" y="1181960"/>
                  </a:lnTo>
                  <a:lnTo>
                    <a:pt x="103473" y="1180366"/>
                  </a:lnTo>
                  <a:lnTo>
                    <a:pt x="105937" y="1178656"/>
                  </a:lnTo>
                  <a:lnTo>
                    <a:pt x="108400" y="1176910"/>
                  </a:lnTo>
                  <a:lnTo>
                    <a:pt x="110864" y="1175218"/>
                  </a:lnTo>
                  <a:lnTo>
                    <a:pt x="113328" y="1173673"/>
                  </a:lnTo>
                  <a:lnTo>
                    <a:pt x="115791" y="1172353"/>
                  </a:lnTo>
                  <a:lnTo>
                    <a:pt x="118255" y="1171260"/>
                  </a:lnTo>
                  <a:lnTo>
                    <a:pt x="120719" y="1170348"/>
                  </a:lnTo>
                  <a:lnTo>
                    <a:pt x="123182" y="1169516"/>
                  </a:lnTo>
                  <a:lnTo>
                    <a:pt x="125646" y="1168614"/>
                  </a:lnTo>
                  <a:lnTo>
                    <a:pt x="128110" y="1167458"/>
                  </a:lnTo>
                  <a:lnTo>
                    <a:pt x="130573" y="1165856"/>
                  </a:lnTo>
                  <a:lnTo>
                    <a:pt x="133037" y="1163635"/>
                  </a:lnTo>
                  <a:lnTo>
                    <a:pt x="135501" y="1160667"/>
                  </a:lnTo>
                  <a:lnTo>
                    <a:pt x="137964" y="1156889"/>
                  </a:lnTo>
                  <a:lnTo>
                    <a:pt x="140428" y="1152323"/>
                  </a:lnTo>
                  <a:lnTo>
                    <a:pt x="142892" y="1147073"/>
                  </a:lnTo>
                  <a:lnTo>
                    <a:pt x="145355" y="1141329"/>
                  </a:lnTo>
                  <a:lnTo>
                    <a:pt x="147819" y="1135368"/>
                  </a:lnTo>
                  <a:lnTo>
                    <a:pt x="150283" y="1129534"/>
                  </a:lnTo>
                  <a:lnTo>
                    <a:pt x="152746" y="1124133"/>
                  </a:lnTo>
                  <a:lnTo>
                    <a:pt x="155210" y="1119439"/>
                  </a:lnTo>
                  <a:lnTo>
                    <a:pt x="157674" y="1115669"/>
                  </a:lnTo>
                  <a:lnTo>
                    <a:pt x="160137" y="1112956"/>
                  </a:lnTo>
                  <a:lnTo>
                    <a:pt x="162601" y="1111340"/>
                  </a:lnTo>
                  <a:lnTo>
                    <a:pt x="165065" y="1110769"/>
                  </a:lnTo>
                  <a:lnTo>
                    <a:pt x="167528" y="1111105"/>
                  </a:lnTo>
                  <a:lnTo>
                    <a:pt x="169992" y="1112144"/>
                  </a:lnTo>
                  <a:lnTo>
                    <a:pt x="172456" y="1113648"/>
                  </a:lnTo>
                  <a:lnTo>
                    <a:pt x="174919" y="1115374"/>
                  </a:lnTo>
                  <a:lnTo>
                    <a:pt x="177383" y="1117102"/>
                  </a:lnTo>
                  <a:lnTo>
                    <a:pt x="179847" y="1118641"/>
                  </a:lnTo>
                  <a:lnTo>
                    <a:pt x="182310" y="1119912"/>
                  </a:lnTo>
                  <a:lnTo>
                    <a:pt x="184774" y="1120902"/>
                  </a:lnTo>
                  <a:lnTo>
                    <a:pt x="187237" y="1121651"/>
                  </a:lnTo>
                  <a:lnTo>
                    <a:pt x="189701" y="1122230"/>
                  </a:lnTo>
                  <a:lnTo>
                    <a:pt x="192165" y="1122715"/>
                  </a:lnTo>
                  <a:lnTo>
                    <a:pt x="194628" y="1123165"/>
                  </a:lnTo>
                  <a:lnTo>
                    <a:pt x="197092" y="1123601"/>
                  </a:lnTo>
                  <a:lnTo>
                    <a:pt x="199556" y="1123999"/>
                  </a:lnTo>
                  <a:lnTo>
                    <a:pt x="202019" y="1124285"/>
                  </a:lnTo>
                  <a:lnTo>
                    <a:pt x="204483" y="1124344"/>
                  </a:lnTo>
                  <a:lnTo>
                    <a:pt x="206947" y="1124041"/>
                  </a:lnTo>
                  <a:lnTo>
                    <a:pt x="209410" y="1123238"/>
                  </a:lnTo>
                  <a:lnTo>
                    <a:pt x="211874" y="1121764"/>
                  </a:lnTo>
                  <a:lnTo>
                    <a:pt x="214338" y="1119605"/>
                  </a:lnTo>
                  <a:lnTo>
                    <a:pt x="216801" y="1116776"/>
                  </a:lnTo>
                  <a:lnTo>
                    <a:pt x="219265" y="1113353"/>
                  </a:lnTo>
                  <a:lnTo>
                    <a:pt x="221729" y="1109465"/>
                  </a:lnTo>
                  <a:lnTo>
                    <a:pt x="224192" y="1105275"/>
                  </a:lnTo>
                  <a:lnTo>
                    <a:pt x="226656" y="1100951"/>
                  </a:lnTo>
                  <a:lnTo>
                    <a:pt x="229120" y="1096644"/>
                  </a:lnTo>
                  <a:lnTo>
                    <a:pt x="231583" y="1092457"/>
                  </a:lnTo>
                  <a:lnTo>
                    <a:pt x="234047" y="1088424"/>
                  </a:lnTo>
                  <a:lnTo>
                    <a:pt x="236511" y="1084506"/>
                  </a:lnTo>
                  <a:lnTo>
                    <a:pt x="238974" y="1080593"/>
                  </a:lnTo>
                  <a:lnTo>
                    <a:pt x="241438" y="1076529"/>
                  </a:lnTo>
                  <a:lnTo>
                    <a:pt x="243902" y="1072107"/>
                  </a:lnTo>
                  <a:lnTo>
                    <a:pt x="246365" y="1067193"/>
                  </a:lnTo>
                  <a:lnTo>
                    <a:pt x="248829" y="1061733"/>
                  </a:lnTo>
                  <a:lnTo>
                    <a:pt x="251293" y="1055739"/>
                  </a:lnTo>
                  <a:lnTo>
                    <a:pt x="253756" y="1049292"/>
                  </a:lnTo>
                  <a:lnTo>
                    <a:pt x="256220" y="1042498"/>
                  </a:lnTo>
                  <a:lnTo>
                    <a:pt x="258684" y="1035452"/>
                  </a:lnTo>
                  <a:lnTo>
                    <a:pt x="261147" y="1028191"/>
                  </a:lnTo>
                  <a:lnTo>
                    <a:pt x="263611" y="1020660"/>
                  </a:lnTo>
                  <a:lnTo>
                    <a:pt x="266075" y="1012700"/>
                  </a:lnTo>
                  <a:lnTo>
                    <a:pt x="268538" y="1004048"/>
                  </a:lnTo>
                  <a:lnTo>
                    <a:pt x="271002" y="994370"/>
                  </a:lnTo>
                  <a:lnTo>
                    <a:pt x="273465" y="983294"/>
                  </a:lnTo>
                  <a:lnTo>
                    <a:pt x="275929" y="970299"/>
                  </a:lnTo>
                  <a:lnTo>
                    <a:pt x="278393" y="955022"/>
                  </a:lnTo>
                  <a:lnTo>
                    <a:pt x="280856" y="937108"/>
                  </a:lnTo>
                  <a:lnTo>
                    <a:pt x="283320" y="916066"/>
                  </a:lnTo>
                  <a:lnTo>
                    <a:pt x="285784" y="891253"/>
                  </a:lnTo>
                  <a:lnTo>
                    <a:pt x="288247" y="861830"/>
                  </a:lnTo>
                  <a:lnTo>
                    <a:pt x="290711" y="826745"/>
                  </a:lnTo>
                  <a:lnTo>
                    <a:pt x="293175" y="784795"/>
                  </a:lnTo>
                  <a:lnTo>
                    <a:pt x="295638" y="734754"/>
                  </a:lnTo>
                  <a:lnTo>
                    <a:pt x="298102" y="675586"/>
                  </a:lnTo>
                  <a:lnTo>
                    <a:pt x="300566" y="606729"/>
                  </a:lnTo>
                  <a:lnTo>
                    <a:pt x="303029" y="528407"/>
                  </a:lnTo>
                  <a:lnTo>
                    <a:pt x="305493" y="441939"/>
                  </a:lnTo>
                  <a:lnTo>
                    <a:pt x="307957" y="349956"/>
                  </a:lnTo>
                  <a:lnTo>
                    <a:pt x="310420" y="257452"/>
                  </a:lnTo>
                  <a:lnTo>
                    <a:pt x="312884" y="170334"/>
                  </a:lnTo>
                  <a:lnTo>
                    <a:pt x="315348" y="95022"/>
                  </a:lnTo>
                  <a:lnTo>
                    <a:pt x="317811" y="37973"/>
                  </a:lnTo>
                  <a:lnTo>
                    <a:pt x="320275" y="4898"/>
                  </a:lnTo>
                  <a:lnTo>
                    <a:pt x="322739" y="0"/>
                  </a:lnTo>
                  <a:lnTo>
                    <a:pt x="325202" y="25332"/>
                  </a:lnTo>
                  <a:lnTo>
                    <a:pt x="327666" y="80427"/>
                  </a:lnTo>
                  <a:lnTo>
                    <a:pt x="330130" y="162243"/>
                  </a:lnTo>
                  <a:lnTo>
                    <a:pt x="332593" y="265474"/>
                  </a:lnTo>
                  <a:lnTo>
                    <a:pt x="335057" y="383184"/>
                  </a:lnTo>
                  <a:lnTo>
                    <a:pt x="337521" y="507647"/>
                  </a:lnTo>
                  <a:lnTo>
                    <a:pt x="339984" y="630930"/>
                  </a:lnTo>
                  <a:lnTo>
                    <a:pt x="342448" y="745745"/>
                  </a:lnTo>
                  <a:lnTo>
                    <a:pt x="344912" y="847763"/>
                  </a:lnTo>
                  <a:lnTo>
                    <a:pt x="347375" y="934489"/>
                  </a:lnTo>
                  <a:lnTo>
                    <a:pt x="349839" y="1005173"/>
                  </a:lnTo>
                  <a:lnTo>
                    <a:pt x="352303" y="1060473"/>
                  </a:lnTo>
                  <a:lnTo>
                    <a:pt x="354766" y="1102031"/>
                  </a:lnTo>
                  <a:lnTo>
                    <a:pt x="357230" y="1132040"/>
                  </a:lnTo>
                  <a:lnTo>
                    <a:pt x="359694" y="1152859"/>
                  </a:lnTo>
                  <a:lnTo>
                    <a:pt x="362157" y="1166734"/>
                  </a:lnTo>
                  <a:lnTo>
                    <a:pt x="364621" y="1175615"/>
                  </a:lnTo>
                  <a:lnTo>
                    <a:pt x="367084" y="1181071"/>
                  </a:lnTo>
                  <a:lnTo>
                    <a:pt x="369548" y="1184287"/>
                  </a:lnTo>
                  <a:lnTo>
                    <a:pt x="372012" y="1186080"/>
                  </a:lnTo>
                  <a:lnTo>
                    <a:pt x="374475" y="1187040"/>
                  </a:lnTo>
                  <a:lnTo>
                    <a:pt x="376939" y="1187558"/>
                  </a:lnTo>
                  <a:lnTo>
                    <a:pt x="379403" y="1187827"/>
                  </a:lnTo>
                  <a:lnTo>
                    <a:pt x="381866" y="1187962"/>
                  </a:lnTo>
                  <a:lnTo>
                    <a:pt x="384330" y="1188027"/>
                  </a:lnTo>
                  <a:lnTo>
                    <a:pt x="386794" y="1188057"/>
                  </a:lnTo>
                  <a:lnTo>
                    <a:pt x="389257" y="1188070"/>
                  </a:lnTo>
                  <a:lnTo>
                    <a:pt x="391721" y="1188076"/>
                  </a:lnTo>
                  <a:lnTo>
                    <a:pt x="394185" y="1188078"/>
                  </a:lnTo>
                  <a:lnTo>
                    <a:pt x="396648" y="1188079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957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79"/>
                  </a:lnTo>
                  <a:lnTo>
                    <a:pt x="59127" y="1188079"/>
                  </a:lnTo>
                  <a:lnTo>
                    <a:pt x="61591" y="1188078"/>
                  </a:lnTo>
                  <a:lnTo>
                    <a:pt x="64055" y="1188076"/>
                  </a:lnTo>
                  <a:lnTo>
                    <a:pt x="66518" y="1188072"/>
                  </a:lnTo>
                  <a:lnTo>
                    <a:pt x="68982" y="1188065"/>
                  </a:lnTo>
                  <a:lnTo>
                    <a:pt x="71446" y="1188051"/>
                  </a:lnTo>
                  <a:lnTo>
                    <a:pt x="73909" y="1188026"/>
                  </a:lnTo>
                  <a:lnTo>
                    <a:pt x="76373" y="1187984"/>
                  </a:lnTo>
                  <a:lnTo>
                    <a:pt x="78837" y="1187912"/>
                  </a:lnTo>
                  <a:lnTo>
                    <a:pt x="81300" y="1187795"/>
                  </a:lnTo>
                  <a:lnTo>
                    <a:pt x="83764" y="1187606"/>
                  </a:lnTo>
                  <a:lnTo>
                    <a:pt x="86228" y="1187321"/>
                  </a:lnTo>
                  <a:lnTo>
                    <a:pt x="88691" y="1186908"/>
                  </a:lnTo>
                  <a:lnTo>
                    <a:pt x="91155" y="1186334"/>
                  </a:lnTo>
                  <a:lnTo>
                    <a:pt x="93618" y="1185566"/>
                  </a:lnTo>
                  <a:lnTo>
                    <a:pt x="96082" y="1184584"/>
                  </a:lnTo>
                  <a:lnTo>
                    <a:pt x="98546" y="1183378"/>
                  </a:lnTo>
                  <a:lnTo>
                    <a:pt x="101009" y="1181960"/>
                  </a:lnTo>
                  <a:lnTo>
                    <a:pt x="103473" y="1180366"/>
                  </a:lnTo>
                  <a:lnTo>
                    <a:pt x="105937" y="1178656"/>
                  </a:lnTo>
                  <a:lnTo>
                    <a:pt x="108400" y="1176910"/>
                  </a:lnTo>
                  <a:lnTo>
                    <a:pt x="110864" y="1175218"/>
                  </a:lnTo>
                  <a:lnTo>
                    <a:pt x="113328" y="1173673"/>
                  </a:lnTo>
                  <a:lnTo>
                    <a:pt x="115791" y="1172353"/>
                  </a:lnTo>
                  <a:lnTo>
                    <a:pt x="118255" y="1171260"/>
                  </a:lnTo>
                  <a:lnTo>
                    <a:pt x="120719" y="1170348"/>
                  </a:lnTo>
                  <a:lnTo>
                    <a:pt x="123182" y="1169516"/>
                  </a:lnTo>
                  <a:lnTo>
                    <a:pt x="125646" y="1168614"/>
                  </a:lnTo>
                  <a:lnTo>
                    <a:pt x="128110" y="1167458"/>
                  </a:lnTo>
                  <a:lnTo>
                    <a:pt x="130573" y="1165856"/>
                  </a:lnTo>
                  <a:lnTo>
                    <a:pt x="133037" y="1163635"/>
                  </a:lnTo>
                  <a:lnTo>
                    <a:pt x="135501" y="1160667"/>
                  </a:lnTo>
                  <a:lnTo>
                    <a:pt x="137964" y="1156889"/>
                  </a:lnTo>
                  <a:lnTo>
                    <a:pt x="140428" y="1152323"/>
                  </a:lnTo>
                  <a:lnTo>
                    <a:pt x="142892" y="1147073"/>
                  </a:lnTo>
                  <a:lnTo>
                    <a:pt x="145355" y="1141329"/>
                  </a:lnTo>
                  <a:lnTo>
                    <a:pt x="147819" y="1135368"/>
                  </a:lnTo>
                  <a:lnTo>
                    <a:pt x="150283" y="1129534"/>
                  </a:lnTo>
                  <a:lnTo>
                    <a:pt x="152746" y="1124133"/>
                  </a:lnTo>
                  <a:lnTo>
                    <a:pt x="155210" y="1119439"/>
                  </a:lnTo>
                  <a:lnTo>
                    <a:pt x="157674" y="1115669"/>
                  </a:lnTo>
                  <a:lnTo>
                    <a:pt x="160137" y="1112956"/>
                  </a:lnTo>
                  <a:lnTo>
                    <a:pt x="162601" y="1111340"/>
                  </a:lnTo>
                  <a:lnTo>
                    <a:pt x="165065" y="1110769"/>
                  </a:lnTo>
                  <a:lnTo>
                    <a:pt x="167528" y="1111105"/>
                  </a:lnTo>
                  <a:lnTo>
                    <a:pt x="169992" y="1112144"/>
                  </a:lnTo>
                  <a:lnTo>
                    <a:pt x="172456" y="1113648"/>
                  </a:lnTo>
                  <a:lnTo>
                    <a:pt x="174919" y="1115374"/>
                  </a:lnTo>
                  <a:lnTo>
                    <a:pt x="177383" y="1117102"/>
                  </a:lnTo>
                  <a:lnTo>
                    <a:pt x="179847" y="1118641"/>
                  </a:lnTo>
                  <a:lnTo>
                    <a:pt x="182310" y="1119912"/>
                  </a:lnTo>
                  <a:lnTo>
                    <a:pt x="184774" y="1120902"/>
                  </a:lnTo>
                  <a:lnTo>
                    <a:pt x="187237" y="1121651"/>
                  </a:lnTo>
                  <a:lnTo>
                    <a:pt x="189701" y="1122230"/>
                  </a:lnTo>
                  <a:lnTo>
                    <a:pt x="192165" y="1122715"/>
                  </a:lnTo>
                  <a:lnTo>
                    <a:pt x="194628" y="1123165"/>
                  </a:lnTo>
                  <a:lnTo>
                    <a:pt x="197092" y="1123601"/>
                  </a:lnTo>
                  <a:lnTo>
                    <a:pt x="199556" y="1123999"/>
                  </a:lnTo>
                  <a:lnTo>
                    <a:pt x="202019" y="1124285"/>
                  </a:lnTo>
                  <a:lnTo>
                    <a:pt x="204483" y="1124344"/>
                  </a:lnTo>
                  <a:lnTo>
                    <a:pt x="206947" y="1124041"/>
                  </a:lnTo>
                  <a:lnTo>
                    <a:pt x="209410" y="1123238"/>
                  </a:lnTo>
                  <a:lnTo>
                    <a:pt x="211874" y="1121764"/>
                  </a:lnTo>
                  <a:lnTo>
                    <a:pt x="214338" y="1119605"/>
                  </a:lnTo>
                  <a:lnTo>
                    <a:pt x="216801" y="1116776"/>
                  </a:lnTo>
                  <a:lnTo>
                    <a:pt x="219265" y="1113353"/>
                  </a:lnTo>
                  <a:lnTo>
                    <a:pt x="221729" y="1109465"/>
                  </a:lnTo>
                  <a:lnTo>
                    <a:pt x="224192" y="1105275"/>
                  </a:lnTo>
                  <a:lnTo>
                    <a:pt x="226656" y="1100951"/>
                  </a:lnTo>
                  <a:lnTo>
                    <a:pt x="229120" y="1096644"/>
                  </a:lnTo>
                  <a:lnTo>
                    <a:pt x="231583" y="1092457"/>
                  </a:lnTo>
                  <a:lnTo>
                    <a:pt x="234047" y="1088424"/>
                  </a:lnTo>
                  <a:lnTo>
                    <a:pt x="236511" y="1084506"/>
                  </a:lnTo>
                  <a:lnTo>
                    <a:pt x="238974" y="1080593"/>
                  </a:lnTo>
                  <a:lnTo>
                    <a:pt x="241438" y="1076529"/>
                  </a:lnTo>
                  <a:lnTo>
                    <a:pt x="243902" y="1072107"/>
                  </a:lnTo>
                  <a:lnTo>
                    <a:pt x="246365" y="1067193"/>
                  </a:lnTo>
                  <a:lnTo>
                    <a:pt x="248829" y="1061733"/>
                  </a:lnTo>
                  <a:lnTo>
                    <a:pt x="251293" y="1055739"/>
                  </a:lnTo>
                  <a:lnTo>
                    <a:pt x="253756" y="1049292"/>
                  </a:lnTo>
                  <a:lnTo>
                    <a:pt x="256220" y="1042498"/>
                  </a:lnTo>
                  <a:lnTo>
                    <a:pt x="258684" y="1035452"/>
                  </a:lnTo>
                  <a:lnTo>
                    <a:pt x="261147" y="1028191"/>
                  </a:lnTo>
                  <a:lnTo>
                    <a:pt x="263611" y="1020660"/>
                  </a:lnTo>
                  <a:lnTo>
                    <a:pt x="266075" y="1012700"/>
                  </a:lnTo>
                  <a:lnTo>
                    <a:pt x="268538" y="1004048"/>
                  </a:lnTo>
                  <a:lnTo>
                    <a:pt x="271002" y="994370"/>
                  </a:lnTo>
                  <a:lnTo>
                    <a:pt x="273465" y="983294"/>
                  </a:lnTo>
                  <a:lnTo>
                    <a:pt x="275929" y="970299"/>
                  </a:lnTo>
                  <a:lnTo>
                    <a:pt x="278393" y="955022"/>
                  </a:lnTo>
                  <a:lnTo>
                    <a:pt x="280856" y="937108"/>
                  </a:lnTo>
                  <a:lnTo>
                    <a:pt x="283320" y="916066"/>
                  </a:lnTo>
                  <a:lnTo>
                    <a:pt x="285784" y="891253"/>
                  </a:lnTo>
                  <a:lnTo>
                    <a:pt x="288247" y="861830"/>
                  </a:lnTo>
                  <a:lnTo>
                    <a:pt x="290711" y="826745"/>
                  </a:lnTo>
                  <a:lnTo>
                    <a:pt x="293175" y="784795"/>
                  </a:lnTo>
                  <a:lnTo>
                    <a:pt x="295638" y="734754"/>
                  </a:lnTo>
                  <a:lnTo>
                    <a:pt x="298102" y="675586"/>
                  </a:lnTo>
                  <a:lnTo>
                    <a:pt x="300566" y="606729"/>
                  </a:lnTo>
                  <a:lnTo>
                    <a:pt x="303029" y="528407"/>
                  </a:lnTo>
                  <a:lnTo>
                    <a:pt x="305493" y="441939"/>
                  </a:lnTo>
                  <a:lnTo>
                    <a:pt x="307957" y="349956"/>
                  </a:lnTo>
                  <a:lnTo>
                    <a:pt x="310420" y="257452"/>
                  </a:lnTo>
                  <a:lnTo>
                    <a:pt x="312884" y="170334"/>
                  </a:lnTo>
                  <a:lnTo>
                    <a:pt x="315348" y="95022"/>
                  </a:lnTo>
                  <a:lnTo>
                    <a:pt x="317811" y="37973"/>
                  </a:lnTo>
                  <a:lnTo>
                    <a:pt x="320275" y="4898"/>
                  </a:lnTo>
                  <a:lnTo>
                    <a:pt x="322739" y="0"/>
                  </a:lnTo>
                  <a:lnTo>
                    <a:pt x="325202" y="25332"/>
                  </a:lnTo>
                  <a:lnTo>
                    <a:pt x="327666" y="80427"/>
                  </a:lnTo>
                  <a:lnTo>
                    <a:pt x="330130" y="162243"/>
                  </a:lnTo>
                  <a:lnTo>
                    <a:pt x="332593" y="265474"/>
                  </a:lnTo>
                  <a:lnTo>
                    <a:pt x="335057" y="383184"/>
                  </a:lnTo>
                  <a:lnTo>
                    <a:pt x="337521" y="507647"/>
                  </a:lnTo>
                  <a:lnTo>
                    <a:pt x="339984" y="630930"/>
                  </a:lnTo>
                  <a:lnTo>
                    <a:pt x="342448" y="745745"/>
                  </a:lnTo>
                  <a:lnTo>
                    <a:pt x="344912" y="847763"/>
                  </a:lnTo>
                  <a:lnTo>
                    <a:pt x="347375" y="934489"/>
                  </a:lnTo>
                  <a:lnTo>
                    <a:pt x="349839" y="1005173"/>
                  </a:lnTo>
                  <a:lnTo>
                    <a:pt x="352303" y="1060473"/>
                  </a:lnTo>
                  <a:lnTo>
                    <a:pt x="354766" y="1102031"/>
                  </a:lnTo>
                  <a:lnTo>
                    <a:pt x="357230" y="1132040"/>
                  </a:lnTo>
                  <a:lnTo>
                    <a:pt x="359694" y="1152859"/>
                  </a:lnTo>
                  <a:lnTo>
                    <a:pt x="362157" y="1166734"/>
                  </a:lnTo>
                  <a:lnTo>
                    <a:pt x="364621" y="1175615"/>
                  </a:lnTo>
                  <a:lnTo>
                    <a:pt x="367084" y="1181071"/>
                  </a:lnTo>
                  <a:lnTo>
                    <a:pt x="369548" y="1184287"/>
                  </a:lnTo>
                  <a:lnTo>
                    <a:pt x="372012" y="1186080"/>
                  </a:lnTo>
                  <a:lnTo>
                    <a:pt x="374475" y="1187040"/>
                  </a:lnTo>
                  <a:lnTo>
                    <a:pt x="376939" y="1187558"/>
                  </a:lnTo>
                  <a:lnTo>
                    <a:pt x="379403" y="1187827"/>
                  </a:lnTo>
                  <a:lnTo>
                    <a:pt x="381866" y="1187962"/>
                  </a:lnTo>
                  <a:lnTo>
                    <a:pt x="384330" y="1188027"/>
                  </a:lnTo>
                  <a:lnTo>
                    <a:pt x="386794" y="1188057"/>
                  </a:lnTo>
                  <a:lnTo>
                    <a:pt x="389257" y="1188070"/>
                  </a:lnTo>
                  <a:lnTo>
                    <a:pt x="391721" y="1188076"/>
                  </a:lnTo>
                  <a:lnTo>
                    <a:pt x="394185" y="1188078"/>
                  </a:lnTo>
                  <a:lnTo>
                    <a:pt x="396648" y="1188079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3957616" y="3832978"/>
              <a:ext cx="1258929" cy="306863"/>
            </a:xfrm>
            <a:custGeom>
              <a:avLst/>
              <a:pathLst>
                <a:path w="1258929" h="306863">
                  <a:moveTo>
                    <a:pt x="0" y="306778"/>
                  </a:moveTo>
                  <a:lnTo>
                    <a:pt x="2463" y="306764"/>
                  </a:lnTo>
                  <a:lnTo>
                    <a:pt x="4927" y="306749"/>
                  </a:lnTo>
                  <a:lnTo>
                    <a:pt x="7390" y="306731"/>
                  </a:lnTo>
                  <a:lnTo>
                    <a:pt x="9854" y="306711"/>
                  </a:lnTo>
                  <a:lnTo>
                    <a:pt x="12318" y="306688"/>
                  </a:lnTo>
                  <a:lnTo>
                    <a:pt x="14781" y="306662"/>
                  </a:lnTo>
                  <a:lnTo>
                    <a:pt x="17245" y="306634"/>
                  </a:lnTo>
                  <a:lnTo>
                    <a:pt x="19709" y="306601"/>
                  </a:lnTo>
                  <a:lnTo>
                    <a:pt x="22172" y="306564"/>
                  </a:lnTo>
                  <a:lnTo>
                    <a:pt x="24636" y="306523"/>
                  </a:lnTo>
                  <a:lnTo>
                    <a:pt x="27100" y="306478"/>
                  </a:lnTo>
                  <a:lnTo>
                    <a:pt x="29563" y="306428"/>
                  </a:lnTo>
                  <a:lnTo>
                    <a:pt x="32027" y="306372"/>
                  </a:lnTo>
                  <a:lnTo>
                    <a:pt x="34491" y="306309"/>
                  </a:lnTo>
                  <a:lnTo>
                    <a:pt x="36954" y="306241"/>
                  </a:lnTo>
                  <a:lnTo>
                    <a:pt x="39418" y="306167"/>
                  </a:lnTo>
                  <a:lnTo>
                    <a:pt x="41882" y="306084"/>
                  </a:lnTo>
                  <a:lnTo>
                    <a:pt x="44345" y="305993"/>
                  </a:lnTo>
                  <a:lnTo>
                    <a:pt x="46809" y="305895"/>
                  </a:lnTo>
                  <a:lnTo>
                    <a:pt x="49273" y="305788"/>
                  </a:lnTo>
                  <a:lnTo>
                    <a:pt x="51736" y="305672"/>
                  </a:lnTo>
                  <a:lnTo>
                    <a:pt x="54200" y="305544"/>
                  </a:lnTo>
                  <a:lnTo>
                    <a:pt x="56664" y="305407"/>
                  </a:lnTo>
                  <a:lnTo>
                    <a:pt x="59127" y="305260"/>
                  </a:lnTo>
                  <a:lnTo>
                    <a:pt x="61591" y="305102"/>
                  </a:lnTo>
                  <a:lnTo>
                    <a:pt x="64055" y="304931"/>
                  </a:lnTo>
                  <a:lnTo>
                    <a:pt x="66518" y="304748"/>
                  </a:lnTo>
                  <a:lnTo>
                    <a:pt x="68982" y="304553"/>
                  </a:lnTo>
                  <a:lnTo>
                    <a:pt x="71446" y="304346"/>
                  </a:lnTo>
                  <a:lnTo>
                    <a:pt x="73909" y="304126"/>
                  </a:lnTo>
                  <a:lnTo>
                    <a:pt x="76373" y="303891"/>
                  </a:lnTo>
                  <a:lnTo>
                    <a:pt x="78837" y="303643"/>
                  </a:lnTo>
                  <a:lnTo>
                    <a:pt x="81300" y="303382"/>
                  </a:lnTo>
                  <a:lnTo>
                    <a:pt x="83764" y="303110"/>
                  </a:lnTo>
                  <a:lnTo>
                    <a:pt x="86228" y="302820"/>
                  </a:lnTo>
                  <a:lnTo>
                    <a:pt x="88691" y="302517"/>
                  </a:lnTo>
                  <a:lnTo>
                    <a:pt x="91155" y="302202"/>
                  </a:lnTo>
                  <a:lnTo>
                    <a:pt x="93618" y="301875"/>
                  </a:lnTo>
                  <a:lnTo>
                    <a:pt x="96082" y="301534"/>
                  </a:lnTo>
                  <a:lnTo>
                    <a:pt x="98546" y="301179"/>
                  </a:lnTo>
                  <a:lnTo>
                    <a:pt x="101009" y="300814"/>
                  </a:lnTo>
                  <a:lnTo>
                    <a:pt x="103473" y="300438"/>
                  </a:lnTo>
                  <a:lnTo>
                    <a:pt x="105937" y="300052"/>
                  </a:lnTo>
                  <a:lnTo>
                    <a:pt x="108400" y="299654"/>
                  </a:lnTo>
                  <a:lnTo>
                    <a:pt x="110864" y="299248"/>
                  </a:lnTo>
                  <a:lnTo>
                    <a:pt x="113328" y="298834"/>
                  </a:lnTo>
                  <a:lnTo>
                    <a:pt x="115791" y="298414"/>
                  </a:lnTo>
                  <a:lnTo>
                    <a:pt x="118255" y="297987"/>
                  </a:lnTo>
                  <a:lnTo>
                    <a:pt x="120719" y="297555"/>
                  </a:lnTo>
                  <a:lnTo>
                    <a:pt x="123182" y="297119"/>
                  </a:lnTo>
                  <a:lnTo>
                    <a:pt x="125646" y="296681"/>
                  </a:lnTo>
                  <a:lnTo>
                    <a:pt x="128110" y="296242"/>
                  </a:lnTo>
                  <a:lnTo>
                    <a:pt x="130573" y="295803"/>
                  </a:lnTo>
                  <a:lnTo>
                    <a:pt x="133037" y="295365"/>
                  </a:lnTo>
                  <a:lnTo>
                    <a:pt x="135501" y="294930"/>
                  </a:lnTo>
                  <a:lnTo>
                    <a:pt x="137964" y="294498"/>
                  </a:lnTo>
                  <a:lnTo>
                    <a:pt x="140428" y="294072"/>
                  </a:lnTo>
                  <a:lnTo>
                    <a:pt x="142892" y="293652"/>
                  </a:lnTo>
                  <a:lnTo>
                    <a:pt x="145355" y="293239"/>
                  </a:lnTo>
                  <a:lnTo>
                    <a:pt x="147819" y="292834"/>
                  </a:lnTo>
                  <a:lnTo>
                    <a:pt x="150283" y="292438"/>
                  </a:lnTo>
                  <a:lnTo>
                    <a:pt x="152746" y="292053"/>
                  </a:lnTo>
                  <a:lnTo>
                    <a:pt x="155210" y="291679"/>
                  </a:lnTo>
                  <a:lnTo>
                    <a:pt x="157674" y="291315"/>
                  </a:lnTo>
                  <a:lnTo>
                    <a:pt x="160137" y="290962"/>
                  </a:lnTo>
                  <a:lnTo>
                    <a:pt x="162601" y="290623"/>
                  </a:lnTo>
                  <a:lnTo>
                    <a:pt x="165065" y="290296"/>
                  </a:lnTo>
                  <a:lnTo>
                    <a:pt x="167528" y="289980"/>
                  </a:lnTo>
                  <a:lnTo>
                    <a:pt x="169992" y="289675"/>
                  </a:lnTo>
                  <a:lnTo>
                    <a:pt x="172456" y="289382"/>
                  </a:lnTo>
                  <a:lnTo>
                    <a:pt x="174919" y="289101"/>
                  </a:lnTo>
                  <a:lnTo>
                    <a:pt x="177383" y="288829"/>
                  </a:lnTo>
                  <a:lnTo>
                    <a:pt x="179847" y="288565"/>
                  </a:lnTo>
                  <a:lnTo>
                    <a:pt x="182310" y="288309"/>
                  </a:lnTo>
                  <a:lnTo>
                    <a:pt x="184774" y="288060"/>
                  </a:lnTo>
                  <a:lnTo>
                    <a:pt x="187237" y="287816"/>
                  </a:lnTo>
                  <a:lnTo>
                    <a:pt x="189701" y="287574"/>
                  </a:lnTo>
                  <a:lnTo>
                    <a:pt x="192165" y="287335"/>
                  </a:lnTo>
                  <a:lnTo>
                    <a:pt x="194628" y="287094"/>
                  </a:lnTo>
                  <a:lnTo>
                    <a:pt x="197092" y="286851"/>
                  </a:lnTo>
                  <a:lnTo>
                    <a:pt x="199556" y="286604"/>
                  </a:lnTo>
                  <a:lnTo>
                    <a:pt x="202019" y="286350"/>
                  </a:lnTo>
                  <a:lnTo>
                    <a:pt x="204483" y="286088"/>
                  </a:lnTo>
                  <a:lnTo>
                    <a:pt x="206947" y="285813"/>
                  </a:lnTo>
                  <a:lnTo>
                    <a:pt x="209410" y="285525"/>
                  </a:lnTo>
                  <a:lnTo>
                    <a:pt x="211874" y="285222"/>
                  </a:lnTo>
                  <a:lnTo>
                    <a:pt x="214338" y="284904"/>
                  </a:lnTo>
                  <a:lnTo>
                    <a:pt x="216801" y="284562"/>
                  </a:lnTo>
                  <a:lnTo>
                    <a:pt x="219265" y="284198"/>
                  </a:lnTo>
                  <a:lnTo>
                    <a:pt x="221729" y="283813"/>
                  </a:lnTo>
                  <a:lnTo>
                    <a:pt x="224192" y="283404"/>
                  </a:lnTo>
                  <a:lnTo>
                    <a:pt x="226656" y="282968"/>
                  </a:lnTo>
                  <a:lnTo>
                    <a:pt x="229120" y="282498"/>
                  </a:lnTo>
                  <a:lnTo>
                    <a:pt x="231583" y="282001"/>
                  </a:lnTo>
                  <a:lnTo>
                    <a:pt x="234047" y="281476"/>
                  </a:lnTo>
                  <a:lnTo>
                    <a:pt x="236511" y="280922"/>
                  </a:lnTo>
                  <a:lnTo>
                    <a:pt x="238974" y="280327"/>
                  </a:lnTo>
                  <a:lnTo>
                    <a:pt x="241438" y="279700"/>
                  </a:lnTo>
                  <a:lnTo>
                    <a:pt x="243902" y="279043"/>
                  </a:lnTo>
                  <a:lnTo>
                    <a:pt x="246365" y="278354"/>
                  </a:lnTo>
                  <a:lnTo>
                    <a:pt x="248829" y="277628"/>
                  </a:lnTo>
                  <a:lnTo>
                    <a:pt x="251293" y="276864"/>
                  </a:lnTo>
                  <a:lnTo>
                    <a:pt x="253756" y="276069"/>
                  </a:lnTo>
                  <a:lnTo>
                    <a:pt x="256220" y="275242"/>
                  </a:lnTo>
                  <a:lnTo>
                    <a:pt x="258684" y="274383"/>
                  </a:lnTo>
                  <a:lnTo>
                    <a:pt x="261147" y="273480"/>
                  </a:lnTo>
                  <a:lnTo>
                    <a:pt x="263611" y="272547"/>
                  </a:lnTo>
                  <a:lnTo>
                    <a:pt x="266075" y="271582"/>
                  </a:lnTo>
                  <a:lnTo>
                    <a:pt x="268538" y="270585"/>
                  </a:lnTo>
                  <a:lnTo>
                    <a:pt x="271002" y="269548"/>
                  </a:lnTo>
                  <a:lnTo>
                    <a:pt x="273465" y="268473"/>
                  </a:lnTo>
                  <a:lnTo>
                    <a:pt x="275929" y="267365"/>
                  </a:lnTo>
                  <a:lnTo>
                    <a:pt x="278393" y="266223"/>
                  </a:lnTo>
                  <a:lnTo>
                    <a:pt x="280856" y="265043"/>
                  </a:lnTo>
                  <a:lnTo>
                    <a:pt x="283320" y="263812"/>
                  </a:lnTo>
                  <a:lnTo>
                    <a:pt x="285784" y="262542"/>
                  </a:lnTo>
                  <a:lnTo>
                    <a:pt x="288247" y="261229"/>
                  </a:lnTo>
                  <a:lnTo>
                    <a:pt x="290711" y="259873"/>
                  </a:lnTo>
                  <a:lnTo>
                    <a:pt x="293175" y="258453"/>
                  </a:lnTo>
                  <a:lnTo>
                    <a:pt x="295638" y="256975"/>
                  </a:lnTo>
                  <a:lnTo>
                    <a:pt x="298102" y="255440"/>
                  </a:lnTo>
                  <a:lnTo>
                    <a:pt x="300566" y="253845"/>
                  </a:lnTo>
                  <a:lnTo>
                    <a:pt x="303029" y="252176"/>
                  </a:lnTo>
                  <a:lnTo>
                    <a:pt x="305493" y="250414"/>
                  </a:lnTo>
                  <a:lnTo>
                    <a:pt x="307957" y="248572"/>
                  </a:lnTo>
                  <a:lnTo>
                    <a:pt x="310420" y="246645"/>
                  </a:lnTo>
                  <a:lnTo>
                    <a:pt x="312884" y="244627"/>
                  </a:lnTo>
                  <a:lnTo>
                    <a:pt x="315348" y="242473"/>
                  </a:lnTo>
                  <a:lnTo>
                    <a:pt x="317811" y="240205"/>
                  </a:lnTo>
                  <a:lnTo>
                    <a:pt x="320275" y="237820"/>
                  </a:lnTo>
                  <a:lnTo>
                    <a:pt x="322739" y="235313"/>
                  </a:lnTo>
                  <a:lnTo>
                    <a:pt x="325202" y="232647"/>
                  </a:lnTo>
                  <a:lnTo>
                    <a:pt x="327666" y="229808"/>
                  </a:lnTo>
                  <a:lnTo>
                    <a:pt x="330130" y="226818"/>
                  </a:lnTo>
                  <a:lnTo>
                    <a:pt x="332593" y="223669"/>
                  </a:lnTo>
                  <a:lnTo>
                    <a:pt x="335057" y="220351"/>
                  </a:lnTo>
                  <a:lnTo>
                    <a:pt x="337521" y="216789"/>
                  </a:lnTo>
                  <a:lnTo>
                    <a:pt x="339984" y="213042"/>
                  </a:lnTo>
                  <a:lnTo>
                    <a:pt x="342448" y="209105"/>
                  </a:lnTo>
                  <a:lnTo>
                    <a:pt x="344912" y="204973"/>
                  </a:lnTo>
                  <a:lnTo>
                    <a:pt x="347375" y="200587"/>
                  </a:lnTo>
                  <a:lnTo>
                    <a:pt x="349839" y="195963"/>
                  </a:lnTo>
                  <a:lnTo>
                    <a:pt x="352303" y="191129"/>
                  </a:lnTo>
                  <a:lnTo>
                    <a:pt x="354766" y="186084"/>
                  </a:lnTo>
                  <a:lnTo>
                    <a:pt x="357230" y="180811"/>
                  </a:lnTo>
                  <a:lnTo>
                    <a:pt x="359694" y="175257"/>
                  </a:lnTo>
                  <a:lnTo>
                    <a:pt x="362157" y="169497"/>
                  </a:lnTo>
                  <a:lnTo>
                    <a:pt x="364621" y="163536"/>
                  </a:lnTo>
                  <a:lnTo>
                    <a:pt x="367084" y="157377"/>
                  </a:lnTo>
                  <a:lnTo>
                    <a:pt x="369548" y="150973"/>
                  </a:lnTo>
                  <a:lnTo>
                    <a:pt x="372012" y="144380"/>
                  </a:lnTo>
                  <a:lnTo>
                    <a:pt x="374475" y="137629"/>
                  </a:lnTo>
                  <a:lnTo>
                    <a:pt x="376939" y="130732"/>
                  </a:lnTo>
                  <a:lnTo>
                    <a:pt x="379403" y="123687"/>
                  </a:lnTo>
                  <a:lnTo>
                    <a:pt x="381866" y="116511"/>
                  </a:lnTo>
                  <a:lnTo>
                    <a:pt x="384330" y="109261"/>
                  </a:lnTo>
                  <a:lnTo>
                    <a:pt x="386794" y="101955"/>
                  </a:lnTo>
                  <a:lnTo>
                    <a:pt x="389257" y="94614"/>
                  </a:lnTo>
                  <a:lnTo>
                    <a:pt x="391721" y="87276"/>
                  </a:lnTo>
                  <a:lnTo>
                    <a:pt x="394185" y="79984"/>
                  </a:lnTo>
                  <a:lnTo>
                    <a:pt x="396648" y="72765"/>
                  </a:lnTo>
                  <a:lnTo>
                    <a:pt x="399112" y="65645"/>
                  </a:lnTo>
                  <a:lnTo>
                    <a:pt x="401576" y="58688"/>
                  </a:lnTo>
                  <a:lnTo>
                    <a:pt x="404039" y="51954"/>
                  </a:lnTo>
                  <a:lnTo>
                    <a:pt x="406503" y="45445"/>
                  </a:lnTo>
                  <a:lnTo>
                    <a:pt x="408967" y="39190"/>
                  </a:lnTo>
                  <a:lnTo>
                    <a:pt x="411430" y="33225"/>
                  </a:lnTo>
                  <a:lnTo>
                    <a:pt x="413894" y="27722"/>
                  </a:lnTo>
                  <a:lnTo>
                    <a:pt x="416358" y="22598"/>
                  </a:lnTo>
                  <a:lnTo>
                    <a:pt x="418821" y="17880"/>
                  </a:lnTo>
                  <a:lnTo>
                    <a:pt x="421285" y="13593"/>
                  </a:lnTo>
                  <a:lnTo>
                    <a:pt x="423749" y="9895"/>
                  </a:lnTo>
                  <a:lnTo>
                    <a:pt x="426212" y="6777"/>
                  </a:lnTo>
                  <a:lnTo>
                    <a:pt x="428676" y="4189"/>
                  </a:lnTo>
                  <a:lnTo>
                    <a:pt x="431140" y="2146"/>
                  </a:lnTo>
                  <a:lnTo>
                    <a:pt x="433603" y="714"/>
                  </a:lnTo>
                  <a:lnTo>
                    <a:pt x="436067" y="58"/>
                  </a:lnTo>
                  <a:lnTo>
                    <a:pt x="438531" y="0"/>
                  </a:lnTo>
                  <a:lnTo>
                    <a:pt x="440994" y="543"/>
                  </a:lnTo>
                  <a:lnTo>
                    <a:pt x="443458" y="1690"/>
                  </a:lnTo>
                  <a:lnTo>
                    <a:pt x="445922" y="3635"/>
                  </a:lnTo>
                  <a:lnTo>
                    <a:pt x="448385" y="6231"/>
                  </a:lnTo>
                  <a:lnTo>
                    <a:pt x="450849" y="9413"/>
                  </a:lnTo>
                  <a:lnTo>
                    <a:pt x="453312" y="13169"/>
                  </a:lnTo>
                  <a:lnTo>
                    <a:pt x="455776" y="17562"/>
                  </a:lnTo>
                  <a:lnTo>
                    <a:pt x="458240" y="22626"/>
                  </a:lnTo>
                  <a:lnTo>
                    <a:pt x="460703" y="28187"/>
                  </a:lnTo>
                  <a:lnTo>
                    <a:pt x="463167" y="34223"/>
                  </a:lnTo>
                  <a:lnTo>
                    <a:pt x="465631" y="40709"/>
                  </a:lnTo>
                  <a:lnTo>
                    <a:pt x="468094" y="47754"/>
                  </a:lnTo>
                  <a:lnTo>
                    <a:pt x="470558" y="55166"/>
                  </a:lnTo>
                  <a:lnTo>
                    <a:pt x="473022" y="62902"/>
                  </a:lnTo>
                  <a:lnTo>
                    <a:pt x="475485" y="70929"/>
                  </a:lnTo>
                  <a:lnTo>
                    <a:pt x="477949" y="79255"/>
                  </a:lnTo>
                  <a:lnTo>
                    <a:pt x="480413" y="87812"/>
                  </a:lnTo>
                  <a:lnTo>
                    <a:pt x="482876" y="96518"/>
                  </a:lnTo>
                  <a:lnTo>
                    <a:pt x="485340" y="105338"/>
                  </a:lnTo>
                  <a:lnTo>
                    <a:pt x="487804" y="114241"/>
                  </a:lnTo>
                  <a:lnTo>
                    <a:pt x="490267" y="123182"/>
                  </a:lnTo>
                  <a:lnTo>
                    <a:pt x="492731" y="132101"/>
                  </a:lnTo>
                  <a:lnTo>
                    <a:pt x="495195" y="140969"/>
                  </a:lnTo>
                  <a:lnTo>
                    <a:pt x="497658" y="149760"/>
                  </a:lnTo>
                  <a:lnTo>
                    <a:pt x="500122" y="158404"/>
                  </a:lnTo>
                  <a:lnTo>
                    <a:pt x="502586" y="166870"/>
                  </a:lnTo>
                  <a:lnTo>
                    <a:pt x="505049" y="175154"/>
                  </a:lnTo>
                  <a:lnTo>
                    <a:pt x="507513" y="183238"/>
                  </a:lnTo>
                  <a:lnTo>
                    <a:pt x="509977" y="191083"/>
                  </a:lnTo>
                  <a:lnTo>
                    <a:pt x="512440" y="198601"/>
                  </a:lnTo>
                  <a:lnTo>
                    <a:pt x="514904" y="205854"/>
                  </a:lnTo>
                  <a:lnTo>
                    <a:pt x="517368" y="212833"/>
                  </a:lnTo>
                  <a:lnTo>
                    <a:pt x="519831" y="219530"/>
                  </a:lnTo>
                  <a:lnTo>
                    <a:pt x="522295" y="225841"/>
                  </a:lnTo>
                  <a:lnTo>
                    <a:pt x="524759" y="231825"/>
                  </a:lnTo>
                  <a:lnTo>
                    <a:pt x="527222" y="237510"/>
                  </a:lnTo>
                  <a:lnTo>
                    <a:pt x="529686" y="242895"/>
                  </a:lnTo>
                  <a:lnTo>
                    <a:pt x="532150" y="247938"/>
                  </a:lnTo>
                  <a:lnTo>
                    <a:pt x="534613" y="252609"/>
                  </a:lnTo>
                  <a:lnTo>
                    <a:pt x="537077" y="256992"/>
                  </a:lnTo>
                  <a:lnTo>
                    <a:pt x="539541" y="261094"/>
                  </a:lnTo>
                  <a:lnTo>
                    <a:pt x="542004" y="264920"/>
                  </a:lnTo>
                  <a:lnTo>
                    <a:pt x="544468" y="268383"/>
                  </a:lnTo>
                  <a:lnTo>
                    <a:pt x="546931" y="271588"/>
                  </a:lnTo>
                  <a:lnTo>
                    <a:pt x="549395" y="274553"/>
                  </a:lnTo>
                  <a:lnTo>
                    <a:pt x="551859" y="277286"/>
                  </a:lnTo>
                  <a:lnTo>
                    <a:pt x="554322" y="279755"/>
                  </a:lnTo>
                  <a:lnTo>
                    <a:pt x="556786" y="281978"/>
                  </a:lnTo>
                  <a:lnTo>
                    <a:pt x="559250" y="284010"/>
                  </a:lnTo>
                  <a:lnTo>
                    <a:pt x="561713" y="285861"/>
                  </a:lnTo>
                  <a:lnTo>
                    <a:pt x="564177" y="287535"/>
                  </a:lnTo>
                  <a:lnTo>
                    <a:pt x="566641" y="288992"/>
                  </a:lnTo>
                  <a:lnTo>
                    <a:pt x="569104" y="290306"/>
                  </a:lnTo>
                  <a:lnTo>
                    <a:pt x="571568" y="291486"/>
                  </a:lnTo>
                  <a:lnTo>
                    <a:pt x="574032" y="292540"/>
                  </a:lnTo>
                  <a:lnTo>
                    <a:pt x="576495" y="293448"/>
                  </a:lnTo>
                  <a:lnTo>
                    <a:pt x="578959" y="294237"/>
                  </a:lnTo>
                  <a:lnTo>
                    <a:pt x="581423" y="294930"/>
                  </a:lnTo>
                  <a:lnTo>
                    <a:pt x="583886" y="295535"/>
                  </a:lnTo>
                  <a:lnTo>
                    <a:pt x="586350" y="296050"/>
                  </a:lnTo>
                  <a:lnTo>
                    <a:pt x="588814" y="296467"/>
                  </a:lnTo>
                  <a:lnTo>
                    <a:pt x="591277" y="296818"/>
                  </a:lnTo>
                  <a:lnTo>
                    <a:pt x="593741" y="297107"/>
                  </a:lnTo>
                  <a:lnTo>
                    <a:pt x="596205" y="297339"/>
                  </a:lnTo>
                  <a:lnTo>
                    <a:pt x="598668" y="297501"/>
                  </a:lnTo>
                  <a:lnTo>
                    <a:pt x="601132" y="297612"/>
                  </a:lnTo>
                  <a:lnTo>
                    <a:pt x="603596" y="297679"/>
                  </a:lnTo>
                  <a:lnTo>
                    <a:pt x="606059" y="297705"/>
                  </a:lnTo>
                  <a:lnTo>
                    <a:pt x="608523" y="297687"/>
                  </a:lnTo>
                  <a:lnTo>
                    <a:pt x="610987" y="297625"/>
                  </a:lnTo>
                  <a:lnTo>
                    <a:pt x="613450" y="297530"/>
                  </a:lnTo>
                  <a:lnTo>
                    <a:pt x="615914" y="297404"/>
                  </a:lnTo>
                  <a:lnTo>
                    <a:pt x="618378" y="297248"/>
                  </a:lnTo>
                  <a:lnTo>
                    <a:pt x="620841" y="297053"/>
                  </a:lnTo>
                  <a:lnTo>
                    <a:pt x="623305" y="296830"/>
                  </a:lnTo>
                  <a:lnTo>
                    <a:pt x="625769" y="296580"/>
                  </a:lnTo>
                  <a:lnTo>
                    <a:pt x="628232" y="296305"/>
                  </a:lnTo>
                  <a:lnTo>
                    <a:pt x="630696" y="295999"/>
                  </a:lnTo>
                  <a:lnTo>
                    <a:pt x="633159" y="295663"/>
                  </a:lnTo>
                  <a:lnTo>
                    <a:pt x="635623" y="295302"/>
                  </a:lnTo>
                  <a:lnTo>
                    <a:pt x="638087" y="294916"/>
                  </a:lnTo>
                  <a:lnTo>
                    <a:pt x="640550" y="294504"/>
                  </a:lnTo>
                  <a:lnTo>
                    <a:pt x="643014" y="294056"/>
                  </a:lnTo>
                  <a:lnTo>
                    <a:pt x="645478" y="293583"/>
                  </a:lnTo>
                  <a:lnTo>
                    <a:pt x="647941" y="293084"/>
                  </a:lnTo>
                  <a:lnTo>
                    <a:pt x="650405" y="292557"/>
                  </a:lnTo>
                  <a:lnTo>
                    <a:pt x="652869" y="291996"/>
                  </a:lnTo>
                  <a:lnTo>
                    <a:pt x="655332" y="291403"/>
                  </a:lnTo>
                  <a:lnTo>
                    <a:pt x="657796" y="290781"/>
                  </a:lnTo>
                  <a:lnTo>
                    <a:pt x="660260" y="290130"/>
                  </a:lnTo>
                  <a:lnTo>
                    <a:pt x="662723" y="289447"/>
                  </a:lnTo>
                  <a:lnTo>
                    <a:pt x="665187" y="288724"/>
                  </a:lnTo>
                  <a:lnTo>
                    <a:pt x="667651" y="287971"/>
                  </a:lnTo>
                  <a:lnTo>
                    <a:pt x="670114" y="287186"/>
                  </a:lnTo>
                  <a:lnTo>
                    <a:pt x="672578" y="286371"/>
                  </a:lnTo>
                  <a:lnTo>
                    <a:pt x="675042" y="285515"/>
                  </a:lnTo>
                  <a:lnTo>
                    <a:pt x="677505" y="284626"/>
                  </a:lnTo>
                  <a:lnTo>
                    <a:pt x="679969" y="283706"/>
                  </a:lnTo>
                  <a:lnTo>
                    <a:pt x="682433" y="282757"/>
                  </a:lnTo>
                  <a:lnTo>
                    <a:pt x="684896" y="281775"/>
                  </a:lnTo>
                  <a:lnTo>
                    <a:pt x="687360" y="280758"/>
                  </a:lnTo>
                  <a:lnTo>
                    <a:pt x="689824" y="279716"/>
                  </a:lnTo>
                  <a:lnTo>
                    <a:pt x="692287" y="278650"/>
                  </a:lnTo>
                  <a:lnTo>
                    <a:pt x="694751" y="277561"/>
                  </a:lnTo>
                  <a:lnTo>
                    <a:pt x="697215" y="276445"/>
                  </a:lnTo>
                  <a:lnTo>
                    <a:pt x="699678" y="275313"/>
                  </a:lnTo>
                  <a:lnTo>
                    <a:pt x="702142" y="274167"/>
                  </a:lnTo>
                  <a:lnTo>
                    <a:pt x="704606" y="273011"/>
                  </a:lnTo>
                  <a:lnTo>
                    <a:pt x="707069" y="271847"/>
                  </a:lnTo>
                  <a:lnTo>
                    <a:pt x="709533" y="270680"/>
                  </a:lnTo>
                  <a:lnTo>
                    <a:pt x="711997" y="269516"/>
                  </a:lnTo>
                  <a:lnTo>
                    <a:pt x="714460" y="268359"/>
                  </a:lnTo>
                  <a:lnTo>
                    <a:pt x="716924" y="267212"/>
                  </a:lnTo>
                  <a:lnTo>
                    <a:pt x="719388" y="266087"/>
                  </a:lnTo>
                  <a:lnTo>
                    <a:pt x="721851" y="264985"/>
                  </a:lnTo>
                  <a:lnTo>
                    <a:pt x="724315" y="263910"/>
                  </a:lnTo>
                  <a:lnTo>
                    <a:pt x="726778" y="262866"/>
                  </a:lnTo>
                  <a:lnTo>
                    <a:pt x="729242" y="261867"/>
                  </a:lnTo>
                  <a:lnTo>
                    <a:pt x="731706" y="260917"/>
                  </a:lnTo>
                  <a:lnTo>
                    <a:pt x="734169" y="260014"/>
                  </a:lnTo>
                  <a:lnTo>
                    <a:pt x="736633" y="259162"/>
                  </a:lnTo>
                  <a:lnTo>
                    <a:pt x="739097" y="258370"/>
                  </a:lnTo>
                  <a:lnTo>
                    <a:pt x="741560" y="257657"/>
                  </a:lnTo>
                  <a:lnTo>
                    <a:pt x="744024" y="257008"/>
                  </a:lnTo>
                  <a:lnTo>
                    <a:pt x="746488" y="256425"/>
                  </a:lnTo>
                  <a:lnTo>
                    <a:pt x="748951" y="255910"/>
                  </a:lnTo>
                  <a:lnTo>
                    <a:pt x="751415" y="255490"/>
                  </a:lnTo>
                  <a:lnTo>
                    <a:pt x="753879" y="255148"/>
                  </a:lnTo>
                  <a:lnTo>
                    <a:pt x="756342" y="254880"/>
                  </a:lnTo>
                  <a:lnTo>
                    <a:pt x="758806" y="254685"/>
                  </a:lnTo>
                  <a:lnTo>
                    <a:pt x="761270" y="254574"/>
                  </a:lnTo>
                  <a:lnTo>
                    <a:pt x="763733" y="254554"/>
                  </a:lnTo>
                  <a:lnTo>
                    <a:pt x="766197" y="254602"/>
                  </a:lnTo>
                  <a:lnTo>
                    <a:pt x="768661" y="254716"/>
                  </a:lnTo>
                  <a:lnTo>
                    <a:pt x="771124" y="254895"/>
                  </a:lnTo>
                  <a:lnTo>
                    <a:pt x="773588" y="255156"/>
                  </a:lnTo>
                  <a:lnTo>
                    <a:pt x="776052" y="255472"/>
                  </a:lnTo>
                  <a:lnTo>
                    <a:pt x="778515" y="255835"/>
                  </a:lnTo>
                  <a:lnTo>
                    <a:pt x="780979" y="256243"/>
                  </a:lnTo>
                  <a:lnTo>
                    <a:pt x="783443" y="256695"/>
                  </a:lnTo>
                  <a:lnTo>
                    <a:pt x="785906" y="257182"/>
                  </a:lnTo>
                  <a:lnTo>
                    <a:pt x="788370" y="257689"/>
                  </a:lnTo>
                  <a:lnTo>
                    <a:pt x="790834" y="258212"/>
                  </a:lnTo>
                  <a:lnTo>
                    <a:pt x="793297" y="258743"/>
                  </a:lnTo>
                  <a:lnTo>
                    <a:pt x="795761" y="259273"/>
                  </a:lnTo>
                  <a:lnTo>
                    <a:pt x="798225" y="259791"/>
                  </a:lnTo>
                  <a:lnTo>
                    <a:pt x="800688" y="260293"/>
                  </a:lnTo>
                  <a:lnTo>
                    <a:pt x="803152" y="260771"/>
                  </a:lnTo>
                  <a:lnTo>
                    <a:pt x="805616" y="261210"/>
                  </a:lnTo>
                  <a:lnTo>
                    <a:pt x="808079" y="261603"/>
                  </a:lnTo>
                  <a:lnTo>
                    <a:pt x="810543" y="261949"/>
                  </a:lnTo>
                  <a:lnTo>
                    <a:pt x="813006" y="262245"/>
                  </a:lnTo>
                  <a:lnTo>
                    <a:pt x="815470" y="262481"/>
                  </a:lnTo>
                  <a:lnTo>
                    <a:pt x="817934" y="262635"/>
                  </a:lnTo>
                  <a:lnTo>
                    <a:pt x="820397" y="262724"/>
                  </a:lnTo>
                  <a:lnTo>
                    <a:pt x="822861" y="262745"/>
                  </a:lnTo>
                  <a:lnTo>
                    <a:pt x="825325" y="262696"/>
                  </a:lnTo>
                  <a:lnTo>
                    <a:pt x="827788" y="262552"/>
                  </a:lnTo>
                  <a:lnTo>
                    <a:pt x="830252" y="262332"/>
                  </a:lnTo>
                  <a:lnTo>
                    <a:pt x="832716" y="262041"/>
                  </a:lnTo>
                  <a:lnTo>
                    <a:pt x="835179" y="261681"/>
                  </a:lnTo>
                  <a:lnTo>
                    <a:pt x="837643" y="261245"/>
                  </a:lnTo>
                  <a:lnTo>
                    <a:pt x="840107" y="260731"/>
                  </a:lnTo>
                  <a:lnTo>
                    <a:pt x="842570" y="260160"/>
                  </a:lnTo>
                  <a:lnTo>
                    <a:pt x="845034" y="259537"/>
                  </a:lnTo>
                  <a:lnTo>
                    <a:pt x="847498" y="258867"/>
                  </a:lnTo>
                  <a:lnTo>
                    <a:pt x="849961" y="258142"/>
                  </a:lnTo>
                  <a:lnTo>
                    <a:pt x="852425" y="257388"/>
                  </a:lnTo>
                  <a:lnTo>
                    <a:pt x="854889" y="256613"/>
                  </a:lnTo>
                  <a:lnTo>
                    <a:pt x="857352" y="255821"/>
                  </a:lnTo>
                  <a:lnTo>
                    <a:pt x="859816" y="255023"/>
                  </a:lnTo>
                  <a:lnTo>
                    <a:pt x="862280" y="254231"/>
                  </a:lnTo>
                  <a:lnTo>
                    <a:pt x="864743" y="253456"/>
                  </a:lnTo>
                  <a:lnTo>
                    <a:pt x="867207" y="252703"/>
                  </a:lnTo>
                  <a:lnTo>
                    <a:pt x="869671" y="251983"/>
                  </a:lnTo>
                  <a:lnTo>
                    <a:pt x="872134" y="251321"/>
                  </a:lnTo>
                  <a:lnTo>
                    <a:pt x="874598" y="250713"/>
                  </a:lnTo>
                  <a:lnTo>
                    <a:pt x="877062" y="250166"/>
                  </a:lnTo>
                  <a:lnTo>
                    <a:pt x="879525" y="249685"/>
                  </a:lnTo>
                  <a:lnTo>
                    <a:pt x="881989" y="249300"/>
                  </a:lnTo>
                  <a:lnTo>
                    <a:pt x="884453" y="249010"/>
                  </a:lnTo>
                  <a:lnTo>
                    <a:pt x="886916" y="248810"/>
                  </a:lnTo>
                  <a:lnTo>
                    <a:pt x="889380" y="248702"/>
                  </a:lnTo>
                  <a:lnTo>
                    <a:pt x="891844" y="248701"/>
                  </a:lnTo>
                  <a:lnTo>
                    <a:pt x="894307" y="248833"/>
                  </a:lnTo>
                  <a:lnTo>
                    <a:pt x="896771" y="249069"/>
                  </a:lnTo>
                  <a:lnTo>
                    <a:pt x="899235" y="249410"/>
                  </a:lnTo>
                  <a:lnTo>
                    <a:pt x="901698" y="249856"/>
                  </a:lnTo>
                  <a:lnTo>
                    <a:pt x="904162" y="250441"/>
                  </a:lnTo>
                  <a:lnTo>
                    <a:pt x="906625" y="251138"/>
                  </a:lnTo>
                  <a:lnTo>
                    <a:pt x="909089" y="251934"/>
                  </a:lnTo>
                  <a:lnTo>
                    <a:pt x="911553" y="252829"/>
                  </a:lnTo>
                  <a:lnTo>
                    <a:pt x="914016" y="253832"/>
                  </a:lnTo>
                  <a:lnTo>
                    <a:pt x="916480" y="254945"/>
                  </a:lnTo>
                  <a:lnTo>
                    <a:pt x="918944" y="256140"/>
                  </a:lnTo>
                  <a:lnTo>
                    <a:pt x="921407" y="257411"/>
                  </a:lnTo>
                  <a:lnTo>
                    <a:pt x="923871" y="258754"/>
                  </a:lnTo>
                  <a:lnTo>
                    <a:pt x="926335" y="260185"/>
                  </a:lnTo>
                  <a:lnTo>
                    <a:pt x="928798" y="261670"/>
                  </a:lnTo>
                  <a:lnTo>
                    <a:pt x="931262" y="263202"/>
                  </a:lnTo>
                  <a:lnTo>
                    <a:pt x="933726" y="264776"/>
                  </a:lnTo>
                  <a:lnTo>
                    <a:pt x="936189" y="266389"/>
                  </a:lnTo>
                  <a:lnTo>
                    <a:pt x="938653" y="268029"/>
                  </a:lnTo>
                  <a:lnTo>
                    <a:pt x="941117" y="269684"/>
                  </a:lnTo>
                  <a:lnTo>
                    <a:pt x="943580" y="271349"/>
                  </a:lnTo>
                  <a:lnTo>
                    <a:pt x="946044" y="273016"/>
                  </a:lnTo>
                  <a:lnTo>
                    <a:pt x="948508" y="274675"/>
                  </a:lnTo>
                  <a:lnTo>
                    <a:pt x="950971" y="276320"/>
                  </a:lnTo>
                  <a:lnTo>
                    <a:pt x="953435" y="277945"/>
                  </a:lnTo>
                  <a:lnTo>
                    <a:pt x="955899" y="279546"/>
                  </a:lnTo>
                  <a:lnTo>
                    <a:pt x="958362" y="281110"/>
                  </a:lnTo>
                  <a:lnTo>
                    <a:pt x="960826" y="282632"/>
                  </a:lnTo>
                  <a:lnTo>
                    <a:pt x="963290" y="284114"/>
                  </a:lnTo>
                  <a:lnTo>
                    <a:pt x="965753" y="285552"/>
                  </a:lnTo>
                  <a:lnTo>
                    <a:pt x="968217" y="286940"/>
                  </a:lnTo>
                  <a:lnTo>
                    <a:pt x="970681" y="288263"/>
                  </a:lnTo>
                  <a:lnTo>
                    <a:pt x="973144" y="289532"/>
                  </a:lnTo>
                  <a:lnTo>
                    <a:pt x="975608" y="290748"/>
                  </a:lnTo>
                  <a:lnTo>
                    <a:pt x="978072" y="291909"/>
                  </a:lnTo>
                  <a:lnTo>
                    <a:pt x="980535" y="292995"/>
                  </a:lnTo>
                  <a:lnTo>
                    <a:pt x="982999" y="294020"/>
                  </a:lnTo>
                  <a:lnTo>
                    <a:pt x="985463" y="294988"/>
                  </a:lnTo>
                  <a:lnTo>
                    <a:pt x="987926" y="295899"/>
                  </a:lnTo>
                  <a:lnTo>
                    <a:pt x="990390" y="296745"/>
                  </a:lnTo>
                  <a:lnTo>
                    <a:pt x="992853" y="297521"/>
                  </a:lnTo>
                  <a:lnTo>
                    <a:pt x="995317" y="298244"/>
                  </a:lnTo>
                  <a:lnTo>
                    <a:pt x="997781" y="298913"/>
                  </a:lnTo>
                  <a:lnTo>
                    <a:pt x="1000244" y="299530"/>
                  </a:lnTo>
                  <a:lnTo>
                    <a:pt x="1002708" y="300078"/>
                  </a:lnTo>
                  <a:lnTo>
                    <a:pt x="1005172" y="300576"/>
                  </a:lnTo>
                  <a:lnTo>
                    <a:pt x="1007635" y="301029"/>
                  </a:lnTo>
                  <a:lnTo>
                    <a:pt x="1010099" y="301436"/>
                  </a:lnTo>
                  <a:lnTo>
                    <a:pt x="1012563" y="301791"/>
                  </a:lnTo>
                  <a:lnTo>
                    <a:pt x="1015026" y="302097"/>
                  </a:lnTo>
                  <a:lnTo>
                    <a:pt x="1017490" y="302364"/>
                  </a:lnTo>
                  <a:lnTo>
                    <a:pt x="1019954" y="302594"/>
                  </a:lnTo>
                  <a:lnTo>
                    <a:pt x="1022417" y="302788"/>
                  </a:lnTo>
                  <a:lnTo>
                    <a:pt x="1024881" y="302935"/>
                  </a:lnTo>
                  <a:lnTo>
                    <a:pt x="1027345" y="303051"/>
                  </a:lnTo>
                  <a:lnTo>
                    <a:pt x="1029808" y="303138"/>
                  </a:lnTo>
                  <a:lnTo>
                    <a:pt x="1032272" y="303196"/>
                  </a:lnTo>
                  <a:lnTo>
                    <a:pt x="1034736" y="303220"/>
                  </a:lnTo>
                  <a:lnTo>
                    <a:pt x="1037199" y="303217"/>
                  </a:lnTo>
                  <a:lnTo>
                    <a:pt x="1039663" y="303191"/>
                  </a:lnTo>
                  <a:lnTo>
                    <a:pt x="1042127" y="303143"/>
                  </a:lnTo>
                  <a:lnTo>
                    <a:pt x="1044590" y="303074"/>
                  </a:lnTo>
                  <a:lnTo>
                    <a:pt x="1047054" y="302980"/>
                  </a:lnTo>
                  <a:lnTo>
                    <a:pt x="1049518" y="302870"/>
                  </a:lnTo>
                  <a:lnTo>
                    <a:pt x="1051981" y="302744"/>
                  </a:lnTo>
                  <a:lnTo>
                    <a:pt x="1054445" y="302604"/>
                  </a:lnTo>
                  <a:lnTo>
                    <a:pt x="1056909" y="302448"/>
                  </a:lnTo>
                  <a:lnTo>
                    <a:pt x="1059372" y="302280"/>
                  </a:lnTo>
                  <a:lnTo>
                    <a:pt x="1061836" y="302103"/>
                  </a:lnTo>
                  <a:lnTo>
                    <a:pt x="1064300" y="301919"/>
                  </a:lnTo>
                  <a:lnTo>
                    <a:pt x="1066763" y="301726"/>
                  </a:lnTo>
                  <a:lnTo>
                    <a:pt x="1069227" y="301528"/>
                  </a:lnTo>
                  <a:lnTo>
                    <a:pt x="1071691" y="301327"/>
                  </a:lnTo>
                  <a:lnTo>
                    <a:pt x="1074154" y="301124"/>
                  </a:lnTo>
                  <a:lnTo>
                    <a:pt x="1076618" y="300920"/>
                  </a:lnTo>
                  <a:lnTo>
                    <a:pt x="1079082" y="300718"/>
                  </a:lnTo>
                  <a:lnTo>
                    <a:pt x="1081545" y="300519"/>
                  </a:lnTo>
                  <a:lnTo>
                    <a:pt x="1084009" y="300325"/>
                  </a:lnTo>
                  <a:lnTo>
                    <a:pt x="1086472" y="300136"/>
                  </a:lnTo>
                  <a:lnTo>
                    <a:pt x="1088936" y="299956"/>
                  </a:lnTo>
                  <a:lnTo>
                    <a:pt x="1091400" y="299786"/>
                  </a:lnTo>
                  <a:lnTo>
                    <a:pt x="1093863" y="299627"/>
                  </a:lnTo>
                  <a:lnTo>
                    <a:pt x="1096327" y="299478"/>
                  </a:lnTo>
                  <a:lnTo>
                    <a:pt x="1098791" y="299342"/>
                  </a:lnTo>
                  <a:lnTo>
                    <a:pt x="1101254" y="299224"/>
                  </a:lnTo>
                  <a:lnTo>
                    <a:pt x="1103718" y="299121"/>
                  </a:lnTo>
                  <a:lnTo>
                    <a:pt x="1106182" y="299033"/>
                  </a:lnTo>
                  <a:lnTo>
                    <a:pt x="1108645" y="298961"/>
                  </a:lnTo>
                  <a:lnTo>
                    <a:pt x="1111109" y="298910"/>
                  </a:lnTo>
                  <a:lnTo>
                    <a:pt x="1113573" y="298878"/>
                  </a:lnTo>
                  <a:lnTo>
                    <a:pt x="1116036" y="298864"/>
                  </a:lnTo>
                  <a:lnTo>
                    <a:pt x="1118500" y="298868"/>
                  </a:lnTo>
                  <a:lnTo>
                    <a:pt x="1120964" y="298892"/>
                  </a:lnTo>
                  <a:lnTo>
                    <a:pt x="1123427" y="298938"/>
                  </a:lnTo>
                  <a:lnTo>
                    <a:pt x="1125891" y="299002"/>
                  </a:lnTo>
                  <a:lnTo>
                    <a:pt x="1128355" y="299083"/>
                  </a:lnTo>
                  <a:lnTo>
                    <a:pt x="1130818" y="299181"/>
                  </a:lnTo>
                  <a:lnTo>
                    <a:pt x="1133282" y="299301"/>
                  </a:lnTo>
                  <a:lnTo>
                    <a:pt x="1135746" y="299437"/>
                  </a:lnTo>
                  <a:lnTo>
                    <a:pt x="1138209" y="299587"/>
                  </a:lnTo>
                  <a:lnTo>
                    <a:pt x="1140673" y="299751"/>
                  </a:lnTo>
                  <a:lnTo>
                    <a:pt x="1143137" y="299930"/>
                  </a:lnTo>
                  <a:lnTo>
                    <a:pt x="1145600" y="300123"/>
                  </a:lnTo>
                  <a:lnTo>
                    <a:pt x="1148064" y="300326"/>
                  </a:lnTo>
                  <a:lnTo>
                    <a:pt x="1150528" y="300539"/>
                  </a:lnTo>
                  <a:lnTo>
                    <a:pt x="1152991" y="300759"/>
                  </a:lnTo>
                  <a:lnTo>
                    <a:pt x="1155455" y="300989"/>
                  </a:lnTo>
                  <a:lnTo>
                    <a:pt x="1157919" y="301224"/>
                  </a:lnTo>
                  <a:lnTo>
                    <a:pt x="1160382" y="301463"/>
                  </a:lnTo>
                  <a:lnTo>
                    <a:pt x="1162846" y="301705"/>
                  </a:lnTo>
                  <a:lnTo>
                    <a:pt x="1165310" y="301949"/>
                  </a:lnTo>
                  <a:lnTo>
                    <a:pt x="1167773" y="302194"/>
                  </a:lnTo>
                  <a:lnTo>
                    <a:pt x="1170237" y="302437"/>
                  </a:lnTo>
                  <a:lnTo>
                    <a:pt x="1172701" y="302679"/>
                  </a:lnTo>
                  <a:lnTo>
                    <a:pt x="1175164" y="302918"/>
                  </a:lnTo>
                  <a:lnTo>
                    <a:pt x="1177628" y="303153"/>
                  </a:lnTo>
                  <a:lnTo>
                    <a:pt x="1180091" y="303382"/>
                  </a:lnTo>
                  <a:lnTo>
                    <a:pt x="1182555" y="303606"/>
                  </a:lnTo>
                  <a:lnTo>
                    <a:pt x="1185019" y="303824"/>
                  </a:lnTo>
                  <a:lnTo>
                    <a:pt x="1187482" y="304034"/>
                  </a:lnTo>
                  <a:lnTo>
                    <a:pt x="1189946" y="304236"/>
                  </a:lnTo>
                  <a:lnTo>
                    <a:pt x="1192410" y="304431"/>
                  </a:lnTo>
                  <a:lnTo>
                    <a:pt x="1194873" y="304617"/>
                  </a:lnTo>
                  <a:lnTo>
                    <a:pt x="1197337" y="304795"/>
                  </a:lnTo>
                  <a:lnTo>
                    <a:pt x="1199801" y="304962"/>
                  </a:lnTo>
                  <a:lnTo>
                    <a:pt x="1202264" y="305120"/>
                  </a:lnTo>
                  <a:lnTo>
                    <a:pt x="1204728" y="305271"/>
                  </a:lnTo>
                  <a:lnTo>
                    <a:pt x="1207192" y="305413"/>
                  </a:lnTo>
                  <a:lnTo>
                    <a:pt x="1209655" y="305544"/>
                  </a:lnTo>
                  <a:lnTo>
                    <a:pt x="1212119" y="305666"/>
                  </a:lnTo>
                  <a:lnTo>
                    <a:pt x="1214583" y="305780"/>
                  </a:lnTo>
                  <a:lnTo>
                    <a:pt x="1217046" y="305887"/>
                  </a:lnTo>
                  <a:lnTo>
                    <a:pt x="1219510" y="305985"/>
                  </a:lnTo>
                  <a:lnTo>
                    <a:pt x="1221974" y="306074"/>
                  </a:lnTo>
                  <a:lnTo>
                    <a:pt x="1224437" y="306157"/>
                  </a:lnTo>
                  <a:lnTo>
                    <a:pt x="1226901" y="306233"/>
                  </a:lnTo>
                  <a:lnTo>
                    <a:pt x="1229365" y="306303"/>
                  </a:lnTo>
                  <a:lnTo>
                    <a:pt x="1231828" y="306365"/>
                  </a:lnTo>
                  <a:lnTo>
                    <a:pt x="1234292" y="306422"/>
                  </a:lnTo>
                  <a:lnTo>
                    <a:pt x="1236756" y="306473"/>
                  </a:lnTo>
                  <a:lnTo>
                    <a:pt x="1239219" y="306520"/>
                  </a:lnTo>
                  <a:lnTo>
                    <a:pt x="1241683" y="306562"/>
                  </a:lnTo>
                  <a:lnTo>
                    <a:pt x="1244147" y="306599"/>
                  </a:lnTo>
                  <a:lnTo>
                    <a:pt x="1246610" y="306632"/>
                  </a:lnTo>
                  <a:lnTo>
                    <a:pt x="1249074" y="306662"/>
                  </a:lnTo>
                  <a:lnTo>
                    <a:pt x="1251538" y="306689"/>
                  </a:lnTo>
                  <a:lnTo>
                    <a:pt x="1254001" y="306712"/>
                  </a:lnTo>
                  <a:lnTo>
                    <a:pt x="1256465" y="306732"/>
                  </a:lnTo>
                  <a:lnTo>
                    <a:pt x="1258929" y="306863"/>
                  </a:lnTo>
                  <a:lnTo>
                    <a:pt x="1256465" y="306863"/>
                  </a:lnTo>
                  <a:lnTo>
                    <a:pt x="1254001" y="306863"/>
                  </a:lnTo>
                  <a:lnTo>
                    <a:pt x="1251538" y="306863"/>
                  </a:lnTo>
                  <a:lnTo>
                    <a:pt x="1249074" y="306863"/>
                  </a:lnTo>
                  <a:lnTo>
                    <a:pt x="1246610" y="306863"/>
                  </a:lnTo>
                  <a:lnTo>
                    <a:pt x="1244147" y="306863"/>
                  </a:lnTo>
                  <a:lnTo>
                    <a:pt x="1241683" y="306863"/>
                  </a:lnTo>
                  <a:lnTo>
                    <a:pt x="1239219" y="306863"/>
                  </a:lnTo>
                  <a:lnTo>
                    <a:pt x="1236756" y="306863"/>
                  </a:lnTo>
                  <a:lnTo>
                    <a:pt x="1234292" y="306863"/>
                  </a:lnTo>
                  <a:lnTo>
                    <a:pt x="1231828" y="306863"/>
                  </a:lnTo>
                  <a:lnTo>
                    <a:pt x="1229365" y="306863"/>
                  </a:lnTo>
                  <a:lnTo>
                    <a:pt x="1226901" y="306863"/>
                  </a:lnTo>
                  <a:lnTo>
                    <a:pt x="1224437" y="306863"/>
                  </a:lnTo>
                  <a:lnTo>
                    <a:pt x="1221974" y="306863"/>
                  </a:lnTo>
                  <a:lnTo>
                    <a:pt x="1219510" y="306863"/>
                  </a:lnTo>
                  <a:lnTo>
                    <a:pt x="1217046" y="306863"/>
                  </a:lnTo>
                  <a:lnTo>
                    <a:pt x="1214583" y="306863"/>
                  </a:lnTo>
                  <a:lnTo>
                    <a:pt x="1212119" y="306863"/>
                  </a:lnTo>
                  <a:lnTo>
                    <a:pt x="1209655" y="306863"/>
                  </a:lnTo>
                  <a:lnTo>
                    <a:pt x="1207192" y="306863"/>
                  </a:lnTo>
                  <a:lnTo>
                    <a:pt x="1204728" y="306863"/>
                  </a:lnTo>
                  <a:lnTo>
                    <a:pt x="1202264" y="306863"/>
                  </a:lnTo>
                  <a:lnTo>
                    <a:pt x="1199801" y="306863"/>
                  </a:lnTo>
                  <a:lnTo>
                    <a:pt x="1197337" y="306863"/>
                  </a:lnTo>
                  <a:lnTo>
                    <a:pt x="1194873" y="306863"/>
                  </a:lnTo>
                  <a:lnTo>
                    <a:pt x="1192410" y="306863"/>
                  </a:lnTo>
                  <a:lnTo>
                    <a:pt x="1189946" y="306863"/>
                  </a:lnTo>
                  <a:lnTo>
                    <a:pt x="1187482" y="306863"/>
                  </a:lnTo>
                  <a:lnTo>
                    <a:pt x="1185019" y="306863"/>
                  </a:lnTo>
                  <a:lnTo>
                    <a:pt x="1182555" y="306863"/>
                  </a:lnTo>
                  <a:lnTo>
                    <a:pt x="1180091" y="306863"/>
                  </a:lnTo>
                  <a:lnTo>
                    <a:pt x="1177628" y="306863"/>
                  </a:lnTo>
                  <a:lnTo>
                    <a:pt x="1175164" y="306863"/>
                  </a:lnTo>
                  <a:lnTo>
                    <a:pt x="1172701" y="306863"/>
                  </a:lnTo>
                  <a:lnTo>
                    <a:pt x="1170237" y="306863"/>
                  </a:lnTo>
                  <a:lnTo>
                    <a:pt x="1167773" y="306863"/>
                  </a:lnTo>
                  <a:lnTo>
                    <a:pt x="1165310" y="306863"/>
                  </a:lnTo>
                  <a:lnTo>
                    <a:pt x="1162846" y="306863"/>
                  </a:lnTo>
                  <a:lnTo>
                    <a:pt x="1160382" y="306863"/>
                  </a:lnTo>
                  <a:lnTo>
                    <a:pt x="1157919" y="306863"/>
                  </a:lnTo>
                  <a:lnTo>
                    <a:pt x="1155455" y="306863"/>
                  </a:lnTo>
                  <a:lnTo>
                    <a:pt x="1152991" y="306863"/>
                  </a:lnTo>
                  <a:lnTo>
                    <a:pt x="1150528" y="306863"/>
                  </a:lnTo>
                  <a:lnTo>
                    <a:pt x="1148064" y="306863"/>
                  </a:lnTo>
                  <a:lnTo>
                    <a:pt x="1145600" y="306863"/>
                  </a:lnTo>
                  <a:lnTo>
                    <a:pt x="1143137" y="306863"/>
                  </a:lnTo>
                  <a:lnTo>
                    <a:pt x="1140673" y="306863"/>
                  </a:lnTo>
                  <a:lnTo>
                    <a:pt x="1138209" y="306863"/>
                  </a:lnTo>
                  <a:lnTo>
                    <a:pt x="1135746" y="306863"/>
                  </a:lnTo>
                  <a:lnTo>
                    <a:pt x="1133282" y="306863"/>
                  </a:lnTo>
                  <a:lnTo>
                    <a:pt x="1130818" y="306863"/>
                  </a:lnTo>
                  <a:lnTo>
                    <a:pt x="1128355" y="306863"/>
                  </a:lnTo>
                  <a:lnTo>
                    <a:pt x="1125891" y="306863"/>
                  </a:lnTo>
                  <a:lnTo>
                    <a:pt x="1123427" y="306863"/>
                  </a:lnTo>
                  <a:lnTo>
                    <a:pt x="1120964" y="306863"/>
                  </a:lnTo>
                  <a:lnTo>
                    <a:pt x="1118500" y="306863"/>
                  </a:lnTo>
                  <a:lnTo>
                    <a:pt x="1116036" y="306863"/>
                  </a:lnTo>
                  <a:lnTo>
                    <a:pt x="1113573" y="306863"/>
                  </a:lnTo>
                  <a:lnTo>
                    <a:pt x="1111109" y="306863"/>
                  </a:lnTo>
                  <a:lnTo>
                    <a:pt x="1108645" y="306863"/>
                  </a:lnTo>
                  <a:lnTo>
                    <a:pt x="1106182" y="306863"/>
                  </a:lnTo>
                  <a:lnTo>
                    <a:pt x="1103718" y="306863"/>
                  </a:lnTo>
                  <a:lnTo>
                    <a:pt x="1101254" y="306863"/>
                  </a:lnTo>
                  <a:lnTo>
                    <a:pt x="1098791" y="306863"/>
                  </a:lnTo>
                  <a:lnTo>
                    <a:pt x="1096327" y="306863"/>
                  </a:lnTo>
                  <a:lnTo>
                    <a:pt x="1093863" y="306863"/>
                  </a:lnTo>
                  <a:lnTo>
                    <a:pt x="1091400" y="306863"/>
                  </a:lnTo>
                  <a:lnTo>
                    <a:pt x="1088936" y="306863"/>
                  </a:lnTo>
                  <a:lnTo>
                    <a:pt x="1086472" y="306863"/>
                  </a:lnTo>
                  <a:lnTo>
                    <a:pt x="1084009" y="306863"/>
                  </a:lnTo>
                  <a:lnTo>
                    <a:pt x="1081545" y="306863"/>
                  </a:lnTo>
                  <a:lnTo>
                    <a:pt x="1079082" y="306863"/>
                  </a:lnTo>
                  <a:lnTo>
                    <a:pt x="1076618" y="306863"/>
                  </a:lnTo>
                  <a:lnTo>
                    <a:pt x="1074154" y="306863"/>
                  </a:lnTo>
                  <a:lnTo>
                    <a:pt x="1071691" y="306863"/>
                  </a:lnTo>
                  <a:lnTo>
                    <a:pt x="1069227" y="306863"/>
                  </a:lnTo>
                  <a:lnTo>
                    <a:pt x="1066763" y="306863"/>
                  </a:lnTo>
                  <a:lnTo>
                    <a:pt x="1064300" y="306863"/>
                  </a:lnTo>
                  <a:lnTo>
                    <a:pt x="1061836" y="306863"/>
                  </a:lnTo>
                  <a:lnTo>
                    <a:pt x="1059372" y="306863"/>
                  </a:lnTo>
                  <a:lnTo>
                    <a:pt x="1056909" y="306863"/>
                  </a:lnTo>
                  <a:lnTo>
                    <a:pt x="1054445" y="306863"/>
                  </a:lnTo>
                  <a:lnTo>
                    <a:pt x="1051981" y="306863"/>
                  </a:lnTo>
                  <a:lnTo>
                    <a:pt x="1049518" y="306863"/>
                  </a:lnTo>
                  <a:lnTo>
                    <a:pt x="1047054" y="306863"/>
                  </a:lnTo>
                  <a:lnTo>
                    <a:pt x="1044590" y="306863"/>
                  </a:lnTo>
                  <a:lnTo>
                    <a:pt x="1042127" y="306863"/>
                  </a:lnTo>
                  <a:lnTo>
                    <a:pt x="1039663" y="306863"/>
                  </a:lnTo>
                  <a:lnTo>
                    <a:pt x="1037199" y="306863"/>
                  </a:lnTo>
                  <a:lnTo>
                    <a:pt x="1034736" y="306863"/>
                  </a:lnTo>
                  <a:lnTo>
                    <a:pt x="1032272" y="306863"/>
                  </a:lnTo>
                  <a:lnTo>
                    <a:pt x="1029808" y="306863"/>
                  </a:lnTo>
                  <a:lnTo>
                    <a:pt x="1027345" y="306863"/>
                  </a:lnTo>
                  <a:lnTo>
                    <a:pt x="1024881" y="306863"/>
                  </a:lnTo>
                  <a:lnTo>
                    <a:pt x="1022417" y="306863"/>
                  </a:lnTo>
                  <a:lnTo>
                    <a:pt x="1019954" y="306863"/>
                  </a:lnTo>
                  <a:lnTo>
                    <a:pt x="1017490" y="306863"/>
                  </a:lnTo>
                  <a:lnTo>
                    <a:pt x="1015026" y="306863"/>
                  </a:lnTo>
                  <a:lnTo>
                    <a:pt x="1012563" y="306863"/>
                  </a:lnTo>
                  <a:lnTo>
                    <a:pt x="1010099" y="306863"/>
                  </a:lnTo>
                  <a:lnTo>
                    <a:pt x="1007635" y="306863"/>
                  </a:lnTo>
                  <a:lnTo>
                    <a:pt x="1005172" y="306863"/>
                  </a:lnTo>
                  <a:lnTo>
                    <a:pt x="1002708" y="306863"/>
                  </a:lnTo>
                  <a:lnTo>
                    <a:pt x="1000244" y="306863"/>
                  </a:lnTo>
                  <a:lnTo>
                    <a:pt x="997781" y="306863"/>
                  </a:lnTo>
                  <a:lnTo>
                    <a:pt x="995317" y="306863"/>
                  </a:lnTo>
                  <a:lnTo>
                    <a:pt x="992853" y="306863"/>
                  </a:lnTo>
                  <a:lnTo>
                    <a:pt x="990390" y="306863"/>
                  </a:lnTo>
                  <a:lnTo>
                    <a:pt x="987926" y="306863"/>
                  </a:lnTo>
                  <a:lnTo>
                    <a:pt x="985463" y="306863"/>
                  </a:lnTo>
                  <a:lnTo>
                    <a:pt x="982999" y="306863"/>
                  </a:lnTo>
                  <a:lnTo>
                    <a:pt x="980535" y="306863"/>
                  </a:lnTo>
                  <a:lnTo>
                    <a:pt x="978072" y="306863"/>
                  </a:lnTo>
                  <a:lnTo>
                    <a:pt x="975608" y="306863"/>
                  </a:lnTo>
                  <a:lnTo>
                    <a:pt x="973144" y="306863"/>
                  </a:lnTo>
                  <a:lnTo>
                    <a:pt x="970681" y="306863"/>
                  </a:lnTo>
                  <a:lnTo>
                    <a:pt x="968217" y="306863"/>
                  </a:lnTo>
                  <a:lnTo>
                    <a:pt x="965753" y="306863"/>
                  </a:lnTo>
                  <a:lnTo>
                    <a:pt x="963290" y="306863"/>
                  </a:lnTo>
                  <a:lnTo>
                    <a:pt x="960826" y="306863"/>
                  </a:lnTo>
                  <a:lnTo>
                    <a:pt x="958362" y="306863"/>
                  </a:lnTo>
                  <a:lnTo>
                    <a:pt x="955899" y="306863"/>
                  </a:lnTo>
                  <a:lnTo>
                    <a:pt x="953435" y="306863"/>
                  </a:lnTo>
                  <a:lnTo>
                    <a:pt x="950971" y="306863"/>
                  </a:lnTo>
                  <a:lnTo>
                    <a:pt x="948508" y="306863"/>
                  </a:lnTo>
                  <a:lnTo>
                    <a:pt x="946044" y="306863"/>
                  </a:lnTo>
                  <a:lnTo>
                    <a:pt x="943580" y="306863"/>
                  </a:lnTo>
                  <a:lnTo>
                    <a:pt x="941117" y="306863"/>
                  </a:lnTo>
                  <a:lnTo>
                    <a:pt x="938653" y="306863"/>
                  </a:lnTo>
                  <a:lnTo>
                    <a:pt x="936189" y="306863"/>
                  </a:lnTo>
                  <a:lnTo>
                    <a:pt x="933726" y="306863"/>
                  </a:lnTo>
                  <a:lnTo>
                    <a:pt x="931262" y="306863"/>
                  </a:lnTo>
                  <a:lnTo>
                    <a:pt x="928798" y="306863"/>
                  </a:lnTo>
                  <a:lnTo>
                    <a:pt x="926335" y="306863"/>
                  </a:lnTo>
                  <a:lnTo>
                    <a:pt x="923871" y="306863"/>
                  </a:lnTo>
                  <a:lnTo>
                    <a:pt x="921407" y="306863"/>
                  </a:lnTo>
                  <a:lnTo>
                    <a:pt x="918944" y="306863"/>
                  </a:lnTo>
                  <a:lnTo>
                    <a:pt x="916480" y="306863"/>
                  </a:lnTo>
                  <a:lnTo>
                    <a:pt x="914016" y="306863"/>
                  </a:lnTo>
                  <a:lnTo>
                    <a:pt x="911553" y="306863"/>
                  </a:lnTo>
                  <a:lnTo>
                    <a:pt x="909089" y="306863"/>
                  </a:lnTo>
                  <a:lnTo>
                    <a:pt x="906625" y="306863"/>
                  </a:lnTo>
                  <a:lnTo>
                    <a:pt x="904162" y="306863"/>
                  </a:lnTo>
                  <a:lnTo>
                    <a:pt x="901698" y="306863"/>
                  </a:lnTo>
                  <a:lnTo>
                    <a:pt x="899235" y="306863"/>
                  </a:lnTo>
                  <a:lnTo>
                    <a:pt x="896771" y="306863"/>
                  </a:lnTo>
                  <a:lnTo>
                    <a:pt x="894307" y="306863"/>
                  </a:lnTo>
                  <a:lnTo>
                    <a:pt x="891844" y="306863"/>
                  </a:lnTo>
                  <a:lnTo>
                    <a:pt x="889380" y="306863"/>
                  </a:lnTo>
                  <a:lnTo>
                    <a:pt x="886916" y="306863"/>
                  </a:lnTo>
                  <a:lnTo>
                    <a:pt x="884453" y="306863"/>
                  </a:lnTo>
                  <a:lnTo>
                    <a:pt x="881989" y="306863"/>
                  </a:lnTo>
                  <a:lnTo>
                    <a:pt x="879525" y="306863"/>
                  </a:lnTo>
                  <a:lnTo>
                    <a:pt x="877062" y="306863"/>
                  </a:lnTo>
                  <a:lnTo>
                    <a:pt x="874598" y="306863"/>
                  </a:lnTo>
                  <a:lnTo>
                    <a:pt x="872134" y="306863"/>
                  </a:lnTo>
                  <a:lnTo>
                    <a:pt x="869671" y="306863"/>
                  </a:lnTo>
                  <a:lnTo>
                    <a:pt x="867207" y="306863"/>
                  </a:lnTo>
                  <a:lnTo>
                    <a:pt x="864743" y="306863"/>
                  </a:lnTo>
                  <a:lnTo>
                    <a:pt x="862280" y="306863"/>
                  </a:lnTo>
                  <a:lnTo>
                    <a:pt x="859816" y="306863"/>
                  </a:lnTo>
                  <a:lnTo>
                    <a:pt x="857352" y="306863"/>
                  </a:lnTo>
                  <a:lnTo>
                    <a:pt x="854889" y="306863"/>
                  </a:lnTo>
                  <a:lnTo>
                    <a:pt x="852425" y="306863"/>
                  </a:lnTo>
                  <a:lnTo>
                    <a:pt x="849961" y="306863"/>
                  </a:lnTo>
                  <a:lnTo>
                    <a:pt x="847498" y="306863"/>
                  </a:lnTo>
                  <a:lnTo>
                    <a:pt x="845034" y="306863"/>
                  </a:lnTo>
                  <a:lnTo>
                    <a:pt x="842570" y="306863"/>
                  </a:lnTo>
                  <a:lnTo>
                    <a:pt x="840107" y="306863"/>
                  </a:lnTo>
                  <a:lnTo>
                    <a:pt x="837643" y="306863"/>
                  </a:lnTo>
                  <a:lnTo>
                    <a:pt x="835179" y="306863"/>
                  </a:lnTo>
                  <a:lnTo>
                    <a:pt x="832716" y="306863"/>
                  </a:lnTo>
                  <a:lnTo>
                    <a:pt x="830252" y="306863"/>
                  </a:lnTo>
                  <a:lnTo>
                    <a:pt x="827788" y="306863"/>
                  </a:lnTo>
                  <a:lnTo>
                    <a:pt x="825325" y="306863"/>
                  </a:lnTo>
                  <a:lnTo>
                    <a:pt x="822861" y="306863"/>
                  </a:lnTo>
                  <a:lnTo>
                    <a:pt x="820397" y="306863"/>
                  </a:lnTo>
                  <a:lnTo>
                    <a:pt x="817934" y="306863"/>
                  </a:lnTo>
                  <a:lnTo>
                    <a:pt x="815470" y="306863"/>
                  </a:lnTo>
                  <a:lnTo>
                    <a:pt x="813006" y="306863"/>
                  </a:lnTo>
                  <a:lnTo>
                    <a:pt x="810543" y="306863"/>
                  </a:lnTo>
                  <a:lnTo>
                    <a:pt x="808079" y="306863"/>
                  </a:lnTo>
                  <a:lnTo>
                    <a:pt x="805616" y="306863"/>
                  </a:lnTo>
                  <a:lnTo>
                    <a:pt x="803152" y="306863"/>
                  </a:lnTo>
                  <a:lnTo>
                    <a:pt x="800688" y="306863"/>
                  </a:lnTo>
                  <a:lnTo>
                    <a:pt x="798225" y="306863"/>
                  </a:lnTo>
                  <a:lnTo>
                    <a:pt x="795761" y="306863"/>
                  </a:lnTo>
                  <a:lnTo>
                    <a:pt x="793297" y="306863"/>
                  </a:lnTo>
                  <a:lnTo>
                    <a:pt x="790834" y="306863"/>
                  </a:lnTo>
                  <a:lnTo>
                    <a:pt x="788370" y="306863"/>
                  </a:lnTo>
                  <a:lnTo>
                    <a:pt x="785906" y="306863"/>
                  </a:lnTo>
                  <a:lnTo>
                    <a:pt x="783443" y="306863"/>
                  </a:lnTo>
                  <a:lnTo>
                    <a:pt x="780979" y="306863"/>
                  </a:lnTo>
                  <a:lnTo>
                    <a:pt x="778515" y="306863"/>
                  </a:lnTo>
                  <a:lnTo>
                    <a:pt x="776052" y="306863"/>
                  </a:lnTo>
                  <a:lnTo>
                    <a:pt x="773588" y="306863"/>
                  </a:lnTo>
                  <a:lnTo>
                    <a:pt x="771124" y="306863"/>
                  </a:lnTo>
                  <a:lnTo>
                    <a:pt x="768661" y="306863"/>
                  </a:lnTo>
                  <a:lnTo>
                    <a:pt x="766197" y="306863"/>
                  </a:lnTo>
                  <a:lnTo>
                    <a:pt x="763733" y="306863"/>
                  </a:lnTo>
                  <a:lnTo>
                    <a:pt x="761270" y="306863"/>
                  </a:lnTo>
                  <a:lnTo>
                    <a:pt x="758806" y="306863"/>
                  </a:lnTo>
                  <a:lnTo>
                    <a:pt x="756342" y="306863"/>
                  </a:lnTo>
                  <a:lnTo>
                    <a:pt x="753879" y="306863"/>
                  </a:lnTo>
                  <a:lnTo>
                    <a:pt x="751415" y="306863"/>
                  </a:lnTo>
                  <a:lnTo>
                    <a:pt x="748951" y="306863"/>
                  </a:lnTo>
                  <a:lnTo>
                    <a:pt x="746488" y="306863"/>
                  </a:lnTo>
                  <a:lnTo>
                    <a:pt x="744024" y="306863"/>
                  </a:lnTo>
                  <a:lnTo>
                    <a:pt x="741560" y="306863"/>
                  </a:lnTo>
                  <a:lnTo>
                    <a:pt x="739097" y="306863"/>
                  </a:lnTo>
                  <a:lnTo>
                    <a:pt x="736633" y="306863"/>
                  </a:lnTo>
                  <a:lnTo>
                    <a:pt x="734169" y="306863"/>
                  </a:lnTo>
                  <a:lnTo>
                    <a:pt x="731706" y="306863"/>
                  </a:lnTo>
                  <a:lnTo>
                    <a:pt x="729242" y="306863"/>
                  </a:lnTo>
                  <a:lnTo>
                    <a:pt x="726778" y="306863"/>
                  </a:lnTo>
                  <a:lnTo>
                    <a:pt x="724315" y="306863"/>
                  </a:lnTo>
                  <a:lnTo>
                    <a:pt x="721851" y="306863"/>
                  </a:lnTo>
                  <a:lnTo>
                    <a:pt x="719388" y="306863"/>
                  </a:lnTo>
                  <a:lnTo>
                    <a:pt x="716924" y="306863"/>
                  </a:lnTo>
                  <a:lnTo>
                    <a:pt x="714460" y="306863"/>
                  </a:lnTo>
                  <a:lnTo>
                    <a:pt x="711997" y="306863"/>
                  </a:lnTo>
                  <a:lnTo>
                    <a:pt x="709533" y="306863"/>
                  </a:lnTo>
                  <a:lnTo>
                    <a:pt x="707069" y="306863"/>
                  </a:lnTo>
                  <a:lnTo>
                    <a:pt x="704606" y="306863"/>
                  </a:lnTo>
                  <a:lnTo>
                    <a:pt x="702142" y="306863"/>
                  </a:lnTo>
                  <a:lnTo>
                    <a:pt x="699678" y="306863"/>
                  </a:lnTo>
                  <a:lnTo>
                    <a:pt x="697215" y="306863"/>
                  </a:lnTo>
                  <a:lnTo>
                    <a:pt x="694751" y="306863"/>
                  </a:lnTo>
                  <a:lnTo>
                    <a:pt x="692287" y="306863"/>
                  </a:lnTo>
                  <a:lnTo>
                    <a:pt x="689824" y="306863"/>
                  </a:lnTo>
                  <a:lnTo>
                    <a:pt x="687360" y="306863"/>
                  </a:lnTo>
                  <a:lnTo>
                    <a:pt x="684896" y="306863"/>
                  </a:lnTo>
                  <a:lnTo>
                    <a:pt x="682433" y="306863"/>
                  </a:lnTo>
                  <a:lnTo>
                    <a:pt x="679969" y="306863"/>
                  </a:lnTo>
                  <a:lnTo>
                    <a:pt x="677505" y="306863"/>
                  </a:lnTo>
                  <a:lnTo>
                    <a:pt x="675042" y="306863"/>
                  </a:lnTo>
                  <a:lnTo>
                    <a:pt x="672578" y="306863"/>
                  </a:lnTo>
                  <a:lnTo>
                    <a:pt x="670114" y="306863"/>
                  </a:lnTo>
                  <a:lnTo>
                    <a:pt x="667651" y="306863"/>
                  </a:lnTo>
                  <a:lnTo>
                    <a:pt x="665187" y="306863"/>
                  </a:lnTo>
                  <a:lnTo>
                    <a:pt x="662723" y="306863"/>
                  </a:lnTo>
                  <a:lnTo>
                    <a:pt x="660260" y="306863"/>
                  </a:lnTo>
                  <a:lnTo>
                    <a:pt x="657796" y="306863"/>
                  </a:lnTo>
                  <a:lnTo>
                    <a:pt x="655332" y="306863"/>
                  </a:lnTo>
                  <a:lnTo>
                    <a:pt x="652869" y="306863"/>
                  </a:lnTo>
                  <a:lnTo>
                    <a:pt x="650405" y="306863"/>
                  </a:lnTo>
                  <a:lnTo>
                    <a:pt x="647941" y="306863"/>
                  </a:lnTo>
                  <a:lnTo>
                    <a:pt x="645478" y="306863"/>
                  </a:lnTo>
                  <a:lnTo>
                    <a:pt x="643014" y="306863"/>
                  </a:lnTo>
                  <a:lnTo>
                    <a:pt x="640550" y="306863"/>
                  </a:lnTo>
                  <a:lnTo>
                    <a:pt x="638087" y="306863"/>
                  </a:lnTo>
                  <a:lnTo>
                    <a:pt x="635623" y="306863"/>
                  </a:lnTo>
                  <a:lnTo>
                    <a:pt x="633159" y="306863"/>
                  </a:lnTo>
                  <a:lnTo>
                    <a:pt x="630696" y="306863"/>
                  </a:lnTo>
                  <a:lnTo>
                    <a:pt x="628232" y="306863"/>
                  </a:lnTo>
                  <a:lnTo>
                    <a:pt x="625769" y="306863"/>
                  </a:lnTo>
                  <a:lnTo>
                    <a:pt x="623305" y="306863"/>
                  </a:lnTo>
                  <a:lnTo>
                    <a:pt x="620841" y="306863"/>
                  </a:lnTo>
                  <a:lnTo>
                    <a:pt x="618378" y="306863"/>
                  </a:lnTo>
                  <a:lnTo>
                    <a:pt x="615914" y="306863"/>
                  </a:lnTo>
                  <a:lnTo>
                    <a:pt x="613450" y="306863"/>
                  </a:lnTo>
                  <a:lnTo>
                    <a:pt x="610987" y="306863"/>
                  </a:lnTo>
                  <a:lnTo>
                    <a:pt x="608523" y="306863"/>
                  </a:lnTo>
                  <a:lnTo>
                    <a:pt x="606059" y="306863"/>
                  </a:lnTo>
                  <a:lnTo>
                    <a:pt x="603596" y="306863"/>
                  </a:lnTo>
                  <a:lnTo>
                    <a:pt x="601132" y="306863"/>
                  </a:lnTo>
                  <a:lnTo>
                    <a:pt x="598668" y="306863"/>
                  </a:lnTo>
                  <a:lnTo>
                    <a:pt x="596205" y="306863"/>
                  </a:lnTo>
                  <a:lnTo>
                    <a:pt x="593741" y="306863"/>
                  </a:lnTo>
                  <a:lnTo>
                    <a:pt x="591277" y="306863"/>
                  </a:lnTo>
                  <a:lnTo>
                    <a:pt x="588814" y="306863"/>
                  </a:lnTo>
                  <a:lnTo>
                    <a:pt x="586350" y="306863"/>
                  </a:lnTo>
                  <a:lnTo>
                    <a:pt x="583886" y="306863"/>
                  </a:lnTo>
                  <a:lnTo>
                    <a:pt x="581423" y="306863"/>
                  </a:lnTo>
                  <a:lnTo>
                    <a:pt x="578959" y="306863"/>
                  </a:lnTo>
                  <a:lnTo>
                    <a:pt x="576495" y="306863"/>
                  </a:lnTo>
                  <a:lnTo>
                    <a:pt x="574032" y="306863"/>
                  </a:lnTo>
                  <a:lnTo>
                    <a:pt x="571568" y="306863"/>
                  </a:lnTo>
                  <a:lnTo>
                    <a:pt x="569104" y="306863"/>
                  </a:lnTo>
                  <a:lnTo>
                    <a:pt x="566641" y="306863"/>
                  </a:lnTo>
                  <a:lnTo>
                    <a:pt x="564177" y="306863"/>
                  </a:lnTo>
                  <a:lnTo>
                    <a:pt x="561713" y="306863"/>
                  </a:lnTo>
                  <a:lnTo>
                    <a:pt x="559250" y="306863"/>
                  </a:lnTo>
                  <a:lnTo>
                    <a:pt x="556786" y="306863"/>
                  </a:lnTo>
                  <a:lnTo>
                    <a:pt x="554322" y="306863"/>
                  </a:lnTo>
                  <a:lnTo>
                    <a:pt x="551859" y="306863"/>
                  </a:lnTo>
                  <a:lnTo>
                    <a:pt x="549395" y="306863"/>
                  </a:lnTo>
                  <a:lnTo>
                    <a:pt x="546931" y="306863"/>
                  </a:lnTo>
                  <a:lnTo>
                    <a:pt x="544468" y="306863"/>
                  </a:lnTo>
                  <a:lnTo>
                    <a:pt x="542004" y="306863"/>
                  </a:lnTo>
                  <a:lnTo>
                    <a:pt x="539541" y="306863"/>
                  </a:lnTo>
                  <a:lnTo>
                    <a:pt x="537077" y="306863"/>
                  </a:lnTo>
                  <a:lnTo>
                    <a:pt x="534613" y="306863"/>
                  </a:lnTo>
                  <a:lnTo>
                    <a:pt x="532150" y="306863"/>
                  </a:lnTo>
                  <a:lnTo>
                    <a:pt x="529686" y="306863"/>
                  </a:lnTo>
                  <a:lnTo>
                    <a:pt x="527222" y="306863"/>
                  </a:lnTo>
                  <a:lnTo>
                    <a:pt x="524759" y="306863"/>
                  </a:lnTo>
                  <a:lnTo>
                    <a:pt x="522295" y="306863"/>
                  </a:lnTo>
                  <a:lnTo>
                    <a:pt x="519831" y="306863"/>
                  </a:lnTo>
                  <a:lnTo>
                    <a:pt x="517368" y="306863"/>
                  </a:lnTo>
                  <a:lnTo>
                    <a:pt x="514904" y="306863"/>
                  </a:lnTo>
                  <a:lnTo>
                    <a:pt x="512440" y="306863"/>
                  </a:lnTo>
                  <a:lnTo>
                    <a:pt x="509977" y="306863"/>
                  </a:lnTo>
                  <a:lnTo>
                    <a:pt x="507513" y="306863"/>
                  </a:lnTo>
                  <a:lnTo>
                    <a:pt x="505049" y="306863"/>
                  </a:lnTo>
                  <a:lnTo>
                    <a:pt x="502586" y="306863"/>
                  </a:lnTo>
                  <a:lnTo>
                    <a:pt x="500122" y="306863"/>
                  </a:lnTo>
                  <a:lnTo>
                    <a:pt x="497658" y="306863"/>
                  </a:lnTo>
                  <a:lnTo>
                    <a:pt x="495195" y="306863"/>
                  </a:lnTo>
                  <a:lnTo>
                    <a:pt x="492731" y="306863"/>
                  </a:lnTo>
                  <a:lnTo>
                    <a:pt x="490267" y="306863"/>
                  </a:lnTo>
                  <a:lnTo>
                    <a:pt x="487804" y="306863"/>
                  </a:lnTo>
                  <a:lnTo>
                    <a:pt x="485340" y="306863"/>
                  </a:lnTo>
                  <a:lnTo>
                    <a:pt x="482876" y="306863"/>
                  </a:lnTo>
                  <a:lnTo>
                    <a:pt x="480413" y="306863"/>
                  </a:lnTo>
                  <a:lnTo>
                    <a:pt x="477949" y="306863"/>
                  </a:lnTo>
                  <a:lnTo>
                    <a:pt x="475485" y="306863"/>
                  </a:lnTo>
                  <a:lnTo>
                    <a:pt x="473022" y="306863"/>
                  </a:lnTo>
                  <a:lnTo>
                    <a:pt x="470558" y="306863"/>
                  </a:lnTo>
                  <a:lnTo>
                    <a:pt x="468094" y="306863"/>
                  </a:lnTo>
                  <a:lnTo>
                    <a:pt x="465631" y="306863"/>
                  </a:lnTo>
                  <a:lnTo>
                    <a:pt x="463167" y="306863"/>
                  </a:lnTo>
                  <a:lnTo>
                    <a:pt x="460703" y="306863"/>
                  </a:lnTo>
                  <a:lnTo>
                    <a:pt x="458240" y="306863"/>
                  </a:lnTo>
                  <a:lnTo>
                    <a:pt x="455776" y="306863"/>
                  </a:lnTo>
                  <a:lnTo>
                    <a:pt x="453312" y="306863"/>
                  </a:lnTo>
                  <a:lnTo>
                    <a:pt x="450849" y="306863"/>
                  </a:lnTo>
                  <a:lnTo>
                    <a:pt x="448385" y="306863"/>
                  </a:lnTo>
                  <a:lnTo>
                    <a:pt x="445922" y="306863"/>
                  </a:lnTo>
                  <a:lnTo>
                    <a:pt x="443458" y="306863"/>
                  </a:lnTo>
                  <a:lnTo>
                    <a:pt x="440994" y="306863"/>
                  </a:lnTo>
                  <a:lnTo>
                    <a:pt x="438531" y="306863"/>
                  </a:lnTo>
                  <a:lnTo>
                    <a:pt x="436067" y="306863"/>
                  </a:lnTo>
                  <a:lnTo>
                    <a:pt x="433603" y="306863"/>
                  </a:lnTo>
                  <a:lnTo>
                    <a:pt x="431140" y="306863"/>
                  </a:lnTo>
                  <a:lnTo>
                    <a:pt x="428676" y="306863"/>
                  </a:lnTo>
                  <a:lnTo>
                    <a:pt x="426212" y="306863"/>
                  </a:lnTo>
                  <a:lnTo>
                    <a:pt x="423749" y="306863"/>
                  </a:lnTo>
                  <a:lnTo>
                    <a:pt x="421285" y="306863"/>
                  </a:lnTo>
                  <a:lnTo>
                    <a:pt x="418821" y="306863"/>
                  </a:lnTo>
                  <a:lnTo>
                    <a:pt x="416358" y="306863"/>
                  </a:lnTo>
                  <a:lnTo>
                    <a:pt x="413894" y="306863"/>
                  </a:lnTo>
                  <a:lnTo>
                    <a:pt x="411430" y="306863"/>
                  </a:lnTo>
                  <a:lnTo>
                    <a:pt x="408967" y="306863"/>
                  </a:lnTo>
                  <a:lnTo>
                    <a:pt x="406503" y="306863"/>
                  </a:lnTo>
                  <a:lnTo>
                    <a:pt x="404039" y="306863"/>
                  </a:lnTo>
                  <a:lnTo>
                    <a:pt x="401576" y="306863"/>
                  </a:lnTo>
                  <a:lnTo>
                    <a:pt x="399112" y="306863"/>
                  </a:lnTo>
                  <a:lnTo>
                    <a:pt x="396648" y="306863"/>
                  </a:lnTo>
                  <a:lnTo>
                    <a:pt x="394185" y="306863"/>
                  </a:lnTo>
                  <a:lnTo>
                    <a:pt x="391721" y="306863"/>
                  </a:lnTo>
                  <a:lnTo>
                    <a:pt x="389257" y="306863"/>
                  </a:lnTo>
                  <a:lnTo>
                    <a:pt x="386794" y="306863"/>
                  </a:lnTo>
                  <a:lnTo>
                    <a:pt x="384330" y="306863"/>
                  </a:lnTo>
                  <a:lnTo>
                    <a:pt x="381866" y="306863"/>
                  </a:lnTo>
                  <a:lnTo>
                    <a:pt x="379403" y="306863"/>
                  </a:lnTo>
                  <a:lnTo>
                    <a:pt x="376939" y="306863"/>
                  </a:lnTo>
                  <a:lnTo>
                    <a:pt x="374475" y="306863"/>
                  </a:lnTo>
                  <a:lnTo>
                    <a:pt x="372012" y="306863"/>
                  </a:lnTo>
                  <a:lnTo>
                    <a:pt x="369548" y="306863"/>
                  </a:lnTo>
                  <a:lnTo>
                    <a:pt x="367084" y="306863"/>
                  </a:lnTo>
                  <a:lnTo>
                    <a:pt x="364621" y="306863"/>
                  </a:lnTo>
                  <a:lnTo>
                    <a:pt x="362157" y="306863"/>
                  </a:lnTo>
                  <a:lnTo>
                    <a:pt x="359694" y="306863"/>
                  </a:lnTo>
                  <a:lnTo>
                    <a:pt x="357230" y="306863"/>
                  </a:lnTo>
                  <a:lnTo>
                    <a:pt x="354766" y="306863"/>
                  </a:lnTo>
                  <a:lnTo>
                    <a:pt x="352303" y="306863"/>
                  </a:lnTo>
                  <a:lnTo>
                    <a:pt x="349839" y="306863"/>
                  </a:lnTo>
                  <a:lnTo>
                    <a:pt x="347375" y="306863"/>
                  </a:lnTo>
                  <a:lnTo>
                    <a:pt x="344912" y="306863"/>
                  </a:lnTo>
                  <a:lnTo>
                    <a:pt x="342448" y="306863"/>
                  </a:lnTo>
                  <a:lnTo>
                    <a:pt x="339984" y="306863"/>
                  </a:lnTo>
                  <a:lnTo>
                    <a:pt x="337521" y="306863"/>
                  </a:lnTo>
                  <a:lnTo>
                    <a:pt x="335057" y="306863"/>
                  </a:lnTo>
                  <a:lnTo>
                    <a:pt x="332593" y="306863"/>
                  </a:lnTo>
                  <a:lnTo>
                    <a:pt x="330130" y="306863"/>
                  </a:lnTo>
                  <a:lnTo>
                    <a:pt x="327666" y="306863"/>
                  </a:lnTo>
                  <a:lnTo>
                    <a:pt x="325202" y="306863"/>
                  </a:lnTo>
                  <a:lnTo>
                    <a:pt x="322739" y="306863"/>
                  </a:lnTo>
                  <a:lnTo>
                    <a:pt x="320275" y="306863"/>
                  </a:lnTo>
                  <a:lnTo>
                    <a:pt x="317811" y="306863"/>
                  </a:lnTo>
                  <a:lnTo>
                    <a:pt x="315348" y="306863"/>
                  </a:lnTo>
                  <a:lnTo>
                    <a:pt x="312884" y="306863"/>
                  </a:lnTo>
                  <a:lnTo>
                    <a:pt x="310420" y="306863"/>
                  </a:lnTo>
                  <a:lnTo>
                    <a:pt x="307957" y="306863"/>
                  </a:lnTo>
                  <a:lnTo>
                    <a:pt x="305493" y="306863"/>
                  </a:lnTo>
                  <a:lnTo>
                    <a:pt x="303029" y="306863"/>
                  </a:lnTo>
                  <a:lnTo>
                    <a:pt x="300566" y="306863"/>
                  </a:lnTo>
                  <a:lnTo>
                    <a:pt x="298102" y="306863"/>
                  </a:lnTo>
                  <a:lnTo>
                    <a:pt x="295638" y="306863"/>
                  </a:lnTo>
                  <a:lnTo>
                    <a:pt x="293175" y="306863"/>
                  </a:lnTo>
                  <a:lnTo>
                    <a:pt x="290711" y="306863"/>
                  </a:lnTo>
                  <a:lnTo>
                    <a:pt x="288247" y="306863"/>
                  </a:lnTo>
                  <a:lnTo>
                    <a:pt x="285784" y="306863"/>
                  </a:lnTo>
                  <a:lnTo>
                    <a:pt x="283320" y="306863"/>
                  </a:lnTo>
                  <a:lnTo>
                    <a:pt x="280856" y="306863"/>
                  </a:lnTo>
                  <a:lnTo>
                    <a:pt x="278393" y="306863"/>
                  </a:lnTo>
                  <a:lnTo>
                    <a:pt x="275929" y="306863"/>
                  </a:lnTo>
                  <a:lnTo>
                    <a:pt x="273465" y="306863"/>
                  </a:lnTo>
                  <a:lnTo>
                    <a:pt x="271002" y="306863"/>
                  </a:lnTo>
                  <a:lnTo>
                    <a:pt x="268538" y="306863"/>
                  </a:lnTo>
                  <a:lnTo>
                    <a:pt x="266075" y="306863"/>
                  </a:lnTo>
                  <a:lnTo>
                    <a:pt x="263611" y="306863"/>
                  </a:lnTo>
                  <a:lnTo>
                    <a:pt x="261147" y="306863"/>
                  </a:lnTo>
                  <a:lnTo>
                    <a:pt x="258684" y="306863"/>
                  </a:lnTo>
                  <a:lnTo>
                    <a:pt x="256220" y="306863"/>
                  </a:lnTo>
                  <a:lnTo>
                    <a:pt x="253756" y="306863"/>
                  </a:lnTo>
                  <a:lnTo>
                    <a:pt x="251293" y="306863"/>
                  </a:lnTo>
                  <a:lnTo>
                    <a:pt x="248829" y="306863"/>
                  </a:lnTo>
                  <a:lnTo>
                    <a:pt x="246365" y="306863"/>
                  </a:lnTo>
                  <a:lnTo>
                    <a:pt x="243902" y="306863"/>
                  </a:lnTo>
                  <a:lnTo>
                    <a:pt x="241438" y="306863"/>
                  </a:lnTo>
                  <a:lnTo>
                    <a:pt x="238974" y="306863"/>
                  </a:lnTo>
                  <a:lnTo>
                    <a:pt x="236511" y="306863"/>
                  </a:lnTo>
                  <a:lnTo>
                    <a:pt x="234047" y="306863"/>
                  </a:lnTo>
                  <a:lnTo>
                    <a:pt x="231583" y="306863"/>
                  </a:lnTo>
                  <a:lnTo>
                    <a:pt x="229120" y="306863"/>
                  </a:lnTo>
                  <a:lnTo>
                    <a:pt x="226656" y="306863"/>
                  </a:lnTo>
                  <a:lnTo>
                    <a:pt x="224192" y="306863"/>
                  </a:lnTo>
                  <a:lnTo>
                    <a:pt x="221729" y="306863"/>
                  </a:lnTo>
                  <a:lnTo>
                    <a:pt x="219265" y="306863"/>
                  </a:lnTo>
                  <a:lnTo>
                    <a:pt x="216801" y="306863"/>
                  </a:lnTo>
                  <a:lnTo>
                    <a:pt x="214338" y="306863"/>
                  </a:lnTo>
                  <a:lnTo>
                    <a:pt x="211874" y="306863"/>
                  </a:lnTo>
                  <a:lnTo>
                    <a:pt x="209410" y="306863"/>
                  </a:lnTo>
                  <a:lnTo>
                    <a:pt x="206947" y="306863"/>
                  </a:lnTo>
                  <a:lnTo>
                    <a:pt x="204483" y="306863"/>
                  </a:lnTo>
                  <a:lnTo>
                    <a:pt x="202019" y="306863"/>
                  </a:lnTo>
                  <a:lnTo>
                    <a:pt x="199556" y="306863"/>
                  </a:lnTo>
                  <a:lnTo>
                    <a:pt x="197092" y="306863"/>
                  </a:lnTo>
                  <a:lnTo>
                    <a:pt x="194628" y="306863"/>
                  </a:lnTo>
                  <a:lnTo>
                    <a:pt x="192165" y="306863"/>
                  </a:lnTo>
                  <a:lnTo>
                    <a:pt x="189701" y="306863"/>
                  </a:lnTo>
                  <a:lnTo>
                    <a:pt x="187237" y="306863"/>
                  </a:lnTo>
                  <a:lnTo>
                    <a:pt x="184774" y="306863"/>
                  </a:lnTo>
                  <a:lnTo>
                    <a:pt x="182310" y="306863"/>
                  </a:lnTo>
                  <a:lnTo>
                    <a:pt x="179847" y="306863"/>
                  </a:lnTo>
                  <a:lnTo>
                    <a:pt x="177383" y="306863"/>
                  </a:lnTo>
                  <a:lnTo>
                    <a:pt x="174919" y="306863"/>
                  </a:lnTo>
                  <a:lnTo>
                    <a:pt x="172456" y="306863"/>
                  </a:lnTo>
                  <a:lnTo>
                    <a:pt x="169992" y="306863"/>
                  </a:lnTo>
                  <a:lnTo>
                    <a:pt x="167528" y="306863"/>
                  </a:lnTo>
                  <a:lnTo>
                    <a:pt x="165065" y="306863"/>
                  </a:lnTo>
                  <a:lnTo>
                    <a:pt x="162601" y="306863"/>
                  </a:lnTo>
                  <a:lnTo>
                    <a:pt x="160137" y="306863"/>
                  </a:lnTo>
                  <a:lnTo>
                    <a:pt x="157674" y="306863"/>
                  </a:lnTo>
                  <a:lnTo>
                    <a:pt x="155210" y="306863"/>
                  </a:lnTo>
                  <a:lnTo>
                    <a:pt x="152746" y="306863"/>
                  </a:lnTo>
                  <a:lnTo>
                    <a:pt x="150283" y="306863"/>
                  </a:lnTo>
                  <a:lnTo>
                    <a:pt x="147819" y="306863"/>
                  </a:lnTo>
                  <a:lnTo>
                    <a:pt x="145355" y="306863"/>
                  </a:lnTo>
                  <a:lnTo>
                    <a:pt x="142892" y="306863"/>
                  </a:lnTo>
                  <a:lnTo>
                    <a:pt x="140428" y="306863"/>
                  </a:lnTo>
                  <a:lnTo>
                    <a:pt x="137964" y="306863"/>
                  </a:lnTo>
                  <a:lnTo>
                    <a:pt x="135501" y="306863"/>
                  </a:lnTo>
                  <a:lnTo>
                    <a:pt x="133037" y="306863"/>
                  </a:lnTo>
                  <a:lnTo>
                    <a:pt x="130573" y="306863"/>
                  </a:lnTo>
                  <a:lnTo>
                    <a:pt x="128110" y="306863"/>
                  </a:lnTo>
                  <a:lnTo>
                    <a:pt x="125646" y="306863"/>
                  </a:lnTo>
                  <a:lnTo>
                    <a:pt x="123182" y="306863"/>
                  </a:lnTo>
                  <a:lnTo>
                    <a:pt x="120719" y="306863"/>
                  </a:lnTo>
                  <a:lnTo>
                    <a:pt x="118255" y="306863"/>
                  </a:lnTo>
                  <a:lnTo>
                    <a:pt x="115791" y="306863"/>
                  </a:lnTo>
                  <a:lnTo>
                    <a:pt x="113328" y="306863"/>
                  </a:lnTo>
                  <a:lnTo>
                    <a:pt x="110864" y="306863"/>
                  </a:lnTo>
                  <a:lnTo>
                    <a:pt x="108400" y="306863"/>
                  </a:lnTo>
                  <a:lnTo>
                    <a:pt x="105937" y="306863"/>
                  </a:lnTo>
                  <a:lnTo>
                    <a:pt x="103473" y="306863"/>
                  </a:lnTo>
                  <a:lnTo>
                    <a:pt x="101009" y="306863"/>
                  </a:lnTo>
                  <a:lnTo>
                    <a:pt x="98546" y="306863"/>
                  </a:lnTo>
                  <a:lnTo>
                    <a:pt x="96082" y="306863"/>
                  </a:lnTo>
                  <a:lnTo>
                    <a:pt x="93618" y="306863"/>
                  </a:lnTo>
                  <a:lnTo>
                    <a:pt x="91155" y="306863"/>
                  </a:lnTo>
                  <a:lnTo>
                    <a:pt x="88691" y="306863"/>
                  </a:lnTo>
                  <a:lnTo>
                    <a:pt x="86228" y="306863"/>
                  </a:lnTo>
                  <a:lnTo>
                    <a:pt x="83764" y="306863"/>
                  </a:lnTo>
                  <a:lnTo>
                    <a:pt x="81300" y="306863"/>
                  </a:lnTo>
                  <a:lnTo>
                    <a:pt x="78837" y="306863"/>
                  </a:lnTo>
                  <a:lnTo>
                    <a:pt x="76373" y="306863"/>
                  </a:lnTo>
                  <a:lnTo>
                    <a:pt x="73909" y="306863"/>
                  </a:lnTo>
                  <a:lnTo>
                    <a:pt x="71446" y="306863"/>
                  </a:lnTo>
                  <a:lnTo>
                    <a:pt x="68982" y="306863"/>
                  </a:lnTo>
                  <a:lnTo>
                    <a:pt x="66518" y="306863"/>
                  </a:lnTo>
                  <a:lnTo>
                    <a:pt x="64055" y="306863"/>
                  </a:lnTo>
                  <a:lnTo>
                    <a:pt x="61591" y="306863"/>
                  </a:lnTo>
                  <a:lnTo>
                    <a:pt x="59127" y="306863"/>
                  </a:lnTo>
                  <a:lnTo>
                    <a:pt x="56664" y="306863"/>
                  </a:lnTo>
                  <a:lnTo>
                    <a:pt x="54200" y="306863"/>
                  </a:lnTo>
                  <a:lnTo>
                    <a:pt x="51736" y="306863"/>
                  </a:lnTo>
                  <a:lnTo>
                    <a:pt x="49273" y="306863"/>
                  </a:lnTo>
                  <a:lnTo>
                    <a:pt x="46809" y="306863"/>
                  </a:lnTo>
                  <a:lnTo>
                    <a:pt x="44345" y="306863"/>
                  </a:lnTo>
                  <a:lnTo>
                    <a:pt x="41882" y="306863"/>
                  </a:lnTo>
                  <a:lnTo>
                    <a:pt x="39418" y="306863"/>
                  </a:lnTo>
                  <a:lnTo>
                    <a:pt x="36954" y="306863"/>
                  </a:lnTo>
                  <a:lnTo>
                    <a:pt x="34491" y="306863"/>
                  </a:lnTo>
                  <a:lnTo>
                    <a:pt x="32027" y="306863"/>
                  </a:lnTo>
                  <a:lnTo>
                    <a:pt x="29563" y="306863"/>
                  </a:lnTo>
                  <a:lnTo>
                    <a:pt x="27100" y="306863"/>
                  </a:lnTo>
                  <a:lnTo>
                    <a:pt x="24636" y="306863"/>
                  </a:lnTo>
                  <a:lnTo>
                    <a:pt x="22172" y="306863"/>
                  </a:lnTo>
                  <a:lnTo>
                    <a:pt x="19709" y="306863"/>
                  </a:lnTo>
                  <a:lnTo>
                    <a:pt x="17245" y="306863"/>
                  </a:lnTo>
                  <a:lnTo>
                    <a:pt x="14781" y="306863"/>
                  </a:lnTo>
                  <a:lnTo>
                    <a:pt x="12318" y="306863"/>
                  </a:lnTo>
                  <a:lnTo>
                    <a:pt x="9854" y="306863"/>
                  </a:lnTo>
                  <a:lnTo>
                    <a:pt x="7390" y="306863"/>
                  </a:lnTo>
                  <a:lnTo>
                    <a:pt x="4927" y="306863"/>
                  </a:lnTo>
                  <a:lnTo>
                    <a:pt x="2463" y="30686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957616" y="3832978"/>
              <a:ext cx="1258929" cy="306778"/>
            </a:xfrm>
            <a:custGeom>
              <a:avLst/>
              <a:pathLst>
                <a:path w="1258929" h="306778">
                  <a:moveTo>
                    <a:pt x="0" y="306778"/>
                  </a:moveTo>
                  <a:lnTo>
                    <a:pt x="2463" y="306764"/>
                  </a:lnTo>
                  <a:lnTo>
                    <a:pt x="4927" y="306749"/>
                  </a:lnTo>
                  <a:lnTo>
                    <a:pt x="7390" y="306731"/>
                  </a:lnTo>
                  <a:lnTo>
                    <a:pt x="9854" y="306711"/>
                  </a:lnTo>
                  <a:lnTo>
                    <a:pt x="12318" y="306688"/>
                  </a:lnTo>
                  <a:lnTo>
                    <a:pt x="14781" y="306662"/>
                  </a:lnTo>
                  <a:lnTo>
                    <a:pt x="17245" y="306634"/>
                  </a:lnTo>
                  <a:lnTo>
                    <a:pt x="19709" y="306601"/>
                  </a:lnTo>
                  <a:lnTo>
                    <a:pt x="22172" y="306564"/>
                  </a:lnTo>
                  <a:lnTo>
                    <a:pt x="24636" y="306523"/>
                  </a:lnTo>
                  <a:lnTo>
                    <a:pt x="27100" y="306478"/>
                  </a:lnTo>
                  <a:lnTo>
                    <a:pt x="29563" y="306428"/>
                  </a:lnTo>
                  <a:lnTo>
                    <a:pt x="32027" y="306372"/>
                  </a:lnTo>
                  <a:lnTo>
                    <a:pt x="34491" y="306309"/>
                  </a:lnTo>
                  <a:lnTo>
                    <a:pt x="36954" y="306241"/>
                  </a:lnTo>
                  <a:lnTo>
                    <a:pt x="39418" y="306167"/>
                  </a:lnTo>
                  <a:lnTo>
                    <a:pt x="41882" y="306084"/>
                  </a:lnTo>
                  <a:lnTo>
                    <a:pt x="44345" y="305993"/>
                  </a:lnTo>
                  <a:lnTo>
                    <a:pt x="46809" y="305895"/>
                  </a:lnTo>
                  <a:lnTo>
                    <a:pt x="49273" y="305788"/>
                  </a:lnTo>
                  <a:lnTo>
                    <a:pt x="51736" y="305672"/>
                  </a:lnTo>
                  <a:lnTo>
                    <a:pt x="54200" y="305544"/>
                  </a:lnTo>
                  <a:lnTo>
                    <a:pt x="56664" y="305407"/>
                  </a:lnTo>
                  <a:lnTo>
                    <a:pt x="59127" y="305260"/>
                  </a:lnTo>
                  <a:lnTo>
                    <a:pt x="61591" y="305102"/>
                  </a:lnTo>
                  <a:lnTo>
                    <a:pt x="64055" y="304931"/>
                  </a:lnTo>
                  <a:lnTo>
                    <a:pt x="66518" y="304748"/>
                  </a:lnTo>
                  <a:lnTo>
                    <a:pt x="68982" y="304553"/>
                  </a:lnTo>
                  <a:lnTo>
                    <a:pt x="71446" y="304346"/>
                  </a:lnTo>
                  <a:lnTo>
                    <a:pt x="73909" y="304126"/>
                  </a:lnTo>
                  <a:lnTo>
                    <a:pt x="76373" y="303891"/>
                  </a:lnTo>
                  <a:lnTo>
                    <a:pt x="78837" y="303643"/>
                  </a:lnTo>
                  <a:lnTo>
                    <a:pt x="81300" y="303382"/>
                  </a:lnTo>
                  <a:lnTo>
                    <a:pt x="83764" y="303110"/>
                  </a:lnTo>
                  <a:lnTo>
                    <a:pt x="86228" y="302820"/>
                  </a:lnTo>
                  <a:lnTo>
                    <a:pt x="88691" y="302517"/>
                  </a:lnTo>
                  <a:lnTo>
                    <a:pt x="91155" y="302202"/>
                  </a:lnTo>
                  <a:lnTo>
                    <a:pt x="93618" y="301875"/>
                  </a:lnTo>
                  <a:lnTo>
                    <a:pt x="96082" y="301534"/>
                  </a:lnTo>
                  <a:lnTo>
                    <a:pt x="98546" y="301179"/>
                  </a:lnTo>
                  <a:lnTo>
                    <a:pt x="101009" y="300814"/>
                  </a:lnTo>
                  <a:lnTo>
                    <a:pt x="103473" y="300438"/>
                  </a:lnTo>
                  <a:lnTo>
                    <a:pt x="105937" y="300052"/>
                  </a:lnTo>
                  <a:lnTo>
                    <a:pt x="108400" y="299654"/>
                  </a:lnTo>
                  <a:lnTo>
                    <a:pt x="110864" y="299248"/>
                  </a:lnTo>
                  <a:lnTo>
                    <a:pt x="113328" y="298834"/>
                  </a:lnTo>
                  <a:lnTo>
                    <a:pt x="115791" y="298414"/>
                  </a:lnTo>
                  <a:lnTo>
                    <a:pt x="118255" y="297987"/>
                  </a:lnTo>
                  <a:lnTo>
                    <a:pt x="120719" y="297555"/>
                  </a:lnTo>
                  <a:lnTo>
                    <a:pt x="123182" y="297119"/>
                  </a:lnTo>
                  <a:lnTo>
                    <a:pt x="125646" y="296681"/>
                  </a:lnTo>
                  <a:lnTo>
                    <a:pt x="128110" y="296242"/>
                  </a:lnTo>
                  <a:lnTo>
                    <a:pt x="130573" y="295803"/>
                  </a:lnTo>
                  <a:lnTo>
                    <a:pt x="133037" y="295365"/>
                  </a:lnTo>
                  <a:lnTo>
                    <a:pt x="135501" y="294930"/>
                  </a:lnTo>
                  <a:lnTo>
                    <a:pt x="137964" y="294498"/>
                  </a:lnTo>
                  <a:lnTo>
                    <a:pt x="140428" y="294072"/>
                  </a:lnTo>
                  <a:lnTo>
                    <a:pt x="142892" y="293652"/>
                  </a:lnTo>
                  <a:lnTo>
                    <a:pt x="145355" y="293239"/>
                  </a:lnTo>
                  <a:lnTo>
                    <a:pt x="147819" y="292834"/>
                  </a:lnTo>
                  <a:lnTo>
                    <a:pt x="150283" y="292438"/>
                  </a:lnTo>
                  <a:lnTo>
                    <a:pt x="152746" y="292053"/>
                  </a:lnTo>
                  <a:lnTo>
                    <a:pt x="155210" y="291679"/>
                  </a:lnTo>
                  <a:lnTo>
                    <a:pt x="157674" y="291315"/>
                  </a:lnTo>
                  <a:lnTo>
                    <a:pt x="160137" y="290962"/>
                  </a:lnTo>
                  <a:lnTo>
                    <a:pt x="162601" y="290623"/>
                  </a:lnTo>
                  <a:lnTo>
                    <a:pt x="165065" y="290296"/>
                  </a:lnTo>
                  <a:lnTo>
                    <a:pt x="167528" y="289980"/>
                  </a:lnTo>
                  <a:lnTo>
                    <a:pt x="169992" y="289675"/>
                  </a:lnTo>
                  <a:lnTo>
                    <a:pt x="172456" y="289382"/>
                  </a:lnTo>
                  <a:lnTo>
                    <a:pt x="174919" y="289101"/>
                  </a:lnTo>
                  <a:lnTo>
                    <a:pt x="177383" y="288829"/>
                  </a:lnTo>
                  <a:lnTo>
                    <a:pt x="179847" y="288565"/>
                  </a:lnTo>
                  <a:lnTo>
                    <a:pt x="182310" y="288309"/>
                  </a:lnTo>
                  <a:lnTo>
                    <a:pt x="184774" y="288060"/>
                  </a:lnTo>
                  <a:lnTo>
                    <a:pt x="187237" y="287816"/>
                  </a:lnTo>
                  <a:lnTo>
                    <a:pt x="189701" y="287574"/>
                  </a:lnTo>
                  <a:lnTo>
                    <a:pt x="192165" y="287335"/>
                  </a:lnTo>
                  <a:lnTo>
                    <a:pt x="194628" y="287094"/>
                  </a:lnTo>
                  <a:lnTo>
                    <a:pt x="197092" y="286851"/>
                  </a:lnTo>
                  <a:lnTo>
                    <a:pt x="199556" y="286604"/>
                  </a:lnTo>
                  <a:lnTo>
                    <a:pt x="202019" y="286350"/>
                  </a:lnTo>
                  <a:lnTo>
                    <a:pt x="204483" y="286088"/>
                  </a:lnTo>
                  <a:lnTo>
                    <a:pt x="206947" y="285813"/>
                  </a:lnTo>
                  <a:lnTo>
                    <a:pt x="209410" y="285525"/>
                  </a:lnTo>
                  <a:lnTo>
                    <a:pt x="211874" y="285222"/>
                  </a:lnTo>
                  <a:lnTo>
                    <a:pt x="214338" y="284904"/>
                  </a:lnTo>
                  <a:lnTo>
                    <a:pt x="216801" y="284562"/>
                  </a:lnTo>
                  <a:lnTo>
                    <a:pt x="219265" y="284198"/>
                  </a:lnTo>
                  <a:lnTo>
                    <a:pt x="221729" y="283813"/>
                  </a:lnTo>
                  <a:lnTo>
                    <a:pt x="224192" y="283404"/>
                  </a:lnTo>
                  <a:lnTo>
                    <a:pt x="226656" y="282968"/>
                  </a:lnTo>
                  <a:lnTo>
                    <a:pt x="229120" y="282498"/>
                  </a:lnTo>
                  <a:lnTo>
                    <a:pt x="231583" y="282001"/>
                  </a:lnTo>
                  <a:lnTo>
                    <a:pt x="234047" y="281476"/>
                  </a:lnTo>
                  <a:lnTo>
                    <a:pt x="236511" y="280922"/>
                  </a:lnTo>
                  <a:lnTo>
                    <a:pt x="238974" y="280327"/>
                  </a:lnTo>
                  <a:lnTo>
                    <a:pt x="241438" y="279700"/>
                  </a:lnTo>
                  <a:lnTo>
                    <a:pt x="243902" y="279043"/>
                  </a:lnTo>
                  <a:lnTo>
                    <a:pt x="246365" y="278354"/>
                  </a:lnTo>
                  <a:lnTo>
                    <a:pt x="248829" y="277628"/>
                  </a:lnTo>
                  <a:lnTo>
                    <a:pt x="251293" y="276864"/>
                  </a:lnTo>
                  <a:lnTo>
                    <a:pt x="253756" y="276069"/>
                  </a:lnTo>
                  <a:lnTo>
                    <a:pt x="256220" y="275242"/>
                  </a:lnTo>
                  <a:lnTo>
                    <a:pt x="258684" y="274383"/>
                  </a:lnTo>
                  <a:lnTo>
                    <a:pt x="261147" y="273480"/>
                  </a:lnTo>
                  <a:lnTo>
                    <a:pt x="263611" y="272547"/>
                  </a:lnTo>
                  <a:lnTo>
                    <a:pt x="266075" y="271582"/>
                  </a:lnTo>
                  <a:lnTo>
                    <a:pt x="268538" y="270585"/>
                  </a:lnTo>
                  <a:lnTo>
                    <a:pt x="271002" y="269548"/>
                  </a:lnTo>
                  <a:lnTo>
                    <a:pt x="273465" y="268473"/>
                  </a:lnTo>
                  <a:lnTo>
                    <a:pt x="275929" y="267365"/>
                  </a:lnTo>
                  <a:lnTo>
                    <a:pt x="278393" y="266223"/>
                  </a:lnTo>
                  <a:lnTo>
                    <a:pt x="280856" y="265043"/>
                  </a:lnTo>
                  <a:lnTo>
                    <a:pt x="283320" y="263812"/>
                  </a:lnTo>
                  <a:lnTo>
                    <a:pt x="285784" y="262542"/>
                  </a:lnTo>
                  <a:lnTo>
                    <a:pt x="288247" y="261229"/>
                  </a:lnTo>
                  <a:lnTo>
                    <a:pt x="290711" y="259873"/>
                  </a:lnTo>
                  <a:lnTo>
                    <a:pt x="293175" y="258453"/>
                  </a:lnTo>
                  <a:lnTo>
                    <a:pt x="295638" y="256975"/>
                  </a:lnTo>
                  <a:lnTo>
                    <a:pt x="298102" y="255440"/>
                  </a:lnTo>
                  <a:lnTo>
                    <a:pt x="300566" y="253845"/>
                  </a:lnTo>
                  <a:lnTo>
                    <a:pt x="303029" y="252176"/>
                  </a:lnTo>
                  <a:lnTo>
                    <a:pt x="305493" y="250414"/>
                  </a:lnTo>
                  <a:lnTo>
                    <a:pt x="307957" y="248572"/>
                  </a:lnTo>
                  <a:lnTo>
                    <a:pt x="310420" y="246645"/>
                  </a:lnTo>
                  <a:lnTo>
                    <a:pt x="312884" y="244627"/>
                  </a:lnTo>
                  <a:lnTo>
                    <a:pt x="315348" y="242473"/>
                  </a:lnTo>
                  <a:lnTo>
                    <a:pt x="317811" y="240205"/>
                  </a:lnTo>
                  <a:lnTo>
                    <a:pt x="320275" y="237820"/>
                  </a:lnTo>
                  <a:lnTo>
                    <a:pt x="322739" y="235313"/>
                  </a:lnTo>
                  <a:lnTo>
                    <a:pt x="325202" y="232647"/>
                  </a:lnTo>
                  <a:lnTo>
                    <a:pt x="327666" y="229808"/>
                  </a:lnTo>
                  <a:lnTo>
                    <a:pt x="330130" y="226818"/>
                  </a:lnTo>
                  <a:lnTo>
                    <a:pt x="332593" y="223669"/>
                  </a:lnTo>
                  <a:lnTo>
                    <a:pt x="335057" y="220351"/>
                  </a:lnTo>
                  <a:lnTo>
                    <a:pt x="337521" y="216789"/>
                  </a:lnTo>
                  <a:lnTo>
                    <a:pt x="339984" y="213042"/>
                  </a:lnTo>
                  <a:lnTo>
                    <a:pt x="342448" y="209105"/>
                  </a:lnTo>
                  <a:lnTo>
                    <a:pt x="344912" y="204973"/>
                  </a:lnTo>
                  <a:lnTo>
                    <a:pt x="347375" y="200587"/>
                  </a:lnTo>
                  <a:lnTo>
                    <a:pt x="349839" y="195963"/>
                  </a:lnTo>
                  <a:lnTo>
                    <a:pt x="352303" y="191129"/>
                  </a:lnTo>
                  <a:lnTo>
                    <a:pt x="354766" y="186084"/>
                  </a:lnTo>
                  <a:lnTo>
                    <a:pt x="357230" y="180811"/>
                  </a:lnTo>
                  <a:lnTo>
                    <a:pt x="359694" y="175257"/>
                  </a:lnTo>
                  <a:lnTo>
                    <a:pt x="362157" y="169497"/>
                  </a:lnTo>
                  <a:lnTo>
                    <a:pt x="364621" y="163536"/>
                  </a:lnTo>
                  <a:lnTo>
                    <a:pt x="367084" y="157377"/>
                  </a:lnTo>
                  <a:lnTo>
                    <a:pt x="369548" y="150973"/>
                  </a:lnTo>
                  <a:lnTo>
                    <a:pt x="372012" y="144380"/>
                  </a:lnTo>
                  <a:lnTo>
                    <a:pt x="374475" y="137629"/>
                  </a:lnTo>
                  <a:lnTo>
                    <a:pt x="376939" y="130732"/>
                  </a:lnTo>
                  <a:lnTo>
                    <a:pt x="379403" y="123687"/>
                  </a:lnTo>
                  <a:lnTo>
                    <a:pt x="381866" y="116511"/>
                  </a:lnTo>
                  <a:lnTo>
                    <a:pt x="384330" y="109261"/>
                  </a:lnTo>
                  <a:lnTo>
                    <a:pt x="386794" y="101955"/>
                  </a:lnTo>
                  <a:lnTo>
                    <a:pt x="389257" y="94614"/>
                  </a:lnTo>
                  <a:lnTo>
                    <a:pt x="391721" y="87276"/>
                  </a:lnTo>
                  <a:lnTo>
                    <a:pt x="394185" y="79984"/>
                  </a:lnTo>
                  <a:lnTo>
                    <a:pt x="396648" y="72765"/>
                  </a:lnTo>
                  <a:lnTo>
                    <a:pt x="399112" y="65645"/>
                  </a:lnTo>
                  <a:lnTo>
                    <a:pt x="401576" y="58688"/>
                  </a:lnTo>
                  <a:lnTo>
                    <a:pt x="404039" y="51954"/>
                  </a:lnTo>
                  <a:lnTo>
                    <a:pt x="406503" y="45445"/>
                  </a:lnTo>
                  <a:lnTo>
                    <a:pt x="408967" y="39190"/>
                  </a:lnTo>
                  <a:lnTo>
                    <a:pt x="411430" y="33225"/>
                  </a:lnTo>
                  <a:lnTo>
                    <a:pt x="413894" y="27722"/>
                  </a:lnTo>
                  <a:lnTo>
                    <a:pt x="416358" y="22598"/>
                  </a:lnTo>
                  <a:lnTo>
                    <a:pt x="418821" y="17880"/>
                  </a:lnTo>
                  <a:lnTo>
                    <a:pt x="421285" y="13593"/>
                  </a:lnTo>
                  <a:lnTo>
                    <a:pt x="423749" y="9895"/>
                  </a:lnTo>
                  <a:lnTo>
                    <a:pt x="426212" y="6777"/>
                  </a:lnTo>
                  <a:lnTo>
                    <a:pt x="428676" y="4189"/>
                  </a:lnTo>
                  <a:lnTo>
                    <a:pt x="431140" y="2146"/>
                  </a:lnTo>
                  <a:lnTo>
                    <a:pt x="433603" y="714"/>
                  </a:lnTo>
                  <a:lnTo>
                    <a:pt x="436067" y="58"/>
                  </a:lnTo>
                  <a:lnTo>
                    <a:pt x="438531" y="0"/>
                  </a:lnTo>
                  <a:lnTo>
                    <a:pt x="440994" y="543"/>
                  </a:lnTo>
                  <a:lnTo>
                    <a:pt x="443458" y="1690"/>
                  </a:lnTo>
                  <a:lnTo>
                    <a:pt x="445922" y="3635"/>
                  </a:lnTo>
                  <a:lnTo>
                    <a:pt x="448385" y="6231"/>
                  </a:lnTo>
                  <a:lnTo>
                    <a:pt x="450849" y="9413"/>
                  </a:lnTo>
                  <a:lnTo>
                    <a:pt x="453312" y="13169"/>
                  </a:lnTo>
                  <a:lnTo>
                    <a:pt x="455776" y="17562"/>
                  </a:lnTo>
                  <a:lnTo>
                    <a:pt x="458240" y="22626"/>
                  </a:lnTo>
                  <a:lnTo>
                    <a:pt x="460703" y="28187"/>
                  </a:lnTo>
                  <a:lnTo>
                    <a:pt x="463167" y="34223"/>
                  </a:lnTo>
                  <a:lnTo>
                    <a:pt x="465631" y="40709"/>
                  </a:lnTo>
                  <a:lnTo>
                    <a:pt x="468094" y="47754"/>
                  </a:lnTo>
                  <a:lnTo>
                    <a:pt x="470558" y="55166"/>
                  </a:lnTo>
                  <a:lnTo>
                    <a:pt x="473022" y="62902"/>
                  </a:lnTo>
                  <a:lnTo>
                    <a:pt x="475485" y="70929"/>
                  </a:lnTo>
                  <a:lnTo>
                    <a:pt x="477949" y="79255"/>
                  </a:lnTo>
                  <a:lnTo>
                    <a:pt x="480413" y="87812"/>
                  </a:lnTo>
                  <a:lnTo>
                    <a:pt x="482876" y="96518"/>
                  </a:lnTo>
                  <a:lnTo>
                    <a:pt x="485340" y="105338"/>
                  </a:lnTo>
                  <a:lnTo>
                    <a:pt x="487804" y="114241"/>
                  </a:lnTo>
                  <a:lnTo>
                    <a:pt x="490267" y="123182"/>
                  </a:lnTo>
                  <a:lnTo>
                    <a:pt x="492731" y="132101"/>
                  </a:lnTo>
                  <a:lnTo>
                    <a:pt x="495195" y="140969"/>
                  </a:lnTo>
                  <a:lnTo>
                    <a:pt x="497658" y="149760"/>
                  </a:lnTo>
                  <a:lnTo>
                    <a:pt x="500122" y="158404"/>
                  </a:lnTo>
                  <a:lnTo>
                    <a:pt x="502586" y="166870"/>
                  </a:lnTo>
                  <a:lnTo>
                    <a:pt x="505049" y="175154"/>
                  </a:lnTo>
                  <a:lnTo>
                    <a:pt x="507513" y="183238"/>
                  </a:lnTo>
                  <a:lnTo>
                    <a:pt x="509977" y="191083"/>
                  </a:lnTo>
                  <a:lnTo>
                    <a:pt x="512440" y="198601"/>
                  </a:lnTo>
                  <a:lnTo>
                    <a:pt x="514904" y="205854"/>
                  </a:lnTo>
                  <a:lnTo>
                    <a:pt x="517368" y="212833"/>
                  </a:lnTo>
                  <a:lnTo>
                    <a:pt x="519831" y="219530"/>
                  </a:lnTo>
                  <a:lnTo>
                    <a:pt x="522295" y="225841"/>
                  </a:lnTo>
                  <a:lnTo>
                    <a:pt x="524759" y="231825"/>
                  </a:lnTo>
                  <a:lnTo>
                    <a:pt x="527222" y="237510"/>
                  </a:lnTo>
                  <a:lnTo>
                    <a:pt x="529686" y="242895"/>
                  </a:lnTo>
                  <a:lnTo>
                    <a:pt x="532150" y="247938"/>
                  </a:lnTo>
                  <a:lnTo>
                    <a:pt x="534613" y="252609"/>
                  </a:lnTo>
                  <a:lnTo>
                    <a:pt x="537077" y="256992"/>
                  </a:lnTo>
                  <a:lnTo>
                    <a:pt x="539541" y="261094"/>
                  </a:lnTo>
                  <a:lnTo>
                    <a:pt x="542004" y="264920"/>
                  </a:lnTo>
                  <a:lnTo>
                    <a:pt x="544468" y="268383"/>
                  </a:lnTo>
                  <a:lnTo>
                    <a:pt x="546931" y="271588"/>
                  </a:lnTo>
                  <a:lnTo>
                    <a:pt x="549395" y="274553"/>
                  </a:lnTo>
                  <a:lnTo>
                    <a:pt x="551859" y="277286"/>
                  </a:lnTo>
                  <a:lnTo>
                    <a:pt x="554322" y="279755"/>
                  </a:lnTo>
                  <a:lnTo>
                    <a:pt x="556786" y="281978"/>
                  </a:lnTo>
                  <a:lnTo>
                    <a:pt x="559250" y="284010"/>
                  </a:lnTo>
                  <a:lnTo>
                    <a:pt x="561713" y="285861"/>
                  </a:lnTo>
                  <a:lnTo>
                    <a:pt x="564177" y="287535"/>
                  </a:lnTo>
                  <a:lnTo>
                    <a:pt x="566641" y="288992"/>
                  </a:lnTo>
                  <a:lnTo>
                    <a:pt x="569104" y="290306"/>
                  </a:lnTo>
                  <a:lnTo>
                    <a:pt x="571568" y="291486"/>
                  </a:lnTo>
                  <a:lnTo>
                    <a:pt x="574032" y="292540"/>
                  </a:lnTo>
                  <a:lnTo>
                    <a:pt x="576495" y="293448"/>
                  </a:lnTo>
                  <a:lnTo>
                    <a:pt x="578959" y="294237"/>
                  </a:lnTo>
                  <a:lnTo>
                    <a:pt x="581423" y="294930"/>
                  </a:lnTo>
                  <a:lnTo>
                    <a:pt x="583886" y="295535"/>
                  </a:lnTo>
                  <a:lnTo>
                    <a:pt x="586350" y="296050"/>
                  </a:lnTo>
                  <a:lnTo>
                    <a:pt x="588814" y="296467"/>
                  </a:lnTo>
                  <a:lnTo>
                    <a:pt x="591277" y="296818"/>
                  </a:lnTo>
                  <a:lnTo>
                    <a:pt x="593741" y="297107"/>
                  </a:lnTo>
                  <a:lnTo>
                    <a:pt x="596205" y="297339"/>
                  </a:lnTo>
                  <a:lnTo>
                    <a:pt x="598668" y="297501"/>
                  </a:lnTo>
                  <a:lnTo>
                    <a:pt x="601132" y="297612"/>
                  </a:lnTo>
                  <a:lnTo>
                    <a:pt x="603596" y="297679"/>
                  </a:lnTo>
                  <a:lnTo>
                    <a:pt x="606059" y="297705"/>
                  </a:lnTo>
                  <a:lnTo>
                    <a:pt x="608523" y="297687"/>
                  </a:lnTo>
                  <a:lnTo>
                    <a:pt x="610987" y="297625"/>
                  </a:lnTo>
                  <a:lnTo>
                    <a:pt x="613450" y="297530"/>
                  </a:lnTo>
                  <a:lnTo>
                    <a:pt x="615914" y="297404"/>
                  </a:lnTo>
                  <a:lnTo>
                    <a:pt x="618378" y="297248"/>
                  </a:lnTo>
                  <a:lnTo>
                    <a:pt x="620841" y="297053"/>
                  </a:lnTo>
                  <a:lnTo>
                    <a:pt x="623305" y="296830"/>
                  </a:lnTo>
                  <a:lnTo>
                    <a:pt x="625769" y="296580"/>
                  </a:lnTo>
                  <a:lnTo>
                    <a:pt x="628232" y="296305"/>
                  </a:lnTo>
                  <a:lnTo>
                    <a:pt x="630696" y="295999"/>
                  </a:lnTo>
                  <a:lnTo>
                    <a:pt x="633159" y="295663"/>
                  </a:lnTo>
                  <a:lnTo>
                    <a:pt x="635623" y="295302"/>
                  </a:lnTo>
                  <a:lnTo>
                    <a:pt x="638087" y="294916"/>
                  </a:lnTo>
                  <a:lnTo>
                    <a:pt x="640550" y="294504"/>
                  </a:lnTo>
                  <a:lnTo>
                    <a:pt x="643014" y="294056"/>
                  </a:lnTo>
                  <a:lnTo>
                    <a:pt x="645478" y="293583"/>
                  </a:lnTo>
                  <a:lnTo>
                    <a:pt x="647941" y="293084"/>
                  </a:lnTo>
                  <a:lnTo>
                    <a:pt x="650405" y="292557"/>
                  </a:lnTo>
                  <a:lnTo>
                    <a:pt x="652869" y="291996"/>
                  </a:lnTo>
                  <a:lnTo>
                    <a:pt x="655332" y="291403"/>
                  </a:lnTo>
                  <a:lnTo>
                    <a:pt x="657796" y="290781"/>
                  </a:lnTo>
                  <a:lnTo>
                    <a:pt x="660260" y="290130"/>
                  </a:lnTo>
                  <a:lnTo>
                    <a:pt x="662723" y="289447"/>
                  </a:lnTo>
                  <a:lnTo>
                    <a:pt x="665187" y="288724"/>
                  </a:lnTo>
                  <a:lnTo>
                    <a:pt x="667651" y="287971"/>
                  </a:lnTo>
                  <a:lnTo>
                    <a:pt x="670114" y="287186"/>
                  </a:lnTo>
                  <a:lnTo>
                    <a:pt x="672578" y="286371"/>
                  </a:lnTo>
                  <a:lnTo>
                    <a:pt x="675042" y="285515"/>
                  </a:lnTo>
                  <a:lnTo>
                    <a:pt x="677505" y="284626"/>
                  </a:lnTo>
                  <a:lnTo>
                    <a:pt x="679969" y="283706"/>
                  </a:lnTo>
                  <a:lnTo>
                    <a:pt x="682433" y="282757"/>
                  </a:lnTo>
                  <a:lnTo>
                    <a:pt x="684896" y="281775"/>
                  </a:lnTo>
                  <a:lnTo>
                    <a:pt x="687360" y="280758"/>
                  </a:lnTo>
                  <a:lnTo>
                    <a:pt x="689824" y="279716"/>
                  </a:lnTo>
                  <a:lnTo>
                    <a:pt x="692287" y="278650"/>
                  </a:lnTo>
                  <a:lnTo>
                    <a:pt x="694751" y="277561"/>
                  </a:lnTo>
                  <a:lnTo>
                    <a:pt x="697215" y="276445"/>
                  </a:lnTo>
                  <a:lnTo>
                    <a:pt x="699678" y="275313"/>
                  </a:lnTo>
                  <a:lnTo>
                    <a:pt x="702142" y="274167"/>
                  </a:lnTo>
                  <a:lnTo>
                    <a:pt x="704606" y="273011"/>
                  </a:lnTo>
                  <a:lnTo>
                    <a:pt x="707069" y="271847"/>
                  </a:lnTo>
                  <a:lnTo>
                    <a:pt x="709533" y="270680"/>
                  </a:lnTo>
                  <a:lnTo>
                    <a:pt x="711997" y="269516"/>
                  </a:lnTo>
                  <a:lnTo>
                    <a:pt x="714460" y="268359"/>
                  </a:lnTo>
                  <a:lnTo>
                    <a:pt x="716924" y="267212"/>
                  </a:lnTo>
                  <a:lnTo>
                    <a:pt x="719388" y="266087"/>
                  </a:lnTo>
                  <a:lnTo>
                    <a:pt x="721851" y="264985"/>
                  </a:lnTo>
                  <a:lnTo>
                    <a:pt x="724315" y="263910"/>
                  </a:lnTo>
                  <a:lnTo>
                    <a:pt x="726778" y="262866"/>
                  </a:lnTo>
                  <a:lnTo>
                    <a:pt x="729242" y="261867"/>
                  </a:lnTo>
                  <a:lnTo>
                    <a:pt x="731706" y="260917"/>
                  </a:lnTo>
                  <a:lnTo>
                    <a:pt x="734169" y="260014"/>
                  </a:lnTo>
                  <a:lnTo>
                    <a:pt x="736633" y="259162"/>
                  </a:lnTo>
                  <a:lnTo>
                    <a:pt x="739097" y="258370"/>
                  </a:lnTo>
                  <a:lnTo>
                    <a:pt x="741560" y="257657"/>
                  </a:lnTo>
                  <a:lnTo>
                    <a:pt x="744024" y="257008"/>
                  </a:lnTo>
                  <a:lnTo>
                    <a:pt x="746488" y="256425"/>
                  </a:lnTo>
                  <a:lnTo>
                    <a:pt x="748951" y="255910"/>
                  </a:lnTo>
                  <a:lnTo>
                    <a:pt x="751415" y="255490"/>
                  </a:lnTo>
                  <a:lnTo>
                    <a:pt x="753879" y="255148"/>
                  </a:lnTo>
                  <a:lnTo>
                    <a:pt x="756342" y="254880"/>
                  </a:lnTo>
                  <a:lnTo>
                    <a:pt x="758806" y="254685"/>
                  </a:lnTo>
                  <a:lnTo>
                    <a:pt x="761270" y="254574"/>
                  </a:lnTo>
                  <a:lnTo>
                    <a:pt x="763733" y="254554"/>
                  </a:lnTo>
                  <a:lnTo>
                    <a:pt x="766197" y="254602"/>
                  </a:lnTo>
                  <a:lnTo>
                    <a:pt x="768661" y="254716"/>
                  </a:lnTo>
                  <a:lnTo>
                    <a:pt x="771124" y="254895"/>
                  </a:lnTo>
                  <a:lnTo>
                    <a:pt x="773588" y="255156"/>
                  </a:lnTo>
                  <a:lnTo>
                    <a:pt x="776052" y="255472"/>
                  </a:lnTo>
                  <a:lnTo>
                    <a:pt x="778515" y="255835"/>
                  </a:lnTo>
                  <a:lnTo>
                    <a:pt x="780979" y="256243"/>
                  </a:lnTo>
                  <a:lnTo>
                    <a:pt x="783443" y="256695"/>
                  </a:lnTo>
                  <a:lnTo>
                    <a:pt x="785906" y="257182"/>
                  </a:lnTo>
                  <a:lnTo>
                    <a:pt x="788370" y="257689"/>
                  </a:lnTo>
                  <a:lnTo>
                    <a:pt x="790834" y="258212"/>
                  </a:lnTo>
                  <a:lnTo>
                    <a:pt x="793297" y="258743"/>
                  </a:lnTo>
                  <a:lnTo>
                    <a:pt x="795761" y="259273"/>
                  </a:lnTo>
                  <a:lnTo>
                    <a:pt x="798225" y="259791"/>
                  </a:lnTo>
                  <a:lnTo>
                    <a:pt x="800688" y="260293"/>
                  </a:lnTo>
                  <a:lnTo>
                    <a:pt x="803152" y="260771"/>
                  </a:lnTo>
                  <a:lnTo>
                    <a:pt x="805616" y="261210"/>
                  </a:lnTo>
                  <a:lnTo>
                    <a:pt x="808079" y="261603"/>
                  </a:lnTo>
                  <a:lnTo>
                    <a:pt x="810543" y="261949"/>
                  </a:lnTo>
                  <a:lnTo>
                    <a:pt x="813006" y="262245"/>
                  </a:lnTo>
                  <a:lnTo>
                    <a:pt x="815470" y="262481"/>
                  </a:lnTo>
                  <a:lnTo>
                    <a:pt x="817934" y="262635"/>
                  </a:lnTo>
                  <a:lnTo>
                    <a:pt x="820397" y="262724"/>
                  </a:lnTo>
                  <a:lnTo>
                    <a:pt x="822861" y="262745"/>
                  </a:lnTo>
                  <a:lnTo>
                    <a:pt x="825325" y="262696"/>
                  </a:lnTo>
                  <a:lnTo>
                    <a:pt x="827788" y="262552"/>
                  </a:lnTo>
                  <a:lnTo>
                    <a:pt x="830252" y="262332"/>
                  </a:lnTo>
                  <a:lnTo>
                    <a:pt x="832716" y="262041"/>
                  </a:lnTo>
                  <a:lnTo>
                    <a:pt x="835179" y="261681"/>
                  </a:lnTo>
                  <a:lnTo>
                    <a:pt x="837643" y="261245"/>
                  </a:lnTo>
                  <a:lnTo>
                    <a:pt x="840107" y="260731"/>
                  </a:lnTo>
                  <a:lnTo>
                    <a:pt x="842570" y="260160"/>
                  </a:lnTo>
                  <a:lnTo>
                    <a:pt x="845034" y="259537"/>
                  </a:lnTo>
                  <a:lnTo>
                    <a:pt x="847498" y="258867"/>
                  </a:lnTo>
                  <a:lnTo>
                    <a:pt x="849961" y="258142"/>
                  </a:lnTo>
                  <a:lnTo>
                    <a:pt x="852425" y="257388"/>
                  </a:lnTo>
                  <a:lnTo>
                    <a:pt x="854889" y="256613"/>
                  </a:lnTo>
                  <a:lnTo>
                    <a:pt x="857352" y="255821"/>
                  </a:lnTo>
                  <a:lnTo>
                    <a:pt x="859816" y="255023"/>
                  </a:lnTo>
                  <a:lnTo>
                    <a:pt x="862280" y="254231"/>
                  </a:lnTo>
                  <a:lnTo>
                    <a:pt x="864743" y="253456"/>
                  </a:lnTo>
                  <a:lnTo>
                    <a:pt x="867207" y="252703"/>
                  </a:lnTo>
                  <a:lnTo>
                    <a:pt x="869671" y="251983"/>
                  </a:lnTo>
                  <a:lnTo>
                    <a:pt x="872134" y="251321"/>
                  </a:lnTo>
                  <a:lnTo>
                    <a:pt x="874598" y="250713"/>
                  </a:lnTo>
                  <a:lnTo>
                    <a:pt x="877062" y="250166"/>
                  </a:lnTo>
                  <a:lnTo>
                    <a:pt x="879525" y="249685"/>
                  </a:lnTo>
                  <a:lnTo>
                    <a:pt x="881989" y="249300"/>
                  </a:lnTo>
                  <a:lnTo>
                    <a:pt x="884453" y="249010"/>
                  </a:lnTo>
                  <a:lnTo>
                    <a:pt x="886916" y="248810"/>
                  </a:lnTo>
                  <a:lnTo>
                    <a:pt x="889380" y="248702"/>
                  </a:lnTo>
                  <a:lnTo>
                    <a:pt x="891844" y="248701"/>
                  </a:lnTo>
                  <a:lnTo>
                    <a:pt x="894307" y="248833"/>
                  </a:lnTo>
                  <a:lnTo>
                    <a:pt x="896771" y="249069"/>
                  </a:lnTo>
                  <a:lnTo>
                    <a:pt x="899235" y="249410"/>
                  </a:lnTo>
                  <a:lnTo>
                    <a:pt x="901698" y="249856"/>
                  </a:lnTo>
                  <a:lnTo>
                    <a:pt x="904162" y="250441"/>
                  </a:lnTo>
                  <a:lnTo>
                    <a:pt x="906625" y="251138"/>
                  </a:lnTo>
                  <a:lnTo>
                    <a:pt x="909089" y="251934"/>
                  </a:lnTo>
                  <a:lnTo>
                    <a:pt x="911553" y="252829"/>
                  </a:lnTo>
                  <a:lnTo>
                    <a:pt x="914016" y="253832"/>
                  </a:lnTo>
                  <a:lnTo>
                    <a:pt x="916480" y="254945"/>
                  </a:lnTo>
                  <a:lnTo>
                    <a:pt x="918944" y="256140"/>
                  </a:lnTo>
                  <a:lnTo>
                    <a:pt x="921407" y="257411"/>
                  </a:lnTo>
                  <a:lnTo>
                    <a:pt x="923871" y="258754"/>
                  </a:lnTo>
                  <a:lnTo>
                    <a:pt x="926335" y="260185"/>
                  </a:lnTo>
                  <a:lnTo>
                    <a:pt x="928798" y="261670"/>
                  </a:lnTo>
                  <a:lnTo>
                    <a:pt x="931262" y="263202"/>
                  </a:lnTo>
                  <a:lnTo>
                    <a:pt x="933726" y="264776"/>
                  </a:lnTo>
                  <a:lnTo>
                    <a:pt x="936189" y="266389"/>
                  </a:lnTo>
                  <a:lnTo>
                    <a:pt x="938653" y="268029"/>
                  </a:lnTo>
                  <a:lnTo>
                    <a:pt x="941117" y="269684"/>
                  </a:lnTo>
                  <a:lnTo>
                    <a:pt x="943580" y="271349"/>
                  </a:lnTo>
                  <a:lnTo>
                    <a:pt x="946044" y="273016"/>
                  </a:lnTo>
                  <a:lnTo>
                    <a:pt x="948508" y="274675"/>
                  </a:lnTo>
                  <a:lnTo>
                    <a:pt x="950971" y="276320"/>
                  </a:lnTo>
                  <a:lnTo>
                    <a:pt x="953435" y="277945"/>
                  </a:lnTo>
                  <a:lnTo>
                    <a:pt x="955899" y="279546"/>
                  </a:lnTo>
                  <a:lnTo>
                    <a:pt x="958362" y="281110"/>
                  </a:lnTo>
                  <a:lnTo>
                    <a:pt x="960826" y="282632"/>
                  </a:lnTo>
                  <a:lnTo>
                    <a:pt x="963290" y="284114"/>
                  </a:lnTo>
                  <a:lnTo>
                    <a:pt x="965753" y="285552"/>
                  </a:lnTo>
                  <a:lnTo>
                    <a:pt x="968217" y="286940"/>
                  </a:lnTo>
                  <a:lnTo>
                    <a:pt x="970681" y="288263"/>
                  </a:lnTo>
                  <a:lnTo>
                    <a:pt x="973144" y="289532"/>
                  </a:lnTo>
                  <a:lnTo>
                    <a:pt x="975608" y="290748"/>
                  </a:lnTo>
                  <a:lnTo>
                    <a:pt x="978072" y="291909"/>
                  </a:lnTo>
                  <a:lnTo>
                    <a:pt x="980535" y="292995"/>
                  </a:lnTo>
                  <a:lnTo>
                    <a:pt x="982999" y="294020"/>
                  </a:lnTo>
                  <a:lnTo>
                    <a:pt x="985463" y="294988"/>
                  </a:lnTo>
                  <a:lnTo>
                    <a:pt x="987926" y="295899"/>
                  </a:lnTo>
                  <a:lnTo>
                    <a:pt x="990390" y="296745"/>
                  </a:lnTo>
                  <a:lnTo>
                    <a:pt x="992853" y="297521"/>
                  </a:lnTo>
                  <a:lnTo>
                    <a:pt x="995317" y="298244"/>
                  </a:lnTo>
                  <a:lnTo>
                    <a:pt x="997781" y="298913"/>
                  </a:lnTo>
                  <a:lnTo>
                    <a:pt x="1000244" y="299530"/>
                  </a:lnTo>
                  <a:lnTo>
                    <a:pt x="1002708" y="300078"/>
                  </a:lnTo>
                  <a:lnTo>
                    <a:pt x="1005172" y="300576"/>
                  </a:lnTo>
                  <a:lnTo>
                    <a:pt x="1007635" y="301029"/>
                  </a:lnTo>
                  <a:lnTo>
                    <a:pt x="1010099" y="301436"/>
                  </a:lnTo>
                  <a:lnTo>
                    <a:pt x="1012563" y="301791"/>
                  </a:lnTo>
                  <a:lnTo>
                    <a:pt x="1015026" y="302097"/>
                  </a:lnTo>
                  <a:lnTo>
                    <a:pt x="1017490" y="302364"/>
                  </a:lnTo>
                  <a:lnTo>
                    <a:pt x="1019954" y="302594"/>
                  </a:lnTo>
                  <a:lnTo>
                    <a:pt x="1022417" y="302788"/>
                  </a:lnTo>
                  <a:lnTo>
                    <a:pt x="1024881" y="302935"/>
                  </a:lnTo>
                  <a:lnTo>
                    <a:pt x="1027345" y="303051"/>
                  </a:lnTo>
                  <a:lnTo>
                    <a:pt x="1029808" y="303138"/>
                  </a:lnTo>
                  <a:lnTo>
                    <a:pt x="1032272" y="303196"/>
                  </a:lnTo>
                  <a:lnTo>
                    <a:pt x="1034736" y="303220"/>
                  </a:lnTo>
                  <a:lnTo>
                    <a:pt x="1037199" y="303217"/>
                  </a:lnTo>
                  <a:lnTo>
                    <a:pt x="1039663" y="303191"/>
                  </a:lnTo>
                  <a:lnTo>
                    <a:pt x="1042127" y="303143"/>
                  </a:lnTo>
                  <a:lnTo>
                    <a:pt x="1044590" y="303074"/>
                  </a:lnTo>
                  <a:lnTo>
                    <a:pt x="1047054" y="302980"/>
                  </a:lnTo>
                  <a:lnTo>
                    <a:pt x="1049518" y="302870"/>
                  </a:lnTo>
                  <a:lnTo>
                    <a:pt x="1051981" y="302744"/>
                  </a:lnTo>
                  <a:lnTo>
                    <a:pt x="1054445" y="302604"/>
                  </a:lnTo>
                  <a:lnTo>
                    <a:pt x="1056909" y="302448"/>
                  </a:lnTo>
                  <a:lnTo>
                    <a:pt x="1059372" y="302280"/>
                  </a:lnTo>
                  <a:lnTo>
                    <a:pt x="1061836" y="302103"/>
                  </a:lnTo>
                  <a:lnTo>
                    <a:pt x="1064300" y="301919"/>
                  </a:lnTo>
                  <a:lnTo>
                    <a:pt x="1066763" y="301726"/>
                  </a:lnTo>
                  <a:lnTo>
                    <a:pt x="1069227" y="301528"/>
                  </a:lnTo>
                  <a:lnTo>
                    <a:pt x="1071691" y="301327"/>
                  </a:lnTo>
                  <a:lnTo>
                    <a:pt x="1074154" y="301124"/>
                  </a:lnTo>
                  <a:lnTo>
                    <a:pt x="1076618" y="300920"/>
                  </a:lnTo>
                  <a:lnTo>
                    <a:pt x="1079082" y="300718"/>
                  </a:lnTo>
                  <a:lnTo>
                    <a:pt x="1081545" y="300519"/>
                  </a:lnTo>
                  <a:lnTo>
                    <a:pt x="1084009" y="300325"/>
                  </a:lnTo>
                  <a:lnTo>
                    <a:pt x="1086472" y="300136"/>
                  </a:lnTo>
                  <a:lnTo>
                    <a:pt x="1088936" y="299956"/>
                  </a:lnTo>
                  <a:lnTo>
                    <a:pt x="1091400" y="299786"/>
                  </a:lnTo>
                  <a:lnTo>
                    <a:pt x="1093863" y="299627"/>
                  </a:lnTo>
                  <a:lnTo>
                    <a:pt x="1096327" y="299478"/>
                  </a:lnTo>
                  <a:lnTo>
                    <a:pt x="1098791" y="299342"/>
                  </a:lnTo>
                  <a:lnTo>
                    <a:pt x="1101254" y="299224"/>
                  </a:lnTo>
                  <a:lnTo>
                    <a:pt x="1103718" y="299121"/>
                  </a:lnTo>
                  <a:lnTo>
                    <a:pt x="1106182" y="299033"/>
                  </a:lnTo>
                  <a:lnTo>
                    <a:pt x="1108645" y="298961"/>
                  </a:lnTo>
                  <a:lnTo>
                    <a:pt x="1111109" y="298910"/>
                  </a:lnTo>
                  <a:lnTo>
                    <a:pt x="1113573" y="298878"/>
                  </a:lnTo>
                  <a:lnTo>
                    <a:pt x="1116036" y="298864"/>
                  </a:lnTo>
                  <a:lnTo>
                    <a:pt x="1118500" y="298868"/>
                  </a:lnTo>
                  <a:lnTo>
                    <a:pt x="1120964" y="298892"/>
                  </a:lnTo>
                  <a:lnTo>
                    <a:pt x="1123427" y="298938"/>
                  </a:lnTo>
                  <a:lnTo>
                    <a:pt x="1125891" y="299002"/>
                  </a:lnTo>
                  <a:lnTo>
                    <a:pt x="1128355" y="299083"/>
                  </a:lnTo>
                  <a:lnTo>
                    <a:pt x="1130818" y="299181"/>
                  </a:lnTo>
                  <a:lnTo>
                    <a:pt x="1133282" y="299301"/>
                  </a:lnTo>
                  <a:lnTo>
                    <a:pt x="1135746" y="299437"/>
                  </a:lnTo>
                  <a:lnTo>
                    <a:pt x="1138209" y="299587"/>
                  </a:lnTo>
                  <a:lnTo>
                    <a:pt x="1140673" y="299751"/>
                  </a:lnTo>
                  <a:lnTo>
                    <a:pt x="1143137" y="299930"/>
                  </a:lnTo>
                  <a:lnTo>
                    <a:pt x="1145600" y="300123"/>
                  </a:lnTo>
                  <a:lnTo>
                    <a:pt x="1148064" y="300326"/>
                  </a:lnTo>
                  <a:lnTo>
                    <a:pt x="1150528" y="300539"/>
                  </a:lnTo>
                  <a:lnTo>
                    <a:pt x="1152991" y="300759"/>
                  </a:lnTo>
                  <a:lnTo>
                    <a:pt x="1155455" y="300989"/>
                  </a:lnTo>
                  <a:lnTo>
                    <a:pt x="1157919" y="301224"/>
                  </a:lnTo>
                  <a:lnTo>
                    <a:pt x="1160382" y="301463"/>
                  </a:lnTo>
                  <a:lnTo>
                    <a:pt x="1162846" y="301705"/>
                  </a:lnTo>
                  <a:lnTo>
                    <a:pt x="1165310" y="301949"/>
                  </a:lnTo>
                  <a:lnTo>
                    <a:pt x="1167773" y="302194"/>
                  </a:lnTo>
                  <a:lnTo>
                    <a:pt x="1170237" y="302437"/>
                  </a:lnTo>
                  <a:lnTo>
                    <a:pt x="1172701" y="302679"/>
                  </a:lnTo>
                  <a:lnTo>
                    <a:pt x="1175164" y="302918"/>
                  </a:lnTo>
                  <a:lnTo>
                    <a:pt x="1177628" y="303153"/>
                  </a:lnTo>
                  <a:lnTo>
                    <a:pt x="1180091" y="303382"/>
                  </a:lnTo>
                  <a:lnTo>
                    <a:pt x="1182555" y="303606"/>
                  </a:lnTo>
                  <a:lnTo>
                    <a:pt x="1185019" y="303824"/>
                  </a:lnTo>
                  <a:lnTo>
                    <a:pt x="1187482" y="304034"/>
                  </a:lnTo>
                  <a:lnTo>
                    <a:pt x="1189946" y="304236"/>
                  </a:lnTo>
                  <a:lnTo>
                    <a:pt x="1192410" y="304431"/>
                  </a:lnTo>
                  <a:lnTo>
                    <a:pt x="1194873" y="304617"/>
                  </a:lnTo>
                  <a:lnTo>
                    <a:pt x="1197337" y="304795"/>
                  </a:lnTo>
                  <a:lnTo>
                    <a:pt x="1199801" y="304962"/>
                  </a:lnTo>
                  <a:lnTo>
                    <a:pt x="1202264" y="305120"/>
                  </a:lnTo>
                  <a:lnTo>
                    <a:pt x="1204728" y="305271"/>
                  </a:lnTo>
                  <a:lnTo>
                    <a:pt x="1207192" y="305413"/>
                  </a:lnTo>
                  <a:lnTo>
                    <a:pt x="1209655" y="305544"/>
                  </a:lnTo>
                  <a:lnTo>
                    <a:pt x="1212119" y="305666"/>
                  </a:lnTo>
                  <a:lnTo>
                    <a:pt x="1214583" y="305780"/>
                  </a:lnTo>
                  <a:lnTo>
                    <a:pt x="1217046" y="305887"/>
                  </a:lnTo>
                  <a:lnTo>
                    <a:pt x="1219510" y="305985"/>
                  </a:lnTo>
                  <a:lnTo>
                    <a:pt x="1221974" y="306074"/>
                  </a:lnTo>
                  <a:lnTo>
                    <a:pt x="1224437" y="306157"/>
                  </a:lnTo>
                  <a:lnTo>
                    <a:pt x="1226901" y="306233"/>
                  </a:lnTo>
                  <a:lnTo>
                    <a:pt x="1229365" y="306303"/>
                  </a:lnTo>
                  <a:lnTo>
                    <a:pt x="1231828" y="306365"/>
                  </a:lnTo>
                  <a:lnTo>
                    <a:pt x="1234292" y="306422"/>
                  </a:lnTo>
                  <a:lnTo>
                    <a:pt x="1236756" y="306473"/>
                  </a:lnTo>
                  <a:lnTo>
                    <a:pt x="1239219" y="306520"/>
                  </a:lnTo>
                  <a:lnTo>
                    <a:pt x="1241683" y="306562"/>
                  </a:lnTo>
                  <a:lnTo>
                    <a:pt x="1244147" y="306599"/>
                  </a:lnTo>
                  <a:lnTo>
                    <a:pt x="1246610" y="306632"/>
                  </a:lnTo>
                  <a:lnTo>
                    <a:pt x="1249074" y="306662"/>
                  </a:lnTo>
                  <a:lnTo>
                    <a:pt x="1251538" y="306689"/>
                  </a:lnTo>
                  <a:lnTo>
                    <a:pt x="1254001" y="306712"/>
                  </a:lnTo>
                  <a:lnTo>
                    <a:pt x="1256465" y="306732"/>
                  </a:lnTo>
                  <a:lnTo>
                    <a:pt x="1258929" y="306750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3957616" y="3732441"/>
              <a:ext cx="1258929" cy="407401"/>
            </a:xfrm>
            <a:custGeom>
              <a:avLst/>
              <a:pathLst>
                <a:path w="1258929" h="407401">
                  <a:moveTo>
                    <a:pt x="0" y="407401"/>
                  </a:moveTo>
                  <a:lnTo>
                    <a:pt x="2463" y="407400"/>
                  </a:lnTo>
                  <a:lnTo>
                    <a:pt x="4927" y="407400"/>
                  </a:lnTo>
                  <a:lnTo>
                    <a:pt x="7390" y="407400"/>
                  </a:lnTo>
                  <a:lnTo>
                    <a:pt x="9854" y="407399"/>
                  </a:lnTo>
                  <a:lnTo>
                    <a:pt x="12318" y="407398"/>
                  </a:lnTo>
                  <a:lnTo>
                    <a:pt x="14781" y="407397"/>
                  </a:lnTo>
                  <a:lnTo>
                    <a:pt x="17245" y="407396"/>
                  </a:lnTo>
                  <a:lnTo>
                    <a:pt x="19709" y="407394"/>
                  </a:lnTo>
                  <a:lnTo>
                    <a:pt x="22172" y="407392"/>
                  </a:lnTo>
                  <a:lnTo>
                    <a:pt x="24636" y="407389"/>
                  </a:lnTo>
                  <a:lnTo>
                    <a:pt x="27100" y="407385"/>
                  </a:lnTo>
                  <a:lnTo>
                    <a:pt x="29563" y="407380"/>
                  </a:lnTo>
                  <a:lnTo>
                    <a:pt x="32027" y="407374"/>
                  </a:lnTo>
                  <a:lnTo>
                    <a:pt x="34491" y="407366"/>
                  </a:lnTo>
                  <a:lnTo>
                    <a:pt x="36954" y="407356"/>
                  </a:lnTo>
                  <a:lnTo>
                    <a:pt x="39418" y="407343"/>
                  </a:lnTo>
                  <a:lnTo>
                    <a:pt x="41882" y="407327"/>
                  </a:lnTo>
                  <a:lnTo>
                    <a:pt x="44345" y="407308"/>
                  </a:lnTo>
                  <a:lnTo>
                    <a:pt x="46809" y="407285"/>
                  </a:lnTo>
                  <a:lnTo>
                    <a:pt x="49273" y="407258"/>
                  </a:lnTo>
                  <a:lnTo>
                    <a:pt x="51736" y="407224"/>
                  </a:lnTo>
                  <a:lnTo>
                    <a:pt x="54200" y="407184"/>
                  </a:lnTo>
                  <a:lnTo>
                    <a:pt x="56664" y="407136"/>
                  </a:lnTo>
                  <a:lnTo>
                    <a:pt x="59127" y="407080"/>
                  </a:lnTo>
                  <a:lnTo>
                    <a:pt x="61591" y="407015"/>
                  </a:lnTo>
                  <a:lnTo>
                    <a:pt x="64055" y="406941"/>
                  </a:lnTo>
                  <a:lnTo>
                    <a:pt x="66518" y="406856"/>
                  </a:lnTo>
                  <a:lnTo>
                    <a:pt x="68982" y="406757"/>
                  </a:lnTo>
                  <a:lnTo>
                    <a:pt x="71446" y="406645"/>
                  </a:lnTo>
                  <a:lnTo>
                    <a:pt x="73909" y="406518"/>
                  </a:lnTo>
                  <a:lnTo>
                    <a:pt x="76373" y="406378"/>
                  </a:lnTo>
                  <a:lnTo>
                    <a:pt x="78837" y="406222"/>
                  </a:lnTo>
                  <a:lnTo>
                    <a:pt x="81300" y="406050"/>
                  </a:lnTo>
                  <a:lnTo>
                    <a:pt x="83764" y="405860"/>
                  </a:lnTo>
                  <a:lnTo>
                    <a:pt x="86228" y="405651"/>
                  </a:lnTo>
                  <a:lnTo>
                    <a:pt x="88691" y="405423"/>
                  </a:lnTo>
                  <a:lnTo>
                    <a:pt x="91155" y="405178"/>
                  </a:lnTo>
                  <a:lnTo>
                    <a:pt x="93618" y="404914"/>
                  </a:lnTo>
                  <a:lnTo>
                    <a:pt x="96082" y="404631"/>
                  </a:lnTo>
                  <a:lnTo>
                    <a:pt x="98546" y="404330"/>
                  </a:lnTo>
                  <a:lnTo>
                    <a:pt x="101009" y="404008"/>
                  </a:lnTo>
                  <a:lnTo>
                    <a:pt x="103473" y="403666"/>
                  </a:lnTo>
                  <a:lnTo>
                    <a:pt x="105937" y="403306"/>
                  </a:lnTo>
                  <a:lnTo>
                    <a:pt x="108400" y="402929"/>
                  </a:lnTo>
                  <a:lnTo>
                    <a:pt x="110864" y="402535"/>
                  </a:lnTo>
                  <a:lnTo>
                    <a:pt x="113328" y="402125"/>
                  </a:lnTo>
                  <a:lnTo>
                    <a:pt x="115791" y="401700"/>
                  </a:lnTo>
                  <a:lnTo>
                    <a:pt x="118255" y="401258"/>
                  </a:lnTo>
                  <a:lnTo>
                    <a:pt x="120719" y="400806"/>
                  </a:lnTo>
                  <a:lnTo>
                    <a:pt x="123182" y="400344"/>
                  </a:lnTo>
                  <a:lnTo>
                    <a:pt x="125646" y="399875"/>
                  </a:lnTo>
                  <a:lnTo>
                    <a:pt x="128110" y="399402"/>
                  </a:lnTo>
                  <a:lnTo>
                    <a:pt x="130573" y="398927"/>
                  </a:lnTo>
                  <a:lnTo>
                    <a:pt x="133037" y="398454"/>
                  </a:lnTo>
                  <a:lnTo>
                    <a:pt x="135501" y="397988"/>
                  </a:lnTo>
                  <a:lnTo>
                    <a:pt x="137964" y="397532"/>
                  </a:lnTo>
                  <a:lnTo>
                    <a:pt x="140428" y="397091"/>
                  </a:lnTo>
                  <a:lnTo>
                    <a:pt x="142892" y="396669"/>
                  </a:lnTo>
                  <a:lnTo>
                    <a:pt x="145355" y="396269"/>
                  </a:lnTo>
                  <a:lnTo>
                    <a:pt x="147819" y="395897"/>
                  </a:lnTo>
                  <a:lnTo>
                    <a:pt x="150283" y="395563"/>
                  </a:lnTo>
                  <a:lnTo>
                    <a:pt x="152746" y="395265"/>
                  </a:lnTo>
                  <a:lnTo>
                    <a:pt x="155210" y="395006"/>
                  </a:lnTo>
                  <a:lnTo>
                    <a:pt x="157674" y="394788"/>
                  </a:lnTo>
                  <a:lnTo>
                    <a:pt x="160137" y="394614"/>
                  </a:lnTo>
                  <a:lnTo>
                    <a:pt x="162601" y="394485"/>
                  </a:lnTo>
                  <a:lnTo>
                    <a:pt x="165065" y="394409"/>
                  </a:lnTo>
                  <a:lnTo>
                    <a:pt x="167528" y="394382"/>
                  </a:lnTo>
                  <a:lnTo>
                    <a:pt x="169992" y="394398"/>
                  </a:lnTo>
                  <a:lnTo>
                    <a:pt x="172456" y="394457"/>
                  </a:lnTo>
                  <a:lnTo>
                    <a:pt x="174919" y="394556"/>
                  </a:lnTo>
                  <a:lnTo>
                    <a:pt x="177383" y="394691"/>
                  </a:lnTo>
                  <a:lnTo>
                    <a:pt x="179847" y="394859"/>
                  </a:lnTo>
                  <a:lnTo>
                    <a:pt x="182310" y="395060"/>
                  </a:lnTo>
                  <a:lnTo>
                    <a:pt x="184774" y="395281"/>
                  </a:lnTo>
                  <a:lnTo>
                    <a:pt x="187237" y="395519"/>
                  </a:lnTo>
                  <a:lnTo>
                    <a:pt x="189701" y="395766"/>
                  </a:lnTo>
                  <a:lnTo>
                    <a:pt x="192165" y="396019"/>
                  </a:lnTo>
                  <a:lnTo>
                    <a:pt x="194628" y="396271"/>
                  </a:lnTo>
                  <a:lnTo>
                    <a:pt x="197092" y="396516"/>
                  </a:lnTo>
                  <a:lnTo>
                    <a:pt x="199556" y="396747"/>
                  </a:lnTo>
                  <a:lnTo>
                    <a:pt x="202019" y="396961"/>
                  </a:lnTo>
                  <a:lnTo>
                    <a:pt x="204483" y="397153"/>
                  </a:lnTo>
                  <a:lnTo>
                    <a:pt x="206947" y="397321"/>
                  </a:lnTo>
                  <a:lnTo>
                    <a:pt x="209410" y="397460"/>
                  </a:lnTo>
                  <a:lnTo>
                    <a:pt x="211874" y="397568"/>
                  </a:lnTo>
                  <a:lnTo>
                    <a:pt x="214338" y="397637"/>
                  </a:lnTo>
                  <a:lnTo>
                    <a:pt x="216801" y="397673"/>
                  </a:lnTo>
                  <a:lnTo>
                    <a:pt x="219265" y="397675"/>
                  </a:lnTo>
                  <a:lnTo>
                    <a:pt x="221729" y="397643"/>
                  </a:lnTo>
                  <a:lnTo>
                    <a:pt x="224192" y="397579"/>
                  </a:lnTo>
                  <a:lnTo>
                    <a:pt x="226656" y="397483"/>
                  </a:lnTo>
                  <a:lnTo>
                    <a:pt x="229120" y="397355"/>
                  </a:lnTo>
                  <a:lnTo>
                    <a:pt x="231583" y="397197"/>
                  </a:lnTo>
                  <a:lnTo>
                    <a:pt x="234047" y="397017"/>
                  </a:lnTo>
                  <a:lnTo>
                    <a:pt x="236511" y="396816"/>
                  </a:lnTo>
                  <a:lnTo>
                    <a:pt x="238974" y="396598"/>
                  </a:lnTo>
                  <a:lnTo>
                    <a:pt x="241438" y="396367"/>
                  </a:lnTo>
                  <a:lnTo>
                    <a:pt x="243902" y="396125"/>
                  </a:lnTo>
                  <a:lnTo>
                    <a:pt x="246365" y="395876"/>
                  </a:lnTo>
                  <a:lnTo>
                    <a:pt x="248829" y="395625"/>
                  </a:lnTo>
                  <a:lnTo>
                    <a:pt x="251293" y="395376"/>
                  </a:lnTo>
                  <a:lnTo>
                    <a:pt x="253756" y="395132"/>
                  </a:lnTo>
                  <a:lnTo>
                    <a:pt x="256220" y="394896"/>
                  </a:lnTo>
                  <a:lnTo>
                    <a:pt x="258684" y="394672"/>
                  </a:lnTo>
                  <a:lnTo>
                    <a:pt x="261147" y="394463"/>
                  </a:lnTo>
                  <a:lnTo>
                    <a:pt x="263611" y="394275"/>
                  </a:lnTo>
                  <a:lnTo>
                    <a:pt x="266075" y="394106"/>
                  </a:lnTo>
                  <a:lnTo>
                    <a:pt x="268538" y="393960"/>
                  </a:lnTo>
                  <a:lnTo>
                    <a:pt x="271002" y="393837"/>
                  </a:lnTo>
                  <a:lnTo>
                    <a:pt x="273465" y="393740"/>
                  </a:lnTo>
                  <a:lnTo>
                    <a:pt x="275929" y="393669"/>
                  </a:lnTo>
                  <a:lnTo>
                    <a:pt x="278393" y="393631"/>
                  </a:lnTo>
                  <a:lnTo>
                    <a:pt x="280856" y="393618"/>
                  </a:lnTo>
                  <a:lnTo>
                    <a:pt x="283320" y="393630"/>
                  </a:lnTo>
                  <a:lnTo>
                    <a:pt x="285784" y="393665"/>
                  </a:lnTo>
                  <a:lnTo>
                    <a:pt x="288247" y="393720"/>
                  </a:lnTo>
                  <a:lnTo>
                    <a:pt x="290711" y="393792"/>
                  </a:lnTo>
                  <a:lnTo>
                    <a:pt x="293175" y="393878"/>
                  </a:lnTo>
                  <a:lnTo>
                    <a:pt x="295638" y="393971"/>
                  </a:lnTo>
                  <a:lnTo>
                    <a:pt x="298102" y="394062"/>
                  </a:lnTo>
                  <a:lnTo>
                    <a:pt x="300566" y="394146"/>
                  </a:lnTo>
                  <a:lnTo>
                    <a:pt x="303029" y="394216"/>
                  </a:lnTo>
                  <a:lnTo>
                    <a:pt x="305493" y="394263"/>
                  </a:lnTo>
                  <a:lnTo>
                    <a:pt x="307957" y="394280"/>
                  </a:lnTo>
                  <a:lnTo>
                    <a:pt x="310420" y="394249"/>
                  </a:lnTo>
                  <a:lnTo>
                    <a:pt x="312884" y="394167"/>
                  </a:lnTo>
                  <a:lnTo>
                    <a:pt x="315348" y="394027"/>
                  </a:lnTo>
                  <a:lnTo>
                    <a:pt x="317811" y="393823"/>
                  </a:lnTo>
                  <a:lnTo>
                    <a:pt x="320275" y="393549"/>
                  </a:lnTo>
                  <a:lnTo>
                    <a:pt x="322739" y="393199"/>
                  </a:lnTo>
                  <a:lnTo>
                    <a:pt x="325202" y="392761"/>
                  </a:lnTo>
                  <a:lnTo>
                    <a:pt x="327666" y="392229"/>
                  </a:lnTo>
                  <a:lnTo>
                    <a:pt x="330130" y="391612"/>
                  </a:lnTo>
                  <a:lnTo>
                    <a:pt x="332593" y="390911"/>
                  </a:lnTo>
                  <a:lnTo>
                    <a:pt x="335057" y="390128"/>
                  </a:lnTo>
                  <a:lnTo>
                    <a:pt x="337521" y="389267"/>
                  </a:lnTo>
                  <a:lnTo>
                    <a:pt x="339984" y="388331"/>
                  </a:lnTo>
                  <a:lnTo>
                    <a:pt x="342448" y="387314"/>
                  </a:lnTo>
                  <a:lnTo>
                    <a:pt x="344912" y="386240"/>
                  </a:lnTo>
                  <a:lnTo>
                    <a:pt x="347375" y="385117"/>
                  </a:lnTo>
                  <a:lnTo>
                    <a:pt x="349839" y="383955"/>
                  </a:lnTo>
                  <a:lnTo>
                    <a:pt x="352303" y="382762"/>
                  </a:lnTo>
                  <a:lnTo>
                    <a:pt x="354766" y="381550"/>
                  </a:lnTo>
                  <a:lnTo>
                    <a:pt x="357230" y="380327"/>
                  </a:lnTo>
                  <a:lnTo>
                    <a:pt x="359694" y="379108"/>
                  </a:lnTo>
                  <a:lnTo>
                    <a:pt x="362157" y="377902"/>
                  </a:lnTo>
                  <a:lnTo>
                    <a:pt x="364621" y="376717"/>
                  </a:lnTo>
                  <a:lnTo>
                    <a:pt x="367084" y="375562"/>
                  </a:lnTo>
                  <a:lnTo>
                    <a:pt x="369548" y="374443"/>
                  </a:lnTo>
                  <a:lnTo>
                    <a:pt x="372012" y="373365"/>
                  </a:lnTo>
                  <a:lnTo>
                    <a:pt x="374475" y="372344"/>
                  </a:lnTo>
                  <a:lnTo>
                    <a:pt x="376939" y="371376"/>
                  </a:lnTo>
                  <a:lnTo>
                    <a:pt x="379403" y="370462"/>
                  </a:lnTo>
                  <a:lnTo>
                    <a:pt x="381866" y="369604"/>
                  </a:lnTo>
                  <a:lnTo>
                    <a:pt x="384330" y="368801"/>
                  </a:lnTo>
                  <a:lnTo>
                    <a:pt x="386794" y="368054"/>
                  </a:lnTo>
                  <a:lnTo>
                    <a:pt x="389257" y="367365"/>
                  </a:lnTo>
                  <a:lnTo>
                    <a:pt x="391721" y="366737"/>
                  </a:lnTo>
                  <a:lnTo>
                    <a:pt x="394185" y="366159"/>
                  </a:lnTo>
                  <a:lnTo>
                    <a:pt x="396648" y="365627"/>
                  </a:lnTo>
                  <a:lnTo>
                    <a:pt x="399112" y="365140"/>
                  </a:lnTo>
                  <a:lnTo>
                    <a:pt x="401576" y="364695"/>
                  </a:lnTo>
                  <a:lnTo>
                    <a:pt x="404039" y="364286"/>
                  </a:lnTo>
                  <a:lnTo>
                    <a:pt x="406503" y="363917"/>
                  </a:lnTo>
                  <a:lnTo>
                    <a:pt x="408967" y="363575"/>
                  </a:lnTo>
                  <a:lnTo>
                    <a:pt x="411430" y="363257"/>
                  </a:lnTo>
                  <a:lnTo>
                    <a:pt x="413894" y="362957"/>
                  </a:lnTo>
                  <a:lnTo>
                    <a:pt x="416358" y="362670"/>
                  </a:lnTo>
                  <a:lnTo>
                    <a:pt x="418821" y="362391"/>
                  </a:lnTo>
                  <a:lnTo>
                    <a:pt x="421285" y="362113"/>
                  </a:lnTo>
                  <a:lnTo>
                    <a:pt x="423749" y="361830"/>
                  </a:lnTo>
                  <a:lnTo>
                    <a:pt x="426212" y="361533"/>
                  </a:lnTo>
                  <a:lnTo>
                    <a:pt x="428676" y="361218"/>
                  </a:lnTo>
                  <a:lnTo>
                    <a:pt x="431140" y="360877"/>
                  </a:lnTo>
                  <a:lnTo>
                    <a:pt x="433603" y="360506"/>
                  </a:lnTo>
                  <a:lnTo>
                    <a:pt x="436067" y="360096"/>
                  </a:lnTo>
                  <a:lnTo>
                    <a:pt x="438531" y="359635"/>
                  </a:lnTo>
                  <a:lnTo>
                    <a:pt x="440994" y="359118"/>
                  </a:lnTo>
                  <a:lnTo>
                    <a:pt x="443458" y="358544"/>
                  </a:lnTo>
                  <a:lnTo>
                    <a:pt x="445922" y="357907"/>
                  </a:lnTo>
                  <a:lnTo>
                    <a:pt x="448385" y="357202"/>
                  </a:lnTo>
                  <a:lnTo>
                    <a:pt x="450849" y="356423"/>
                  </a:lnTo>
                  <a:lnTo>
                    <a:pt x="453312" y="355563"/>
                  </a:lnTo>
                  <a:lnTo>
                    <a:pt x="455776" y="354606"/>
                  </a:lnTo>
                  <a:lnTo>
                    <a:pt x="458240" y="353560"/>
                  </a:lnTo>
                  <a:lnTo>
                    <a:pt x="460703" y="352421"/>
                  </a:lnTo>
                  <a:lnTo>
                    <a:pt x="463167" y="351184"/>
                  </a:lnTo>
                  <a:lnTo>
                    <a:pt x="465631" y="349844"/>
                  </a:lnTo>
                  <a:lnTo>
                    <a:pt x="468094" y="348395"/>
                  </a:lnTo>
                  <a:lnTo>
                    <a:pt x="470558" y="346812"/>
                  </a:lnTo>
                  <a:lnTo>
                    <a:pt x="473022" y="345098"/>
                  </a:lnTo>
                  <a:lnTo>
                    <a:pt x="475485" y="343253"/>
                  </a:lnTo>
                  <a:lnTo>
                    <a:pt x="477949" y="341268"/>
                  </a:lnTo>
                  <a:lnTo>
                    <a:pt x="480413" y="339135"/>
                  </a:lnTo>
                  <a:lnTo>
                    <a:pt x="482876" y="336847"/>
                  </a:lnTo>
                  <a:lnTo>
                    <a:pt x="485340" y="334384"/>
                  </a:lnTo>
                  <a:lnTo>
                    <a:pt x="487804" y="331712"/>
                  </a:lnTo>
                  <a:lnTo>
                    <a:pt x="490267" y="328851"/>
                  </a:lnTo>
                  <a:lnTo>
                    <a:pt x="492731" y="325789"/>
                  </a:lnTo>
                  <a:lnTo>
                    <a:pt x="495195" y="322516"/>
                  </a:lnTo>
                  <a:lnTo>
                    <a:pt x="497658" y="319024"/>
                  </a:lnTo>
                  <a:lnTo>
                    <a:pt x="500122" y="315302"/>
                  </a:lnTo>
                  <a:lnTo>
                    <a:pt x="502586" y="311301"/>
                  </a:lnTo>
                  <a:lnTo>
                    <a:pt x="505049" y="307030"/>
                  </a:lnTo>
                  <a:lnTo>
                    <a:pt x="507513" y="302497"/>
                  </a:lnTo>
                  <a:lnTo>
                    <a:pt x="509977" y="297694"/>
                  </a:lnTo>
                  <a:lnTo>
                    <a:pt x="512440" y="292613"/>
                  </a:lnTo>
                  <a:lnTo>
                    <a:pt x="514904" y="287249"/>
                  </a:lnTo>
                  <a:lnTo>
                    <a:pt x="517368" y="281584"/>
                  </a:lnTo>
                  <a:lnTo>
                    <a:pt x="519831" y="275567"/>
                  </a:lnTo>
                  <a:lnTo>
                    <a:pt x="522295" y="269250"/>
                  </a:lnTo>
                  <a:lnTo>
                    <a:pt x="524759" y="262629"/>
                  </a:lnTo>
                  <a:lnTo>
                    <a:pt x="527222" y="255704"/>
                  </a:lnTo>
                  <a:lnTo>
                    <a:pt x="529686" y="248473"/>
                  </a:lnTo>
                  <a:lnTo>
                    <a:pt x="532150" y="240938"/>
                  </a:lnTo>
                  <a:lnTo>
                    <a:pt x="534613" y="233059"/>
                  </a:lnTo>
                  <a:lnTo>
                    <a:pt x="537077" y="224862"/>
                  </a:lnTo>
                  <a:lnTo>
                    <a:pt x="539541" y="216377"/>
                  </a:lnTo>
                  <a:lnTo>
                    <a:pt x="542004" y="207613"/>
                  </a:lnTo>
                  <a:lnTo>
                    <a:pt x="544468" y="198582"/>
                  </a:lnTo>
                  <a:lnTo>
                    <a:pt x="546931" y="189298"/>
                  </a:lnTo>
                  <a:lnTo>
                    <a:pt x="549395" y="179771"/>
                  </a:lnTo>
                  <a:lnTo>
                    <a:pt x="551859" y="169991"/>
                  </a:lnTo>
                  <a:lnTo>
                    <a:pt x="554322" y="160031"/>
                  </a:lnTo>
                  <a:lnTo>
                    <a:pt x="556786" y="149917"/>
                  </a:lnTo>
                  <a:lnTo>
                    <a:pt x="559250" y="139684"/>
                  </a:lnTo>
                  <a:lnTo>
                    <a:pt x="561713" y="129366"/>
                  </a:lnTo>
                  <a:lnTo>
                    <a:pt x="564177" y="119002"/>
                  </a:lnTo>
                  <a:lnTo>
                    <a:pt x="566641" y="108646"/>
                  </a:lnTo>
                  <a:lnTo>
                    <a:pt x="569104" y="98365"/>
                  </a:lnTo>
                  <a:lnTo>
                    <a:pt x="571568" y="88215"/>
                  </a:lnTo>
                  <a:lnTo>
                    <a:pt x="574032" y="78253"/>
                  </a:lnTo>
                  <a:lnTo>
                    <a:pt x="576495" y="68542"/>
                  </a:lnTo>
                  <a:lnTo>
                    <a:pt x="578959" y="59145"/>
                  </a:lnTo>
                  <a:lnTo>
                    <a:pt x="581423" y="50136"/>
                  </a:lnTo>
                  <a:lnTo>
                    <a:pt x="583886" y="41697"/>
                  </a:lnTo>
                  <a:lnTo>
                    <a:pt x="586350" y="33819"/>
                  </a:lnTo>
                  <a:lnTo>
                    <a:pt x="588814" y="26573"/>
                  </a:lnTo>
                  <a:lnTo>
                    <a:pt x="591277" y="20029"/>
                  </a:lnTo>
                  <a:lnTo>
                    <a:pt x="593741" y="14255"/>
                  </a:lnTo>
                  <a:lnTo>
                    <a:pt x="596205" y="9318"/>
                  </a:lnTo>
                  <a:lnTo>
                    <a:pt x="598668" y="5397"/>
                  </a:lnTo>
                  <a:lnTo>
                    <a:pt x="601132" y="2553"/>
                  </a:lnTo>
                  <a:lnTo>
                    <a:pt x="603596" y="741"/>
                  </a:lnTo>
                  <a:lnTo>
                    <a:pt x="606059" y="0"/>
                  </a:lnTo>
                  <a:lnTo>
                    <a:pt x="608523" y="361"/>
                  </a:lnTo>
                  <a:lnTo>
                    <a:pt x="610987" y="1849"/>
                  </a:lnTo>
                  <a:lnTo>
                    <a:pt x="613450" y="4484"/>
                  </a:lnTo>
                  <a:lnTo>
                    <a:pt x="615914" y="8511"/>
                  </a:lnTo>
                  <a:lnTo>
                    <a:pt x="618378" y="13667"/>
                  </a:lnTo>
                  <a:lnTo>
                    <a:pt x="620841" y="19928"/>
                  </a:lnTo>
                  <a:lnTo>
                    <a:pt x="623305" y="27260"/>
                  </a:lnTo>
                  <a:lnTo>
                    <a:pt x="625769" y="35620"/>
                  </a:lnTo>
                  <a:lnTo>
                    <a:pt x="628232" y="44956"/>
                  </a:lnTo>
                  <a:lnTo>
                    <a:pt x="630696" y="55296"/>
                  </a:lnTo>
                  <a:lnTo>
                    <a:pt x="633159" y="66537"/>
                  </a:lnTo>
                  <a:lnTo>
                    <a:pt x="635623" y="78498"/>
                  </a:lnTo>
                  <a:lnTo>
                    <a:pt x="638087" y="91091"/>
                  </a:lnTo>
                  <a:lnTo>
                    <a:pt x="640550" y="104227"/>
                  </a:lnTo>
                  <a:lnTo>
                    <a:pt x="643014" y="117812"/>
                  </a:lnTo>
                  <a:lnTo>
                    <a:pt x="645478" y="131752"/>
                  </a:lnTo>
                  <a:lnTo>
                    <a:pt x="647941" y="145976"/>
                  </a:lnTo>
                  <a:lnTo>
                    <a:pt x="650405" y="160312"/>
                  </a:lnTo>
                  <a:lnTo>
                    <a:pt x="652869" y="174670"/>
                  </a:lnTo>
                  <a:lnTo>
                    <a:pt x="655332" y="188964"/>
                  </a:lnTo>
                  <a:lnTo>
                    <a:pt x="657796" y="203112"/>
                  </a:lnTo>
                  <a:lnTo>
                    <a:pt x="660260" y="217035"/>
                  </a:lnTo>
                  <a:lnTo>
                    <a:pt x="662723" y="230625"/>
                  </a:lnTo>
                  <a:lnTo>
                    <a:pt x="665187" y="243785"/>
                  </a:lnTo>
                  <a:lnTo>
                    <a:pt x="667651" y="256501"/>
                  </a:lnTo>
                  <a:lnTo>
                    <a:pt x="670114" y="268728"/>
                  </a:lnTo>
                  <a:lnTo>
                    <a:pt x="672578" y="280430"/>
                  </a:lnTo>
                  <a:lnTo>
                    <a:pt x="675042" y="291574"/>
                  </a:lnTo>
                  <a:lnTo>
                    <a:pt x="677505" y="302137"/>
                  </a:lnTo>
                  <a:lnTo>
                    <a:pt x="679969" y="311976"/>
                  </a:lnTo>
                  <a:lnTo>
                    <a:pt x="682433" y="321195"/>
                  </a:lnTo>
                  <a:lnTo>
                    <a:pt x="684896" y="329804"/>
                  </a:lnTo>
                  <a:lnTo>
                    <a:pt x="687360" y="337808"/>
                  </a:lnTo>
                  <a:lnTo>
                    <a:pt x="689824" y="345217"/>
                  </a:lnTo>
                  <a:lnTo>
                    <a:pt x="692287" y="352044"/>
                  </a:lnTo>
                  <a:lnTo>
                    <a:pt x="694751" y="358259"/>
                  </a:lnTo>
                  <a:lnTo>
                    <a:pt x="697215" y="363869"/>
                  </a:lnTo>
                  <a:lnTo>
                    <a:pt x="699678" y="368974"/>
                  </a:lnTo>
                  <a:lnTo>
                    <a:pt x="702142" y="373599"/>
                  </a:lnTo>
                  <a:lnTo>
                    <a:pt x="704606" y="377772"/>
                  </a:lnTo>
                  <a:lnTo>
                    <a:pt x="707069" y="381522"/>
                  </a:lnTo>
                  <a:lnTo>
                    <a:pt x="709533" y="384876"/>
                  </a:lnTo>
                  <a:lnTo>
                    <a:pt x="711997" y="387801"/>
                  </a:lnTo>
                  <a:lnTo>
                    <a:pt x="714460" y="390393"/>
                  </a:lnTo>
                  <a:lnTo>
                    <a:pt x="716924" y="392689"/>
                  </a:lnTo>
                  <a:lnTo>
                    <a:pt x="719388" y="394715"/>
                  </a:lnTo>
                  <a:lnTo>
                    <a:pt x="721851" y="396495"/>
                  </a:lnTo>
                  <a:lnTo>
                    <a:pt x="724315" y="398052"/>
                  </a:lnTo>
                  <a:lnTo>
                    <a:pt x="726778" y="399395"/>
                  </a:lnTo>
                  <a:lnTo>
                    <a:pt x="729242" y="400540"/>
                  </a:lnTo>
                  <a:lnTo>
                    <a:pt x="731706" y="401534"/>
                  </a:lnTo>
                  <a:lnTo>
                    <a:pt x="734169" y="402391"/>
                  </a:lnTo>
                  <a:lnTo>
                    <a:pt x="736633" y="403128"/>
                  </a:lnTo>
                  <a:lnTo>
                    <a:pt x="739097" y="403757"/>
                  </a:lnTo>
                  <a:lnTo>
                    <a:pt x="741560" y="404292"/>
                  </a:lnTo>
                  <a:lnTo>
                    <a:pt x="744024" y="404729"/>
                  </a:lnTo>
                  <a:lnTo>
                    <a:pt x="746488" y="405094"/>
                  </a:lnTo>
                  <a:lnTo>
                    <a:pt x="748951" y="405397"/>
                  </a:lnTo>
                  <a:lnTo>
                    <a:pt x="751415" y="405646"/>
                  </a:lnTo>
                  <a:lnTo>
                    <a:pt x="753879" y="405847"/>
                  </a:lnTo>
                  <a:lnTo>
                    <a:pt x="756342" y="406007"/>
                  </a:lnTo>
                  <a:lnTo>
                    <a:pt x="758806" y="406127"/>
                  </a:lnTo>
                  <a:lnTo>
                    <a:pt x="761270" y="406213"/>
                  </a:lnTo>
                  <a:lnTo>
                    <a:pt x="763733" y="406273"/>
                  </a:lnTo>
                  <a:lnTo>
                    <a:pt x="766197" y="406312"/>
                  </a:lnTo>
                  <a:lnTo>
                    <a:pt x="768661" y="406332"/>
                  </a:lnTo>
                  <a:lnTo>
                    <a:pt x="771124" y="406336"/>
                  </a:lnTo>
                  <a:lnTo>
                    <a:pt x="773588" y="406328"/>
                  </a:lnTo>
                  <a:lnTo>
                    <a:pt x="776052" y="406310"/>
                  </a:lnTo>
                  <a:lnTo>
                    <a:pt x="778515" y="406285"/>
                  </a:lnTo>
                  <a:lnTo>
                    <a:pt x="780979" y="406256"/>
                  </a:lnTo>
                  <a:lnTo>
                    <a:pt x="783443" y="406226"/>
                  </a:lnTo>
                  <a:lnTo>
                    <a:pt x="785906" y="406196"/>
                  </a:lnTo>
                  <a:lnTo>
                    <a:pt x="788370" y="406168"/>
                  </a:lnTo>
                  <a:lnTo>
                    <a:pt x="790834" y="406143"/>
                  </a:lnTo>
                  <a:lnTo>
                    <a:pt x="793297" y="406123"/>
                  </a:lnTo>
                  <a:lnTo>
                    <a:pt x="795761" y="406110"/>
                  </a:lnTo>
                  <a:lnTo>
                    <a:pt x="798225" y="406102"/>
                  </a:lnTo>
                  <a:lnTo>
                    <a:pt x="800688" y="406102"/>
                  </a:lnTo>
                  <a:lnTo>
                    <a:pt x="803152" y="406108"/>
                  </a:lnTo>
                  <a:lnTo>
                    <a:pt x="805616" y="406120"/>
                  </a:lnTo>
                  <a:lnTo>
                    <a:pt x="808079" y="406140"/>
                  </a:lnTo>
                  <a:lnTo>
                    <a:pt x="810543" y="406165"/>
                  </a:lnTo>
                  <a:lnTo>
                    <a:pt x="813006" y="406195"/>
                  </a:lnTo>
                  <a:lnTo>
                    <a:pt x="815470" y="406228"/>
                  </a:lnTo>
                  <a:lnTo>
                    <a:pt x="817934" y="406263"/>
                  </a:lnTo>
                  <a:lnTo>
                    <a:pt x="820397" y="406300"/>
                  </a:lnTo>
                  <a:lnTo>
                    <a:pt x="822861" y="406336"/>
                  </a:lnTo>
                  <a:lnTo>
                    <a:pt x="825325" y="406370"/>
                  </a:lnTo>
                  <a:lnTo>
                    <a:pt x="827788" y="406402"/>
                  </a:lnTo>
                  <a:lnTo>
                    <a:pt x="830252" y="406429"/>
                  </a:lnTo>
                  <a:lnTo>
                    <a:pt x="832716" y="406451"/>
                  </a:lnTo>
                  <a:lnTo>
                    <a:pt x="835179" y="406468"/>
                  </a:lnTo>
                  <a:lnTo>
                    <a:pt x="837643" y="406478"/>
                  </a:lnTo>
                  <a:lnTo>
                    <a:pt x="840107" y="406481"/>
                  </a:lnTo>
                  <a:lnTo>
                    <a:pt x="842570" y="406476"/>
                  </a:lnTo>
                  <a:lnTo>
                    <a:pt x="845034" y="406465"/>
                  </a:lnTo>
                  <a:lnTo>
                    <a:pt x="847498" y="406448"/>
                  </a:lnTo>
                  <a:lnTo>
                    <a:pt x="849961" y="406424"/>
                  </a:lnTo>
                  <a:lnTo>
                    <a:pt x="852425" y="406396"/>
                  </a:lnTo>
                  <a:lnTo>
                    <a:pt x="854889" y="406363"/>
                  </a:lnTo>
                  <a:lnTo>
                    <a:pt x="857352" y="406326"/>
                  </a:lnTo>
                  <a:lnTo>
                    <a:pt x="859816" y="406288"/>
                  </a:lnTo>
                  <a:lnTo>
                    <a:pt x="862280" y="406249"/>
                  </a:lnTo>
                  <a:lnTo>
                    <a:pt x="864743" y="406211"/>
                  </a:lnTo>
                  <a:lnTo>
                    <a:pt x="867207" y="406175"/>
                  </a:lnTo>
                  <a:lnTo>
                    <a:pt x="869671" y="406140"/>
                  </a:lnTo>
                  <a:lnTo>
                    <a:pt x="872134" y="406110"/>
                  </a:lnTo>
                  <a:lnTo>
                    <a:pt x="874598" y="406085"/>
                  </a:lnTo>
                  <a:lnTo>
                    <a:pt x="877062" y="406064"/>
                  </a:lnTo>
                  <a:lnTo>
                    <a:pt x="879525" y="406049"/>
                  </a:lnTo>
                  <a:lnTo>
                    <a:pt x="881989" y="406038"/>
                  </a:lnTo>
                  <a:lnTo>
                    <a:pt x="884453" y="406033"/>
                  </a:lnTo>
                  <a:lnTo>
                    <a:pt x="886916" y="406032"/>
                  </a:lnTo>
                  <a:lnTo>
                    <a:pt x="889380" y="406035"/>
                  </a:lnTo>
                  <a:lnTo>
                    <a:pt x="891844" y="406040"/>
                  </a:lnTo>
                  <a:lnTo>
                    <a:pt x="894307" y="406047"/>
                  </a:lnTo>
                  <a:lnTo>
                    <a:pt x="896771" y="406053"/>
                  </a:lnTo>
                  <a:lnTo>
                    <a:pt x="899235" y="406058"/>
                  </a:lnTo>
                  <a:lnTo>
                    <a:pt x="901698" y="406061"/>
                  </a:lnTo>
                  <a:lnTo>
                    <a:pt x="904162" y="406058"/>
                  </a:lnTo>
                  <a:lnTo>
                    <a:pt x="906625" y="406049"/>
                  </a:lnTo>
                  <a:lnTo>
                    <a:pt x="909089" y="406032"/>
                  </a:lnTo>
                  <a:lnTo>
                    <a:pt x="911553" y="406006"/>
                  </a:lnTo>
                  <a:lnTo>
                    <a:pt x="914016" y="405970"/>
                  </a:lnTo>
                  <a:lnTo>
                    <a:pt x="916480" y="405923"/>
                  </a:lnTo>
                  <a:lnTo>
                    <a:pt x="918944" y="405865"/>
                  </a:lnTo>
                  <a:lnTo>
                    <a:pt x="921407" y="405791"/>
                  </a:lnTo>
                  <a:lnTo>
                    <a:pt x="923871" y="405703"/>
                  </a:lnTo>
                  <a:lnTo>
                    <a:pt x="926335" y="405603"/>
                  </a:lnTo>
                  <a:lnTo>
                    <a:pt x="928798" y="405490"/>
                  </a:lnTo>
                  <a:lnTo>
                    <a:pt x="931262" y="405363"/>
                  </a:lnTo>
                  <a:lnTo>
                    <a:pt x="933726" y="405224"/>
                  </a:lnTo>
                  <a:lnTo>
                    <a:pt x="936189" y="405072"/>
                  </a:lnTo>
                  <a:lnTo>
                    <a:pt x="938653" y="404906"/>
                  </a:lnTo>
                  <a:lnTo>
                    <a:pt x="941117" y="404731"/>
                  </a:lnTo>
                  <a:lnTo>
                    <a:pt x="943580" y="404545"/>
                  </a:lnTo>
                  <a:lnTo>
                    <a:pt x="946044" y="404350"/>
                  </a:lnTo>
                  <a:lnTo>
                    <a:pt x="948508" y="404147"/>
                  </a:lnTo>
                  <a:lnTo>
                    <a:pt x="950971" y="403936"/>
                  </a:lnTo>
                  <a:lnTo>
                    <a:pt x="953435" y="403719"/>
                  </a:lnTo>
                  <a:lnTo>
                    <a:pt x="955899" y="403495"/>
                  </a:lnTo>
                  <a:lnTo>
                    <a:pt x="958362" y="403268"/>
                  </a:lnTo>
                  <a:lnTo>
                    <a:pt x="960826" y="403038"/>
                  </a:lnTo>
                  <a:lnTo>
                    <a:pt x="963290" y="402805"/>
                  </a:lnTo>
                  <a:lnTo>
                    <a:pt x="965753" y="402570"/>
                  </a:lnTo>
                  <a:lnTo>
                    <a:pt x="968217" y="402335"/>
                  </a:lnTo>
                  <a:lnTo>
                    <a:pt x="970681" y="402100"/>
                  </a:lnTo>
                  <a:lnTo>
                    <a:pt x="973144" y="401867"/>
                  </a:lnTo>
                  <a:lnTo>
                    <a:pt x="975608" y="401637"/>
                  </a:lnTo>
                  <a:lnTo>
                    <a:pt x="978072" y="401411"/>
                  </a:lnTo>
                  <a:lnTo>
                    <a:pt x="980535" y="401189"/>
                  </a:lnTo>
                  <a:lnTo>
                    <a:pt x="982999" y="400973"/>
                  </a:lnTo>
                  <a:lnTo>
                    <a:pt x="985463" y="400766"/>
                  </a:lnTo>
                  <a:lnTo>
                    <a:pt x="987926" y="400568"/>
                  </a:lnTo>
                  <a:lnTo>
                    <a:pt x="990390" y="400380"/>
                  </a:lnTo>
                  <a:lnTo>
                    <a:pt x="992853" y="400204"/>
                  </a:lnTo>
                  <a:lnTo>
                    <a:pt x="995317" y="400040"/>
                  </a:lnTo>
                  <a:lnTo>
                    <a:pt x="997781" y="399890"/>
                  </a:lnTo>
                  <a:lnTo>
                    <a:pt x="1000244" y="399756"/>
                  </a:lnTo>
                  <a:lnTo>
                    <a:pt x="1002708" y="399641"/>
                  </a:lnTo>
                  <a:lnTo>
                    <a:pt x="1005172" y="399544"/>
                  </a:lnTo>
                  <a:lnTo>
                    <a:pt x="1007635" y="399464"/>
                  </a:lnTo>
                  <a:lnTo>
                    <a:pt x="1010099" y="399403"/>
                  </a:lnTo>
                  <a:lnTo>
                    <a:pt x="1012563" y="399361"/>
                  </a:lnTo>
                  <a:lnTo>
                    <a:pt x="1015026" y="399337"/>
                  </a:lnTo>
                  <a:lnTo>
                    <a:pt x="1017490" y="399336"/>
                  </a:lnTo>
                  <a:lnTo>
                    <a:pt x="1019954" y="399352"/>
                  </a:lnTo>
                  <a:lnTo>
                    <a:pt x="1022417" y="399385"/>
                  </a:lnTo>
                  <a:lnTo>
                    <a:pt x="1024881" y="399432"/>
                  </a:lnTo>
                  <a:lnTo>
                    <a:pt x="1027345" y="399493"/>
                  </a:lnTo>
                  <a:lnTo>
                    <a:pt x="1029808" y="399566"/>
                  </a:lnTo>
                  <a:lnTo>
                    <a:pt x="1032272" y="399648"/>
                  </a:lnTo>
                  <a:lnTo>
                    <a:pt x="1034736" y="399737"/>
                  </a:lnTo>
                  <a:lnTo>
                    <a:pt x="1037199" y="399829"/>
                  </a:lnTo>
                  <a:lnTo>
                    <a:pt x="1039663" y="399922"/>
                  </a:lnTo>
                  <a:lnTo>
                    <a:pt x="1042127" y="400013"/>
                  </a:lnTo>
                  <a:lnTo>
                    <a:pt x="1044590" y="400098"/>
                  </a:lnTo>
                  <a:lnTo>
                    <a:pt x="1047054" y="400177"/>
                  </a:lnTo>
                  <a:lnTo>
                    <a:pt x="1049518" y="400243"/>
                  </a:lnTo>
                  <a:lnTo>
                    <a:pt x="1051981" y="400296"/>
                  </a:lnTo>
                  <a:lnTo>
                    <a:pt x="1054445" y="400335"/>
                  </a:lnTo>
                  <a:lnTo>
                    <a:pt x="1056909" y="400357"/>
                  </a:lnTo>
                  <a:lnTo>
                    <a:pt x="1059372" y="400364"/>
                  </a:lnTo>
                  <a:lnTo>
                    <a:pt x="1061836" y="400353"/>
                  </a:lnTo>
                  <a:lnTo>
                    <a:pt x="1064300" y="400323"/>
                  </a:lnTo>
                  <a:lnTo>
                    <a:pt x="1066763" y="400274"/>
                  </a:lnTo>
                  <a:lnTo>
                    <a:pt x="1069227" y="400209"/>
                  </a:lnTo>
                  <a:lnTo>
                    <a:pt x="1071691" y="400130"/>
                  </a:lnTo>
                  <a:lnTo>
                    <a:pt x="1074154" y="400039"/>
                  </a:lnTo>
                  <a:lnTo>
                    <a:pt x="1076618" y="399938"/>
                  </a:lnTo>
                  <a:lnTo>
                    <a:pt x="1079082" y="399829"/>
                  </a:lnTo>
                  <a:lnTo>
                    <a:pt x="1081545" y="399714"/>
                  </a:lnTo>
                  <a:lnTo>
                    <a:pt x="1084009" y="399597"/>
                  </a:lnTo>
                  <a:lnTo>
                    <a:pt x="1086472" y="399483"/>
                  </a:lnTo>
                  <a:lnTo>
                    <a:pt x="1088936" y="399372"/>
                  </a:lnTo>
                  <a:lnTo>
                    <a:pt x="1091400" y="399269"/>
                  </a:lnTo>
                  <a:lnTo>
                    <a:pt x="1093863" y="399174"/>
                  </a:lnTo>
                  <a:lnTo>
                    <a:pt x="1096327" y="399091"/>
                  </a:lnTo>
                  <a:lnTo>
                    <a:pt x="1098791" y="399022"/>
                  </a:lnTo>
                  <a:lnTo>
                    <a:pt x="1101254" y="398967"/>
                  </a:lnTo>
                  <a:lnTo>
                    <a:pt x="1103718" y="398926"/>
                  </a:lnTo>
                  <a:lnTo>
                    <a:pt x="1106182" y="398898"/>
                  </a:lnTo>
                  <a:lnTo>
                    <a:pt x="1108645" y="398883"/>
                  </a:lnTo>
                  <a:lnTo>
                    <a:pt x="1111109" y="398879"/>
                  </a:lnTo>
                  <a:lnTo>
                    <a:pt x="1113573" y="398885"/>
                  </a:lnTo>
                  <a:lnTo>
                    <a:pt x="1116036" y="398896"/>
                  </a:lnTo>
                  <a:lnTo>
                    <a:pt x="1118500" y="398910"/>
                  </a:lnTo>
                  <a:lnTo>
                    <a:pt x="1120964" y="398922"/>
                  </a:lnTo>
                  <a:lnTo>
                    <a:pt x="1123427" y="398929"/>
                  </a:lnTo>
                  <a:lnTo>
                    <a:pt x="1125891" y="398927"/>
                  </a:lnTo>
                  <a:lnTo>
                    <a:pt x="1128355" y="398912"/>
                  </a:lnTo>
                  <a:lnTo>
                    <a:pt x="1130818" y="398876"/>
                  </a:lnTo>
                  <a:lnTo>
                    <a:pt x="1133282" y="398818"/>
                  </a:lnTo>
                  <a:lnTo>
                    <a:pt x="1135746" y="398734"/>
                  </a:lnTo>
                  <a:lnTo>
                    <a:pt x="1138209" y="398622"/>
                  </a:lnTo>
                  <a:lnTo>
                    <a:pt x="1140673" y="398478"/>
                  </a:lnTo>
                  <a:lnTo>
                    <a:pt x="1143137" y="398301"/>
                  </a:lnTo>
                  <a:lnTo>
                    <a:pt x="1145600" y="398081"/>
                  </a:lnTo>
                  <a:lnTo>
                    <a:pt x="1148064" y="397822"/>
                  </a:lnTo>
                  <a:lnTo>
                    <a:pt x="1150528" y="397523"/>
                  </a:lnTo>
                  <a:lnTo>
                    <a:pt x="1152991" y="397185"/>
                  </a:lnTo>
                  <a:lnTo>
                    <a:pt x="1155455" y="396807"/>
                  </a:lnTo>
                  <a:lnTo>
                    <a:pt x="1157919" y="396390"/>
                  </a:lnTo>
                  <a:lnTo>
                    <a:pt x="1160382" y="395932"/>
                  </a:lnTo>
                  <a:lnTo>
                    <a:pt x="1162846" y="395431"/>
                  </a:lnTo>
                  <a:lnTo>
                    <a:pt x="1165310" y="394893"/>
                  </a:lnTo>
                  <a:lnTo>
                    <a:pt x="1167773" y="394321"/>
                  </a:lnTo>
                  <a:lnTo>
                    <a:pt x="1170237" y="393715"/>
                  </a:lnTo>
                  <a:lnTo>
                    <a:pt x="1172701" y="393078"/>
                  </a:lnTo>
                  <a:lnTo>
                    <a:pt x="1175164" y="392412"/>
                  </a:lnTo>
                  <a:lnTo>
                    <a:pt x="1177628" y="391714"/>
                  </a:lnTo>
                  <a:lnTo>
                    <a:pt x="1180091" y="390989"/>
                  </a:lnTo>
                  <a:lnTo>
                    <a:pt x="1182555" y="390241"/>
                  </a:lnTo>
                  <a:lnTo>
                    <a:pt x="1185019" y="389472"/>
                  </a:lnTo>
                  <a:lnTo>
                    <a:pt x="1187482" y="388686"/>
                  </a:lnTo>
                  <a:lnTo>
                    <a:pt x="1189946" y="387883"/>
                  </a:lnTo>
                  <a:lnTo>
                    <a:pt x="1192410" y="387067"/>
                  </a:lnTo>
                  <a:lnTo>
                    <a:pt x="1194873" y="386241"/>
                  </a:lnTo>
                  <a:lnTo>
                    <a:pt x="1197337" y="385411"/>
                  </a:lnTo>
                  <a:lnTo>
                    <a:pt x="1199801" y="384582"/>
                  </a:lnTo>
                  <a:lnTo>
                    <a:pt x="1202264" y="383759"/>
                  </a:lnTo>
                  <a:lnTo>
                    <a:pt x="1204728" y="382948"/>
                  </a:lnTo>
                  <a:lnTo>
                    <a:pt x="1207192" y="382155"/>
                  </a:lnTo>
                  <a:lnTo>
                    <a:pt x="1209655" y="381392"/>
                  </a:lnTo>
                  <a:lnTo>
                    <a:pt x="1212119" y="380669"/>
                  </a:lnTo>
                  <a:lnTo>
                    <a:pt x="1214583" y="379992"/>
                  </a:lnTo>
                  <a:lnTo>
                    <a:pt x="1217046" y="379371"/>
                  </a:lnTo>
                  <a:lnTo>
                    <a:pt x="1219510" y="378814"/>
                  </a:lnTo>
                  <a:lnTo>
                    <a:pt x="1221974" y="378331"/>
                  </a:lnTo>
                  <a:lnTo>
                    <a:pt x="1224437" y="377934"/>
                  </a:lnTo>
                  <a:lnTo>
                    <a:pt x="1226901" y="377650"/>
                  </a:lnTo>
                  <a:lnTo>
                    <a:pt x="1229365" y="377472"/>
                  </a:lnTo>
                  <a:lnTo>
                    <a:pt x="1231828" y="377405"/>
                  </a:lnTo>
                  <a:lnTo>
                    <a:pt x="1234292" y="377456"/>
                  </a:lnTo>
                  <a:lnTo>
                    <a:pt x="1236756" y="377630"/>
                  </a:lnTo>
                  <a:lnTo>
                    <a:pt x="1239219" y="377928"/>
                  </a:lnTo>
                  <a:lnTo>
                    <a:pt x="1241683" y="378369"/>
                  </a:lnTo>
                  <a:lnTo>
                    <a:pt x="1244147" y="378947"/>
                  </a:lnTo>
                  <a:lnTo>
                    <a:pt x="1246610" y="379646"/>
                  </a:lnTo>
                  <a:lnTo>
                    <a:pt x="1249074" y="380461"/>
                  </a:lnTo>
                  <a:lnTo>
                    <a:pt x="1251538" y="381383"/>
                  </a:lnTo>
                  <a:lnTo>
                    <a:pt x="1254001" y="382405"/>
                  </a:lnTo>
                  <a:lnTo>
                    <a:pt x="1256465" y="383517"/>
                  </a:lnTo>
                  <a:lnTo>
                    <a:pt x="1258929" y="384718"/>
                  </a:lnTo>
                  <a:lnTo>
                    <a:pt x="1258929" y="407401"/>
                  </a:lnTo>
                  <a:lnTo>
                    <a:pt x="1256465" y="407401"/>
                  </a:lnTo>
                  <a:lnTo>
                    <a:pt x="1254001" y="407401"/>
                  </a:lnTo>
                  <a:lnTo>
                    <a:pt x="1251538" y="407401"/>
                  </a:lnTo>
                  <a:lnTo>
                    <a:pt x="1249074" y="407401"/>
                  </a:lnTo>
                  <a:lnTo>
                    <a:pt x="1246610" y="407401"/>
                  </a:lnTo>
                  <a:lnTo>
                    <a:pt x="1244147" y="407401"/>
                  </a:lnTo>
                  <a:lnTo>
                    <a:pt x="1241683" y="407401"/>
                  </a:lnTo>
                  <a:lnTo>
                    <a:pt x="1239219" y="407401"/>
                  </a:lnTo>
                  <a:lnTo>
                    <a:pt x="1236756" y="407401"/>
                  </a:lnTo>
                  <a:lnTo>
                    <a:pt x="1234292" y="407401"/>
                  </a:lnTo>
                  <a:lnTo>
                    <a:pt x="1231828" y="407401"/>
                  </a:lnTo>
                  <a:lnTo>
                    <a:pt x="1229365" y="407401"/>
                  </a:lnTo>
                  <a:lnTo>
                    <a:pt x="1226901" y="407401"/>
                  </a:lnTo>
                  <a:lnTo>
                    <a:pt x="1224437" y="407401"/>
                  </a:lnTo>
                  <a:lnTo>
                    <a:pt x="1221974" y="407401"/>
                  </a:lnTo>
                  <a:lnTo>
                    <a:pt x="1219510" y="407401"/>
                  </a:lnTo>
                  <a:lnTo>
                    <a:pt x="1217046" y="407401"/>
                  </a:lnTo>
                  <a:lnTo>
                    <a:pt x="1214583" y="407401"/>
                  </a:lnTo>
                  <a:lnTo>
                    <a:pt x="1212119" y="407401"/>
                  </a:lnTo>
                  <a:lnTo>
                    <a:pt x="1209655" y="407401"/>
                  </a:lnTo>
                  <a:lnTo>
                    <a:pt x="1207192" y="407401"/>
                  </a:lnTo>
                  <a:lnTo>
                    <a:pt x="1204728" y="407401"/>
                  </a:lnTo>
                  <a:lnTo>
                    <a:pt x="1202264" y="407401"/>
                  </a:lnTo>
                  <a:lnTo>
                    <a:pt x="1199801" y="407401"/>
                  </a:lnTo>
                  <a:lnTo>
                    <a:pt x="1197337" y="407401"/>
                  </a:lnTo>
                  <a:lnTo>
                    <a:pt x="1194873" y="407401"/>
                  </a:lnTo>
                  <a:lnTo>
                    <a:pt x="1192410" y="407401"/>
                  </a:lnTo>
                  <a:lnTo>
                    <a:pt x="1189946" y="407401"/>
                  </a:lnTo>
                  <a:lnTo>
                    <a:pt x="1187482" y="407401"/>
                  </a:lnTo>
                  <a:lnTo>
                    <a:pt x="1185019" y="407401"/>
                  </a:lnTo>
                  <a:lnTo>
                    <a:pt x="1182555" y="407401"/>
                  </a:lnTo>
                  <a:lnTo>
                    <a:pt x="1180091" y="407401"/>
                  </a:lnTo>
                  <a:lnTo>
                    <a:pt x="1177628" y="407401"/>
                  </a:lnTo>
                  <a:lnTo>
                    <a:pt x="1175164" y="407401"/>
                  </a:lnTo>
                  <a:lnTo>
                    <a:pt x="1172701" y="407401"/>
                  </a:lnTo>
                  <a:lnTo>
                    <a:pt x="1170237" y="407401"/>
                  </a:lnTo>
                  <a:lnTo>
                    <a:pt x="1167773" y="407401"/>
                  </a:lnTo>
                  <a:lnTo>
                    <a:pt x="1165310" y="407401"/>
                  </a:lnTo>
                  <a:lnTo>
                    <a:pt x="1162846" y="407401"/>
                  </a:lnTo>
                  <a:lnTo>
                    <a:pt x="1160382" y="407401"/>
                  </a:lnTo>
                  <a:lnTo>
                    <a:pt x="1157919" y="407401"/>
                  </a:lnTo>
                  <a:lnTo>
                    <a:pt x="1155455" y="407401"/>
                  </a:lnTo>
                  <a:lnTo>
                    <a:pt x="1152991" y="407401"/>
                  </a:lnTo>
                  <a:lnTo>
                    <a:pt x="1150528" y="407401"/>
                  </a:lnTo>
                  <a:lnTo>
                    <a:pt x="1148064" y="407401"/>
                  </a:lnTo>
                  <a:lnTo>
                    <a:pt x="1145600" y="407401"/>
                  </a:lnTo>
                  <a:lnTo>
                    <a:pt x="1143137" y="407401"/>
                  </a:lnTo>
                  <a:lnTo>
                    <a:pt x="1140673" y="407401"/>
                  </a:lnTo>
                  <a:lnTo>
                    <a:pt x="1138209" y="407401"/>
                  </a:lnTo>
                  <a:lnTo>
                    <a:pt x="1135746" y="407401"/>
                  </a:lnTo>
                  <a:lnTo>
                    <a:pt x="1133282" y="407401"/>
                  </a:lnTo>
                  <a:lnTo>
                    <a:pt x="1130818" y="407401"/>
                  </a:lnTo>
                  <a:lnTo>
                    <a:pt x="1128355" y="407401"/>
                  </a:lnTo>
                  <a:lnTo>
                    <a:pt x="1125891" y="407401"/>
                  </a:lnTo>
                  <a:lnTo>
                    <a:pt x="1123427" y="407401"/>
                  </a:lnTo>
                  <a:lnTo>
                    <a:pt x="1120964" y="407401"/>
                  </a:lnTo>
                  <a:lnTo>
                    <a:pt x="1118500" y="407401"/>
                  </a:lnTo>
                  <a:lnTo>
                    <a:pt x="1116036" y="407401"/>
                  </a:lnTo>
                  <a:lnTo>
                    <a:pt x="1113573" y="407401"/>
                  </a:lnTo>
                  <a:lnTo>
                    <a:pt x="1111109" y="407401"/>
                  </a:lnTo>
                  <a:lnTo>
                    <a:pt x="1108645" y="407401"/>
                  </a:lnTo>
                  <a:lnTo>
                    <a:pt x="1106182" y="407401"/>
                  </a:lnTo>
                  <a:lnTo>
                    <a:pt x="1103718" y="407401"/>
                  </a:lnTo>
                  <a:lnTo>
                    <a:pt x="1101254" y="407401"/>
                  </a:lnTo>
                  <a:lnTo>
                    <a:pt x="1098791" y="407401"/>
                  </a:lnTo>
                  <a:lnTo>
                    <a:pt x="1096327" y="407401"/>
                  </a:lnTo>
                  <a:lnTo>
                    <a:pt x="1093863" y="407401"/>
                  </a:lnTo>
                  <a:lnTo>
                    <a:pt x="1091400" y="407401"/>
                  </a:lnTo>
                  <a:lnTo>
                    <a:pt x="1088936" y="407401"/>
                  </a:lnTo>
                  <a:lnTo>
                    <a:pt x="1086472" y="407401"/>
                  </a:lnTo>
                  <a:lnTo>
                    <a:pt x="1084009" y="407401"/>
                  </a:lnTo>
                  <a:lnTo>
                    <a:pt x="1081545" y="407401"/>
                  </a:lnTo>
                  <a:lnTo>
                    <a:pt x="1079082" y="407401"/>
                  </a:lnTo>
                  <a:lnTo>
                    <a:pt x="1076618" y="407401"/>
                  </a:lnTo>
                  <a:lnTo>
                    <a:pt x="1074154" y="407401"/>
                  </a:lnTo>
                  <a:lnTo>
                    <a:pt x="1071691" y="407401"/>
                  </a:lnTo>
                  <a:lnTo>
                    <a:pt x="1069227" y="407401"/>
                  </a:lnTo>
                  <a:lnTo>
                    <a:pt x="1066763" y="407401"/>
                  </a:lnTo>
                  <a:lnTo>
                    <a:pt x="1064300" y="407401"/>
                  </a:lnTo>
                  <a:lnTo>
                    <a:pt x="1061836" y="407401"/>
                  </a:lnTo>
                  <a:lnTo>
                    <a:pt x="1059372" y="407401"/>
                  </a:lnTo>
                  <a:lnTo>
                    <a:pt x="1056909" y="407401"/>
                  </a:lnTo>
                  <a:lnTo>
                    <a:pt x="1054445" y="407401"/>
                  </a:lnTo>
                  <a:lnTo>
                    <a:pt x="1051981" y="407401"/>
                  </a:lnTo>
                  <a:lnTo>
                    <a:pt x="1049518" y="407401"/>
                  </a:lnTo>
                  <a:lnTo>
                    <a:pt x="1047054" y="407401"/>
                  </a:lnTo>
                  <a:lnTo>
                    <a:pt x="1044590" y="407401"/>
                  </a:lnTo>
                  <a:lnTo>
                    <a:pt x="1042127" y="407401"/>
                  </a:lnTo>
                  <a:lnTo>
                    <a:pt x="1039663" y="407401"/>
                  </a:lnTo>
                  <a:lnTo>
                    <a:pt x="1037199" y="407401"/>
                  </a:lnTo>
                  <a:lnTo>
                    <a:pt x="1034736" y="407401"/>
                  </a:lnTo>
                  <a:lnTo>
                    <a:pt x="1032272" y="407401"/>
                  </a:lnTo>
                  <a:lnTo>
                    <a:pt x="1029808" y="407401"/>
                  </a:lnTo>
                  <a:lnTo>
                    <a:pt x="1027345" y="407401"/>
                  </a:lnTo>
                  <a:lnTo>
                    <a:pt x="1024881" y="407401"/>
                  </a:lnTo>
                  <a:lnTo>
                    <a:pt x="1022417" y="407401"/>
                  </a:lnTo>
                  <a:lnTo>
                    <a:pt x="1019954" y="407401"/>
                  </a:lnTo>
                  <a:lnTo>
                    <a:pt x="1017490" y="407401"/>
                  </a:lnTo>
                  <a:lnTo>
                    <a:pt x="1015026" y="407401"/>
                  </a:lnTo>
                  <a:lnTo>
                    <a:pt x="1012563" y="407401"/>
                  </a:lnTo>
                  <a:lnTo>
                    <a:pt x="1010099" y="407401"/>
                  </a:lnTo>
                  <a:lnTo>
                    <a:pt x="1007635" y="407401"/>
                  </a:lnTo>
                  <a:lnTo>
                    <a:pt x="1005172" y="407401"/>
                  </a:lnTo>
                  <a:lnTo>
                    <a:pt x="1002708" y="407401"/>
                  </a:lnTo>
                  <a:lnTo>
                    <a:pt x="1000244" y="407401"/>
                  </a:lnTo>
                  <a:lnTo>
                    <a:pt x="997781" y="407401"/>
                  </a:lnTo>
                  <a:lnTo>
                    <a:pt x="995317" y="407401"/>
                  </a:lnTo>
                  <a:lnTo>
                    <a:pt x="992853" y="407401"/>
                  </a:lnTo>
                  <a:lnTo>
                    <a:pt x="990390" y="407401"/>
                  </a:lnTo>
                  <a:lnTo>
                    <a:pt x="987926" y="407401"/>
                  </a:lnTo>
                  <a:lnTo>
                    <a:pt x="985463" y="407401"/>
                  </a:lnTo>
                  <a:lnTo>
                    <a:pt x="982999" y="407401"/>
                  </a:lnTo>
                  <a:lnTo>
                    <a:pt x="980535" y="407401"/>
                  </a:lnTo>
                  <a:lnTo>
                    <a:pt x="978072" y="407401"/>
                  </a:lnTo>
                  <a:lnTo>
                    <a:pt x="975608" y="407401"/>
                  </a:lnTo>
                  <a:lnTo>
                    <a:pt x="973144" y="407401"/>
                  </a:lnTo>
                  <a:lnTo>
                    <a:pt x="970681" y="407401"/>
                  </a:lnTo>
                  <a:lnTo>
                    <a:pt x="968217" y="407401"/>
                  </a:lnTo>
                  <a:lnTo>
                    <a:pt x="965753" y="407401"/>
                  </a:lnTo>
                  <a:lnTo>
                    <a:pt x="963290" y="407401"/>
                  </a:lnTo>
                  <a:lnTo>
                    <a:pt x="960826" y="407401"/>
                  </a:lnTo>
                  <a:lnTo>
                    <a:pt x="958362" y="407401"/>
                  </a:lnTo>
                  <a:lnTo>
                    <a:pt x="955899" y="407401"/>
                  </a:lnTo>
                  <a:lnTo>
                    <a:pt x="953435" y="407401"/>
                  </a:lnTo>
                  <a:lnTo>
                    <a:pt x="950971" y="407401"/>
                  </a:lnTo>
                  <a:lnTo>
                    <a:pt x="948508" y="407401"/>
                  </a:lnTo>
                  <a:lnTo>
                    <a:pt x="946044" y="407401"/>
                  </a:lnTo>
                  <a:lnTo>
                    <a:pt x="943580" y="407401"/>
                  </a:lnTo>
                  <a:lnTo>
                    <a:pt x="941117" y="407401"/>
                  </a:lnTo>
                  <a:lnTo>
                    <a:pt x="938653" y="407401"/>
                  </a:lnTo>
                  <a:lnTo>
                    <a:pt x="936189" y="407401"/>
                  </a:lnTo>
                  <a:lnTo>
                    <a:pt x="933726" y="407401"/>
                  </a:lnTo>
                  <a:lnTo>
                    <a:pt x="931262" y="407401"/>
                  </a:lnTo>
                  <a:lnTo>
                    <a:pt x="928798" y="407401"/>
                  </a:lnTo>
                  <a:lnTo>
                    <a:pt x="926335" y="407401"/>
                  </a:lnTo>
                  <a:lnTo>
                    <a:pt x="923871" y="407401"/>
                  </a:lnTo>
                  <a:lnTo>
                    <a:pt x="921407" y="407401"/>
                  </a:lnTo>
                  <a:lnTo>
                    <a:pt x="918944" y="407401"/>
                  </a:lnTo>
                  <a:lnTo>
                    <a:pt x="916480" y="407401"/>
                  </a:lnTo>
                  <a:lnTo>
                    <a:pt x="914016" y="407401"/>
                  </a:lnTo>
                  <a:lnTo>
                    <a:pt x="911553" y="407401"/>
                  </a:lnTo>
                  <a:lnTo>
                    <a:pt x="909089" y="407401"/>
                  </a:lnTo>
                  <a:lnTo>
                    <a:pt x="906625" y="407401"/>
                  </a:lnTo>
                  <a:lnTo>
                    <a:pt x="904162" y="407401"/>
                  </a:lnTo>
                  <a:lnTo>
                    <a:pt x="901698" y="407401"/>
                  </a:lnTo>
                  <a:lnTo>
                    <a:pt x="899235" y="407401"/>
                  </a:lnTo>
                  <a:lnTo>
                    <a:pt x="896771" y="407401"/>
                  </a:lnTo>
                  <a:lnTo>
                    <a:pt x="894307" y="407401"/>
                  </a:lnTo>
                  <a:lnTo>
                    <a:pt x="891844" y="407401"/>
                  </a:lnTo>
                  <a:lnTo>
                    <a:pt x="889380" y="407401"/>
                  </a:lnTo>
                  <a:lnTo>
                    <a:pt x="886916" y="407401"/>
                  </a:lnTo>
                  <a:lnTo>
                    <a:pt x="884453" y="407401"/>
                  </a:lnTo>
                  <a:lnTo>
                    <a:pt x="881989" y="407401"/>
                  </a:lnTo>
                  <a:lnTo>
                    <a:pt x="879525" y="407401"/>
                  </a:lnTo>
                  <a:lnTo>
                    <a:pt x="877062" y="407401"/>
                  </a:lnTo>
                  <a:lnTo>
                    <a:pt x="874598" y="407401"/>
                  </a:lnTo>
                  <a:lnTo>
                    <a:pt x="872134" y="407401"/>
                  </a:lnTo>
                  <a:lnTo>
                    <a:pt x="869671" y="407401"/>
                  </a:lnTo>
                  <a:lnTo>
                    <a:pt x="867207" y="407401"/>
                  </a:lnTo>
                  <a:lnTo>
                    <a:pt x="864743" y="407401"/>
                  </a:lnTo>
                  <a:lnTo>
                    <a:pt x="862280" y="407401"/>
                  </a:lnTo>
                  <a:lnTo>
                    <a:pt x="859816" y="407401"/>
                  </a:lnTo>
                  <a:lnTo>
                    <a:pt x="857352" y="407401"/>
                  </a:lnTo>
                  <a:lnTo>
                    <a:pt x="854889" y="407401"/>
                  </a:lnTo>
                  <a:lnTo>
                    <a:pt x="852425" y="407401"/>
                  </a:lnTo>
                  <a:lnTo>
                    <a:pt x="849961" y="407401"/>
                  </a:lnTo>
                  <a:lnTo>
                    <a:pt x="847498" y="407401"/>
                  </a:lnTo>
                  <a:lnTo>
                    <a:pt x="845034" y="407401"/>
                  </a:lnTo>
                  <a:lnTo>
                    <a:pt x="842570" y="407401"/>
                  </a:lnTo>
                  <a:lnTo>
                    <a:pt x="840107" y="407401"/>
                  </a:lnTo>
                  <a:lnTo>
                    <a:pt x="837643" y="407401"/>
                  </a:lnTo>
                  <a:lnTo>
                    <a:pt x="835179" y="407401"/>
                  </a:lnTo>
                  <a:lnTo>
                    <a:pt x="832716" y="407401"/>
                  </a:lnTo>
                  <a:lnTo>
                    <a:pt x="830252" y="407401"/>
                  </a:lnTo>
                  <a:lnTo>
                    <a:pt x="827788" y="407401"/>
                  </a:lnTo>
                  <a:lnTo>
                    <a:pt x="825325" y="407401"/>
                  </a:lnTo>
                  <a:lnTo>
                    <a:pt x="822861" y="407401"/>
                  </a:lnTo>
                  <a:lnTo>
                    <a:pt x="820397" y="407401"/>
                  </a:lnTo>
                  <a:lnTo>
                    <a:pt x="817934" y="407401"/>
                  </a:lnTo>
                  <a:lnTo>
                    <a:pt x="815470" y="407401"/>
                  </a:lnTo>
                  <a:lnTo>
                    <a:pt x="813006" y="407401"/>
                  </a:lnTo>
                  <a:lnTo>
                    <a:pt x="810543" y="407401"/>
                  </a:lnTo>
                  <a:lnTo>
                    <a:pt x="808079" y="407401"/>
                  </a:lnTo>
                  <a:lnTo>
                    <a:pt x="805616" y="407401"/>
                  </a:lnTo>
                  <a:lnTo>
                    <a:pt x="803152" y="407401"/>
                  </a:lnTo>
                  <a:lnTo>
                    <a:pt x="800688" y="407401"/>
                  </a:lnTo>
                  <a:lnTo>
                    <a:pt x="798225" y="407401"/>
                  </a:lnTo>
                  <a:lnTo>
                    <a:pt x="795761" y="407401"/>
                  </a:lnTo>
                  <a:lnTo>
                    <a:pt x="793297" y="407401"/>
                  </a:lnTo>
                  <a:lnTo>
                    <a:pt x="790834" y="407401"/>
                  </a:lnTo>
                  <a:lnTo>
                    <a:pt x="788370" y="407401"/>
                  </a:lnTo>
                  <a:lnTo>
                    <a:pt x="785906" y="407401"/>
                  </a:lnTo>
                  <a:lnTo>
                    <a:pt x="783443" y="407401"/>
                  </a:lnTo>
                  <a:lnTo>
                    <a:pt x="780979" y="407401"/>
                  </a:lnTo>
                  <a:lnTo>
                    <a:pt x="778515" y="407401"/>
                  </a:lnTo>
                  <a:lnTo>
                    <a:pt x="776052" y="407401"/>
                  </a:lnTo>
                  <a:lnTo>
                    <a:pt x="773588" y="407401"/>
                  </a:lnTo>
                  <a:lnTo>
                    <a:pt x="771124" y="407401"/>
                  </a:lnTo>
                  <a:lnTo>
                    <a:pt x="768661" y="407401"/>
                  </a:lnTo>
                  <a:lnTo>
                    <a:pt x="766197" y="407401"/>
                  </a:lnTo>
                  <a:lnTo>
                    <a:pt x="763733" y="407401"/>
                  </a:lnTo>
                  <a:lnTo>
                    <a:pt x="761270" y="407401"/>
                  </a:lnTo>
                  <a:lnTo>
                    <a:pt x="758806" y="407401"/>
                  </a:lnTo>
                  <a:lnTo>
                    <a:pt x="756342" y="407401"/>
                  </a:lnTo>
                  <a:lnTo>
                    <a:pt x="753879" y="407401"/>
                  </a:lnTo>
                  <a:lnTo>
                    <a:pt x="751415" y="407401"/>
                  </a:lnTo>
                  <a:lnTo>
                    <a:pt x="748951" y="407401"/>
                  </a:lnTo>
                  <a:lnTo>
                    <a:pt x="746488" y="407401"/>
                  </a:lnTo>
                  <a:lnTo>
                    <a:pt x="744024" y="407401"/>
                  </a:lnTo>
                  <a:lnTo>
                    <a:pt x="741560" y="407401"/>
                  </a:lnTo>
                  <a:lnTo>
                    <a:pt x="739097" y="407401"/>
                  </a:lnTo>
                  <a:lnTo>
                    <a:pt x="736633" y="407401"/>
                  </a:lnTo>
                  <a:lnTo>
                    <a:pt x="734169" y="407401"/>
                  </a:lnTo>
                  <a:lnTo>
                    <a:pt x="731706" y="407401"/>
                  </a:lnTo>
                  <a:lnTo>
                    <a:pt x="729242" y="407401"/>
                  </a:lnTo>
                  <a:lnTo>
                    <a:pt x="726778" y="407401"/>
                  </a:lnTo>
                  <a:lnTo>
                    <a:pt x="724315" y="407401"/>
                  </a:lnTo>
                  <a:lnTo>
                    <a:pt x="721851" y="407401"/>
                  </a:lnTo>
                  <a:lnTo>
                    <a:pt x="719388" y="407401"/>
                  </a:lnTo>
                  <a:lnTo>
                    <a:pt x="716924" y="407401"/>
                  </a:lnTo>
                  <a:lnTo>
                    <a:pt x="714460" y="407401"/>
                  </a:lnTo>
                  <a:lnTo>
                    <a:pt x="711997" y="407401"/>
                  </a:lnTo>
                  <a:lnTo>
                    <a:pt x="709533" y="407401"/>
                  </a:lnTo>
                  <a:lnTo>
                    <a:pt x="707069" y="407401"/>
                  </a:lnTo>
                  <a:lnTo>
                    <a:pt x="704606" y="407401"/>
                  </a:lnTo>
                  <a:lnTo>
                    <a:pt x="702142" y="407401"/>
                  </a:lnTo>
                  <a:lnTo>
                    <a:pt x="699678" y="407401"/>
                  </a:lnTo>
                  <a:lnTo>
                    <a:pt x="697215" y="407401"/>
                  </a:lnTo>
                  <a:lnTo>
                    <a:pt x="694751" y="407401"/>
                  </a:lnTo>
                  <a:lnTo>
                    <a:pt x="692287" y="407401"/>
                  </a:lnTo>
                  <a:lnTo>
                    <a:pt x="689824" y="407401"/>
                  </a:lnTo>
                  <a:lnTo>
                    <a:pt x="687360" y="407401"/>
                  </a:lnTo>
                  <a:lnTo>
                    <a:pt x="684896" y="407401"/>
                  </a:lnTo>
                  <a:lnTo>
                    <a:pt x="682433" y="407401"/>
                  </a:lnTo>
                  <a:lnTo>
                    <a:pt x="679969" y="407401"/>
                  </a:lnTo>
                  <a:lnTo>
                    <a:pt x="677505" y="407401"/>
                  </a:lnTo>
                  <a:lnTo>
                    <a:pt x="675042" y="407401"/>
                  </a:lnTo>
                  <a:lnTo>
                    <a:pt x="672578" y="407401"/>
                  </a:lnTo>
                  <a:lnTo>
                    <a:pt x="670114" y="407401"/>
                  </a:lnTo>
                  <a:lnTo>
                    <a:pt x="667651" y="407401"/>
                  </a:lnTo>
                  <a:lnTo>
                    <a:pt x="665187" y="407401"/>
                  </a:lnTo>
                  <a:lnTo>
                    <a:pt x="662723" y="407401"/>
                  </a:lnTo>
                  <a:lnTo>
                    <a:pt x="660260" y="407401"/>
                  </a:lnTo>
                  <a:lnTo>
                    <a:pt x="657796" y="407401"/>
                  </a:lnTo>
                  <a:lnTo>
                    <a:pt x="655332" y="407401"/>
                  </a:lnTo>
                  <a:lnTo>
                    <a:pt x="652869" y="407401"/>
                  </a:lnTo>
                  <a:lnTo>
                    <a:pt x="650405" y="407401"/>
                  </a:lnTo>
                  <a:lnTo>
                    <a:pt x="647941" y="407401"/>
                  </a:lnTo>
                  <a:lnTo>
                    <a:pt x="645478" y="407401"/>
                  </a:lnTo>
                  <a:lnTo>
                    <a:pt x="643014" y="407401"/>
                  </a:lnTo>
                  <a:lnTo>
                    <a:pt x="640550" y="407401"/>
                  </a:lnTo>
                  <a:lnTo>
                    <a:pt x="638087" y="407401"/>
                  </a:lnTo>
                  <a:lnTo>
                    <a:pt x="635623" y="407401"/>
                  </a:lnTo>
                  <a:lnTo>
                    <a:pt x="633159" y="407401"/>
                  </a:lnTo>
                  <a:lnTo>
                    <a:pt x="630696" y="407401"/>
                  </a:lnTo>
                  <a:lnTo>
                    <a:pt x="628232" y="407401"/>
                  </a:lnTo>
                  <a:lnTo>
                    <a:pt x="625769" y="407401"/>
                  </a:lnTo>
                  <a:lnTo>
                    <a:pt x="623305" y="407401"/>
                  </a:lnTo>
                  <a:lnTo>
                    <a:pt x="620841" y="407401"/>
                  </a:lnTo>
                  <a:lnTo>
                    <a:pt x="618378" y="407401"/>
                  </a:lnTo>
                  <a:lnTo>
                    <a:pt x="615914" y="407401"/>
                  </a:lnTo>
                  <a:lnTo>
                    <a:pt x="613450" y="407401"/>
                  </a:lnTo>
                  <a:lnTo>
                    <a:pt x="610987" y="407401"/>
                  </a:lnTo>
                  <a:lnTo>
                    <a:pt x="608523" y="407401"/>
                  </a:lnTo>
                  <a:lnTo>
                    <a:pt x="606059" y="407401"/>
                  </a:lnTo>
                  <a:lnTo>
                    <a:pt x="603596" y="407401"/>
                  </a:lnTo>
                  <a:lnTo>
                    <a:pt x="601132" y="407401"/>
                  </a:lnTo>
                  <a:lnTo>
                    <a:pt x="598668" y="407401"/>
                  </a:lnTo>
                  <a:lnTo>
                    <a:pt x="596205" y="407401"/>
                  </a:lnTo>
                  <a:lnTo>
                    <a:pt x="593741" y="407401"/>
                  </a:lnTo>
                  <a:lnTo>
                    <a:pt x="591277" y="407401"/>
                  </a:lnTo>
                  <a:lnTo>
                    <a:pt x="588814" y="407401"/>
                  </a:lnTo>
                  <a:lnTo>
                    <a:pt x="586350" y="407401"/>
                  </a:lnTo>
                  <a:lnTo>
                    <a:pt x="583886" y="407401"/>
                  </a:lnTo>
                  <a:lnTo>
                    <a:pt x="581423" y="407401"/>
                  </a:lnTo>
                  <a:lnTo>
                    <a:pt x="578959" y="407401"/>
                  </a:lnTo>
                  <a:lnTo>
                    <a:pt x="576495" y="407401"/>
                  </a:lnTo>
                  <a:lnTo>
                    <a:pt x="574032" y="407401"/>
                  </a:lnTo>
                  <a:lnTo>
                    <a:pt x="571568" y="407401"/>
                  </a:lnTo>
                  <a:lnTo>
                    <a:pt x="569104" y="407401"/>
                  </a:lnTo>
                  <a:lnTo>
                    <a:pt x="566641" y="407401"/>
                  </a:lnTo>
                  <a:lnTo>
                    <a:pt x="564177" y="407401"/>
                  </a:lnTo>
                  <a:lnTo>
                    <a:pt x="561713" y="407401"/>
                  </a:lnTo>
                  <a:lnTo>
                    <a:pt x="559250" y="407401"/>
                  </a:lnTo>
                  <a:lnTo>
                    <a:pt x="556786" y="407401"/>
                  </a:lnTo>
                  <a:lnTo>
                    <a:pt x="554322" y="407401"/>
                  </a:lnTo>
                  <a:lnTo>
                    <a:pt x="551859" y="407401"/>
                  </a:lnTo>
                  <a:lnTo>
                    <a:pt x="549395" y="407401"/>
                  </a:lnTo>
                  <a:lnTo>
                    <a:pt x="546931" y="407401"/>
                  </a:lnTo>
                  <a:lnTo>
                    <a:pt x="544468" y="407401"/>
                  </a:lnTo>
                  <a:lnTo>
                    <a:pt x="542004" y="407401"/>
                  </a:lnTo>
                  <a:lnTo>
                    <a:pt x="539541" y="407401"/>
                  </a:lnTo>
                  <a:lnTo>
                    <a:pt x="537077" y="407401"/>
                  </a:lnTo>
                  <a:lnTo>
                    <a:pt x="534613" y="407401"/>
                  </a:lnTo>
                  <a:lnTo>
                    <a:pt x="532150" y="407401"/>
                  </a:lnTo>
                  <a:lnTo>
                    <a:pt x="529686" y="407401"/>
                  </a:lnTo>
                  <a:lnTo>
                    <a:pt x="527222" y="407401"/>
                  </a:lnTo>
                  <a:lnTo>
                    <a:pt x="524759" y="407401"/>
                  </a:lnTo>
                  <a:lnTo>
                    <a:pt x="522295" y="407401"/>
                  </a:lnTo>
                  <a:lnTo>
                    <a:pt x="519831" y="407401"/>
                  </a:lnTo>
                  <a:lnTo>
                    <a:pt x="517368" y="407401"/>
                  </a:lnTo>
                  <a:lnTo>
                    <a:pt x="514904" y="407401"/>
                  </a:lnTo>
                  <a:lnTo>
                    <a:pt x="512440" y="407401"/>
                  </a:lnTo>
                  <a:lnTo>
                    <a:pt x="509977" y="407401"/>
                  </a:lnTo>
                  <a:lnTo>
                    <a:pt x="507513" y="407401"/>
                  </a:lnTo>
                  <a:lnTo>
                    <a:pt x="505049" y="407401"/>
                  </a:lnTo>
                  <a:lnTo>
                    <a:pt x="502586" y="407401"/>
                  </a:lnTo>
                  <a:lnTo>
                    <a:pt x="500122" y="407401"/>
                  </a:lnTo>
                  <a:lnTo>
                    <a:pt x="497658" y="407401"/>
                  </a:lnTo>
                  <a:lnTo>
                    <a:pt x="495195" y="407401"/>
                  </a:lnTo>
                  <a:lnTo>
                    <a:pt x="492731" y="407401"/>
                  </a:lnTo>
                  <a:lnTo>
                    <a:pt x="490267" y="407401"/>
                  </a:lnTo>
                  <a:lnTo>
                    <a:pt x="487804" y="407401"/>
                  </a:lnTo>
                  <a:lnTo>
                    <a:pt x="485340" y="407401"/>
                  </a:lnTo>
                  <a:lnTo>
                    <a:pt x="482876" y="407401"/>
                  </a:lnTo>
                  <a:lnTo>
                    <a:pt x="480413" y="407401"/>
                  </a:lnTo>
                  <a:lnTo>
                    <a:pt x="477949" y="407401"/>
                  </a:lnTo>
                  <a:lnTo>
                    <a:pt x="475485" y="407401"/>
                  </a:lnTo>
                  <a:lnTo>
                    <a:pt x="473022" y="407401"/>
                  </a:lnTo>
                  <a:lnTo>
                    <a:pt x="470558" y="407401"/>
                  </a:lnTo>
                  <a:lnTo>
                    <a:pt x="468094" y="407401"/>
                  </a:lnTo>
                  <a:lnTo>
                    <a:pt x="465631" y="407401"/>
                  </a:lnTo>
                  <a:lnTo>
                    <a:pt x="463167" y="407401"/>
                  </a:lnTo>
                  <a:lnTo>
                    <a:pt x="460703" y="407401"/>
                  </a:lnTo>
                  <a:lnTo>
                    <a:pt x="458240" y="407401"/>
                  </a:lnTo>
                  <a:lnTo>
                    <a:pt x="455776" y="407401"/>
                  </a:lnTo>
                  <a:lnTo>
                    <a:pt x="453312" y="407401"/>
                  </a:lnTo>
                  <a:lnTo>
                    <a:pt x="450849" y="407401"/>
                  </a:lnTo>
                  <a:lnTo>
                    <a:pt x="448385" y="407401"/>
                  </a:lnTo>
                  <a:lnTo>
                    <a:pt x="445922" y="407401"/>
                  </a:lnTo>
                  <a:lnTo>
                    <a:pt x="443458" y="407401"/>
                  </a:lnTo>
                  <a:lnTo>
                    <a:pt x="440994" y="407401"/>
                  </a:lnTo>
                  <a:lnTo>
                    <a:pt x="438531" y="407401"/>
                  </a:lnTo>
                  <a:lnTo>
                    <a:pt x="436067" y="407401"/>
                  </a:lnTo>
                  <a:lnTo>
                    <a:pt x="433603" y="407401"/>
                  </a:lnTo>
                  <a:lnTo>
                    <a:pt x="431140" y="407401"/>
                  </a:lnTo>
                  <a:lnTo>
                    <a:pt x="428676" y="407401"/>
                  </a:lnTo>
                  <a:lnTo>
                    <a:pt x="426212" y="407401"/>
                  </a:lnTo>
                  <a:lnTo>
                    <a:pt x="423749" y="407401"/>
                  </a:lnTo>
                  <a:lnTo>
                    <a:pt x="421285" y="407401"/>
                  </a:lnTo>
                  <a:lnTo>
                    <a:pt x="418821" y="407401"/>
                  </a:lnTo>
                  <a:lnTo>
                    <a:pt x="416358" y="407401"/>
                  </a:lnTo>
                  <a:lnTo>
                    <a:pt x="413894" y="407401"/>
                  </a:lnTo>
                  <a:lnTo>
                    <a:pt x="411430" y="407401"/>
                  </a:lnTo>
                  <a:lnTo>
                    <a:pt x="408967" y="407401"/>
                  </a:lnTo>
                  <a:lnTo>
                    <a:pt x="406503" y="407401"/>
                  </a:lnTo>
                  <a:lnTo>
                    <a:pt x="404039" y="407401"/>
                  </a:lnTo>
                  <a:lnTo>
                    <a:pt x="401576" y="407401"/>
                  </a:lnTo>
                  <a:lnTo>
                    <a:pt x="399112" y="407401"/>
                  </a:lnTo>
                  <a:lnTo>
                    <a:pt x="396648" y="407401"/>
                  </a:lnTo>
                  <a:lnTo>
                    <a:pt x="394185" y="407401"/>
                  </a:lnTo>
                  <a:lnTo>
                    <a:pt x="391721" y="407401"/>
                  </a:lnTo>
                  <a:lnTo>
                    <a:pt x="389257" y="407401"/>
                  </a:lnTo>
                  <a:lnTo>
                    <a:pt x="386794" y="407401"/>
                  </a:lnTo>
                  <a:lnTo>
                    <a:pt x="384330" y="407401"/>
                  </a:lnTo>
                  <a:lnTo>
                    <a:pt x="381866" y="407401"/>
                  </a:lnTo>
                  <a:lnTo>
                    <a:pt x="379403" y="407401"/>
                  </a:lnTo>
                  <a:lnTo>
                    <a:pt x="376939" y="407401"/>
                  </a:lnTo>
                  <a:lnTo>
                    <a:pt x="374475" y="407401"/>
                  </a:lnTo>
                  <a:lnTo>
                    <a:pt x="372012" y="407401"/>
                  </a:lnTo>
                  <a:lnTo>
                    <a:pt x="369548" y="407401"/>
                  </a:lnTo>
                  <a:lnTo>
                    <a:pt x="367084" y="407401"/>
                  </a:lnTo>
                  <a:lnTo>
                    <a:pt x="364621" y="407401"/>
                  </a:lnTo>
                  <a:lnTo>
                    <a:pt x="362157" y="407401"/>
                  </a:lnTo>
                  <a:lnTo>
                    <a:pt x="359694" y="407401"/>
                  </a:lnTo>
                  <a:lnTo>
                    <a:pt x="357230" y="407401"/>
                  </a:lnTo>
                  <a:lnTo>
                    <a:pt x="354766" y="407401"/>
                  </a:lnTo>
                  <a:lnTo>
                    <a:pt x="352303" y="407401"/>
                  </a:lnTo>
                  <a:lnTo>
                    <a:pt x="349839" y="407401"/>
                  </a:lnTo>
                  <a:lnTo>
                    <a:pt x="347375" y="407401"/>
                  </a:lnTo>
                  <a:lnTo>
                    <a:pt x="344912" y="407401"/>
                  </a:lnTo>
                  <a:lnTo>
                    <a:pt x="342448" y="407401"/>
                  </a:lnTo>
                  <a:lnTo>
                    <a:pt x="339984" y="407401"/>
                  </a:lnTo>
                  <a:lnTo>
                    <a:pt x="337521" y="407401"/>
                  </a:lnTo>
                  <a:lnTo>
                    <a:pt x="335057" y="407401"/>
                  </a:lnTo>
                  <a:lnTo>
                    <a:pt x="332593" y="407401"/>
                  </a:lnTo>
                  <a:lnTo>
                    <a:pt x="330130" y="407401"/>
                  </a:lnTo>
                  <a:lnTo>
                    <a:pt x="327666" y="407401"/>
                  </a:lnTo>
                  <a:lnTo>
                    <a:pt x="325202" y="407401"/>
                  </a:lnTo>
                  <a:lnTo>
                    <a:pt x="322739" y="407401"/>
                  </a:lnTo>
                  <a:lnTo>
                    <a:pt x="320275" y="407401"/>
                  </a:lnTo>
                  <a:lnTo>
                    <a:pt x="317811" y="407401"/>
                  </a:lnTo>
                  <a:lnTo>
                    <a:pt x="315348" y="407401"/>
                  </a:lnTo>
                  <a:lnTo>
                    <a:pt x="312884" y="407401"/>
                  </a:lnTo>
                  <a:lnTo>
                    <a:pt x="310420" y="407401"/>
                  </a:lnTo>
                  <a:lnTo>
                    <a:pt x="307957" y="407401"/>
                  </a:lnTo>
                  <a:lnTo>
                    <a:pt x="305493" y="407401"/>
                  </a:lnTo>
                  <a:lnTo>
                    <a:pt x="303029" y="407401"/>
                  </a:lnTo>
                  <a:lnTo>
                    <a:pt x="300566" y="407401"/>
                  </a:lnTo>
                  <a:lnTo>
                    <a:pt x="298102" y="407401"/>
                  </a:lnTo>
                  <a:lnTo>
                    <a:pt x="295638" y="407401"/>
                  </a:lnTo>
                  <a:lnTo>
                    <a:pt x="293175" y="407401"/>
                  </a:lnTo>
                  <a:lnTo>
                    <a:pt x="290711" y="407401"/>
                  </a:lnTo>
                  <a:lnTo>
                    <a:pt x="288247" y="407401"/>
                  </a:lnTo>
                  <a:lnTo>
                    <a:pt x="285784" y="407401"/>
                  </a:lnTo>
                  <a:lnTo>
                    <a:pt x="283320" y="407401"/>
                  </a:lnTo>
                  <a:lnTo>
                    <a:pt x="280856" y="407401"/>
                  </a:lnTo>
                  <a:lnTo>
                    <a:pt x="278393" y="407401"/>
                  </a:lnTo>
                  <a:lnTo>
                    <a:pt x="275929" y="407401"/>
                  </a:lnTo>
                  <a:lnTo>
                    <a:pt x="273465" y="407401"/>
                  </a:lnTo>
                  <a:lnTo>
                    <a:pt x="271002" y="407401"/>
                  </a:lnTo>
                  <a:lnTo>
                    <a:pt x="268538" y="407401"/>
                  </a:lnTo>
                  <a:lnTo>
                    <a:pt x="266075" y="407401"/>
                  </a:lnTo>
                  <a:lnTo>
                    <a:pt x="263611" y="407401"/>
                  </a:lnTo>
                  <a:lnTo>
                    <a:pt x="261147" y="407401"/>
                  </a:lnTo>
                  <a:lnTo>
                    <a:pt x="258684" y="407401"/>
                  </a:lnTo>
                  <a:lnTo>
                    <a:pt x="256220" y="407401"/>
                  </a:lnTo>
                  <a:lnTo>
                    <a:pt x="253756" y="407401"/>
                  </a:lnTo>
                  <a:lnTo>
                    <a:pt x="251293" y="407401"/>
                  </a:lnTo>
                  <a:lnTo>
                    <a:pt x="248829" y="407401"/>
                  </a:lnTo>
                  <a:lnTo>
                    <a:pt x="246365" y="407401"/>
                  </a:lnTo>
                  <a:lnTo>
                    <a:pt x="243902" y="407401"/>
                  </a:lnTo>
                  <a:lnTo>
                    <a:pt x="241438" y="407401"/>
                  </a:lnTo>
                  <a:lnTo>
                    <a:pt x="238974" y="407401"/>
                  </a:lnTo>
                  <a:lnTo>
                    <a:pt x="236511" y="407401"/>
                  </a:lnTo>
                  <a:lnTo>
                    <a:pt x="234047" y="407401"/>
                  </a:lnTo>
                  <a:lnTo>
                    <a:pt x="231583" y="407401"/>
                  </a:lnTo>
                  <a:lnTo>
                    <a:pt x="229120" y="407401"/>
                  </a:lnTo>
                  <a:lnTo>
                    <a:pt x="226656" y="407401"/>
                  </a:lnTo>
                  <a:lnTo>
                    <a:pt x="224192" y="407401"/>
                  </a:lnTo>
                  <a:lnTo>
                    <a:pt x="221729" y="407401"/>
                  </a:lnTo>
                  <a:lnTo>
                    <a:pt x="219265" y="407401"/>
                  </a:lnTo>
                  <a:lnTo>
                    <a:pt x="216801" y="407401"/>
                  </a:lnTo>
                  <a:lnTo>
                    <a:pt x="214338" y="407401"/>
                  </a:lnTo>
                  <a:lnTo>
                    <a:pt x="211874" y="407401"/>
                  </a:lnTo>
                  <a:lnTo>
                    <a:pt x="209410" y="407401"/>
                  </a:lnTo>
                  <a:lnTo>
                    <a:pt x="206947" y="407401"/>
                  </a:lnTo>
                  <a:lnTo>
                    <a:pt x="204483" y="407401"/>
                  </a:lnTo>
                  <a:lnTo>
                    <a:pt x="202019" y="407401"/>
                  </a:lnTo>
                  <a:lnTo>
                    <a:pt x="199556" y="407401"/>
                  </a:lnTo>
                  <a:lnTo>
                    <a:pt x="197092" y="407401"/>
                  </a:lnTo>
                  <a:lnTo>
                    <a:pt x="194628" y="407401"/>
                  </a:lnTo>
                  <a:lnTo>
                    <a:pt x="192165" y="407401"/>
                  </a:lnTo>
                  <a:lnTo>
                    <a:pt x="189701" y="407401"/>
                  </a:lnTo>
                  <a:lnTo>
                    <a:pt x="187237" y="407401"/>
                  </a:lnTo>
                  <a:lnTo>
                    <a:pt x="184774" y="407401"/>
                  </a:lnTo>
                  <a:lnTo>
                    <a:pt x="182310" y="407401"/>
                  </a:lnTo>
                  <a:lnTo>
                    <a:pt x="179847" y="407401"/>
                  </a:lnTo>
                  <a:lnTo>
                    <a:pt x="177383" y="407401"/>
                  </a:lnTo>
                  <a:lnTo>
                    <a:pt x="174919" y="407401"/>
                  </a:lnTo>
                  <a:lnTo>
                    <a:pt x="172456" y="407401"/>
                  </a:lnTo>
                  <a:lnTo>
                    <a:pt x="169992" y="407401"/>
                  </a:lnTo>
                  <a:lnTo>
                    <a:pt x="167528" y="407401"/>
                  </a:lnTo>
                  <a:lnTo>
                    <a:pt x="165065" y="407401"/>
                  </a:lnTo>
                  <a:lnTo>
                    <a:pt x="162601" y="407401"/>
                  </a:lnTo>
                  <a:lnTo>
                    <a:pt x="160137" y="407401"/>
                  </a:lnTo>
                  <a:lnTo>
                    <a:pt x="157674" y="407401"/>
                  </a:lnTo>
                  <a:lnTo>
                    <a:pt x="155210" y="407401"/>
                  </a:lnTo>
                  <a:lnTo>
                    <a:pt x="152746" y="407401"/>
                  </a:lnTo>
                  <a:lnTo>
                    <a:pt x="150283" y="407401"/>
                  </a:lnTo>
                  <a:lnTo>
                    <a:pt x="147819" y="407401"/>
                  </a:lnTo>
                  <a:lnTo>
                    <a:pt x="145355" y="407401"/>
                  </a:lnTo>
                  <a:lnTo>
                    <a:pt x="142892" y="407401"/>
                  </a:lnTo>
                  <a:lnTo>
                    <a:pt x="140428" y="407401"/>
                  </a:lnTo>
                  <a:lnTo>
                    <a:pt x="137964" y="407401"/>
                  </a:lnTo>
                  <a:lnTo>
                    <a:pt x="135501" y="407401"/>
                  </a:lnTo>
                  <a:lnTo>
                    <a:pt x="133037" y="407401"/>
                  </a:lnTo>
                  <a:lnTo>
                    <a:pt x="130573" y="407401"/>
                  </a:lnTo>
                  <a:lnTo>
                    <a:pt x="128110" y="407401"/>
                  </a:lnTo>
                  <a:lnTo>
                    <a:pt x="125646" y="407401"/>
                  </a:lnTo>
                  <a:lnTo>
                    <a:pt x="123182" y="407401"/>
                  </a:lnTo>
                  <a:lnTo>
                    <a:pt x="120719" y="407401"/>
                  </a:lnTo>
                  <a:lnTo>
                    <a:pt x="118255" y="407401"/>
                  </a:lnTo>
                  <a:lnTo>
                    <a:pt x="115791" y="407401"/>
                  </a:lnTo>
                  <a:lnTo>
                    <a:pt x="113328" y="407401"/>
                  </a:lnTo>
                  <a:lnTo>
                    <a:pt x="110864" y="407401"/>
                  </a:lnTo>
                  <a:lnTo>
                    <a:pt x="108400" y="407401"/>
                  </a:lnTo>
                  <a:lnTo>
                    <a:pt x="105937" y="407401"/>
                  </a:lnTo>
                  <a:lnTo>
                    <a:pt x="103473" y="407401"/>
                  </a:lnTo>
                  <a:lnTo>
                    <a:pt x="101009" y="407401"/>
                  </a:lnTo>
                  <a:lnTo>
                    <a:pt x="98546" y="407401"/>
                  </a:lnTo>
                  <a:lnTo>
                    <a:pt x="96082" y="407401"/>
                  </a:lnTo>
                  <a:lnTo>
                    <a:pt x="93618" y="407401"/>
                  </a:lnTo>
                  <a:lnTo>
                    <a:pt x="91155" y="407401"/>
                  </a:lnTo>
                  <a:lnTo>
                    <a:pt x="88691" y="407401"/>
                  </a:lnTo>
                  <a:lnTo>
                    <a:pt x="86228" y="407401"/>
                  </a:lnTo>
                  <a:lnTo>
                    <a:pt x="83764" y="407401"/>
                  </a:lnTo>
                  <a:lnTo>
                    <a:pt x="81300" y="407401"/>
                  </a:lnTo>
                  <a:lnTo>
                    <a:pt x="78837" y="407401"/>
                  </a:lnTo>
                  <a:lnTo>
                    <a:pt x="76373" y="407401"/>
                  </a:lnTo>
                  <a:lnTo>
                    <a:pt x="73909" y="407401"/>
                  </a:lnTo>
                  <a:lnTo>
                    <a:pt x="71446" y="407401"/>
                  </a:lnTo>
                  <a:lnTo>
                    <a:pt x="68982" y="407401"/>
                  </a:lnTo>
                  <a:lnTo>
                    <a:pt x="66518" y="407401"/>
                  </a:lnTo>
                  <a:lnTo>
                    <a:pt x="64055" y="407401"/>
                  </a:lnTo>
                  <a:lnTo>
                    <a:pt x="61591" y="407401"/>
                  </a:lnTo>
                  <a:lnTo>
                    <a:pt x="59127" y="407401"/>
                  </a:lnTo>
                  <a:lnTo>
                    <a:pt x="56664" y="407401"/>
                  </a:lnTo>
                  <a:lnTo>
                    <a:pt x="54200" y="407401"/>
                  </a:lnTo>
                  <a:lnTo>
                    <a:pt x="51736" y="407401"/>
                  </a:lnTo>
                  <a:lnTo>
                    <a:pt x="49273" y="407401"/>
                  </a:lnTo>
                  <a:lnTo>
                    <a:pt x="46809" y="407401"/>
                  </a:lnTo>
                  <a:lnTo>
                    <a:pt x="44345" y="407401"/>
                  </a:lnTo>
                  <a:lnTo>
                    <a:pt x="41882" y="407401"/>
                  </a:lnTo>
                  <a:lnTo>
                    <a:pt x="39418" y="407401"/>
                  </a:lnTo>
                  <a:lnTo>
                    <a:pt x="36954" y="407401"/>
                  </a:lnTo>
                  <a:lnTo>
                    <a:pt x="34491" y="407401"/>
                  </a:lnTo>
                  <a:lnTo>
                    <a:pt x="32027" y="407401"/>
                  </a:lnTo>
                  <a:lnTo>
                    <a:pt x="29563" y="407401"/>
                  </a:lnTo>
                  <a:lnTo>
                    <a:pt x="27100" y="407401"/>
                  </a:lnTo>
                  <a:lnTo>
                    <a:pt x="24636" y="407401"/>
                  </a:lnTo>
                  <a:lnTo>
                    <a:pt x="22172" y="407401"/>
                  </a:lnTo>
                  <a:lnTo>
                    <a:pt x="19709" y="407401"/>
                  </a:lnTo>
                  <a:lnTo>
                    <a:pt x="17245" y="407401"/>
                  </a:lnTo>
                  <a:lnTo>
                    <a:pt x="14781" y="407401"/>
                  </a:lnTo>
                  <a:lnTo>
                    <a:pt x="12318" y="407401"/>
                  </a:lnTo>
                  <a:lnTo>
                    <a:pt x="9854" y="407401"/>
                  </a:lnTo>
                  <a:lnTo>
                    <a:pt x="7390" y="407401"/>
                  </a:lnTo>
                  <a:lnTo>
                    <a:pt x="4927" y="407401"/>
                  </a:lnTo>
                  <a:lnTo>
                    <a:pt x="2463" y="40740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957616" y="3732441"/>
              <a:ext cx="1258929" cy="407401"/>
            </a:xfrm>
            <a:custGeom>
              <a:avLst/>
              <a:pathLst>
                <a:path w="1258929" h="407401">
                  <a:moveTo>
                    <a:pt x="0" y="407401"/>
                  </a:moveTo>
                  <a:lnTo>
                    <a:pt x="2463" y="407400"/>
                  </a:lnTo>
                  <a:lnTo>
                    <a:pt x="4927" y="407400"/>
                  </a:lnTo>
                  <a:lnTo>
                    <a:pt x="7390" y="407400"/>
                  </a:lnTo>
                  <a:lnTo>
                    <a:pt x="9854" y="407399"/>
                  </a:lnTo>
                  <a:lnTo>
                    <a:pt x="12318" y="407398"/>
                  </a:lnTo>
                  <a:lnTo>
                    <a:pt x="14781" y="407397"/>
                  </a:lnTo>
                  <a:lnTo>
                    <a:pt x="17245" y="407396"/>
                  </a:lnTo>
                  <a:lnTo>
                    <a:pt x="19709" y="407394"/>
                  </a:lnTo>
                  <a:lnTo>
                    <a:pt x="22172" y="407392"/>
                  </a:lnTo>
                  <a:lnTo>
                    <a:pt x="24636" y="407389"/>
                  </a:lnTo>
                  <a:lnTo>
                    <a:pt x="27100" y="407385"/>
                  </a:lnTo>
                  <a:lnTo>
                    <a:pt x="29563" y="407380"/>
                  </a:lnTo>
                  <a:lnTo>
                    <a:pt x="32027" y="407374"/>
                  </a:lnTo>
                  <a:lnTo>
                    <a:pt x="34491" y="407366"/>
                  </a:lnTo>
                  <a:lnTo>
                    <a:pt x="36954" y="407356"/>
                  </a:lnTo>
                  <a:lnTo>
                    <a:pt x="39418" y="407343"/>
                  </a:lnTo>
                  <a:lnTo>
                    <a:pt x="41882" y="407327"/>
                  </a:lnTo>
                  <a:lnTo>
                    <a:pt x="44345" y="407308"/>
                  </a:lnTo>
                  <a:lnTo>
                    <a:pt x="46809" y="407285"/>
                  </a:lnTo>
                  <a:lnTo>
                    <a:pt x="49273" y="407258"/>
                  </a:lnTo>
                  <a:lnTo>
                    <a:pt x="51736" y="407224"/>
                  </a:lnTo>
                  <a:lnTo>
                    <a:pt x="54200" y="407184"/>
                  </a:lnTo>
                  <a:lnTo>
                    <a:pt x="56664" y="407136"/>
                  </a:lnTo>
                  <a:lnTo>
                    <a:pt x="59127" y="407080"/>
                  </a:lnTo>
                  <a:lnTo>
                    <a:pt x="61591" y="407015"/>
                  </a:lnTo>
                  <a:lnTo>
                    <a:pt x="64055" y="406941"/>
                  </a:lnTo>
                  <a:lnTo>
                    <a:pt x="66518" y="406856"/>
                  </a:lnTo>
                  <a:lnTo>
                    <a:pt x="68982" y="406757"/>
                  </a:lnTo>
                  <a:lnTo>
                    <a:pt x="71446" y="406645"/>
                  </a:lnTo>
                  <a:lnTo>
                    <a:pt x="73909" y="406518"/>
                  </a:lnTo>
                  <a:lnTo>
                    <a:pt x="76373" y="406378"/>
                  </a:lnTo>
                  <a:lnTo>
                    <a:pt x="78837" y="406222"/>
                  </a:lnTo>
                  <a:lnTo>
                    <a:pt x="81300" y="406050"/>
                  </a:lnTo>
                  <a:lnTo>
                    <a:pt x="83764" y="405860"/>
                  </a:lnTo>
                  <a:lnTo>
                    <a:pt x="86228" y="405651"/>
                  </a:lnTo>
                  <a:lnTo>
                    <a:pt x="88691" y="405423"/>
                  </a:lnTo>
                  <a:lnTo>
                    <a:pt x="91155" y="405178"/>
                  </a:lnTo>
                  <a:lnTo>
                    <a:pt x="93618" y="404914"/>
                  </a:lnTo>
                  <a:lnTo>
                    <a:pt x="96082" y="404631"/>
                  </a:lnTo>
                  <a:lnTo>
                    <a:pt x="98546" y="404330"/>
                  </a:lnTo>
                  <a:lnTo>
                    <a:pt x="101009" y="404008"/>
                  </a:lnTo>
                  <a:lnTo>
                    <a:pt x="103473" y="403666"/>
                  </a:lnTo>
                  <a:lnTo>
                    <a:pt x="105937" y="403306"/>
                  </a:lnTo>
                  <a:lnTo>
                    <a:pt x="108400" y="402929"/>
                  </a:lnTo>
                  <a:lnTo>
                    <a:pt x="110864" y="402535"/>
                  </a:lnTo>
                  <a:lnTo>
                    <a:pt x="113328" y="402125"/>
                  </a:lnTo>
                  <a:lnTo>
                    <a:pt x="115791" y="401700"/>
                  </a:lnTo>
                  <a:lnTo>
                    <a:pt x="118255" y="401258"/>
                  </a:lnTo>
                  <a:lnTo>
                    <a:pt x="120719" y="400806"/>
                  </a:lnTo>
                  <a:lnTo>
                    <a:pt x="123182" y="400344"/>
                  </a:lnTo>
                  <a:lnTo>
                    <a:pt x="125646" y="399875"/>
                  </a:lnTo>
                  <a:lnTo>
                    <a:pt x="128110" y="399402"/>
                  </a:lnTo>
                  <a:lnTo>
                    <a:pt x="130573" y="398927"/>
                  </a:lnTo>
                  <a:lnTo>
                    <a:pt x="133037" y="398454"/>
                  </a:lnTo>
                  <a:lnTo>
                    <a:pt x="135501" y="397988"/>
                  </a:lnTo>
                  <a:lnTo>
                    <a:pt x="137964" y="397532"/>
                  </a:lnTo>
                  <a:lnTo>
                    <a:pt x="140428" y="397091"/>
                  </a:lnTo>
                  <a:lnTo>
                    <a:pt x="142892" y="396669"/>
                  </a:lnTo>
                  <a:lnTo>
                    <a:pt x="145355" y="396269"/>
                  </a:lnTo>
                  <a:lnTo>
                    <a:pt x="147819" y="395897"/>
                  </a:lnTo>
                  <a:lnTo>
                    <a:pt x="150283" y="395563"/>
                  </a:lnTo>
                  <a:lnTo>
                    <a:pt x="152746" y="395265"/>
                  </a:lnTo>
                  <a:lnTo>
                    <a:pt x="155210" y="395006"/>
                  </a:lnTo>
                  <a:lnTo>
                    <a:pt x="157674" y="394788"/>
                  </a:lnTo>
                  <a:lnTo>
                    <a:pt x="160137" y="394614"/>
                  </a:lnTo>
                  <a:lnTo>
                    <a:pt x="162601" y="394485"/>
                  </a:lnTo>
                  <a:lnTo>
                    <a:pt x="165065" y="394409"/>
                  </a:lnTo>
                  <a:lnTo>
                    <a:pt x="167528" y="394382"/>
                  </a:lnTo>
                  <a:lnTo>
                    <a:pt x="169992" y="394398"/>
                  </a:lnTo>
                  <a:lnTo>
                    <a:pt x="172456" y="394457"/>
                  </a:lnTo>
                  <a:lnTo>
                    <a:pt x="174919" y="394556"/>
                  </a:lnTo>
                  <a:lnTo>
                    <a:pt x="177383" y="394691"/>
                  </a:lnTo>
                  <a:lnTo>
                    <a:pt x="179847" y="394859"/>
                  </a:lnTo>
                  <a:lnTo>
                    <a:pt x="182310" y="395060"/>
                  </a:lnTo>
                  <a:lnTo>
                    <a:pt x="184774" y="395281"/>
                  </a:lnTo>
                  <a:lnTo>
                    <a:pt x="187237" y="395519"/>
                  </a:lnTo>
                  <a:lnTo>
                    <a:pt x="189701" y="395766"/>
                  </a:lnTo>
                  <a:lnTo>
                    <a:pt x="192165" y="396019"/>
                  </a:lnTo>
                  <a:lnTo>
                    <a:pt x="194628" y="396271"/>
                  </a:lnTo>
                  <a:lnTo>
                    <a:pt x="197092" y="396516"/>
                  </a:lnTo>
                  <a:lnTo>
                    <a:pt x="199556" y="396747"/>
                  </a:lnTo>
                  <a:lnTo>
                    <a:pt x="202019" y="396961"/>
                  </a:lnTo>
                  <a:lnTo>
                    <a:pt x="204483" y="397153"/>
                  </a:lnTo>
                  <a:lnTo>
                    <a:pt x="206947" y="397321"/>
                  </a:lnTo>
                  <a:lnTo>
                    <a:pt x="209410" y="397460"/>
                  </a:lnTo>
                  <a:lnTo>
                    <a:pt x="211874" y="397568"/>
                  </a:lnTo>
                  <a:lnTo>
                    <a:pt x="214338" y="397637"/>
                  </a:lnTo>
                  <a:lnTo>
                    <a:pt x="216801" y="397673"/>
                  </a:lnTo>
                  <a:lnTo>
                    <a:pt x="219265" y="397675"/>
                  </a:lnTo>
                  <a:lnTo>
                    <a:pt x="221729" y="397643"/>
                  </a:lnTo>
                  <a:lnTo>
                    <a:pt x="224192" y="397579"/>
                  </a:lnTo>
                  <a:lnTo>
                    <a:pt x="226656" y="397483"/>
                  </a:lnTo>
                  <a:lnTo>
                    <a:pt x="229120" y="397355"/>
                  </a:lnTo>
                  <a:lnTo>
                    <a:pt x="231583" y="397197"/>
                  </a:lnTo>
                  <a:lnTo>
                    <a:pt x="234047" y="397017"/>
                  </a:lnTo>
                  <a:lnTo>
                    <a:pt x="236511" y="396816"/>
                  </a:lnTo>
                  <a:lnTo>
                    <a:pt x="238974" y="396598"/>
                  </a:lnTo>
                  <a:lnTo>
                    <a:pt x="241438" y="396367"/>
                  </a:lnTo>
                  <a:lnTo>
                    <a:pt x="243902" y="396125"/>
                  </a:lnTo>
                  <a:lnTo>
                    <a:pt x="246365" y="395876"/>
                  </a:lnTo>
                  <a:lnTo>
                    <a:pt x="248829" y="395625"/>
                  </a:lnTo>
                  <a:lnTo>
                    <a:pt x="251293" y="395376"/>
                  </a:lnTo>
                  <a:lnTo>
                    <a:pt x="253756" y="395132"/>
                  </a:lnTo>
                  <a:lnTo>
                    <a:pt x="256220" y="394896"/>
                  </a:lnTo>
                  <a:lnTo>
                    <a:pt x="258684" y="394672"/>
                  </a:lnTo>
                  <a:lnTo>
                    <a:pt x="261147" y="394463"/>
                  </a:lnTo>
                  <a:lnTo>
                    <a:pt x="263611" y="394275"/>
                  </a:lnTo>
                  <a:lnTo>
                    <a:pt x="266075" y="394106"/>
                  </a:lnTo>
                  <a:lnTo>
                    <a:pt x="268538" y="393960"/>
                  </a:lnTo>
                  <a:lnTo>
                    <a:pt x="271002" y="393837"/>
                  </a:lnTo>
                  <a:lnTo>
                    <a:pt x="273465" y="393740"/>
                  </a:lnTo>
                  <a:lnTo>
                    <a:pt x="275929" y="393669"/>
                  </a:lnTo>
                  <a:lnTo>
                    <a:pt x="278393" y="393631"/>
                  </a:lnTo>
                  <a:lnTo>
                    <a:pt x="280856" y="393618"/>
                  </a:lnTo>
                  <a:lnTo>
                    <a:pt x="283320" y="393630"/>
                  </a:lnTo>
                  <a:lnTo>
                    <a:pt x="285784" y="393665"/>
                  </a:lnTo>
                  <a:lnTo>
                    <a:pt x="288247" y="393720"/>
                  </a:lnTo>
                  <a:lnTo>
                    <a:pt x="290711" y="393792"/>
                  </a:lnTo>
                  <a:lnTo>
                    <a:pt x="293175" y="393878"/>
                  </a:lnTo>
                  <a:lnTo>
                    <a:pt x="295638" y="393971"/>
                  </a:lnTo>
                  <a:lnTo>
                    <a:pt x="298102" y="394062"/>
                  </a:lnTo>
                  <a:lnTo>
                    <a:pt x="300566" y="394146"/>
                  </a:lnTo>
                  <a:lnTo>
                    <a:pt x="303029" y="394216"/>
                  </a:lnTo>
                  <a:lnTo>
                    <a:pt x="305493" y="394263"/>
                  </a:lnTo>
                  <a:lnTo>
                    <a:pt x="307957" y="394280"/>
                  </a:lnTo>
                  <a:lnTo>
                    <a:pt x="310420" y="394249"/>
                  </a:lnTo>
                  <a:lnTo>
                    <a:pt x="312884" y="394167"/>
                  </a:lnTo>
                  <a:lnTo>
                    <a:pt x="315348" y="394027"/>
                  </a:lnTo>
                  <a:lnTo>
                    <a:pt x="317811" y="393823"/>
                  </a:lnTo>
                  <a:lnTo>
                    <a:pt x="320275" y="393549"/>
                  </a:lnTo>
                  <a:lnTo>
                    <a:pt x="322739" y="393199"/>
                  </a:lnTo>
                  <a:lnTo>
                    <a:pt x="325202" y="392761"/>
                  </a:lnTo>
                  <a:lnTo>
                    <a:pt x="327666" y="392229"/>
                  </a:lnTo>
                  <a:lnTo>
                    <a:pt x="330130" y="391612"/>
                  </a:lnTo>
                  <a:lnTo>
                    <a:pt x="332593" y="390911"/>
                  </a:lnTo>
                  <a:lnTo>
                    <a:pt x="335057" y="390128"/>
                  </a:lnTo>
                  <a:lnTo>
                    <a:pt x="337521" y="389267"/>
                  </a:lnTo>
                  <a:lnTo>
                    <a:pt x="339984" y="388331"/>
                  </a:lnTo>
                  <a:lnTo>
                    <a:pt x="342448" y="387314"/>
                  </a:lnTo>
                  <a:lnTo>
                    <a:pt x="344912" y="386240"/>
                  </a:lnTo>
                  <a:lnTo>
                    <a:pt x="347375" y="385117"/>
                  </a:lnTo>
                  <a:lnTo>
                    <a:pt x="349839" y="383955"/>
                  </a:lnTo>
                  <a:lnTo>
                    <a:pt x="352303" y="382762"/>
                  </a:lnTo>
                  <a:lnTo>
                    <a:pt x="354766" y="381550"/>
                  </a:lnTo>
                  <a:lnTo>
                    <a:pt x="357230" y="380327"/>
                  </a:lnTo>
                  <a:lnTo>
                    <a:pt x="359694" y="379108"/>
                  </a:lnTo>
                  <a:lnTo>
                    <a:pt x="362157" y="377902"/>
                  </a:lnTo>
                  <a:lnTo>
                    <a:pt x="364621" y="376717"/>
                  </a:lnTo>
                  <a:lnTo>
                    <a:pt x="367084" y="375562"/>
                  </a:lnTo>
                  <a:lnTo>
                    <a:pt x="369548" y="374443"/>
                  </a:lnTo>
                  <a:lnTo>
                    <a:pt x="372012" y="373365"/>
                  </a:lnTo>
                  <a:lnTo>
                    <a:pt x="374475" y="372344"/>
                  </a:lnTo>
                  <a:lnTo>
                    <a:pt x="376939" y="371376"/>
                  </a:lnTo>
                  <a:lnTo>
                    <a:pt x="379403" y="370462"/>
                  </a:lnTo>
                  <a:lnTo>
                    <a:pt x="381866" y="369604"/>
                  </a:lnTo>
                  <a:lnTo>
                    <a:pt x="384330" y="368801"/>
                  </a:lnTo>
                  <a:lnTo>
                    <a:pt x="386794" y="368054"/>
                  </a:lnTo>
                  <a:lnTo>
                    <a:pt x="389257" y="367365"/>
                  </a:lnTo>
                  <a:lnTo>
                    <a:pt x="391721" y="366737"/>
                  </a:lnTo>
                  <a:lnTo>
                    <a:pt x="394185" y="366159"/>
                  </a:lnTo>
                  <a:lnTo>
                    <a:pt x="396648" y="365627"/>
                  </a:lnTo>
                  <a:lnTo>
                    <a:pt x="399112" y="365140"/>
                  </a:lnTo>
                  <a:lnTo>
                    <a:pt x="401576" y="364695"/>
                  </a:lnTo>
                  <a:lnTo>
                    <a:pt x="404039" y="364286"/>
                  </a:lnTo>
                  <a:lnTo>
                    <a:pt x="406503" y="363917"/>
                  </a:lnTo>
                  <a:lnTo>
                    <a:pt x="408967" y="363575"/>
                  </a:lnTo>
                  <a:lnTo>
                    <a:pt x="411430" y="363257"/>
                  </a:lnTo>
                  <a:lnTo>
                    <a:pt x="413894" y="362957"/>
                  </a:lnTo>
                  <a:lnTo>
                    <a:pt x="416358" y="362670"/>
                  </a:lnTo>
                  <a:lnTo>
                    <a:pt x="418821" y="362391"/>
                  </a:lnTo>
                  <a:lnTo>
                    <a:pt x="421285" y="362113"/>
                  </a:lnTo>
                  <a:lnTo>
                    <a:pt x="423749" y="361830"/>
                  </a:lnTo>
                  <a:lnTo>
                    <a:pt x="426212" y="361533"/>
                  </a:lnTo>
                  <a:lnTo>
                    <a:pt x="428676" y="361218"/>
                  </a:lnTo>
                  <a:lnTo>
                    <a:pt x="431140" y="360877"/>
                  </a:lnTo>
                  <a:lnTo>
                    <a:pt x="433603" y="360506"/>
                  </a:lnTo>
                  <a:lnTo>
                    <a:pt x="436067" y="360096"/>
                  </a:lnTo>
                  <a:lnTo>
                    <a:pt x="438531" y="359635"/>
                  </a:lnTo>
                  <a:lnTo>
                    <a:pt x="440994" y="359118"/>
                  </a:lnTo>
                  <a:lnTo>
                    <a:pt x="443458" y="358544"/>
                  </a:lnTo>
                  <a:lnTo>
                    <a:pt x="445922" y="357907"/>
                  </a:lnTo>
                  <a:lnTo>
                    <a:pt x="448385" y="357202"/>
                  </a:lnTo>
                  <a:lnTo>
                    <a:pt x="450849" y="356423"/>
                  </a:lnTo>
                  <a:lnTo>
                    <a:pt x="453312" y="355563"/>
                  </a:lnTo>
                  <a:lnTo>
                    <a:pt x="455776" y="354606"/>
                  </a:lnTo>
                  <a:lnTo>
                    <a:pt x="458240" y="353560"/>
                  </a:lnTo>
                  <a:lnTo>
                    <a:pt x="460703" y="352421"/>
                  </a:lnTo>
                  <a:lnTo>
                    <a:pt x="463167" y="351184"/>
                  </a:lnTo>
                  <a:lnTo>
                    <a:pt x="465631" y="349844"/>
                  </a:lnTo>
                  <a:lnTo>
                    <a:pt x="468094" y="348395"/>
                  </a:lnTo>
                  <a:lnTo>
                    <a:pt x="470558" y="346812"/>
                  </a:lnTo>
                  <a:lnTo>
                    <a:pt x="473022" y="345098"/>
                  </a:lnTo>
                  <a:lnTo>
                    <a:pt x="475485" y="343253"/>
                  </a:lnTo>
                  <a:lnTo>
                    <a:pt x="477949" y="341268"/>
                  </a:lnTo>
                  <a:lnTo>
                    <a:pt x="480413" y="339135"/>
                  </a:lnTo>
                  <a:lnTo>
                    <a:pt x="482876" y="336847"/>
                  </a:lnTo>
                  <a:lnTo>
                    <a:pt x="485340" y="334384"/>
                  </a:lnTo>
                  <a:lnTo>
                    <a:pt x="487804" y="331712"/>
                  </a:lnTo>
                  <a:lnTo>
                    <a:pt x="490267" y="328851"/>
                  </a:lnTo>
                  <a:lnTo>
                    <a:pt x="492731" y="325789"/>
                  </a:lnTo>
                  <a:lnTo>
                    <a:pt x="495195" y="322516"/>
                  </a:lnTo>
                  <a:lnTo>
                    <a:pt x="497658" y="319024"/>
                  </a:lnTo>
                  <a:lnTo>
                    <a:pt x="500122" y="315302"/>
                  </a:lnTo>
                  <a:lnTo>
                    <a:pt x="502586" y="311301"/>
                  </a:lnTo>
                  <a:lnTo>
                    <a:pt x="505049" y="307030"/>
                  </a:lnTo>
                  <a:lnTo>
                    <a:pt x="507513" y="302497"/>
                  </a:lnTo>
                  <a:lnTo>
                    <a:pt x="509977" y="297694"/>
                  </a:lnTo>
                  <a:lnTo>
                    <a:pt x="512440" y="292613"/>
                  </a:lnTo>
                  <a:lnTo>
                    <a:pt x="514904" y="287249"/>
                  </a:lnTo>
                  <a:lnTo>
                    <a:pt x="517368" y="281584"/>
                  </a:lnTo>
                  <a:lnTo>
                    <a:pt x="519831" y="275567"/>
                  </a:lnTo>
                  <a:lnTo>
                    <a:pt x="522295" y="269250"/>
                  </a:lnTo>
                  <a:lnTo>
                    <a:pt x="524759" y="262629"/>
                  </a:lnTo>
                  <a:lnTo>
                    <a:pt x="527222" y="255704"/>
                  </a:lnTo>
                  <a:lnTo>
                    <a:pt x="529686" y="248473"/>
                  </a:lnTo>
                  <a:lnTo>
                    <a:pt x="532150" y="240938"/>
                  </a:lnTo>
                  <a:lnTo>
                    <a:pt x="534613" y="233059"/>
                  </a:lnTo>
                  <a:lnTo>
                    <a:pt x="537077" y="224862"/>
                  </a:lnTo>
                  <a:lnTo>
                    <a:pt x="539541" y="216377"/>
                  </a:lnTo>
                  <a:lnTo>
                    <a:pt x="542004" y="207613"/>
                  </a:lnTo>
                  <a:lnTo>
                    <a:pt x="544468" y="198582"/>
                  </a:lnTo>
                  <a:lnTo>
                    <a:pt x="546931" y="189298"/>
                  </a:lnTo>
                  <a:lnTo>
                    <a:pt x="549395" y="179771"/>
                  </a:lnTo>
                  <a:lnTo>
                    <a:pt x="551859" y="169991"/>
                  </a:lnTo>
                  <a:lnTo>
                    <a:pt x="554322" y="160031"/>
                  </a:lnTo>
                  <a:lnTo>
                    <a:pt x="556786" y="149917"/>
                  </a:lnTo>
                  <a:lnTo>
                    <a:pt x="559250" y="139684"/>
                  </a:lnTo>
                  <a:lnTo>
                    <a:pt x="561713" y="129366"/>
                  </a:lnTo>
                  <a:lnTo>
                    <a:pt x="564177" y="119002"/>
                  </a:lnTo>
                  <a:lnTo>
                    <a:pt x="566641" y="108646"/>
                  </a:lnTo>
                  <a:lnTo>
                    <a:pt x="569104" y="98365"/>
                  </a:lnTo>
                  <a:lnTo>
                    <a:pt x="571568" y="88215"/>
                  </a:lnTo>
                  <a:lnTo>
                    <a:pt x="574032" y="78253"/>
                  </a:lnTo>
                  <a:lnTo>
                    <a:pt x="576495" y="68542"/>
                  </a:lnTo>
                  <a:lnTo>
                    <a:pt x="578959" y="59145"/>
                  </a:lnTo>
                  <a:lnTo>
                    <a:pt x="581423" y="50136"/>
                  </a:lnTo>
                  <a:lnTo>
                    <a:pt x="583886" y="41697"/>
                  </a:lnTo>
                  <a:lnTo>
                    <a:pt x="586350" y="33819"/>
                  </a:lnTo>
                  <a:lnTo>
                    <a:pt x="588814" y="26573"/>
                  </a:lnTo>
                  <a:lnTo>
                    <a:pt x="591277" y="20029"/>
                  </a:lnTo>
                  <a:lnTo>
                    <a:pt x="593741" y="14255"/>
                  </a:lnTo>
                  <a:lnTo>
                    <a:pt x="596205" y="9318"/>
                  </a:lnTo>
                  <a:lnTo>
                    <a:pt x="598668" y="5397"/>
                  </a:lnTo>
                  <a:lnTo>
                    <a:pt x="601132" y="2553"/>
                  </a:lnTo>
                  <a:lnTo>
                    <a:pt x="603596" y="741"/>
                  </a:lnTo>
                  <a:lnTo>
                    <a:pt x="606059" y="0"/>
                  </a:lnTo>
                  <a:lnTo>
                    <a:pt x="608523" y="361"/>
                  </a:lnTo>
                  <a:lnTo>
                    <a:pt x="610987" y="1849"/>
                  </a:lnTo>
                  <a:lnTo>
                    <a:pt x="613450" y="4484"/>
                  </a:lnTo>
                  <a:lnTo>
                    <a:pt x="615914" y="8511"/>
                  </a:lnTo>
                  <a:lnTo>
                    <a:pt x="618378" y="13667"/>
                  </a:lnTo>
                  <a:lnTo>
                    <a:pt x="620841" y="19928"/>
                  </a:lnTo>
                  <a:lnTo>
                    <a:pt x="623305" y="27260"/>
                  </a:lnTo>
                  <a:lnTo>
                    <a:pt x="625769" y="35620"/>
                  </a:lnTo>
                  <a:lnTo>
                    <a:pt x="628232" y="44956"/>
                  </a:lnTo>
                  <a:lnTo>
                    <a:pt x="630696" y="55296"/>
                  </a:lnTo>
                  <a:lnTo>
                    <a:pt x="633159" y="66537"/>
                  </a:lnTo>
                  <a:lnTo>
                    <a:pt x="635623" y="78498"/>
                  </a:lnTo>
                  <a:lnTo>
                    <a:pt x="638087" y="91091"/>
                  </a:lnTo>
                  <a:lnTo>
                    <a:pt x="640550" y="104227"/>
                  </a:lnTo>
                  <a:lnTo>
                    <a:pt x="643014" y="117812"/>
                  </a:lnTo>
                  <a:lnTo>
                    <a:pt x="645478" y="131752"/>
                  </a:lnTo>
                  <a:lnTo>
                    <a:pt x="647941" y="145976"/>
                  </a:lnTo>
                  <a:lnTo>
                    <a:pt x="650405" y="160312"/>
                  </a:lnTo>
                  <a:lnTo>
                    <a:pt x="652869" y="174670"/>
                  </a:lnTo>
                  <a:lnTo>
                    <a:pt x="655332" y="188964"/>
                  </a:lnTo>
                  <a:lnTo>
                    <a:pt x="657796" y="203112"/>
                  </a:lnTo>
                  <a:lnTo>
                    <a:pt x="660260" y="217035"/>
                  </a:lnTo>
                  <a:lnTo>
                    <a:pt x="662723" y="230625"/>
                  </a:lnTo>
                  <a:lnTo>
                    <a:pt x="665187" y="243785"/>
                  </a:lnTo>
                  <a:lnTo>
                    <a:pt x="667651" y="256501"/>
                  </a:lnTo>
                  <a:lnTo>
                    <a:pt x="670114" y="268728"/>
                  </a:lnTo>
                  <a:lnTo>
                    <a:pt x="672578" y="280430"/>
                  </a:lnTo>
                  <a:lnTo>
                    <a:pt x="675042" y="291574"/>
                  </a:lnTo>
                  <a:lnTo>
                    <a:pt x="677505" y="302137"/>
                  </a:lnTo>
                  <a:lnTo>
                    <a:pt x="679969" y="311976"/>
                  </a:lnTo>
                  <a:lnTo>
                    <a:pt x="682433" y="321195"/>
                  </a:lnTo>
                  <a:lnTo>
                    <a:pt x="684896" y="329804"/>
                  </a:lnTo>
                  <a:lnTo>
                    <a:pt x="687360" y="337808"/>
                  </a:lnTo>
                  <a:lnTo>
                    <a:pt x="689824" y="345217"/>
                  </a:lnTo>
                  <a:lnTo>
                    <a:pt x="692287" y="352044"/>
                  </a:lnTo>
                  <a:lnTo>
                    <a:pt x="694751" y="358259"/>
                  </a:lnTo>
                  <a:lnTo>
                    <a:pt x="697215" y="363869"/>
                  </a:lnTo>
                  <a:lnTo>
                    <a:pt x="699678" y="368974"/>
                  </a:lnTo>
                  <a:lnTo>
                    <a:pt x="702142" y="373599"/>
                  </a:lnTo>
                  <a:lnTo>
                    <a:pt x="704606" y="377772"/>
                  </a:lnTo>
                  <a:lnTo>
                    <a:pt x="707069" y="381522"/>
                  </a:lnTo>
                  <a:lnTo>
                    <a:pt x="709533" y="384876"/>
                  </a:lnTo>
                  <a:lnTo>
                    <a:pt x="711997" y="387801"/>
                  </a:lnTo>
                  <a:lnTo>
                    <a:pt x="714460" y="390393"/>
                  </a:lnTo>
                  <a:lnTo>
                    <a:pt x="716924" y="392689"/>
                  </a:lnTo>
                  <a:lnTo>
                    <a:pt x="719388" y="394715"/>
                  </a:lnTo>
                  <a:lnTo>
                    <a:pt x="721851" y="396495"/>
                  </a:lnTo>
                  <a:lnTo>
                    <a:pt x="724315" y="398052"/>
                  </a:lnTo>
                  <a:lnTo>
                    <a:pt x="726778" y="399395"/>
                  </a:lnTo>
                  <a:lnTo>
                    <a:pt x="729242" y="400540"/>
                  </a:lnTo>
                  <a:lnTo>
                    <a:pt x="731706" y="401534"/>
                  </a:lnTo>
                  <a:lnTo>
                    <a:pt x="734169" y="402391"/>
                  </a:lnTo>
                  <a:lnTo>
                    <a:pt x="736633" y="403128"/>
                  </a:lnTo>
                  <a:lnTo>
                    <a:pt x="739097" y="403757"/>
                  </a:lnTo>
                  <a:lnTo>
                    <a:pt x="741560" y="404292"/>
                  </a:lnTo>
                  <a:lnTo>
                    <a:pt x="744024" y="404729"/>
                  </a:lnTo>
                  <a:lnTo>
                    <a:pt x="746488" y="405094"/>
                  </a:lnTo>
                  <a:lnTo>
                    <a:pt x="748951" y="405397"/>
                  </a:lnTo>
                  <a:lnTo>
                    <a:pt x="751415" y="405646"/>
                  </a:lnTo>
                  <a:lnTo>
                    <a:pt x="753879" y="405847"/>
                  </a:lnTo>
                  <a:lnTo>
                    <a:pt x="756342" y="406007"/>
                  </a:lnTo>
                  <a:lnTo>
                    <a:pt x="758806" y="406127"/>
                  </a:lnTo>
                  <a:lnTo>
                    <a:pt x="761270" y="406213"/>
                  </a:lnTo>
                  <a:lnTo>
                    <a:pt x="763733" y="406273"/>
                  </a:lnTo>
                  <a:lnTo>
                    <a:pt x="766197" y="406312"/>
                  </a:lnTo>
                  <a:lnTo>
                    <a:pt x="768661" y="406332"/>
                  </a:lnTo>
                  <a:lnTo>
                    <a:pt x="771124" y="406336"/>
                  </a:lnTo>
                  <a:lnTo>
                    <a:pt x="773588" y="406328"/>
                  </a:lnTo>
                  <a:lnTo>
                    <a:pt x="776052" y="406310"/>
                  </a:lnTo>
                  <a:lnTo>
                    <a:pt x="778515" y="406285"/>
                  </a:lnTo>
                  <a:lnTo>
                    <a:pt x="780979" y="406256"/>
                  </a:lnTo>
                  <a:lnTo>
                    <a:pt x="783443" y="406226"/>
                  </a:lnTo>
                  <a:lnTo>
                    <a:pt x="785906" y="406196"/>
                  </a:lnTo>
                  <a:lnTo>
                    <a:pt x="788370" y="406168"/>
                  </a:lnTo>
                  <a:lnTo>
                    <a:pt x="790834" y="406143"/>
                  </a:lnTo>
                  <a:lnTo>
                    <a:pt x="793297" y="406123"/>
                  </a:lnTo>
                  <a:lnTo>
                    <a:pt x="795761" y="406110"/>
                  </a:lnTo>
                  <a:lnTo>
                    <a:pt x="798225" y="406102"/>
                  </a:lnTo>
                  <a:lnTo>
                    <a:pt x="800688" y="406102"/>
                  </a:lnTo>
                  <a:lnTo>
                    <a:pt x="803152" y="406108"/>
                  </a:lnTo>
                  <a:lnTo>
                    <a:pt x="805616" y="406120"/>
                  </a:lnTo>
                  <a:lnTo>
                    <a:pt x="808079" y="406140"/>
                  </a:lnTo>
                  <a:lnTo>
                    <a:pt x="810543" y="406165"/>
                  </a:lnTo>
                  <a:lnTo>
                    <a:pt x="813006" y="406195"/>
                  </a:lnTo>
                  <a:lnTo>
                    <a:pt x="815470" y="406228"/>
                  </a:lnTo>
                  <a:lnTo>
                    <a:pt x="817934" y="406263"/>
                  </a:lnTo>
                  <a:lnTo>
                    <a:pt x="820397" y="406300"/>
                  </a:lnTo>
                  <a:lnTo>
                    <a:pt x="822861" y="406336"/>
                  </a:lnTo>
                  <a:lnTo>
                    <a:pt x="825325" y="406370"/>
                  </a:lnTo>
                  <a:lnTo>
                    <a:pt x="827788" y="406402"/>
                  </a:lnTo>
                  <a:lnTo>
                    <a:pt x="830252" y="406429"/>
                  </a:lnTo>
                  <a:lnTo>
                    <a:pt x="832716" y="406451"/>
                  </a:lnTo>
                  <a:lnTo>
                    <a:pt x="835179" y="406468"/>
                  </a:lnTo>
                  <a:lnTo>
                    <a:pt x="837643" y="406478"/>
                  </a:lnTo>
                  <a:lnTo>
                    <a:pt x="840107" y="406481"/>
                  </a:lnTo>
                  <a:lnTo>
                    <a:pt x="842570" y="406476"/>
                  </a:lnTo>
                  <a:lnTo>
                    <a:pt x="845034" y="406465"/>
                  </a:lnTo>
                  <a:lnTo>
                    <a:pt x="847498" y="406448"/>
                  </a:lnTo>
                  <a:lnTo>
                    <a:pt x="849961" y="406424"/>
                  </a:lnTo>
                  <a:lnTo>
                    <a:pt x="852425" y="406396"/>
                  </a:lnTo>
                  <a:lnTo>
                    <a:pt x="854889" y="406363"/>
                  </a:lnTo>
                  <a:lnTo>
                    <a:pt x="857352" y="406326"/>
                  </a:lnTo>
                  <a:lnTo>
                    <a:pt x="859816" y="406288"/>
                  </a:lnTo>
                  <a:lnTo>
                    <a:pt x="862280" y="406249"/>
                  </a:lnTo>
                  <a:lnTo>
                    <a:pt x="864743" y="406211"/>
                  </a:lnTo>
                  <a:lnTo>
                    <a:pt x="867207" y="406175"/>
                  </a:lnTo>
                  <a:lnTo>
                    <a:pt x="869671" y="406140"/>
                  </a:lnTo>
                  <a:lnTo>
                    <a:pt x="872134" y="406110"/>
                  </a:lnTo>
                  <a:lnTo>
                    <a:pt x="874598" y="406085"/>
                  </a:lnTo>
                  <a:lnTo>
                    <a:pt x="877062" y="406064"/>
                  </a:lnTo>
                  <a:lnTo>
                    <a:pt x="879525" y="406049"/>
                  </a:lnTo>
                  <a:lnTo>
                    <a:pt x="881989" y="406038"/>
                  </a:lnTo>
                  <a:lnTo>
                    <a:pt x="884453" y="406033"/>
                  </a:lnTo>
                  <a:lnTo>
                    <a:pt x="886916" y="406032"/>
                  </a:lnTo>
                  <a:lnTo>
                    <a:pt x="889380" y="406035"/>
                  </a:lnTo>
                  <a:lnTo>
                    <a:pt x="891844" y="406040"/>
                  </a:lnTo>
                  <a:lnTo>
                    <a:pt x="894307" y="406047"/>
                  </a:lnTo>
                  <a:lnTo>
                    <a:pt x="896771" y="406053"/>
                  </a:lnTo>
                  <a:lnTo>
                    <a:pt x="899235" y="406058"/>
                  </a:lnTo>
                  <a:lnTo>
                    <a:pt x="901698" y="406061"/>
                  </a:lnTo>
                  <a:lnTo>
                    <a:pt x="904162" y="406058"/>
                  </a:lnTo>
                  <a:lnTo>
                    <a:pt x="906625" y="406049"/>
                  </a:lnTo>
                  <a:lnTo>
                    <a:pt x="909089" y="406032"/>
                  </a:lnTo>
                  <a:lnTo>
                    <a:pt x="911553" y="406006"/>
                  </a:lnTo>
                  <a:lnTo>
                    <a:pt x="914016" y="405970"/>
                  </a:lnTo>
                  <a:lnTo>
                    <a:pt x="916480" y="405923"/>
                  </a:lnTo>
                  <a:lnTo>
                    <a:pt x="918944" y="405865"/>
                  </a:lnTo>
                  <a:lnTo>
                    <a:pt x="921407" y="405791"/>
                  </a:lnTo>
                  <a:lnTo>
                    <a:pt x="923871" y="405703"/>
                  </a:lnTo>
                  <a:lnTo>
                    <a:pt x="926335" y="405603"/>
                  </a:lnTo>
                  <a:lnTo>
                    <a:pt x="928798" y="405490"/>
                  </a:lnTo>
                  <a:lnTo>
                    <a:pt x="931262" y="405363"/>
                  </a:lnTo>
                  <a:lnTo>
                    <a:pt x="933726" y="405224"/>
                  </a:lnTo>
                  <a:lnTo>
                    <a:pt x="936189" y="405072"/>
                  </a:lnTo>
                  <a:lnTo>
                    <a:pt x="938653" y="404906"/>
                  </a:lnTo>
                  <a:lnTo>
                    <a:pt x="941117" y="404731"/>
                  </a:lnTo>
                  <a:lnTo>
                    <a:pt x="943580" y="404545"/>
                  </a:lnTo>
                  <a:lnTo>
                    <a:pt x="946044" y="404350"/>
                  </a:lnTo>
                  <a:lnTo>
                    <a:pt x="948508" y="404147"/>
                  </a:lnTo>
                  <a:lnTo>
                    <a:pt x="950971" y="403936"/>
                  </a:lnTo>
                  <a:lnTo>
                    <a:pt x="953435" y="403719"/>
                  </a:lnTo>
                  <a:lnTo>
                    <a:pt x="955899" y="403495"/>
                  </a:lnTo>
                  <a:lnTo>
                    <a:pt x="958362" y="403268"/>
                  </a:lnTo>
                  <a:lnTo>
                    <a:pt x="960826" y="403038"/>
                  </a:lnTo>
                  <a:lnTo>
                    <a:pt x="963290" y="402805"/>
                  </a:lnTo>
                  <a:lnTo>
                    <a:pt x="965753" y="402570"/>
                  </a:lnTo>
                  <a:lnTo>
                    <a:pt x="968217" y="402335"/>
                  </a:lnTo>
                  <a:lnTo>
                    <a:pt x="970681" y="402100"/>
                  </a:lnTo>
                  <a:lnTo>
                    <a:pt x="973144" y="401867"/>
                  </a:lnTo>
                  <a:lnTo>
                    <a:pt x="975608" y="401637"/>
                  </a:lnTo>
                  <a:lnTo>
                    <a:pt x="978072" y="401411"/>
                  </a:lnTo>
                  <a:lnTo>
                    <a:pt x="980535" y="401189"/>
                  </a:lnTo>
                  <a:lnTo>
                    <a:pt x="982999" y="400973"/>
                  </a:lnTo>
                  <a:lnTo>
                    <a:pt x="985463" y="400766"/>
                  </a:lnTo>
                  <a:lnTo>
                    <a:pt x="987926" y="400568"/>
                  </a:lnTo>
                  <a:lnTo>
                    <a:pt x="990390" y="400380"/>
                  </a:lnTo>
                  <a:lnTo>
                    <a:pt x="992853" y="400204"/>
                  </a:lnTo>
                  <a:lnTo>
                    <a:pt x="995317" y="400040"/>
                  </a:lnTo>
                  <a:lnTo>
                    <a:pt x="997781" y="399890"/>
                  </a:lnTo>
                  <a:lnTo>
                    <a:pt x="1000244" y="399756"/>
                  </a:lnTo>
                  <a:lnTo>
                    <a:pt x="1002708" y="399641"/>
                  </a:lnTo>
                  <a:lnTo>
                    <a:pt x="1005172" y="399544"/>
                  </a:lnTo>
                  <a:lnTo>
                    <a:pt x="1007635" y="399464"/>
                  </a:lnTo>
                  <a:lnTo>
                    <a:pt x="1010099" y="399403"/>
                  </a:lnTo>
                  <a:lnTo>
                    <a:pt x="1012563" y="399361"/>
                  </a:lnTo>
                  <a:lnTo>
                    <a:pt x="1015026" y="399337"/>
                  </a:lnTo>
                  <a:lnTo>
                    <a:pt x="1017490" y="399336"/>
                  </a:lnTo>
                  <a:lnTo>
                    <a:pt x="1019954" y="399352"/>
                  </a:lnTo>
                  <a:lnTo>
                    <a:pt x="1022417" y="399385"/>
                  </a:lnTo>
                  <a:lnTo>
                    <a:pt x="1024881" y="399432"/>
                  </a:lnTo>
                  <a:lnTo>
                    <a:pt x="1027345" y="399493"/>
                  </a:lnTo>
                  <a:lnTo>
                    <a:pt x="1029808" y="399566"/>
                  </a:lnTo>
                  <a:lnTo>
                    <a:pt x="1032272" y="399648"/>
                  </a:lnTo>
                  <a:lnTo>
                    <a:pt x="1034736" y="399737"/>
                  </a:lnTo>
                  <a:lnTo>
                    <a:pt x="1037199" y="399829"/>
                  </a:lnTo>
                  <a:lnTo>
                    <a:pt x="1039663" y="399922"/>
                  </a:lnTo>
                  <a:lnTo>
                    <a:pt x="1042127" y="400013"/>
                  </a:lnTo>
                  <a:lnTo>
                    <a:pt x="1044590" y="400098"/>
                  </a:lnTo>
                  <a:lnTo>
                    <a:pt x="1047054" y="400177"/>
                  </a:lnTo>
                  <a:lnTo>
                    <a:pt x="1049518" y="400243"/>
                  </a:lnTo>
                  <a:lnTo>
                    <a:pt x="1051981" y="400296"/>
                  </a:lnTo>
                  <a:lnTo>
                    <a:pt x="1054445" y="400335"/>
                  </a:lnTo>
                  <a:lnTo>
                    <a:pt x="1056909" y="400357"/>
                  </a:lnTo>
                  <a:lnTo>
                    <a:pt x="1059372" y="400364"/>
                  </a:lnTo>
                  <a:lnTo>
                    <a:pt x="1061836" y="400353"/>
                  </a:lnTo>
                  <a:lnTo>
                    <a:pt x="1064300" y="400323"/>
                  </a:lnTo>
                  <a:lnTo>
                    <a:pt x="1066763" y="400274"/>
                  </a:lnTo>
                  <a:lnTo>
                    <a:pt x="1069227" y="400209"/>
                  </a:lnTo>
                  <a:lnTo>
                    <a:pt x="1071691" y="400130"/>
                  </a:lnTo>
                  <a:lnTo>
                    <a:pt x="1074154" y="400039"/>
                  </a:lnTo>
                  <a:lnTo>
                    <a:pt x="1076618" y="399938"/>
                  </a:lnTo>
                  <a:lnTo>
                    <a:pt x="1079082" y="399829"/>
                  </a:lnTo>
                  <a:lnTo>
                    <a:pt x="1081545" y="399714"/>
                  </a:lnTo>
                  <a:lnTo>
                    <a:pt x="1084009" y="399597"/>
                  </a:lnTo>
                  <a:lnTo>
                    <a:pt x="1086472" y="399483"/>
                  </a:lnTo>
                  <a:lnTo>
                    <a:pt x="1088936" y="399372"/>
                  </a:lnTo>
                  <a:lnTo>
                    <a:pt x="1091400" y="399269"/>
                  </a:lnTo>
                  <a:lnTo>
                    <a:pt x="1093863" y="399174"/>
                  </a:lnTo>
                  <a:lnTo>
                    <a:pt x="1096327" y="399091"/>
                  </a:lnTo>
                  <a:lnTo>
                    <a:pt x="1098791" y="399022"/>
                  </a:lnTo>
                  <a:lnTo>
                    <a:pt x="1101254" y="398967"/>
                  </a:lnTo>
                  <a:lnTo>
                    <a:pt x="1103718" y="398926"/>
                  </a:lnTo>
                  <a:lnTo>
                    <a:pt x="1106182" y="398898"/>
                  </a:lnTo>
                  <a:lnTo>
                    <a:pt x="1108645" y="398883"/>
                  </a:lnTo>
                  <a:lnTo>
                    <a:pt x="1111109" y="398879"/>
                  </a:lnTo>
                  <a:lnTo>
                    <a:pt x="1113573" y="398885"/>
                  </a:lnTo>
                  <a:lnTo>
                    <a:pt x="1116036" y="398896"/>
                  </a:lnTo>
                  <a:lnTo>
                    <a:pt x="1118500" y="398910"/>
                  </a:lnTo>
                  <a:lnTo>
                    <a:pt x="1120964" y="398922"/>
                  </a:lnTo>
                  <a:lnTo>
                    <a:pt x="1123427" y="398929"/>
                  </a:lnTo>
                  <a:lnTo>
                    <a:pt x="1125891" y="398927"/>
                  </a:lnTo>
                  <a:lnTo>
                    <a:pt x="1128355" y="398912"/>
                  </a:lnTo>
                  <a:lnTo>
                    <a:pt x="1130818" y="398876"/>
                  </a:lnTo>
                  <a:lnTo>
                    <a:pt x="1133282" y="398818"/>
                  </a:lnTo>
                  <a:lnTo>
                    <a:pt x="1135746" y="398734"/>
                  </a:lnTo>
                  <a:lnTo>
                    <a:pt x="1138209" y="398622"/>
                  </a:lnTo>
                  <a:lnTo>
                    <a:pt x="1140673" y="398478"/>
                  </a:lnTo>
                  <a:lnTo>
                    <a:pt x="1143137" y="398301"/>
                  </a:lnTo>
                  <a:lnTo>
                    <a:pt x="1145600" y="398081"/>
                  </a:lnTo>
                  <a:lnTo>
                    <a:pt x="1148064" y="397822"/>
                  </a:lnTo>
                  <a:lnTo>
                    <a:pt x="1150528" y="397523"/>
                  </a:lnTo>
                  <a:lnTo>
                    <a:pt x="1152991" y="397185"/>
                  </a:lnTo>
                  <a:lnTo>
                    <a:pt x="1155455" y="396807"/>
                  </a:lnTo>
                  <a:lnTo>
                    <a:pt x="1157919" y="396390"/>
                  </a:lnTo>
                  <a:lnTo>
                    <a:pt x="1160382" y="395932"/>
                  </a:lnTo>
                  <a:lnTo>
                    <a:pt x="1162846" y="395431"/>
                  </a:lnTo>
                  <a:lnTo>
                    <a:pt x="1165310" y="394893"/>
                  </a:lnTo>
                  <a:lnTo>
                    <a:pt x="1167773" y="394321"/>
                  </a:lnTo>
                  <a:lnTo>
                    <a:pt x="1170237" y="393715"/>
                  </a:lnTo>
                  <a:lnTo>
                    <a:pt x="1172701" y="393078"/>
                  </a:lnTo>
                  <a:lnTo>
                    <a:pt x="1175164" y="392412"/>
                  </a:lnTo>
                  <a:lnTo>
                    <a:pt x="1177628" y="391714"/>
                  </a:lnTo>
                  <a:lnTo>
                    <a:pt x="1180091" y="390989"/>
                  </a:lnTo>
                  <a:lnTo>
                    <a:pt x="1182555" y="390241"/>
                  </a:lnTo>
                  <a:lnTo>
                    <a:pt x="1185019" y="389472"/>
                  </a:lnTo>
                  <a:lnTo>
                    <a:pt x="1187482" y="388686"/>
                  </a:lnTo>
                  <a:lnTo>
                    <a:pt x="1189946" y="387883"/>
                  </a:lnTo>
                  <a:lnTo>
                    <a:pt x="1192410" y="387067"/>
                  </a:lnTo>
                  <a:lnTo>
                    <a:pt x="1194873" y="386241"/>
                  </a:lnTo>
                  <a:lnTo>
                    <a:pt x="1197337" y="385411"/>
                  </a:lnTo>
                  <a:lnTo>
                    <a:pt x="1199801" y="384582"/>
                  </a:lnTo>
                  <a:lnTo>
                    <a:pt x="1202264" y="383759"/>
                  </a:lnTo>
                  <a:lnTo>
                    <a:pt x="1204728" y="382948"/>
                  </a:lnTo>
                  <a:lnTo>
                    <a:pt x="1207192" y="382155"/>
                  </a:lnTo>
                  <a:lnTo>
                    <a:pt x="1209655" y="381392"/>
                  </a:lnTo>
                  <a:lnTo>
                    <a:pt x="1212119" y="380669"/>
                  </a:lnTo>
                  <a:lnTo>
                    <a:pt x="1214583" y="379992"/>
                  </a:lnTo>
                  <a:lnTo>
                    <a:pt x="1217046" y="379371"/>
                  </a:lnTo>
                  <a:lnTo>
                    <a:pt x="1219510" y="378814"/>
                  </a:lnTo>
                  <a:lnTo>
                    <a:pt x="1221974" y="378331"/>
                  </a:lnTo>
                  <a:lnTo>
                    <a:pt x="1224437" y="377934"/>
                  </a:lnTo>
                  <a:lnTo>
                    <a:pt x="1226901" y="377650"/>
                  </a:lnTo>
                  <a:lnTo>
                    <a:pt x="1229365" y="377472"/>
                  </a:lnTo>
                  <a:lnTo>
                    <a:pt x="1231828" y="377405"/>
                  </a:lnTo>
                  <a:lnTo>
                    <a:pt x="1234292" y="377456"/>
                  </a:lnTo>
                  <a:lnTo>
                    <a:pt x="1236756" y="377630"/>
                  </a:lnTo>
                  <a:lnTo>
                    <a:pt x="1239219" y="377928"/>
                  </a:lnTo>
                  <a:lnTo>
                    <a:pt x="1241683" y="378369"/>
                  </a:lnTo>
                  <a:lnTo>
                    <a:pt x="1244147" y="378947"/>
                  </a:lnTo>
                  <a:lnTo>
                    <a:pt x="1246610" y="379646"/>
                  </a:lnTo>
                  <a:lnTo>
                    <a:pt x="1249074" y="380461"/>
                  </a:lnTo>
                  <a:lnTo>
                    <a:pt x="1251538" y="381383"/>
                  </a:lnTo>
                  <a:lnTo>
                    <a:pt x="1254001" y="382405"/>
                  </a:lnTo>
                  <a:lnTo>
                    <a:pt x="1256465" y="383517"/>
                  </a:lnTo>
                  <a:lnTo>
                    <a:pt x="1258929" y="384718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3957616" y="3870907"/>
              <a:ext cx="1258929" cy="268934"/>
            </a:xfrm>
            <a:custGeom>
              <a:avLst/>
              <a:pathLst>
                <a:path w="1258929" h="268934">
                  <a:moveTo>
                    <a:pt x="0" y="268898"/>
                  </a:moveTo>
                  <a:lnTo>
                    <a:pt x="2463" y="268892"/>
                  </a:lnTo>
                  <a:lnTo>
                    <a:pt x="4927" y="268886"/>
                  </a:lnTo>
                  <a:lnTo>
                    <a:pt x="7390" y="268879"/>
                  </a:lnTo>
                  <a:lnTo>
                    <a:pt x="9854" y="268871"/>
                  </a:lnTo>
                  <a:lnTo>
                    <a:pt x="12318" y="268862"/>
                  </a:lnTo>
                  <a:lnTo>
                    <a:pt x="14781" y="268852"/>
                  </a:lnTo>
                  <a:lnTo>
                    <a:pt x="17245" y="268840"/>
                  </a:lnTo>
                  <a:lnTo>
                    <a:pt x="19709" y="268828"/>
                  </a:lnTo>
                  <a:lnTo>
                    <a:pt x="22172" y="268814"/>
                  </a:lnTo>
                  <a:lnTo>
                    <a:pt x="24636" y="268798"/>
                  </a:lnTo>
                  <a:lnTo>
                    <a:pt x="27100" y="268781"/>
                  </a:lnTo>
                  <a:lnTo>
                    <a:pt x="29563" y="268763"/>
                  </a:lnTo>
                  <a:lnTo>
                    <a:pt x="32027" y="268743"/>
                  </a:lnTo>
                  <a:lnTo>
                    <a:pt x="34491" y="268720"/>
                  </a:lnTo>
                  <a:lnTo>
                    <a:pt x="36954" y="268696"/>
                  </a:lnTo>
                  <a:lnTo>
                    <a:pt x="39418" y="268670"/>
                  </a:lnTo>
                  <a:lnTo>
                    <a:pt x="41882" y="268641"/>
                  </a:lnTo>
                  <a:lnTo>
                    <a:pt x="44345" y="268610"/>
                  </a:lnTo>
                  <a:lnTo>
                    <a:pt x="46809" y="268577"/>
                  </a:lnTo>
                  <a:lnTo>
                    <a:pt x="49273" y="268541"/>
                  </a:lnTo>
                  <a:lnTo>
                    <a:pt x="51736" y="268504"/>
                  </a:lnTo>
                  <a:lnTo>
                    <a:pt x="54200" y="268463"/>
                  </a:lnTo>
                  <a:lnTo>
                    <a:pt x="56664" y="268420"/>
                  </a:lnTo>
                  <a:lnTo>
                    <a:pt x="59127" y="268373"/>
                  </a:lnTo>
                  <a:lnTo>
                    <a:pt x="61591" y="268325"/>
                  </a:lnTo>
                  <a:lnTo>
                    <a:pt x="64055" y="268274"/>
                  </a:lnTo>
                  <a:lnTo>
                    <a:pt x="66518" y="268220"/>
                  </a:lnTo>
                  <a:lnTo>
                    <a:pt x="68982" y="268162"/>
                  </a:lnTo>
                  <a:lnTo>
                    <a:pt x="71446" y="268103"/>
                  </a:lnTo>
                  <a:lnTo>
                    <a:pt x="73909" y="268041"/>
                  </a:lnTo>
                  <a:lnTo>
                    <a:pt x="76373" y="267976"/>
                  </a:lnTo>
                  <a:lnTo>
                    <a:pt x="78837" y="267908"/>
                  </a:lnTo>
                  <a:lnTo>
                    <a:pt x="81300" y="267838"/>
                  </a:lnTo>
                  <a:lnTo>
                    <a:pt x="83764" y="267765"/>
                  </a:lnTo>
                  <a:lnTo>
                    <a:pt x="86228" y="267691"/>
                  </a:lnTo>
                  <a:lnTo>
                    <a:pt x="88691" y="267613"/>
                  </a:lnTo>
                  <a:lnTo>
                    <a:pt x="91155" y="267533"/>
                  </a:lnTo>
                  <a:lnTo>
                    <a:pt x="93618" y="267452"/>
                  </a:lnTo>
                  <a:lnTo>
                    <a:pt x="96082" y="267368"/>
                  </a:lnTo>
                  <a:lnTo>
                    <a:pt x="98546" y="267282"/>
                  </a:lnTo>
                  <a:lnTo>
                    <a:pt x="101009" y="267195"/>
                  </a:lnTo>
                  <a:lnTo>
                    <a:pt x="103473" y="267105"/>
                  </a:lnTo>
                  <a:lnTo>
                    <a:pt x="105937" y="267014"/>
                  </a:lnTo>
                  <a:lnTo>
                    <a:pt x="108400" y="266921"/>
                  </a:lnTo>
                  <a:lnTo>
                    <a:pt x="110864" y="266827"/>
                  </a:lnTo>
                  <a:lnTo>
                    <a:pt x="113328" y="266731"/>
                  </a:lnTo>
                  <a:lnTo>
                    <a:pt x="115791" y="266633"/>
                  </a:lnTo>
                  <a:lnTo>
                    <a:pt x="118255" y="266534"/>
                  </a:lnTo>
                  <a:lnTo>
                    <a:pt x="120719" y="266433"/>
                  </a:lnTo>
                  <a:lnTo>
                    <a:pt x="123182" y="266331"/>
                  </a:lnTo>
                  <a:lnTo>
                    <a:pt x="125646" y="266227"/>
                  </a:lnTo>
                  <a:lnTo>
                    <a:pt x="128110" y="266122"/>
                  </a:lnTo>
                  <a:lnTo>
                    <a:pt x="130573" y="266014"/>
                  </a:lnTo>
                  <a:lnTo>
                    <a:pt x="133037" y="265905"/>
                  </a:lnTo>
                  <a:lnTo>
                    <a:pt x="135501" y="265794"/>
                  </a:lnTo>
                  <a:lnTo>
                    <a:pt x="137964" y="265681"/>
                  </a:lnTo>
                  <a:lnTo>
                    <a:pt x="140428" y="265566"/>
                  </a:lnTo>
                  <a:lnTo>
                    <a:pt x="142892" y="265448"/>
                  </a:lnTo>
                  <a:lnTo>
                    <a:pt x="145355" y="265328"/>
                  </a:lnTo>
                  <a:lnTo>
                    <a:pt x="147819" y="265205"/>
                  </a:lnTo>
                  <a:lnTo>
                    <a:pt x="150283" y="265080"/>
                  </a:lnTo>
                  <a:lnTo>
                    <a:pt x="152746" y="264952"/>
                  </a:lnTo>
                  <a:lnTo>
                    <a:pt x="155210" y="264821"/>
                  </a:lnTo>
                  <a:lnTo>
                    <a:pt x="157674" y="264686"/>
                  </a:lnTo>
                  <a:lnTo>
                    <a:pt x="160137" y="264550"/>
                  </a:lnTo>
                  <a:lnTo>
                    <a:pt x="162601" y="264410"/>
                  </a:lnTo>
                  <a:lnTo>
                    <a:pt x="165065" y="264267"/>
                  </a:lnTo>
                  <a:lnTo>
                    <a:pt x="167528" y="264122"/>
                  </a:lnTo>
                  <a:lnTo>
                    <a:pt x="169992" y="263973"/>
                  </a:lnTo>
                  <a:lnTo>
                    <a:pt x="172456" y="263823"/>
                  </a:lnTo>
                  <a:lnTo>
                    <a:pt x="174919" y="263670"/>
                  </a:lnTo>
                  <a:lnTo>
                    <a:pt x="177383" y="263515"/>
                  </a:lnTo>
                  <a:lnTo>
                    <a:pt x="179847" y="263359"/>
                  </a:lnTo>
                  <a:lnTo>
                    <a:pt x="182310" y="263201"/>
                  </a:lnTo>
                  <a:lnTo>
                    <a:pt x="184774" y="263043"/>
                  </a:lnTo>
                  <a:lnTo>
                    <a:pt x="187237" y="262885"/>
                  </a:lnTo>
                  <a:lnTo>
                    <a:pt x="189701" y="262727"/>
                  </a:lnTo>
                  <a:lnTo>
                    <a:pt x="192165" y="262570"/>
                  </a:lnTo>
                  <a:lnTo>
                    <a:pt x="194628" y="262415"/>
                  </a:lnTo>
                  <a:lnTo>
                    <a:pt x="197092" y="262262"/>
                  </a:lnTo>
                  <a:lnTo>
                    <a:pt x="199556" y="262112"/>
                  </a:lnTo>
                  <a:lnTo>
                    <a:pt x="202019" y="261966"/>
                  </a:lnTo>
                  <a:lnTo>
                    <a:pt x="204483" y="261825"/>
                  </a:lnTo>
                  <a:lnTo>
                    <a:pt x="206947" y="261688"/>
                  </a:lnTo>
                  <a:lnTo>
                    <a:pt x="209410" y="261557"/>
                  </a:lnTo>
                  <a:lnTo>
                    <a:pt x="211874" y="261433"/>
                  </a:lnTo>
                  <a:lnTo>
                    <a:pt x="214338" y="261316"/>
                  </a:lnTo>
                  <a:lnTo>
                    <a:pt x="216801" y="261207"/>
                  </a:lnTo>
                  <a:lnTo>
                    <a:pt x="219265" y="261104"/>
                  </a:lnTo>
                  <a:lnTo>
                    <a:pt x="221729" y="261011"/>
                  </a:lnTo>
                  <a:lnTo>
                    <a:pt x="224192" y="260928"/>
                  </a:lnTo>
                  <a:lnTo>
                    <a:pt x="226656" y="260853"/>
                  </a:lnTo>
                  <a:lnTo>
                    <a:pt x="229120" y="260786"/>
                  </a:lnTo>
                  <a:lnTo>
                    <a:pt x="231583" y="260729"/>
                  </a:lnTo>
                  <a:lnTo>
                    <a:pt x="234047" y="260682"/>
                  </a:lnTo>
                  <a:lnTo>
                    <a:pt x="236511" y="260644"/>
                  </a:lnTo>
                  <a:lnTo>
                    <a:pt x="238974" y="260614"/>
                  </a:lnTo>
                  <a:lnTo>
                    <a:pt x="241438" y="260592"/>
                  </a:lnTo>
                  <a:lnTo>
                    <a:pt x="243902" y="260580"/>
                  </a:lnTo>
                  <a:lnTo>
                    <a:pt x="246365" y="260575"/>
                  </a:lnTo>
                  <a:lnTo>
                    <a:pt x="248829" y="260577"/>
                  </a:lnTo>
                  <a:lnTo>
                    <a:pt x="251293" y="260585"/>
                  </a:lnTo>
                  <a:lnTo>
                    <a:pt x="253756" y="260598"/>
                  </a:lnTo>
                  <a:lnTo>
                    <a:pt x="256220" y="260617"/>
                  </a:lnTo>
                  <a:lnTo>
                    <a:pt x="258684" y="260640"/>
                  </a:lnTo>
                  <a:lnTo>
                    <a:pt x="261147" y="260665"/>
                  </a:lnTo>
                  <a:lnTo>
                    <a:pt x="263611" y="260693"/>
                  </a:lnTo>
                  <a:lnTo>
                    <a:pt x="266075" y="260723"/>
                  </a:lnTo>
                  <a:lnTo>
                    <a:pt x="268538" y="260753"/>
                  </a:lnTo>
                  <a:lnTo>
                    <a:pt x="271002" y="260783"/>
                  </a:lnTo>
                  <a:lnTo>
                    <a:pt x="273465" y="260812"/>
                  </a:lnTo>
                  <a:lnTo>
                    <a:pt x="275929" y="260840"/>
                  </a:lnTo>
                  <a:lnTo>
                    <a:pt x="278393" y="260864"/>
                  </a:lnTo>
                  <a:lnTo>
                    <a:pt x="280856" y="260886"/>
                  </a:lnTo>
                  <a:lnTo>
                    <a:pt x="283320" y="260904"/>
                  </a:lnTo>
                  <a:lnTo>
                    <a:pt x="285784" y="260918"/>
                  </a:lnTo>
                  <a:lnTo>
                    <a:pt x="288247" y="260927"/>
                  </a:lnTo>
                  <a:lnTo>
                    <a:pt x="290711" y="260931"/>
                  </a:lnTo>
                  <a:lnTo>
                    <a:pt x="293175" y="260930"/>
                  </a:lnTo>
                  <a:lnTo>
                    <a:pt x="295638" y="260925"/>
                  </a:lnTo>
                  <a:lnTo>
                    <a:pt x="298102" y="260913"/>
                  </a:lnTo>
                  <a:lnTo>
                    <a:pt x="300566" y="260895"/>
                  </a:lnTo>
                  <a:lnTo>
                    <a:pt x="303029" y="260872"/>
                  </a:lnTo>
                  <a:lnTo>
                    <a:pt x="305493" y="260845"/>
                  </a:lnTo>
                  <a:lnTo>
                    <a:pt x="307957" y="260812"/>
                  </a:lnTo>
                  <a:lnTo>
                    <a:pt x="310420" y="260773"/>
                  </a:lnTo>
                  <a:lnTo>
                    <a:pt x="312884" y="260730"/>
                  </a:lnTo>
                  <a:lnTo>
                    <a:pt x="315348" y="260683"/>
                  </a:lnTo>
                  <a:lnTo>
                    <a:pt x="317811" y="260632"/>
                  </a:lnTo>
                  <a:lnTo>
                    <a:pt x="320275" y="260578"/>
                  </a:lnTo>
                  <a:lnTo>
                    <a:pt x="322739" y="260519"/>
                  </a:lnTo>
                  <a:lnTo>
                    <a:pt x="325202" y="260459"/>
                  </a:lnTo>
                  <a:lnTo>
                    <a:pt x="327666" y="260396"/>
                  </a:lnTo>
                  <a:lnTo>
                    <a:pt x="330130" y="260332"/>
                  </a:lnTo>
                  <a:lnTo>
                    <a:pt x="332593" y="260265"/>
                  </a:lnTo>
                  <a:lnTo>
                    <a:pt x="335057" y="260198"/>
                  </a:lnTo>
                  <a:lnTo>
                    <a:pt x="337521" y="260130"/>
                  </a:lnTo>
                  <a:lnTo>
                    <a:pt x="339984" y="260062"/>
                  </a:lnTo>
                  <a:lnTo>
                    <a:pt x="342448" y="259993"/>
                  </a:lnTo>
                  <a:lnTo>
                    <a:pt x="344912" y="259925"/>
                  </a:lnTo>
                  <a:lnTo>
                    <a:pt x="347375" y="259857"/>
                  </a:lnTo>
                  <a:lnTo>
                    <a:pt x="349839" y="259789"/>
                  </a:lnTo>
                  <a:lnTo>
                    <a:pt x="352303" y="259722"/>
                  </a:lnTo>
                  <a:lnTo>
                    <a:pt x="354766" y="259656"/>
                  </a:lnTo>
                  <a:lnTo>
                    <a:pt x="357230" y="259590"/>
                  </a:lnTo>
                  <a:lnTo>
                    <a:pt x="359694" y="259525"/>
                  </a:lnTo>
                  <a:lnTo>
                    <a:pt x="362157" y="259461"/>
                  </a:lnTo>
                  <a:lnTo>
                    <a:pt x="364621" y="259396"/>
                  </a:lnTo>
                  <a:lnTo>
                    <a:pt x="367084" y="259332"/>
                  </a:lnTo>
                  <a:lnTo>
                    <a:pt x="369548" y="259268"/>
                  </a:lnTo>
                  <a:lnTo>
                    <a:pt x="372012" y="259203"/>
                  </a:lnTo>
                  <a:lnTo>
                    <a:pt x="374475" y="259137"/>
                  </a:lnTo>
                  <a:lnTo>
                    <a:pt x="376939" y="259070"/>
                  </a:lnTo>
                  <a:lnTo>
                    <a:pt x="379403" y="259000"/>
                  </a:lnTo>
                  <a:lnTo>
                    <a:pt x="381866" y="258929"/>
                  </a:lnTo>
                  <a:lnTo>
                    <a:pt x="384330" y="258854"/>
                  </a:lnTo>
                  <a:lnTo>
                    <a:pt x="386794" y="258776"/>
                  </a:lnTo>
                  <a:lnTo>
                    <a:pt x="389257" y="258693"/>
                  </a:lnTo>
                  <a:lnTo>
                    <a:pt x="391721" y="258606"/>
                  </a:lnTo>
                  <a:lnTo>
                    <a:pt x="394185" y="258513"/>
                  </a:lnTo>
                  <a:lnTo>
                    <a:pt x="396648" y="258414"/>
                  </a:lnTo>
                  <a:lnTo>
                    <a:pt x="399112" y="258307"/>
                  </a:lnTo>
                  <a:lnTo>
                    <a:pt x="401576" y="258191"/>
                  </a:lnTo>
                  <a:lnTo>
                    <a:pt x="404039" y="258068"/>
                  </a:lnTo>
                  <a:lnTo>
                    <a:pt x="406503" y="257936"/>
                  </a:lnTo>
                  <a:lnTo>
                    <a:pt x="408967" y="257793"/>
                  </a:lnTo>
                  <a:lnTo>
                    <a:pt x="411430" y="257637"/>
                  </a:lnTo>
                  <a:lnTo>
                    <a:pt x="413894" y="257471"/>
                  </a:lnTo>
                  <a:lnTo>
                    <a:pt x="416358" y="257292"/>
                  </a:lnTo>
                  <a:lnTo>
                    <a:pt x="418821" y="257102"/>
                  </a:lnTo>
                  <a:lnTo>
                    <a:pt x="421285" y="256895"/>
                  </a:lnTo>
                  <a:lnTo>
                    <a:pt x="423749" y="256673"/>
                  </a:lnTo>
                  <a:lnTo>
                    <a:pt x="426212" y="256438"/>
                  </a:lnTo>
                  <a:lnTo>
                    <a:pt x="428676" y="256188"/>
                  </a:lnTo>
                  <a:lnTo>
                    <a:pt x="431140" y="255922"/>
                  </a:lnTo>
                  <a:lnTo>
                    <a:pt x="433603" y="255636"/>
                  </a:lnTo>
                  <a:lnTo>
                    <a:pt x="436067" y="255336"/>
                  </a:lnTo>
                  <a:lnTo>
                    <a:pt x="438531" y="255021"/>
                  </a:lnTo>
                  <a:lnTo>
                    <a:pt x="440994" y="254690"/>
                  </a:lnTo>
                  <a:lnTo>
                    <a:pt x="443458" y="254339"/>
                  </a:lnTo>
                  <a:lnTo>
                    <a:pt x="445922" y="253972"/>
                  </a:lnTo>
                  <a:lnTo>
                    <a:pt x="448385" y="253591"/>
                  </a:lnTo>
                  <a:lnTo>
                    <a:pt x="450849" y="253195"/>
                  </a:lnTo>
                  <a:lnTo>
                    <a:pt x="453312" y="252783"/>
                  </a:lnTo>
                  <a:lnTo>
                    <a:pt x="455776" y="252355"/>
                  </a:lnTo>
                  <a:lnTo>
                    <a:pt x="458240" y="251916"/>
                  </a:lnTo>
                  <a:lnTo>
                    <a:pt x="460703" y="251464"/>
                  </a:lnTo>
                  <a:lnTo>
                    <a:pt x="463167" y="251002"/>
                  </a:lnTo>
                  <a:lnTo>
                    <a:pt x="465631" y="250528"/>
                  </a:lnTo>
                  <a:lnTo>
                    <a:pt x="468094" y="250045"/>
                  </a:lnTo>
                  <a:lnTo>
                    <a:pt x="470558" y="249555"/>
                  </a:lnTo>
                  <a:lnTo>
                    <a:pt x="473022" y="249059"/>
                  </a:lnTo>
                  <a:lnTo>
                    <a:pt x="475485" y="248558"/>
                  </a:lnTo>
                  <a:lnTo>
                    <a:pt x="477949" y="248054"/>
                  </a:lnTo>
                  <a:lnTo>
                    <a:pt x="480413" y="247549"/>
                  </a:lnTo>
                  <a:lnTo>
                    <a:pt x="482876" y="247043"/>
                  </a:lnTo>
                  <a:lnTo>
                    <a:pt x="485340" y="246539"/>
                  </a:lnTo>
                  <a:lnTo>
                    <a:pt x="487804" y="246038"/>
                  </a:lnTo>
                  <a:lnTo>
                    <a:pt x="490267" y="245542"/>
                  </a:lnTo>
                  <a:lnTo>
                    <a:pt x="492731" y="245052"/>
                  </a:lnTo>
                  <a:lnTo>
                    <a:pt x="495195" y="244568"/>
                  </a:lnTo>
                  <a:lnTo>
                    <a:pt x="497658" y="244094"/>
                  </a:lnTo>
                  <a:lnTo>
                    <a:pt x="500122" y="243631"/>
                  </a:lnTo>
                  <a:lnTo>
                    <a:pt x="502586" y="243178"/>
                  </a:lnTo>
                  <a:lnTo>
                    <a:pt x="505049" y="242737"/>
                  </a:lnTo>
                  <a:lnTo>
                    <a:pt x="507513" y="242307"/>
                  </a:lnTo>
                  <a:lnTo>
                    <a:pt x="509977" y="241894"/>
                  </a:lnTo>
                  <a:lnTo>
                    <a:pt x="512440" y="241494"/>
                  </a:lnTo>
                  <a:lnTo>
                    <a:pt x="514904" y="241108"/>
                  </a:lnTo>
                  <a:lnTo>
                    <a:pt x="517368" y="240734"/>
                  </a:lnTo>
                  <a:lnTo>
                    <a:pt x="519831" y="240377"/>
                  </a:lnTo>
                  <a:lnTo>
                    <a:pt x="522295" y="240036"/>
                  </a:lnTo>
                  <a:lnTo>
                    <a:pt x="524759" y="239707"/>
                  </a:lnTo>
                  <a:lnTo>
                    <a:pt x="527222" y="239391"/>
                  </a:lnTo>
                  <a:lnTo>
                    <a:pt x="529686" y="239087"/>
                  </a:lnTo>
                  <a:lnTo>
                    <a:pt x="532150" y="238799"/>
                  </a:lnTo>
                  <a:lnTo>
                    <a:pt x="534613" y="238521"/>
                  </a:lnTo>
                  <a:lnTo>
                    <a:pt x="537077" y="238252"/>
                  </a:lnTo>
                  <a:lnTo>
                    <a:pt x="539541" y="237991"/>
                  </a:lnTo>
                  <a:lnTo>
                    <a:pt x="542004" y="237740"/>
                  </a:lnTo>
                  <a:lnTo>
                    <a:pt x="544468" y="237494"/>
                  </a:lnTo>
                  <a:lnTo>
                    <a:pt x="546931" y="237254"/>
                  </a:lnTo>
                  <a:lnTo>
                    <a:pt x="549395" y="237016"/>
                  </a:lnTo>
                  <a:lnTo>
                    <a:pt x="551859" y="236780"/>
                  </a:lnTo>
                  <a:lnTo>
                    <a:pt x="554322" y="236544"/>
                  </a:lnTo>
                  <a:lnTo>
                    <a:pt x="556786" y="236305"/>
                  </a:lnTo>
                  <a:lnTo>
                    <a:pt x="559250" y="236064"/>
                  </a:lnTo>
                  <a:lnTo>
                    <a:pt x="561713" y="235817"/>
                  </a:lnTo>
                  <a:lnTo>
                    <a:pt x="564177" y="235563"/>
                  </a:lnTo>
                  <a:lnTo>
                    <a:pt x="566641" y="235299"/>
                  </a:lnTo>
                  <a:lnTo>
                    <a:pt x="569104" y="235024"/>
                  </a:lnTo>
                  <a:lnTo>
                    <a:pt x="571568" y="234738"/>
                  </a:lnTo>
                  <a:lnTo>
                    <a:pt x="574032" y="234439"/>
                  </a:lnTo>
                  <a:lnTo>
                    <a:pt x="576495" y="234119"/>
                  </a:lnTo>
                  <a:lnTo>
                    <a:pt x="578959" y="233782"/>
                  </a:lnTo>
                  <a:lnTo>
                    <a:pt x="581423" y="233427"/>
                  </a:lnTo>
                  <a:lnTo>
                    <a:pt x="583886" y="233051"/>
                  </a:lnTo>
                  <a:lnTo>
                    <a:pt x="586350" y="232651"/>
                  </a:lnTo>
                  <a:lnTo>
                    <a:pt x="588814" y="232221"/>
                  </a:lnTo>
                  <a:lnTo>
                    <a:pt x="591277" y="231767"/>
                  </a:lnTo>
                  <a:lnTo>
                    <a:pt x="593741" y="231287"/>
                  </a:lnTo>
                  <a:lnTo>
                    <a:pt x="596205" y="230779"/>
                  </a:lnTo>
                  <a:lnTo>
                    <a:pt x="598668" y="230229"/>
                  </a:lnTo>
                  <a:lnTo>
                    <a:pt x="601132" y="229647"/>
                  </a:lnTo>
                  <a:lnTo>
                    <a:pt x="603596" y="229033"/>
                  </a:lnTo>
                  <a:lnTo>
                    <a:pt x="606059" y="228384"/>
                  </a:lnTo>
                  <a:lnTo>
                    <a:pt x="608523" y="227691"/>
                  </a:lnTo>
                  <a:lnTo>
                    <a:pt x="610987" y="226952"/>
                  </a:lnTo>
                  <a:lnTo>
                    <a:pt x="613450" y="226173"/>
                  </a:lnTo>
                  <a:lnTo>
                    <a:pt x="615914" y="225352"/>
                  </a:lnTo>
                  <a:lnTo>
                    <a:pt x="618378" y="224488"/>
                  </a:lnTo>
                  <a:lnTo>
                    <a:pt x="620841" y="223559"/>
                  </a:lnTo>
                  <a:lnTo>
                    <a:pt x="623305" y="222582"/>
                  </a:lnTo>
                  <a:lnTo>
                    <a:pt x="625769" y="221556"/>
                  </a:lnTo>
                  <a:lnTo>
                    <a:pt x="628232" y="220477"/>
                  </a:lnTo>
                  <a:lnTo>
                    <a:pt x="630696" y="219334"/>
                  </a:lnTo>
                  <a:lnTo>
                    <a:pt x="633159" y="218123"/>
                  </a:lnTo>
                  <a:lnTo>
                    <a:pt x="635623" y="216853"/>
                  </a:lnTo>
                  <a:lnTo>
                    <a:pt x="638087" y="215522"/>
                  </a:lnTo>
                  <a:lnTo>
                    <a:pt x="640550" y="214129"/>
                  </a:lnTo>
                  <a:lnTo>
                    <a:pt x="643014" y="212644"/>
                  </a:lnTo>
                  <a:lnTo>
                    <a:pt x="645478" y="211091"/>
                  </a:lnTo>
                  <a:lnTo>
                    <a:pt x="647941" y="209468"/>
                  </a:lnTo>
                  <a:lnTo>
                    <a:pt x="650405" y="207773"/>
                  </a:lnTo>
                  <a:lnTo>
                    <a:pt x="652869" y="205990"/>
                  </a:lnTo>
                  <a:lnTo>
                    <a:pt x="655332" y="204115"/>
                  </a:lnTo>
                  <a:lnTo>
                    <a:pt x="657796" y="202161"/>
                  </a:lnTo>
                  <a:lnTo>
                    <a:pt x="660260" y="200129"/>
                  </a:lnTo>
                  <a:lnTo>
                    <a:pt x="662723" y="198014"/>
                  </a:lnTo>
                  <a:lnTo>
                    <a:pt x="665187" y="195785"/>
                  </a:lnTo>
                  <a:lnTo>
                    <a:pt x="667651" y="193472"/>
                  </a:lnTo>
                  <a:lnTo>
                    <a:pt x="670114" y="191074"/>
                  </a:lnTo>
                  <a:lnTo>
                    <a:pt x="672578" y="188592"/>
                  </a:lnTo>
                  <a:lnTo>
                    <a:pt x="675042" y="186005"/>
                  </a:lnTo>
                  <a:lnTo>
                    <a:pt x="677505" y="183317"/>
                  </a:lnTo>
                  <a:lnTo>
                    <a:pt x="679969" y="180543"/>
                  </a:lnTo>
                  <a:lnTo>
                    <a:pt x="682433" y="177685"/>
                  </a:lnTo>
                  <a:lnTo>
                    <a:pt x="684896" y="174741"/>
                  </a:lnTo>
                  <a:lnTo>
                    <a:pt x="687360" y="171683"/>
                  </a:lnTo>
                  <a:lnTo>
                    <a:pt x="689824" y="168544"/>
                  </a:lnTo>
                  <a:lnTo>
                    <a:pt x="692287" y="165325"/>
                  </a:lnTo>
                  <a:lnTo>
                    <a:pt x="694751" y="162030"/>
                  </a:lnTo>
                  <a:lnTo>
                    <a:pt x="697215" y="158643"/>
                  </a:lnTo>
                  <a:lnTo>
                    <a:pt x="699678" y="155172"/>
                  </a:lnTo>
                  <a:lnTo>
                    <a:pt x="702142" y="151633"/>
                  </a:lnTo>
                  <a:lnTo>
                    <a:pt x="704606" y="148028"/>
                  </a:lnTo>
                  <a:lnTo>
                    <a:pt x="707069" y="144360"/>
                  </a:lnTo>
                  <a:lnTo>
                    <a:pt x="709533" y="140612"/>
                  </a:lnTo>
                  <a:lnTo>
                    <a:pt x="711997" y="136813"/>
                  </a:lnTo>
                  <a:lnTo>
                    <a:pt x="714460" y="132964"/>
                  </a:lnTo>
                  <a:lnTo>
                    <a:pt x="716924" y="129069"/>
                  </a:lnTo>
                  <a:lnTo>
                    <a:pt x="719388" y="125125"/>
                  </a:lnTo>
                  <a:lnTo>
                    <a:pt x="721851" y="121141"/>
                  </a:lnTo>
                  <a:lnTo>
                    <a:pt x="724315" y="117126"/>
                  </a:lnTo>
                  <a:lnTo>
                    <a:pt x="726778" y="113086"/>
                  </a:lnTo>
                  <a:lnTo>
                    <a:pt x="729242" y="109023"/>
                  </a:lnTo>
                  <a:lnTo>
                    <a:pt x="731706" y="104940"/>
                  </a:lnTo>
                  <a:lnTo>
                    <a:pt x="734169" y="100847"/>
                  </a:lnTo>
                  <a:lnTo>
                    <a:pt x="736633" y="96750"/>
                  </a:lnTo>
                  <a:lnTo>
                    <a:pt x="739097" y="92652"/>
                  </a:lnTo>
                  <a:lnTo>
                    <a:pt x="741560" y="88559"/>
                  </a:lnTo>
                  <a:lnTo>
                    <a:pt x="744024" y="84481"/>
                  </a:lnTo>
                  <a:lnTo>
                    <a:pt x="746488" y="80418"/>
                  </a:lnTo>
                  <a:lnTo>
                    <a:pt x="748951" y="76377"/>
                  </a:lnTo>
                  <a:lnTo>
                    <a:pt x="751415" y="72362"/>
                  </a:lnTo>
                  <a:lnTo>
                    <a:pt x="753879" y="68391"/>
                  </a:lnTo>
                  <a:lnTo>
                    <a:pt x="756342" y="64459"/>
                  </a:lnTo>
                  <a:lnTo>
                    <a:pt x="758806" y="60570"/>
                  </a:lnTo>
                  <a:lnTo>
                    <a:pt x="761270" y="56730"/>
                  </a:lnTo>
                  <a:lnTo>
                    <a:pt x="763733" y="52956"/>
                  </a:lnTo>
                  <a:lnTo>
                    <a:pt x="766197" y="49254"/>
                  </a:lnTo>
                  <a:lnTo>
                    <a:pt x="768661" y="45621"/>
                  </a:lnTo>
                  <a:lnTo>
                    <a:pt x="771124" y="42060"/>
                  </a:lnTo>
                  <a:lnTo>
                    <a:pt x="773588" y="38580"/>
                  </a:lnTo>
                  <a:lnTo>
                    <a:pt x="776052" y="35219"/>
                  </a:lnTo>
                  <a:lnTo>
                    <a:pt x="778515" y="31953"/>
                  </a:lnTo>
                  <a:lnTo>
                    <a:pt x="780979" y="28788"/>
                  </a:lnTo>
                  <a:lnTo>
                    <a:pt x="783443" y="25729"/>
                  </a:lnTo>
                  <a:lnTo>
                    <a:pt x="785906" y="22812"/>
                  </a:lnTo>
                  <a:lnTo>
                    <a:pt x="788370" y="20040"/>
                  </a:lnTo>
                  <a:lnTo>
                    <a:pt x="790834" y="17400"/>
                  </a:lnTo>
                  <a:lnTo>
                    <a:pt x="793297" y="14898"/>
                  </a:lnTo>
                  <a:lnTo>
                    <a:pt x="795761" y="12547"/>
                  </a:lnTo>
                  <a:lnTo>
                    <a:pt x="798225" y="10407"/>
                  </a:lnTo>
                  <a:lnTo>
                    <a:pt x="800688" y="8433"/>
                  </a:lnTo>
                  <a:lnTo>
                    <a:pt x="803152" y="6631"/>
                  </a:lnTo>
                  <a:lnTo>
                    <a:pt x="805616" y="5007"/>
                  </a:lnTo>
                  <a:lnTo>
                    <a:pt x="808079" y="3616"/>
                  </a:lnTo>
                  <a:lnTo>
                    <a:pt x="810543" y="2453"/>
                  </a:lnTo>
                  <a:lnTo>
                    <a:pt x="813006" y="1493"/>
                  </a:lnTo>
                  <a:lnTo>
                    <a:pt x="815470" y="744"/>
                  </a:lnTo>
                  <a:lnTo>
                    <a:pt x="817934" y="220"/>
                  </a:lnTo>
                  <a:lnTo>
                    <a:pt x="820397" y="0"/>
                  </a:lnTo>
                  <a:lnTo>
                    <a:pt x="822861" y="10"/>
                  </a:lnTo>
                  <a:lnTo>
                    <a:pt x="825325" y="255"/>
                  </a:lnTo>
                  <a:lnTo>
                    <a:pt x="827788" y="738"/>
                  </a:lnTo>
                  <a:lnTo>
                    <a:pt x="830252" y="1523"/>
                  </a:lnTo>
                  <a:lnTo>
                    <a:pt x="832716" y="2593"/>
                  </a:lnTo>
                  <a:lnTo>
                    <a:pt x="835179" y="3909"/>
                  </a:lnTo>
                  <a:lnTo>
                    <a:pt x="837643" y="5474"/>
                  </a:lnTo>
                  <a:lnTo>
                    <a:pt x="840107" y="7300"/>
                  </a:lnTo>
                  <a:lnTo>
                    <a:pt x="842570" y="9460"/>
                  </a:lnTo>
                  <a:lnTo>
                    <a:pt x="845034" y="11863"/>
                  </a:lnTo>
                  <a:lnTo>
                    <a:pt x="847498" y="14508"/>
                  </a:lnTo>
                  <a:lnTo>
                    <a:pt x="849961" y="17392"/>
                  </a:lnTo>
                  <a:lnTo>
                    <a:pt x="852425" y="20566"/>
                  </a:lnTo>
                  <a:lnTo>
                    <a:pt x="854889" y="23998"/>
                  </a:lnTo>
                  <a:lnTo>
                    <a:pt x="857352" y="27645"/>
                  </a:lnTo>
                  <a:lnTo>
                    <a:pt x="859816" y="31501"/>
                  </a:lnTo>
                  <a:lnTo>
                    <a:pt x="862280" y="35570"/>
                  </a:lnTo>
                  <a:lnTo>
                    <a:pt x="864743" y="39891"/>
                  </a:lnTo>
                  <a:lnTo>
                    <a:pt x="867207" y="44386"/>
                  </a:lnTo>
                  <a:lnTo>
                    <a:pt x="869671" y="49045"/>
                  </a:lnTo>
                  <a:lnTo>
                    <a:pt x="872134" y="53858"/>
                  </a:lnTo>
                  <a:lnTo>
                    <a:pt x="874598" y="58847"/>
                  </a:lnTo>
                  <a:lnTo>
                    <a:pt x="877062" y="63974"/>
                  </a:lnTo>
                  <a:lnTo>
                    <a:pt x="879525" y="69208"/>
                  </a:lnTo>
                  <a:lnTo>
                    <a:pt x="881989" y="74538"/>
                  </a:lnTo>
                  <a:lnTo>
                    <a:pt x="884453" y="79957"/>
                  </a:lnTo>
                  <a:lnTo>
                    <a:pt x="886916" y="85462"/>
                  </a:lnTo>
                  <a:lnTo>
                    <a:pt x="889380" y="91014"/>
                  </a:lnTo>
                  <a:lnTo>
                    <a:pt x="891844" y="96601"/>
                  </a:lnTo>
                  <a:lnTo>
                    <a:pt x="894307" y="102212"/>
                  </a:lnTo>
                  <a:lnTo>
                    <a:pt x="896771" y="107833"/>
                  </a:lnTo>
                  <a:lnTo>
                    <a:pt x="899235" y="113445"/>
                  </a:lnTo>
                  <a:lnTo>
                    <a:pt x="901698" y="119035"/>
                  </a:lnTo>
                  <a:lnTo>
                    <a:pt x="904162" y="124594"/>
                  </a:lnTo>
                  <a:lnTo>
                    <a:pt x="906625" y="130109"/>
                  </a:lnTo>
                  <a:lnTo>
                    <a:pt x="909089" y="135550"/>
                  </a:lnTo>
                  <a:lnTo>
                    <a:pt x="911553" y="140923"/>
                  </a:lnTo>
                  <a:lnTo>
                    <a:pt x="914016" y="146221"/>
                  </a:lnTo>
                  <a:lnTo>
                    <a:pt x="916480" y="151437"/>
                  </a:lnTo>
                  <a:lnTo>
                    <a:pt x="918944" y="156537"/>
                  </a:lnTo>
                  <a:lnTo>
                    <a:pt x="921407" y="161525"/>
                  </a:lnTo>
                  <a:lnTo>
                    <a:pt x="923871" y="166406"/>
                  </a:lnTo>
                  <a:lnTo>
                    <a:pt x="926335" y="171178"/>
                  </a:lnTo>
                  <a:lnTo>
                    <a:pt x="928798" y="175827"/>
                  </a:lnTo>
                  <a:lnTo>
                    <a:pt x="931262" y="180317"/>
                  </a:lnTo>
                  <a:lnTo>
                    <a:pt x="933726" y="184684"/>
                  </a:lnTo>
                  <a:lnTo>
                    <a:pt x="936189" y="188927"/>
                  </a:lnTo>
                  <a:lnTo>
                    <a:pt x="938653" y="193043"/>
                  </a:lnTo>
                  <a:lnTo>
                    <a:pt x="941117" y="196997"/>
                  </a:lnTo>
                  <a:lnTo>
                    <a:pt x="943580" y="200805"/>
                  </a:lnTo>
                  <a:lnTo>
                    <a:pt x="946044" y="204485"/>
                  </a:lnTo>
                  <a:lnTo>
                    <a:pt x="948508" y="208037"/>
                  </a:lnTo>
                  <a:lnTo>
                    <a:pt x="950971" y="211450"/>
                  </a:lnTo>
                  <a:lnTo>
                    <a:pt x="953435" y="214697"/>
                  </a:lnTo>
                  <a:lnTo>
                    <a:pt x="955899" y="217819"/>
                  </a:lnTo>
                  <a:lnTo>
                    <a:pt x="958362" y="220818"/>
                  </a:lnTo>
                  <a:lnTo>
                    <a:pt x="960826" y="223696"/>
                  </a:lnTo>
                  <a:lnTo>
                    <a:pt x="963290" y="226421"/>
                  </a:lnTo>
                  <a:lnTo>
                    <a:pt x="965753" y="229016"/>
                  </a:lnTo>
                  <a:lnTo>
                    <a:pt x="968217" y="231498"/>
                  </a:lnTo>
                  <a:lnTo>
                    <a:pt x="970681" y="233869"/>
                  </a:lnTo>
                  <a:lnTo>
                    <a:pt x="973144" y="236122"/>
                  </a:lnTo>
                  <a:lnTo>
                    <a:pt x="975608" y="238236"/>
                  </a:lnTo>
                  <a:lnTo>
                    <a:pt x="978072" y="240250"/>
                  </a:lnTo>
                  <a:lnTo>
                    <a:pt x="980535" y="242164"/>
                  </a:lnTo>
                  <a:lnTo>
                    <a:pt x="982999" y="243982"/>
                  </a:lnTo>
                  <a:lnTo>
                    <a:pt x="985463" y="245680"/>
                  </a:lnTo>
                  <a:lnTo>
                    <a:pt x="987926" y="247279"/>
                  </a:lnTo>
                  <a:lnTo>
                    <a:pt x="990390" y="248792"/>
                  </a:lnTo>
                  <a:lnTo>
                    <a:pt x="992853" y="250221"/>
                  </a:lnTo>
                  <a:lnTo>
                    <a:pt x="995317" y="251563"/>
                  </a:lnTo>
                  <a:lnTo>
                    <a:pt x="997781" y="252804"/>
                  </a:lnTo>
                  <a:lnTo>
                    <a:pt x="1000244" y="253973"/>
                  </a:lnTo>
                  <a:lnTo>
                    <a:pt x="1002708" y="255071"/>
                  </a:lnTo>
                  <a:lnTo>
                    <a:pt x="1005172" y="256100"/>
                  </a:lnTo>
                  <a:lnTo>
                    <a:pt x="1007635" y="257047"/>
                  </a:lnTo>
                  <a:lnTo>
                    <a:pt x="1010099" y="257927"/>
                  </a:lnTo>
                  <a:lnTo>
                    <a:pt x="1012563" y="258749"/>
                  </a:lnTo>
                  <a:lnTo>
                    <a:pt x="1015026" y="259516"/>
                  </a:lnTo>
                  <a:lnTo>
                    <a:pt x="1017490" y="260225"/>
                  </a:lnTo>
                  <a:lnTo>
                    <a:pt x="1019954" y="260870"/>
                  </a:lnTo>
                  <a:lnTo>
                    <a:pt x="1022417" y="261470"/>
                  </a:lnTo>
                  <a:lnTo>
                    <a:pt x="1024881" y="262026"/>
                  </a:lnTo>
                  <a:lnTo>
                    <a:pt x="1027345" y="262541"/>
                  </a:lnTo>
                  <a:lnTo>
                    <a:pt x="1029808" y="263006"/>
                  </a:lnTo>
                  <a:lnTo>
                    <a:pt x="1032272" y="263433"/>
                  </a:lnTo>
                  <a:lnTo>
                    <a:pt x="1034736" y="263828"/>
                  </a:lnTo>
                  <a:lnTo>
                    <a:pt x="1037199" y="264191"/>
                  </a:lnTo>
                  <a:lnTo>
                    <a:pt x="1039663" y="264524"/>
                  </a:lnTo>
                  <a:lnTo>
                    <a:pt x="1042127" y="264822"/>
                  </a:lnTo>
                  <a:lnTo>
                    <a:pt x="1044590" y="265098"/>
                  </a:lnTo>
                  <a:lnTo>
                    <a:pt x="1047054" y="265351"/>
                  </a:lnTo>
                  <a:lnTo>
                    <a:pt x="1049518" y="265585"/>
                  </a:lnTo>
                  <a:lnTo>
                    <a:pt x="1051981" y="265795"/>
                  </a:lnTo>
                  <a:lnTo>
                    <a:pt x="1054445" y="265987"/>
                  </a:lnTo>
                  <a:lnTo>
                    <a:pt x="1056909" y="266164"/>
                  </a:lnTo>
                  <a:lnTo>
                    <a:pt x="1059372" y="266328"/>
                  </a:lnTo>
                  <a:lnTo>
                    <a:pt x="1061836" y="266479"/>
                  </a:lnTo>
                  <a:lnTo>
                    <a:pt x="1064300" y="266616"/>
                  </a:lnTo>
                  <a:lnTo>
                    <a:pt x="1066763" y="266743"/>
                  </a:lnTo>
                  <a:lnTo>
                    <a:pt x="1069227" y="266862"/>
                  </a:lnTo>
                  <a:lnTo>
                    <a:pt x="1071691" y="266972"/>
                  </a:lnTo>
                  <a:lnTo>
                    <a:pt x="1074154" y="267074"/>
                  </a:lnTo>
                  <a:lnTo>
                    <a:pt x="1076618" y="267169"/>
                  </a:lnTo>
                  <a:lnTo>
                    <a:pt x="1079082" y="267259"/>
                  </a:lnTo>
                  <a:lnTo>
                    <a:pt x="1081545" y="267343"/>
                  </a:lnTo>
                  <a:lnTo>
                    <a:pt x="1084009" y="267423"/>
                  </a:lnTo>
                  <a:lnTo>
                    <a:pt x="1086472" y="267497"/>
                  </a:lnTo>
                  <a:lnTo>
                    <a:pt x="1088936" y="267567"/>
                  </a:lnTo>
                  <a:lnTo>
                    <a:pt x="1091400" y="267634"/>
                  </a:lnTo>
                  <a:lnTo>
                    <a:pt x="1093863" y="267698"/>
                  </a:lnTo>
                  <a:lnTo>
                    <a:pt x="1096327" y="267757"/>
                  </a:lnTo>
                  <a:lnTo>
                    <a:pt x="1098791" y="267813"/>
                  </a:lnTo>
                  <a:lnTo>
                    <a:pt x="1101254" y="267866"/>
                  </a:lnTo>
                  <a:lnTo>
                    <a:pt x="1103718" y="267916"/>
                  </a:lnTo>
                  <a:lnTo>
                    <a:pt x="1106182" y="267963"/>
                  </a:lnTo>
                  <a:lnTo>
                    <a:pt x="1108645" y="268006"/>
                  </a:lnTo>
                  <a:lnTo>
                    <a:pt x="1111109" y="268047"/>
                  </a:lnTo>
                  <a:lnTo>
                    <a:pt x="1113573" y="268084"/>
                  </a:lnTo>
                  <a:lnTo>
                    <a:pt x="1116036" y="268119"/>
                  </a:lnTo>
                  <a:lnTo>
                    <a:pt x="1118500" y="268150"/>
                  </a:lnTo>
                  <a:lnTo>
                    <a:pt x="1120964" y="268177"/>
                  </a:lnTo>
                  <a:lnTo>
                    <a:pt x="1123427" y="268202"/>
                  </a:lnTo>
                  <a:lnTo>
                    <a:pt x="1125891" y="268224"/>
                  </a:lnTo>
                  <a:lnTo>
                    <a:pt x="1128355" y="268243"/>
                  </a:lnTo>
                  <a:lnTo>
                    <a:pt x="1130818" y="268258"/>
                  </a:lnTo>
                  <a:lnTo>
                    <a:pt x="1133282" y="268270"/>
                  </a:lnTo>
                  <a:lnTo>
                    <a:pt x="1135746" y="268279"/>
                  </a:lnTo>
                  <a:lnTo>
                    <a:pt x="1138209" y="268286"/>
                  </a:lnTo>
                  <a:lnTo>
                    <a:pt x="1140673" y="268289"/>
                  </a:lnTo>
                  <a:lnTo>
                    <a:pt x="1143137" y="268290"/>
                  </a:lnTo>
                  <a:lnTo>
                    <a:pt x="1145600" y="268288"/>
                  </a:lnTo>
                  <a:lnTo>
                    <a:pt x="1148064" y="268284"/>
                  </a:lnTo>
                  <a:lnTo>
                    <a:pt x="1150528" y="268278"/>
                  </a:lnTo>
                  <a:lnTo>
                    <a:pt x="1152991" y="268269"/>
                  </a:lnTo>
                  <a:lnTo>
                    <a:pt x="1155455" y="268259"/>
                  </a:lnTo>
                  <a:lnTo>
                    <a:pt x="1157919" y="268247"/>
                  </a:lnTo>
                  <a:lnTo>
                    <a:pt x="1160382" y="268235"/>
                  </a:lnTo>
                  <a:lnTo>
                    <a:pt x="1162846" y="268221"/>
                  </a:lnTo>
                  <a:lnTo>
                    <a:pt x="1165310" y="268206"/>
                  </a:lnTo>
                  <a:lnTo>
                    <a:pt x="1167773" y="268191"/>
                  </a:lnTo>
                  <a:lnTo>
                    <a:pt x="1170237" y="268175"/>
                  </a:lnTo>
                  <a:lnTo>
                    <a:pt x="1172701" y="268160"/>
                  </a:lnTo>
                  <a:lnTo>
                    <a:pt x="1175164" y="268144"/>
                  </a:lnTo>
                  <a:lnTo>
                    <a:pt x="1177628" y="268130"/>
                  </a:lnTo>
                  <a:lnTo>
                    <a:pt x="1180091" y="268116"/>
                  </a:lnTo>
                  <a:lnTo>
                    <a:pt x="1182555" y="268103"/>
                  </a:lnTo>
                  <a:lnTo>
                    <a:pt x="1185019" y="268092"/>
                  </a:lnTo>
                  <a:lnTo>
                    <a:pt x="1187482" y="268082"/>
                  </a:lnTo>
                  <a:lnTo>
                    <a:pt x="1189946" y="268074"/>
                  </a:lnTo>
                  <a:lnTo>
                    <a:pt x="1192410" y="268067"/>
                  </a:lnTo>
                  <a:lnTo>
                    <a:pt x="1194873" y="268062"/>
                  </a:lnTo>
                  <a:lnTo>
                    <a:pt x="1197337" y="268060"/>
                  </a:lnTo>
                  <a:lnTo>
                    <a:pt x="1199801" y="268060"/>
                  </a:lnTo>
                  <a:lnTo>
                    <a:pt x="1202264" y="268062"/>
                  </a:lnTo>
                  <a:lnTo>
                    <a:pt x="1204728" y="268066"/>
                  </a:lnTo>
                  <a:lnTo>
                    <a:pt x="1207192" y="268073"/>
                  </a:lnTo>
                  <a:lnTo>
                    <a:pt x="1209655" y="268082"/>
                  </a:lnTo>
                  <a:lnTo>
                    <a:pt x="1212119" y="268093"/>
                  </a:lnTo>
                  <a:lnTo>
                    <a:pt x="1214583" y="268106"/>
                  </a:lnTo>
                  <a:lnTo>
                    <a:pt x="1217046" y="268121"/>
                  </a:lnTo>
                  <a:lnTo>
                    <a:pt x="1219510" y="268138"/>
                  </a:lnTo>
                  <a:lnTo>
                    <a:pt x="1221974" y="268158"/>
                  </a:lnTo>
                  <a:lnTo>
                    <a:pt x="1224437" y="268178"/>
                  </a:lnTo>
                  <a:lnTo>
                    <a:pt x="1226901" y="268201"/>
                  </a:lnTo>
                  <a:lnTo>
                    <a:pt x="1229365" y="268225"/>
                  </a:lnTo>
                  <a:lnTo>
                    <a:pt x="1231828" y="268250"/>
                  </a:lnTo>
                  <a:lnTo>
                    <a:pt x="1234292" y="268276"/>
                  </a:lnTo>
                  <a:lnTo>
                    <a:pt x="1236756" y="268303"/>
                  </a:lnTo>
                  <a:lnTo>
                    <a:pt x="1239219" y="268331"/>
                  </a:lnTo>
                  <a:lnTo>
                    <a:pt x="1241683" y="268359"/>
                  </a:lnTo>
                  <a:lnTo>
                    <a:pt x="1244147" y="268387"/>
                  </a:lnTo>
                  <a:lnTo>
                    <a:pt x="1246610" y="268416"/>
                  </a:lnTo>
                  <a:lnTo>
                    <a:pt x="1249074" y="268445"/>
                  </a:lnTo>
                  <a:lnTo>
                    <a:pt x="1251538" y="268473"/>
                  </a:lnTo>
                  <a:lnTo>
                    <a:pt x="1254001" y="268501"/>
                  </a:lnTo>
                  <a:lnTo>
                    <a:pt x="1256465" y="268528"/>
                  </a:lnTo>
                  <a:lnTo>
                    <a:pt x="1258929" y="268555"/>
                  </a:lnTo>
                  <a:lnTo>
                    <a:pt x="1258929" y="268934"/>
                  </a:lnTo>
                  <a:lnTo>
                    <a:pt x="1256465" y="268934"/>
                  </a:lnTo>
                  <a:lnTo>
                    <a:pt x="1254001" y="268934"/>
                  </a:lnTo>
                  <a:lnTo>
                    <a:pt x="1251538" y="268934"/>
                  </a:lnTo>
                  <a:lnTo>
                    <a:pt x="1249074" y="268934"/>
                  </a:lnTo>
                  <a:lnTo>
                    <a:pt x="1246610" y="268934"/>
                  </a:lnTo>
                  <a:lnTo>
                    <a:pt x="1244147" y="268934"/>
                  </a:lnTo>
                  <a:lnTo>
                    <a:pt x="1241683" y="268934"/>
                  </a:lnTo>
                  <a:lnTo>
                    <a:pt x="1239219" y="268934"/>
                  </a:lnTo>
                  <a:lnTo>
                    <a:pt x="1236756" y="268934"/>
                  </a:lnTo>
                  <a:lnTo>
                    <a:pt x="1234292" y="268934"/>
                  </a:lnTo>
                  <a:lnTo>
                    <a:pt x="1231828" y="268934"/>
                  </a:lnTo>
                  <a:lnTo>
                    <a:pt x="1229365" y="268934"/>
                  </a:lnTo>
                  <a:lnTo>
                    <a:pt x="1226901" y="268934"/>
                  </a:lnTo>
                  <a:lnTo>
                    <a:pt x="1224437" y="268934"/>
                  </a:lnTo>
                  <a:lnTo>
                    <a:pt x="1221974" y="268934"/>
                  </a:lnTo>
                  <a:lnTo>
                    <a:pt x="1219510" y="268934"/>
                  </a:lnTo>
                  <a:lnTo>
                    <a:pt x="1217046" y="268934"/>
                  </a:lnTo>
                  <a:lnTo>
                    <a:pt x="1214583" y="268934"/>
                  </a:lnTo>
                  <a:lnTo>
                    <a:pt x="1212119" y="268934"/>
                  </a:lnTo>
                  <a:lnTo>
                    <a:pt x="1209655" y="268934"/>
                  </a:lnTo>
                  <a:lnTo>
                    <a:pt x="1207192" y="268934"/>
                  </a:lnTo>
                  <a:lnTo>
                    <a:pt x="1204728" y="268934"/>
                  </a:lnTo>
                  <a:lnTo>
                    <a:pt x="1202264" y="268934"/>
                  </a:lnTo>
                  <a:lnTo>
                    <a:pt x="1199801" y="268934"/>
                  </a:lnTo>
                  <a:lnTo>
                    <a:pt x="1197337" y="268934"/>
                  </a:lnTo>
                  <a:lnTo>
                    <a:pt x="1194873" y="268934"/>
                  </a:lnTo>
                  <a:lnTo>
                    <a:pt x="1192410" y="268934"/>
                  </a:lnTo>
                  <a:lnTo>
                    <a:pt x="1189946" y="268934"/>
                  </a:lnTo>
                  <a:lnTo>
                    <a:pt x="1187482" y="268934"/>
                  </a:lnTo>
                  <a:lnTo>
                    <a:pt x="1185019" y="268934"/>
                  </a:lnTo>
                  <a:lnTo>
                    <a:pt x="1182555" y="268934"/>
                  </a:lnTo>
                  <a:lnTo>
                    <a:pt x="1180091" y="268934"/>
                  </a:lnTo>
                  <a:lnTo>
                    <a:pt x="1177628" y="268934"/>
                  </a:lnTo>
                  <a:lnTo>
                    <a:pt x="1175164" y="268934"/>
                  </a:lnTo>
                  <a:lnTo>
                    <a:pt x="1172701" y="268934"/>
                  </a:lnTo>
                  <a:lnTo>
                    <a:pt x="1170237" y="268934"/>
                  </a:lnTo>
                  <a:lnTo>
                    <a:pt x="1167773" y="268934"/>
                  </a:lnTo>
                  <a:lnTo>
                    <a:pt x="1165310" y="268934"/>
                  </a:lnTo>
                  <a:lnTo>
                    <a:pt x="1162846" y="268934"/>
                  </a:lnTo>
                  <a:lnTo>
                    <a:pt x="1160382" y="268934"/>
                  </a:lnTo>
                  <a:lnTo>
                    <a:pt x="1157919" y="268934"/>
                  </a:lnTo>
                  <a:lnTo>
                    <a:pt x="1155455" y="268934"/>
                  </a:lnTo>
                  <a:lnTo>
                    <a:pt x="1152991" y="268934"/>
                  </a:lnTo>
                  <a:lnTo>
                    <a:pt x="1150528" y="268934"/>
                  </a:lnTo>
                  <a:lnTo>
                    <a:pt x="1148064" y="268934"/>
                  </a:lnTo>
                  <a:lnTo>
                    <a:pt x="1145600" y="268934"/>
                  </a:lnTo>
                  <a:lnTo>
                    <a:pt x="1143137" y="268934"/>
                  </a:lnTo>
                  <a:lnTo>
                    <a:pt x="1140673" y="268934"/>
                  </a:lnTo>
                  <a:lnTo>
                    <a:pt x="1138209" y="268934"/>
                  </a:lnTo>
                  <a:lnTo>
                    <a:pt x="1135746" y="268934"/>
                  </a:lnTo>
                  <a:lnTo>
                    <a:pt x="1133282" y="268934"/>
                  </a:lnTo>
                  <a:lnTo>
                    <a:pt x="1130818" y="268934"/>
                  </a:lnTo>
                  <a:lnTo>
                    <a:pt x="1128355" y="268934"/>
                  </a:lnTo>
                  <a:lnTo>
                    <a:pt x="1125891" y="268934"/>
                  </a:lnTo>
                  <a:lnTo>
                    <a:pt x="1123427" y="268934"/>
                  </a:lnTo>
                  <a:lnTo>
                    <a:pt x="1120964" y="268934"/>
                  </a:lnTo>
                  <a:lnTo>
                    <a:pt x="1118500" y="268934"/>
                  </a:lnTo>
                  <a:lnTo>
                    <a:pt x="1116036" y="268934"/>
                  </a:lnTo>
                  <a:lnTo>
                    <a:pt x="1113573" y="268934"/>
                  </a:lnTo>
                  <a:lnTo>
                    <a:pt x="1111109" y="268934"/>
                  </a:lnTo>
                  <a:lnTo>
                    <a:pt x="1108645" y="268934"/>
                  </a:lnTo>
                  <a:lnTo>
                    <a:pt x="1106182" y="268934"/>
                  </a:lnTo>
                  <a:lnTo>
                    <a:pt x="1103718" y="268934"/>
                  </a:lnTo>
                  <a:lnTo>
                    <a:pt x="1101254" y="268934"/>
                  </a:lnTo>
                  <a:lnTo>
                    <a:pt x="1098791" y="268934"/>
                  </a:lnTo>
                  <a:lnTo>
                    <a:pt x="1096327" y="268934"/>
                  </a:lnTo>
                  <a:lnTo>
                    <a:pt x="1093863" y="268934"/>
                  </a:lnTo>
                  <a:lnTo>
                    <a:pt x="1091400" y="268934"/>
                  </a:lnTo>
                  <a:lnTo>
                    <a:pt x="1088936" y="268934"/>
                  </a:lnTo>
                  <a:lnTo>
                    <a:pt x="1086472" y="268934"/>
                  </a:lnTo>
                  <a:lnTo>
                    <a:pt x="1084009" y="268934"/>
                  </a:lnTo>
                  <a:lnTo>
                    <a:pt x="1081545" y="268934"/>
                  </a:lnTo>
                  <a:lnTo>
                    <a:pt x="1079082" y="268934"/>
                  </a:lnTo>
                  <a:lnTo>
                    <a:pt x="1076618" y="268934"/>
                  </a:lnTo>
                  <a:lnTo>
                    <a:pt x="1074154" y="268934"/>
                  </a:lnTo>
                  <a:lnTo>
                    <a:pt x="1071691" y="268934"/>
                  </a:lnTo>
                  <a:lnTo>
                    <a:pt x="1069227" y="268934"/>
                  </a:lnTo>
                  <a:lnTo>
                    <a:pt x="1066763" y="268934"/>
                  </a:lnTo>
                  <a:lnTo>
                    <a:pt x="1064300" y="268934"/>
                  </a:lnTo>
                  <a:lnTo>
                    <a:pt x="1061836" y="268934"/>
                  </a:lnTo>
                  <a:lnTo>
                    <a:pt x="1059372" y="268934"/>
                  </a:lnTo>
                  <a:lnTo>
                    <a:pt x="1056909" y="268934"/>
                  </a:lnTo>
                  <a:lnTo>
                    <a:pt x="1054445" y="268934"/>
                  </a:lnTo>
                  <a:lnTo>
                    <a:pt x="1051981" y="268934"/>
                  </a:lnTo>
                  <a:lnTo>
                    <a:pt x="1049518" y="268934"/>
                  </a:lnTo>
                  <a:lnTo>
                    <a:pt x="1047054" y="268934"/>
                  </a:lnTo>
                  <a:lnTo>
                    <a:pt x="1044590" y="268934"/>
                  </a:lnTo>
                  <a:lnTo>
                    <a:pt x="1042127" y="268934"/>
                  </a:lnTo>
                  <a:lnTo>
                    <a:pt x="1039663" y="268934"/>
                  </a:lnTo>
                  <a:lnTo>
                    <a:pt x="1037199" y="268934"/>
                  </a:lnTo>
                  <a:lnTo>
                    <a:pt x="1034736" y="268934"/>
                  </a:lnTo>
                  <a:lnTo>
                    <a:pt x="1032272" y="268934"/>
                  </a:lnTo>
                  <a:lnTo>
                    <a:pt x="1029808" y="268934"/>
                  </a:lnTo>
                  <a:lnTo>
                    <a:pt x="1027345" y="268934"/>
                  </a:lnTo>
                  <a:lnTo>
                    <a:pt x="1024881" y="268934"/>
                  </a:lnTo>
                  <a:lnTo>
                    <a:pt x="1022417" y="268934"/>
                  </a:lnTo>
                  <a:lnTo>
                    <a:pt x="1019954" y="268934"/>
                  </a:lnTo>
                  <a:lnTo>
                    <a:pt x="1017490" y="268934"/>
                  </a:lnTo>
                  <a:lnTo>
                    <a:pt x="1015026" y="268934"/>
                  </a:lnTo>
                  <a:lnTo>
                    <a:pt x="1012563" y="268934"/>
                  </a:lnTo>
                  <a:lnTo>
                    <a:pt x="1010099" y="268934"/>
                  </a:lnTo>
                  <a:lnTo>
                    <a:pt x="1007635" y="268934"/>
                  </a:lnTo>
                  <a:lnTo>
                    <a:pt x="1005172" y="268934"/>
                  </a:lnTo>
                  <a:lnTo>
                    <a:pt x="1002708" y="268934"/>
                  </a:lnTo>
                  <a:lnTo>
                    <a:pt x="1000244" y="268934"/>
                  </a:lnTo>
                  <a:lnTo>
                    <a:pt x="997781" y="268934"/>
                  </a:lnTo>
                  <a:lnTo>
                    <a:pt x="995317" y="268934"/>
                  </a:lnTo>
                  <a:lnTo>
                    <a:pt x="992853" y="268934"/>
                  </a:lnTo>
                  <a:lnTo>
                    <a:pt x="990390" y="268934"/>
                  </a:lnTo>
                  <a:lnTo>
                    <a:pt x="987926" y="268934"/>
                  </a:lnTo>
                  <a:lnTo>
                    <a:pt x="985463" y="268934"/>
                  </a:lnTo>
                  <a:lnTo>
                    <a:pt x="982999" y="268934"/>
                  </a:lnTo>
                  <a:lnTo>
                    <a:pt x="980535" y="268934"/>
                  </a:lnTo>
                  <a:lnTo>
                    <a:pt x="978072" y="268934"/>
                  </a:lnTo>
                  <a:lnTo>
                    <a:pt x="975608" y="268934"/>
                  </a:lnTo>
                  <a:lnTo>
                    <a:pt x="973144" y="268934"/>
                  </a:lnTo>
                  <a:lnTo>
                    <a:pt x="970681" y="268934"/>
                  </a:lnTo>
                  <a:lnTo>
                    <a:pt x="968217" y="268934"/>
                  </a:lnTo>
                  <a:lnTo>
                    <a:pt x="965753" y="268934"/>
                  </a:lnTo>
                  <a:lnTo>
                    <a:pt x="963290" y="268934"/>
                  </a:lnTo>
                  <a:lnTo>
                    <a:pt x="960826" y="268934"/>
                  </a:lnTo>
                  <a:lnTo>
                    <a:pt x="958362" y="268934"/>
                  </a:lnTo>
                  <a:lnTo>
                    <a:pt x="955899" y="268934"/>
                  </a:lnTo>
                  <a:lnTo>
                    <a:pt x="953435" y="268934"/>
                  </a:lnTo>
                  <a:lnTo>
                    <a:pt x="950971" y="268934"/>
                  </a:lnTo>
                  <a:lnTo>
                    <a:pt x="948508" y="268934"/>
                  </a:lnTo>
                  <a:lnTo>
                    <a:pt x="946044" y="268934"/>
                  </a:lnTo>
                  <a:lnTo>
                    <a:pt x="943580" y="268934"/>
                  </a:lnTo>
                  <a:lnTo>
                    <a:pt x="941117" y="268934"/>
                  </a:lnTo>
                  <a:lnTo>
                    <a:pt x="938653" y="268934"/>
                  </a:lnTo>
                  <a:lnTo>
                    <a:pt x="936189" y="268934"/>
                  </a:lnTo>
                  <a:lnTo>
                    <a:pt x="933726" y="268934"/>
                  </a:lnTo>
                  <a:lnTo>
                    <a:pt x="931262" y="268934"/>
                  </a:lnTo>
                  <a:lnTo>
                    <a:pt x="928798" y="268934"/>
                  </a:lnTo>
                  <a:lnTo>
                    <a:pt x="926335" y="268934"/>
                  </a:lnTo>
                  <a:lnTo>
                    <a:pt x="923871" y="268934"/>
                  </a:lnTo>
                  <a:lnTo>
                    <a:pt x="921407" y="268934"/>
                  </a:lnTo>
                  <a:lnTo>
                    <a:pt x="918944" y="268934"/>
                  </a:lnTo>
                  <a:lnTo>
                    <a:pt x="916480" y="268934"/>
                  </a:lnTo>
                  <a:lnTo>
                    <a:pt x="914016" y="268934"/>
                  </a:lnTo>
                  <a:lnTo>
                    <a:pt x="911553" y="268934"/>
                  </a:lnTo>
                  <a:lnTo>
                    <a:pt x="909089" y="268934"/>
                  </a:lnTo>
                  <a:lnTo>
                    <a:pt x="906625" y="268934"/>
                  </a:lnTo>
                  <a:lnTo>
                    <a:pt x="904162" y="268934"/>
                  </a:lnTo>
                  <a:lnTo>
                    <a:pt x="901698" y="268934"/>
                  </a:lnTo>
                  <a:lnTo>
                    <a:pt x="899235" y="268934"/>
                  </a:lnTo>
                  <a:lnTo>
                    <a:pt x="896771" y="268934"/>
                  </a:lnTo>
                  <a:lnTo>
                    <a:pt x="894307" y="268934"/>
                  </a:lnTo>
                  <a:lnTo>
                    <a:pt x="891844" y="268934"/>
                  </a:lnTo>
                  <a:lnTo>
                    <a:pt x="889380" y="268934"/>
                  </a:lnTo>
                  <a:lnTo>
                    <a:pt x="886916" y="268934"/>
                  </a:lnTo>
                  <a:lnTo>
                    <a:pt x="884453" y="268934"/>
                  </a:lnTo>
                  <a:lnTo>
                    <a:pt x="881989" y="268934"/>
                  </a:lnTo>
                  <a:lnTo>
                    <a:pt x="879525" y="268934"/>
                  </a:lnTo>
                  <a:lnTo>
                    <a:pt x="877062" y="268934"/>
                  </a:lnTo>
                  <a:lnTo>
                    <a:pt x="874598" y="268934"/>
                  </a:lnTo>
                  <a:lnTo>
                    <a:pt x="872134" y="268934"/>
                  </a:lnTo>
                  <a:lnTo>
                    <a:pt x="869671" y="268934"/>
                  </a:lnTo>
                  <a:lnTo>
                    <a:pt x="867207" y="268934"/>
                  </a:lnTo>
                  <a:lnTo>
                    <a:pt x="864743" y="268934"/>
                  </a:lnTo>
                  <a:lnTo>
                    <a:pt x="862280" y="268934"/>
                  </a:lnTo>
                  <a:lnTo>
                    <a:pt x="859816" y="268934"/>
                  </a:lnTo>
                  <a:lnTo>
                    <a:pt x="857352" y="268934"/>
                  </a:lnTo>
                  <a:lnTo>
                    <a:pt x="854889" y="268934"/>
                  </a:lnTo>
                  <a:lnTo>
                    <a:pt x="852425" y="268934"/>
                  </a:lnTo>
                  <a:lnTo>
                    <a:pt x="849961" y="268934"/>
                  </a:lnTo>
                  <a:lnTo>
                    <a:pt x="847498" y="268934"/>
                  </a:lnTo>
                  <a:lnTo>
                    <a:pt x="845034" y="268934"/>
                  </a:lnTo>
                  <a:lnTo>
                    <a:pt x="842570" y="268934"/>
                  </a:lnTo>
                  <a:lnTo>
                    <a:pt x="840107" y="268934"/>
                  </a:lnTo>
                  <a:lnTo>
                    <a:pt x="837643" y="268934"/>
                  </a:lnTo>
                  <a:lnTo>
                    <a:pt x="835179" y="268934"/>
                  </a:lnTo>
                  <a:lnTo>
                    <a:pt x="832716" y="268934"/>
                  </a:lnTo>
                  <a:lnTo>
                    <a:pt x="830252" y="268934"/>
                  </a:lnTo>
                  <a:lnTo>
                    <a:pt x="827788" y="268934"/>
                  </a:lnTo>
                  <a:lnTo>
                    <a:pt x="825325" y="268934"/>
                  </a:lnTo>
                  <a:lnTo>
                    <a:pt x="822861" y="268934"/>
                  </a:lnTo>
                  <a:lnTo>
                    <a:pt x="820397" y="268934"/>
                  </a:lnTo>
                  <a:lnTo>
                    <a:pt x="817934" y="268934"/>
                  </a:lnTo>
                  <a:lnTo>
                    <a:pt x="815470" y="268934"/>
                  </a:lnTo>
                  <a:lnTo>
                    <a:pt x="813006" y="268934"/>
                  </a:lnTo>
                  <a:lnTo>
                    <a:pt x="810543" y="268934"/>
                  </a:lnTo>
                  <a:lnTo>
                    <a:pt x="808079" y="268934"/>
                  </a:lnTo>
                  <a:lnTo>
                    <a:pt x="805616" y="268934"/>
                  </a:lnTo>
                  <a:lnTo>
                    <a:pt x="803152" y="268934"/>
                  </a:lnTo>
                  <a:lnTo>
                    <a:pt x="800688" y="268934"/>
                  </a:lnTo>
                  <a:lnTo>
                    <a:pt x="798225" y="268934"/>
                  </a:lnTo>
                  <a:lnTo>
                    <a:pt x="795761" y="268934"/>
                  </a:lnTo>
                  <a:lnTo>
                    <a:pt x="793297" y="268934"/>
                  </a:lnTo>
                  <a:lnTo>
                    <a:pt x="790834" y="268934"/>
                  </a:lnTo>
                  <a:lnTo>
                    <a:pt x="788370" y="268934"/>
                  </a:lnTo>
                  <a:lnTo>
                    <a:pt x="785906" y="268934"/>
                  </a:lnTo>
                  <a:lnTo>
                    <a:pt x="783443" y="268934"/>
                  </a:lnTo>
                  <a:lnTo>
                    <a:pt x="780979" y="268934"/>
                  </a:lnTo>
                  <a:lnTo>
                    <a:pt x="778515" y="268934"/>
                  </a:lnTo>
                  <a:lnTo>
                    <a:pt x="776052" y="268934"/>
                  </a:lnTo>
                  <a:lnTo>
                    <a:pt x="773588" y="268934"/>
                  </a:lnTo>
                  <a:lnTo>
                    <a:pt x="771124" y="268934"/>
                  </a:lnTo>
                  <a:lnTo>
                    <a:pt x="768661" y="268934"/>
                  </a:lnTo>
                  <a:lnTo>
                    <a:pt x="766197" y="268934"/>
                  </a:lnTo>
                  <a:lnTo>
                    <a:pt x="763733" y="268934"/>
                  </a:lnTo>
                  <a:lnTo>
                    <a:pt x="761270" y="268934"/>
                  </a:lnTo>
                  <a:lnTo>
                    <a:pt x="758806" y="268934"/>
                  </a:lnTo>
                  <a:lnTo>
                    <a:pt x="756342" y="268934"/>
                  </a:lnTo>
                  <a:lnTo>
                    <a:pt x="753879" y="268934"/>
                  </a:lnTo>
                  <a:lnTo>
                    <a:pt x="751415" y="268934"/>
                  </a:lnTo>
                  <a:lnTo>
                    <a:pt x="748951" y="268934"/>
                  </a:lnTo>
                  <a:lnTo>
                    <a:pt x="746488" y="268934"/>
                  </a:lnTo>
                  <a:lnTo>
                    <a:pt x="744024" y="268934"/>
                  </a:lnTo>
                  <a:lnTo>
                    <a:pt x="741560" y="268934"/>
                  </a:lnTo>
                  <a:lnTo>
                    <a:pt x="739097" y="268934"/>
                  </a:lnTo>
                  <a:lnTo>
                    <a:pt x="736633" y="268934"/>
                  </a:lnTo>
                  <a:lnTo>
                    <a:pt x="734169" y="268934"/>
                  </a:lnTo>
                  <a:lnTo>
                    <a:pt x="731706" y="268934"/>
                  </a:lnTo>
                  <a:lnTo>
                    <a:pt x="729242" y="268934"/>
                  </a:lnTo>
                  <a:lnTo>
                    <a:pt x="726778" y="268934"/>
                  </a:lnTo>
                  <a:lnTo>
                    <a:pt x="724315" y="268934"/>
                  </a:lnTo>
                  <a:lnTo>
                    <a:pt x="721851" y="268934"/>
                  </a:lnTo>
                  <a:lnTo>
                    <a:pt x="719388" y="268934"/>
                  </a:lnTo>
                  <a:lnTo>
                    <a:pt x="716924" y="268934"/>
                  </a:lnTo>
                  <a:lnTo>
                    <a:pt x="714460" y="268934"/>
                  </a:lnTo>
                  <a:lnTo>
                    <a:pt x="711997" y="268934"/>
                  </a:lnTo>
                  <a:lnTo>
                    <a:pt x="709533" y="268934"/>
                  </a:lnTo>
                  <a:lnTo>
                    <a:pt x="707069" y="268934"/>
                  </a:lnTo>
                  <a:lnTo>
                    <a:pt x="704606" y="268934"/>
                  </a:lnTo>
                  <a:lnTo>
                    <a:pt x="702142" y="268934"/>
                  </a:lnTo>
                  <a:lnTo>
                    <a:pt x="699678" y="268934"/>
                  </a:lnTo>
                  <a:lnTo>
                    <a:pt x="697215" y="268934"/>
                  </a:lnTo>
                  <a:lnTo>
                    <a:pt x="694751" y="268934"/>
                  </a:lnTo>
                  <a:lnTo>
                    <a:pt x="692287" y="268934"/>
                  </a:lnTo>
                  <a:lnTo>
                    <a:pt x="689824" y="268934"/>
                  </a:lnTo>
                  <a:lnTo>
                    <a:pt x="687360" y="268934"/>
                  </a:lnTo>
                  <a:lnTo>
                    <a:pt x="684896" y="268934"/>
                  </a:lnTo>
                  <a:lnTo>
                    <a:pt x="682433" y="268934"/>
                  </a:lnTo>
                  <a:lnTo>
                    <a:pt x="679969" y="268934"/>
                  </a:lnTo>
                  <a:lnTo>
                    <a:pt x="677505" y="268934"/>
                  </a:lnTo>
                  <a:lnTo>
                    <a:pt x="675042" y="268934"/>
                  </a:lnTo>
                  <a:lnTo>
                    <a:pt x="672578" y="268934"/>
                  </a:lnTo>
                  <a:lnTo>
                    <a:pt x="670114" y="268934"/>
                  </a:lnTo>
                  <a:lnTo>
                    <a:pt x="667651" y="268934"/>
                  </a:lnTo>
                  <a:lnTo>
                    <a:pt x="665187" y="268934"/>
                  </a:lnTo>
                  <a:lnTo>
                    <a:pt x="662723" y="268934"/>
                  </a:lnTo>
                  <a:lnTo>
                    <a:pt x="660260" y="268934"/>
                  </a:lnTo>
                  <a:lnTo>
                    <a:pt x="657796" y="268934"/>
                  </a:lnTo>
                  <a:lnTo>
                    <a:pt x="655332" y="268934"/>
                  </a:lnTo>
                  <a:lnTo>
                    <a:pt x="652869" y="268934"/>
                  </a:lnTo>
                  <a:lnTo>
                    <a:pt x="650405" y="268934"/>
                  </a:lnTo>
                  <a:lnTo>
                    <a:pt x="647941" y="268934"/>
                  </a:lnTo>
                  <a:lnTo>
                    <a:pt x="645478" y="268934"/>
                  </a:lnTo>
                  <a:lnTo>
                    <a:pt x="643014" y="268934"/>
                  </a:lnTo>
                  <a:lnTo>
                    <a:pt x="640550" y="268934"/>
                  </a:lnTo>
                  <a:lnTo>
                    <a:pt x="638087" y="268934"/>
                  </a:lnTo>
                  <a:lnTo>
                    <a:pt x="635623" y="268934"/>
                  </a:lnTo>
                  <a:lnTo>
                    <a:pt x="633159" y="268934"/>
                  </a:lnTo>
                  <a:lnTo>
                    <a:pt x="630696" y="268934"/>
                  </a:lnTo>
                  <a:lnTo>
                    <a:pt x="628232" y="268934"/>
                  </a:lnTo>
                  <a:lnTo>
                    <a:pt x="625769" y="268934"/>
                  </a:lnTo>
                  <a:lnTo>
                    <a:pt x="623305" y="268934"/>
                  </a:lnTo>
                  <a:lnTo>
                    <a:pt x="620841" y="268934"/>
                  </a:lnTo>
                  <a:lnTo>
                    <a:pt x="618378" y="268934"/>
                  </a:lnTo>
                  <a:lnTo>
                    <a:pt x="615914" y="268934"/>
                  </a:lnTo>
                  <a:lnTo>
                    <a:pt x="613450" y="268934"/>
                  </a:lnTo>
                  <a:lnTo>
                    <a:pt x="610987" y="268934"/>
                  </a:lnTo>
                  <a:lnTo>
                    <a:pt x="608523" y="268934"/>
                  </a:lnTo>
                  <a:lnTo>
                    <a:pt x="606059" y="268934"/>
                  </a:lnTo>
                  <a:lnTo>
                    <a:pt x="603596" y="268934"/>
                  </a:lnTo>
                  <a:lnTo>
                    <a:pt x="601132" y="268934"/>
                  </a:lnTo>
                  <a:lnTo>
                    <a:pt x="598668" y="268934"/>
                  </a:lnTo>
                  <a:lnTo>
                    <a:pt x="596205" y="268934"/>
                  </a:lnTo>
                  <a:lnTo>
                    <a:pt x="593741" y="268934"/>
                  </a:lnTo>
                  <a:lnTo>
                    <a:pt x="591277" y="268934"/>
                  </a:lnTo>
                  <a:lnTo>
                    <a:pt x="588814" y="268934"/>
                  </a:lnTo>
                  <a:lnTo>
                    <a:pt x="586350" y="268934"/>
                  </a:lnTo>
                  <a:lnTo>
                    <a:pt x="583886" y="268934"/>
                  </a:lnTo>
                  <a:lnTo>
                    <a:pt x="581423" y="268934"/>
                  </a:lnTo>
                  <a:lnTo>
                    <a:pt x="578959" y="268934"/>
                  </a:lnTo>
                  <a:lnTo>
                    <a:pt x="576495" y="268934"/>
                  </a:lnTo>
                  <a:lnTo>
                    <a:pt x="574032" y="268934"/>
                  </a:lnTo>
                  <a:lnTo>
                    <a:pt x="571568" y="268934"/>
                  </a:lnTo>
                  <a:lnTo>
                    <a:pt x="569104" y="268934"/>
                  </a:lnTo>
                  <a:lnTo>
                    <a:pt x="566641" y="268934"/>
                  </a:lnTo>
                  <a:lnTo>
                    <a:pt x="564177" y="268934"/>
                  </a:lnTo>
                  <a:lnTo>
                    <a:pt x="561713" y="268934"/>
                  </a:lnTo>
                  <a:lnTo>
                    <a:pt x="559250" y="268934"/>
                  </a:lnTo>
                  <a:lnTo>
                    <a:pt x="556786" y="268934"/>
                  </a:lnTo>
                  <a:lnTo>
                    <a:pt x="554322" y="268934"/>
                  </a:lnTo>
                  <a:lnTo>
                    <a:pt x="551859" y="268934"/>
                  </a:lnTo>
                  <a:lnTo>
                    <a:pt x="549395" y="268934"/>
                  </a:lnTo>
                  <a:lnTo>
                    <a:pt x="546931" y="268934"/>
                  </a:lnTo>
                  <a:lnTo>
                    <a:pt x="544468" y="268934"/>
                  </a:lnTo>
                  <a:lnTo>
                    <a:pt x="542004" y="268934"/>
                  </a:lnTo>
                  <a:lnTo>
                    <a:pt x="539541" y="268934"/>
                  </a:lnTo>
                  <a:lnTo>
                    <a:pt x="537077" y="268934"/>
                  </a:lnTo>
                  <a:lnTo>
                    <a:pt x="534613" y="268934"/>
                  </a:lnTo>
                  <a:lnTo>
                    <a:pt x="532150" y="268934"/>
                  </a:lnTo>
                  <a:lnTo>
                    <a:pt x="529686" y="268934"/>
                  </a:lnTo>
                  <a:lnTo>
                    <a:pt x="527222" y="268934"/>
                  </a:lnTo>
                  <a:lnTo>
                    <a:pt x="524759" y="268934"/>
                  </a:lnTo>
                  <a:lnTo>
                    <a:pt x="522295" y="268934"/>
                  </a:lnTo>
                  <a:lnTo>
                    <a:pt x="519831" y="268934"/>
                  </a:lnTo>
                  <a:lnTo>
                    <a:pt x="517368" y="268934"/>
                  </a:lnTo>
                  <a:lnTo>
                    <a:pt x="514904" y="268934"/>
                  </a:lnTo>
                  <a:lnTo>
                    <a:pt x="512440" y="268934"/>
                  </a:lnTo>
                  <a:lnTo>
                    <a:pt x="509977" y="268934"/>
                  </a:lnTo>
                  <a:lnTo>
                    <a:pt x="507513" y="268934"/>
                  </a:lnTo>
                  <a:lnTo>
                    <a:pt x="505049" y="268934"/>
                  </a:lnTo>
                  <a:lnTo>
                    <a:pt x="502586" y="268934"/>
                  </a:lnTo>
                  <a:lnTo>
                    <a:pt x="500122" y="268934"/>
                  </a:lnTo>
                  <a:lnTo>
                    <a:pt x="497658" y="268934"/>
                  </a:lnTo>
                  <a:lnTo>
                    <a:pt x="495195" y="268934"/>
                  </a:lnTo>
                  <a:lnTo>
                    <a:pt x="492731" y="268934"/>
                  </a:lnTo>
                  <a:lnTo>
                    <a:pt x="490267" y="268934"/>
                  </a:lnTo>
                  <a:lnTo>
                    <a:pt x="487804" y="268934"/>
                  </a:lnTo>
                  <a:lnTo>
                    <a:pt x="485340" y="268934"/>
                  </a:lnTo>
                  <a:lnTo>
                    <a:pt x="482876" y="268934"/>
                  </a:lnTo>
                  <a:lnTo>
                    <a:pt x="480413" y="268934"/>
                  </a:lnTo>
                  <a:lnTo>
                    <a:pt x="477949" y="268934"/>
                  </a:lnTo>
                  <a:lnTo>
                    <a:pt x="475485" y="268934"/>
                  </a:lnTo>
                  <a:lnTo>
                    <a:pt x="473022" y="268934"/>
                  </a:lnTo>
                  <a:lnTo>
                    <a:pt x="470558" y="268934"/>
                  </a:lnTo>
                  <a:lnTo>
                    <a:pt x="468094" y="268934"/>
                  </a:lnTo>
                  <a:lnTo>
                    <a:pt x="465631" y="268934"/>
                  </a:lnTo>
                  <a:lnTo>
                    <a:pt x="463167" y="268934"/>
                  </a:lnTo>
                  <a:lnTo>
                    <a:pt x="460703" y="268934"/>
                  </a:lnTo>
                  <a:lnTo>
                    <a:pt x="458240" y="268934"/>
                  </a:lnTo>
                  <a:lnTo>
                    <a:pt x="455776" y="268934"/>
                  </a:lnTo>
                  <a:lnTo>
                    <a:pt x="453312" y="268934"/>
                  </a:lnTo>
                  <a:lnTo>
                    <a:pt x="450849" y="268934"/>
                  </a:lnTo>
                  <a:lnTo>
                    <a:pt x="448385" y="268934"/>
                  </a:lnTo>
                  <a:lnTo>
                    <a:pt x="445922" y="268934"/>
                  </a:lnTo>
                  <a:lnTo>
                    <a:pt x="443458" y="268934"/>
                  </a:lnTo>
                  <a:lnTo>
                    <a:pt x="440994" y="268934"/>
                  </a:lnTo>
                  <a:lnTo>
                    <a:pt x="438531" y="268934"/>
                  </a:lnTo>
                  <a:lnTo>
                    <a:pt x="436067" y="268934"/>
                  </a:lnTo>
                  <a:lnTo>
                    <a:pt x="433603" y="268934"/>
                  </a:lnTo>
                  <a:lnTo>
                    <a:pt x="431140" y="268934"/>
                  </a:lnTo>
                  <a:lnTo>
                    <a:pt x="428676" y="268934"/>
                  </a:lnTo>
                  <a:lnTo>
                    <a:pt x="426212" y="268934"/>
                  </a:lnTo>
                  <a:lnTo>
                    <a:pt x="423749" y="268934"/>
                  </a:lnTo>
                  <a:lnTo>
                    <a:pt x="421285" y="268934"/>
                  </a:lnTo>
                  <a:lnTo>
                    <a:pt x="418821" y="268934"/>
                  </a:lnTo>
                  <a:lnTo>
                    <a:pt x="416358" y="268934"/>
                  </a:lnTo>
                  <a:lnTo>
                    <a:pt x="413894" y="268934"/>
                  </a:lnTo>
                  <a:lnTo>
                    <a:pt x="411430" y="268934"/>
                  </a:lnTo>
                  <a:lnTo>
                    <a:pt x="408967" y="268934"/>
                  </a:lnTo>
                  <a:lnTo>
                    <a:pt x="406503" y="268934"/>
                  </a:lnTo>
                  <a:lnTo>
                    <a:pt x="404039" y="268934"/>
                  </a:lnTo>
                  <a:lnTo>
                    <a:pt x="401576" y="268934"/>
                  </a:lnTo>
                  <a:lnTo>
                    <a:pt x="399112" y="268934"/>
                  </a:lnTo>
                  <a:lnTo>
                    <a:pt x="396648" y="268934"/>
                  </a:lnTo>
                  <a:lnTo>
                    <a:pt x="394185" y="268934"/>
                  </a:lnTo>
                  <a:lnTo>
                    <a:pt x="391721" y="268934"/>
                  </a:lnTo>
                  <a:lnTo>
                    <a:pt x="389257" y="268934"/>
                  </a:lnTo>
                  <a:lnTo>
                    <a:pt x="386794" y="268934"/>
                  </a:lnTo>
                  <a:lnTo>
                    <a:pt x="384330" y="268934"/>
                  </a:lnTo>
                  <a:lnTo>
                    <a:pt x="381866" y="268934"/>
                  </a:lnTo>
                  <a:lnTo>
                    <a:pt x="379403" y="268934"/>
                  </a:lnTo>
                  <a:lnTo>
                    <a:pt x="376939" y="268934"/>
                  </a:lnTo>
                  <a:lnTo>
                    <a:pt x="374475" y="268934"/>
                  </a:lnTo>
                  <a:lnTo>
                    <a:pt x="372012" y="268934"/>
                  </a:lnTo>
                  <a:lnTo>
                    <a:pt x="369548" y="268934"/>
                  </a:lnTo>
                  <a:lnTo>
                    <a:pt x="367084" y="268934"/>
                  </a:lnTo>
                  <a:lnTo>
                    <a:pt x="364621" y="268934"/>
                  </a:lnTo>
                  <a:lnTo>
                    <a:pt x="362157" y="268934"/>
                  </a:lnTo>
                  <a:lnTo>
                    <a:pt x="359694" y="268934"/>
                  </a:lnTo>
                  <a:lnTo>
                    <a:pt x="357230" y="268934"/>
                  </a:lnTo>
                  <a:lnTo>
                    <a:pt x="354766" y="268934"/>
                  </a:lnTo>
                  <a:lnTo>
                    <a:pt x="352303" y="268934"/>
                  </a:lnTo>
                  <a:lnTo>
                    <a:pt x="349839" y="268934"/>
                  </a:lnTo>
                  <a:lnTo>
                    <a:pt x="347375" y="268934"/>
                  </a:lnTo>
                  <a:lnTo>
                    <a:pt x="344912" y="268934"/>
                  </a:lnTo>
                  <a:lnTo>
                    <a:pt x="342448" y="268934"/>
                  </a:lnTo>
                  <a:lnTo>
                    <a:pt x="339984" y="268934"/>
                  </a:lnTo>
                  <a:lnTo>
                    <a:pt x="337521" y="268934"/>
                  </a:lnTo>
                  <a:lnTo>
                    <a:pt x="335057" y="268934"/>
                  </a:lnTo>
                  <a:lnTo>
                    <a:pt x="332593" y="268934"/>
                  </a:lnTo>
                  <a:lnTo>
                    <a:pt x="330130" y="268934"/>
                  </a:lnTo>
                  <a:lnTo>
                    <a:pt x="327666" y="268934"/>
                  </a:lnTo>
                  <a:lnTo>
                    <a:pt x="325202" y="268934"/>
                  </a:lnTo>
                  <a:lnTo>
                    <a:pt x="322739" y="268934"/>
                  </a:lnTo>
                  <a:lnTo>
                    <a:pt x="320275" y="268934"/>
                  </a:lnTo>
                  <a:lnTo>
                    <a:pt x="317811" y="268934"/>
                  </a:lnTo>
                  <a:lnTo>
                    <a:pt x="315348" y="268934"/>
                  </a:lnTo>
                  <a:lnTo>
                    <a:pt x="312884" y="268934"/>
                  </a:lnTo>
                  <a:lnTo>
                    <a:pt x="310420" y="268934"/>
                  </a:lnTo>
                  <a:lnTo>
                    <a:pt x="307957" y="268934"/>
                  </a:lnTo>
                  <a:lnTo>
                    <a:pt x="305493" y="268934"/>
                  </a:lnTo>
                  <a:lnTo>
                    <a:pt x="303029" y="268934"/>
                  </a:lnTo>
                  <a:lnTo>
                    <a:pt x="300566" y="268934"/>
                  </a:lnTo>
                  <a:lnTo>
                    <a:pt x="298102" y="268934"/>
                  </a:lnTo>
                  <a:lnTo>
                    <a:pt x="295638" y="268934"/>
                  </a:lnTo>
                  <a:lnTo>
                    <a:pt x="293175" y="268934"/>
                  </a:lnTo>
                  <a:lnTo>
                    <a:pt x="290711" y="268934"/>
                  </a:lnTo>
                  <a:lnTo>
                    <a:pt x="288247" y="268934"/>
                  </a:lnTo>
                  <a:lnTo>
                    <a:pt x="285784" y="268934"/>
                  </a:lnTo>
                  <a:lnTo>
                    <a:pt x="283320" y="268934"/>
                  </a:lnTo>
                  <a:lnTo>
                    <a:pt x="280856" y="268934"/>
                  </a:lnTo>
                  <a:lnTo>
                    <a:pt x="278393" y="268934"/>
                  </a:lnTo>
                  <a:lnTo>
                    <a:pt x="275929" y="268934"/>
                  </a:lnTo>
                  <a:lnTo>
                    <a:pt x="273465" y="268934"/>
                  </a:lnTo>
                  <a:lnTo>
                    <a:pt x="271002" y="268934"/>
                  </a:lnTo>
                  <a:lnTo>
                    <a:pt x="268538" y="268934"/>
                  </a:lnTo>
                  <a:lnTo>
                    <a:pt x="266075" y="268934"/>
                  </a:lnTo>
                  <a:lnTo>
                    <a:pt x="263611" y="268934"/>
                  </a:lnTo>
                  <a:lnTo>
                    <a:pt x="261147" y="268934"/>
                  </a:lnTo>
                  <a:lnTo>
                    <a:pt x="258684" y="268934"/>
                  </a:lnTo>
                  <a:lnTo>
                    <a:pt x="256220" y="268934"/>
                  </a:lnTo>
                  <a:lnTo>
                    <a:pt x="253756" y="268934"/>
                  </a:lnTo>
                  <a:lnTo>
                    <a:pt x="251293" y="268934"/>
                  </a:lnTo>
                  <a:lnTo>
                    <a:pt x="248829" y="268934"/>
                  </a:lnTo>
                  <a:lnTo>
                    <a:pt x="246365" y="268934"/>
                  </a:lnTo>
                  <a:lnTo>
                    <a:pt x="243902" y="268934"/>
                  </a:lnTo>
                  <a:lnTo>
                    <a:pt x="241438" y="268934"/>
                  </a:lnTo>
                  <a:lnTo>
                    <a:pt x="238974" y="268934"/>
                  </a:lnTo>
                  <a:lnTo>
                    <a:pt x="236511" y="268934"/>
                  </a:lnTo>
                  <a:lnTo>
                    <a:pt x="234047" y="268934"/>
                  </a:lnTo>
                  <a:lnTo>
                    <a:pt x="231583" y="268934"/>
                  </a:lnTo>
                  <a:lnTo>
                    <a:pt x="229120" y="268934"/>
                  </a:lnTo>
                  <a:lnTo>
                    <a:pt x="226656" y="268934"/>
                  </a:lnTo>
                  <a:lnTo>
                    <a:pt x="224192" y="268934"/>
                  </a:lnTo>
                  <a:lnTo>
                    <a:pt x="221729" y="268934"/>
                  </a:lnTo>
                  <a:lnTo>
                    <a:pt x="219265" y="268934"/>
                  </a:lnTo>
                  <a:lnTo>
                    <a:pt x="216801" y="268934"/>
                  </a:lnTo>
                  <a:lnTo>
                    <a:pt x="214338" y="268934"/>
                  </a:lnTo>
                  <a:lnTo>
                    <a:pt x="211874" y="268934"/>
                  </a:lnTo>
                  <a:lnTo>
                    <a:pt x="209410" y="268934"/>
                  </a:lnTo>
                  <a:lnTo>
                    <a:pt x="206947" y="268934"/>
                  </a:lnTo>
                  <a:lnTo>
                    <a:pt x="204483" y="268934"/>
                  </a:lnTo>
                  <a:lnTo>
                    <a:pt x="202019" y="268934"/>
                  </a:lnTo>
                  <a:lnTo>
                    <a:pt x="199556" y="268934"/>
                  </a:lnTo>
                  <a:lnTo>
                    <a:pt x="197092" y="268934"/>
                  </a:lnTo>
                  <a:lnTo>
                    <a:pt x="194628" y="268934"/>
                  </a:lnTo>
                  <a:lnTo>
                    <a:pt x="192165" y="268934"/>
                  </a:lnTo>
                  <a:lnTo>
                    <a:pt x="189701" y="268934"/>
                  </a:lnTo>
                  <a:lnTo>
                    <a:pt x="187237" y="268934"/>
                  </a:lnTo>
                  <a:lnTo>
                    <a:pt x="184774" y="268934"/>
                  </a:lnTo>
                  <a:lnTo>
                    <a:pt x="182310" y="268934"/>
                  </a:lnTo>
                  <a:lnTo>
                    <a:pt x="179847" y="268934"/>
                  </a:lnTo>
                  <a:lnTo>
                    <a:pt x="177383" y="268934"/>
                  </a:lnTo>
                  <a:lnTo>
                    <a:pt x="174919" y="268934"/>
                  </a:lnTo>
                  <a:lnTo>
                    <a:pt x="172456" y="268934"/>
                  </a:lnTo>
                  <a:lnTo>
                    <a:pt x="169992" y="268934"/>
                  </a:lnTo>
                  <a:lnTo>
                    <a:pt x="167528" y="268934"/>
                  </a:lnTo>
                  <a:lnTo>
                    <a:pt x="165065" y="268934"/>
                  </a:lnTo>
                  <a:lnTo>
                    <a:pt x="162601" y="268934"/>
                  </a:lnTo>
                  <a:lnTo>
                    <a:pt x="160137" y="268934"/>
                  </a:lnTo>
                  <a:lnTo>
                    <a:pt x="157674" y="268934"/>
                  </a:lnTo>
                  <a:lnTo>
                    <a:pt x="155210" y="268934"/>
                  </a:lnTo>
                  <a:lnTo>
                    <a:pt x="152746" y="268934"/>
                  </a:lnTo>
                  <a:lnTo>
                    <a:pt x="150283" y="268934"/>
                  </a:lnTo>
                  <a:lnTo>
                    <a:pt x="147819" y="268934"/>
                  </a:lnTo>
                  <a:lnTo>
                    <a:pt x="145355" y="268934"/>
                  </a:lnTo>
                  <a:lnTo>
                    <a:pt x="142892" y="268934"/>
                  </a:lnTo>
                  <a:lnTo>
                    <a:pt x="140428" y="268934"/>
                  </a:lnTo>
                  <a:lnTo>
                    <a:pt x="137964" y="268934"/>
                  </a:lnTo>
                  <a:lnTo>
                    <a:pt x="135501" y="268934"/>
                  </a:lnTo>
                  <a:lnTo>
                    <a:pt x="133037" y="268934"/>
                  </a:lnTo>
                  <a:lnTo>
                    <a:pt x="130573" y="268934"/>
                  </a:lnTo>
                  <a:lnTo>
                    <a:pt x="128110" y="268934"/>
                  </a:lnTo>
                  <a:lnTo>
                    <a:pt x="125646" y="268934"/>
                  </a:lnTo>
                  <a:lnTo>
                    <a:pt x="123182" y="268934"/>
                  </a:lnTo>
                  <a:lnTo>
                    <a:pt x="120719" y="268934"/>
                  </a:lnTo>
                  <a:lnTo>
                    <a:pt x="118255" y="268934"/>
                  </a:lnTo>
                  <a:lnTo>
                    <a:pt x="115791" y="268934"/>
                  </a:lnTo>
                  <a:lnTo>
                    <a:pt x="113328" y="268934"/>
                  </a:lnTo>
                  <a:lnTo>
                    <a:pt x="110864" y="268934"/>
                  </a:lnTo>
                  <a:lnTo>
                    <a:pt x="108400" y="268934"/>
                  </a:lnTo>
                  <a:lnTo>
                    <a:pt x="105937" y="268934"/>
                  </a:lnTo>
                  <a:lnTo>
                    <a:pt x="103473" y="268934"/>
                  </a:lnTo>
                  <a:lnTo>
                    <a:pt x="101009" y="268934"/>
                  </a:lnTo>
                  <a:lnTo>
                    <a:pt x="98546" y="268934"/>
                  </a:lnTo>
                  <a:lnTo>
                    <a:pt x="96082" y="268934"/>
                  </a:lnTo>
                  <a:lnTo>
                    <a:pt x="93618" y="268934"/>
                  </a:lnTo>
                  <a:lnTo>
                    <a:pt x="91155" y="268934"/>
                  </a:lnTo>
                  <a:lnTo>
                    <a:pt x="88691" y="268934"/>
                  </a:lnTo>
                  <a:lnTo>
                    <a:pt x="86228" y="268934"/>
                  </a:lnTo>
                  <a:lnTo>
                    <a:pt x="83764" y="268934"/>
                  </a:lnTo>
                  <a:lnTo>
                    <a:pt x="81300" y="268934"/>
                  </a:lnTo>
                  <a:lnTo>
                    <a:pt x="78837" y="268934"/>
                  </a:lnTo>
                  <a:lnTo>
                    <a:pt x="76373" y="268934"/>
                  </a:lnTo>
                  <a:lnTo>
                    <a:pt x="73909" y="268934"/>
                  </a:lnTo>
                  <a:lnTo>
                    <a:pt x="71446" y="268934"/>
                  </a:lnTo>
                  <a:lnTo>
                    <a:pt x="68982" y="268934"/>
                  </a:lnTo>
                  <a:lnTo>
                    <a:pt x="66518" y="268934"/>
                  </a:lnTo>
                  <a:lnTo>
                    <a:pt x="64055" y="268934"/>
                  </a:lnTo>
                  <a:lnTo>
                    <a:pt x="61591" y="268934"/>
                  </a:lnTo>
                  <a:lnTo>
                    <a:pt x="59127" y="268934"/>
                  </a:lnTo>
                  <a:lnTo>
                    <a:pt x="56664" y="268934"/>
                  </a:lnTo>
                  <a:lnTo>
                    <a:pt x="54200" y="268934"/>
                  </a:lnTo>
                  <a:lnTo>
                    <a:pt x="51736" y="268934"/>
                  </a:lnTo>
                  <a:lnTo>
                    <a:pt x="49273" y="268934"/>
                  </a:lnTo>
                  <a:lnTo>
                    <a:pt x="46809" y="268934"/>
                  </a:lnTo>
                  <a:lnTo>
                    <a:pt x="44345" y="268934"/>
                  </a:lnTo>
                  <a:lnTo>
                    <a:pt x="41882" y="268934"/>
                  </a:lnTo>
                  <a:lnTo>
                    <a:pt x="39418" y="268934"/>
                  </a:lnTo>
                  <a:lnTo>
                    <a:pt x="36954" y="268934"/>
                  </a:lnTo>
                  <a:lnTo>
                    <a:pt x="34491" y="268934"/>
                  </a:lnTo>
                  <a:lnTo>
                    <a:pt x="32027" y="268934"/>
                  </a:lnTo>
                  <a:lnTo>
                    <a:pt x="29563" y="268934"/>
                  </a:lnTo>
                  <a:lnTo>
                    <a:pt x="27100" y="268934"/>
                  </a:lnTo>
                  <a:lnTo>
                    <a:pt x="24636" y="268934"/>
                  </a:lnTo>
                  <a:lnTo>
                    <a:pt x="22172" y="268934"/>
                  </a:lnTo>
                  <a:lnTo>
                    <a:pt x="19709" y="268934"/>
                  </a:lnTo>
                  <a:lnTo>
                    <a:pt x="17245" y="268934"/>
                  </a:lnTo>
                  <a:lnTo>
                    <a:pt x="14781" y="268934"/>
                  </a:lnTo>
                  <a:lnTo>
                    <a:pt x="12318" y="268934"/>
                  </a:lnTo>
                  <a:lnTo>
                    <a:pt x="9854" y="268934"/>
                  </a:lnTo>
                  <a:lnTo>
                    <a:pt x="7390" y="268934"/>
                  </a:lnTo>
                  <a:lnTo>
                    <a:pt x="4927" y="268934"/>
                  </a:lnTo>
                  <a:lnTo>
                    <a:pt x="2463" y="26893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957616" y="3870907"/>
              <a:ext cx="1258929" cy="268898"/>
            </a:xfrm>
            <a:custGeom>
              <a:avLst/>
              <a:pathLst>
                <a:path w="1258929" h="268898">
                  <a:moveTo>
                    <a:pt x="0" y="268898"/>
                  </a:moveTo>
                  <a:lnTo>
                    <a:pt x="2463" y="268892"/>
                  </a:lnTo>
                  <a:lnTo>
                    <a:pt x="4927" y="268886"/>
                  </a:lnTo>
                  <a:lnTo>
                    <a:pt x="7390" y="268879"/>
                  </a:lnTo>
                  <a:lnTo>
                    <a:pt x="9854" y="268871"/>
                  </a:lnTo>
                  <a:lnTo>
                    <a:pt x="12318" y="268862"/>
                  </a:lnTo>
                  <a:lnTo>
                    <a:pt x="14781" y="268852"/>
                  </a:lnTo>
                  <a:lnTo>
                    <a:pt x="17245" y="268840"/>
                  </a:lnTo>
                  <a:lnTo>
                    <a:pt x="19709" y="268828"/>
                  </a:lnTo>
                  <a:lnTo>
                    <a:pt x="22172" y="268814"/>
                  </a:lnTo>
                  <a:lnTo>
                    <a:pt x="24636" y="268798"/>
                  </a:lnTo>
                  <a:lnTo>
                    <a:pt x="27100" y="268781"/>
                  </a:lnTo>
                  <a:lnTo>
                    <a:pt x="29563" y="268763"/>
                  </a:lnTo>
                  <a:lnTo>
                    <a:pt x="32027" y="268743"/>
                  </a:lnTo>
                  <a:lnTo>
                    <a:pt x="34491" y="268720"/>
                  </a:lnTo>
                  <a:lnTo>
                    <a:pt x="36954" y="268696"/>
                  </a:lnTo>
                  <a:lnTo>
                    <a:pt x="39418" y="268670"/>
                  </a:lnTo>
                  <a:lnTo>
                    <a:pt x="41882" y="268641"/>
                  </a:lnTo>
                  <a:lnTo>
                    <a:pt x="44345" y="268610"/>
                  </a:lnTo>
                  <a:lnTo>
                    <a:pt x="46809" y="268577"/>
                  </a:lnTo>
                  <a:lnTo>
                    <a:pt x="49273" y="268541"/>
                  </a:lnTo>
                  <a:lnTo>
                    <a:pt x="51736" y="268504"/>
                  </a:lnTo>
                  <a:lnTo>
                    <a:pt x="54200" y="268463"/>
                  </a:lnTo>
                  <a:lnTo>
                    <a:pt x="56664" y="268420"/>
                  </a:lnTo>
                  <a:lnTo>
                    <a:pt x="59127" y="268373"/>
                  </a:lnTo>
                  <a:lnTo>
                    <a:pt x="61591" y="268325"/>
                  </a:lnTo>
                  <a:lnTo>
                    <a:pt x="64055" y="268274"/>
                  </a:lnTo>
                  <a:lnTo>
                    <a:pt x="66518" y="268220"/>
                  </a:lnTo>
                  <a:lnTo>
                    <a:pt x="68982" y="268162"/>
                  </a:lnTo>
                  <a:lnTo>
                    <a:pt x="71446" y="268103"/>
                  </a:lnTo>
                  <a:lnTo>
                    <a:pt x="73909" y="268041"/>
                  </a:lnTo>
                  <a:lnTo>
                    <a:pt x="76373" y="267976"/>
                  </a:lnTo>
                  <a:lnTo>
                    <a:pt x="78837" y="267908"/>
                  </a:lnTo>
                  <a:lnTo>
                    <a:pt x="81300" y="267838"/>
                  </a:lnTo>
                  <a:lnTo>
                    <a:pt x="83764" y="267765"/>
                  </a:lnTo>
                  <a:lnTo>
                    <a:pt x="86228" y="267691"/>
                  </a:lnTo>
                  <a:lnTo>
                    <a:pt x="88691" y="267613"/>
                  </a:lnTo>
                  <a:lnTo>
                    <a:pt x="91155" y="267533"/>
                  </a:lnTo>
                  <a:lnTo>
                    <a:pt x="93618" y="267452"/>
                  </a:lnTo>
                  <a:lnTo>
                    <a:pt x="96082" y="267368"/>
                  </a:lnTo>
                  <a:lnTo>
                    <a:pt x="98546" y="267282"/>
                  </a:lnTo>
                  <a:lnTo>
                    <a:pt x="101009" y="267195"/>
                  </a:lnTo>
                  <a:lnTo>
                    <a:pt x="103473" y="267105"/>
                  </a:lnTo>
                  <a:lnTo>
                    <a:pt x="105937" y="267014"/>
                  </a:lnTo>
                  <a:lnTo>
                    <a:pt x="108400" y="266921"/>
                  </a:lnTo>
                  <a:lnTo>
                    <a:pt x="110864" y="266827"/>
                  </a:lnTo>
                  <a:lnTo>
                    <a:pt x="113328" y="266731"/>
                  </a:lnTo>
                  <a:lnTo>
                    <a:pt x="115791" y="266633"/>
                  </a:lnTo>
                  <a:lnTo>
                    <a:pt x="118255" y="266534"/>
                  </a:lnTo>
                  <a:lnTo>
                    <a:pt x="120719" y="266433"/>
                  </a:lnTo>
                  <a:lnTo>
                    <a:pt x="123182" y="266331"/>
                  </a:lnTo>
                  <a:lnTo>
                    <a:pt x="125646" y="266227"/>
                  </a:lnTo>
                  <a:lnTo>
                    <a:pt x="128110" y="266122"/>
                  </a:lnTo>
                  <a:lnTo>
                    <a:pt x="130573" y="266014"/>
                  </a:lnTo>
                  <a:lnTo>
                    <a:pt x="133037" y="265905"/>
                  </a:lnTo>
                  <a:lnTo>
                    <a:pt x="135501" y="265794"/>
                  </a:lnTo>
                  <a:lnTo>
                    <a:pt x="137964" y="265681"/>
                  </a:lnTo>
                  <a:lnTo>
                    <a:pt x="140428" y="265566"/>
                  </a:lnTo>
                  <a:lnTo>
                    <a:pt x="142892" y="265448"/>
                  </a:lnTo>
                  <a:lnTo>
                    <a:pt x="145355" y="265328"/>
                  </a:lnTo>
                  <a:lnTo>
                    <a:pt x="147819" y="265205"/>
                  </a:lnTo>
                  <a:lnTo>
                    <a:pt x="150283" y="265080"/>
                  </a:lnTo>
                  <a:lnTo>
                    <a:pt x="152746" y="264952"/>
                  </a:lnTo>
                  <a:lnTo>
                    <a:pt x="155210" y="264821"/>
                  </a:lnTo>
                  <a:lnTo>
                    <a:pt x="157674" y="264686"/>
                  </a:lnTo>
                  <a:lnTo>
                    <a:pt x="160137" y="264550"/>
                  </a:lnTo>
                  <a:lnTo>
                    <a:pt x="162601" y="264410"/>
                  </a:lnTo>
                  <a:lnTo>
                    <a:pt x="165065" y="264267"/>
                  </a:lnTo>
                  <a:lnTo>
                    <a:pt x="167528" y="264122"/>
                  </a:lnTo>
                  <a:lnTo>
                    <a:pt x="169992" y="263973"/>
                  </a:lnTo>
                  <a:lnTo>
                    <a:pt x="172456" y="263823"/>
                  </a:lnTo>
                  <a:lnTo>
                    <a:pt x="174919" y="263670"/>
                  </a:lnTo>
                  <a:lnTo>
                    <a:pt x="177383" y="263515"/>
                  </a:lnTo>
                  <a:lnTo>
                    <a:pt x="179847" y="263359"/>
                  </a:lnTo>
                  <a:lnTo>
                    <a:pt x="182310" y="263201"/>
                  </a:lnTo>
                  <a:lnTo>
                    <a:pt x="184774" y="263043"/>
                  </a:lnTo>
                  <a:lnTo>
                    <a:pt x="187237" y="262885"/>
                  </a:lnTo>
                  <a:lnTo>
                    <a:pt x="189701" y="262727"/>
                  </a:lnTo>
                  <a:lnTo>
                    <a:pt x="192165" y="262570"/>
                  </a:lnTo>
                  <a:lnTo>
                    <a:pt x="194628" y="262415"/>
                  </a:lnTo>
                  <a:lnTo>
                    <a:pt x="197092" y="262262"/>
                  </a:lnTo>
                  <a:lnTo>
                    <a:pt x="199556" y="262112"/>
                  </a:lnTo>
                  <a:lnTo>
                    <a:pt x="202019" y="261966"/>
                  </a:lnTo>
                  <a:lnTo>
                    <a:pt x="204483" y="261825"/>
                  </a:lnTo>
                  <a:lnTo>
                    <a:pt x="206947" y="261688"/>
                  </a:lnTo>
                  <a:lnTo>
                    <a:pt x="209410" y="261557"/>
                  </a:lnTo>
                  <a:lnTo>
                    <a:pt x="211874" y="261433"/>
                  </a:lnTo>
                  <a:lnTo>
                    <a:pt x="214338" y="261316"/>
                  </a:lnTo>
                  <a:lnTo>
                    <a:pt x="216801" y="261207"/>
                  </a:lnTo>
                  <a:lnTo>
                    <a:pt x="219265" y="261104"/>
                  </a:lnTo>
                  <a:lnTo>
                    <a:pt x="221729" y="261011"/>
                  </a:lnTo>
                  <a:lnTo>
                    <a:pt x="224192" y="260928"/>
                  </a:lnTo>
                  <a:lnTo>
                    <a:pt x="226656" y="260853"/>
                  </a:lnTo>
                  <a:lnTo>
                    <a:pt x="229120" y="260786"/>
                  </a:lnTo>
                  <a:lnTo>
                    <a:pt x="231583" y="260729"/>
                  </a:lnTo>
                  <a:lnTo>
                    <a:pt x="234047" y="260682"/>
                  </a:lnTo>
                  <a:lnTo>
                    <a:pt x="236511" y="260644"/>
                  </a:lnTo>
                  <a:lnTo>
                    <a:pt x="238974" y="260614"/>
                  </a:lnTo>
                  <a:lnTo>
                    <a:pt x="241438" y="260592"/>
                  </a:lnTo>
                  <a:lnTo>
                    <a:pt x="243902" y="260580"/>
                  </a:lnTo>
                  <a:lnTo>
                    <a:pt x="246365" y="260575"/>
                  </a:lnTo>
                  <a:lnTo>
                    <a:pt x="248829" y="260577"/>
                  </a:lnTo>
                  <a:lnTo>
                    <a:pt x="251293" y="260585"/>
                  </a:lnTo>
                  <a:lnTo>
                    <a:pt x="253756" y="260598"/>
                  </a:lnTo>
                  <a:lnTo>
                    <a:pt x="256220" y="260617"/>
                  </a:lnTo>
                  <a:lnTo>
                    <a:pt x="258684" y="260640"/>
                  </a:lnTo>
                  <a:lnTo>
                    <a:pt x="261147" y="260665"/>
                  </a:lnTo>
                  <a:lnTo>
                    <a:pt x="263611" y="260693"/>
                  </a:lnTo>
                  <a:lnTo>
                    <a:pt x="266075" y="260723"/>
                  </a:lnTo>
                  <a:lnTo>
                    <a:pt x="268538" y="260753"/>
                  </a:lnTo>
                  <a:lnTo>
                    <a:pt x="271002" y="260783"/>
                  </a:lnTo>
                  <a:lnTo>
                    <a:pt x="273465" y="260812"/>
                  </a:lnTo>
                  <a:lnTo>
                    <a:pt x="275929" y="260840"/>
                  </a:lnTo>
                  <a:lnTo>
                    <a:pt x="278393" y="260864"/>
                  </a:lnTo>
                  <a:lnTo>
                    <a:pt x="280856" y="260886"/>
                  </a:lnTo>
                  <a:lnTo>
                    <a:pt x="283320" y="260904"/>
                  </a:lnTo>
                  <a:lnTo>
                    <a:pt x="285784" y="260918"/>
                  </a:lnTo>
                  <a:lnTo>
                    <a:pt x="288247" y="260927"/>
                  </a:lnTo>
                  <a:lnTo>
                    <a:pt x="290711" y="260931"/>
                  </a:lnTo>
                  <a:lnTo>
                    <a:pt x="293175" y="260930"/>
                  </a:lnTo>
                  <a:lnTo>
                    <a:pt x="295638" y="260925"/>
                  </a:lnTo>
                  <a:lnTo>
                    <a:pt x="298102" y="260913"/>
                  </a:lnTo>
                  <a:lnTo>
                    <a:pt x="300566" y="260895"/>
                  </a:lnTo>
                  <a:lnTo>
                    <a:pt x="303029" y="260872"/>
                  </a:lnTo>
                  <a:lnTo>
                    <a:pt x="305493" y="260845"/>
                  </a:lnTo>
                  <a:lnTo>
                    <a:pt x="307957" y="260812"/>
                  </a:lnTo>
                  <a:lnTo>
                    <a:pt x="310420" y="260773"/>
                  </a:lnTo>
                  <a:lnTo>
                    <a:pt x="312884" y="260730"/>
                  </a:lnTo>
                  <a:lnTo>
                    <a:pt x="315348" y="260683"/>
                  </a:lnTo>
                  <a:lnTo>
                    <a:pt x="317811" y="260632"/>
                  </a:lnTo>
                  <a:lnTo>
                    <a:pt x="320275" y="260578"/>
                  </a:lnTo>
                  <a:lnTo>
                    <a:pt x="322739" y="260519"/>
                  </a:lnTo>
                  <a:lnTo>
                    <a:pt x="325202" y="260459"/>
                  </a:lnTo>
                  <a:lnTo>
                    <a:pt x="327666" y="260396"/>
                  </a:lnTo>
                  <a:lnTo>
                    <a:pt x="330130" y="260332"/>
                  </a:lnTo>
                  <a:lnTo>
                    <a:pt x="332593" y="260265"/>
                  </a:lnTo>
                  <a:lnTo>
                    <a:pt x="335057" y="260198"/>
                  </a:lnTo>
                  <a:lnTo>
                    <a:pt x="337521" y="260130"/>
                  </a:lnTo>
                  <a:lnTo>
                    <a:pt x="339984" y="260062"/>
                  </a:lnTo>
                  <a:lnTo>
                    <a:pt x="342448" y="259993"/>
                  </a:lnTo>
                  <a:lnTo>
                    <a:pt x="344912" y="259925"/>
                  </a:lnTo>
                  <a:lnTo>
                    <a:pt x="347375" y="259857"/>
                  </a:lnTo>
                  <a:lnTo>
                    <a:pt x="349839" y="259789"/>
                  </a:lnTo>
                  <a:lnTo>
                    <a:pt x="352303" y="259722"/>
                  </a:lnTo>
                  <a:lnTo>
                    <a:pt x="354766" y="259656"/>
                  </a:lnTo>
                  <a:lnTo>
                    <a:pt x="357230" y="259590"/>
                  </a:lnTo>
                  <a:lnTo>
                    <a:pt x="359694" y="259525"/>
                  </a:lnTo>
                  <a:lnTo>
                    <a:pt x="362157" y="259461"/>
                  </a:lnTo>
                  <a:lnTo>
                    <a:pt x="364621" y="259396"/>
                  </a:lnTo>
                  <a:lnTo>
                    <a:pt x="367084" y="259332"/>
                  </a:lnTo>
                  <a:lnTo>
                    <a:pt x="369548" y="259268"/>
                  </a:lnTo>
                  <a:lnTo>
                    <a:pt x="372012" y="259203"/>
                  </a:lnTo>
                  <a:lnTo>
                    <a:pt x="374475" y="259137"/>
                  </a:lnTo>
                  <a:lnTo>
                    <a:pt x="376939" y="259070"/>
                  </a:lnTo>
                  <a:lnTo>
                    <a:pt x="379403" y="259000"/>
                  </a:lnTo>
                  <a:lnTo>
                    <a:pt x="381866" y="258929"/>
                  </a:lnTo>
                  <a:lnTo>
                    <a:pt x="384330" y="258854"/>
                  </a:lnTo>
                  <a:lnTo>
                    <a:pt x="386794" y="258776"/>
                  </a:lnTo>
                  <a:lnTo>
                    <a:pt x="389257" y="258693"/>
                  </a:lnTo>
                  <a:lnTo>
                    <a:pt x="391721" y="258606"/>
                  </a:lnTo>
                  <a:lnTo>
                    <a:pt x="394185" y="258513"/>
                  </a:lnTo>
                  <a:lnTo>
                    <a:pt x="396648" y="258414"/>
                  </a:lnTo>
                  <a:lnTo>
                    <a:pt x="399112" y="258307"/>
                  </a:lnTo>
                  <a:lnTo>
                    <a:pt x="401576" y="258191"/>
                  </a:lnTo>
                  <a:lnTo>
                    <a:pt x="404039" y="258068"/>
                  </a:lnTo>
                  <a:lnTo>
                    <a:pt x="406503" y="257936"/>
                  </a:lnTo>
                  <a:lnTo>
                    <a:pt x="408967" y="257793"/>
                  </a:lnTo>
                  <a:lnTo>
                    <a:pt x="411430" y="257637"/>
                  </a:lnTo>
                  <a:lnTo>
                    <a:pt x="413894" y="257471"/>
                  </a:lnTo>
                  <a:lnTo>
                    <a:pt x="416358" y="257292"/>
                  </a:lnTo>
                  <a:lnTo>
                    <a:pt x="418821" y="257102"/>
                  </a:lnTo>
                  <a:lnTo>
                    <a:pt x="421285" y="256895"/>
                  </a:lnTo>
                  <a:lnTo>
                    <a:pt x="423749" y="256673"/>
                  </a:lnTo>
                  <a:lnTo>
                    <a:pt x="426212" y="256438"/>
                  </a:lnTo>
                  <a:lnTo>
                    <a:pt x="428676" y="256188"/>
                  </a:lnTo>
                  <a:lnTo>
                    <a:pt x="431140" y="255922"/>
                  </a:lnTo>
                  <a:lnTo>
                    <a:pt x="433603" y="255636"/>
                  </a:lnTo>
                  <a:lnTo>
                    <a:pt x="436067" y="255336"/>
                  </a:lnTo>
                  <a:lnTo>
                    <a:pt x="438531" y="255021"/>
                  </a:lnTo>
                  <a:lnTo>
                    <a:pt x="440994" y="254690"/>
                  </a:lnTo>
                  <a:lnTo>
                    <a:pt x="443458" y="254339"/>
                  </a:lnTo>
                  <a:lnTo>
                    <a:pt x="445922" y="253972"/>
                  </a:lnTo>
                  <a:lnTo>
                    <a:pt x="448385" y="253591"/>
                  </a:lnTo>
                  <a:lnTo>
                    <a:pt x="450849" y="253195"/>
                  </a:lnTo>
                  <a:lnTo>
                    <a:pt x="453312" y="252783"/>
                  </a:lnTo>
                  <a:lnTo>
                    <a:pt x="455776" y="252355"/>
                  </a:lnTo>
                  <a:lnTo>
                    <a:pt x="458240" y="251916"/>
                  </a:lnTo>
                  <a:lnTo>
                    <a:pt x="460703" y="251464"/>
                  </a:lnTo>
                  <a:lnTo>
                    <a:pt x="463167" y="251002"/>
                  </a:lnTo>
                  <a:lnTo>
                    <a:pt x="465631" y="250528"/>
                  </a:lnTo>
                  <a:lnTo>
                    <a:pt x="468094" y="250045"/>
                  </a:lnTo>
                  <a:lnTo>
                    <a:pt x="470558" y="249555"/>
                  </a:lnTo>
                  <a:lnTo>
                    <a:pt x="473022" y="249059"/>
                  </a:lnTo>
                  <a:lnTo>
                    <a:pt x="475485" y="248558"/>
                  </a:lnTo>
                  <a:lnTo>
                    <a:pt x="477949" y="248054"/>
                  </a:lnTo>
                  <a:lnTo>
                    <a:pt x="480413" y="247549"/>
                  </a:lnTo>
                  <a:lnTo>
                    <a:pt x="482876" y="247043"/>
                  </a:lnTo>
                  <a:lnTo>
                    <a:pt x="485340" y="246539"/>
                  </a:lnTo>
                  <a:lnTo>
                    <a:pt x="487804" y="246038"/>
                  </a:lnTo>
                  <a:lnTo>
                    <a:pt x="490267" y="245542"/>
                  </a:lnTo>
                  <a:lnTo>
                    <a:pt x="492731" y="245052"/>
                  </a:lnTo>
                  <a:lnTo>
                    <a:pt x="495195" y="244568"/>
                  </a:lnTo>
                  <a:lnTo>
                    <a:pt x="497658" y="244094"/>
                  </a:lnTo>
                  <a:lnTo>
                    <a:pt x="500122" y="243631"/>
                  </a:lnTo>
                  <a:lnTo>
                    <a:pt x="502586" y="243178"/>
                  </a:lnTo>
                  <a:lnTo>
                    <a:pt x="505049" y="242737"/>
                  </a:lnTo>
                  <a:lnTo>
                    <a:pt x="507513" y="242307"/>
                  </a:lnTo>
                  <a:lnTo>
                    <a:pt x="509977" y="241894"/>
                  </a:lnTo>
                  <a:lnTo>
                    <a:pt x="512440" y="241494"/>
                  </a:lnTo>
                  <a:lnTo>
                    <a:pt x="514904" y="241108"/>
                  </a:lnTo>
                  <a:lnTo>
                    <a:pt x="517368" y="240734"/>
                  </a:lnTo>
                  <a:lnTo>
                    <a:pt x="519831" y="240377"/>
                  </a:lnTo>
                  <a:lnTo>
                    <a:pt x="522295" y="240036"/>
                  </a:lnTo>
                  <a:lnTo>
                    <a:pt x="524759" y="239707"/>
                  </a:lnTo>
                  <a:lnTo>
                    <a:pt x="527222" y="239391"/>
                  </a:lnTo>
                  <a:lnTo>
                    <a:pt x="529686" y="239087"/>
                  </a:lnTo>
                  <a:lnTo>
                    <a:pt x="532150" y="238799"/>
                  </a:lnTo>
                  <a:lnTo>
                    <a:pt x="534613" y="238521"/>
                  </a:lnTo>
                  <a:lnTo>
                    <a:pt x="537077" y="238252"/>
                  </a:lnTo>
                  <a:lnTo>
                    <a:pt x="539541" y="237991"/>
                  </a:lnTo>
                  <a:lnTo>
                    <a:pt x="542004" y="237740"/>
                  </a:lnTo>
                  <a:lnTo>
                    <a:pt x="544468" y="237494"/>
                  </a:lnTo>
                  <a:lnTo>
                    <a:pt x="546931" y="237254"/>
                  </a:lnTo>
                  <a:lnTo>
                    <a:pt x="549395" y="237016"/>
                  </a:lnTo>
                  <a:lnTo>
                    <a:pt x="551859" y="236780"/>
                  </a:lnTo>
                  <a:lnTo>
                    <a:pt x="554322" y="236544"/>
                  </a:lnTo>
                  <a:lnTo>
                    <a:pt x="556786" y="236305"/>
                  </a:lnTo>
                  <a:lnTo>
                    <a:pt x="559250" y="236064"/>
                  </a:lnTo>
                  <a:lnTo>
                    <a:pt x="561713" y="235817"/>
                  </a:lnTo>
                  <a:lnTo>
                    <a:pt x="564177" y="235563"/>
                  </a:lnTo>
                  <a:lnTo>
                    <a:pt x="566641" y="235299"/>
                  </a:lnTo>
                  <a:lnTo>
                    <a:pt x="569104" y="235024"/>
                  </a:lnTo>
                  <a:lnTo>
                    <a:pt x="571568" y="234738"/>
                  </a:lnTo>
                  <a:lnTo>
                    <a:pt x="574032" y="234439"/>
                  </a:lnTo>
                  <a:lnTo>
                    <a:pt x="576495" y="234119"/>
                  </a:lnTo>
                  <a:lnTo>
                    <a:pt x="578959" y="233782"/>
                  </a:lnTo>
                  <a:lnTo>
                    <a:pt x="581423" y="233427"/>
                  </a:lnTo>
                  <a:lnTo>
                    <a:pt x="583886" y="233051"/>
                  </a:lnTo>
                  <a:lnTo>
                    <a:pt x="586350" y="232651"/>
                  </a:lnTo>
                  <a:lnTo>
                    <a:pt x="588814" y="232221"/>
                  </a:lnTo>
                  <a:lnTo>
                    <a:pt x="591277" y="231767"/>
                  </a:lnTo>
                  <a:lnTo>
                    <a:pt x="593741" y="231287"/>
                  </a:lnTo>
                  <a:lnTo>
                    <a:pt x="596205" y="230779"/>
                  </a:lnTo>
                  <a:lnTo>
                    <a:pt x="598668" y="230229"/>
                  </a:lnTo>
                  <a:lnTo>
                    <a:pt x="601132" y="229647"/>
                  </a:lnTo>
                  <a:lnTo>
                    <a:pt x="603596" y="229033"/>
                  </a:lnTo>
                  <a:lnTo>
                    <a:pt x="606059" y="228384"/>
                  </a:lnTo>
                  <a:lnTo>
                    <a:pt x="608523" y="227691"/>
                  </a:lnTo>
                  <a:lnTo>
                    <a:pt x="610987" y="226952"/>
                  </a:lnTo>
                  <a:lnTo>
                    <a:pt x="613450" y="226173"/>
                  </a:lnTo>
                  <a:lnTo>
                    <a:pt x="615914" y="225352"/>
                  </a:lnTo>
                  <a:lnTo>
                    <a:pt x="618378" y="224488"/>
                  </a:lnTo>
                  <a:lnTo>
                    <a:pt x="620841" y="223559"/>
                  </a:lnTo>
                  <a:lnTo>
                    <a:pt x="623305" y="222582"/>
                  </a:lnTo>
                  <a:lnTo>
                    <a:pt x="625769" y="221556"/>
                  </a:lnTo>
                  <a:lnTo>
                    <a:pt x="628232" y="220477"/>
                  </a:lnTo>
                  <a:lnTo>
                    <a:pt x="630696" y="219334"/>
                  </a:lnTo>
                  <a:lnTo>
                    <a:pt x="633159" y="218123"/>
                  </a:lnTo>
                  <a:lnTo>
                    <a:pt x="635623" y="216853"/>
                  </a:lnTo>
                  <a:lnTo>
                    <a:pt x="638087" y="215522"/>
                  </a:lnTo>
                  <a:lnTo>
                    <a:pt x="640550" y="214129"/>
                  </a:lnTo>
                  <a:lnTo>
                    <a:pt x="643014" y="212644"/>
                  </a:lnTo>
                  <a:lnTo>
                    <a:pt x="645478" y="211091"/>
                  </a:lnTo>
                  <a:lnTo>
                    <a:pt x="647941" y="209468"/>
                  </a:lnTo>
                  <a:lnTo>
                    <a:pt x="650405" y="207773"/>
                  </a:lnTo>
                  <a:lnTo>
                    <a:pt x="652869" y="205990"/>
                  </a:lnTo>
                  <a:lnTo>
                    <a:pt x="655332" y="204115"/>
                  </a:lnTo>
                  <a:lnTo>
                    <a:pt x="657796" y="202161"/>
                  </a:lnTo>
                  <a:lnTo>
                    <a:pt x="660260" y="200129"/>
                  </a:lnTo>
                  <a:lnTo>
                    <a:pt x="662723" y="198014"/>
                  </a:lnTo>
                  <a:lnTo>
                    <a:pt x="665187" y="195785"/>
                  </a:lnTo>
                  <a:lnTo>
                    <a:pt x="667651" y="193472"/>
                  </a:lnTo>
                  <a:lnTo>
                    <a:pt x="670114" y="191074"/>
                  </a:lnTo>
                  <a:lnTo>
                    <a:pt x="672578" y="188592"/>
                  </a:lnTo>
                  <a:lnTo>
                    <a:pt x="675042" y="186005"/>
                  </a:lnTo>
                  <a:lnTo>
                    <a:pt x="677505" y="183317"/>
                  </a:lnTo>
                  <a:lnTo>
                    <a:pt x="679969" y="180543"/>
                  </a:lnTo>
                  <a:lnTo>
                    <a:pt x="682433" y="177685"/>
                  </a:lnTo>
                  <a:lnTo>
                    <a:pt x="684896" y="174741"/>
                  </a:lnTo>
                  <a:lnTo>
                    <a:pt x="687360" y="171683"/>
                  </a:lnTo>
                  <a:lnTo>
                    <a:pt x="689824" y="168544"/>
                  </a:lnTo>
                  <a:lnTo>
                    <a:pt x="692287" y="165325"/>
                  </a:lnTo>
                  <a:lnTo>
                    <a:pt x="694751" y="162030"/>
                  </a:lnTo>
                  <a:lnTo>
                    <a:pt x="697215" y="158643"/>
                  </a:lnTo>
                  <a:lnTo>
                    <a:pt x="699678" y="155172"/>
                  </a:lnTo>
                  <a:lnTo>
                    <a:pt x="702142" y="151633"/>
                  </a:lnTo>
                  <a:lnTo>
                    <a:pt x="704606" y="148028"/>
                  </a:lnTo>
                  <a:lnTo>
                    <a:pt x="707069" y="144360"/>
                  </a:lnTo>
                  <a:lnTo>
                    <a:pt x="709533" y="140612"/>
                  </a:lnTo>
                  <a:lnTo>
                    <a:pt x="711997" y="136813"/>
                  </a:lnTo>
                  <a:lnTo>
                    <a:pt x="714460" y="132964"/>
                  </a:lnTo>
                  <a:lnTo>
                    <a:pt x="716924" y="129069"/>
                  </a:lnTo>
                  <a:lnTo>
                    <a:pt x="719388" y="125125"/>
                  </a:lnTo>
                  <a:lnTo>
                    <a:pt x="721851" y="121141"/>
                  </a:lnTo>
                  <a:lnTo>
                    <a:pt x="724315" y="117126"/>
                  </a:lnTo>
                  <a:lnTo>
                    <a:pt x="726778" y="113086"/>
                  </a:lnTo>
                  <a:lnTo>
                    <a:pt x="729242" y="109023"/>
                  </a:lnTo>
                  <a:lnTo>
                    <a:pt x="731706" y="104940"/>
                  </a:lnTo>
                  <a:lnTo>
                    <a:pt x="734169" y="100847"/>
                  </a:lnTo>
                  <a:lnTo>
                    <a:pt x="736633" y="96750"/>
                  </a:lnTo>
                  <a:lnTo>
                    <a:pt x="739097" y="92652"/>
                  </a:lnTo>
                  <a:lnTo>
                    <a:pt x="741560" y="88559"/>
                  </a:lnTo>
                  <a:lnTo>
                    <a:pt x="744024" y="84481"/>
                  </a:lnTo>
                  <a:lnTo>
                    <a:pt x="746488" y="80418"/>
                  </a:lnTo>
                  <a:lnTo>
                    <a:pt x="748951" y="76377"/>
                  </a:lnTo>
                  <a:lnTo>
                    <a:pt x="751415" y="72362"/>
                  </a:lnTo>
                  <a:lnTo>
                    <a:pt x="753879" y="68391"/>
                  </a:lnTo>
                  <a:lnTo>
                    <a:pt x="756342" y="64459"/>
                  </a:lnTo>
                  <a:lnTo>
                    <a:pt x="758806" y="60570"/>
                  </a:lnTo>
                  <a:lnTo>
                    <a:pt x="761270" y="56730"/>
                  </a:lnTo>
                  <a:lnTo>
                    <a:pt x="763733" y="52956"/>
                  </a:lnTo>
                  <a:lnTo>
                    <a:pt x="766197" y="49254"/>
                  </a:lnTo>
                  <a:lnTo>
                    <a:pt x="768661" y="45621"/>
                  </a:lnTo>
                  <a:lnTo>
                    <a:pt x="771124" y="42060"/>
                  </a:lnTo>
                  <a:lnTo>
                    <a:pt x="773588" y="38580"/>
                  </a:lnTo>
                  <a:lnTo>
                    <a:pt x="776052" y="35219"/>
                  </a:lnTo>
                  <a:lnTo>
                    <a:pt x="778515" y="31953"/>
                  </a:lnTo>
                  <a:lnTo>
                    <a:pt x="780979" y="28788"/>
                  </a:lnTo>
                  <a:lnTo>
                    <a:pt x="783443" y="25729"/>
                  </a:lnTo>
                  <a:lnTo>
                    <a:pt x="785906" y="22812"/>
                  </a:lnTo>
                  <a:lnTo>
                    <a:pt x="788370" y="20040"/>
                  </a:lnTo>
                  <a:lnTo>
                    <a:pt x="790834" y="17400"/>
                  </a:lnTo>
                  <a:lnTo>
                    <a:pt x="793297" y="14898"/>
                  </a:lnTo>
                  <a:lnTo>
                    <a:pt x="795761" y="12547"/>
                  </a:lnTo>
                  <a:lnTo>
                    <a:pt x="798225" y="10407"/>
                  </a:lnTo>
                  <a:lnTo>
                    <a:pt x="800688" y="8433"/>
                  </a:lnTo>
                  <a:lnTo>
                    <a:pt x="803152" y="6631"/>
                  </a:lnTo>
                  <a:lnTo>
                    <a:pt x="805616" y="5007"/>
                  </a:lnTo>
                  <a:lnTo>
                    <a:pt x="808079" y="3616"/>
                  </a:lnTo>
                  <a:lnTo>
                    <a:pt x="810543" y="2453"/>
                  </a:lnTo>
                  <a:lnTo>
                    <a:pt x="813006" y="1493"/>
                  </a:lnTo>
                  <a:lnTo>
                    <a:pt x="815470" y="744"/>
                  </a:lnTo>
                  <a:lnTo>
                    <a:pt x="817934" y="220"/>
                  </a:lnTo>
                  <a:lnTo>
                    <a:pt x="820397" y="0"/>
                  </a:lnTo>
                  <a:lnTo>
                    <a:pt x="822861" y="10"/>
                  </a:lnTo>
                  <a:lnTo>
                    <a:pt x="825325" y="255"/>
                  </a:lnTo>
                  <a:lnTo>
                    <a:pt x="827788" y="738"/>
                  </a:lnTo>
                  <a:lnTo>
                    <a:pt x="830252" y="1523"/>
                  </a:lnTo>
                  <a:lnTo>
                    <a:pt x="832716" y="2593"/>
                  </a:lnTo>
                  <a:lnTo>
                    <a:pt x="835179" y="3909"/>
                  </a:lnTo>
                  <a:lnTo>
                    <a:pt x="837643" y="5474"/>
                  </a:lnTo>
                  <a:lnTo>
                    <a:pt x="840107" y="7300"/>
                  </a:lnTo>
                  <a:lnTo>
                    <a:pt x="842570" y="9460"/>
                  </a:lnTo>
                  <a:lnTo>
                    <a:pt x="845034" y="11863"/>
                  </a:lnTo>
                  <a:lnTo>
                    <a:pt x="847498" y="14508"/>
                  </a:lnTo>
                  <a:lnTo>
                    <a:pt x="849961" y="17392"/>
                  </a:lnTo>
                  <a:lnTo>
                    <a:pt x="852425" y="20566"/>
                  </a:lnTo>
                  <a:lnTo>
                    <a:pt x="854889" y="23998"/>
                  </a:lnTo>
                  <a:lnTo>
                    <a:pt x="857352" y="27645"/>
                  </a:lnTo>
                  <a:lnTo>
                    <a:pt x="859816" y="31501"/>
                  </a:lnTo>
                  <a:lnTo>
                    <a:pt x="862280" y="35570"/>
                  </a:lnTo>
                  <a:lnTo>
                    <a:pt x="864743" y="39891"/>
                  </a:lnTo>
                  <a:lnTo>
                    <a:pt x="867207" y="44386"/>
                  </a:lnTo>
                  <a:lnTo>
                    <a:pt x="869671" y="49045"/>
                  </a:lnTo>
                  <a:lnTo>
                    <a:pt x="872134" y="53858"/>
                  </a:lnTo>
                  <a:lnTo>
                    <a:pt x="874598" y="58847"/>
                  </a:lnTo>
                  <a:lnTo>
                    <a:pt x="877062" y="63974"/>
                  </a:lnTo>
                  <a:lnTo>
                    <a:pt x="879525" y="69208"/>
                  </a:lnTo>
                  <a:lnTo>
                    <a:pt x="881989" y="74538"/>
                  </a:lnTo>
                  <a:lnTo>
                    <a:pt x="884453" y="79957"/>
                  </a:lnTo>
                  <a:lnTo>
                    <a:pt x="886916" y="85462"/>
                  </a:lnTo>
                  <a:lnTo>
                    <a:pt x="889380" y="91014"/>
                  </a:lnTo>
                  <a:lnTo>
                    <a:pt x="891844" y="96601"/>
                  </a:lnTo>
                  <a:lnTo>
                    <a:pt x="894307" y="102212"/>
                  </a:lnTo>
                  <a:lnTo>
                    <a:pt x="896771" y="107833"/>
                  </a:lnTo>
                  <a:lnTo>
                    <a:pt x="899235" y="113445"/>
                  </a:lnTo>
                  <a:lnTo>
                    <a:pt x="901698" y="119035"/>
                  </a:lnTo>
                  <a:lnTo>
                    <a:pt x="904162" y="124594"/>
                  </a:lnTo>
                  <a:lnTo>
                    <a:pt x="906625" y="130109"/>
                  </a:lnTo>
                  <a:lnTo>
                    <a:pt x="909089" y="135550"/>
                  </a:lnTo>
                  <a:lnTo>
                    <a:pt x="911553" y="140923"/>
                  </a:lnTo>
                  <a:lnTo>
                    <a:pt x="914016" y="146221"/>
                  </a:lnTo>
                  <a:lnTo>
                    <a:pt x="916480" y="151437"/>
                  </a:lnTo>
                  <a:lnTo>
                    <a:pt x="918944" y="156537"/>
                  </a:lnTo>
                  <a:lnTo>
                    <a:pt x="921407" y="161525"/>
                  </a:lnTo>
                  <a:lnTo>
                    <a:pt x="923871" y="166406"/>
                  </a:lnTo>
                  <a:lnTo>
                    <a:pt x="926335" y="171178"/>
                  </a:lnTo>
                  <a:lnTo>
                    <a:pt x="928798" y="175827"/>
                  </a:lnTo>
                  <a:lnTo>
                    <a:pt x="931262" y="180317"/>
                  </a:lnTo>
                  <a:lnTo>
                    <a:pt x="933726" y="184684"/>
                  </a:lnTo>
                  <a:lnTo>
                    <a:pt x="936189" y="188927"/>
                  </a:lnTo>
                  <a:lnTo>
                    <a:pt x="938653" y="193043"/>
                  </a:lnTo>
                  <a:lnTo>
                    <a:pt x="941117" y="196997"/>
                  </a:lnTo>
                  <a:lnTo>
                    <a:pt x="943580" y="200805"/>
                  </a:lnTo>
                  <a:lnTo>
                    <a:pt x="946044" y="204485"/>
                  </a:lnTo>
                  <a:lnTo>
                    <a:pt x="948508" y="208037"/>
                  </a:lnTo>
                  <a:lnTo>
                    <a:pt x="950971" y="211450"/>
                  </a:lnTo>
                  <a:lnTo>
                    <a:pt x="953435" y="214697"/>
                  </a:lnTo>
                  <a:lnTo>
                    <a:pt x="955899" y="217819"/>
                  </a:lnTo>
                  <a:lnTo>
                    <a:pt x="958362" y="220818"/>
                  </a:lnTo>
                  <a:lnTo>
                    <a:pt x="960826" y="223696"/>
                  </a:lnTo>
                  <a:lnTo>
                    <a:pt x="963290" y="226421"/>
                  </a:lnTo>
                  <a:lnTo>
                    <a:pt x="965753" y="229016"/>
                  </a:lnTo>
                  <a:lnTo>
                    <a:pt x="968217" y="231498"/>
                  </a:lnTo>
                  <a:lnTo>
                    <a:pt x="970681" y="233869"/>
                  </a:lnTo>
                  <a:lnTo>
                    <a:pt x="973144" y="236122"/>
                  </a:lnTo>
                  <a:lnTo>
                    <a:pt x="975608" y="238236"/>
                  </a:lnTo>
                  <a:lnTo>
                    <a:pt x="978072" y="240250"/>
                  </a:lnTo>
                  <a:lnTo>
                    <a:pt x="980535" y="242164"/>
                  </a:lnTo>
                  <a:lnTo>
                    <a:pt x="982999" y="243982"/>
                  </a:lnTo>
                  <a:lnTo>
                    <a:pt x="985463" y="245680"/>
                  </a:lnTo>
                  <a:lnTo>
                    <a:pt x="987926" y="247279"/>
                  </a:lnTo>
                  <a:lnTo>
                    <a:pt x="990390" y="248792"/>
                  </a:lnTo>
                  <a:lnTo>
                    <a:pt x="992853" y="250221"/>
                  </a:lnTo>
                  <a:lnTo>
                    <a:pt x="995317" y="251563"/>
                  </a:lnTo>
                  <a:lnTo>
                    <a:pt x="997781" y="252804"/>
                  </a:lnTo>
                  <a:lnTo>
                    <a:pt x="1000244" y="253973"/>
                  </a:lnTo>
                  <a:lnTo>
                    <a:pt x="1002708" y="255071"/>
                  </a:lnTo>
                  <a:lnTo>
                    <a:pt x="1005172" y="256100"/>
                  </a:lnTo>
                  <a:lnTo>
                    <a:pt x="1007635" y="257047"/>
                  </a:lnTo>
                  <a:lnTo>
                    <a:pt x="1010099" y="257927"/>
                  </a:lnTo>
                  <a:lnTo>
                    <a:pt x="1012563" y="258749"/>
                  </a:lnTo>
                  <a:lnTo>
                    <a:pt x="1015026" y="259516"/>
                  </a:lnTo>
                  <a:lnTo>
                    <a:pt x="1017490" y="260225"/>
                  </a:lnTo>
                  <a:lnTo>
                    <a:pt x="1019954" y="260870"/>
                  </a:lnTo>
                  <a:lnTo>
                    <a:pt x="1022417" y="261470"/>
                  </a:lnTo>
                  <a:lnTo>
                    <a:pt x="1024881" y="262026"/>
                  </a:lnTo>
                  <a:lnTo>
                    <a:pt x="1027345" y="262541"/>
                  </a:lnTo>
                  <a:lnTo>
                    <a:pt x="1029808" y="263006"/>
                  </a:lnTo>
                  <a:lnTo>
                    <a:pt x="1032272" y="263433"/>
                  </a:lnTo>
                  <a:lnTo>
                    <a:pt x="1034736" y="263828"/>
                  </a:lnTo>
                  <a:lnTo>
                    <a:pt x="1037199" y="264191"/>
                  </a:lnTo>
                  <a:lnTo>
                    <a:pt x="1039663" y="264524"/>
                  </a:lnTo>
                  <a:lnTo>
                    <a:pt x="1042127" y="264822"/>
                  </a:lnTo>
                  <a:lnTo>
                    <a:pt x="1044590" y="265098"/>
                  </a:lnTo>
                  <a:lnTo>
                    <a:pt x="1047054" y="265351"/>
                  </a:lnTo>
                  <a:lnTo>
                    <a:pt x="1049518" y="265585"/>
                  </a:lnTo>
                  <a:lnTo>
                    <a:pt x="1051981" y="265795"/>
                  </a:lnTo>
                  <a:lnTo>
                    <a:pt x="1054445" y="265987"/>
                  </a:lnTo>
                  <a:lnTo>
                    <a:pt x="1056909" y="266164"/>
                  </a:lnTo>
                  <a:lnTo>
                    <a:pt x="1059372" y="266328"/>
                  </a:lnTo>
                  <a:lnTo>
                    <a:pt x="1061836" y="266479"/>
                  </a:lnTo>
                  <a:lnTo>
                    <a:pt x="1064300" y="266616"/>
                  </a:lnTo>
                  <a:lnTo>
                    <a:pt x="1066763" y="266743"/>
                  </a:lnTo>
                  <a:lnTo>
                    <a:pt x="1069227" y="266862"/>
                  </a:lnTo>
                  <a:lnTo>
                    <a:pt x="1071691" y="266972"/>
                  </a:lnTo>
                  <a:lnTo>
                    <a:pt x="1074154" y="267074"/>
                  </a:lnTo>
                  <a:lnTo>
                    <a:pt x="1076618" y="267169"/>
                  </a:lnTo>
                  <a:lnTo>
                    <a:pt x="1079082" y="267259"/>
                  </a:lnTo>
                  <a:lnTo>
                    <a:pt x="1081545" y="267343"/>
                  </a:lnTo>
                  <a:lnTo>
                    <a:pt x="1084009" y="267423"/>
                  </a:lnTo>
                  <a:lnTo>
                    <a:pt x="1086472" y="267497"/>
                  </a:lnTo>
                  <a:lnTo>
                    <a:pt x="1088936" y="267567"/>
                  </a:lnTo>
                  <a:lnTo>
                    <a:pt x="1091400" y="267634"/>
                  </a:lnTo>
                  <a:lnTo>
                    <a:pt x="1093863" y="267698"/>
                  </a:lnTo>
                  <a:lnTo>
                    <a:pt x="1096327" y="267757"/>
                  </a:lnTo>
                  <a:lnTo>
                    <a:pt x="1098791" y="267813"/>
                  </a:lnTo>
                  <a:lnTo>
                    <a:pt x="1101254" y="267866"/>
                  </a:lnTo>
                  <a:lnTo>
                    <a:pt x="1103718" y="267916"/>
                  </a:lnTo>
                  <a:lnTo>
                    <a:pt x="1106182" y="267963"/>
                  </a:lnTo>
                  <a:lnTo>
                    <a:pt x="1108645" y="268006"/>
                  </a:lnTo>
                  <a:lnTo>
                    <a:pt x="1111109" y="268047"/>
                  </a:lnTo>
                  <a:lnTo>
                    <a:pt x="1113573" y="268084"/>
                  </a:lnTo>
                  <a:lnTo>
                    <a:pt x="1116036" y="268119"/>
                  </a:lnTo>
                  <a:lnTo>
                    <a:pt x="1118500" y="268150"/>
                  </a:lnTo>
                  <a:lnTo>
                    <a:pt x="1120964" y="268177"/>
                  </a:lnTo>
                  <a:lnTo>
                    <a:pt x="1123427" y="268202"/>
                  </a:lnTo>
                  <a:lnTo>
                    <a:pt x="1125891" y="268224"/>
                  </a:lnTo>
                  <a:lnTo>
                    <a:pt x="1128355" y="268243"/>
                  </a:lnTo>
                  <a:lnTo>
                    <a:pt x="1130818" y="268258"/>
                  </a:lnTo>
                  <a:lnTo>
                    <a:pt x="1133282" y="268270"/>
                  </a:lnTo>
                  <a:lnTo>
                    <a:pt x="1135746" y="268279"/>
                  </a:lnTo>
                  <a:lnTo>
                    <a:pt x="1138209" y="268286"/>
                  </a:lnTo>
                  <a:lnTo>
                    <a:pt x="1140673" y="268289"/>
                  </a:lnTo>
                  <a:lnTo>
                    <a:pt x="1143137" y="268290"/>
                  </a:lnTo>
                  <a:lnTo>
                    <a:pt x="1145600" y="268288"/>
                  </a:lnTo>
                  <a:lnTo>
                    <a:pt x="1148064" y="268284"/>
                  </a:lnTo>
                  <a:lnTo>
                    <a:pt x="1150528" y="268278"/>
                  </a:lnTo>
                  <a:lnTo>
                    <a:pt x="1152991" y="268269"/>
                  </a:lnTo>
                  <a:lnTo>
                    <a:pt x="1155455" y="268259"/>
                  </a:lnTo>
                  <a:lnTo>
                    <a:pt x="1157919" y="268247"/>
                  </a:lnTo>
                  <a:lnTo>
                    <a:pt x="1160382" y="268235"/>
                  </a:lnTo>
                  <a:lnTo>
                    <a:pt x="1162846" y="268221"/>
                  </a:lnTo>
                  <a:lnTo>
                    <a:pt x="1165310" y="268206"/>
                  </a:lnTo>
                  <a:lnTo>
                    <a:pt x="1167773" y="268191"/>
                  </a:lnTo>
                  <a:lnTo>
                    <a:pt x="1170237" y="268175"/>
                  </a:lnTo>
                  <a:lnTo>
                    <a:pt x="1172701" y="268160"/>
                  </a:lnTo>
                  <a:lnTo>
                    <a:pt x="1175164" y="268144"/>
                  </a:lnTo>
                  <a:lnTo>
                    <a:pt x="1177628" y="268130"/>
                  </a:lnTo>
                  <a:lnTo>
                    <a:pt x="1180091" y="268116"/>
                  </a:lnTo>
                  <a:lnTo>
                    <a:pt x="1182555" y="268103"/>
                  </a:lnTo>
                  <a:lnTo>
                    <a:pt x="1185019" y="268092"/>
                  </a:lnTo>
                  <a:lnTo>
                    <a:pt x="1187482" y="268082"/>
                  </a:lnTo>
                  <a:lnTo>
                    <a:pt x="1189946" y="268074"/>
                  </a:lnTo>
                  <a:lnTo>
                    <a:pt x="1192410" y="268067"/>
                  </a:lnTo>
                  <a:lnTo>
                    <a:pt x="1194873" y="268062"/>
                  </a:lnTo>
                  <a:lnTo>
                    <a:pt x="1197337" y="268060"/>
                  </a:lnTo>
                  <a:lnTo>
                    <a:pt x="1199801" y="268060"/>
                  </a:lnTo>
                  <a:lnTo>
                    <a:pt x="1202264" y="268062"/>
                  </a:lnTo>
                  <a:lnTo>
                    <a:pt x="1204728" y="268066"/>
                  </a:lnTo>
                  <a:lnTo>
                    <a:pt x="1207192" y="268073"/>
                  </a:lnTo>
                  <a:lnTo>
                    <a:pt x="1209655" y="268082"/>
                  </a:lnTo>
                  <a:lnTo>
                    <a:pt x="1212119" y="268093"/>
                  </a:lnTo>
                  <a:lnTo>
                    <a:pt x="1214583" y="268106"/>
                  </a:lnTo>
                  <a:lnTo>
                    <a:pt x="1217046" y="268121"/>
                  </a:lnTo>
                  <a:lnTo>
                    <a:pt x="1219510" y="268138"/>
                  </a:lnTo>
                  <a:lnTo>
                    <a:pt x="1221974" y="268158"/>
                  </a:lnTo>
                  <a:lnTo>
                    <a:pt x="1224437" y="268178"/>
                  </a:lnTo>
                  <a:lnTo>
                    <a:pt x="1226901" y="268201"/>
                  </a:lnTo>
                  <a:lnTo>
                    <a:pt x="1229365" y="268225"/>
                  </a:lnTo>
                  <a:lnTo>
                    <a:pt x="1231828" y="268250"/>
                  </a:lnTo>
                  <a:lnTo>
                    <a:pt x="1234292" y="268276"/>
                  </a:lnTo>
                  <a:lnTo>
                    <a:pt x="1236756" y="268303"/>
                  </a:lnTo>
                  <a:lnTo>
                    <a:pt x="1239219" y="268331"/>
                  </a:lnTo>
                  <a:lnTo>
                    <a:pt x="1241683" y="268359"/>
                  </a:lnTo>
                  <a:lnTo>
                    <a:pt x="1244147" y="268387"/>
                  </a:lnTo>
                  <a:lnTo>
                    <a:pt x="1246610" y="268416"/>
                  </a:lnTo>
                  <a:lnTo>
                    <a:pt x="1249074" y="268445"/>
                  </a:lnTo>
                  <a:lnTo>
                    <a:pt x="1251538" y="268473"/>
                  </a:lnTo>
                  <a:lnTo>
                    <a:pt x="1254001" y="268501"/>
                  </a:lnTo>
                  <a:lnTo>
                    <a:pt x="1256465" y="268528"/>
                  </a:lnTo>
                  <a:lnTo>
                    <a:pt x="1258929" y="268555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894670" y="4199246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95761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4272349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4587081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4901813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521654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tx214"/>
            <p:cNvSpPr/>
            <p:nvPr/>
          </p:nvSpPr>
          <p:spPr>
            <a:xfrm>
              <a:off x="3879936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4194668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4509400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4824132" y="4261549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5107787" y="426018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4544414" y="4410971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20" name="rc220"/>
            <p:cNvSpPr/>
            <p:nvPr/>
          </p:nvSpPr>
          <p:spPr>
            <a:xfrm>
              <a:off x="5349081" y="2595080"/>
              <a:ext cx="1524000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5418670" y="2892358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481616" y="3027233"/>
              <a:ext cx="1258929" cy="1112609"/>
            </a:xfrm>
            <a:custGeom>
              <a:avLst/>
              <a:pathLst>
                <a:path w="1258929" h="1112609">
                  <a:moveTo>
                    <a:pt x="0" y="1112609"/>
                  </a:moveTo>
                  <a:lnTo>
                    <a:pt x="2463" y="1112609"/>
                  </a:lnTo>
                  <a:lnTo>
                    <a:pt x="4927" y="1112609"/>
                  </a:lnTo>
                  <a:lnTo>
                    <a:pt x="7390" y="1112609"/>
                  </a:lnTo>
                  <a:lnTo>
                    <a:pt x="9854" y="1112609"/>
                  </a:lnTo>
                  <a:lnTo>
                    <a:pt x="12318" y="1112609"/>
                  </a:lnTo>
                  <a:lnTo>
                    <a:pt x="14781" y="1112608"/>
                  </a:lnTo>
                  <a:lnTo>
                    <a:pt x="17245" y="1112608"/>
                  </a:lnTo>
                  <a:lnTo>
                    <a:pt x="19709" y="1112606"/>
                  </a:lnTo>
                  <a:lnTo>
                    <a:pt x="22172" y="1112604"/>
                  </a:lnTo>
                  <a:lnTo>
                    <a:pt x="24636" y="1112600"/>
                  </a:lnTo>
                  <a:lnTo>
                    <a:pt x="27100" y="1112594"/>
                  </a:lnTo>
                  <a:lnTo>
                    <a:pt x="29563" y="1112582"/>
                  </a:lnTo>
                  <a:lnTo>
                    <a:pt x="32027" y="1112563"/>
                  </a:lnTo>
                  <a:lnTo>
                    <a:pt x="34491" y="1112532"/>
                  </a:lnTo>
                  <a:lnTo>
                    <a:pt x="36954" y="1112484"/>
                  </a:lnTo>
                  <a:lnTo>
                    <a:pt x="39418" y="1112407"/>
                  </a:lnTo>
                  <a:lnTo>
                    <a:pt x="41882" y="1112291"/>
                  </a:lnTo>
                  <a:lnTo>
                    <a:pt x="44345" y="1112115"/>
                  </a:lnTo>
                  <a:lnTo>
                    <a:pt x="46809" y="1111855"/>
                  </a:lnTo>
                  <a:lnTo>
                    <a:pt x="49273" y="1111465"/>
                  </a:lnTo>
                  <a:lnTo>
                    <a:pt x="51736" y="1110881"/>
                  </a:lnTo>
                  <a:lnTo>
                    <a:pt x="54200" y="1110045"/>
                  </a:lnTo>
                  <a:lnTo>
                    <a:pt x="56664" y="1108869"/>
                  </a:lnTo>
                  <a:lnTo>
                    <a:pt x="59127" y="1107241"/>
                  </a:lnTo>
                  <a:lnTo>
                    <a:pt x="61591" y="1105028"/>
                  </a:lnTo>
                  <a:lnTo>
                    <a:pt x="64055" y="1102069"/>
                  </a:lnTo>
                  <a:lnTo>
                    <a:pt x="66518" y="1098175"/>
                  </a:lnTo>
                  <a:lnTo>
                    <a:pt x="68982" y="1093132"/>
                  </a:lnTo>
                  <a:lnTo>
                    <a:pt x="71446" y="1086498"/>
                  </a:lnTo>
                  <a:lnTo>
                    <a:pt x="73909" y="1078067"/>
                  </a:lnTo>
                  <a:lnTo>
                    <a:pt x="76373" y="1067609"/>
                  </a:lnTo>
                  <a:lnTo>
                    <a:pt x="78837" y="1054851"/>
                  </a:lnTo>
                  <a:lnTo>
                    <a:pt x="81300" y="1039540"/>
                  </a:lnTo>
                  <a:lnTo>
                    <a:pt x="83764" y="1021453"/>
                  </a:lnTo>
                  <a:lnTo>
                    <a:pt x="86228" y="1000418"/>
                  </a:lnTo>
                  <a:lnTo>
                    <a:pt x="88691" y="976322"/>
                  </a:lnTo>
                  <a:lnTo>
                    <a:pt x="91155" y="949112"/>
                  </a:lnTo>
                  <a:lnTo>
                    <a:pt x="93618" y="918456"/>
                  </a:lnTo>
                  <a:lnTo>
                    <a:pt x="96082" y="884993"/>
                  </a:lnTo>
                  <a:lnTo>
                    <a:pt x="98546" y="849003"/>
                  </a:lnTo>
                  <a:lnTo>
                    <a:pt x="101009" y="810841"/>
                  </a:lnTo>
                  <a:lnTo>
                    <a:pt x="103473" y="770911"/>
                  </a:lnTo>
                  <a:lnTo>
                    <a:pt x="105937" y="729652"/>
                  </a:lnTo>
                  <a:lnTo>
                    <a:pt x="108400" y="687507"/>
                  </a:lnTo>
                  <a:lnTo>
                    <a:pt x="110864" y="644902"/>
                  </a:lnTo>
                  <a:lnTo>
                    <a:pt x="113328" y="602233"/>
                  </a:lnTo>
                  <a:lnTo>
                    <a:pt x="115791" y="559886"/>
                  </a:lnTo>
                  <a:lnTo>
                    <a:pt x="118255" y="518060"/>
                  </a:lnTo>
                  <a:lnTo>
                    <a:pt x="120719" y="476874"/>
                  </a:lnTo>
                  <a:lnTo>
                    <a:pt x="123182" y="436387"/>
                  </a:lnTo>
                  <a:lnTo>
                    <a:pt x="125646" y="396618"/>
                  </a:lnTo>
                  <a:lnTo>
                    <a:pt x="128110" y="357576"/>
                  </a:lnTo>
                  <a:lnTo>
                    <a:pt x="130573" y="319283"/>
                  </a:lnTo>
                  <a:lnTo>
                    <a:pt x="133037" y="281808"/>
                  </a:lnTo>
                  <a:lnTo>
                    <a:pt x="135501" y="245395"/>
                  </a:lnTo>
                  <a:lnTo>
                    <a:pt x="137964" y="210354"/>
                  </a:lnTo>
                  <a:lnTo>
                    <a:pt x="140428" y="177002"/>
                  </a:lnTo>
                  <a:lnTo>
                    <a:pt x="142892" y="145803"/>
                  </a:lnTo>
                  <a:lnTo>
                    <a:pt x="145355" y="117269"/>
                  </a:lnTo>
                  <a:lnTo>
                    <a:pt x="147819" y="91929"/>
                  </a:lnTo>
                  <a:lnTo>
                    <a:pt x="150283" y="70286"/>
                  </a:lnTo>
                  <a:lnTo>
                    <a:pt x="152746" y="52781"/>
                  </a:lnTo>
                  <a:lnTo>
                    <a:pt x="155210" y="39744"/>
                  </a:lnTo>
                  <a:lnTo>
                    <a:pt x="157674" y="31909"/>
                  </a:lnTo>
                  <a:lnTo>
                    <a:pt x="160137" y="28760"/>
                  </a:lnTo>
                  <a:lnTo>
                    <a:pt x="162601" y="29848"/>
                  </a:lnTo>
                  <a:lnTo>
                    <a:pt x="165065" y="34662"/>
                  </a:lnTo>
                  <a:lnTo>
                    <a:pt x="167528" y="42521"/>
                  </a:lnTo>
                  <a:lnTo>
                    <a:pt x="169992" y="52605"/>
                  </a:lnTo>
                  <a:lnTo>
                    <a:pt x="172456" y="63994"/>
                  </a:lnTo>
                  <a:lnTo>
                    <a:pt x="174919" y="75718"/>
                  </a:lnTo>
                  <a:lnTo>
                    <a:pt x="177383" y="86785"/>
                  </a:lnTo>
                  <a:lnTo>
                    <a:pt x="179847" y="95915"/>
                  </a:lnTo>
                  <a:lnTo>
                    <a:pt x="182310" y="102476"/>
                  </a:lnTo>
                  <a:lnTo>
                    <a:pt x="184774" y="105928"/>
                  </a:lnTo>
                  <a:lnTo>
                    <a:pt x="187237" y="105941"/>
                  </a:lnTo>
                  <a:lnTo>
                    <a:pt x="189701" y="102411"/>
                  </a:lnTo>
                  <a:lnTo>
                    <a:pt x="192165" y="95463"/>
                  </a:lnTo>
                  <a:lnTo>
                    <a:pt x="194628" y="85451"/>
                  </a:lnTo>
                  <a:lnTo>
                    <a:pt x="197092" y="72943"/>
                  </a:lnTo>
                  <a:lnTo>
                    <a:pt x="199556" y="58669"/>
                  </a:lnTo>
                  <a:lnTo>
                    <a:pt x="202019" y="43766"/>
                  </a:lnTo>
                  <a:lnTo>
                    <a:pt x="204483" y="29475"/>
                  </a:lnTo>
                  <a:lnTo>
                    <a:pt x="206947" y="16900"/>
                  </a:lnTo>
                  <a:lnTo>
                    <a:pt x="209410" y="7128"/>
                  </a:lnTo>
                  <a:lnTo>
                    <a:pt x="211874" y="1186"/>
                  </a:lnTo>
                  <a:lnTo>
                    <a:pt x="214338" y="0"/>
                  </a:lnTo>
                  <a:lnTo>
                    <a:pt x="216801" y="4358"/>
                  </a:lnTo>
                  <a:lnTo>
                    <a:pt x="219265" y="14881"/>
                  </a:lnTo>
                  <a:lnTo>
                    <a:pt x="221729" y="32592"/>
                  </a:lnTo>
                  <a:lnTo>
                    <a:pt x="224192" y="57501"/>
                  </a:lnTo>
                  <a:lnTo>
                    <a:pt x="226656" y="89080"/>
                  </a:lnTo>
                  <a:lnTo>
                    <a:pt x="229120" y="127000"/>
                  </a:lnTo>
                  <a:lnTo>
                    <a:pt x="231583" y="170751"/>
                  </a:lnTo>
                  <a:lnTo>
                    <a:pt x="234047" y="219662"/>
                  </a:lnTo>
                  <a:lnTo>
                    <a:pt x="236511" y="272930"/>
                  </a:lnTo>
                  <a:lnTo>
                    <a:pt x="238974" y="329651"/>
                  </a:lnTo>
                  <a:lnTo>
                    <a:pt x="241438" y="388852"/>
                  </a:lnTo>
                  <a:lnTo>
                    <a:pt x="243902" y="449546"/>
                  </a:lnTo>
                  <a:lnTo>
                    <a:pt x="246365" y="510412"/>
                  </a:lnTo>
                  <a:lnTo>
                    <a:pt x="248829" y="570498"/>
                  </a:lnTo>
                  <a:lnTo>
                    <a:pt x="251293" y="628967"/>
                  </a:lnTo>
                  <a:lnTo>
                    <a:pt x="253756" y="685085"/>
                  </a:lnTo>
                  <a:lnTo>
                    <a:pt x="256220" y="738231"/>
                  </a:lnTo>
                  <a:lnTo>
                    <a:pt x="258684" y="787911"/>
                  </a:lnTo>
                  <a:lnTo>
                    <a:pt x="261147" y="833758"/>
                  </a:lnTo>
                  <a:lnTo>
                    <a:pt x="263611" y="875465"/>
                  </a:lnTo>
                  <a:lnTo>
                    <a:pt x="266075" y="912428"/>
                  </a:lnTo>
                  <a:lnTo>
                    <a:pt x="268538" y="945239"/>
                  </a:lnTo>
                  <a:lnTo>
                    <a:pt x="271002" y="974031"/>
                  </a:lnTo>
                  <a:lnTo>
                    <a:pt x="273465" y="999006"/>
                  </a:lnTo>
                  <a:lnTo>
                    <a:pt x="275929" y="1020416"/>
                  </a:lnTo>
                  <a:lnTo>
                    <a:pt x="278393" y="1038553"/>
                  </a:lnTo>
                  <a:lnTo>
                    <a:pt x="280856" y="1053728"/>
                  </a:lnTo>
                  <a:lnTo>
                    <a:pt x="283320" y="1066267"/>
                  </a:lnTo>
                  <a:lnTo>
                    <a:pt x="285784" y="1076387"/>
                  </a:lnTo>
                  <a:lnTo>
                    <a:pt x="288247" y="1084391"/>
                  </a:lnTo>
                  <a:lnTo>
                    <a:pt x="290711" y="1090776"/>
                  </a:lnTo>
                  <a:lnTo>
                    <a:pt x="293175" y="1095797"/>
                  </a:lnTo>
                  <a:lnTo>
                    <a:pt x="295638" y="1099684"/>
                  </a:lnTo>
                  <a:lnTo>
                    <a:pt x="298102" y="1102638"/>
                  </a:lnTo>
                  <a:lnTo>
                    <a:pt x="300566" y="1104837"/>
                  </a:lnTo>
                  <a:lnTo>
                    <a:pt x="303029" y="1106432"/>
                  </a:lnTo>
                  <a:lnTo>
                    <a:pt x="305493" y="1107552"/>
                  </a:lnTo>
                  <a:lnTo>
                    <a:pt x="307957" y="1108281"/>
                  </a:lnTo>
                  <a:lnTo>
                    <a:pt x="310420" y="1108739"/>
                  </a:lnTo>
                  <a:lnTo>
                    <a:pt x="312884" y="1109011"/>
                  </a:lnTo>
                  <a:lnTo>
                    <a:pt x="315348" y="1109151"/>
                  </a:lnTo>
                  <a:lnTo>
                    <a:pt x="317811" y="1109206"/>
                  </a:lnTo>
                  <a:lnTo>
                    <a:pt x="320275" y="1109210"/>
                  </a:lnTo>
                  <a:lnTo>
                    <a:pt x="322739" y="1109192"/>
                  </a:lnTo>
                  <a:lnTo>
                    <a:pt x="325202" y="1109174"/>
                  </a:lnTo>
                  <a:lnTo>
                    <a:pt x="327666" y="1109172"/>
                  </a:lnTo>
                  <a:lnTo>
                    <a:pt x="330130" y="1109203"/>
                  </a:lnTo>
                  <a:lnTo>
                    <a:pt x="332593" y="1109270"/>
                  </a:lnTo>
                  <a:lnTo>
                    <a:pt x="335057" y="1109375"/>
                  </a:lnTo>
                  <a:lnTo>
                    <a:pt x="337521" y="1109516"/>
                  </a:lnTo>
                  <a:lnTo>
                    <a:pt x="339984" y="1109689"/>
                  </a:lnTo>
                  <a:lnTo>
                    <a:pt x="342448" y="1109890"/>
                  </a:lnTo>
                  <a:lnTo>
                    <a:pt x="344912" y="1110111"/>
                  </a:lnTo>
                  <a:lnTo>
                    <a:pt x="347375" y="1110346"/>
                  </a:lnTo>
                  <a:lnTo>
                    <a:pt x="349839" y="1110587"/>
                  </a:lnTo>
                  <a:lnTo>
                    <a:pt x="352303" y="1110824"/>
                  </a:lnTo>
                  <a:lnTo>
                    <a:pt x="354766" y="1111051"/>
                  </a:lnTo>
                  <a:lnTo>
                    <a:pt x="357230" y="1111261"/>
                  </a:lnTo>
                  <a:lnTo>
                    <a:pt x="359694" y="1111450"/>
                  </a:lnTo>
                  <a:lnTo>
                    <a:pt x="362157" y="1111614"/>
                  </a:lnTo>
                  <a:lnTo>
                    <a:pt x="364621" y="1111750"/>
                  </a:lnTo>
                  <a:lnTo>
                    <a:pt x="367084" y="1111855"/>
                  </a:lnTo>
                  <a:lnTo>
                    <a:pt x="369548" y="1111927"/>
                  </a:lnTo>
                  <a:lnTo>
                    <a:pt x="372012" y="1111965"/>
                  </a:lnTo>
                  <a:lnTo>
                    <a:pt x="374475" y="1111965"/>
                  </a:lnTo>
                  <a:lnTo>
                    <a:pt x="376939" y="1111932"/>
                  </a:lnTo>
                  <a:lnTo>
                    <a:pt x="379403" y="1111865"/>
                  </a:lnTo>
                  <a:lnTo>
                    <a:pt x="381866" y="1111765"/>
                  </a:lnTo>
                  <a:lnTo>
                    <a:pt x="384330" y="1111635"/>
                  </a:lnTo>
                  <a:lnTo>
                    <a:pt x="386794" y="1111476"/>
                  </a:lnTo>
                  <a:lnTo>
                    <a:pt x="389257" y="1111291"/>
                  </a:lnTo>
                  <a:lnTo>
                    <a:pt x="391721" y="1111083"/>
                  </a:lnTo>
                  <a:lnTo>
                    <a:pt x="394185" y="1110857"/>
                  </a:lnTo>
                  <a:lnTo>
                    <a:pt x="396648" y="1110621"/>
                  </a:lnTo>
                  <a:lnTo>
                    <a:pt x="399112" y="1110381"/>
                  </a:lnTo>
                  <a:lnTo>
                    <a:pt x="401576" y="1110147"/>
                  </a:lnTo>
                  <a:lnTo>
                    <a:pt x="404039" y="1109925"/>
                  </a:lnTo>
                  <a:lnTo>
                    <a:pt x="406503" y="1109724"/>
                  </a:lnTo>
                  <a:lnTo>
                    <a:pt x="408967" y="1109551"/>
                  </a:lnTo>
                  <a:lnTo>
                    <a:pt x="411430" y="1109413"/>
                  </a:lnTo>
                  <a:lnTo>
                    <a:pt x="413894" y="1109316"/>
                  </a:lnTo>
                  <a:lnTo>
                    <a:pt x="416358" y="1109270"/>
                  </a:lnTo>
                  <a:lnTo>
                    <a:pt x="418821" y="1109273"/>
                  </a:lnTo>
                  <a:lnTo>
                    <a:pt x="421285" y="1109323"/>
                  </a:lnTo>
                  <a:lnTo>
                    <a:pt x="423749" y="1109417"/>
                  </a:lnTo>
                  <a:lnTo>
                    <a:pt x="426212" y="1109553"/>
                  </a:lnTo>
                  <a:lnTo>
                    <a:pt x="428676" y="1109724"/>
                  </a:lnTo>
                  <a:lnTo>
                    <a:pt x="431140" y="1109923"/>
                  </a:lnTo>
                  <a:lnTo>
                    <a:pt x="433603" y="1110144"/>
                  </a:lnTo>
                  <a:lnTo>
                    <a:pt x="436067" y="1110379"/>
                  </a:lnTo>
                  <a:lnTo>
                    <a:pt x="438531" y="1110617"/>
                  </a:lnTo>
                  <a:lnTo>
                    <a:pt x="440994" y="1110850"/>
                  </a:lnTo>
                  <a:lnTo>
                    <a:pt x="443458" y="1111071"/>
                  </a:lnTo>
                  <a:lnTo>
                    <a:pt x="445922" y="1111274"/>
                  </a:lnTo>
                  <a:lnTo>
                    <a:pt x="448385" y="1111454"/>
                  </a:lnTo>
                  <a:lnTo>
                    <a:pt x="450849" y="1111608"/>
                  </a:lnTo>
                  <a:lnTo>
                    <a:pt x="453312" y="1111731"/>
                  </a:lnTo>
                  <a:lnTo>
                    <a:pt x="455776" y="1111821"/>
                  </a:lnTo>
                  <a:lnTo>
                    <a:pt x="458240" y="1111874"/>
                  </a:lnTo>
                  <a:lnTo>
                    <a:pt x="460703" y="1111890"/>
                  </a:lnTo>
                  <a:lnTo>
                    <a:pt x="463167" y="1111869"/>
                  </a:lnTo>
                  <a:lnTo>
                    <a:pt x="465631" y="1111813"/>
                  </a:lnTo>
                  <a:lnTo>
                    <a:pt x="468094" y="1111722"/>
                  </a:lnTo>
                  <a:lnTo>
                    <a:pt x="470558" y="1111598"/>
                  </a:lnTo>
                  <a:lnTo>
                    <a:pt x="473022" y="1111443"/>
                  </a:lnTo>
                  <a:lnTo>
                    <a:pt x="475485" y="1111259"/>
                  </a:lnTo>
                  <a:lnTo>
                    <a:pt x="477949" y="1111051"/>
                  </a:lnTo>
                  <a:lnTo>
                    <a:pt x="480413" y="1110822"/>
                  </a:lnTo>
                  <a:lnTo>
                    <a:pt x="482876" y="1110578"/>
                  </a:lnTo>
                  <a:lnTo>
                    <a:pt x="485340" y="1110329"/>
                  </a:lnTo>
                  <a:lnTo>
                    <a:pt x="487804" y="1110079"/>
                  </a:lnTo>
                  <a:lnTo>
                    <a:pt x="490267" y="1109836"/>
                  </a:lnTo>
                  <a:lnTo>
                    <a:pt x="492731" y="1109606"/>
                  </a:lnTo>
                  <a:lnTo>
                    <a:pt x="495195" y="1109396"/>
                  </a:lnTo>
                  <a:lnTo>
                    <a:pt x="497658" y="1109210"/>
                  </a:lnTo>
                  <a:lnTo>
                    <a:pt x="500122" y="1109052"/>
                  </a:lnTo>
                  <a:lnTo>
                    <a:pt x="502586" y="1108928"/>
                  </a:lnTo>
                  <a:lnTo>
                    <a:pt x="505049" y="1108834"/>
                  </a:lnTo>
                  <a:lnTo>
                    <a:pt x="507513" y="1108769"/>
                  </a:lnTo>
                  <a:lnTo>
                    <a:pt x="509977" y="1108727"/>
                  </a:lnTo>
                  <a:lnTo>
                    <a:pt x="512440" y="1108706"/>
                  </a:lnTo>
                  <a:lnTo>
                    <a:pt x="514904" y="1108699"/>
                  </a:lnTo>
                  <a:lnTo>
                    <a:pt x="517368" y="1108702"/>
                  </a:lnTo>
                  <a:lnTo>
                    <a:pt x="519831" y="1108708"/>
                  </a:lnTo>
                  <a:lnTo>
                    <a:pt x="522295" y="1108715"/>
                  </a:lnTo>
                  <a:lnTo>
                    <a:pt x="524759" y="1108717"/>
                  </a:lnTo>
                  <a:lnTo>
                    <a:pt x="527222" y="1108715"/>
                  </a:lnTo>
                  <a:lnTo>
                    <a:pt x="529686" y="1108710"/>
                  </a:lnTo>
                  <a:lnTo>
                    <a:pt x="532150" y="1108704"/>
                  </a:lnTo>
                  <a:lnTo>
                    <a:pt x="534613" y="1108701"/>
                  </a:lnTo>
                  <a:lnTo>
                    <a:pt x="537077" y="1108705"/>
                  </a:lnTo>
                  <a:lnTo>
                    <a:pt x="539541" y="1108724"/>
                  </a:lnTo>
                  <a:lnTo>
                    <a:pt x="542004" y="1108760"/>
                  </a:lnTo>
                  <a:lnTo>
                    <a:pt x="544468" y="1108823"/>
                  </a:lnTo>
                  <a:lnTo>
                    <a:pt x="546931" y="1108916"/>
                  </a:lnTo>
                  <a:lnTo>
                    <a:pt x="549395" y="1109038"/>
                  </a:lnTo>
                  <a:lnTo>
                    <a:pt x="551859" y="1109191"/>
                  </a:lnTo>
                  <a:lnTo>
                    <a:pt x="554322" y="1109373"/>
                  </a:lnTo>
                  <a:lnTo>
                    <a:pt x="556786" y="1109580"/>
                  </a:lnTo>
                  <a:lnTo>
                    <a:pt x="559250" y="1109808"/>
                  </a:lnTo>
                  <a:lnTo>
                    <a:pt x="561713" y="1110052"/>
                  </a:lnTo>
                  <a:lnTo>
                    <a:pt x="564177" y="1110306"/>
                  </a:lnTo>
                  <a:lnTo>
                    <a:pt x="566641" y="1110563"/>
                  </a:lnTo>
                  <a:lnTo>
                    <a:pt x="569104" y="1110815"/>
                  </a:lnTo>
                  <a:lnTo>
                    <a:pt x="571568" y="1111058"/>
                  </a:lnTo>
                  <a:lnTo>
                    <a:pt x="574032" y="1111286"/>
                  </a:lnTo>
                  <a:lnTo>
                    <a:pt x="576495" y="1111497"/>
                  </a:lnTo>
                  <a:lnTo>
                    <a:pt x="578959" y="1111687"/>
                  </a:lnTo>
                  <a:lnTo>
                    <a:pt x="581423" y="1111857"/>
                  </a:lnTo>
                  <a:lnTo>
                    <a:pt x="583886" y="1112004"/>
                  </a:lnTo>
                  <a:lnTo>
                    <a:pt x="586350" y="1112131"/>
                  </a:lnTo>
                  <a:lnTo>
                    <a:pt x="588814" y="1112234"/>
                  </a:lnTo>
                  <a:lnTo>
                    <a:pt x="591277" y="1112319"/>
                  </a:lnTo>
                  <a:lnTo>
                    <a:pt x="593741" y="1112388"/>
                  </a:lnTo>
                  <a:lnTo>
                    <a:pt x="596205" y="1112444"/>
                  </a:lnTo>
                  <a:lnTo>
                    <a:pt x="598668" y="1112487"/>
                  </a:lnTo>
                  <a:lnTo>
                    <a:pt x="601132" y="1112520"/>
                  </a:lnTo>
                  <a:lnTo>
                    <a:pt x="603596" y="1112546"/>
                  </a:lnTo>
                  <a:lnTo>
                    <a:pt x="606059" y="1112565"/>
                  </a:lnTo>
                  <a:lnTo>
                    <a:pt x="608523" y="1112578"/>
                  </a:lnTo>
                  <a:lnTo>
                    <a:pt x="610987" y="1112588"/>
                  </a:lnTo>
                  <a:lnTo>
                    <a:pt x="613450" y="1112595"/>
                  </a:lnTo>
                  <a:lnTo>
                    <a:pt x="615914" y="1112600"/>
                  </a:lnTo>
                  <a:lnTo>
                    <a:pt x="618378" y="1112603"/>
                  </a:lnTo>
                  <a:lnTo>
                    <a:pt x="620841" y="1112605"/>
                  </a:lnTo>
                  <a:lnTo>
                    <a:pt x="623305" y="1112607"/>
                  </a:lnTo>
                  <a:lnTo>
                    <a:pt x="625769" y="1112608"/>
                  </a:lnTo>
                  <a:lnTo>
                    <a:pt x="628232" y="1112608"/>
                  </a:lnTo>
                  <a:lnTo>
                    <a:pt x="630696" y="1112609"/>
                  </a:lnTo>
                  <a:lnTo>
                    <a:pt x="633159" y="1112609"/>
                  </a:lnTo>
                  <a:lnTo>
                    <a:pt x="635623" y="1112609"/>
                  </a:lnTo>
                  <a:lnTo>
                    <a:pt x="638087" y="1112609"/>
                  </a:lnTo>
                  <a:lnTo>
                    <a:pt x="640550" y="1112609"/>
                  </a:lnTo>
                  <a:lnTo>
                    <a:pt x="643014" y="1112609"/>
                  </a:lnTo>
                  <a:lnTo>
                    <a:pt x="645478" y="1112609"/>
                  </a:lnTo>
                  <a:lnTo>
                    <a:pt x="647941" y="1112609"/>
                  </a:lnTo>
                  <a:lnTo>
                    <a:pt x="650405" y="1112609"/>
                  </a:lnTo>
                  <a:lnTo>
                    <a:pt x="652869" y="1112609"/>
                  </a:lnTo>
                  <a:lnTo>
                    <a:pt x="655332" y="1112609"/>
                  </a:lnTo>
                  <a:lnTo>
                    <a:pt x="657796" y="1112609"/>
                  </a:lnTo>
                  <a:lnTo>
                    <a:pt x="660260" y="1112609"/>
                  </a:lnTo>
                  <a:lnTo>
                    <a:pt x="662723" y="1112609"/>
                  </a:lnTo>
                  <a:lnTo>
                    <a:pt x="665187" y="1112609"/>
                  </a:lnTo>
                  <a:lnTo>
                    <a:pt x="667651" y="1112609"/>
                  </a:lnTo>
                  <a:lnTo>
                    <a:pt x="670114" y="1112609"/>
                  </a:lnTo>
                  <a:lnTo>
                    <a:pt x="672578" y="1112609"/>
                  </a:lnTo>
                  <a:lnTo>
                    <a:pt x="675042" y="1112609"/>
                  </a:lnTo>
                  <a:lnTo>
                    <a:pt x="677505" y="1112609"/>
                  </a:lnTo>
                  <a:lnTo>
                    <a:pt x="679969" y="1112609"/>
                  </a:lnTo>
                  <a:lnTo>
                    <a:pt x="682433" y="1112609"/>
                  </a:lnTo>
                  <a:lnTo>
                    <a:pt x="684896" y="1112609"/>
                  </a:lnTo>
                  <a:lnTo>
                    <a:pt x="687360" y="1112609"/>
                  </a:lnTo>
                  <a:lnTo>
                    <a:pt x="689824" y="1112609"/>
                  </a:lnTo>
                  <a:lnTo>
                    <a:pt x="692287" y="1112609"/>
                  </a:lnTo>
                  <a:lnTo>
                    <a:pt x="694751" y="1112609"/>
                  </a:lnTo>
                  <a:lnTo>
                    <a:pt x="697215" y="1112609"/>
                  </a:lnTo>
                  <a:lnTo>
                    <a:pt x="699678" y="1112609"/>
                  </a:lnTo>
                  <a:lnTo>
                    <a:pt x="702142" y="1112609"/>
                  </a:lnTo>
                  <a:lnTo>
                    <a:pt x="704606" y="1112609"/>
                  </a:lnTo>
                  <a:lnTo>
                    <a:pt x="707069" y="1112609"/>
                  </a:lnTo>
                  <a:lnTo>
                    <a:pt x="709533" y="1112609"/>
                  </a:lnTo>
                  <a:lnTo>
                    <a:pt x="711997" y="1112609"/>
                  </a:lnTo>
                  <a:lnTo>
                    <a:pt x="714460" y="1112609"/>
                  </a:lnTo>
                  <a:lnTo>
                    <a:pt x="716924" y="1112609"/>
                  </a:lnTo>
                  <a:lnTo>
                    <a:pt x="719388" y="1112609"/>
                  </a:lnTo>
                  <a:lnTo>
                    <a:pt x="721851" y="1112609"/>
                  </a:lnTo>
                  <a:lnTo>
                    <a:pt x="724315" y="1112609"/>
                  </a:lnTo>
                  <a:lnTo>
                    <a:pt x="726778" y="1112609"/>
                  </a:lnTo>
                  <a:lnTo>
                    <a:pt x="729242" y="1112609"/>
                  </a:lnTo>
                  <a:lnTo>
                    <a:pt x="731706" y="1112609"/>
                  </a:lnTo>
                  <a:lnTo>
                    <a:pt x="734169" y="1112609"/>
                  </a:lnTo>
                  <a:lnTo>
                    <a:pt x="736633" y="1112609"/>
                  </a:lnTo>
                  <a:lnTo>
                    <a:pt x="739097" y="1112609"/>
                  </a:lnTo>
                  <a:lnTo>
                    <a:pt x="741560" y="1112609"/>
                  </a:lnTo>
                  <a:lnTo>
                    <a:pt x="744024" y="1112609"/>
                  </a:lnTo>
                  <a:lnTo>
                    <a:pt x="746488" y="1112609"/>
                  </a:lnTo>
                  <a:lnTo>
                    <a:pt x="748951" y="1112609"/>
                  </a:lnTo>
                  <a:lnTo>
                    <a:pt x="751415" y="1112609"/>
                  </a:lnTo>
                  <a:lnTo>
                    <a:pt x="753879" y="1112609"/>
                  </a:lnTo>
                  <a:lnTo>
                    <a:pt x="756342" y="1112609"/>
                  </a:lnTo>
                  <a:lnTo>
                    <a:pt x="758806" y="1112609"/>
                  </a:lnTo>
                  <a:lnTo>
                    <a:pt x="761270" y="1112609"/>
                  </a:lnTo>
                  <a:lnTo>
                    <a:pt x="763733" y="1112609"/>
                  </a:lnTo>
                  <a:lnTo>
                    <a:pt x="766197" y="1112609"/>
                  </a:lnTo>
                  <a:lnTo>
                    <a:pt x="768661" y="1112609"/>
                  </a:lnTo>
                  <a:lnTo>
                    <a:pt x="771124" y="1112609"/>
                  </a:lnTo>
                  <a:lnTo>
                    <a:pt x="773588" y="1112609"/>
                  </a:lnTo>
                  <a:lnTo>
                    <a:pt x="776052" y="1112609"/>
                  </a:lnTo>
                  <a:lnTo>
                    <a:pt x="778515" y="1112609"/>
                  </a:lnTo>
                  <a:lnTo>
                    <a:pt x="780979" y="1112609"/>
                  </a:lnTo>
                  <a:lnTo>
                    <a:pt x="783443" y="1112609"/>
                  </a:lnTo>
                  <a:lnTo>
                    <a:pt x="785906" y="1112609"/>
                  </a:lnTo>
                  <a:lnTo>
                    <a:pt x="788370" y="1112609"/>
                  </a:lnTo>
                  <a:lnTo>
                    <a:pt x="790834" y="1112609"/>
                  </a:lnTo>
                  <a:lnTo>
                    <a:pt x="793297" y="1112609"/>
                  </a:lnTo>
                  <a:lnTo>
                    <a:pt x="795761" y="1112609"/>
                  </a:lnTo>
                  <a:lnTo>
                    <a:pt x="798225" y="1112609"/>
                  </a:lnTo>
                  <a:lnTo>
                    <a:pt x="800688" y="1112609"/>
                  </a:lnTo>
                  <a:lnTo>
                    <a:pt x="803152" y="1112609"/>
                  </a:lnTo>
                  <a:lnTo>
                    <a:pt x="805616" y="1112609"/>
                  </a:lnTo>
                  <a:lnTo>
                    <a:pt x="808079" y="1112609"/>
                  </a:lnTo>
                  <a:lnTo>
                    <a:pt x="810543" y="1112609"/>
                  </a:lnTo>
                  <a:lnTo>
                    <a:pt x="813006" y="1112609"/>
                  </a:lnTo>
                  <a:lnTo>
                    <a:pt x="815470" y="1112609"/>
                  </a:lnTo>
                  <a:lnTo>
                    <a:pt x="817934" y="1112609"/>
                  </a:lnTo>
                  <a:lnTo>
                    <a:pt x="820397" y="1112609"/>
                  </a:lnTo>
                  <a:lnTo>
                    <a:pt x="822861" y="1112609"/>
                  </a:lnTo>
                  <a:lnTo>
                    <a:pt x="825325" y="1112609"/>
                  </a:lnTo>
                  <a:lnTo>
                    <a:pt x="827788" y="1112609"/>
                  </a:lnTo>
                  <a:lnTo>
                    <a:pt x="830252" y="1112609"/>
                  </a:lnTo>
                  <a:lnTo>
                    <a:pt x="832716" y="1112609"/>
                  </a:lnTo>
                  <a:lnTo>
                    <a:pt x="835179" y="1112609"/>
                  </a:lnTo>
                  <a:lnTo>
                    <a:pt x="837643" y="1112609"/>
                  </a:lnTo>
                  <a:lnTo>
                    <a:pt x="840107" y="1112609"/>
                  </a:lnTo>
                  <a:lnTo>
                    <a:pt x="842570" y="1112609"/>
                  </a:lnTo>
                  <a:lnTo>
                    <a:pt x="845034" y="1112609"/>
                  </a:lnTo>
                  <a:lnTo>
                    <a:pt x="847498" y="1112609"/>
                  </a:lnTo>
                  <a:lnTo>
                    <a:pt x="849961" y="1112609"/>
                  </a:lnTo>
                  <a:lnTo>
                    <a:pt x="852425" y="1112609"/>
                  </a:lnTo>
                  <a:lnTo>
                    <a:pt x="854889" y="1112609"/>
                  </a:lnTo>
                  <a:lnTo>
                    <a:pt x="857352" y="1112609"/>
                  </a:lnTo>
                  <a:lnTo>
                    <a:pt x="859816" y="1112609"/>
                  </a:lnTo>
                  <a:lnTo>
                    <a:pt x="862280" y="1112609"/>
                  </a:lnTo>
                  <a:lnTo>
                    <a:pt x="864743" y="1112609"/>
                  </a:lnTo>
                  <a:lnTo>
                    <a:pt x="867207" y="1112609"/>
                  </a:lnTo>
                  <a:lnTo>
                    <a:pt x="869671" y="1112609"/>
                  </a:lnTo>
                  <a:lnTo>
                    <a:pt x="872134" y="1112609"/>
                  </a:lnTo>
                  <a:lnTo>
                    <a:pt x="874598" y="1112609"/>
                  </a:lnTo>
                  <a:lnTo>
                    <a:pt x="877062" y="1112609"/>
                  </a:lnTo>
                  <a:lnTo>
                    <a:pt x="879525" y="1112609"/>
                  </a:lnTo>
                  <a:lnTo>
                    <a:pt x="881989" y="1112609"/>
                  </a:lnTo>
                  <a:lnTo>
                    <a:pt x="884453" y="1112609"/>
                  </a:lnTo>
                  <a:lnTo>
                    <a:pt x="886916" y="1112609"/>
                  </a:lnTo>
                  <a:lnTo>
                    <a:pt x="889380" y="1112609"/>
                  </a:lnTo>
                  <a:lnTo>
                    <a:pt x="891844" y="1112609"/>
                  </a:lnTo>
                  <a:lnTo>
                    <a:pt x="894307" y="1112609"/>
                  </a:lnTo>
                  <a:lnTo>
                    <a:pt x="896771" y="1112609"/>
                  </a:lnTo>
                  <a:lnTo>
                    <a:pt x="899235" y="1112609"/>
                  </a:lnTo>
                  <a:lnTo>
                    <a:pt x="901698" y="1112609"/>
                  </a:lnTo>
                  <a:lnTo>
                    <a:pt x="904162" y="1112609"/>
                  </a:lnTo>
                  <a:lnTo>
                    <a:pt x="906625" y="1112609"/>
                  </a:lnTo>
                  <a:lnTo>
                    <a:pt x="909089" y="1112609"/>
                  </a:lnTo>
                  <a:lnTo>
                    <a:pt x="911553" y="1112609"/>
                  </a:lnTo>
                  <a:lnTo>
                    <a:pt x="914016" y="1112609"/>
                  </a:lnTo>
                  <a:lnTo>
                    <a:pt x="916480" y="1112609"/>
                  </a:lnTo>
                  <a:lnTo>
                    <a:pt x="918944" y="1112609"/>
                  </a:lnTo>
                  <a:lnTo>
                    <a:pt x="921407" y="1112609"/>
                  </a:lnTo>
                  <a:lnTo>
                    <a:pt x="923871" y="1112609"/>
                  </a:lnTo>
                  <a:lnTo>
                    <a:pt x="926335" y="1112609"/>
                  </a:lnTo>
                  <a:lnTo>
                    <a:pt x="928798" y="1112609"/>
                  </a:lnTo>
                  <a:lnTo>
                    <a:pt x="931262" y="1112609"/>
                  </a:lnTo>
                  <a:lnTo>
                    <a:pt x="933726" y="1112609"/>
                  </a:lnTo>
                  <a:lnTo>
                    <a:pt x="936189" y="1112609"/>
                  </a:lnTo>
                  <a:lnTo>
                    <a:pt x="938653" y="1112609"/>
                  </a:lnTo>
                  <a:lnTo>
                    <a:pt x="941117" y="1112609"/>
                  </a:lnTo>
                  <a:lnTo>
                    <a:pt x="943580" y="1112609"/>
                  </a:lnTo>
                  <a:lnTo>
                    <a:pt x="946044" y="1112609"/>
                  </a:lnTo>
                  <a:lnTo>
                    <a:pt x="948508" y="1112609"/>
                  </a:lnTo>
                  <a:lnTo>
                    <a:pt x="950971" y="1112609"/>
                  </a:lnTo>
                  <a:lnTo>
                    <a:pt x="953435" y="1112609"/>
                  </a:lnTo>
                  <a:lnTo>
                    <a:pt x="955899" y="1112609"/>
                  </a:lnTo>
                  <a:lnTo>
                    <a:pt x="958362" y="1112609"/>
                  </a:lnTo>
                  <a:lnTo>
                    <a:pt x="960826" y="1112609"/>
                  </a:lnTo>
                  <a:lnTo>
                    <a:pt x="963290" y="1112609"/>
                  </a:lnTo>
                  <a:lnTo>
                    <a:pt x="965753" y="1112609"/>
                  </a:lnTo>
                  <a:lnTo>
                    <a:pt x="968217" y="1112609"/>
                  </a:lnTo>
                  <a:lnTo>
                    <a:pt x="970681" y="1112609"/>
                  </a:lnTo>
                  <a:lnTo>
                    <a:pt x="973144" y="1112609"/>
                  </a:lnTo>
                  <a:lnTo>
                    <a:pt x="975608" y="1112609"/>
                  </a:lnTo>
                  <a:lnTo>
                    <a:pt x="978072" y="1112609"/>
                  </a:lnTo>
                  <a:lnTo>
                    <a:pt x="980535" y="1112609"/>
                  </a:lnTo>
                  <a:lnTo>
                    <a:pt x="982999" y="1112609"/>
                  </a:lnTo>
                  <a:lnTo>
                    <a:pt x="985463" y="1112609"/>
                  </a:lnTo>
                  <a:lnTo>
                    <a:pt x="987926" y="1112609"/>
                  </a:lnTo>
                  <a:lnTo>
                    <a:pt x="990390" y="1112609"/>
                  </a:lnTo>
                  <a:lnTo>
                    <a:pt x="992853" y="1112609"/>
                  </a:lnTo>
                  <a:lnTo>
                    <a:pt x="995317" y="1112609"/>
                  </a:lnTo>
                  <a:lnTo>
                    <a:pt x="997781" y="1112609"/>
                  </a:lnTo>
                  <a:lnTo>
                    <a:pt x="1000244" y="1112609"/>
                  </a:lnTo>
                  <a:lnTo>
                    <a:pt x="1002708" y="1112609"/>
                  </a:lnTo>
                  <a:lnTo>
                    <a:pt x="1005172" y="1112609"/>
                  </a:lnTo>
                  <a:lnTo>
                    <a:pt x="1007635" y="1112609"/>
                  </a:lnTo>
                  <a:lnTo>
                    <a:pt x="1010099" y="1112609"/>
                  </a:lnTo>
                  <a:lnTo>
                    <a:pt x="1012563" y="1112609"/>
                  </a:lnTo>
                  <a:lnTo>
                    <a:pt x="1015026" y="1112609"/>
                  </a:lnTo>
                  <a:lnTo>
                    <a:pt x="1017490" y="1112609"/>
                  </a:lnTo>
                  <a:lnTo>
                    <a:pt x="1019954" y="1112609"/>
                  </a:lnTo>
                  <a:lnTo>
                    <a:pt x="1022417" y="1112609"/>
                  </a:lnTo>
                  <a:lnTo>
                    <a:pt x="1024881" y="1112609"/>
                  </a:lnTo>
                  <a:lnTo>
                    <a:pt x="1027345" y="1112609"/>
                  </a:lnTo>
                  <a:lnTo>
                    <a:pt x="1029808" y="1112609"/>
                  </a:lnTo>
                  <a:lnTo>
                    <a:pt x="1032272" y="1112609"/>
                  </a:lnTo>
                  <a:lnTo>
                    <a:pt x="1034736" y="1112609"/>
                  </a:lnTo>
                  <a:lnTo>
                    <a:pt x="1037199" y="1112609"/>
                  </a:lnTo>
                  <a:lnTo>
                    <a:pt x="1039663" y="1112609"/>
                  </a:lnTo>
                  <a:lnTo>
                    <a:pt x="1042127" y="1112609"/>
                  </a:lnTo>
                  <a:lnTo>
                    <a:pt x="1044590" y="1112609"/>
                  </a:lnTo>
                  <a:lnTo>
                    <a:pt x="1047054" y="1112609"/>
                  </a:lnTo>
                  <a:lnTo>
                    <a:pt x="1049518" y="1112609"/>
                  </a:lnTo>
                  <a:lnTo>
                    <a:pt x="1051981" y="1112609"/>
                  </a:lnTo>
                  <a:lnTo>
                    <a:pt x="1054445" y="1112609"/>
                  </a:lnTo>
                  <a:lnTo>
                    <a:pt x="1056909" y="1112609"/>
                  </a:lnTo>
                  <a:lnTo>
                    <a:pt x="1059372" y="1112609"/>
                  </a:lnTo>
                  <a:lnTo>
                    <a:pt x="1061836" y="1112609"/>
                  </a:lnTo>
                  <a:lnTo>
                    <a:pt x="1064300" y="1112609"/>
                  </a:lnTo>
                  <a:lnTo>
                    <a:pt x="1066763" y="1112609"/>
                  </a:lnTo>
                  <a:lnTo>
                    <a:pt x="1069227" y="1112609"/>
                  </a:lnTo>
                  <a:lnTo>
                    <a:pt x="1071691" y="1112609"/>
                  </a:lnTo>
                  <a:lnTo>
                    <a:pt x="1074154" y="1112609"/>
                  </a:lnTo>
                  <a:lnTo>
                    <a:pt x="1076618" y="1112609"/>
                  </a:lnTo>
                  <a:lnTo>
                    <a:pt x="1079082" y="1112609"/>
                  </a:lnTo>
                  <a:lnTo>
                    <a:pt x="1081545" y="1112609"/>
                  </a:lnTo>
                  <a:lnTo>
                    <a:pt x="1084009" y="1112609"/>
                  </a:lnTo>
                  <a:lnTo>
                    <a:pt x="1086472" y="1112609"/>
                  </a:lnTo>
                  <a:lnTo>
                    <a:pt x="1088936" y="1112609"/>
                  </a:lnTo>
                  <a:lnTo>
                    <a:pt x="1091400" y="1112609"/>
                  </a:lnTo>
                  <a:lnTo>
                    <a:pt x="1093863" y="1112609"/>
                  </a:lnTo>
                  <a:lnTo>
                    <a:pt x="1096327" y="1112609"/>
                  </a:lnTo>
                  <a:lnTo>
                    <a:pt x="1098791" y="1112609"/>
                  </a:lnTo>
                  <a:lnTo>
                    <a:pt x="1101254" y="1112609"/>
                  </a:lnTo>
                  <a:lnTo>
                    <a:pt x="1103718" y="1112609"/>
                  </a:lnTo>
                  <a:lnTo>
                    <a:pt x="1106182" y="1112609"/>
                  </a:lnTo>
                  <a:lnTo>
                    <a:pt x="1108645" y="1112609"/>
                  </a:lnTo>
                  <a:lnTo>
                    <a:pt x="1111109" y="1112609"/>
                  </a:lnTo>
                  <a:lnTo>
                    <a:pt x="1113573" y="1112609"/>
                  </a:lnTo>
                  <a:lnTo>
                    <a:pt x="1116036" y="1112609"/>
                  </a:lnTo>
                  <a:lnTo>
                    <a:pt x="1118500" y="1112609"/>
                  </a:lnTo>
                  <a:lnTo>
                    <a:pt x="1120964" y="1112609"/>
                  </a:lnTo>
                  <a:lnTo>
                    <a:pt x="1123427" y="1112609"/>
                  </a:lnTo>
                  <a:lnTo>
                    <a:pt x="1125891" y="1112609"/>
                  </a:lnTo>
                  <a:lnTo>
                    <a:pt x="1128355" y="1112609"/>
                  </a:lnTo>
                  <a:lnTo>
                    <a:pt x="1130818" y="1112609"/>
                  </a:lnTo>
                  <a:lnTo>
                    <a:pt x="1133282" y="1112609"/>
                  </a:lnTo>
                  <a:lnTo>
                    <a:pt x="1135746" y="1112609"/>
                  </a:lnTo>
                  <a:lnTo>
                    <a:pt x="1138209" y="1112609"/>
                  </a:lnTo>
                  <a:lnTo>
                    <a:pt x="1140673" y="1112609"/>
                  </a:lnTo>
                  <a:lnTo>
                    <a:pt x="1143137" y="1112609"/>
                  </a:lnTo>
                  <a:lnTo>
                    <a:pt x="1145600" y="1112609"/>
                  </a:lnTo>
                  <a:lnTo>
                    <a:pt x="1148064" y="1112609"/>
                  </a:lnTo>
                  <a:lnTo>
                    <a:pt x="1150528" y="1112609"/>
                  </a:lnTo>
                  <a:lnTo>
                    <a:pt x="1152991" y="1112609"/>
                  </a:lnTo>
                  <a:lnTo>
                    <a:pt x="1155455" y="1112609"/>
                  </a:lnTo>
                  <a:lnTo>
                    <a:pt x="1157919" y="1112609"/>
                  </a:lnTo>
                  <a:lnTo>
                    <a:pt x="1160382" y="1112609"/>
                  </a:lnTo>
                  <a:lnTo>
                    <a:pt x="1162846" y="1112609"/>
                  </a:lnTo>
                  <a:lnTo>
                    <a:pt x="1165310" y="1112609"/>
                  </a:lnTo>
                  <a:lnTo>
                    <a:pt x="1167773" y="1112609"/>
                  </a:lnTo>
                  <a:lnTo>
                    <a:pt x="1170237" y="1112609"/>
                  </a:lnTo>
                  <a:lnTo>
                    <a:pt x="1172701" y="1112609"/>
                  </a:lnTo>
                  <a:lnTo>
                    <a:pt x="1175164" y="1112609"/>
                  </a:lnTo>
                  <a:lnTo>
                    <a:pt x="1177628" y="1112609"/>
                  </a:lnTo>
                  <a:lnTo>
                    <a:pt x="1180091" y="1112609"/>
                  </a:lnTo>
                  <a:lnTo>
                    <a:pt x="1182555" y="1112609"/>
                  </a:lnTo>
                  <a:lnTo>
                    <a:pt x="1185019" y="1112609"/>
                  </a:lnTo>
                  <a:lnTo>
                    <a:pt x="1187482" y="1112609"/>
                  </a:lnTo>
                  <a:lnTo>
                    <a:pt x="1189946" y="1112609"/>
                  </a:lnTo>
                  <a:lnTo>
                    <a:pt x="1192410" y="1112609"/>
                  </a:lnTo>
                  <a:lnTo>
                    <a:pt x="1194873" y="1112609"/>
                  </a:lnTo>
                  <a:lnTo>
                    <a:pt x="1197337" y="1112609"/>
                  </a:lnTo>
                  <a:lnTo>
                    <a:pt x="1199801" y="1112609"/>
                  </a:lnTo>
                  <a:lnTo>
                    <a:pt x="1202264" y="1112609"/>
                  </a:lnTo>
                  <a:lnTo>
                    <a:pt x="1204728" y="1112609"/>
                  </a:lnTo>
                  <a:lnTo>
                    <a:pt x="1207192" y="1112609"/>
                  </a:lnTo>
                  <a:lnTo>
                    <a:pt x="1209655" y="1112609"/>
                  </a:lnTo>
                  <a:lnTo>
                    <a:pt x="1212119" y="1112609"/>
                  </a:lnTo>
                  <a:lnTo>
                    <a:pt x="1214583" y="1112609"/>
                  </a:lnTo>
                  <a:lnTo>
                    <a:pt x="1217046" y="1112609"/>
                  </a:lnTo>
                  <a:lnTo>
                    <a:pt x="1219510" y="1112609"/>
                  </a:lnTo>
                  <a:lnTo>
                    <a:pt x="1221974" y="1112609"/>
                  </a:lnTo>
                  <a:lnTo>
                    <a:pt x="1224437" y="1112609"/>
                  </a:lnTo>
                  <a:lnTo>
                    <a:pt x="1226901" y="1112609"/>
                  </a:lnTo>
                  <a:lnTo>
                    <a:pt x="1229365" y="1112609"/>
                  </a:lnTo>
                  <a:lnTo>
                    <a:pt x="1231828" y="1112609"/>
                  </a:lnTo>
                  <a:lnTo>
                    <a:pt x="1234292" y="1112609"/>
                  </a:lnTo>
                  <a:lnTo>
                    <a:pt x="1236756" y="1112609"/>
                  </a:lnTo>
                  <a:lnTo>
                    <a:pt x="1239219" y="1112609"/>
                  </a:lnTo>
                  <a:lnTo>
                    <a:pt x="1241683" y="1112609"/>
                  </a:lnTo>
                  <a:lnTo>
                    <a:pt x="1244147" y="1112609"/>
                  </a:lnTo>
                  <a:lnTo>
                    <a:pt x="1246610" y="1112609"/>
                  </a:lnTo>
                  <a:lnTo>
                    <a:pt x="1249074" y="1112609"/>
                  </a:lnTo>
                  <a:lnTo>
                    <a:pt x="1251538" y="1112609"/>
                  </a:lnTo>
                  <a:lnTo>
                    <a:pt x="1254001" y="1112609"/>
                  </a:lnTo>
                  <a:lnTo>
                    <a:pt x="1256465" y="1112609"/>
                  </a:lnTo>
                  <a:lnTo>
                    <a:pt x="1258929" y="1112609"/>
                  </a:lnTo>
                  <a:lnTo>
                    <a:pt x="1256465" y="1112609"/>
                  </a:lnTo>
                  <a:lnTo>
                    <a:pt x="1254001" y="1112609"/>
                  </a:lnTo>
                  <a:lnTo>
                    <a:pt x="1251538" y="1112609"/>
                  </a:lnTo>
                  <a:lnTo>
                    <a:pt x="1249074" y="1112609"/>
                  </a:lnTo>
                  <a:lnTo>
                    <a:pt x="1246610" y="1112609"/>
                  </a:lnTo>
                  <a:lnTo>
                    <a:pt x="1244147" y="1112609"/>
                  </a:lnTo>
                  <a:lnTo>
                    <a:pt x="1241683" y="1112609"/>
                  </a:lnTo>
                  <a:lnTo>
                    <a:pt x="1239219" y="1112609"/>
                  </a:lnTo>
                  <a:lnTo>
                    <a:pt x="1236756" y="1112609"/>
                  </a:lnTo>
                  <a:lnTo>
                    <a:pt x="1234292" y="1112609"/>
                  </a:lnTo>
                  <a:lnTo>
                    <a:pt x="1231828" y="1112609"/>
                  </a:lnTo>
                  <a:lnTo>
                    <a:pt x="1229365" y="1112609"/>
                  </a:lnTo>
                  <a:lnTo>
                    <a:pt x="1226901" y="1112609"/>
                  </a:lnTo>
                  <a:lnTo>
                    <a:pt x="1224437" y="1112609"/>
                  </a:lnTo>
                  <a:lnTo>
                    <a:pt x="1221974" y="1112609"/>
                  </a:lnTo>
                  <a:lnTo>
                    <a:pt x="1219510" y="1112609"/>
                  </a:lnTo>
                  <a:lnTo>
                    <a:pt x="1217046" y="1112609"/>
                  </a:lnTo>
                  <a:lnTo>
                    <a:pt x="1214583" y="1112609"/>
                  </a:lnTo>
                  <a:lnTo>
                    <a:pt x="1212119" y="1112609"/>
                  </a:lnTo>
                  <a:lnTo>
                    <a:pt x="1209655" y="1112609"/>
                  </a:lnTo>
                  <a:lnTo>
                    <a:pt x="1207192" y="1112609"/>
                  </a:lnTo>
                  <a:lnTo>
                    <a:pt x="1204728" y="1112609"/>
                  </a:lnTo>
                  <a:lnTo>
                    <a:pt x="1202264" y="1112609"/>
                  </a:lnTo>
                  <a:lnTo>
                    <a:pt x="1199801" y="1112609"/>
                  </a:lnTo>
                  <a:lnTo>
                    <a:pt x="1197337" y="1112609"/>
                  </a:lnTo>
                  <a:lnTo>
                    <a:pt x="1194873" y="1112609"/>
                  </a:lnTo>
                  <a:lnTo>
                    <a:pt x="1192410" y="1112609"/>
                  </a:lnTo>
                  <a:lnTo>
                    <a:pt x="1189946" y="1112609"/>
                  </a:lnTo>
                  <a:lnTo>
                    <a:pt x="1187482" y="1112609"/>
                  </a:lnTo>
                  <a:lnTo>
                    <a:pt x="1185019" y="1112609"/>
                  </a:lnTo>
                  <a:lnTo>
                    <a:pt x="1182555" y="1112609"/>
                  </a:lnTo>
                  <a:lnTo>
                    <a:pt x="1180091" y="1112609"/>
                  </a:lnTo>
                  <a:lnTo>
                    <a:pt x="1177628" y="1112609"/>
                  </a:lnTo>
                  <a:lnTo>
                    <a:pt x="1175164" y="1112609"/>
                  </a:lnTo>
                  <a:lnTo>
                    <a:pt x="1172701" y="1112609"/>
                  </a:lnTo>
                  <a:lnTo>
                    <a:pt x="1170237" y="1112609"/>
                  </a:lnTo>
                  <a:lnTo>
                    <a:pt x="1167773" y="1112609"/>
                  </a:lnTo>
                  <a:lnTo>
                    <a:pt x="1165310" y="1112609"/>
                  </a:lnTo>
                  <a:lnTo>
                    <a:pt x="1162846" y="1112609"/>
                  </a:lnTo>
                  <a:lnTo>
                    <a:pt x="1160382" y="1112609"/>
                  </a:lnTo>
                  <a:lnTo>
                    <a:pt x="1157919" y="1112609"/>
                  </a:lnTo>
                  <a:lnTo>
                    <a:pt x="1155455" y="1112609"/>
                  </a:lnTo>
                  <a:lnTo>
                    <a:pt x="1152991" y="1112609"/>
                  </a:lnTo>
                  <a:lnTo>
                    <a:pt x="1150528" y="1112609"/>
                  </a:lnTo>
                  <a:lnTo>
                    <a:pt x="1148064" y="1112609"/>
                  </a:lnTo>
                  <a:lnTo>
                    <a:pt x="1145600" y="1112609"/>
                  </a:lnTo>
                  <a:lnTo>
                    <a:pt x="1143137" y="1112609"/>
                  </a:lnTo>
                  <a:lnTo>
                    <a:pt x="1140673" y="1112609"/>
                  </a:lnTo>
                  <a:lnTo>
                    <a:pt x="1138209" y="1112609"/>
                  </a:lnTo>
                  <a:lnTo>
                    <a:pt x="1135746" y="1112609"/>
                  </a:lnTo>
                  <a:lnTo>
                    <a:pt x="1133282" y="1112609"/>
                  </a:lnTo>
                  <a:lnTo>
                    <a:pt x="1130818" y="1112609"/>
                  </a:lnTo>
                  <a:lnTo>
                    <a:pt x="1128355" y="1112609"/>
                  </a:lnTo>
                  <a:lnTo>
                    <a:pt x="1125891" y="1112609"/>
                  </a:lnTo>
                  <a:lnTo>
                    <a:pt x="1123427" y="1112609"/>
                  </a:lnTo>
                  <a:lnTo>
                    <a:pt x="1120964" y="1112609"/>
                  </a:lnTo>
                  <a:lnTo>
                    <a:pt x="1118500" y="1112609"/>
                  </a:lnTo>
                  <a:lnTo>
                    <a:pt x="1116036" y="1112609"/>
                  </a:lnTo>
                  <a:lnTo>
                    <a:pt x="1113573" y="1112609"/>
                  </a:lnTo>
                  <a:lnTo>
                    <a:pt x="1111109" y="1112609"/>
                  </a:lnTo>
                  <a:lnTo>
                    <a:pt x="1108645" y="1112609"/>
                  </a:lnTo>
                  <a:lnTo>
                    <a:pt x="1106182" y="1112609"/>
                  </a:lnTo>
                  <a:lnTo>
                    <a:pt x="1103718" y="1112609"/>
                  </a:lnTo>
                  <a:lnTo>
                    <a:pt x="1101254" y="1112609"/>
                  </a:lnTo>
                  <a:lnTo>
                    <a:pt x="1098791" y="1112609"/>
                  </a:lnTo>
                  <a:lnTo>
                    <a:pt x="1096327" y="1112609"/>
                  </a:lnTo>
                  <a:lnTo>
                    <a:pt x="1093863" y="1112609"/>
                  </a:lnTo>
                  <a:lnTo>
                    <a:pt x="1091400" y="1112609"/>
                  </a:lnTo>
                  <a:lnTo>
                    <a:pt x="1088936" y="1112609"/>
                  </a:lnTo>
                  <a:lnTo>
                    <a:pt x="1086472" y="1112609"/>
                  </a:lnTo>
                  <a:lnTo>
                    <a:pt x="1084009" y="1112609"/>
                  </a:lnTo>
                  <a:lnTo>
                    <a:pt x="1081545" y="1112609"/>
                  </a:lnTo>
                  <a:lnTo>
                    <a:pt x="1079082" y="1112609"/>
                  </a:lnTo>
                  <a:lnTo>
                    <a:pt x="1076618" y="1112609"/>
                  </a:lnTo>
                  <a:lnTo>
                    <a:pt x="1074154" y="1112609"/>
                  </a:lnTo>
                  <a:lnTo>
                    <a:pt x="1071691" y="1112609"/>
                  </a:lnTo>
                  <a:lnTo>
                    <a:pt x="1069227" y="1112609"/>
                  </a:lnTo>
                  <a:lnTo>
                    <a:pt x="1066763" y="1112609"/>
                  </a:lnTo>
                  <a:lnTo>
                    <a:pt x="1064300" y="1112609"/>
                  </a:lnTo>
                  <a:lnTo>
                    <a:pt x="1061836" y="1112609"/>
                  </a:lnTo>
                  <a:lnTo>
                    <a:pt x="1059372" y="1112609"/>
                  </a:lnTo>
                  <a:lnTo>
                    <a:pt x="1056909" y="1112609"/>
                  </a:lnTo>
                  <a:lnTo>
                    <a:pt x="1054445" y="1112609"/>
                  </a:lnTo>
                  <a:lnTo>
                    <a:pt x="1051981" y="1112609"/>
                  </a:lnTo>
                  <a:lnTo>
                    <a:pt x="1049518" y="1112609"/>
                  </a:lnTo>
                  <a:lnTo>
                    <a:pt x="1047054" y="1112609"/>
                  </a:lnTo>
                  <a:lnTo>
                    <a:pt x="1044590" y="1112609"/>
                  </a:lnTo>
                  <a:lnTo>
                    <a:pt x="1042127" y="1112609"/>
                  </a:lnTo>
                  <a:lnTo>
                    <a:pt x="1039663" y="1112609"/>
                  </a:lnTo>
                  <a:lnTo>
                    <a:pt x="1037199" y="1112609"/>
                  </a:lnTo>
                  <a:lnTo>
                    <a:pt x="1034736" y="1112609"/>
                  </a:lnTo>
                  <a:lnTo>
                    <a:pt x="1032272" y="1112609"/>
                  </a:lnTo>
                  <a:lnTo>
                    <a:pt x="1029808" y="1112609"/>
                  </a:lnTo>
                  <a:lnTo>
                    <a:pt x="1027345" y="1112609"/>
                  </a:lnTo>
                  <a:lnTo>
                    <a:pt x="1024881" y="1112609"/>
                  </a:lnTo>
                  <a:lnTo>
                    <a:pt x="1022417" y="1112609"/>
                  </a:lnTo>
                  <a:lnTo>
                    <a:pt x="1019954" y="1112609"/>
                  </a:lnTo>
                  <a:lnTo>
                    <a:pt x="1017490" y="1112609"/>
                  </a:lnTo>
                  <a:lnTo>
                    <a:pt x="1015026" y="1112609"/>
                  </a:lnTo>
                  <a:lnTo>
                    <a:pt x="1012563" y="1112609"/>
                  </a:lnTo>
                  <a:lnTo>
                    <a:pt x="1010099" y="1112609"/>
                  </a:lnTo>
                  <a:lnTo>
                    <a:pt x="1007635" y="1112609"/>
                  </a:lnTo>
                  <a:lnTo>
                    <a:pt x="1005172" y="1112609"/>
                  </a:lnTo>
                  <a:lnTo>
                    <a:pt x="1002708" y="1112609"/>
                  </a:lnTo>
                  <a:lnTo>
                    <a:pt x="1000244" y="1112609"/>
                  </a:lnTo>
                  <a:lnTo>
                    <a:pt x="997781" y="1112609"/>
                  </a:lnTo>
                  <a:lnTo>
                    <a:pt x="995317" y="1112609"/>
                  </a:lnTo>
                  <a:lnTo>
                    <a:pt x="992853" y="1112609"/>
                  </a:lnTo>
                  <a:lnTo>
                    <a:pt x="990390" y="1112609"/>
                  </a:lnTo>
                  <a:lnTo>
                    <a:pt x="987926" y="1112609"/>
                  </a:lnTo>
                  <a:lnTo>
                    <a:pt x="985463" y="1112609"/>
                  </a:lnTo>
                  <a:lnTo>
                    <a:pt x="982999" y="1112609"/>
                  </a:lnTo>
                  <a:lnTo>
                    <a:pt x="980535" y="1112609"/>
                  </a:lnTo>
                  <a:lnTo>
                    <a:pt x="978072" y="1112609"/>
                  </a:lnTo>
                  <a:lnTo>
                    <a:pt x="975608" y="1112609"/>
                  </a:lnTo>
                  <a:lnTo>
                    <a:pt x="973144" y="1112609"/>
                  </a:lnTo>
                  <a:lnTo>
                    <a:pt x="970681" y="1112609"/>
                  </a:lnTo>
                  <a:lnTo>
                    <a:pt x="968217" y="1112609"/>
                  </a:lnTo>
                  <a:lnTo>
                    <a:pt x="965753" y="1112609"/>
                  </a:lnTo>
                  <a:lnTo>
                    <a:pt x="963290" y="1112609"/>
                  </a:lnTo>
                  <a:lnTo>
                    <a:pt x="960826" y="1112609"/>
                  </a:lnTo>
                  <a:lnTo>
                    <a:pt x="958362" y="1112609"/>
                  </a:lnTo>
                  <a:lnTo>
                    <a:pt x="955899" y="1112609"/>
                  </a:lnTo>
                  <a:lnTo>
                    <a:pt x="953435" y="1112609"/>
                  </a:lnTo>
                  <a:lnTo>
                    <a:pt x="950971" y="1112609"/>
                  </a:lnTo>
                  <a:lnTo>
                    <a:pt x="948508" y="1112609"/>
                  </a:lnTo>
                  <a:lnTo>
                    <a:pt x="946044" y="1112609"/>
                  </a:lnTo>
                  <a:lnTo>
                    <a:pt x="943580" y="1112609"/>
                  </a:lnTo>
                  <a:lnTo>
                    <a:pt x="941117" y="1112609"/>
                  </a:lnTo>
                  <a:lnTo>
                    <a:pt x="938653" y="1112609"/>
                  </a:lnTo>
                  <a:lnTo>
                    <a:pt x="936189" y="1112609"/>
                  </a:lnTo>
                  <a:lnTo>
                    <a:pt x="933726" y="1112609"/>
                  </a:lnTo>
                  <a:lnTo>
                    <a:pt x="931262" y="1112609"/>
                  </a:lnTo>
                  <a:lnTo>
                    <a:pt x="928798" y="1112609"/>
                  </a:lnTo>
                  <a:lnTo>
                    <a:pt x="926335" y="1112609"/>
                  </a:lnTo>
                  <a:lnTo>
                    <a:pt x="923871" y="1112609"/>
                  </a:lnTo>
                  <a:lnTo>
                    <a:pt x="921407" y="1112609"/>
                  </a:lnTo>
                  <a:lnTo>
                    <a:pt x="918944" y="1112609"/>
                  </a:lnTo>
                  <a:lnTo>
                    <a:pt x="916480" y="1112609"/>
                  </a:lnTo>
                  <a:lnTo>
                    <a:pt x="914016" y="1112609"/>
                  </a:lnTo>
                  <a:lnTo>
                    <a:pt x="911553" y="1112609"/>
                  </a:lnTo>
                  <a:lnTo>
                    <a:pt x="909089" y="1112609"/>
                  </a:lnTo>
                  <a:lnTo>
                    <a:pt x="906625" y="1112609"/>
                  </a:lnTo>
                  <a:lnTo>
                    <a:pt x="904162" y="1112609"/>
                  </a:lnTo>
                  <a:lnTo>
                    <a:pt x="901698" y="1112609"/>
                  </a:lnTo>
                  <a:lnTo>
                    <a:pt x="899235" y="1112609"/>
                  </a:lnTo>
                  <a:lnTo>
                    <a:pt x="896771" y="1112609"/>
                  </a:lnTo>
                  <a:lnTo>
                    <a:pt x="894307" y="1112609"/>
                  </a:lnTo>
                  <a:lnTo>
                    <a:pt x="891844" y="1112609"/>
                  </a:lnTo>
                  <a:lnTo>
                    <a:pt x="889380" y="1112609"/>
                  </a:lnTo>
                  <a:lnTo>
                    <a:pt x="886916" y="1112609"/>
                  </a:lnTo>
                  <a:lnTo>
                    <a:pt x="884453" y="1112609"/>
                  </a:lnTo>
                  <a:lnTo>
                    <a:pt x="881989" y="1112609"/>
                  </a:lnTo>
                  <a:lnTo>
                    <a:pt x="879525" y="1112609"/>
                  </a:lnTo>
                  <a:lnTo>
                    <a:pt x="877062" y="1112609"/>
                  </a:lnTo>
                  <a:lnTo>
                    <a:pt x="874598" y="1112609"/>
                  </a:lnTo>
                  <a:lnTo>
                    <a:pt x="872134" y="1112609"/>
                  </a:lnTo>
                  <a:lnTo>
                    <a:pt x="869671" y="1112609"/>
                  </a:lnTo>
                  <a:lnTo>
                    <a:pt x="867207" y="1112609"/>
                  </a:lnTo>
                  <a:lnTo>
                    <a:pt x="864743" y="1112609"/>
                  </a:lnTo>
                  <a:lnTo>
                    <a:pt x="862280" y="1112609"/>
                  </a:lnTo>
                  <a:lnTo>
                    <a:pt x="859816" y="1112609"/>
                  </a:lnTo>
                  <a:lnTo>
                    <a:pt x="857352" y="1112609"/>
                  </a:lnTo>
                  <a:lnTo>
                    <a:pt x="854889" y="1112609"/>
                  </a:lnTo>
                  <a:lnTo>
                    <a:pt x="852425" y="1112609"/>
                  </a:lnTo>
                  <a:lnTo>
                    <a:pt x="849961" y="1112609"/>
                  </a:lnTo>
                  <a:lnTo>
                    <a:pt x="847498" y="1112609"/>
                  </a:lnTo>
                  <a:lnTo>
                    <a:pt x="845034" y="1112609"/>
                  </a:lnTo>
                  <a:lnTo>
                    <a:pt x="842570" y="1112609"/>
                  </a:lnTo>
                  <a:lnTo>
                    <a:pt x="840107" y="1112609"/>
                  </a:lnTo>
                  <a:lnTo>
                    <a:pt x="837643" y="1112609"/>
                  </a:lnTo>
                  <a:lnTo>
                    <a:pt x="835179" y="1112609"/>
                  </a:lnTo>
                  <a:lnTo>
                    <a:pt x="832716" y="1112609"/>
                  </a:lnTo>
                  <a:lnTo>
                    <a:pt x="830252" y="1112609"/>
                  </a:lnTo>
                  <a:lnTo>
                    <a:pt x="827788" y="1112609"/>
                  </a:lnTo>
                  <a:lnTo>
                    <a:pt x="825325" y="1112609"/>
                  </a:lnTo>
                  <a:lnTo>
                    <a:pt x="822861" y="1112609"/>
                  </a:lnTo>
                  <a:lnTo>
                    <a:pt x="820397" y="1112609"/>
                  </a:lnTo>
                  <a:lnTo>
                    <a:pt x="817934" y="1112609"/>
                  </a:lnTo>
                  <a:lnTo>
                    <a:pt x="815470" y="1112609"/>
                  </a:lnTo>
                  <a:lnTo>
                    <a:pt x="813006" y="1112609"/>
                  </a:lnTo>
                  <a:lnTo>
                    <a:pt x="810543" y="1112609"/>
                  </a:lnTo>
                  <a:lnTo>
                    <a:pt x="808079" y="1112609"/>
                  </a:lnTo>
                  <a:lnTo>
                    <a:pt x="805616" y="1112609"/>
                  </a:lnTo>
                  <a:lnTo>
                    <a:pt x="803152" y="1112609"/>
                  </a:lnTo>
                  <a:lnTo>
                    <a:pt x="800688" y="1112609"/>
                  </a:lnTo>
                  <a:lnTo>
                    <a:pt x="798225" y="1112609"/>
                  </a:lnTo>
                  <a:lnTo>
                    <a:pt x="795761" y="1112609"/>
                  </a:lnTo>
                  <a:lnTo>
                    <a:pt x="793297" y="1112609"/>
                  </a:lnTo>
                  <a:lnTo>
                    <a:pt x="790834" y="1112609"/>
                  </a:lnTo>
                  <a:lnTo>
                    <a:pt x="788370" y="1112609"/>
                  </a:lnTo>
                  <a:lnTo>
                    <a:pt x="785906" y="1112609"/>
                  </a:lnTo>
                  <a:lnTo>
                    <a:pt x="783443" y="1112609"/>
                  </a:lnTo>
                  <a:lnTo>
                    <a:pt x="780979" y="1112609"/>
                  </a:lnTo>
                  <a:lnTo>
                    <a:pt x="778515" y="1112609"/>
                  </a:lnTo>
                  <a:lnTo>
                    <a:pt x="776052" y="1112609"/>
                  </a:lnTo>
                  <a:lnTo>
                    <a:pt x="773588" y="1112609"/>
                  </a:lnTo>
                  <a:lnTo>
                    <a:pt x="771124" y="1112609"/>
                  </a:lnTo>
                  <a:lnTo>
                    <a:pt x="768661" y="1112609"/>
                  </a:lnTo>
                  <a:lnTo>
                    <a:pt x="766197" y="1112609"/>
                  </a:lnTo>
                  <a:lnTo>
                    <a:pt x="763733" y="1112609"/>
                  </a:lnTo>
                  <a:lnTo>
                    <a:pt x="761270" y="1112609"/>
                  </a:lnTo>
                  <a:lnTo>
                    <a:pt x="758806" y="1112609"/>
                  </a:lnTo>
                  <a:lnTo>
                    <a:pt x="756342" y="1112609"/>
                  </a:lnTo>
                  <a:lnTo>
                    <a:pt x="753879" y="1112609"/>
                  </a:lnTo>
                  <a:lnTo>
                    <a:pt x="751415" y="1112609"/>
                  </a:lnTo>
                  <a:lnTo>
                    <a:pt x="748951" y="1112609"/>
                  </a:lnTo>
                  <a:lnTo>
                    <a:pt x="746488" y="1112609"/>
                  </a:lnTo>
                  <a:lnTo>
                    <a:pt x="744024" y="1112609"/>
                  </a:lnTo>
                  <a:lnTo>
                    <a:pt x="741560" y="1112609"/>
                  </a:lnTo>
                  <a:lnTo>
                    <a:pt x="739097" y="1112609"/>
                  </a:lnTo>
                  <a:lnTo>
                    <a:pt x="736633" y="1112609"/>
                  </a:lnTo>
                  <a:lnTo>
                    <a:pt x="734169" y="1112609"/>
                  </a:lnTo>
                  <a:lnTo>
                    <a:pt x="731706" y="1112609"/>
                  </a:lnTo>
                  <a:lnTo>
                    <a:pt x="729242" y="1112609"/>
                  </a:lnTo>
                  <a:lnTo>
                    <a:pt x="726778" y="1112609"/>
                  </a:lnTo>
                  <a:lnTo>
                    <a:pt x="724315" y="1112609"/>
                  </a:lnTo>
                  <a:lnTo>
                    <a:pt x="721851" y="1112609"/>
                  </a:lnTo>
                  <a:lnTo>
                    <a:pt x="719388" y="1112609"/>
                  </a:lnTo>
                  <a:lnTo>
                    <a:pt x="716924" y="1112609"/>
                  </a:lnTo>
                  <a:lnTo>
                    <a:pt x="714460" y="1112609"/>
                  </a:lnTo>
                  <a:lnTo>
                    <a:pt x="711997" y="1112609"/>
                  </a:lnTo>
                  <a:lnTo>
                    <a:pt x="709533" y="1112609"/>
                  </a:lnTo>
                  <a:lnTo>
                    <a:pt x="707069" y="1112609"/>
                  </a:lnTo>
                  <a:lnTo>
                    <a:pt x="704606" y="1112609"/>
                  </a:lnTo>
                  <a:lnTo>
                    <a:pt x="702142" y="1112609"/>
                  </a:lnTo>
                  <a:lnTo>
                    <a:pt x="699678" y="1112609"/>
                  </a:lnTo>
                  <a:lnTo>
                    <a:pt x="697215" y="1112609"/>
                  </a:lnTo>
                  <a:lnTo>
                    <a:pt x="694751" y="1112609"/>
                  </a:lnTo>
                  <a:lnTo>
                    <a:pt x="692287" y="1112609"/>
                  </a:lnTo>
                  <a:lnTo>
                    <a:pt x="689824" y="1112609"/>
                  </a:lnTo>
                  <a:lnTo>
                    <a:pt x="687360" y="1112609"/>
                  </a:lnTo>
                  <a:lnTo>
                    <a:pt x="684896" y="1112609"/>
                  </a:lnTo>
                  <a:lnTo>
                    <a:pt x="682433" y="1112609"/>
                  </a:lnTo>
                  <a:lnTo>
                    <a:pt x="679969" y="1112609"/>
                  </a:lnTo>
                  <a:lnTo>
                    <a:pt x="677505" y="1112609"/>
                  </a:lnTo>
                  <a:lnTo>
                    <a:pt x="675042" y="1112609"/>
                  </a:lnTo>
                  <a:lnTo>
                    <a:pt x="672578" y="1112609"/>
                  </a:lnTo>
                  <a:lnTo>
                    <a:pt x="670114" y="1112609"/>
                  </a:lnTo>
                  <a:lnTo>
                    <a:pt x="667651" y="1112609"/>
                  </a:lnTo>
                  <a:lnTo>
                    <a:pt x="665187" y="1112609"/>
                  </a:lnTo>
                  <a:lnTo>
                    <a:pt x="662723" y="1112609"/>
                  </a:lnTo>
                  <a:lnTo>
                    <a:pt x="660260" y="1112609"/>
                  </a:lnTo>
                  <a:lnTo>
                    <a:pt x="657796" y="1112609"/>
                  </a:lnTo>
                  <a:lnTo>
                    <a:pt x="655332" y="1112609"/>
                  </a:lnTo>
                  <a:lnTo>
                    <a:pt x="652869" y="1112609"/>
                  </a:lnTo>
                  <a:lnTo>
                    <a:pt x="650405" y="1112609"/>
                  </a:lnTo>
                  <a:lnTo>
                    <a:pt x="647941" y="1112609"/>
                  </a:lnTo>
                  <a:lnTo>
                    <a:pt x="645478" y="1112609"/>
                  </a:lnTo>
                  <a:lnTo>
                    <a:pt x="643014" y="1112609"/>
                  </a:lnTo>
                  <a:lnTo>
                    <a:pt x="640550" y="1112609"/>
                  </a:lnTo>
                  <a:lnTo>
                    <a:pt x="638087" y="1112609"/>
                  </a:lnTo>
                  <a:lnTo>
                    <a:pt x="635623" y="1112609"/>
                  </a:lnTo>
                  <a:lnTo>
                    <a:pt x="633159" y="1112609"/>
                  </a:lnTo>
                  <a:lnTo>
                    <a:pt x="630696" y="1112609"/>
                  </a:lnTo>
                  <a:lnTo>
                    <a:pt x="628232" y="1112609"/>
                  </a:lnTo>
                  <a:lnTo>
                    <a:pt x="625769" y="1112609"/>
                  </a:lnTo>
                  <a:lnTo>
                    <a:pt x="623305" y="1112609"/>
                  </a:lnTo>
                  <a:lnTo>
                    <a:pt x="620841" y="1112609"/>
                  </a:lnTo>
                  <a:lnTo>
                    <a:pt x="618378" y="1112609"/>
                  </a:lnTo>
                  <a:lnTo>
                    <a:pt x="615914" y="1112609"/>
                  </a:lnTo>
                  <a:lnTo>
                    <a:pt x="613450" y="1112609"/>
                  </a:lnTo>
                  <a:lnTo>
                    <a:pt x="610987" y="1112609"/>
                  </a:lnTo>
                  <a:lnTo>
                    <a:pt x="608523" y="1112609"/>
                  </a:lnTo>
                  <a:lnTo>
                    <a:pt x="606059" y="1112609"/>
                  </a:lnTo>
                  <a:lnTo>
                    <a:pt x="603596" y="1112609"/>
                  </a:lnTo>
                  <a:lnTo>
                    <a:pt x="601132" y="1112609"/>
                  </a:lnTo>
                  <a:lnTo>
                    <a:pt x="598668" y="1112609"/>
                  </a:lnTo>
                  <a:lnTo>
                    <a:pt x="596205" y="1112609"/>
                  </a:lnTo>
                  <a:lnTo>
                    <a:pt x="593741" y="1112609"/>
                  </a:lnTo>
                  <a:lnTo>
                    <a:pt x="591277" y="1112609"/>
                  </a:lnTo>
                  <a:lnTo>
                    <a:pt x="588814" y="1112609"/>
                  </a:lnTo>
                  <a:lnTo>
                    <a:pt x="586350" y="1112609"/>
                  </a:lnTo>
                  <a:lnTo>
                    <a:pt x="583886" y="1112609"/>
                  </a:lnTo>
                  <a:lnTo>
                    <a:pt x="581423" y="1112609"/>
                  </a:lnTo>
                  <a:lnTo>
                    <a:pt x="578959" y="1112609"/>
                  </a:lnTo>
                  <a:lnTo>
                    <a:pt x="576495" y="1112609"/>
                  </a:lnTo>
                  <a:lnTo>
                    <a:pt x="574032" y="1112609"/>
                  </a:lnTo>
                  <a:lnTo>
                    <a:pt x="571568" y="1112609"/>
                  </a:lnTo>
                  <a:lnTo>
                    <a:pt x="569104" y="1112609"/>
                  </a:lnTo>
                  <a:lnTo>
                    <a:pt x="566641" y="1112609"/>
                  </a:lnTo>
                  <a:lnTo>
                    <a:pt x="564177" y="1112609"/>
                  </a:lnTo>
                  <a:lnTo>
                    <a:pt x="561713" y="1112609"/>
                  </a:lnTo>
                  <a:lnTo>
                    <a:pt x="559250" y="1112609"/>
                  </a:lnTo>
                  <a:lnTo>
                    <a:pt x="556786" y="1112609"/>
                  </a:lnTo>
                  <a:lnTo>
                    <a:pt x="554322" y="1112609"/>
                  </a:lnTo>
                  <a:lnTo>
                    <a:pt x="551859" y="1112609"/>
                  </a:lnTo>
                  <a:lnTo>
                    <a:pt x="549395" y="1112609"/>
                  </a:lnTo>
                  <a:lnTo>
                    <a:pt x="546931" y="1112609"/>
                  </a:lnTo>
                  <a:lnTo>
                    <a:pt x="544468" y="1112609"/>
                  </a:lnTo>
                  <a:lnTo>
                    <a:pt x="542004" y="1112609"/>
                  </a:lnTo>
                  <a:lnTo>
                    <a:pt x="539541" y="1112609"/>
                  </a:lnTo>
                  <a:lnTo>
                    <a:pt x="537077" y="1112609"/>
                  </a:lnTo>
                  <a:lnTo>
                    <a:pt x="534613" y="1112609"/>
                  </a:lnTo>
                  <a:lnTo>
                    <a:pt x="532150" y="1112609"/>
                  </a:lnTo>
                  <a:lnTo>
                    <a:pt x="529686" y="1112609"/>
                  </a:lnTo>
                  <a:lnTo>
                    <a:pt x="527222" y="1112609"/>
                  </a:lnTo>
                  <a:lnTo>
                    <a:pt x="524759" y="1112609"/>
                  </a:lnTo>
                  <a:lnTo>
                    <a:pt x="522295" y="1112609"/>
                  </a:lnTo>
                  <a:lnTo>
                    <a:pt x="519831" y="1112609"/>
                  </a:lnTo>
                  <a:lnTo>
                    <a:pt x="517368" y="1112609"/>
                  </a:lnTo>
                  <a:lnTo>
                    <a:pt x="514904" y="1112609"/>
                  </a:lnTo>
                  <a:lnTo>
                    <a:pt x="512440" y="1112609"/>
                  </a:lnTo>
                  <a:lnTo>
                    <a:pt x="509977" y="1112609"/>
                  </a:lnTo>
                  <a:lnTo>
                    <a:pt x="507513" y="1112609"/>
                  </a:lnTo>
                  <a:lnTo>
                    <a:pt x="505049" y="1112609"/>
                  </a:lnTo>
                  <a:lnTo>
                    <a:pt x="502586" y="1112609"/>
                  </a:lnTo>
                  <a:lnTo>
                    <a:pt x="500122" y="1112609"/>
                  </a:lnTo>
                  <a:lnTo>
                    <a:pt x="497658" y="1112609"/>
                  </a:lnTo>
                  <a:lnTo>
                    <a:pt x="495195" y="1112609"/>
                  </a:lnTo>
                  <a:lnTo>
                    <a:pt x="492731" y="1112609"/>
                  </a:lnTo>
                  <a:lnTo>
                    <a:pt x="490267" y="1112609"/>
                  </a:lnTo>
                  <a:lnTo>
                    <a:pt x="487804" y="1112609"/>
                  </a:lnTo>
                  <a:lnTo>
                    <a:pt x="485340" y="1112609"/>
                  </a:lnTo>
                  <a:lnTo>
                    <a:pt x="482876" y="1112609"/>
                  </a:lnTo>
                  <a:lnTo>
                    <a:pt x="480413" y="1112609"/>
                  </a:lnTo>
                  <a:lnTo>
                    <a:pt x="477949" y="1112609"/>
                  </a:lnTo>
                  <a:lnTo>
                    <a:pt x="475485" y="1112609"/>
                  </a:lnTo>
                  <a:lnTo>
                    <a:pt x="473022" y="1112609"/>
                  </a:lnTo>
                  <a:lnTo>
                    <a:pt x="470558" y="1112609"/>
                  </a:lnTo>
                  <a:lnTo>
                    <a:pt x="468094" y="1112609"/>
                  </a:lnTo>
                  <a:lnTo>
                    <a:pt x="465631" y="1112609"/>
                  </a:lnTo>
                  <a:lnTo>
                    <a:pt x="463167" y="1112609"/>
                  </a:lnTo>
                  <a:lnTo>
                    <a:pt x="460703" y="1112609"/>
                  </a:lnTo>
                  <a:lnTo>
                    <a:pt x="458240" y="1112609"/>
                  </a:lnTo>
                  <a:lnTo>
                    <a:pt x="455776" y="1112609"/>
                  </a:lnTo>
                  <a:lnTo>
                    <a:pt x="453312" y="1112609"/>
                  </a:lnTo>
                  <a:lnTo>
                    <a:pt x="450849" y="1112609"/>
                  </a:lnTo>
                  <a:lnTo>
                    <a:pt x="448385" y="1112609"/>
                  </a:lnTo>
                  <a:lnTo>
                    <a:pt x="445922" y="1112609"/>
                  </a:lnTo>
                  <a:lnTo>
                    <a:pt x="443458" y="1112609"/>
                  </a:lnTo>
                  <a:lnTo>
                    <a:pt x="440994" y="1112609"/>
                  </a:lnTo>
                  <a:lnTo>
                    <a:pt x="438531" y="1112609"/>
                  </a:lnTo>
                  <a:lnTo>
                    <a:pt x="436067" y="1112609"/>
                  </a:lnTo>
                  <a:lnTo>
                    <a:pt x="433603" y="1112609"/>
                  </a:lnTo>
                  <a:lnTo>
                    <a:pt x="431140" y="1112609"/>
                  </a:lnTo>
                  <a:lnTo>
                    <a:pt x="428676" y="1112609"/>
                  </a:lnTo>
                  <a:lnTo>
                    <a:pt x="426212" y="1112609"/>
                  </a:lnTo>
                  <a:lnTo>
                    <a:pt x="423749" y="1112609"/>
                  </a:lnTo>
                  <a:lnTo>
                    <a:pt x="421285" y="1112609"/>
                  </a:lnTo>
                  <a:lnTo>
                    <a:pt x="418821" y="1112609"/>
                  </a:lnTo>
                  <a:lnTo>
                    <a:pt x="416358" y="1112609"/>
                  </a:lnTo>
                  <a:lnTo>
                    <a:pt x="413894" y="1112609"/>
                  </a:lnTo>
                  <a:lnTo>
                    <a:pt x="411430" y="1112609"/>
                  </a:lnTo>
                  <a:lnTo>
                    <a:pt x="408967" y="1112609"/>
                  </a:lnTo>
                  <a:lnTo>
                    <a:pt x="406503" y="1112609"/>
                  </a:lnTo>
                  <a:lnTo>
                    <a:pt x="404039" y="1112609"/>
                  </a:lnTo>
                  <a:lnTo>
                    <a:pt x="401576" y="1112609"/>
                  </a:lnTo>
                  <a:lnTo>
                    <a:pt x="399112" y="1112609"/>
                  </a:lnTo>
                  <a:lnTo>
                    <a:pt x="396648" y="1112609"/>
                  </a:lnTo>
                  <a:lnTo>
                    <a:pt x="394185" y="1112609"/>
                  </a:lnTo>
                  <a:lnTo>
                    <a:pt x="391721" y="1112609"/>
                  </a:lnTo>
                  <a:lnTo>
                    <a:pt x="389257" y="1112609"/>
                  </a:lnTo>
                  <a:lnTo>
                    <a:pt x="386794" y="1112609"/>
                  </a:lnTo>
                  <a:lnTo>
                    <a:pt x="384330" y="1112609"/>
                  </a:lnTo>
                  <a:lnTo>
                    <a:pt x="381866" y="1112609"/>
                  </a:lnTo>
                  <a:lnTo>
                    <a:pt x="379403" y="1112609"/>
                  </a:lnTo>
                  <a:lnTo>
                    <a:pt x="376939" y="1112609"/>
                  </a:lnTo>
                  <a:lnTo>
                    <a:pt x="374475" y="1112609"/>
                  </a:lnTo>
                  <a:lnTo>
                    <a:pt x="372012" y="1112609"/>
                  </a:lnTo>
                  <a:lnTo>
                    <a:pt x="369548" y="1112609"/>
                  </a:lnTo>
                  <a:lnTo>
                    <a:pt x="367084" y="1112609"/>
                  </a:lnTo>
                  <a:lnTo>
                    <a:pt x="364621" y="1112609"/>
                  </a:lnTo>
                  <a:lnTo>
                    <a:pt x="362157" y="1112609"/>
                  </a:lnTo>
                  <a:lnTo>
                    <a:pt x="359694" y="1112609"/>
                  </a:lnTo>
                  <a:lnTo>
                    <a:pt x="357230" y="1112609"/>
                  </a:lnTo>
                  <a:lnTo>
                    <a:pt x="354766" y="1112609"/>
                  </a:lnTo>
                  <a:lnTo>
                    <a:pt x="352303" y="1112609"/>
                  </a:lnTo>
                  <a:lnTo>
                    <a:pt x="349839" y="1112609"/>
                  </a:lnTo>
                  <a:lnTo>
                    <a:pt x="347375" y="1112609"/>
                  </a:lnTo>
                  <a:lnTo>
                    <a:pt x="344912" y="1112609"/>
                  </a:lnTo>
                  <a:lnTo>
                    <a:pt x="342448" y="1112609"/>
                  </a:lnTo>
                  <a:lnTo>
                    <a:pt x="339984" y="1112609"/>
                  </a:lnTo>
                  <a:lnTo>
                    <a:pt x="337521" y="1112609"/>
                  </a:lnTo>
                  <a:lnTo>
                    <a:pt x="335057" y="1112609"/>
                  </a:lnTo>
                  <a:lnTo>
                    <a:pt x="332593" y="1112609"/>
                  </a:lnTo>
                  <a:lnTo>
                    <a:pt x="330130" y="1112609"/>
                  </a:lnTo>
                  <a:lnTo>
                    <a:pt x="327666" y="1112609"/>
                  </a:lnTo>
                  <a:lnTo>
                    <a:pt x="325202" y="1112609"/>
                  </a:lnTo>
                  <a:lnTo>
                    <a:pt x="322739" y="1112609"/>
                  </a:lnTo>
                  <a:lnTo>
                    <a:pt x="320275" y="1112609"/>
                  </a:lnTo>
                  <a:lnTo>
                    <a:pt x="317811" y="1112609"/>
                  </a:lnTo>
                  <a:lnTo>
                    <a:pt x="315348" y="1112609"/>
                  </a:lnTo>
                  <a:lnTo>
                    <a:pt x="312884" y="1112609"/>
                  </a:lnTo>
                  <a:lnTo>
                    <a:pt x="310420" y="1112609"/>
                  </a:lnTo>
                  <a:lnTo>
                    <a:pt x="307957" y="1112609"/>
                  </a:lnTo>
                  <a:lnTo>
                    <a:pt x="305493" y="1112609"/>
                  </a:lnTo>
                  <a:lnTo>
                    <a:pt x="303029" y="1112609"/>
                  </a:lnTo>
                  <a:lnTo>
                    <a:pt x="300566" y="1112609"/>
                  </a:lnTo>
                  <a:lnTo>
                    <a:pt x="298102" y="1112609"/>
                  </a:lnTo>
                  <a:lnTo>
                    <a:pt x="295638" y="1112609"/>
                  </a:lnTo>
                  <a:lnTo>
                    <a:pt x="293175" y="1112609"/>
                  </a:lnTo>
                  <a:lnTo>
                    <a:pt x="290711" y="1112609"/>
                  </a:lnTo>
                  <a:lnTo>
                    <a:pt x="288247" y="1112609"/>
                  </a:lnTo>
                  <a:lnTo>
                    <a:pt x="285784" y="1112609"/>
                  </a:lnTo>
                  <a:lnTo>
                    <a:pt x="283320" y="1112609"/>
                  </a:lnTo>
                  <a:lnTo>
                    <a:pt x="280856" y="1112609"/>
                  </a:lnTo>
                  <a:lnTo>
                    <a:pt x="278393" y="1112609"/>
                  </a:lnTo>
                  <a:lnTo>
                    <a:pt x="275929" y="1112609"/>
                  </a:lnTo>
                  <a:lnTo>
                    <a:pt x="273465" y="1112609"/>
                  </a:lnTo>
                  <a:lnTo>
                    <a:pt x="271002" y="1112609"/>
                  </a:lnTo>
                  <a:lnTo>
                    <a:pt x="268538" y="1112609"/>
                  </a:lnTo>
                  <a:lnTo>
                    <a:pt x="266075" y="1112609"/>
                  </a:lnTo>
                  <a:lnTo>
                    <a:pt x="263611" y="1112609"/>
                  </a:lnTo>
                  <a:lnTo>
                    <a:pt x="261147" y="1112609"/>
                  </a:lnTo>
                  <a:lnTo>
                    <a:pt x="258684" y="1112609"/>
                  </a:lnTo>
                  <a:lnTo>
                    <a:pt x="256220" y="1112609"/>
                  </a:lnTo>
                  <a:lnTo>
                    <a:pt x="253756" y="1112609"/>
                  </a:lnTo>
                  <a:lnTo>
                    <a:pt x="251293" y="1112609"/>
                  </a:lnTo>
                  <a:lnTo>
                    <a:pt x="248829" y="1112609"/>
                  </a:lnTo>
                  <a:lnTo>
                    <a:pt x="246365" y="1112609"/>
                  </a:lnTo>
                  <a:lnTo>
                    <a:pt x="243902" y="1112609"/>
                  </a:lnTo>
                  <a:lnTo>
                    <a:pt x="241438" y="1112609"/>
                  </a:lnTo>
                  <a:lnTo>
                    <a:pt x="238974" y="1112609"/>
                  </a:lnTo>
                  <a:lnTo>
                    <a:pt x="236511" y="1112609"/>
                  </a:lnTo>
                  <a:lnTo>
                    <a:pt x="234047" y="1112609"/>
                  </a:lnTo>
                  <a:lnTo>
                    <a:pt x="231583" y="1112609"/>
                  </a:lnTo>
                  <a:lnTo>
                    <a:pt x="229120" y="1112609"/>
                  </a:lnTo>
                  <a:lnTo>
                    <a:pt x="226656" y="1112609"/>
                  </a:lnTo>
                  <a:lnTo>
                    <a:pt x="224192" y="1112609"/>
                  </a:lnTo>
                  <a:lnTo>
                    <a:pt x="221729" y="1112609"/>
                  </a:lnTo>
                  <a:lnTo>
                    <a:pt x="219265" y="1112609"/>
                  </a:lnTo>
                  <a:lnTo>
                    <a:pt x="216801" y="1112609"/>
                  </a:lnTo>
                  <a:lnTo>
                    <a:pt x="214338" y="1112609"/>
                  </a:lnTo>
                  <a:lnTo>
                    <a:pt x="211874" y="1112609"/>
                  </a:lnTo>
                  <a:lnTo>
                    <a:pt x="209410" y="1112609"/>
                  </a:lnTo>
                  <a:lnTo>
                    <a:pt x="206947" y="1112609"/>
                  </a:lnTo>
                  <a:lnTo>
                    <a:pt x="204483" y="1112609"/>
                  </a:lnTo>
                  <a:lnTo>
                    <a:pt x="202019" y="1112609"/>
                  </a:lnTo>
                  <a:lnTo>
                    <a:pt x="199556" y="1112609"/>
                  </a:lnTo>
                  <a:lnTo>
                    <a:pt x="197092" y="1112609"/>
                  </a:lnTo>
                  <a:lnTo>
                    <a:pt x="194628" y="1112609"/>
                  </a:lnTo>
                  <a:lnTo>
                    <a:pt x="192165" y="1112609"/>
                  </a:lnTo>
                  <a:lnTo>
                    <a:pt x="189701" y="1112609"/>
                  </a:lnTo>
                  <a:lnTo>
                    <a:pt x="187237" y="1112609"/>
                  </a:lnTo>
                  <a:lnTo>
                    <a:pt x="184774" y="1112609"/>
                  </a:lnTo>
                  <a:lnTo>
                    <a:pt x="182310" y="1112609"/>
                  </a:lnTo>
                  <a:lnTo>
                    <a:pt x="179847" y="1112609"/>
                  </a:lnTo>
                  <a:lnTo>
                    <a:pt x="177383" y="1112609"/>
                  </a:lnTo>
                  <a:lnTo>
                    <a:pt x="174919" y="1112609"/>
                  </a:lnTo>
                  <a:lnTo>
                    <a:pt x="172456" y="1112609"/>
                  </a:lnTo>
                  <a:lnTo>
                    <a:pt x="169992" y="1112609"/>
                  </a:lnTo>
                  <a:lnTo>
                    <a:pt x="167528" y="1112609"/>
                  </a:lnTo>
                  <a:lnTo>
                    <a:pt x="165065" y="1112609"/>
                  </a:lnTo>
                  <a:lnTo>
                    <a:pt x="162601" y="1112609"/>
                  </a:lnTo>
                  <a:lnTo>
                    <a:pt x="160137" y="1112609"/>
                  </a:lnTo>
                  <a:lnTo>
                    <a:pt x="157674" y="1112609"/>
                  </a:lnTo>
                  <a:lnTo>
                    <a:pt x="155210" y="1112609"/>
                  </a:lnTo>
                  <a:lnTo>
                    <a:pt x="152746" y="1112609"/>
                  </a:lnTo>
                  <a:lnTo>
                    <a:pt x="150283" y="1112609"/>
                  </a:lnTo>
                  <a:lnTo>
                    <a:pt x="147819" y="1112609"/>
                  </a:lnTo>
                  <a:lnTo>
                    <a:pt x="145355" y="1112609"/>
                  </a:lnTo>
                  <a:lnTo>
                    <a:pt x="142892" y="1112609"/>
                  </a:lnTo>
                  <a:lnTo>
                    <a:pt x="140428" y="1112609"/>
                  </a:lnTo>
                  <a:lnTo>
                    <a:pt x="137964" y="1112609"/>
                  </a:lnTo>
                  <a:lnTo>
                    <a:pt x="135501" y="1112609"/>
                  </a:lnTo>
                  <a:lnTo>
                    <a:pt x="133037" y="1112609"/>
                  </a:lnTo>
                  <a:lnTo>
                    <a:pt x="130573" y="1112609"/>
                  </a:lnTo>
                  <a:lnTo>
                    <a:pt x="128110" y="1112609"/>
                  </a:lnTo>
                  <a:lnTo>
                    <a:pt x="125646" y="1112609"/>
                  </a:lnTo>
                  <a:lnTo>
                    <a:pt x="123182" y="1112609"/>
                  </a:lnTo>
                  <a:lnTo>
                    <a:pt x="120719" y="1112609"/>
                  </a:lnTo>
                  <a:lnTo>
                    <a:pt x="118255" y="1112609"/>
                  </a:lnTo>
                  <a:lnTo>
                    <a:pt x="115791" y="1112609"/>
                  </a:lnTo>
                  <a:lnTo>
                    <a:pt x="113328" y="1112609"/>
                  </a:lnTo>
                  <a:lnTo>
                    <a:pt x="110864" y="1112609"/>
                  </a:lnTo>
                  <a:lnTo>
                    <a:pt x="108400" y="1112609"/>
                  </a:lnTo>
                  <a:lnTo>
                    <a:pt x="105937" y="1112609"/>
                  </a:lnTo>
                  <a:lnTo>
                    <a:pt x="103473" y="1112609"/>
                  </a:lnTo>
                  <a:lnTo>
                    <a:pt x="101009" y="1112609"/>
                  </a:lnTo>
                  <a:lnTo>
                    <a:pt x="98546" y="1112609"/>
                  </a:lnTo>
                  <a:lnTo>
                    <a:pt x="96082" y="1112609"/>
                  </a:lnTo>
                  <a:lnTo>
                    <a:pt x="93618" y="1112609"/>
                  </a:lnTo>
                  <a:lnTo>
                    <a:pt x="91155" y="1112609"/>
                  </a:lnTo>
                  <a:lnTo>
                    <a:pt x="88691" y="1112609"/>
                  </a:lnTo>
                  <a:lnTo>
                    <a:pt x="86228" y="1112609"/>
                  </a:lnTo>
                  <a:lnTo>
                    <a:pt x="83764" y="1112609"/>
                  </a:lnTo>
                  <a:lnTo>
                    <a:pt x="81300" y="1112609"/>
                  </a:lnTo>
                  <a:lnTo>
                    <a:pt x="78837" y="1112609"/>
                  </a:lnTo>
                  <a:lnTo>
                    <a:pt x="76373" y="1112609"/>
                  </a:lnTo>
                  <a:lnTo>
                    <a:pt x="73909" y="1112609"/>
                  </a:lnTo>
                  <a:lnTo>
                    <a:pt x="71446" y="1112609"/>
                  </a:lnTo>
                  <a:lnTo>
                    <a:pt x="68982" y="1112609"/>
                  </a:lnTo>
                  <a:lnTo>
                    <a:pt x="66518" y="1112609"/>
                  </a:lnTo>
                  <a:lnTo>
                    <a:pt x="64055" y="1112609"/>
                  </a:lnTo>
                  <a:lnTo>
                    <a:pt x="61591" y="1112609"/>
                  </a:lnTo>
                  <a:lnTo>
                    <a:pt x="59127" y="1112609"/>
                  </a:lnTo>
                  <a:lnTo>
                    <a:pt x="56664" y="1112609"/>
                  </a:lnTo>
                  <a:lnTo>
                    <a:pt x="54200" y="1112609"/>
                  </a:lnTo>
                  <a:lnTo>
                    <a:pt x="51736" y="1112609"/>
                  </a:lnTo>
                  <a:lnTo>
                    <a:pt x="49273" y="1112609"/>
                  </a:lnTo>
                  <a:lnTo>
                    <a:pt x="46809" y="1112609"/>
                  </a:lnTo>
                  <a:lnTo>
                    <a:pt x="44345" y="1112609"/>
                  </a:lnTo>
                  <a:lnTo>
                    <a:pt x="41882" y="1112609"/>
                  </a:lnTo>
                  <a:lnTo>
                    <a:pt x="39418" y="1112609"/>
                  </a:lnTo>
                  <a:lnTo>
                    <a:pt x="36954" y="1112609"/>
                  </a:lnTo>
                  <a:lnTo>
                    <a:pt x="34491" y="1112609"/>
                  </a:lnTo>
                  <a:lnTo>
                    <a:pt x="32027" y="1112609"/>
                  </a:lnTo>
                  <a:lnTo>
                    <a:pt x="29563" y="1112609"/>
                  </a:lnTo>
                  <a:lnTo>
                    <a:pt x="27100" y="1112609"/>
                  </a:lnTo>
                  <a:lnTo>
                    <a:pt x="24636" y="1112609"/>
                  </a:lnTo>
                  <a:lnTo>
                    <a:pt x="22172" y="1112609"/>
                  </a:lnTo>
                  <a:lnTo>
                    <a:pt x="19709" y="1112609"/>
                  </a:lnTo>
                  <a:lnTo>
                    <a:pt x="17245" y="1112609"/>
                  </a:lnTo>
                  <a:lnTo>
                    <a:pt x="14781" y="1112609"/>
                  </a:lnTo>
                  <a:lnTo>
                    <a:pt x="12318" y="1112609"/>
                  </a:lnTo>
                  <a:lnTo>
                    <a:pt x="9854" y="1112609"/>
                  </a:lnTo>
                  <a:lnTo>
                    <a:pt x="7390" y="1112609"/>
                  </a:lnTo>
                  <a:lnTo>
                    <a:pt x="4927" y="1112609"/>
                  </a:lnTo>
                  <a:lnTo>
                    <a:pt x="2463" y="111260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5481616" y="3027233"/>
              <a:ext cx="1258929" cy="1112609"/>
            </a:xfrm>
            <a:custGeom>
              <a:avLst/>
              <a:pathLst>
                <a:path w="1258929" h="1112609">
                  <a:moveTo>
                    <a:pt x="0" y="1112609"/>
                  </a:moveTo>
                  <a:lnTo>
                    <a:pt x="2463" y="1112609"/>
                  </a:lnTo>
                  <a:lnTo>
                    <a:pt x="4927" y="1112609"/>
                  </a:lnTo>
                  <a:lnTo>
                    <a:pt x="7390" y="1112609"/>
                  </a:lnTo>
                  <a:lnTo>
                    <a:pt x="9854" y="1112609"/>
                  </a:lnTo>
                  <a:lnTo>
                    <a:pt x="12318" y="1112609"/>
                  </a:lnTo>
                  <a:lnTo>
                    <a:pt x="14781" y="1112608"/>
                  </a:lnTo>
                  <a:lnTo>
                    <a:pt x="17245" y="1112608"/>
                  </a:lnTo>
                  <a:lnTo>
                    <a:pt x="19709" y="1112606"/>
                  </a:lnTo>
                  <a:lnTo>
                    <a:pt x="22172" y="1112604"/>
                  </a:lnTo>
                  <a:lnTo>
                    <a:pt x="24636" y="1112600"/>
                  </a:lnTo>
                  <a:lnTo>
                    <a:pt x="27100" y="1112594"/>
                  </a:lnTo>
                  <a:lnTo>
                    <a:pt x="29563" y="1112582"/>
                  </a:lnTo>
                  <a:lnTo>
                    <a:pt x="32027" y="1112563"/>
                  </a:lnTo>
                  <a:lnTo>
                    <a:pt x="34491" y="1112532"/>
                  </a:lnTo>
                  <a:lnTo>
                    <a:pt x="36954" y="1112484"/>
                  </a:lnTo>
                  <a:lnTo>
                    <a:pt x="39418" y="1112407"/>
                  </a:lnTo>
                  <a:lnTo>
                    <a:pt x="41882" y="1112291"/>
                  </a:lnTo>
                  <a:lnTo>
                    <a:pt x="44345" y="1112115"/>
                  </a:lnTo>
                  <a:lnTo>
                    <a:pt x="46809" y="1111855"/>
                  </a:lnTo>
                  <a:lnTo>
                    <a:pt x="49273" y="1111465"/>
                  </a:lnTo>
                  <a:lnTo>
                    <a:pt x="51736" y="1110881"/>
                  </a:lnTo>
                  <a:lnTo>
                    <a:pt x="54200" y="1110045"/>
                  </a:lnTo>
                  <a:lnTo>
                    <a:pt x="56664" y="1108869"/>
                  </a:lnTo>
                  <a:lnTo>
                    <a:pt x="59127" y="1107241"/>
                  </a:lnTo>
                  <a:lnTo>
                    <a:pt x="61591" y="1105028"/>
                  </a:lnTo>
                  <a:lnTo>
                    <a:pt x="64055" y="1102069"/>
                  </a:lnTo>
                  <a:lnTo>
                    <a:pt x="66518" y="1098175"/>
                  </a:lnTo>
                  <a:lnTo>
                    <a:pt x="68982" y="1093132"/>
                  </a:lnTo>
                  <a:lnTo>
                    <a:pt x="71446" y="1086498"/>
                  </a:lnTo>
                  <a:lnTo>
                    <a:pt x="73909" y="1078067"/>
                  </a:lnTo>
                  <a:lnTo>
                    <a:pt x="76373" y="1067609"/>
                  </a:lnTo>
                  <a:lnTo>
                    <a:pt x="78837" y="1054851"/>
                  </a:lnTo>
                  <a:lnTo>
                    <a:pt x="81300" y="1039540"/>
                  </a:lnTo>
                  <a:lnTo>
                    <a:pt x="83764" y="1021453"/>
                  </a:lnTo>
                  <a:lnTo>
                    <a:pt x="86228" y="1000418"/>
                  </a:lnTo>
                  <a:lnTo>
                    <a:pt x="88691" y="976322"/>
                  </a:lnTo>
                  <a:lnTo>
                    <a:pt x="91155" y="949112"/>
                  </a:lnTo>
                  <a:lnTo>
                    <a:pt x="93618" y="918456"/>
                  </a:lnTo>
                  <a:lnTo>
                    <a:pt x="96082" y="884993"/>
                  </a:lnTo>
                  <a:lnTo>
                    <a:pt x="98546" y="849003"/>
                  </a:lnTo>
                  <a:lnTo>
                    <a:pt x="101009" y="810841"/>
                  </a:lnTo>
                  <a:lnTo>
                    <a:pt x="103473" y="770911"/>
                  </a:lnTo>
                  <a:lnTo>
                    <a:pt x="105937" y="729652"/>
                  </a:lnTo>
                  <a:lnTo>
                    <a:pt x="108400" y="687507"/>
                  </a:lnTo>
                  <a:lnTo>
                    <a:pt x="110864" y="644902"/>
                  </a:lnTo>
                  <a:lnTo>
                    <a:pt x="113328" y="602233"/>
                  </a:lnTo>
                  <a:lnTo>
                    <a:pt x="115791" y="559886"/>
                  </a:lnTo>
                  <a:lnTo>
                    <a:pt x="118255" y="518060"/>
                  </a:lnTo>
                  <a:lnTo>
                    <a:pt x="120719" y="476874"/>
                  </a:lnTo>
                  <a:lnTo>
                    <a:pt x="123182" y="436387"/>
                  </a:lnTo>
                  <a:lnTo>
                    <a:pt x="125646" y="396618"/>
                  </a:lnTo>
                  <a:lnTo>
                    <a:pt x="128110" y="357576"/>
                  </a:lnTo>
                  <a:lnTo>
                    <a:pt x="130573" y="319283"/>
                  </a:lnTo>
                  <a:lnTo>
                    <a:pt x="133037" y="281808"/>
                  </a:lnTo>
                  <a:lnTo>
                    <a:pt x="135501" y="245395"/>
                  </a:lnTo>
                  <a:lnTo>
                    <a:pt x="137964" y="210354"/>
                  </a:lnTo>
                  <a:lnTo>
                    <a:pt x="140428" y="177002"/>
                  </a:lnTo>
                  <a:lnTo>
                    <a:pt x="142892" y="145803"/>
                  </a:lnTo>
                  <a:lnTo>
                    <a:pt x="145355" y="117269"/>
                  </a:lnTo>
                  <a:lnTo>
                    <a:pt x="147819" y="91929"/>
                  </a:lnTo>
                  <a:lnTo>
                    <a:pt x="150283" y="70286"/>
                  </a:lnTo>
                  <a:lnTo>
                    <a:pt x="152746" y="52781"/>
                  </a:lnTo>
                  <a:lnTo>
                    <a:pt x="155210" y="39744"/>
                  </a:lnTo>
                  <a:lnTo>
                    <a:pt x="157674" y="31909"/>
                  </a:lnTo>
                  <a:lnTo>
                    <a:pt x="160137" y="28760"/>
                  </a:lnTo>
                  <a:lnTo>
                    <a:pt x="162601" y="29848"/>
                  </a:lnTo>
                  <a:lnTo>
                    <a:pt x="165065" y="34662"/>
                  </a:lnTo>
                  <a:lnTo>
                    <a:pt x="167528" y="42521"/>
                  </a:lnTo>
                  <a:lnTo>
                    <a:pt x="169992" y="52605"/>
                  </a:lnTo>
                  <a:lnTo>
                    <a:pt x="172456" y="63994"/>
                  </a:lnTo>
                  <a:lnTo>
                    <a:pt x="174919" y="75718"/>
                  </a:lnTo>
                  <a:lnTo>
                    <a:pt x="177383" y="86785"/>
                  </a:lnTo>
                  <a:lnTo>
                    <a:pt x="179847" y="95915"/>
                  </a:lnTo>
                  <a:lnTo>
                    <a:pt x="182310" y="102476"/>
                  </a:lnTo>
                  <a:lnTo>
                    <a:pt x="184774" y="105928"/>
                  </a:lnTo>
                  <a:lnTo>
                    <a:pt x="187237" y="105941"/>
                  </a:lnTo>
                  <a:lnTo>
                    <a:pt x="189701" y="102411"/>
                  </a:lnTo>
                  <a:lnTo>
                    <a:pt x="192165" y="95463"/>
                  </a:lnTo>
                  <a:lnTo>
                    <a:pt x="194628" y="85451"/>
                  </a:lnTo>
                  <a:lnTo>
                    <a:pt x="197092" y="72943"/>
                  </a:lnTo>
                  <a:lnTo>
                    <a:pt x="199556" y="58669"/>
                  </a:lnTo>
                  <a:lnTo>
                    <a:pt x="202019" y="43766"/>
                  </a:lnTo>
                  <a:lnTo>
                    <a:pt x="204483" y="29475"/>
                  </a:lnTo>
                  <a:lnTo>
                    <a:pt x="206947" y="16900"/>
                  </a:lnTo>
                  <a:lnTo>
                    <a:pt x="209410" y="7128"/>
                  </a:lnTo>
                  <a:lnTo>
                    <a:pt x="211874" y="1186"/>
                  </a:lnTo>
                  <a:lnTo>
                    <a:pt x="214338" y="0"/>
                  </a:lnTo>
                  <a:lnTo>
                    <a:pt x="216801" y="4358"/>
                  </a:lnTo>
                  <a:lnTo>
                    <a:pt x="219265" y="14881"/>
                  </a:lnTo>
                  <a:lnTo>
                    <a:pt x="221729" y="32592"/>
                  </a:lnTo>
                  <a:lnTo>
                    <a:pt x="224192" y="57501"/>
                  </a:lnTo>
                  <a:lnTo>
                    <a:pt x="226656" y="89080"/>
                  </a:lnTo>
                  <a:lnTo>
                    <a:pt x="229120" y="127000"/>
                  </a:lnTo>
                  <a:lnTo>
                    <a:pt x="231583" y="170751"/>
                  </a:lnTo>
                  <a:lnTo>
                    <a:pt x="234047" y="219662"/>
                  </a:lnTo>
                  <a:lnTo>
                    <a:pt x="236511" y="272930"/>
                  </a:lnTo>
                  <a:lnTo>
                    <a:pt x="238974" y="329651"/>
                  </a:lnTo>
                  <a:lnTo>
                    <a:pt x="241438" y="388852"/>
                  </a:lnTo>
                  <a:lnTo>
                    <a:pt x="243902" y="449546"/>
                  </a:lnTo>
                  <a:lnTo>
                    <a:pt x="246365" y="510412"/>
                  </a:lnTo>
                  <a:lnTo>
                    <a:pt x="248829" y="570498"/>
                  </a:lnTo>
                  <a:lnTo>
                    <a:pt x="251293" y="628967"/>
                  </a:lnTo>
                  <a:lnTo>
                    <a:pt x="253756" y="685085"/>
                  </a:lnTo>
                  <a:lnTo>
                    <a:pt x="256220" y="738231"/>
                  </a:lnTo>
                  <a:lnTo>
                    <a:pt x="258684" y="787911"/>
                  </a:lnTo>
                  <a:lnTo>
                    <a:pt x="261147" y="833758"/>
                  </a:lnTo>
                  <a:lnTo>
                    <a:pt x="263611" y="875465"/>
                  </a:lnTo>
                  <a:lnTo>
                    <a:pt x="266075" y="912428"/>
                  </a:lnTo>
                  <a:lnTo>
                    <a:pt x="268538" y="945239"/>
                  </a:lnTo>
                  <a:lnTo>
                    <a:pt x="271002" y="974031"/>
                  </a:lnTo>
                  <a:lnTo>
                    <a:pt x="273465" y="999006"/>
                  </a:lnTo>
                  <a:lnTo>
                    <a:pt x="275929" y="1020416"/>
                  </a:lnTo>
                  <a:lnTo>
                    <a:pt x="278393" y="1038553"/>
                  </a:lnTo>
                  <a:lnTo>
                    <a:pt x="280856" y="1053728"/>
                  </a:lnTo>
                  <a:lnTo>
                    <a:pt x="283320" y="1066267"/>
                  </a:lnTo>
                  <a:lnTo>
                    <a:pt x="285784" y="1076387"/>
                  </a:lnTo>
                  <a:lnTo>
                    <a:pt x="288247" y="1084391"/>
                  </a:lnTo>
                  <a:lnTo>
                    <a:pt x="290711" y="1090776"/>
                  </a:lnTo>
                  <a:lnTo>
                    <a:pt x="293175" y="1095797"/>
                  </a:lnTo>
                  <a:lnTo>
                    <a:pt x="295638" y="1099684"/>
                  </a:lnTo>
                  <a:lnTo>
                    <a:pt x="298102" y="1102638"/>
                  </a:lnTo>
                  <a:lnTo>
                    <a:pt x="300566" y="1104837"/>
                  </a:lnTo>
                  <a:lnTo>
                    <a:pt x="303029" y="1106432"/>
                  </a:lnTo>
                  <a:lnTo>
                    <a:pt x="305493" y="1107552"/>
                  </a:lnTo>
                  <a:lnTo>
                    <a:pt x="307957" y="1108281"/>
                  </a:lnTo>
                  <a:lnTo>
                    <a:pt x="310420" y="1108739"/>
                  </a:lnTo>
                  <a:lnTo>
                    <a:pt x="312884" y="1109011"/>
                  </a:lnTo>
                  <a:lnTo>
                    <a:pt x="315348" y="1109151"/>
                  </a:lnTo>
                  <a:lnTo>
                    <a:pt x="317811" y="1109206"/>
                  </a:lnTo>
                  <a:lnTo>
                    <a:pt x="320275" y="1109210"/>
                  </a:lnTo>
                  <a:lnTo>
                    <a:pt x="322739" y="1109192"/>
                  </a:lnTo>
                  <a:lnTo>
                    <a:pt x="325202" y="1109174"/>
                  </a:lnTo>
                  <a:lnTo>
                    <a:pt x="327666" y="1109172"/>
                  </a:lnTo>
                  <a:lnTo>
                    <a:pt x="330130" y="1109203"/>
                  </a:lnTo>
                  <a:lnTo>
                    <a:pt x="332593" y="1109270"/>
                  </a:lnTo>
                  <a:lnTo>
                    <a:pt x="335057" y="1109375"/>
                  </a:lnTo>
                  <a:lnTo>
                    <a:pt x="337521" y="1109516"/>
                  </a:lnTo>
                  <a:lnTo>
                    <a:pt x="339984" y="1109689"/>
                  </a:lnTo>
                  <a:lnTo>
                    <a:pt x="342448" y="1109890"/>
                  </a:lnTo>
                  <a:lnTo>
                    <a:pt x="344912" y="1110111"/>
                  </a:lnTo>
                  <a:lnTo>
                    <a:pt x="347375" y="1110346"/>
                  </a:lnTo>
                  <a:lnTo>
                    <a:pt x="349839" y="1110587"/>
                  </a:lnTo>
                  <a:lnTo>
                    <a:pt x="352303" y="1110824"/>
                  </a:lnTo>
                  <a:lnTo>
                    <a:pt x="354766" y="1111051"/>
                  </a:lnTo>
                  <a:lnTo>
                    <a:pt x="357230" y="1111261"/>
                  </a:lnTo>
                  <a:lnTo>
                    <a:pt x="359694" y="1111450"/>
                  </a:lnTo>
                  <a:lnTo>
                    <a:pt x="362157" y="1111614"/>
                  </a:lnTo>
                  <a:lnTo>
                    <a:pt x="364621" y="1111750"/>
                  </a:lnTo>
                  <a:lnTo>
                    <a:pt x="367084" y="1111855"/>
                  </a:lnTo>
                  <a:lnTo>
                    <a:pt x="369548" y="1111927"/>
                  </a:lnTo>
                  <a:lnTo>
                    <a:pt x="372012" y="1111965"/>
                  </a:lnTo>
                  <a:lnTo>
                    <a:pt x="374475" y="1111965"/>
                  </a:lnTo>
                  <a:lnTo>
                    <a:pt x="376939" y="1111932"/>
                  </a:lnTo>
                  <a:lnTo>
                    <a:pt x="379403" y="1111865"/>
                  </a:lnTo>
                  <a:lnTo>
                    <a:pt x="381866" y="1111765"/>
                  </a:lnTo>
                  <a:lnTo>
                    <a:pt x="384330" y="1111635"/>
                  </a:lnTo>
                  <a:lnTo>
                    <a:pt x="386794" y="1111476"/>
                  </a:lnTo>
                  <a:lnTo>
                    <a:pt x="389257" y="1111291"/>
                  </a:lnTo>
                  <a:lnTo>
                    <a:pt x="391721" y="1111083"/>
                  </a:lnTo>
                  <a:lnTo>
                    <a:pt x="394185" y="1110857"/>
                  </a:lnTo>
                  <a:lnTo>
                    <a:pt x="396648" y="1110621"/>
                  </a:lnTo>
                  <a:lnTo>
                    <a:pt x="399112" y="1110381"/>
                  </a:lnTo>
                  <a:lnTo>
                    <a:pt x="401576" y="1110147"/>
                  </a:lnTo>
                  <a:lnTo>
                    <a:pt x="404039" y="1109925"/>
                  </a:lnTo>
                  <a:lnTo>
                    <a:pt x="406503" y="1109724"/>
                  </a:lnTo>
                  <a:lnTo>
                    <a:pt x="408967" y="1109551"/>
                  </a:lnTo>
                  <a:lnTo>
                    <a:pt x="411430" y="1109413"/>
                  </a:lnTo>
                  <a:lnTo>
                    <a:pt x="413894" y="1109316"/>
                  </a:lnTo>
                  <a:lnTo>
                    <a:pt x="416358" y="1109270"/>
                  </a:lnTo>
                  <a:lnTo>
                    <a:pt x="418821" y="1109273"/>
                  </a:lnTo>
                  <a:lnTo>
                    <a:pt x="421285" y="1109323"/>
                  </a:lnTo>
                  <a:lnTo>
                    <a:pt x="423749" y="1109417"/>
                  </a:lnTo>
                  <a:lnTo>
                    <a:pt x="426212" y="1109553"/>
                  </a:lnTo>
                  <a:lnTo>
                    <a:pt x="428676" y="1109724"/>
                  </a:lnTo>
                  <a:lnTo>
                    <a:pt x="431140" y="1109923"/>
                  </a:lnTo>
                  <a:lnTo>
                    <a:pt x="433603" y="1110144"/>
                  </a:lnTo>
                  <a:lnTo>
                    <a:pt x="436067" y="1110379"/>
                  </a:lnTo>
                  <a:lnTo>
                    <a:pt x="438531" y="1110617"/>
                  </a:lnTo>
                  <a:lnTo>
                    <a:pt x="440994" y="1110850"/>
                  </a:lnTo>
                  <a:lnTo>
                    <a:pt x="443458" y="1111071"/>
                  </a:lnTo>
                  <a:lnTo>
                    <a:pt x="445922" y="1111274"/>
                  </a:lnTo>
                  <a:lnTo>
                    <a:pt x="448385" y="1111454"/>
                  </a:lnTo>
                  <a:lnTo>
                    <a:pt x="450849" y="1111608"/>
                  </a:lnTo>
                  <a:lnTo>
                    <a:pt x="453312" y="1111731"/>
                  </a:lnTo>
                  <a:lnTo>
                    <a:pt x="455776" y="1111821"/>
                  </a:lnTo>
                  <a:lnTo>
                    <a:pt x="458240" y="1111874"/>
                  </a:lnTo>
                  <a:lnTo>
                    <a:pt x="460703" y="1111890"/>
                  </a:lnTo>
                  <a:lnTo>
                    <a:pt x="463167" y="1111869"/>
                  </a:lnTo>
                  <a:lnTo>
                    <a:pt x="465631" y="1111813"/>
                  </a:lnTo>
                  <a:lnTo>
                    <a:pt x="468094" y="1111722"/>
                  </a:lnTo>
                  <a:lnTo>
                    <a:pt x="470558" y="1111598"/>
                  </a:lnTo>
                  <a:lnTo>
                    <a:pt x="473022" y="1111443"/>
                  </a:lnTo>
                  <a:lnTo>
                    <a:pt x="475485" y="1111259"/>
                  </a:lnTo>
                  <a:lnTo>
                    <a:pt x="477949" y="1111051"/>
                  </a:lnTo>
                  <a:lnTo>
                    <a:pt x="480413" y="1110822"/>
                  </a:lnTo>
                  <a:lnTo>
                    <a:pt x="482876" y="1110578"/>
                  </a:lnTo>
                  <a:lnTo>
                    <a:pt x="485340" y="1110329"/>
                  </a:lnTo>
                  <a:lnTo>
                    <a:pt x="487804" y="1110079"/>
                  </a:lnTo>
                  <a:lnTo>
                    <a:pt x="490267" y="1109836"/>
                  </a:lnTo>
                  <a:lnTo>
                    <a:pt x="492731" y="1109606"/>
                  </a:lnTo>
                  <a:lnTo>
                    <a:pt x="495195" y="1109396"/>
                  </a:lnTo>
                  <a:lnTo>
                    <a:pt x="497658" y="1109210"/>
                  </a:lnTo>
                  <a:lnTo>
                    <a:pt x="500122" y="1109052"/>
                  </a:lnTo>
                  <a:lnTo>
                    <a:pt x="502586" y="1108928"/>
                  </a:lnTo>
                  <a:lnTo>
                    <a:pt x="505049" y="1108834"/>
                  </a:lnTo>
                  <a:lnTo>
                    <a:pt x="507513" y="1108769"/>
                  </a:lnTo>
                  <a:lnTo>
                    <a:pt x="509977" y="1108727"/>
                  </a:lnTo>
                  <a:lnTo>
                    <a:pt x="512440" y="1108706"/>
                  </a:lnTo>
                  <a:lnTo>
                    <a:pt x="514904" y="1108699"/>
                  </a:lnTo>
                  <a:lnTo>
                    <a:pt x="517368" y="1108702"/>
                  </a:lnTo>
                  <a:lnTo>
                    <a:pt x="519831" y="1108708"/>
                  </a:lnTo>
                  <a:lnTo>
                    <a:pt x="522295" y="1108715"/>
                  </a:lnTo>
                  <a:lnTo>
                    <a:pt x="524759" y="1108717"/>
                  </a:lnTo>
                  <a:lnTo>
                    <a:pt x="527222" y="1108715"/>
                  </a:lnTo>
                  <a:lnTo>
                    <a:pt x="529686" y="1108710"/>
                  </a:lnTo>
                  <a:lnTo>
                    <a:pt x="532150" y="1108704"/>
                  </a:lnTo>
                  <a:lnTo>
                    <a:pt x="534613" y="1108701"/>
                  </a:lnTo>
                  <a:lnTo>
                    <a:pt x="537077" y="1108705"/>
                  </a:lnTo>
                  <a:lnTo>
                    <a:pt x="539541" y="1108724"/>
                  </a:lnTo>
                  <a:lnTo>
                    <a:pt x="542004" y="1108760"/>
                  </a:lnTo>
                  <a:lnTo>
                    <a:pt x="544468" y="1108823"/>
                  </a:lnTo>
                  <a:lnTo>
                    <a:pt x="546931" y="1108916"/>
                  </a:lnTo>
                  <a:lnTo>
                    <a:pt x="549395" y="1109038"/>
                  </a:lnTo>
                  <a:lnTo>
                    <a:pt x="551859" y="1109191"/>
                  </a:lnTo>
                  <a:lnTo>
                    <a:pt x="554322" y="1109373"/>
                  </a:lnTo>
                  <a:lnTo>
                    <a:pt x="556786" y="1109580"/>
                  </a:lnTo>
                  <a:lnTo>
                    <a:pt x="559250" y="1109808"/>
                  </a:lnTo>
                  <a:lnTo>
                    <a:pt x="561713" y="1110052"/>
                  </a:lnTo>
                  <a:lnTo>
                    <a:pt x="564177" y="1110306"/>
                  </a:lnTo>
                  <a:lnTo>
                    <a:pt x="566641" y="1110563"/>
                  </a:lnTo>
                  <a:lnTo>
                    <a:pt x="569104" y="1110815"/>
                  </a:lnTo>
                  <a:lnTo>
                    <a:pt x="571568" y="1111058"/>
                  </a:lnTo>
                  <a:lnTo>
                    <a:pt x="574032" y="1111286"/>
                  </a:lnTo>
                  <a:lnTo>
                    <a:pt x="576495" y="1111497"/>
                  </a:lnTo>
                  <a:lnTo>
                    <a:pt x="578959" y="1111687"/>
                  </a:lnTo>
                  <a:lnTo>
                    <a:pt x="581423" y="1111857"/>
                  </a:lnTo>
                  <a:lnTo>
                    <a:pt x="583886" y="1112004"/>
                  </a:lnTo>
                  <a:lnTo>
                    <a:pt x="586350" y="1112131"/>
                  </a:lnTo>
                  <a:lnTo>
                    <a:pt x="588814" y="1112234"/>
                  </a:lnTo>
                  <a:lnTo>
                    <a:pt x="591277" y="1112319"/>
                  </a:lnTo>
                  <a:lnTo>
                    <a:pt x="593741" y="1112388"/>
                  </a:lnTo>
                  <a:lnTo>
                    <a:pt x="596205" y="1112444"/>
                  </a:lnTo>
                  <a:lnTo>
                    <a:pt x="598668" y="1112487"/>
                  </a:lnTo>
                  <a:lnTo>
                    <a:pt x="601132" y="1112520"/>
                  </a:lnTo>
                  <a:lnTo>
                    <a:pt x="603596" y="1112546"/>
                  </a:lnTo>
                  <a:lnTo>
                    <a:pt x="606059" y="1112565"/>
                  </a:lnTo>
                  <a:lnTo>
                    <a:pt x="608523" y="1112578"/>
                  </a:lnTo>
                  <a:lnTo>
                    <a:pt x="610987" y="1112588"/>
                  </a:lnTo>
                  <a:lnTo>
                    <a:pt x="613450" y="1112595"/>
                  </a:lnTo>
                  <a:lnTo>
                    <a:pt x="615914" y="1112600"/>
                  </a:lnTo>
                  <a:lnTo>
                    <a:pt x="618378" y="1112603"/>
                  </a:lnTo>
                  <a:lnTo>
                    <a:pt x="620841" y="1112605"/>
                  </a:lnTo>
                  <a:lnTo>
                    <a:pt x="623305" y="1112607"/>
                  </a:lnTo>
                  <a:lnTo>
                    <a:pt x="625769" y="1112608"/>
                  </a:lnTo>
                  <a:lnTo>
                    <a:pt x="628232" y="1112608"/>
                  </a:lnTo>
                  <a:lnTo>
                    <a:pt x="630696" y="1112609"/>
                  </a:lnTo>
                  <a:lnTo>
                    <a:pt x="633159" y="1112609"/>
                  </a:lnTo>
                  <a:lnTo>
                    <a:pt x="635623" y="1112609"/>
                  </a:lnTo>
                  <a:lnTo>
                    <a:pt x="638087" y="1112609"/>
                  </a:lnTo>
                  <a:lnTo>
                    <a:pt x="640550" y="1112609"/>
                  </a:lnTo>
                  <a:lnTo>
                    <a:pt x="643014" y="1112609"/>
                  </a:lnTo>
                  <a:lnTo>
                    <a:pt x="645478" y="1112609"/>
                  </a:lnTo>
                  <a:lnTo>
                    <a:pt x="647941" y="1112609"/>
                  </a:lnTo>
                  <a:lnTo>
                    <a:pt x="650405" y="1112609"/>
                  </a:lnTo>
                  <a:lnTo>
                    <a:pt x="652869" y="1112609"/>
                  </a:lnTo>
                  <a:lnTo>
                    <a:pt x="655332" y="1112609"/>
                  </a:lnTo>
                  <a:lnTo>
                    <a:pt x="657796" y="1112609"/>
                  </a:lnTo>
                  <a:lnTo>
                    <a:pt x="660260" y="1112609"/>
                  </a:lnTo>
                  <a:lnTo>
                    <a:pt x="662723" y="1112609"/>
                  </a:lnTo>
                  <a:lnTo>
                    <a:pt x="665187" y="1112609"/>
                  </a:lnTo>
                  <a:lnTo>
                    <a:pt x="667651" y="1112609"/>
                  </a:lnTo>
                  <a:lnTo>
                    <a:pt x="670114" y="1112609"/>
                  </a:lnTo>
                  <a:lnTo>
                    <a:pt x="672578" y="1112609"/>
                  </a:lnTo>
                  <a:lnTo>
                    <a:pt x="675042" y="1112609"/>
                  </a:lnTo>
                  <a:lnTo>
                    <a:pt x="677505" y="1112609"/>
                  </a:lnTo>
                  <a:lnTo>
                    <a:pt x="679969" y="1112609"/>
                  </a:lnTo>
                  <a:lnTo>
                    <a:pt x="682433" y="1112609"/>
                  </a:lnTo>
                  <a:lnTo>
                    <a:pt x="684896" y="1112609"/>
                  </a:lnTo>
                  <a:lnTo>
                    <a:pt x="687360" y="1112609"/>
                  </a:lnTo>
                  <a:lnTo>
                    <a:pt x="689824" y="1112609"/>
                  </a:lnTo>
                  <a:lnTo>
                    <a:pt x="692287" y="1112609"/>
                  </a:lnTo>
                  <a:lnTo>
                    <a:pt x="694751" y="1112609"/>
                  </a:lnTo>
                  <a:lnTo>
                    <a:pt x="697215" y="1112609"/>
                  </a:lnTo>
                  <a:lnTo>
                    <a:pt x="699678" y="1112609"/>
                  </a:lnTo>
                  <a:lnTo>
                    <a:pt x="702142" y="1112609"/>
                  </a:lnTo>
                  <a:lnTo>
                    <a:pt x="704606" y="1112609"/>
                  </a:lnTo>
                  <a:lnTo>
                    <a:pt x="707069" y="1112609"/>
                  </a:lnTo>
                  <a:lnTo>
                    <a:pt x="709533" y="1112609"/>
                  </a:lnTo>
                  <a:lnTo>
                    <a:pt x="711997" y="1112609"/>
                  </a:lnTo>
                  <a:lnTo>
                    <a:pt x="714460" y="1112609"/>
                  </a:lnTo>
                  <a:lnTo>
                    <a:pt x="716924" y="1112609"/>
                  </a:lnTo>
                  <a:lnTo>
                    <a:pt x="719388" y="1112609"/>
                  </a:lnTo>
                  <a:lnTo>
                    <a:pt x="721851" y="1112609"/>
                  </a:lnTo>
                  <a:lnTo>
                    <a:pt x="724315" y="1112609"/>
                  </a:lnTo>
                  <a:lnTo>
                    <a:pt x="726778" y="1112609"/>
                  </a:lnTo>
                  <a:lnTo>
                    <a:pt x="729242" y="1112609"/>
                  </a:lnTo>
                  <a:lnTo>
                    <a:pt x="731706" y="1112609"/>
                  </a:lnTo>
                  <a:lnTo>
                    <a:pt x="734169" y="1112609"/>
                  </a:lnTo>
                  <a:lnTo>
                    <a:pt x="736633" y="1112609"/>
                  </a:lnTo>
                  <a:lnTo>
                    <a:pt x="739097" y="1112609"/>
                  </a:lnTo>
                  <a:lnTo>
                    <a:pt x="741560" y="1112609"/>
                  </a:lnTo>
                  <a:lnTo>
                    <a:pt x="744024" y="1112609"/>
                  </a:lnTo>
                  <a:lnTo>
                    <a:pt x="746488" y="1112609"/>
                  </a:lnTo>
                  <a:lnTo>
                    <a:pt x="748951" y="1112609"/>
                  </a:lnTo>
                  <a:lnTo>
                    <a:pt x="751415" y="1112609"/>
                  </a:lnTo>
                  <a:lnTo>
                    <a:pt x="753879" y="1112609"/>
                  </a:lnTo>
                  <a:lnTo>
                    <a:pt x="756342" y="1112609"/>
                  </a:lnTo>
                  <a:lnTo>
                    <a:pt x="758806" y="1112609"/>
                  </a:lnTo>
                  <a:lnTo>
                    <a:pt x="761270" y="1112609"/>
                  </a:lnTo>
                  <a:lnTo>
                    <a:pt x="763733" y="1112609"/>
                  </a:lnTo>
                  <a:lnTo>
                    <a:pt x="766197" y="1112609"/>
                  </a:lnTo>
                  <a:lnTo>
                    <a:pt x="768661" y="1112609"/>
                  </a:lnTo>
                  <a:lnTo>
                    <a:pt x="771124" y="1112609"/>
                  </a:lnTo>
                  <a:lnTo>
                    <a:pt x="773588" y="1112609"/>
                  </a:lnTo>
                  <a:lnTo>
                    <a:pt x="776052" y="1112609"/>
                  </a:lnTo>
                  <a:lnTo>
                    <a:pt x="778515" y="1112609"/>
                  </a:lnTo>
                  <a:lnTo>
                    <a:pt x="780979" y="1112609"/>
                  </a:lnTo>
                  <a:lnTo>
                    <a:pt x="783443" y="1112609"/>
                  </a:lnTo>
                  <a:lnTo>
                    <a:pt x="785906" y="1112609"/>
                  </a:lnTo>
                  <a:lnTo>
                    <a:pt x="788370" y="1112609"/>
                  </a:lnTo>
                  <a:lnTo>
                    <a:pt x="790834" y="1112609"/>
                  </a:lnTo>
                  <a:lnTo>
                    <a:pt x="793297" y="1112609"/>
                  </a:lnTo>
                  <a:lnTo>
                    <a:pt x="795761" y="1112609"/>
                  </a:lnTo>
                  <a:lnTo>
                    <a:pt x="798225" y="1112609"/>
                  </a:lnTo>
                  <a:lnTo>
                    <a:pt x="800688" y="1112609"/>
                  </a:lnTo>
                  <a:lnTo>
                    <a:pt x="803152" y="1112609"/>
                  </a:lnTo>
                  <a:lnTo>
                    <a:pt x="805616" y="1112609"/>
                  </a:lnTo>
                  <a:lnTo>
                    <a:pt x="808079" y="1112609"/>
                  </a:lnTo>
                  <a:lnTo>
                    <a:pt x="810543" y="1112609"/>
                  </a:lnTo>
                  <a:lnTo>
                    <a:pt x="813006" y="1112609"/>
                  </a:lnTo>
                  <a:lnTo>
                    <a:pt x="815470" y="1112609"/>
                  </a:lnTo>
                  <a:lnTo>
                    <a:pt x="817934" y="1112609"/>
                  </a:lnTo>
                  <a:lnTo>
                    <a:pt x="820397" y="1112609"/>
                  </a:lnTo>
                  <a:lnTo>
                    <a:pt x="822861" y="1112609"/>
                  </a:lnTo>
                  <a:lnTo>
                    <a:pt x="825325" y="1112609"/>
                  </a:lnTo>
                  <a:lnTo>
                    <a:pt x="827788" y="1112609"/>
                  </a:lnTo>
                  <a:lnTo>
                    <a:pt x="830252" y="1112609"/>
                  </a:lnTo>
                  <a:lnTo>
                    <a:pt x="832716" y="1112609"/>
                  </a:lnTo>
                  <a:lnTo>
                    <a:pt x="835179" y="1112609"/>
                  </a:lnTo>
                  <a:lnTo>
                    <a:pt x="837643" y="1112609"/>
                  </a:lnTo>
                  <a:lnTo>
                    <a:pt x="840107" y="1112609"/>
                  </a:lnTo>
                  <a:lnTo>
                    <a:pt x="842570" y="1112609"/>
                  </a:lnTo>
                  <a:lnTo>
                    <a:pt x="845034" y="1112609"/>
                  </a:lnTo>
                  <a:lnTo>
                    <a:pt x="847498" y="1112609"/>
                  </a:lnTo>
                  <a:lnTo>
                    <a:pt x="849961" y="1112609"/>
                  </a:lnTo>
                  <a:lnTo>
                    <a:pt x="852425" y="1112609"/>
                  </a:lnTo>
                  <a:lnTo>
                    <a:pt x="854889" y="1112609"/>
                  </a:lnTo>
                  <a:lnTo>
                    <a:pt x="857352" y="1112609"/>
                  </a:lnTo>
                  <a:lnTo>
                    <a:pt x="859816" y="1112609"/>
                  </a:lnTo>
                  <a:lnTo>
                    <a:pt x="862280" y="1112609"/>
                  </a:lnTo>
                  <a:lnTo>
                    <a:pt x="864743" y="1112609"/>
                  </a:lnTo>
                  <a:lnTo>
                    <a:pt x="867207" y="1112609"/>
                  </a:lnTo>
                  <a:lnTo>
                    <a:pt x="869671" y="1112609"/>
                  </a:lnTo>
                  <a:lnTo>
                    <a:pt x="872134" y="1112609"/>
                  </a:lnTo>
                  <a:lnTo>
                    <a:pt x="874598" y="1112609"/>
                  </a:lnTo>
                  <a:lnTo>
                    <a:pt x="877062" y="1112609"/>
                  </a:lnTo>
                  <a:lnTo>
                    <a:pt x="879525" y="1112609"/>
                  </a:lnTo>
                  <a:lnTo>
                    <a:pt x="881989" y="1112609"/>
                  </a:lnTo>
                  <a:lnTo>
                    <a:pt x="884453" y="1112609"/>
                  </a:lnTo>
                  <a:lnTo>
                    <a:pt x="886916" y="1112609"/>
                  </a:lnTo>
                  <a:lnTo>
                    <a:pt x="889380" y="1112609"/>
                  </a:lnTo>
                  <a:lnTo>
                    <a:pt x="891844" y="1112609"/>
                  </a:lnTo>
                  <a:lnTo>
                    <a:pt x="894307" y="1112609"/>
                  </a:lnTo>
                  <a:lnTo>
                    <a:pt x="896771" y="1112609"/>
                  </a:lnTo>
                  <a:lnTo>
                    <a:pt x="899235" y="1112609"/>
                  </a:lnTo>
                  <a:lnTo>
                    <a:pt x="901698" y="1112609"/>
                  </a:lnTo>
                  <a:lnTo>
                    <a:pt x="904162" y="1112609"/>
                  </a:lnTo>
                  <a:lnTo>
                    <a:pt x="906625" y="1112609"/>
                  </a:lnTo>
                  <a:lnTo>
                    <a:pt x="909089" y="1112609"/>
                  </a:lnTo>
                  <a:lnTo>
                    <a:pt x="911553" y="1112609"/>
                  </a:lnTo>
                  <a:lnTo>
                    <a:pt x="914016" y="1112609"/>
                  </a:lnTo>
                  <a:lnTo>
                    <a:pt x="916480" y="1112609"/>
                  </a:lnTo>
                  <a:lnTo>
                    <a:pt x="918944" y="1112609"/>
                  </a:lnTo>
                  <a:lnTo>
                    <a:pt x="921407" y="1112609"/>
                  </a:lnTo>
                  <a:lnTo>
                    <a:pt x="923871" y="1112609"/>
                  </a:lnTo>
                  <a:lnTo>
                    <a:pt x="926335" y="1112609"/>
                  </a:lnTo>
                  <a:lnTo>
                    <a:pt x="928798" y="1112609"/>
                  </a:lnTo>
                  <a:lnTo>
                    <a:pt x="931262" y="1112609"/>
                  </a:lnTo>
                  <a:lnTo>
                    <a:pt x="933726" y="1112609"/>
                  </a:lnTo>
                  <a:lnTo>
                    <a:pt x="936189" y="1112609"/>
                  </a:lnTo>
                  <a:lnTo>
                    <a:pt x="938653" y="1112609"/>
                  </a:lnTo>
                  <a:lnTo>
                    <a:pt x="941117" y="1112609"/>
                  </a:lnTo>
                  <a:lnTo>
                    <a:pt x="943580" y="1112609"/>
                  </a:lnTo>
                  <a:lnTo>
                    <a:pt x="946044" y="1112609"/>
                  </a:lnTo>
                  <a:lnTo>
                    <a:pt x="948508" y="1112609"/>
                  </a:lnTo>
                  <a:lnTo>
                    <a:pt x="950971" y="1112609"/>
                  </a:lnTo>
                  <a:lnTo>
                    <a:pt x="953435" y="1112609"/>
                  </a:lnTo>
                  <a:lnTo>
                    <a:pt x="955899" y="1112609"/>
                  </a:lnTo>
                  <a:lnTo>
                    <a:pt x="958362" y="1112609"/>
                  </a:lnTo>
                  <a:lnTo>
                    <a:pt x="960826" y="1112609"/>
                  </a:lnTo>
                  <a:lnTo>
                    <a:pt x="963290" y="1112609"/>
                  </a:lnTo>
                  <a:lnTo>
                    <a:pt x="965753" y="1112609"/>
                  </a:lnTo>
                  <a:lnTo>
                    <a:pt x="968217" y="1112609"/>
                  </a:lnTo>
                  <a:lnTo>
                    <a:pt x="970681" y="1112609"/>
                  </a:lnTo>
                  <a:lnTo>
                    <a:pt x="973144" y="1112609"/>
                  </a:lnTo>
                  <a:lnTo>
                    <a:pt x="975608" y="1112609"/>
                  </a:lnTo>
                  <a:lnTo>
                    <a:pt x="978072" y="1112609"/>
                  </a:lnTo>
                  <a:lnTo>
                    <a:pt x="980535" y="1112609"/>
                  </a:lnTo>
                  <a:lnTo>
                    <a:pt x="982999" y="1112609"/>
                  </a:lnTo>
                  <a:lnTo>
                    <a:pt x="985463" y="1112609"/>
                  </a:lnTo>
                  <a:lnTo>
                    <a:pt x="987926" y="1112609"/>
                  </a:lnTo>
                  <a:lnTo>
                    <a:pt x="990390" y="1112609"/>
                  </a:lnTo>
                  <a:lnTo>
                    <a:pt x="992853" y="1112609"/>
                  </a:lnTo>
                  <a:lnTo>
                    <a:pt x="995317" y="1112609"/>
                  </a:lnTo>
                  <a:lnTo>
                    <a:pt x="997781" y="1112609"/>
                  </a:lnTo>
                  <a:lnTo>
                    <a:pt x="1000244" y="1112609"/>
                  </a:lnTo>
                  <a:lnTo>
                    <a:pt x="1002708" y="1112609"/>
                  </a:lnTo>
                  <a:lnTo>
                    <a:pt x="1005172" y="1112609"/>
                  </a:lnTo>
                  <a:lnTo>
                    <a:pt x="1007635" y="1112609"/>
                  </a:lnTo>
                  <a:lnTo>
                    <a:pt x="1010099" y="1112609"/>
                  </a:lnTo>
                  <a:lnTo>
                    <a:pt x="1012563" y="1112609"/>
                  </a:lnTo>
                  <a:lnTo>
                    <a:pt x="1015026" y="1112609"/>
                  </a:lnTo>
                  <a:lnTo>
                    <a:pt x="1017490" y="1112609"/>
                  </a:lnTo>
                  <a:lnTo>
                    <a:pt x="1019954" y="1112609"/>
                  </a:lnTo>
                  <a:lnTo>
                    <a:pt x="1022417" y="1112609"/>
                  </a:lnTo>
                  <a:lnTo>
                    <a:pt x="1024881" y="1112609"/>
                  </a:lnTo>
                  <a:lnTo>
                    <a:pt x="1027345" y="1112609"/>
                  </a:lnTo>
                  <a:lnTo>
                    <a:pt x="1029808" y="1112609"/>
                  </a:lnTo>
                  <a:lnTo>
                    <a:pt x="1032272" y="1112609"/>
                  </a:lnTo>
                  <a:lnTo>
                    <a:pt x="1034736" y="1112609"/>
                  </a:lnTo>
                  <a:lnTo>
                    <a:pt x="1037199" y="1112609"/>
                  </a:lnTo>
                  <a:lnTo>
                    <a:pt x="1039663" y="1112609"/>
                  </a:lnTo>
                  <a:lnTo>
                    <a:pt x="1042127" y="1112609"/>
                  </a:lnTo>
                  <a:lnTo>
                    <a:pt x="1044590" y="1112609"/>
                  </a:lnTo>
                  <a:lnTo>
                    <a:pt x="1047054" y="1112609"/>
                  </a:lnTo>
                  <a:lnTo>
                    <a:pt x="1049518" y="1112609"/>
                  </a:lnTo>
                  <a:lnTo>
                    <a:pt x="1051981" y="1112609"/>
                  </a:lnTo>
                  <a:lnTo>
                    <a:pt x="1054445" y="1112609"/>
                  </a:lnTo>
                  <a:lnTo>
                    <a:pt x="1056909" y="1112609"/>
                  </a:lnTo>
                  <a:lnTo>
                    <a:pt x="1059372" y="1112609"/>
                  </a:lnTo>
                  <a:lnTo>
                    <a:pt x="1061836" y="1112609"/>
                  </a:lnTo>
                  <a:lnTo>
                    <a:pt x="1064300" y="1112609"/>
                  </a:lnTo>
                  <a:lnTo>
                    <a:pt x="1066763" y="1112609"/>
                  </a:lnTo>
                  <a:lnTo>
                    <a:pt x="1069227" y="1112609"/>
                  </a:lnTo>
                  <a:lnTo>
                    <a:pt x="1071691" y="1112609"/>
                  </a:lnTo>
                  <a:lnTo>
                    <a:pt x="1074154" y="1112609"/>
                  </a:lnTo>
                  <a:lnTo>
                    <a:pt x="1076618" y="1112609"/>
                  </a:lnTo>
                  <a:lnTo>
                    <a:pt x="1079082" y="1112609"/>
                  </a:lnTo>
                  <a:lnTo>
                    <a:pt x="1081545" y="1112609"/>
                  </a:lnTo>
                  <a:lnTo>
                    <a:pt x="1084009" y="1112609"/>
                  </a:lnTo>
                  <a:lnTo>
                    <a:pt x="1086472" y="1112609"/>
                  </a:lnTo>
                  <a:lnTo>
                    <a:pt x="1088936" y="1112609"/>
                  </a:lnTo>
                  <a:lnTo>
                    <a:pt x="1091400" y="1112609"/>
                  </a:lnTo>
                  <a:lnTo>
                    <a:pt x="1093863" y="1112609"/>
                  </a:lnTo>
                  <a:lnTo>
                    <a:pt x="1096327" y="1112609"/>
                  </a:lnTo>
                  <a:lnTo>
                    <a:pt x="1098791" y="1112609"/>
                  </a:lnTo>
                  <a:lnTo>
                    <a:pt x="1101254" y="1112609"/>
                  </a:lnTo>
                  <a:lnTo>
                    <a:pt x="1103718" y="1112609"/>
                  </a:lnTo>
                  <a:lnTo>
                    <a:pt x="1106182" y="1112609"/>
                  </a:lnTo>
                  <a:lnTo>
                    <a:pt x="1108645" y="1112609"/>
                  </a:lnTo>
                  <a:lnTo>
                    <a:pt x="1111109" y="1112609"/>
                  </a:lnTo>
                  <a:lnTo>
                    <a:pt x="1113573" y="1112609"/>
                  </a:lnTo>
                  <a:lnTo>
                    <a:pt x="1116036" y="1112609"/>
                  </a:lnTo>
                  <a:lnTo>
                    <a:pt x="1118500" y="1112609"/>
                  </a:lnTo>
                  <a:lnTo>
                    <a:pt x="1120964" y="1112609"/>
                  </a:lnTo>
                  <a:lnTo>
                    <a:pt x="1123427" y="1112609"/>
                  </a:lnTo>
                  <a:lnTo>
                    <a:pt x="1125891" y="1112609"/>
                  </a:lnTo>
                  <a:lnTo>
                    <a:pt x="1128355" y="1112609"/>
                  </a:lnTo>
                  <a:lnTo>
                    <a:pt x="1130818" y="1112609"/>
                  </a:lnTo>
                  <a:lnTo>
                    <a:pt x="1133282" y="1112609"/>
                  </a:lnTo>
                  <a:lnTo>
                    <a:pt x="1135746" y="1112609"/>
                  </a:lnTo>
                  <a:lnTo>
                    <a:pt x="1138209" y="1112609"/>
                  </a:lnTo>
                  <a:lnTo>
                    <a:pt x="1140673" y="1112609"/>
                  </a:lnTo>
                  <a:lnTo>
                    <a:pt x="1143137" y="1112609"/>
                  </a:lnTo>
                  <a:lnTo>
                    <a:pt x="1145600" y="1112609"/>
                  </a:lnTo>
                  <a:lnTo>
                    <a:pt x="1148064" y="1112609"/>
                  </a:lnTo>
                  <a:lnTo>
                    <a:pt x="1150528" y="1112609"/>
                  </a:lnTo>
                  <a:lnTo>
                    <a:pt x="1152991" y="1112609"/>
                  </a:lnTo>
                  <a:lnTo>
                    <a:pt x="1155455" y="1112609"/>
                  </a:lnTo>
                  <a:lnTo>
                    <a:pt x="1157919" y="1112609"/>
                  </a:lnTo>
                  <a:lnTo>
                    <a:pt x="1160382" y="1112609"/>
                  </a:lnTo>
                  <a:lnTo>
                    <a:pt x="1162846" y="1112609"/>
                  </a:lnTo>
                  <a:lnTo>
                    <a:pt x="1165310" y="1112609"/>
                  </a:lnTo>
                  <a:lnTo>
                    <a:pt x="1167773" y="1112609"/>
                  </a:lnTo>
                  <a:lnTo>
                    <a:pt x="1170237" y="1112609"/>
                  </a:lnTo>
                  <a:lnTo>
                    <a:pt x="1172701" y="1112609"/>
                  </a:lnTo>
                  <a:lnTo>
                    <a:pt x="1175164" y="1112609"/>
                  </a:lnTo>
                  <a:lnTo>
                    <a:pt x="1177628" y="1112609"/>
                  </a:lnTo>
                  <a:lnTo>
                    <a:pt x="1180091" y="1112609"/>
                  </a:lnTo>
                  <a:lnTo>
                    <a:pt x="1182555" y="1112609"/>
                  </a:lnTo>
                  <a:lnTo>
                    <a:pt x="1185019" y="1112609"/>
                  </a:lnTo>
                  <a:lnTo>
                    <a:pt x="1187482" y="1112609"/>
                  </a:lnTo>
                  <a:lnTo>
                    <a:pt x="1189946" y="1112609"/>
                  </a:lnTo>
                  <a:lnTo>
                    <a:pt x="1192410" y="1112609"/>
                  </a:lnTo>
                  <a:lnTo>
                    <a:pt x="1194873" y="1112609"/>
                  </a:lnTo>
                  <a:lnTo>
                    <a:pt x="1197337" y="1112609"/>
                  </a:lnTo>
                  <a:lnTo>
                    <a:pt x="1199801" y="1112609"/>
                  </a:lnTo>
                  <a:lnTo>
                    <a:pt x="1202264" y="1112609"/>
                  </a:lnTo>
                  <a:lnTo>
                    <a:pt x="1204728" y="1112609"/>
                  </a:lnTo>
                  <a:lnTo>
                    <a:pt x="1207192" y="1112609"/>
                  </a:lnTo>
                  <a:lnTo>
                    <a:pt x="1209655" y="1112609"/>
                  </a:lnTo>
                  <a:lnTo>
                    <a:pt x="1212119" y="1112609"/>
                  </a:lnTo>
                  <a:lnTo>
                    <a:pt x="1214583" y="1112609"/>
                  </a:lnTo>
                  <a:lnTo>
                    <a:pt x="1217046" y="1112609"/>
                  </a:lnTo>
                  <a:lnTo>
                    <a:pt x="1219510" y="1112609"/>
                  </a:lnTo>
                  <a:lnTo>
                    <a:pt x="1221974" y="1112609"/>
                  </a:lnTo>
                  <a:lnTo>
                    <a:pt x="1224437" y="1112609"/>
                  </a:lnTo>
                  <a:lnTo>
                    <a:pt x="1226901" y="1112609"/>
                  </a:lnTo>
                  <a:lnTo>
                    <a:pt x="1229365" y="1112609"/>
                  </a:lnTo>
                  <a:lnTo>
                    <a:pt x="1231828" y="1112609"/>
                  </a:lnTo>
                  <a:lnTo>
                    <a:pt x="1234292" y="1112609"/>
                  </a:lnTo>
                  <a:lnTo>
                    <a:pt x="1236756" y="1112609"/>
                  </a:lnTo>
                  <a:lnTo>
                    <a:pt x="1239219" y="1112609"/>
                  </a:lnTo>
                  <a:lnTo>
                    <a:pt x="1241683" y="1112609"/>
                  </a:lnTo>
                  <a:lnTo>
                    <a:pt x="1244147" y="1112609"/>
                  </a:lnTo>
                  <a:lnTo>
                    <a:pt x="1246610" y="1112609"/>
                  </a:lnTo>
                  <a:lnTo>
                    <a:pt x="1249074" y="1112609"/>
                  </a:lnTo>
                  <a:lnTo>
                    <a:pt x="1251538" y="1112609"/>
                  </a:lnTo>
                  <a:lnTo>
                    <a:pt x="1254001" y="1112609"/>
                  </a:lnTo>
                  <a:lnTo>
                    <a:pt x="1256465" y="1112609"/>
                  </a:lnTo>
                  <a:lnTo>
                    <a:pt x="1258929" y="1112609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481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69"/>
                  </a:moveTo>
                  <a:lnTo>
                    <a:pt x="2463" y="1188064"/>
                  </a:lnTo>
                  <a:lnTo>
                    <a:pt x="4927" y="1188057"/>
                  </a:lnTo>
                  <a:lnTo>
                    <a:pt x="7390" y="1188049"/>
                  </a:lnTo>
                  <a:lnTo>
                    <a:pt x="9854" y="1188037"/>
                  </a:lnTo>
                  <a:lnTo>
                    <a:pt x="12318" y="1188021"/>
                  </a:lnTo>
                  <a:lnTo>
                    <a:pt x="14781" y="1188000"/>
                  </a:lnTo>
                  <a:lnTo>
                    <a:pt x="17245" y="1187972"/>
                  </a:lnTo>
                  <a:lnTo>
                    <a:pt x="19709" y="1187934"/>
                  </a:lnTo>
                  <a:lnTo>
                    <a:pt x="22172" y="1187884"/>
                  </a:lnTo>
                  <a:lnTo>
                    <a:pt x="24636" y="1187820"/>
                  </a:lnTo>
                  <a:lnTo>
                    <a:pt x="27100" y="1187738"/>
                  </a:lnTo>
                  <a:lnTo>
                    <a:pt x="29563" y="1187634"/>
                  </a:lnTo>
                  <a:lnTo>
                    <a:pt x="32027" y="1187503"/>
                  </a:lnTo>
                  <a:lnTo>
                    <a:pt x="34491" y="1187331"/>
                  </a:lnTo>
                  <a:lnTo>
                    <a:pt x="36954" y="1187115"/>
                  </a:lnTo>
                  <a:lnTo>
                    <a:pt x="39418" y="1186847"/>
                  </a:lnTo>
                  <a:lnTo>
                    <a:pt x="41882" y="1186518"/>
                  </a:lnTo>
                  <a:lnTo>
                    <a:pt x="44345" y="1186116"/>
                  </a:lnTo>
                  <a:lnTo>
                    <a:pt x="46809" y="1185630"/>
                  </a:lnTo>
                  <a:lnTo>
                    <a:pt x="49273" y="1185029"/>
                  </a:lnTo>
                  <a:lnTo>
                    <a:pt x="51736" y="1184296"/>
                  </a:lnTo>
                  <a:lnTo>
                    <a:pt x="54200" y="1183423"/>
                  </a:lnTo>
                  <a:lnTo>
                    <a:pt x="56664" y="1182390"/>
                  </a:lnTo>
                  <a:lnTo>
                    <a:pt x="59127" y="1181177"/>
                  </a:lnTo>
                  <a:lnTo>
                    <a:pt x="61591" y="1179761"/>
                  </a:lnTo>
                  <a:lnTo>
                    <a:pt x="64055" y="1178106"/>
                  </a:lnTo>
                  <a:lnTo>
                    <a:pt x="66518" y="1176149"/>
                  </a:lnTo>
                  <a:lnTo>
                    <a:pt x="68982" y="1173902"/>
                  </a:lnTo>
                  <a:lnTo>
                    <a:pt x="71446" y="1171339"/>
                  </a:lnTo>
                  <a:lnTo>
                    <a:pt x="73909" y="1168436"/>
                  </a:lnTo>
                  <a:lnTo>
                    <a:pt x="76373" y="1165165"/>
                  </a:lnTo>
                  <a:lnTo>
                    <a:pt x="78837" y="1161501"/>
                  </a:lnTo>
                  <a:lnTo>
                    <a:pt x="81300" y="1157332"/>
                  </a:lnTo>
                  <a:lnTo>
                    <a:pt x="83764" y="1152695"/>
                  </a:lnTo>
                  <a:lnTo>
                    <a:pt x="86228" y="1147585"/>
                  </a:lnTo>
                  <a:lnTo>
                    <a:pt x="88691" y="1141984"/>
                  </a:lnTo>
                  <a:lnTo>
                    <a:pt x="91155" y="1135877"/>
                  </a:lnTo>
                  <a:lnTo>
                    <a:pt x="93618" y="1129251"/>
                  </a:lnTo>
                  <a:lnTo>
                    <a:pt x="96082" y="1122039"/>
                  </a:lnTo>
                  <a:lnTo>
                    <a:pt x="98546" y="1114232"/>
                  </a:lnTo>
                  <a:lnTo>
                    <a:pt x="101009" y="1105896"/>
                  </a:lnTo>
                  <a:lnTo>
                    <a:pt x="103473" y="1097038"/>
                  </a:lnTo>
                  <a:lnTo>
                    <a:pt x="105937" y="1087673"/>
                  </a:lnTo>
                  <a:lnTo>
                    <a:pt x="108400" y="1077817"/>
                  </a:lnTo>
                  <a:lnTo>
                    <a:pt x="110864" y="1067485"/>
                  </a:lnTo>
                  <a:lnTo>
                    <a:pt x="113328" y="1056638"/>
                  </a:lnTo>
                  <a:lnTo>
                    <a:pt x="115791" y="1045412"/>
                  </a:lnTo>
                  <a:lnTo>
                    <a:pt x="118255" y="1033853"/>
                  </a:lnTo>
                  <a:lnTo>
                    <a:pt x="120719" y="1022010"/>
                  </a:lnTo>
                  <a:lnTo>
                    <a:pt x="123182" y="1009938"/>
                  </a:lnTo>
                  <a:lnTo>
                    <a:pt x="125646" y="997697"/>
                  </a:lnTo>
                  <a:lnTo>
                    <a:pt x="128110" y="985349"/>
                  </a:lnTo>
                  <a:lnTo>
                    <a:pt x="130573" y="972997"/>
                  </a:lnTo>
                  <a:lnTo>
                    <a:pt x="133037" y="960718"/>
                  </a:lnTo>
                  <a:lnTo>
                    <a:pt x="135501" y="948585"/>
                  </a:lnTo>
                  <a:lnTo>
                    <a:pt x="137964" y="936670"/>
                  </a:lnTo>
                  <a:lnTo>
                    <a:pt x="140428" y="925043"/>
                  </a:lnTo>
                  <a:lnTo>
                    <a:pt x="142892" y="913809"/>
                  </a:lnTo>
                  <a:lnTo>
                    <a:pt x="145355" y="903092"/>
                  </a:lnTo>
                  <a:lnTo>
                    <a:pt x="147819" y="892894"/>
                  </a:lnTo>
                  <a:lnTo>
                    <a:pt x="150283" y="883265"/>
                  </a:lnTo>
                  <a:lnTo>
                    <a:pt x="152746" y="874252"/>
                  </a:lnTo>
                  <a:lnTo>
                    <a:pt x="155210" y="865891"/>
                  </a:lnTo>
                  <a:lnTo>
                    <a:pt x="157674" y="858213"/>
                  </a:lnTo>
                  <a:lnTo>
                    <a:pt x="160137" y="851398"/>
                  </a:lnTo>
                  <a:lnTo>
                    <a:pt x="162601" y="845310"/>
                  </a:lnTo>
                  <a:lnTo>
                    <a:pt x="165065" y="839941"/>
                  </a:lnTo>
                  <a:lnTo>
                    <a:pt x="167528" y="835280"/>
                  </a:lnTo>
                  <a:lnTo>
                    <a:pt x="169992" y="831312"/>
                  </a:lnTo>
                  <a:lnTo>
                    <a:pt x="172456" y="828013"/>
                  </a:lnTo>
                  <a:lnTo>
                    <a:pt x="174919" y="825432"/>
                  </a:lnTo>
                  <a:lnTo>
                    <a:pt x="177383" y="823499"/>
                  </a:lnTo>
                  <a:lnTo>
                    <a:pt x="179847" y="822109"/>
                  </a:lnTo>
                  <a:lnTo>
                    <a:pt x="182310" y="821219"/>
                  </a:lnTo>
                  <a:lnTo>
                    <a:pt x="184774" y="820785"/>
                  </a:lnTo>
                  <a:lnTo>
                    <a:pt x="187237" y="820758"/>
                  </a:lnTo>
                  <a:lnTo>
                    <a:pt x="189701" y="821104"/>
                  </a:lnTo>
                  <a:lnTo>
                    <a:pt x="192165" y="821802"/>
                  </a:lnTo>
                  <a:lnTo>
                    <a:pt x="194628" y="822735"/>
                  </a:lnTo>
                  <a:lnTo>
                    <a:pt x="197092" y="823855"/>
                  </a:lnTo>
                  <a:lnTo>
                    <a:pt x="199556" y="825114"/>
                  </a:lnTo>
                  <a:lnTo>
                    <a:pt x="202019" y="826461"/>
                  </a:lnTo>
                  <a:lnTo>
                    <a:pt x="204483" y="827847"/>
                  </a:lnTo>
                  <a:lnTo>
                    <a:pt x="206947" y="829200"/>
                  </a:lnTo>
                  <a:lnTo>
                    <a:pt x="209410" y="830447"/>
                  </a:lnTo>
                  <a:lnTo>
                    <a:pt x="211874" y="831529"/>
                  </a:lnTo>
                  <a:lnTo>
                    <a:pt x="214338" y="832379"/>
                  </a:lnTo>
                  <a:lnTo>
                    <a:pt x="216801" y="832926"/>
                  </a:lnTo>
                  <a:lnTo>
                    <a:pt x="219265" y="833094"/>
                  </a:lnTo>
                  <a:lnTo>
                    <a:pt x="221729" y="832742"/>
                  </a:lnTo>
                  <a:lnTo>
                    <a:pt x="224192" y="831718"/>
                  </a:lnTo>
                  <a:lnTo>
                    <a:pt x="226656" y="829979"/>
                  </a:lnTo>
                  <a:lnTo>
                    <a:pt x="229120" y="827413"/>
                  </a:lnTo>
                  <a:lnTo>
                    <a:pt x="231583" y="823902"/>
                  </a:lnTo>
                  <a:lnTo>
                    <a:pt x="234047" y="819321"/>
                  </a:lnTo>
                  <a:lnTo>
                    <a:pt x="236511" y="813527"/>
                  </a:lnTo>
                  <a:lnTo>
                    <a:pt x="238974" y="806052"/>
                  </a:lnTo>
                  <a:lnTo>
                    <a:pt x="241438" y="797017"/>
                  </a:lnTo>
                  <a:lnTo>
                    <a:pt x="243902" y="786283"/>
                  </a:lnTo>
                  <a:lnTo>
                    <a:pt x="246365" y="773711"/>
                  </a:lnTo>
                  <a:lnTo>
                    <a:pt x="248829" y="759171"/>
                  </a:lnTo>
                  <a:lnTo>
                    <a:pt x="251293" y="742537"/>
                  </a:lnTo>
                  <a:lnTo>
                    <a:pt x="253756" y="723344"/>
                  </a:lnTo>
                  <a:lnTo>
                    <a:pt x="256220" y="701635"/>
                  </a:lnTo>
                  <a:lnTo>
                    <a:pt x="258684" y="677529"/>
                  </a:lnTo>
                  <a:lnTo>
                    <a:pt x="261147" y="651003"/>
                  </a:lnTo>
                  <a:lnTo>
                    <a:pt x="263611" y="622065"/>
                  </a:lnTo>
                  <a:lnTo>
                    <a:pt x="266075" y="590756"/>
                  </a:lnTo>
                  <a:lnTo>
                    <a:pt x="268538" y="557023"/>
                  </a:lnTo>
                  <a:lnTo>
                    <a:pt x="271002" y="520855"/>
                  </a:lnTo>
                  <a:lnTo>
                    <a:pt x="273465" y="482849"/>
                  </a:lnTo>
                  <a:lnTo>
                    <a:pt x="275929" y="443279"/>
                  </a:lnTo>
                  <a:lnTo>
                    <a:pt x="278393" y="402465"/>
                  </a:lnTo>
                  <a:lnTo>
                    <a:pt x="280856" y="360774"/>
                  </a:lnTo>
                  <a:lnTo>
                    <a:pt x="283320" y="318620"/>
                  </a:lnTo>
                  <a:lnTo>
                    <a:pt x="285784" y="276624"/>
                  </a:lnTo>
                  <a:lnTo>
                    <a:pt x="288247" y="235453"/>
                  </a:lnTo>
                  <a:lnTo>
                    <a:pt x="290711" y="195663"/>
                  </a:lnTo>
                  <a:lnTo>
                    <a:pt x="293175" y="157824"/>
                  </a:lnTo>
                  <a:lnTo>
                    <a:pt x="295638" y="122516"/>
                  </a:lnTo>
                  <a:lnTo>
                    <a:pt x="298102" y="90316"/>
                  </a:lnTo>
                  <a:lnTo>
                    <a:pt x="300566" y="62311"/>
                  </a:lnTo>
                  <a:lnTo>
                    <a:pt x="303029" y="39225"/>
                  </a:lnTo>
                  <a:lnTo>
                    <a:pt x="305493" y="21094"/>
                  </a:lnTo>
                  <a:lnTo>
                    <a:pt x="307957" y="8308"/>
                  </a:lnTo>
                  <a:lnTo>
                    <a:pt x="310420" y="1193"/>
                  </a:lnTo>
                  <a:lnTo>
                    <a:pt x="312884" y="0"/>
                  </a:lnTo>
                  <a:lnTo>
                    <a:pt x="315348" y="5091"/>
                  </a:lnTo>
                  <a:lnTo>
                    <a:pt x="317811" y="17559"/>
                  </a:lnTo>
                  <a:lnTo>
                    <a:pt x="320275" y="36089"/>
                  </a:lnTo>
                  <a:lnTo>
                    <a:pt x="322739" y="60486"/>
                  </a:lnTo>
                  <a:lnTo>
                    <a:pt x="325202" y="90470"/>
                  </a:lnTo>
                  <a:lnTo>
                    <a:pt x="327666" y="125686"/>
                  </a:lnTo>
                  <a:lnTo>
                    <a:pt x="330130" y="165704"/>
                  </a:lnTo>
                  <a:lnTo>
                    <a:pt x="332593" y="210620"/>
                  </a:lnTo>
                  <a:lnTo>
                    <a:pt x="335057" y="259160"/>
                  </a:lnTo>
                  <a:lnTo>
                    <a:pt x="337521" y="310461"/>
                  </a:lnTo>
                  <a:lnTo>
                    <a:pt x="339984" y="363883"/>
                  </a:lnTo>
                  <a:lnTo>
                    <a:pt x="342448" y="418781"/>
                  </a:lnTo>
                  <a:lnTo>
                    <a:pt x="344912" y="474516"/>
                  </a:lnTo>
                  <a:lnTo>
                    <a:pt x="347375" y="530411"/>
                  </a:lnTo>
                  <a:lnTo>
                    <a:pt x="349839" y="585621"/>
                  </a:lnTo>
                  <a:lnTo>
                    <a:pt x="352303" y="639616"/>
                  </a:lnTo>
                  <a:lnTo>
                    <a:pt x="354766" y="691945"/>
                  </a:lnTo>
                  <a:lnTo>
                    <a:pt x="357230" y="742207"/>
                  </a:lnTo>
                  <a:lnTo>
                    <a:pt x="359694" y="790063"/>
                  </a:lnTo>
                  <a:lnTo>
                    <a:pt x="362157" y="835232"/>
                  </a:lnTo>
                  <a:lnTo>
                    <a:pt x="364621" y="876793"/>
                  </a:lnTo>
                  <a:lnTo>
                    <a:pt x="367084" y="915251"/>
                  </a:lnTo>
                  <a:lnTo>
                    <a:pt x="369548" y="950571"/>
                  </a:lnTo>
                  <a:lnTo>
                    <a:pt x="372012" y="982756"/>
                  </a:lnTo>
                  <a:lnTo>
                    <a:pt x="374475" y="1011851"/>
                  </a:lnTo>
                  <a:lnTo>
                    <a:pt x="376939" y="1037939"/>
                  </a:lnTo>
                  <a:lnTo>
                    <a:pt x="379403" y="1060767"/>
                  </a:lnTo>
                  <a:lnTo>
                    <a:pt x="381866" y="1080693"/>
                  </a:lnTo>
                  <a:lnTo>
                    <a:pt x="384330" y="1098153"/>
                  </a:lnTo>
                  <a:lnTo>
                    <a:pt x="386794" y="1113335"/>
                  </a:lnTo>
                  <a:lnTo>
                    <a:pt x="389257" y="1126432"/>
                  </a:lnTo>
                  <a:lnTo>
                    <a:pt x="391721" y="1137635"/>
                  </a:lnTo>
                  <a:lnTo>
                    <a:pt x="394185" y="1147064"/>
                  </a:lnTo>
                  <a:lnTo>
                    <a:pt x="396648" y="1154783"/>
                  </a:lnTo>
                  <a:lnTo>
                    <a:pt x="399112" y="1161261"/>
                  </a:lnTo>
                  <a:lnTo>
                    <a:pt x="401576" y="1166652"/>
                  </a:lnTo>
                  <a:lnTo>
                    <a:pt x="404039" y="1171101"/>
                  </a:lnTo>
                  <a:lnTo>
                    <a:pt x="406503" y="1174741"/>
                  </a:lnTo>
                  <a:lnTo>
                    <a:pt x="408967" y="1177692"/>
                  </a:lnTo>
                  <a:lnTo>
                    <a:pt x="411430" y="1179977"/>
                  </a:lnTo>
                  <a:lnTo>
                    <a:pt x="413894" y="1181801"/>
                  </a:lnTo>
                  <a:lnTo>
                    <a:pt x="416358" y="1183257"/>
                  </a:lnTo>
                  <a:lnTo>
                    <a:pt x="418821" y="1184409"/>
                  </a:lnTo>
                  <a:lnTo>
                    <a:pt x="421285" y="1185311"/>
                  </a:lnTo>
                  <a:lnTo>
                    <a:pt x="423749" y="1186011"/>
                  </a:lnTo>
                  <a:lnTo>
                    <a:pt x="426212" y="1186537"/>
                  </a:lnTo>
                  <a:lnTo>
                    <a:pt x="428676" y="1186929"/>
                  </a:lnTo>
                  <a:lnTo>
                    <a:pt x="431140" y="1187230"/>
                  </a:lnTo>
                  <a:lnTo>
                    <a:pt x="433603" y="1187458"/>
                  </a:lnTo>
                  <a:lnTo>
                    <a:pt x="436067" y="1187630"/>
                  </a:lnTo>
                  <a:lnTo>
                    <a:pt x="438531" y="1187757"/>
                  </a:lnTo>
                  <a:lnTo>
                    <a:pt x="440994" y="1187851"/>
                  </a:lnTo>
                  <a:lnTo>
                    <a:pt x="443458" y="1187915"/>
                  </a:lnTo>
                  <a:lnTo>
                    <a:pt x="445922" y="1187963"/>
                  </a:lnTo>
                  <a:lnTo>
                    <a:pt x="448385" y="1187997"/>
                  </a:lnTo>
                  <a:lnTo>
                    <a:pt x="450849" y="1188023"/>
                  </a:lnTo>
                  <a:lnTo>
                    <a:pt x="453312" y="1188040"/>
                  </a:lnTo>
                  <a:lnTo>
                    <a:pt x="455776" y="1188053"/>
                  </a:lnTo>
                  <a:lnTo>
                    <a:pt x="458240" y="1188061"/>
                  </a:lnTo>
                  <a:lnTo>
                    <a:pt x="460703" y="1188067"/>
                  </a:lnTo>
                  <a:lnTo>
                    <a:pt x="463167" y="1188071"/>
                  </a:lnTo>
                  <a:lnTo>
                    <a:pt x="465631" y="1188074"/>
                  </a:lnTo>
                  <a:lnTo>
                    <a:pt x="468094" y="1188076"/>
                  </a:lnTo>
                  <a:lnTo>
                    <a:pt x="470558" y="1188077"/>
                  </a:lnTo>
                  <a:lnTo>
                    <a:pt x="473022" y="1188078"/>
                  </a:lnTo>
                  <a:lnTo>
                    <a:pt x="475485" y="1188079"/>
                  </a:lnTo>
                  <a:lnTo>
                    <a:pt x="477949" y="1188079"/>
                  </a:lnTo>
                  <a:lnTo>
                    <a:pt x="480413" y="1188079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481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69"/>
                  </a:moveTo>
                  <a:lnTo>
                    <a:pt x="2463" y="1188064"/>
                  </a:lnTo>
                  <a:lnTo>
                    <a:pt x="4927" y="1188057"/>
                  </a:lnTo>
                  <a:lnTo>
                    <a:pt x="7390" y="1188049"/>
                  </a:lnTo>
                  <a:lnTo>
                    <a:pt x="9854" y="1188037"/>
                  </a:lnTo>
                  <a:lnTo>
                    <a:pt x="12318" y="1188021"/>
                  </a:lnTo>
                  <a:lnTo>
                    <a:pt x="14781" y="1188000"/>
                  </a:lnTo>
                  <a:lnTo>
                    <a:pt x="17245" y="1187972"/>
                  </a:lnTo>
                  <a:lnTo>
                    <a:pt x="19709" y="1187934"/>
                  </a:lnTo>
                  <a:lnTo>
                    <a:pt x="22172" y="1187884"/>
                  </a:lnTo>
                  <a:lnTo>
                    <a:pt x="24636" y="1187820"/>
                  </a:lnTo>
                  <a:lnTo>
                    <a:pt x="27100" y="1187738"/>
                  </a:lnTo>
                  <a:lnTo>
                    <a:pt x="29563" y="1187634"/>
                  </a:lnTo>
                  <a:lnTo>
                    <a:pt x="32027" y="1187503"/>
                  </a:lnTo>
                  <a:lnTo>
                    <a:pt x="34491" y="1187331"/>
                  </a:lnTo>
                  <a:lnTo>
                    <a:pt x="36954" y="1187115"/>
                  </a:lnTo>
                  <a:lnTo>
                    <a:pt x="39418" y="1186847"/>
                  </a:lnTo>
                  <a:lnTo>
                    <a:pt x="41882" y="1186518"/>
                  </a:lnTo>
                  <a:lnTo>
                    <a:pt x="44345" y="1186116"/>
                  </a:lnTo>
                  <a:lnTo>
                    <a:pt x="46809" y="1185630"/>
                  </a:lnTo>
                  <a:lnTo>
                    <a:pt x="49273" y="1185029"/>
                  </a:lnTo>
                  <a:lnTo>
                    <a:pt x="51736" y="1184296"/>
                  </a:lnTo>
                  <a:lnTo>
                    <a:pt x="54200" y="1183423"/>
                  </a:lnTo>
                  <a:lnTo>
                    <a:pt x="56664" y="1182390"/>
                  </a:lnTo>
                  <a:lnTo>
                    <a:pt x="59127" y="1181177"/>
                  </a:lnTo>
                  <a:lnTo>
                    <a:pt x="61591" y="1179761"/>
                  </a:lnTo>
                  <a:lnTo>
                    <a:pt x="64055" y="1178106"/>
                  </a:lnTo>
                  <a:lnTo>
                    <a:pt x="66518" y="1176149"/>
                  </a:lnTo>
                  <a:lnTo>
                    <a:pt x="68982" y="1173902"/>
                  </a:lnTo>
                  <a:lnTo>
                    <a:pt x="71446" y="1171339"/>
                  </a:lnTo>
                  <a:lnTo>
                    <a:pt x="73909" y="1168436"/>
                  </a:lnTo>
                  <a:lnTo>
                    <a:pt x="76373" y="1165165"/>
                  </a:lnTo>
                  <a:lnTo>
                    <a:pt x="78837" y="1161501"/>
                  </a:lnTo>
                  <a:lnTo>
                    <a:pt x="81300" y="1157332"/>
                  </a:lnTo>
                  <a:lnTo>
                    <a:pt x="83764" y="1152695"/>
                  </a:lnTo>
                  <a:lnTo>
                    <a:pt x="86228" y="1147585"/>
                  </a:lnTo>
                  <a:lnTo>
                    <a:pt x="88691" y="1141984"/>
                  </a:lnTo>
                  <a:lnTo>
                    <a:pt x="91155" y="1135877"/>
                  </a:lnTo>
                  <a:lnTo>
                    <a:pt x="93618" y="1129251"/>
                  </a:lnTo>
                  <a:lnTo>
                    <a:pt x="96082" y="1122039"/>
                  </a:lnTo>
                  <a:lnTo>
                    <a:pt x="98546" y="1114232"/>
                  </a:lnTo>
                  <a:lnTo>
                    <a:pt x="101009" y="1105896"/>
                  </a:lnTo>
                  <a:lnTo>
                    <a:pt x="103473" y="1097038"/>
                  </a:lnTo>
                  <a:lnTo>
                    <a:pt x="105937" y="1087673"/>
                  </a:lnTo>
                  <a:lnTo>
                    <a:pt x="108400" y="1077817"/>
                  </a:lnTo>
                  <a:lnTo>
                    <a:pt x="110864" y="1067485"/>
                  </a:lnTo>
                  <a:lnTo>
                    <a:pt x="113328" y="1056638"/>
                  </a:lnTo>
                  <a:lnTo>
                    <a:pt x="115791" y="1045412"/>
                  </a:lnTo>
                  <a:lnTo>
                    <a:pt x="118255" y="1033853"/>
                  </a:lnTo>
                  <a:lnTo>
                    <a:pt x="120719" y="1022010"/>
                  </a:lnTo>
                  <a:lnTo>
                    <a:pt x="123182" y="1009938"/>
                  </a:lnTo>
                  <a:lnTo>
                    <a:pt x="125646" y="997697"/>
                  </a:lnTo>
                  <a:lnTo>
                    <a:pt x="128110" y="985349"/>
                  </a:lnTo>
                  <a:lnTo>
                    <a:pt x="130573" y="972997"/>
                  </a:lnTo>
                  <a:lnTo>
                    <a:pt x="133037" y="960718"/>
                  </a:lnTo>
                  <a:lnTo>
                    <a:pt x="135501" y="948585"/>
                  </a:lnTo>
                  <a:lnTo>
                    <a:pt x="137964" y="936670"/>
                  </a:lnTo>
                  <a:lnTo>
                    <a:pt x="140428" y="925043"/>
                  </a:lnTo>
                  <a:lnTo>
                    <a:pt x="142892" y="913809"/>
                  </a:lnTo>
                  <a:lnTo>
                    <a:pt x="145355" y="903092"/>
                  </a:lnTo>
                  <a:lnTo>
                    <a:pt x="147819" y="892894"/>
                  </a:lnTo>
                  <a:lnTo>
                    <a:pt x="150283" y="883265"/>
                  </a:lnTo>
                  <a:lnTo>
                    <a:pt x="152746" y="874252"/>
                  </a:lnTo>
                  <a:lnTo>
                    <a:pt x="155210" y="865891"/>
                  </a:lnTo>
                  <a:lnTo>
                    <a:pt x="157674" y="858213"/>
                  </a:lnTo>
                  <a:lnTo>
                    <a:pt x="160137" y="851398"/>
                  </a:lnTo>
                  <a:lnTo>
                    <a:pt x="162601" y="845310"/>
                  </a:lnTo>
                  <a:lnTo>
                    <a:pt x="165065" y="839941"/>
                  </a:lnTo>
                  <a:lnTo>
                    <a:pt x="167528" y="835280"/>
                  </a:lnTo>
                  <a:lnTo>
                    <a:pt x="169992" y="831312"/>
                  </a:lnTo>
                  <a:lnTo>
                    <a:pt x="172456" y="828013"/>
                  </a:lnTo>
                  <a:lnTo>
                    <a:pt x="174919" y="825432"/>
                  </a:lnTo>
                  <a:lnTo>
                    <a:pt x="177383" y="823499"/>
                  </a:lnTo>
                  <a:lnTo>
                    <a:pt x="179847" y="822109"/>
                  </a:lnTo>
                  <a:lnTo>
                    <a:pt x="182310" y="821219"/>
                  </a:lnTo>
                  <a:lnTo>
                    <a:pt x="184774" y="820785"/>
                  </a:lnTo>
                  <a:lnTo>
                    <a:pt x="187237" y="820758"/>
                  </a:lnTo>
                  <a:lnTo>
                    <a:pt x="189701" y="821104"/>
                  </a:lnTo>
                  <a:lnTo>
                    <a:pt x="192165" y="821802"/>
                  </a:lnTo>
                  <a:lnTo>
                    <a:pt x="194628" y="822735"/>
                  </a:lnTo>
                  <a:lnTo>
                    <a:pt x="197092" y="823855"/>
                  </a:lnTo>
                  <a:lnTo>
                    <a:pt x="199556" y="825114"/>
                  </a:lnTo>
                  <a:lnTo>
                    <a:pt x="202019" y="826461"/>
                  </a:lnTo>
                  <a:lnTo>
                    <a:pt x="204483" y="827847"/>
                  </a:lnTo>
                  <a:lnTo>
                    <a:pt x="206947" y="829200"/>
                  </a:lnTo>
                  <a:lnTo>
                    <a:pt x="209410" y="830447"/>
                  </a:lnTo>
                  <a:lnTo>
                    <a:pt x="211874" y="831529"/>
                  </a:lnTo>
                  <a:lnTo>
                    <a:pt x="214338" y="832379"/>
                  </a:lnTo>
                  <a:lnTo>
                    <a:pt x="216801" y="832926"/>
                  </a:lnTo>
                  <a:lnTo>
                    <a:pt x="219265" y="833094"/>
                  </a:lnTo>
                  <a:lnTo>
                    <a:pt x="221729" y="832742"/>
                  </a:lnTo>
                  <a:lnTo>
                    <a:pt x="224192" y="831718"/>
                  </a:lnTo>
                  <a:lnTo>
                    <a:pt x="226656" y="829979"/>
                  </a:lnTo>
                  <a:lnTo>
                    <a:pt x="229120" y="827413"/>
                  </a:lnTo>
                  <a:lnTo>
                    <a:pt x="231583" y="823902"/>
                  </a:lnTo>
                  <a:lnTo>
                    <a:pt x="234047" y="819321"/>
                  </a:lnTo>
                  <a:lnTo>
                    <a:pt x="236511" y="813527"/>
                  </a:lnTo>
                  <a:lnTo>
                    <a:pt x="238974" y="806052"/>
                  </a:lnTo>
                  <a:lnTo>
                    <a:pt x="241438" y="797017"/>
                  </a:lnTo>
                  <a:lnTo>
                    <a:pt x="243902" y="786283"/>
                  </a:lnTo>
                  <a:lnTo>
                    <a:pt x="246365" y="773711"/>
                  </a:lnTo>
                  <a:lnTo>
                    <a:pt x="248829" y="759171"/>
                  </a:lnTo>
                  <a:lnTo>
                    <a:pt x="251293" y="742537"/>
                  </a:lnTo>
                  <a:lnTo>
                    <a:pt x="253756" y="723344"/>
                  </a:lnTo>
                  <a:lnTo>
                    <a:pt x="256220" y="701635"/>
                  </a:lnTo>
                  <a:lnTo>
                    <a:pt x="258684" y="677529"/>
                  </a:lnTo>
                  <a:lnTo>
                    <a:pt x="261147" y="651003"/>
                  </a:lnTo>
                  <a:lnTo>
                    <a:pt x="263611" y="622065"/>
                  </a:lnTo>
                  <a:lnTo>
                    <a:pt x="266075" y="590756"/>
                  </a:lnTo>
                  <a:lnTo>
                    <a:pt x="268538" y="557023"/>
                  </a:lnTo>
                  <a:lnTo>
                    <a:pt x="271002" y="520855"/>
                  </a:lnTo>
                  <a:lnTo>
                    <a:pt x="273465" y="482849"/>
                  </a:lnTo>
                  <a:lnTo>
                    <a:pt x="275929" y="443279"/>
                  </a:lnTo>
                  <a:lnTo>
                    <a:pt x="278393" y="402465"/>
                  </a:lnTo>
                  <a:lnTo>
                    <a:pt x="280856" y="360774"/>
                  </a:lnTo>
                  <a:lnTo>
                    <a:pt x="283320" y="318620"/>
                  </a:lnTo>
                  <a:lnTo>
                    <a:pt x="285784" y="276624"/>
                  </a:lnTo>
                  <a:lnTo>
                    <a:pt x="288247" y="235453"/>
                  </a:lnTo>
                  <a:lnTo>
                    <a:pt x="290711" y="195663"/>
                  </a:lnTo>
                  <a:lnTo>
                    <a:pt x="293175" y="157824"/>
                  </a:lnTo>
                  <a:lnTo>
                    <a:pt x="295638" y="122516"/>
                  </a:lnTo>
                  <a:lnTo>
                    <a:pt x="298102" y="90316"/>
                  </a:lnTo>
                  <a:lnTo>
                    <a:pt x="300566" y="62311"/>
                  </a:lnTo>
                  <a:lnTo>
                    <a:pt x="303029" y="39225"/>
                  </a:lnTo>
                  <a:lnTo>
                    <a:pt x="305493" y="21094"/>
                  </a:lnTo>
                  <a:lnTo>
                    <a:pt x="307957" y="8308"/>
                  </a:lnTo>
                  <a:lnTo>
                    <a:pt x="310420" y="1193"/>
                  </a:lnTo>
                  <a:lnTo>
                    <a:pt x="312884" y="0"/>
                  </a:lnTo>
                  <a:lnTo>
                    <a:pt x="315348" y="5091"/>
                  </a:lnTo>
                  <a:lnTo>
                    <a:pt x="317811" y="17559"/>
                  </a:lnTo>
                  <a:lnTo>
                    <a:pt x="320275" y="36089"/>
                  </a:lnTo>
                  <a:lnTo>
                    <a:pt x="322739" y="60486"/>
                  </a:lnTo>
                  <a:lnTo>
                    <a:pt x="325202" y="90470"/>
                  </a:lnTo>
                  <a:lnTo>
                    <a:pt x="327666" y="125686"/>
                  </a:lnTo>
                  <a:lnTo>
                    <a:pt x="330130" y="165704"/>
                  </a:lnTo>
                  <a:lnTo>
                    <a:pt x="332593" y="210620"/>
                  </a:lnTo>
                  <a:lnTo>
                    <a:pt x="335057" y="259160"/>
                  </a:lnTo>
                  <a:lnTo>
                    <a:pt x="337521" y="310461"/>
                  </a:lnTo>
                  <a:lnTo>
                    <a:pt x="339984" y="363883"/>
                  </a:lnTo>
                  <a:lnTo>
                    <a:pt x="342448" y="418781"/>
                  </a:lnTo>
                  <a:lnTo>
                    <a:pt x="344912" y="474516"/>
                  </a:lnTo>
                  <a:lnTo>
                    <a:pt x="347375" y="530411"/>
                  </a:lnTo>
                  <a:lnTo>
                    <a:pt x="349839" y="585621"/>
                  </a:lnTo>
                  <a:lnTo>
                    <a:pt x="352303" y="639616"/>
                  </a:lnTo>
                  <a:lnTo>
                    <a:pt x="354766" y="691945"/>
                  </a:lnTo>
                  <a:lnTo>
                    <a:pt x="357230" y="742207"/>
                  </a:lnTo>
                  <a:lnTo>
                    <a:pt x="359694" y="790063"/>
                  </a:lnTo>
                  <a:lnTo>
                    <a:pt x="362157" y="835232"/>
                  </a:lnTo>
                  <a:lnTo>
                    <a:pt x="364621" y="876793"/>
                  </a:lnTo>
                  <a:lnTo>
                    <a:pt x="367084" y="915251"/>
                  </a:lnTo>
                  <a:lnTo>
                    <a:pt x="369548" y="950571"/>
                  </a:lnTo>
                  <a:lnTo>
                    <a:pt x="372012" y="982756"/>
                  </a:lnTo>
                  <a:lnTo>
                    <a:pt x="374475" y="1011851"/>
                  </a:lnTo>
                  <a:lnTo>
                    <a:pt x="376939" y="1037939"/>
                  </a:lnTo>
                  <a:lnTo>
                    <a:pt x="379403" y="1060767"/>
                  </a:lnTo>
                  <a:lnTo>
                    <a:pt x="381866" y="1080693"/>
                  </a:lnTo>
                  <a:lnTo>
                    <a:pt x="384330" y="1098153"/>
                  </a:lnTo>
                  <a:lnTo>
                    <a:pt x="386794" y="1113335"/>
                  </a:lnTo>
                  <a:lnTo>
                    <a:pt x="389257" y="1126432"/>
                  </a:lnTo>
                  <a:lnTo>
                    <a:pt x="391721" y="1137635"/>
                  </a:lnTo>
                  <a:lnTo>
                    <a:pt x="394185" y="1147064"/>
                  </a:lnTo>
                  <a:lnTo>
                    <a:pt x="396648" y="1154783"/>
                  </a:lnTo>
                  <a:lnTo>
                    <a:pt x="399112" y="1161261"/>
                  </a:lnTo>
                  <a:lnTo>
                    <a:pt x="401576" y="1166652"/>
                  </a:lnTo>
                  <a:lnTo>
                    <a:pt x="404039" y="1171101"/>
                  </a:lnTo>
                  <a:lnTo>
                    <a:pt x="406503" y="1174741"/>
                  </a:lnTo>
                  <a:lnTo>
                    <a:pt x="408967" y="1177692"/>
                  </a:lnTo>
                  <a:lnTo>
                    <a:pt x="411430" y="1179977"/>
                  </a:lnTo>
                  <a:lnTo>
                    <a:pt x="413894" y="1181801"/>
                  </a:lnTo>
                  <a:lnTo>
                    <a:pt x="416358" y="1183257"/>
                  </a:lnTo>
                  <a:lnTo>
                    <a:pt x="418821" y="1184409"/>
                  </a:lnTo>
                  <a:lnTo>
                    <a:pt x="421285" y="1185311"/>
                  </a:lnTo>
                  <a:lnTo>
                    <a:pt x="423749" y="1186011"/>
                  </a:lnTo>
                  <a:lnTo>
                    <a:pt x="426212" y="1186537"/>
                  </a:lnTo>
                  <a:lnTo>
                    <a:pt x="428676" y="1186929"/>
                  </a:lnTo>
                  <a:lnTo>
                    <a:pt x="431140" y="1187230"/>
                  </a:lnTo>
                  <a:lnTo>
                    <a:pt x="433603" y="1187458"/>
                  </a:lnTo>
                  <a:lnTo>
                    <a:pt x="436067" y="1187630"/>
                  </a:lnTo>
                  <a:lnTo>
                    <a:pt x="438531" y="1187757"/>
                  </a:lnTo>
                  <a:lnTo>
                    <a:pt x="440994" y="1187851"/>
                  </a:lnTo>
                  <a:lnTo>
                    <a:pt x="443458" y="1187915"/>
                  </a:lnTo>
                  <a:lnTo>
                    <a:pt x="445922" y="1187963"/>
                  </a:lnTo>
                  <a:lnTo>
                    <a:pt x="448385" y="1187997"/>
                  </a:lnTo>
                  <a:lnTo>
                    <a:pt x="450849" y="1188023"/>
                  </a:lnTo>
                  <a:lnTo>
                    <a:pt x="453312" y="1188040"/>
                  </a:lnTo>
                  <a:lnTo>
                    <a:pt x="455776" y="1188053"/>
                  </a:lnTo>
                  <a:lnTo>
                    <a:pt x="458240" y="1188061"/>
                  </a:lnTo>
                  <a:lnTo>
                    <a:pt x="460703" y="1188067"/>
                  </a:lnTo>
                  <a:lnTo>
                    <a:pt x="463167" y="1188071"/>
                  </a:lnTo>
                  <a:lnTo>
                    <a:pt x="465631" y="1188074"/>
                  </a:lnTo>
                  <a:lnTo>
                    <a:pt x="468094" y="1188076"/>
                  </a:lnTo>
                  <a:lnTo>
                    <a:pt x="470558" y="1188077"/>
                  </a:lnTo>
                  <a:lnTo>
                    <a:pt x="473022" y="1188078"/>
                  </a:lnTo>
                  <a:lnTo>
                    <a:pt x="475485" y="1188079"/>
                  </a:lnTo>
                  <a:lnTo>
                    <a:pt x="477949" y="1188079"/>
                  </a:lnTo>
                  <a:lnTo>
                    <a:pt x="480413" y="1188079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481616" y="3450330"/>
              <a:ext cx="1258929" cy="689511"/>
            </a:xfrm>
            <a:custGeom>
              <a:avLst/>
              <a:pathLst>
                <a:path w="1258929" h="689511">
                  <a:moveTo>
                    <a:pt x="0" y="689428"/>
                  </a:moveTo>
                  <a:lnTo>
                    <a:pt x="2463" y="689407"/>
                  </a:lnTo>
                  <a:lnTo>
                    <a:pt x="4927" y="689381"/>
                  </a:lnTo>
                  <a:lnTo>
                    <a:pt x="7390" y="689349"/>
                  </a:lnTo>
                  <a:lnTo>
                    <a:pt x="9854" y="689308"/>
                  </a:lnTo>
                  <a:lnTo>
                    <a:pt x="12318" y="689259"/>
                  </a:lnTo>
                  <a:lnTo>
                    <a:pt x="14781" y="689201"/>
                  </a:lnTo>
                  <a:lnTo>
                    <a:pt x="17245" y="689131"/>
                  </a:lnTo>
                  <a:lnTo>
                    <a:pt x="19709" y="689049"/>
                  </a:lnTo>
                  <a:lnTo>
                    <a:pt x="22172" y="688946"/>
                  </a:lnTo>
                  <a:lnTo>
                    <a:pt x="24636" y="688825"/>
                  </a:lnTo>
                  <a:lnTo>
                    <a:pt x="27100" y="688683"/>
                  </a:lnTo>
                  <a:lnTo>
                    <a:pt x="29563" y="688518"/>
                  </a:lnTo>
                  <a:lnTo>
                    <a:pt x="32027" y="688326"/>
                  </a:lnTo>
                  <a:lnTo>
                    <a:pt x="34491" y="688097"/>
                  </a:lnTo>
                  <a:lnTo>
                    <a:pt x="36954" y="687830"/>
                  </a:lnTo>
                  <a:lnTo>
                    <a:pt x="39418" y="687523"/>
                  </a:lnTo>
                  <a:lnTo>
                    <a:pt x="41882" y="687173"/>
                  </a:lnTo>
                  <a:lnTo>
                    <a:pt x="44345" y="686775"/>
                  </a:lnTo>
                  <a:lnTo>
                    <a:pt x="46809" y="686319"/>
                  </a:lnTo>
                  <a:lnTo>
                    <a:pt x="49273" y="685792"/>
                  </a:lnTo>
                  <a:lnTo>
                    <a:pt x="51736" y="685200"/>
                  </a:lnTo>
                  <a:lnTo>
                    <a:pt x="54200" y="684539"/>
                  </a:lnTo>
                  <a:lnTo>
                    <a:pt x="56664" y="683802"/>
                  </a:lnTo>
                  <a:lnTo>
                    <a:pt x="59127" y="682986"/>
                  </a:lnTo>
                  <a:lnTo>
                    <a:pt x="61591" y="682061"/>
                  </a:lnTo>
                  <a:lnTo>
                    <a:pt x="64055" y="681041"/>
                  </a:lnTo>
                  <a:lnTo>
                    <a:pt x="66518" y="679925"/>
                  </a:lnTo>
                  <a:lnTo>
                    <a:pt x="68982" y="678710"/>
                  </a:lnTo>
                  <a:lnTo>
                    <a:pt x="71446" y="677390"/>
                  </a:lnTo>
                  <a:lnTo>
                    <a:pt x="73909" y="675947"/>
                  </a:lnTo>
                  <a:lnTo>
                    <a:pt x="76373" y="674379"/>
                  </a:lnTo>
                  <a:lnTo>
                    <a:pt x="78837" y="672701"/>
                  </a:lnTo>
                  <a:lnTo>
                    <a:pt x="81300" y="670910"/>
                  </a:lnTo>
                  <a:lnTo>
                    <a:pt x="83764" y="669009"/>
                  </a:lnTo>
                  <a:lnTo>
                    <a:pt x="86228" y="666994"/>
                  </a:lnTo>
                  <a:lnTo>
                    <a:pt x="88691" y="664845"/>
                  </a:lnTo>
                  <a:lnTo>
                    <a:pt x="91155" y="662597"/>
                  </a:lnTo>
                  <a:lnTo>
                    <a:pt x="93618" y="660252"/>
                  </a:lnTo>
                  <a:lnTo>
                    <a:pt x="96082" y="657819"/>
                  </a:lnTo>
                  <a:lnTo>
                    <a:pt x="98546" y="655302"/>
                  </a:lnTo>
                  <a:lnTo>
                    <a:pt x="101009" y="652698"/>
                  </a:lnTo>
                  <a:lnTo>
                    <a:pt x="103473" y="650033"/>
                  </a:lnTo>
                  <a:lnTo>
                    <a:pt x="105937" y="647321"/>
                  </a:lnTo>
                  <a:lnTo>
                    <a:pt x="108400" y="644575"/>
                  </a:lnTo>
                  <a:lnTo>
                    <a:pt x="110864" y="641807"/>
                  </a:lnTo>
                  <a:lnTo>
                    <a:pt x="113328" y="639030"/>
                  </a:lnTo>
                  <a:lnTo>
                    <a:pt x="115791" y="636267"/>
                  </a:lnTo>
                  <a:lnTo>
                    <a:pt x="118255" y="633534"/>
                  </a:lnTo>
                  <a:lnTo>
                    <a:pt x="120719" y="630843"/>
                  </a:lnTo>
                  <a:lnTo>
                    <a:pt x="123182" y="628209"/>
                  </a:lnTo>
                  <a:lnTo>
                    <a:pt x="125646" y="625646"/>
                  </a:lnTo>
                  <a:lnTo>
                    <a:pt x="128110" y="623197"/>
                  </a:lnTo>
                  <a:lnTo>
                    <a:pt x="130573" y="620853"/>
                  </a:lnTo>
                  <a:lnTo>
                    <a:pt x="133037" y="618624"/>
                  </a:lnTo>
                  <a:lnTo>
                    <a:pt x="135501" y="616521"/>
                  </a:lnTo>
                  <a:lnTo>
                    <a:pt x="137964" y="614552"/>
                  </a:lnTo>
                  <a:lnTo>
                    <a:pt x="140428" y="612751"/>
                  </a:lnTo>
                  <a:lnTo>
                    <a:pt x="142892" y="611115"/>
                  </a:lnTo>
                  <a:lnTo>
                    <a:pt x="145355" y="609630"/>
                  </a:lnTo>
                  <a:lnTo>
                    <a:pt x="147819" y="608296"/>
                  </a:lnTo>
                  <a:lnTo>
                    <a:pt x="150283" y="607113"/>
                  </a:lnTo>
                  <a:lnTo>
                    <a:pt x="152746" y="606087"/>
                  </a:lnTo>
                  <a:lnTo>
                    <a:pt x="155210" y="605230"/>
                  </a:lnTo>
                  <a:lnTo>
                    <a:pt x="157674" y="604502"/>
                  </a:lnTo>
                  <a:lnTo>
                    <a:pt x="160137" y="603892"/>
                  </a:lnTo>
                  <a:lnTo>
                    <a:pt x="162601" y="603389"/>
                  </a:lnTo>
                  <a:lnTo>
                    <a:pt x="165065" y="602981"/>
                  </a:lnTo>
                  <a:lnTo>
                    <a:pt x="167528" y="602668"/>
                  </a:lnTo>
                  <a:lnTo>
                    <a:pt x="169992" y="602410"/>
                  </a:lnTo>
                  <a:lnTo>
                    <a:pt x="172456" y="602189"/>
                  </a:lnTo>
                  <a:lnTo>
                    <a:pt x="174919" y="601988"/>
                  </a:lnTo>
                  <a:lnTo>
                    <a:pt x="177383" y="601790"/>
                  </a:lnTo>
                  <a:lnTo>
                    <a:pt x="179847" y="601572"/>
                  </a:lnTo>
                  <a:lnTo>
                    <a:pt x="182310" y="601307"/>
                  </a:lnTo>
                  <a:lnTo>
                    <a:pt x="184774" y="600981"/>
                  </a:lnTo>
                  <a:lnTo>
                    <a:pt x="187237" y="600578"/>
                  </a:lnTo>
                  <a:lnTo>
                    <a:pt x="189701" y="600086"/>
                  </a:lnTo>
                  <a:lnTo>
                    <a:pt x="192165" y="599485"/>
                  </a:lnTo>
                  <a:lnTo>
                    <a:pt x="194628" y="598729"/>
                  </a:lnTo>
                  <a:lnTo>
                    <a:pt x="197092" y="597837"/>
                  </a:lnTo>
                  <a:lnTo>
                    <a:pt x="199556" y="596800"/>
                  </a:lnTo>
                  <a:lnTo>
                    <a:pt x="202019" y="595610"/>
                  </a:lnTo>
                  <a:lnTo>
                    <a:pt x="204483" y="594262"/>
                  </a:lnTo>
                  <a:lnTo>
                    <a:pt x="206947" y="592714"/>
                  </a:lnTo>
                  <a:lnTo>
                    <a:pt x="209410" y="590987"/>
                  </a:lnTo>
                  <a:lnTo>
                    <a:pt x="211874" y="589092"/>
                  </a:lnTo>
                  <a:lnTo>
                    <a:pt x="214338" y="587032"/>
                  </a:lnTo>
                  <a:lnTo>
                    <a:pt x="216801" y="584809"/>
                  </a:lnTo>
                  <a:lnTo>
                    <a:pt x="219265" y="582413"/>
                  </a:lnTo>
                  <a:lnTo>
                    <a:pt x="221729" y="579839"/>
                  </a:lnTo>
                  <a:lnTo>
                    <a:pt x="224192" y="577127"/>
                  </a:lnTo>
                  <a:lnTo>
                    <a:pt x="226656" y="574286"/>
                  </a:lnTo>
                  <a:lnTo>
                    <a:pt x="229120" y="571326"/>
                  </a:lnTo>
                  <a:lnTo>
                    <a:pt x="231583" y="568258"/>
                  </a:lnTo>
                  <a:lnTo>
                    <a:pt x="234047" y="565076"/>
                  </a:lnTo>
                  <a:lnTo>
                    <a:pt x="236511" y="561822"/>
                  </a:lnTo>
                  <a:lnTo>
                    <a:pt x="238974" y="558513"/>
                  </a:lnTo>
                  <a:lnTo>
                    <a:pt x="241438" y="555164"/>
                  </a:lnTo>
                  <a:lnTo>
                    <a:pt x="243902" y="551790"/>
                  </a:lnTo>
                  <a:lnTo>
                    <a:pt x="246365" y="548408"/>
                  </a:lnTo>
                  <a:lnTo>
                    <a:pt x="248829" y="545046"/>
                  </a:lnTo>
                  <a:lnTo>
                    <a:pt x="251293" y="541718"/>
                  </a:lnTo>
                  <a:lnTo>
                    <a:pt x="253756" y="538440"/>
                  </a:lnTo>
                  <a:lnTo>
                    <a:pt x="256220" y="535226"/>
                  </a:lnTo>
                  <a:lnTo>
                    <a:pt x="258684" y="532097"/>
                  </a:lnTo>
                  <a:lnTo>
                    <a:pt x="261147" y="529089"/>
                  </a:lnTo>
                  <a:lnTo>
                    <a:pt x="263611" y="526194"/>
                  </a:lnTo>
                  <a:lnTo>
                    <a:pt x="266075" y="523423"/>
                  </a:lnTo>
                  <a:lnTo>
                    <a:pt x="268538" y="520784"/>
                  </a:lnTo>
                  <a:lnTo>
                    <a:pt x="271002" y="518286"/>
                  </a:lnTo>
                  <a:lnTo>
                    <a:pt x="273465" y="515971"/>
                  </a:lnTo>
                  <a:lnTo>
                    <a:pt x="275929" y="513817"/>
                  </a:lnTo>
                  <a:lnTo>
                    <a:pt x="278393" y="511819"/>
                  </a:lnTo>
                  <a:lnTo>
                    <a:pt x="280856" y="509974"/>
                  </a:lnTo>
                  <a:lnTo>
                    <a:pt x="283320" y="508282"/>
                  </a:lnTo>
                  <a:lnTo>
                    <a:pt x="285784" y="506757"/>
                  </a:lnTo>
                  <a:lnTo>
                    <a:pt x="288247" y="505396"/>
                  </a:lnTo>
                  <a:lnTo>
                    <a:pt x="290711" y="504163"/>
                  </a:lnTo>
                  <a:lnTo>
                    <a:pt x="293175" y="503049"/>
                  </a:lnTo>
                  <a:lnTo>
                    <a:pt x="295638" y="502042"/>
                  </a:lnTo>
                  <a:lnTo>
                    <a:pt x="298102" y="501129"/>
                  </a:lnTo>
                  <a:lnTo>
                    <a:pt x="300566" y="500306"/>
                  </a:lnTo>
                  <a:lnTo>
                    <a:pt x="303029" y="499530"/>
                  </a:lnTo>
                  <a:lnTo>
                    <a:pt x="305493" y="498779"/>
                  </a:lnTo>
                  <a:lnTo>
                    <a:pt x="307957" y="498033"/>
                  </a:lnTo>
                  <a:lnTo>
                    <a:pt x="310420" y="497270"/>
                  </a:lnTo>
                  <a:lnTo>
                    <a:pt x="312884" y="496449"/>
                  </a:lnTo>
                  <a:lnTo>
                    <a:pt x="315348" y="495535"/>
                  </a:lnTo>
                  <a:lnTo>
                    <a:pt x="317811" y="494506"/>
                  </a:lnTo>
                  <a:lnTo>
                    <a:pt x="320275" y="493331"/>
                  </a:lnTo>
                  <a:lnTo>
                    <a:pt x="322739" y="491983"/>
                  </a:lnTo>
                  <a:lnTo>
                    <a:pt x="325202" y="490408"/>
                  </a:lnTo>
                  <a:lnTo>
                    <a:pt x="327666" y="488527"/>
                  </a:lnTo>
                  <a:lnTo>
                    <a:pt x="330130" y="486349"/>
                  </a:lnTo>
                  <a:lnTo>
                    <a:pt x="332593" y="483842"/>
                  </a:lnTo>
                  <a:lnTo>
                    <a:pt x="335057" y="480971"/>
                  </a:lnTo>
                  <a:lnTo>
                    <a:pt x="337521" y="477703"/>
                  </a:lnTo>
                  <a:lnTo>
                    <a:pt x="339984" y="473871"/>
                  </a:lnTo>
                  <a:lnTo>
                    <a:pt x="342448" y="469533"/>
                  </a:lnTo>
                  <a:lnTo>
                    <a:pt x="344912" y="464668"/>
                  </a:lnTo>
                  <a:lnTo>
                    <a:pt x="347375" y="459245"/>
                  </a:lnTo>
                  <a:lnTo>
                    <a:pt x="349839" y="453232"/>
                  </a:lnTo>
                  <a:lnTo>
                    <a:pt x="352303" y="446497"/>
                  </a:lnTo>
                  <a:lnTo>
                    <a:pt x="354766" y="439006"/>
                  </a:lnTo>
                  <a:lnTo>
                    <a:pt x="357230" y="430825"/>
                  </a:lnTo>
                  <a:lnTo>
                    <a:pt x="359694" y="421934"/>
                  </a:lnTo>
                  <a:lnTo>
                    <a:pt x="362157" y="412317"/>
                  </a:lnTo>
                  <a:lnTo>
                    <a:pt x="364621" y="401929"/>
                  </a:lnTo>
                  <a:lnTo>
                    <a:pt x="367084" y="390601"/>
                  </a:lnTo>
                  <a:lnTo>
                    <a:pt x="369548" y="378522"/>
                  </a:lnTo>
                  <a:lnTo>
                    <a:pt x="372012" y="365701"/>
                  </a:lnTo>
                  <a:lnTo>
                    <a:pt x="374475" y="352150"/>
                  </a:lnTo>
                  <a:lnTo>
                    <a:pt x="376939" y="337887"/>
                  </a:lnTo>
                  <a:lnTo>
                    <a:pt x="379403" y="322794"/>
                  </a:lnTo>
                  <a:lnTo>
                    <a:pt x="381866" y="307031"/>
                  </a:lnTo>
                  <a:lnTo>
                    <a:pt x="384330" y="290693"/>
                  </a:lnTo>
                  <a:lnTo>
                    <a:pt x="386794" y="273837"/>
                  </a:lnTo>
                  <a:lnTo>
                    <a:pt x="389257" y="256523"/>
                  </a:lnTo>
                  <a:lnTo>
                    <a:pt x="391721" y="238789"/>
                  </a:lnTo>
                  <a:lnTo>
                    <a:pt x="394185" y="220742"/>
                  </a:lnTo>
                  <a:lnTo>
                    <a:pt x="396648" y="202547"/>
                  </a:lnTo>
                  <a:lnTo>
                    <a:pt x="399112" y="184302"/>
                  </a:lnTo>
                  <a:lnTo>
                    <a:pt x="401576" y="166112"/>
                  </a:lnTo>
                  <a:lnTo>
                    <a:pt x="404039" y="148086"/>
                  </a:lnTo>
                  <a:lnTo>
                    <a:pt x="406503" y="130487"/>
                  </a:lnTo>
                  <a:lnTo>
                    <a:pt x="408967" y="113392"/>
                  </a:lnTo>
                  <a:lnTo>
                    <a:pt x="411430" y="96927"/>
                  </a:lnTo>
                  <a:lnTo>
                    <a:pt x="413894" y="81219"/>
                  </a:lnTo>
                  <a:lnTo>
                    <a:pt x="416358" y="66394"/>
                  </a:lnTo>
                  <a:lnTo>
                    <a:pt x="418821" y="52798"/>
                  </a:lnTo>
                  <a:lnTo>
                    <a:pt x="421285" y="40556"/>
                  </a:lnTo>
                  <a:lnTo>
                    <a:pt x="423749" y="29662"/>
                  </a:lnTo>
                  <a:lnTo>
                    <a:pt x="426212" y="20224"/>
                  </a:lnTo>
                  <a:lnTo>
                    <a:pt x="428676" y="12341"/>
                  </a:lnTo>
                  <a:lnTo>
                    <a:pt x="431140" y="6230"/>
                  </a:lnTo>
                  <a:lnTo>
                    <a:pt x="433603" y="2290"/>
                  </a:lnTo>
                  <a:lnTo>
                    <a:pt x="436067" y="199"/>
                  </a:lnTo>
                  <a:lnTo>
                    <a:pt x="438531" y="0"/>
                  </a:lnTo>
                  <a:lnTo>
                    <a:pt x="440994" y="1724"/>
                  </a:lnTo>
                  <a:lnTo>
                    <a:pt x="443458" y="5393"/>
                  </a:lnTo>
                  <a:lnTo>
                    <a:pt x="445922" y="11492"/>
                  </a:lnTo>
                  <a:lnTo>
                    <a:pt x="448385" y="19588"/>
                  </a:lnTo>
                  <a:lnTo>
                    <a:pt x="450849" y="29550"/>
                  </a:lnTo>
                  <a:lnTo>
                    <a:pt x="453312" y="41321"/>
                  </a:lnTo>
                  <a:lnTo>
                    <a:pt x="455776" y="54832"/>
                  </a:lnTo>
                  <a:lnTo>
                    <a:pt x="458240" y="70210"/>
                  </a:lnTo>
                  <a:lnTo>
                    <a:pt x="460703" y="87320"/>
                  </a:lnTo>
                  <a:lnTo>
                    <a:pt x="463167" y="105784"/>
                  </a:lnTo>
                  <a:lnTo>
                    <a:pt x="465631" y="125478"/>
                  </a:lnTo>
                  <a:lnTo>
                    <a:pt x="468094" y="146268"/>
                  </a:lnTo>
                  <a:lnTo>
                    <a:pt x="470558" y="168035"/>
                  </a:lnTo>
                  <a:lnTo>
                    <a:pt x="473022" y="190754"/>
                  </a:lnTo>
                  <a:lnTo>
                    <a:pt x="475485" y="214020"/>
                  </a:lnTo>
                  <a:lnTo>
                    <a:pt x="477949" y="237685"/>
                  </a:lnTo>
                  <a:lnTo>
                    <a:pt x="480413" y="261605"/>
                  </a:lnTo>
                  <a:lnTo>
                    <a:pt x="482876" y="285638"/>
                  </a:lnTo>
                  <a:lnTo>
                    <a:pt x="485340" y="309592"/>
                  </a:lnTo>
                  <a:lnTo>
                    <a:pt x="487804" y="333278"/>
                  </a:lnTo>
                  <a:lnTo>
                    <a:pt x="490267" y="356586"/>
                  </a:lnTo>
                  <a:lnTo>
                    <a:pt x="492731" y="379407"/>
                  </a:lnTo>
                  <a:lnTo>
                    <a:pt x="495195" y="401641"/>
                  </a:lnTo>
                  <a:lnTo>
                    <a:pt x="497658" y="423121"/>
                  </a:lnTo>
                  <a:lnTo>
                    <a:pt x="500122" y="443643"/>
                  </a:lnTo>
                  <a:lnTo>
                    <a:pt x="502586" y="463291"/>
                  </a:lnTo>
                  <a:lnTo>
                    <a:pt x="505049" y="482017"/>
                  </a:lnTo>
                  <a:lnTo>
                    <a:pt x="507513" y="499782"/>
                  </a:lnTo>
                  <a:lnTo>
                    <a:pt x="509977" y="516556"/>
                  </a:lnTo>
                  <a:lnTo>
                    <a:pt x="512440" y="532034"/>
                  </a:lnTo>
                  <a:lnTo>
                    <a:pt x="514904" y="546475"/>
                  </a:lnTo>
                  <a:lnTo>
                    <a:pt x="517368" y="559904"/>
                  </a:lnTo>
                  <a:lnTo>
                    <a:pt x="519831" y="572335"/>
                  </a:lnTo>
                  <a:lnTo>
                    <a:pt x="522295" y="583788"/>
                  </a:lnTo>
                  <a:lnTo>
                    <a:pt x="524759" y="594140"/>
                  </a:lnTo>
                  <a:lnTo>
                    <a:pt x="527222" y="603477"/>
                  </a:lnTo>
                  <a:lnTo>
                    <a:pt x="529686" y="611962"/>
                  </a:lnTo>
                  <a:lnTo>
                    <a:pt x="532150" y="619638"/>
                  </a:lnTo>
                  <a:lnTo>
                    <a:pt x="534613" y="626548"/>
                  </a:lnTo>
                  <a:lnTo>
                    <a:pt x="537077" y="632704"/>
                  </a:lnTo>
                  <a:lnTo>
                    <a:pt x="539541" y="638050"/>
                  </a:lnTo>
                  <a:lnTo>
                    <a:pt x="542004" y="642808"/>
                  </a:lnTo>
                  <a:lnTo>
                    <a:pt x="544468" y="647023"/>
                  </a:lnTo>
                  <a:lnTo>
                    <a:pt x="546931" y="650741"/>
                  </a:lnTo>
                  <a:lnTo>
                    <a:pt x="549395" y="654004"/>
                  </a:lnTo>
                  <a:lnTo>
                    <a:pt x="551859" y="656776"/>
                  </a:lnTo>
                  <a:lnTo>
                    <a:pt x="554322" y="659181"/>
                  </a:lnTo>
                  <a:lnTo>
                    <a:pt x="556786" y="661281"/>
                  </a:lnTo>
                  <a:lnTo>
                    <a:pt x="559250" y="663108"/>
                  </a:lnTo>
                  <a:lnTo>
                    <a:pt x="561713" y="664692"/>
                  </a:lnTo>
                  <a:lnTo>
                    <a:pt x="564177" y="666042"/>
                  </a:lnTo>
                  <a:lnTo>
                    <a:pt x="566641" y="667187"/>
                  </a:lnTo>
                  <a:lnTo>
                    <a:pt x="569104" y="668184"/>
                  </a:lnTo>
                  <a:lnTo>
                    <a:pt x="571568" y="669052"/>
                  </a:lnTo>
                  <a:lnTo>
                    <a:pt x="574032" y="669808"/>
                  </a:lnTo>
                  <a:lnTo>
                    <a:pt x="576495" y="670466"/>
                  </a:lnTo>
                  <a:lnTo>
                    <a:pt x="578959" y="671021"/>
                  </a:lnTo>
                  <a:lnTo>
                    <a:pt x="581423" y="671510"/>
                  </a:lnTo>
                  <a:lnTo>
                    <a:pt x="583886" y="671942"/>
                  </a:lnTo>
                  <a:lnTo>
                    <a:pt x="586350" y="672323"/>
                  </a:lnTo>
                  <a:lnTo>
                    <a:pt x="588814" y="672660"/>
                  </a:lnTo>
                  <a:lnTo>
                    <a:pt x="591277" y="672950"/>
                  </a:lnTo>
                  <a:lnTo>
                    <a:pt x="593741" y="673202"/>
                  </a:lnTo>
                  <a:lnTo>
                    <a:pt x="596205" y="673423"/>
                  </a:lnTo>
                  <a:lnTo>
                    <a:pt x="598668" y="673616"/>
                  </a:lnTo>
                  <a:lnTo>
                    <a:pt x="601132" y="673781"/>
                  </a:lnTo>
                  <a:lnTo>
                    <a:pt x="603596" y="673918"/>
                  </a:lnTo>
                  <a:lnTo>
                    <a:pt x="606059" y="674025"/>
                  </a:lnTo>
                  <a:lnTo>
                    <a:pt x="608523" y="674109"/>
                  </a:lnTo>
                  <a:lnTo>
                    <a:pt x="610987" y="674171"/>
                  </a:lnTo>
                  <a:lnTo>
                    <a:pt x="613450" y="674210"/>
                  </a:lnTo>
                  <a:lnTo>
                    <a:pt x="615914" y="674229"/>
                  </a:lnTo>
                  <a:lnTo>
                    <a:pt x="618378" y="674222"/>
                  </a:lnTo>
                  <a:lnTo>
                    <a:pt x="620841" y="674196"/>
                  </a:lnTo>
                  <a:lnTo>
                    <a:pt x="623305" y="674152"/>
                  </a:lnTo>
                  <a:lnTo>
                    <a:pt x="625769" y="674091"/>
                  </a:lnTo>
                  <a:lnTo>
                    <a:pt x="628232" y="674014"/>
                  </a:lnTo>
                  <a:lnTo>
                    <a:pt x="630696" y="673921"/>
                  </a:lnTo>
                  <a:lnTo>
                    <a:pt x="633159" y="673813"/>
                  </a:lnTo>
                  <a:lnTo>
                    <a:pt x="635623" y="673694"/>
                  </a:lnTo>
                  <a:lnTo>
                    <a:pt x="638087" y="673565"/>
                  </a:lnTo>
                  <a:lnTo>
                    <a:pt x="640550" y="673427"/>
                  </a:lnTo>
                  <a:lnTo>
                    <a:pt x="643014" y="673280"/>
                  </a:lnTo>
                  <a:lnTo>
                    <a:pt x="645478" y="673126"/>
                  </a:lnTo>
                  <a:lnTo>
                    <a:pt x="647941" y="672966"/>
                  </a:lnTo>
                  <a:lnTo>
                    <a:pt x="650405" y="672802"/>
                  </a:lnTo>
                  <a:lnTo>
                    <a:pt x="652869" y="672634"/>
                  </a:lnTo>
                  <a:lnTo>
                    <a:pt x="655332" y="672463"/>
                  </a:lnTo>
                  <a:lnTo>
                    <a:pt x="657796" y="672289"/>
                  </a:lnTo>
                  <a:lnTo>
                    <a:pt x="660260" y="672112"/>
                  </a:lnTo>
                  <a:lnTo>
                    <a:pt x="662723" y="671933"/>
                  </a:lnTo>
                  <a:lnTo>
                    <a:pt x="665187" y="671751"/>
                  </a:lnTo>
                  <a:lnTo>
                    <a:pt x="667651" y="671566"/>
                  </a:lnTo>
                  <a:lnTo>
                    <a:pt x="670114" y="671379"/>
                  </a:lnTo>
                  <a:lnTo>
                    <a:pt x="672578" y="671187"/>
                  </a:lnTo>
                  <a:lnTo>
                    <a:pt x="675042" y="670992"/>
                  </a:lnTo>
                  <a:lnTo>
                    <a:pt x="677505" y="670792"/>
                  </a:lnTo>
                  <a:lnTo>
                    <a:pt x="679969" y="670587"/>
                  </a:lnTo>
                  <a:lnTo>
                    <a:pt x="682433" y="670378"/>
                  </a:lnTo>
                  <a:lnTo>
                    <a:pt x="684896" y="670161"/>
                  </a:lnTo>
                  <a:lnTo>
                    <a:pt x="687360" y="669939"/>
                  </a:lnTo>
                  <a:lnTo>
                    <a:pt x="689824" y="669710"/>
                  </a:lnTo>
                  <a:lnTo>
                    <a:pt x="692287" y="669475"/>
                  </a:lnTo>
                  <a:lnTo>
                    <a:pt x="694751" y="669233"/>
                  </a:lnTo>
                  <a:lnTo>
                    <a:pt x="697215" y="668985"/>
                  </a:lnTo>
                  <a:lnTo>
                    <a:pt x="699678" y="668730"/>
                  </a:lnTo>
                  <a:lnTo>
                    <a:pt x="702142" y="668469"/>
                  </a:lnTo>
                  <a:lnTo>
                    <a:pt x="704606" y="668204"/>
                  </a:lnTo>
                  <a:lnTo>
                    <a:pt x="707069" y="667934"/>
                  </a:lnTo>
                  <a:lnTo>
                    <a:pt x="709533" y="667660"/>
                  </a:lnTo>
                  <a:lnTo>
                    <a:pt x="711997" y="667382"/>
                  </a:lnTo>
                  <a:lnTo>
                    <a:pt x="714460" y="667102"/>
                  </a:lnTo>
                  <a:lnTo>
                    <a:pt x="716924" y="666820"/>
                  </a:lnTo>
                  <a:lnTo>
                    <a:pt x="719388" y="666537"/>
                  </a:lnTo>
                  <a:lnTo>
                    <a:pt x="721851" y="666253"/>
                  </a:lnTo>
                  <a:lnTo>
                    <a:pt x="724315" y="665970"/>
                  </a:lnTo>
                  <a:lnTo>
                    <a:pt x="726778" y="665687"/>
                  </a:lnTo>
                  <a:lnTo>
                    <a:pt x="729242" y="665405"/>
                  </a:lnTo>
                  <a:lnTo>
                    <a:pt x="731706" y="665124"/>
                  </a:lnTo>
                  <a:lnTo>
                    <a:pt x="734169" y="664845"/>
                  </a:lnTo>
                  <a:lnTo>
                    <a:pt x="736633" y="664567"/>
                  </a:lnTo>
                  <a:lnTo>
                    <a:pt x="739097" y="664290"/>
                  </a:lnTo>
                  <a:lnTo>
                    <a:pt x="741560" y="664015"/>
                  </a:lnTo>
                  <a:lnTo>
                    <a:pt x="744024" y="663740"/>
                  </a:lnTo>
                  <a:lnTo>
                    <a:pt x="746488" y="663465"/>
                  </a:lnTo>
                  <a:lnTo>
                    <a:pt x="748951" y="663190"/>
                  </a:lnTo>
                  <a:lnTo>
                    <a:pt x="751415" y="662913"/>
                  </a:lnTo>
                  <a:lnTo>
                    <a:pt x="753879" y="662635"/>
                  </a:lnTo>
                  <a:lnTo>
                    <a:pt x="756342" y="662353"/>
                  </a:lnTo>
                  <a:lnTo>
                    <a:pt x="758806" y="662068"/>
                  </a:lnTo>
                  <a:lnTo>
                    <a:pt x="761270" y="661778"/>
                  </a:lnTo>
                  <a:lnTo>
                    <a:pt x="763733" y="661481"/>
                  </a:lnTo>
                  <a:lnTo>
                    <a:pt x="766197" y="661175"/>
                  </a:lnTo>
                  <a:lnTo>
                    <a:pt x="768661" y="660859"/>
                  </a:lnTo>
                  <a:lnTo>
                    <a:pt x="771124" y="660532"/>
                  </a:lnTo>
                  <a:lnTo>
                    <a:pt x="773588" y="660192"/>
                  </a:lnTo>
                  <a:lnTo>
                    <a:pt x="776052" y="659835"/>
                  </a:lnTo>
                  <a:lnTo>
                    <a:pt x="778515" y="659456"/>
                  </a:lnTo>
                  <a:lnTo>
                    <a:pt x="780979" y="659054"/>
                  </a:lnTo>
                  <a:lnTo>
                    <a:pt x="783443" y="658629"/>
                  </a:lnTo>
                  <a:lnTo>
                    <a:pt x="785906" y="658175"/>
                  </a:lnTo>
                  <a:lnTo>
                    <a:pt x="788370" y="657691"/>
                  </a:lnTo>
                  <a:lnTo>
                    <a:pt x="790834" y="657162"/>
                  </a:lnTo>
                  <a:lnTo>
                    <a:pt x="793297" y="656591"/>
                  </a:lnTo>
                  <a:lnTo>
                    <a:pt x="795761" y="655975"/>
                  </a:lnTo>
                  <a:lnTo>
                    <a:pt x="798225" y="655310"/>
                  </a:lnTo>
                  <a:lnTo>
                    <a:pt x="800688" y="654592"/>
                  </a:lnTo>
                  <a:lnTo>
                    <a:pt x="803152" y="653807"/>
                  </a:lnTo>
                  <a:lnTo>
                    <a:pt x="805616" y="652950"/>
                  </a:lnTo>
                  <a:lnTo>
                    <a:pt x="808079" y="652023"/>
                  </a:lnTo>
                  <a:lnTo>
                    <a:pt x="810543" y="651023"/>
                  </a:lnTo>
                  <a:lnTo>
                    <a:pt x="813006" y="649947"/>
                  </a:lnTo>
                  <a:lnTo>
                    <a:pt x="815470" y="648787"/>
                  </a:lnTo>
                  <a:lnTo>
                    <a:pt x="817934" y="647521"/>
                  </a:lnTo>
                  <a:lnTo>
                    <a:pt x="820397" y="646165"/>
                  </a:lnTo>
                  <a:lnTo>
                    <a:pt x="822861" y="644719"/>
                  </a:lnTo>
                  <a:lnTo>
                    <a:pt x="825325" y="643180"/>
                  </a:lnTo>
                  <a:lnTo>
                    <a:pt x="827788" y="641547"/>
                  </a:lnTo>
                  <a:lnTo>
                    <a:pt x="830252" y="639798"/>
                  </a:lnTo>
                  <a:lnTo>
                    <a:pt x="832716" y="637947"/>
                  </a:lnTo>
                  <a:lnTo>
                    <a:pt x="835179" y="636002"/>
                  </a:lnTo>
                  <a:lnTo>
                    <a:pt x="837643" y="633965"/>
                  </a:lnTo>
                  <a:lnTo>
                    <a:pt x="840107" y="631838"/>
                  </a:lnTo>
                  <a:lnTo>
                    <a:pt x="842570" y="629614"/>
                  </a:lnTo>
                  <a:lnTo>
                    <a:pt x="845034" y="627292"/>
                  </a:lnTo>
                  <a:lnTo>
                    <a:pt x="847498" y="624894"/>
                  </a:lnTo>
                  <a:lnTo>
                    <a:pt x="849961" y="622424"/>
                  </a:lnTo>
                  <a:lnTo>
                    <a:pt x="852425" y="619887"/>
                  </a:lnTo>
                  <a:lnTo>
                    <a:pt x="854889" y="617289"/>
                  </a:lnTo>
                  <a:lnTo>
                    <a:pt x="857352" y="614624"/>
                  </a:lnTo>
                  <a:lnTo>
                    <a:pt x="859816" y="611917"/>
                  </a:lnTo>
                  <a:lnTo>
                    <a:pt x="862280" y="609174"/>
                  </a:lnTo>
                  <a:lnTo>
                    <a:pt x="864743" y="606404"/>
                  </a:lnTo>
                  <a:lnTo>
                    <a:pt x="867207" y="603613"/>
                  </a:lnTo>
                  <a:lnTo>
                    <a:pt x="869671" y="600811"/>
                  </a:lnTo>
                  <a:lnTo>
                    <a:pt x="872134" y="598010"/>
                  </a:lnTo>
                  <a:lnTo>
                    <a:pt x="874598" y="595220"/>
                  </a:lnTo>
                  <a:lnTo>
                    <a:pt x="877062" y="592449"/>
                  </a:lnTo>
                  <a:lnTo>
                    <a:pt x="879525" y="589705"/>
                  </a:lnTo>
                  <a:lnTo>
                    <a:pt x="881989" y="587001"/>
                  </a:lnTo>
                  <a:lnTo>
                    <a:pt x="884453" y="584356"/>
                  </a:lnTo>
                  <a:lnTo>
                    <a:pt x="886916" y="581770"/>
                  </a:lnTo>
                  <a:lnTo>
                    <a:pt x="889380" y="579251"/>
                  </a:lnTo>
                  <a:lnTo>
                    <a:pt x="891844" y="576807"/>
                  </a:lnTo>
                  <a:lnTo>
                    <a:pt x="894307" y="574445"/>
                  </a:lnTo>
                  <a:lnTo>
                    <a:pt x="896771" y="572201"/>
                  </a:lnTo>
                  <a:lnTo>
                    <a:pt x="899235" y="570063"/>
                  </a:lnTo>
                  <a:lnTo>
                    <a:pt x="901698" y="568034"/>
                  </a:lnTo>
                  <a:lnTo>
                    <a:pt x="904162" y="566121"/>
                  </a:lnTo>
                  <a:lnTo>
                    <a:pt x="906625" y="564329"/>
                  </a:lnTo>
                  <a:lnTo>
                    <a:pt x="909089" y="562681"/>
                  </a:lnTo>
                  <a:lnTo>
                    <a:pt x="911553" y="561187"/>
                  </a:lnTo>
                  <a:lnTo>
                    <a:pt x="914016" y="559827"/>
                  </a:lnTo>
                  <a:lnTo>
                    <a:pt x="916480" y="558605"/>
                  </a:lnTo>
                  <a:lnTo>
                    <a:pt x="918944" y="557521"/>
                  </a:lnTo>
                  <a:lnTo>
                    <a:pt x="921407" y="556580"/>
                  </a:lnTo>
                  <a:lnTo>
                    <a:pt x="923871" y="555811"/>
                  </a:lnTo>
                  <a:lnTo>
                    <a:pt x="926335" y="555174"/>
                  </a:lnTo>
                  <a:lnTo>
                    <a:pt x="928798" y="554666"/>
                  </a:lnTo>
                  <a:lnTo>
                    <a:pt x="931262" y="554280"/>
                  </a:lnTo>
                  <a:lnTo>
                    <a:pt x="933726" y="554012"/>
                  </a:lnTo>
                  <a:lnTo>
                    <a:pt x="936189" y="553874"/>
                  </a:lnTo>
                  <a:lnTo>
                    <a:pt x="938653" y="553842"/>
                  </a:lnTo>
                  <a:lnTo>
                    <a:pt x="941117" y="553896"/>
                  </a:lnTo>
                  <a:lnTo>
                    <a:pt x="943580" y="554027"/>
                  </a:lnTo>
                  <a:lnTo>
                    <a:pt x="946044" y="554227"/>
                  </a:lnTo>
                  <a:lnTo>
                    <a:pt x="948508" y="554489"/>
                  </a:lnTo>
                  <a:lnTo>
                    <a:pt x="950971" y="554804"/>
                  </a:lnTo>
                  <a:lnTo>
                    <a:pt x="953435" y="555151"/>
                  </a:lnTo>
                  <a:lnTo>
                    <a:pt x="955899" y="555522"/>
                  </a:lnTo>
                  <a:lnTo>
                    <a:pt x="958362" y="555910"/>
                  </a:lnTo>
                  <a:lnTo>
                    <a:pt x="960826" y="556307"/>
                  </a:lnTo>
                  <a:lnTo>
                    <a:pt x="963290" y="556709"/>
                  </a:lnTo>
                  <a:lnTo>
                    <a:pt x="965753" y="557108"/>
                  </a:lnTo>
                  <a:lnTo>
                    <a:pt x="968217" y="557504"/>
                  </a:lnTo>
                  <a:lnTo>
                    <a:pt x="970681" y="557896"/>
                  </a:lnTo>
                  <a:lnTo>
                    <a:pt x="973144" y="558285"/>
                  </a:lnTo>
                  <a:lnTo>
                    <a:pt x="975608" y="558674"/>
                  </a:lnTo>
                  <a:lnTo>
                    <a:pt x="978072" y="559071"/>
                  </a:lnTo>
                  <a:lnTo>
                    <a:pt x="980535" y="559483"/>
                  </a:lnTo>
                  <a:lnTo>
                    <a:pt x="982999" y="559916"/>
                  </a:lnTo>
                  <a:lnTo>
                    <a:pt x="985463" y="560380"/>
                  </a:lnTo>
                  <a:lnTo>
                    <a:pt x="987926" y="560885"/>
                  </a:lnTo>
                  <a:lnTo>
                    <a:pt x="990390" y="561459"/>
                  </a:lnTo>
                  <a:lnTo>
                    <a:pt x="992853" y="562100"/>
                  </a:lnTo>
                  <a:lnTo>
                    <a:pt x="995317" y="562821"/>
                  </a:lnTo>
                  <a:lnTo>
                    <a:pt x="997781" y="563630"/>
                  </a:lnTo>
                  <a:lnTo>
                    <a:pt x="1000244" y="564539"/>
                  </a:lnTo>
                  <a:lnTo>
                    <a:pt x="1002708" y="565586"/>
                  </a:lnTo>
                  <a:lnTo>
                    <a:pt x="1005172" y="566764"/>
                  </a:lnTo>
                  <a:lnTo>
                    <a:pt x="1007635" y="568073"/>
                  </a:lnTo>
                  <a:lnTo>
                    <a:pt x="1010099" y="569518"/>
                  </a:lnTo>
                  <a:lnTo>
                    <a:pt x="1012563" y="571105"/>
                  </a:lnTo>
                  <a:lnTo>
                    <a:pt x="1015026" y="572855"/>
                  </a:lnTo>
                  <a:lnTo>
                    <a:pt x="1017490" y="574777"/>
                  </a:lnTo>
                  <a:lnTo>
                    <a:pt x="1019954" y="576844"/>
                  </a:lnTo>
                  <a:lnTo>
                    <a:pt x="1022417" y="579056"/>
                  </a:lnTo>
                  <a:lnTo>
                    <a:pt x="1024881" y="581407"/>
                  </a:lnTo>
                  <a:lnTo>
                    <a:pt x="1027345" y="583896"/>
                  </a:lnTo>
                  <a:lnTo>
                    <a:pt x="1029808" y="586547"/>
                  </a:lnTo>
                  <a:lnTo>
                    <a:pt x="1032272" y="589313"/>
                  </a:lnTo>
                  <a:lnTo>
                    <a:pt x="1034736" y="592185"/>
                  </a:lnTo>
                  <a:lnTo>
                    <a:pt x="1037199" y="595153"/>
                  </a:lnTo>
                  <a:lnTo>
                    <a:pt x="1039663" y="598207"/>
                  </a:lnTo>
                  <a:lnTo>
                    <a:pt x="1042127" y="601347"/>
                  </a:lnTo>
                  <a:lnTo>
                    <a:pt x="1044590" y="604547"/>
                  </a:lnTo>
                  <a:lnTo>
                    <a:pt x="1047054" y="607789"/>
                  </a:lnTo>
                  <a:lnTo>
                    <a:pt x="1049518" y="611060"/>
                  </a:lnTo>
                  <a:lnTo>
                    <a:pt x="1051981" y="614349"/>
                  </a:lnTo>
                  <a:lnTo>
                    <a:pt x="1054445" y="617643"/>
                  </a:lnTo>
                  <a:lnTo>
                    <a:pt x="1056909" y="620923"/>
                  </a:lnTo>
                  <a:lnTo>
                    <a:pt x="1059372" y="624178"/>
                  </a:lnTo>
                  <a:lnTo>
                    <a:pt x="1061836" y="627397"/>
                  </a:lnTo>
                  <a:lnTo>
                    <a:pt x="1064300" y="630570"/>
                  </a:lnTo>
                  <a:lnTo>
                    <a:pt x="1066763" y="633688"/>
                  </a:lnTo>
                  <a:lnTo>
                    <a:pt x="1069227" y="636723"/>
                  </a:lnTo>
                  <a:lnTo>
                    <a:pt x="1071691" y="639678"/>
                  </a:lnTo>
                  <a:lnTo>
                    <a:pt x="1074154" y="642550"/>
                  </a:lnTo>
                  <a:lnTo>
                    <a:pt x="1076618" y="645333"/>
                  </a:lnTo>
                  <a:lnTo>
                    <a:pt x="1079082" y="648021"/>
                  </a:lnTo>
                  <a:lnTo>
                    <a:pt x="1081545" y="650594"/>
                  </a:lnTo>
                  <a:lnTo>
                    <a:pt x="1084009" y="653047"/>
                  </a:lnTo>
                  <a:lnTo>
                    <a:pt x="1086472" y="655393"/>
                  </a:lnTo>
                  <a:lnTo>
                    <a:pt x="1088936" y="657629"/>
                  </a:lnTo>
                  <a:lnTo>
                    <a:pt x="1091400" y="659754"/>
                  </a:lnTo>
                  <a:lnTo>
                    <a:pt x="1093863" y="661764"/>
                  </a:lnTo>
                  <a:lnTo>
                    <a:pt x="1096327" y="663634"/>
                  </a:lnTo>
                  <a:lnTo>
                    <a:pt x="1098791" y="665394"/>
                  </a:lnTo>
                  <a:lnTo>
                    <a:pt x="1101254" y="667045"/>
                  </a:lnTo>
                  <a:lnTo>
                    <a:pt x="1103718" y="668590"/>
                  </a:lnTo>
                  <a:lnTo>
                    <a:pt x="1106182" y="670030"/>
                  </a:lnTo>
                  <a:lnTo>
                    <a:pt x="1108645" y="671346"/>
                  </a:lnTo>
                  <a:lnTo>
                    <a:pt x="1111109" y="672558"/>
                  </a:lnTo>
                  <a:lnTo>
                    <a:pt x="1113573" y="673676"/>
                  </a:lnTo>
                  <a:lnTo>
                    <a:pt x="1116036" y="674705"/>
                  </a:lnTo>
                  <a:lnTo>
                    <a:pt x="1118500" y="675647"/>
                  </a:lnTo>
                  <a:lnTo>
                    <a:pt x="1120964" y="676498"/>
                  </a:lnTo>
                  <a:lnTo>
                    <a:pt x="1123427" y="677258"/>
                  </a:lnTo>
                  <a:lnTo>
                    <a:pt x="1125891" y="677946"/>
                  </a:lnTo>
                  <a:lnTo>
                    <a:pt x="1128355" y="678565"/>
                  </a:lnTo>
                  <a:lnTo>
                    <a:pt x="1130818" y="679121"/>
                  </a:lnTo>
                  <a:lnTo>
                    <a:pt x="1133282" y="679616"/>
                  </a:lnTo>
                  <a:lnTo>
                    <a:pt x="1135746" y="680039"/>
                  </a:lnTo>
                  <a:lnTo>
                    <a:pt x="1138209" y="680411"/>
                  </a:lnTo>
                  <a:lnTo>
                    <a:pt x="1140673" y="680737"/>
                  </a:lnTo>
                  <a:lnTo>
                    <a:pt x="1143137" y="681018"/>
                  </a:lnTo>
                  <a:lnTo>
                    <a:pt x="1145600" y="681259"/>
                  </a:lnTo>
                  <a:lnTo>
                    <a:pt x="1148064" y="681456"/>
                  </a:lnTo>
                  <a:lnTo>
                    <a:pt x="1150528" y="681616"/>
                  </a:lnTo>
                  <a:lnTo>
                    <a:pt x="1152991" y="681746"/>
                  </a:lnTo>
                  <a:lnTo>
                    <a:pt x="1155455" y="681849"/>
                  </a:lnTo>
                  <a:lnTo>
                    <a:pt x="1157919" y="681928"/>
                  </a:lnTo>
                  <a:lnTo>
                    <a:pt x="1160382" y="681983"/>
                  </a:lnTo>
                  <a:lnTo>
                    <a:pt x="1162846" y="682015"/>
                  </a:lnTo>
                  <a:lnTo>
                    <a:pt x="1165310" y="682031"/>
                  </a:lnTo>
                  <a:lnTo>
                    <a:pt x="1167773" y="682033"/>
                  </a:lnTo>
                  <a:lnTo>
                    <a:pt x="1170237" y="682023"/>
                  </a:lnTo>
                  <a:lnTo>
                    <a:pt x="1172701" y="682004"/>
                  </a:lnTo>
                  <a:lnTo>
                    <a:pt x="1175164" y="681976"/>
                  </a:lnTo>
                  <a:lnTo>
                    <a:pt x="1177628" y="681942"/>
                  </a:lnTo>
                  <a:lnTo>
                    <a:pt x="1180091" y="681906"/>
                  </a:lnTo>
                  <a:lnTo>
                    <a:pt x="1182555" y="681868"/>
                  </a:lnTo>
                  <a:lnTo>
                    <a:pt x="1185019" y="681831"/>
                  </a:lnTo>
                  <a:lnTo>
                    <a:pt x="1187482" y="681795"/>
                  </a:lnTo>
                  <a:lnTo>
                    <a:pt x="1189946" y="681764"/>
                  </a:lnTo>
                  <a:lnTo>
                    <a:pt x="1192410" y="681739"/>
                  </a:lnTo>
                  <a:lnTo>
                    <a:pt x="1194873" y="681719"/>
                  </a:lnTo>
                  <a:lnTo>
                    <a:pt x="1197337" y="681706"/>
                  </a:lnTo>
                  <a:lnTo>
                    <a:pt x="1199801" y="681702"/>
                  </a:lnTo>
                  <a:lnTo>
                    <a:pt x="1202264" y="681709"/>
                  </a:lnTo>
                  <a:lnTo>
                    <a:pt x="1204728" y="681727"/>
                  </a:lnTo>
                  <a:lnTo>
                    <a:pt x="1207192" y="681754"/>
                  </a:lnTo>
                  <a:lnTo>
                    <a:pt x="1209655" y="681793"/>
                  </a:lnTo>
                  <a:lnTo>
                    <a:pt x="1212119" y="681842"/>
                  </a:lnTo>
                  <a:lnTo>
                    <a:pt x="1214583" y="681905"/>
                  </a:lnTo>
                  <a:lnTo>
                    <a:pt x="1217046" y="681980"/>
                  </a:lnTo>
                  <a:lnTo>
                    <a:pt x="1219510" y="682067"/>
                  </a:lnTo>
                  <a:lnTo>
                    <a:pt x="1221974" y="682165"/>
                  </a:lnTo>
                  <a:lnTo>
                    <a:pt x="1224437" y="682274"/>
                  </a:lnTo>
                  <a:lnTo>
                    <a:pt x="1226901" y="682395"/>
                  </a:lnTo>
                  <a:lnTo>
                    <a:pt x="1229365" y="682529"/>
                  </a:lnTo>
                  <a:lnTo>
                    <a:pt x="1231828" y="682672"/>
                  </a:lnTo>
                  <a:lnTo>
                    <a:pt x="1234292" y="682825"/>
                  </a:lnTo>
                  <a:lnTo>
                    <a:pt x="1236756" y="682988"/>
                  </a:lnTo>
                  <a:lnTo>
                    <a:pt x="1239219" y="683159"/>
                  </a:lnTo>
                  <a:lnTo>
                    <a:pt x="1241683" y="683340"/>
                  </a:lnTo>
                  <a:lnTo>
                    <a:pt x="1244147" y="683529"/>
                  </a:lnTo>
                  <a:lnTo>
                    <a:pt x="1246610" y="683725"/>
                  </a:lnTo>
                  <a:lnTo>
                    <a:pt x="1249074" y="683927"/>
                  </a:lnTo>
                  <a:lnTo>
                    <a:pt x="1251538" y="684134"/>
                  </a:lnTo>
                  <a:lnTo>
                    <a:pt x="1254001" y="684346"/>
                  </a:lnTo>
                  <a:lnTo>
                    <a:pt x="1256465" y="684563"/>
                  </a:lnTo>
                  <a:lnTo>
                    <a:pt x="1258929" y="684783"/>
                  </a:lnTo>
                  <a:lnTo>
                    <a:pt x="1258929" y="689511"/>
                  </a:lnTo>
                  <a:lnTo>
                    <a:pt x="1256465" y="689511"/>
                  </a:lnTo>
                  <a:lnTo>
                    <a:pt x="1254001" y="689511"/>
                  </a:lnTo>
                  <a:lnTo>
                    <a:pt x="1251538" y="689511"/>
                  </a:lnTo>
                  <a:lnTo>
                    <a:pt x="1249074" y="689511"/>
                  </a:lnTo>
                  <a:lnTo>
                    <a:pt x="1246610" y="689511"/>
                  </a:lnTo>
                  <a:lnTo>
                    <a:pt x="1244147" y="689511"/>
                  </a:lnTo>
                  <a:lnTo>
                    <a:pt x="1241683" y="689511"/>
                  </a:lnTo>
                  <a:lnTo>
                    <a:pt x="1239219" y="689511"/>
                  </a:lnTo>
                  <a:lnTo>
                    <a:pt x="1236756" y="689511"/>
                  </a:lnTo>
                  <a:lnTo>
                    <a:pt x="1234292" y="689511"/>
                  </a:lnTo>
                  <a:lnTo>
                    <a:pt x="1231828" y="689511"/>
                  </a:lnTo>
                  <a:lnTo>
                    <a:pt x="1229365" y="689511"/>
                  </a:lnTo>
                  <a:lnTo>
                    <a:pt x="1226901" y="689511"/>
                  </a:lnTo>
                  <a:lnTo>
                    <a:pt x="1224437" y="689511"/>
                  </a:lnTo>
                  <a:lnTo>
                    <a:pt x="1221974" y="689511"/>
                  </a:lnTo>
                  <a:lnTo>
                    <a:pt x="1219510" y="689511"/>
                  </a:lnTo>
                  <a:lnTo>
                    <a:pt x="1217046" y="689511"/>
                  </a:lnTo>
                  <a:lnTo>
                    <a:pt x="1214583" y="689511"/>
                  </a:lnTo>
                  <a:lnTo>
                    <a:pt x="1212119" y="689511"/>
                  </a:lnTo>
                  <a:lnTo>
                    <a:pt x="1209655" y="689511"/>
                  </a:lnTo>
                  <a:lnTo>
                    <a:pt x="1207192" y="689511"/>
                  </a:lnTo>
                  <a:lnTo>
                    <a:pt x="1204728" y="689511"/>
                  </a:lnTo>
                  <a:lnTo>
                    <a:pt x="1202264" y="689511"/>
                  </a:lnTo>
                  <a:lnTo>
                    <a:pt x="1199801" y="689511"/>
                  </a:lnTo>
                  <a:lnTo>
                    <a:pt x="1197337" y="689511"/>
                  </a:lnTo>
                  <a:lnTo>
                    <a:pt x="1194873" y="689511"/>
                  </a:lnTo>
                  <a:lnTo>
                    <a:pt x="1192410" y="689511"/>
                  </a:lnTo>
                  <a:lnTo>
                    <a:pt x="1189946" y="689511"/>
                  </a:lnTo>
                  <a:lnTo>
                    <a:pt x="1187482" y="689511"/>
                  </a:lnTo>
                  <a:lnTo>
                    <a:pt x="1185019" y="689511"/>
                  </a:lnTo>
                  <a:lnTo>
                    <a:pt x="1182555" y="689511"/>
                  </a:lnTo>
                  <a:lnTo>
                    <a:pt x="1180091" y="689511"/>
                  </a:lnTo>
                  <a:lnTo>
                    <a:pt x="1177628" y="689511"/>
                  </a:lnTo>
                  <a:lnTo>
                    <a:pt x="1175164" y="689511"/>
                  </a:lnTo>
                  <a:lnTo>
                    <a:pt x="1172701" y="689511"/>
                  </a:lnTo>
                  <a:lnTo>
                    <a:pt x="1170237" y="689511"/>
                  </a:lnTo>
                  <a:lnTo>
                    <a:pt x="1167773" y="689511"/>
                  </a:lnTo>
                  <a:lnTo>
                    <a:pt x="1165310" y="689511"/>
                  </a:lnTo>
                  <a:lnTo>
                    <a:pt x="1162846" y="689511"/>
                  </a:lnTo>
                  <a:lnTo>
                    <a:pt x="1160382" y="689511"/>
                  </a:lnTo>
                  <a:lnTo>
                    <a:pt x="1157919" y="689511"/>
                  </a:lnTo>
                  <a:lnTo>
                    <a:pt x="1155455" y="689511"/>
                  </a:lnTo>
                  <a:lnTo>
                    <a:pt x="1152991" y="689511"/>
                  </a:lnTo>
                  <a:lnTo>
                    <a:pt x="1150528" y="689511"/>
                  </a:lnTo>
                  <a:lnTo>
                    <a:pt x="1148064" y="689511"/>
                  </a:lnTo>
                  <a:lnTo>
                    <a:pt x="1145600" y="689511"/>
                  </a:lnTo>
                  <a:lnTo>
                    <a:pt x="1143137" y="689511"/>
                  </a:lnTo>
                  <a:lnTo>
                    <a:pt x="1140673" y="689511"/>
                  </a:lnTo>
                  <a:lnTo>
                    <a:pt x="1138209" y="689511"/>
                  </a:lnTo>
                  <a:lnTo>
                    <a:pt x="1135746" y="689511"/>
                  </a:lnTo>
                  <a:lnTo>
                    <a:pt x="1133282" y="689511"/>
                  </a:lnTo>
                  <a:lnTo>
                    <a:pt x="1130818" y="689511"/>
                  </a:lnTo>
                  <a:lnTo>
                    <a:pt x="1128355" y="689511"/>
                  </a:lnTo>
                  <a:lnTo>
                    <a:pt x="1125891" y="689511"/>
                  </a:lnTo>
                  <a:lnTo>
                    <a:pt x="1123427" y="689511"/>
                  </a:lnTo>
                  <a:lnTo>
                    <a:pt x="1120964" y="689511"/>
                  </a:lnTo>
                  <a:lnTo>
                    <a:pt x="1118500" y="689511"/>
                  </a:lnTo>
                  <a:lnTo>
                    <a:pt x="1116036" y="689511"/>
                  </a:lnTo>
                  <a:lnTo>
                    <a:pt x="1113573" y="689511"/>
                  </a:lnTo>
                  <a:lnTo>
                    <a:pt x="1111109" y="689511"/>
                  </a:lnTo>
                  <a:lnTo>
                    <a:pt x="1108645" y="689511"/>
                  </a:lnTo>
                  <a:lnTo>
                    <a:pt x="1106182" y="689511"/>
                  </a:lnTo>
                  <a:lnTo>
                    <a:pt x="1103718" y="689511"/>
                  </a:lnTo>
                  <a:lnTo>
                    <a:pt x="1101254" y="689511"/>
                  </a:lnTo>
                  <a:lnTo>
                    <a:pt x="1098791" y="689511"/>
                  </a:lnTo>
                  <a:lnTo>
                    <a:pt x="1096327" y="689511"/>
                  </a:lnTo>
                  <a:lnTo>
                    <a:pt x="1093863" y="689511"/>
                  </a:lnTo>
                  <a:lnTo>
                    <a:pt x="1091400" y="689511"/>
                  </a:lnTo>
                  <a:lnTo>
                    <a:pt x="1088936" y="689511"/>
                  </a:lnTo>
                  <a:lnTo>
                    <a:pt x="1086472" y="689511"/>
                  </a:lnTo>
                  <a:lnTo>
                    <a:pt x="1084009" y="689511"/>
                  </a:lnTo>
                  <a:lnTo>
                    <a:pt x="1081545" y="689511"/>
                  </a:lnTo>
                  <a:lnTo>
                    <a:pt x="1079082" y="689511"/>
                  </a:lnTo>
                  <a:lnTo>
                    <a:pt x="1076618" y="689511"/>
                  </a:lnTo>
                  <a:lnTo>
                    <a:pt x="1074154" y="689511"/>
                  </a:lnTo>
                  <a:lnTo>
                    <a:pt x="1071691" y="689511"/>
                  </a:lnTo>
                  <a:lnTo>
                    <a:pt x="1069227" y="689511"/>
                  </a:lnTo>
                  <a:lnTo>
                    <a:pt x="1066763" y="689511"/>
                  </a:lnTo>
                  <a:lnTo>
                    <a:pt x="1064300" y="689511"/>
                  </a:lnTo>
                  <a:lnTo>
                    <a:pt x="1061836" y="689511"/>
                  </a:lnTo>
                  <a:lnTo>
                    <a:pt x="1059372" y="689511"/>
                  </a:lnTo>
                  <a:lnTo>
                    <a:pt x="1056909" y="689511"/>
                  </a:lnTo>
                  <a:lnTo>
                    <a:pt x="1054445" y="689511"/>
                  </a:lnTo>
                  <a:lnTo>
                    <a:pt x="1051981" y="689511"/>
                  </a:lnTo>
                  <a:lnTo>
                    <a:pt x="1049518" y="689511"/>
                  </a:lnTo>
                  <a:lnTo>
                    <a:pt x="1047054" y="689511"/>
                  </a:lnTo>
                  <a:lnTo>
                    <a:pt x="1044590" y="689511"/>
                  </a:lnTo>
                  <a:lnTo>
                    <a:pt x="1042127" y="689511"/>
                  </a:lnTo>
                  <a:lnTo>
                    <a:pt x="1039663" y="689511"/>
                  </a:lnTo>
                  <a:lnTo>
                    <a:pt x="1037199" y="689511"/>
                  </a:lnTo>
                  <a:lnTo>
                    <a:pt x="1034736" y="689511"/>
                  </a:lnTo>
                  <a:lnTo>
                    <a:pt x="1032272" y="689511"/>
                  </a:lnTo>
                  <a:lnTo>
                    <a:pt x="1029808" y="689511"/>
                  </a:lnTo>
                  <a:lnTo>
                    <a:pt x="1027345" y="689511"/>
                  </a:lnTo>
                  <a:lnTo>
                    <a:pt x="1024881" y="689511"/>
                  </a:lnTo>
                  <a:lnTo>
                    <a:pt x="1022417" y="689511"/>
                  </a:lnTo>
                  <a:lnTo>
                    <a:pt x="1019954" y="689511"/>
                  </a:lnTo>
                  <a:lnTo>
                    <a:pt x="1017490" y="689511"/>
                  </a:lnTo>
                  <a:lnTo>
                    <a:pt x="1015026" y="689511"/>
                  </a:lnTo>
                  <a:lnTo>
                    <a:pt x="1012563" y="689511"/>
                  </a:lnTo>
                  <a:lnTo>
                    <a:pt x="1010099" y="689511"/>
                  </a:lnTo>
                  <a:lnTo>
                    <a:pt x="1007635" y="689511"/>
                  </a:lnTo>
                  <a:lnTo>
                    <a:pt x="1005172" y="689511"/>
                  </a:lnTo>
                  <a:lnTo>
                    <a:pt x="1002708" y="689511"/>
                  </a:lnTo>
                  <a:lnTo>
                    <a:pt x="1000244" y="689511"/>
                  </a:lnTo>
                  <a:lnTo>
                    <a:pt x="997781" y="689511"/>
                  </a:lnTo>
                  <a:lnTo>
                    <a:pt x="995317" y="689511"/>
                  </a:lnTo>
                  <a:lnTo>
                    <a:pt x="992853" y="689511"/>
                  </a:lnTo>
                  <a:lnTo>
                    <a:pt x="990390" y="689511"/>
                  </a:lnTo>
                  <a:lnTo>
                    <a:pt x="987926" y="689511"/>
                  </a:lnTo>
                  <a:lnTo>
                    <a:pt x="985463" y="689511"/>
                  </a:lnTo>
                  <a:lnTo>
                    <a:pt x="982999" y="689511"/>
                  </a:lnTo>
                  <a:lnTo>
                    <a:pt x="980535" y="689511"/>
                  </a:lnTo>
                  <a:lnTo>
                    <a:pt x="978072" y="689511"/>
                  </a:lnTo>
                  <a:lnTo>
                    <a:pt x="975608" y="689511"/>
                  </a:lnTo>
                  <a:lnTo>
                    <a:pt x="973144" y="689511"/>
                  </a:lnTo>
                  <a:lnTo>
                    <a:pt x="970681" y="689511"/>
                  </a:lnTo>
                  <a:lnTo>
                    <a:pt x="968217" y="689511"/>
                  </a:lnTo>
                  <a:lnTo>
                    <a:pt x="965753" y="689511"/>
                  </a:lnTo>
                  <a:lnTo>
                    <a:pt x="963290" y="689511"/>
                  </a:lnTo>
                  <a:lnTo>
                    <a:pt x="960826" y="689511"/>
                  </a:lnTo>
                  <a:lnTo>
                    <a:pt x="958362" y="689511"/>
                  </a:lnTo>
                  <a:lnTo>
                    <a:pt x="955899" y="689511"/>
                  </a:lnTo>
                  <a:lnTo>
                    <a:pt x="953435" y="689511"/>
                  </a:lnTo>
                  <a:lnTo>
                    <a:pt x="950971" y="689511"/>
                  </a:lnTo>
                  <a:lnTo>
                    <a:pt x="948508" y="689511"/>
                  </a:lnTo>
                  <a:lnTo>
                    <a:pt x="946044" y="689511"/>
                  </a:lnTo>
                  <a:lnTo>
                    <a:pt x="943580" y="689511"/>
                  </a:lnTo>
                  <a:lnTo>
                    <a:pt x="941117" y="689511"/>
                  </a:lnTo>
                  <a:lnTo>
                    <a:pt x="938653" y="689511"/>
                  </a:lnTo>
                  <a:lnTo>
                    <a:pt x="936189" y="689511"/>
                  </a:lnTo>
                  <a:lnTo>
                    <a:pt x="933726" y="689511"/>
                  </a:lnTo>
                  <a:lnTo>
                    <a:pt x="931262" y="689511"/>
                  </a:lnTo>
                  <a:lnTo>
                    <a:pt x="928798" y="689511"/>
                  </a:lnTo>
                  <a:lnTo>
                    <a:pt x="926335" y="689511"/>
                  </a:lnTo>
                  <a:lnTo>
                    <a:pt x="923871" y="689511"/>
                  </a:lnTo>
                  <a:lnTo>
                    <a:pt x="921407" y="689511"/>
                  </a:lnTo>
                  <a:lnTo>
                    <a:pt x="918944" y="689511"/>
                  </a:lnTo>
                  <a:lnTo>
                    <a:pt x="916480" y="689511"/>
                  </a:lnTo>
                  <a:lnTo>
                    <a:pt x="914016" y="689511"/>
                  </a:lnTo>
                  <a:lnTo>
                    <a:pt x="911553" y="689511"/>
                  </a:lnTo>
                  <a:lnTo>
                    <a:pt x="909089" y="689511"/>
                  </a:lnTo>
                  <a:lnTo>
                    <a:pt x="906625" y="689511"/>
                  </a:lnTo>
                  <a:lnTo>
                    <a:pt x="904162" y="689511"/>
                  </a:lnTo>
                  <a:lnTo>
                    <a:pt x="901698" y="689511"/>
                  </a:lnTo>
                  <a:lnTo>
                    <a:pt x="899235" y="689511"/>
                  </a:lnTo>
                  <a:lnTo>
                    <a:pt x="896771" y="689511"/>
                  </a:lnTo>
                  <a:lnTo>
                    <a:pt x="894307" y="689511"/>
                  </a:lnTo>
                  <a:lnTo>
                    <a:pt x="891844" y="689511"/>
                  </a:lnTo>
                  <a:lnTo>
                    <a:pt x="889380" y="689511"/>
                  </a:lnTo>
                  <a:lnTo>
                    <a:pt x="886916" y="689511"/>
                  </a:lnTo>
                  <a:lnTo>
                    <a:pt x="884453" y="689511"/>
                  </a:lnTo>
                  <a:lnTo>
                    <a:pt x="881989" y="689511"/>
                  </a:lnTo>
                  <a:lnTo>
                    <a:pt x="879525" y="689511"/>
                  </a:lnTo>
                  <a:lnTo>
                    <a:pt x="877062" y="689511"/>
                  </a:lnTo>
                  <a:lnTo>
                    <a:pt x="874598" y="689511"/>
                  </a:lnTo>
                  <a:lnTo>
                    <a:pt x="872134" y="689511"/>
                  </a:lnTo>
                  <a:lnTo>
                    <a:pt x="869671" y="689511"/>
                  </a:lnTo>
                  <a:lnTo>
                    <a:pt x="867207" y="689511"/>
                  </a:lnTo>
                  <a:lnTo>
                    <a:pt x="864743" y="689511"/>
                  </a:lnTo>
                  <a:lnTo>
                    <a:pt x="862280" y="689511"/>
                  </a:lnTo>
                  <a:lnTo>
                    <a:pt x="859816" y="689511"/>
                  </a:lnTo>
                  <a:lnTo>
                    <a:pt x="857352" y="689511"/>
                  </a:lnTo>
                  <a:lnTo>
                    <a:pt x="854889" y="689511"/>
                  </a:lnTo>
                  <a:lnTo>
                    <a:pt x="852425" y="689511"/>
                  </a:lnTo>
                  <a:lnTo>
                    <a:pt x="849961" y="689511"/>
                  </a:lnTo>
                  <a:lnTo>
                    <a:pt x="847498" y="689511"/>
                  </a:lnTo>
                  <a:lnTo>
                    <a:pt x="845034" y="689511"/>
                  </a:lnTo>
                  <a:lnTo>
                    <a:pt x="842570" y="689511"/>
                  </a:lnTo>
                  <a:lnTo>
                    <a:pt x="840107" y="689511"/>
                  </a:lnTo>
                  <a:lnTo>
                    <a:pt x="837643" y="689511"/>
                  </a:lnTo>
                  <a:lnTo>
                    <a:pt x="835179" y="689511"/>
                  </a:lnTo>
                  <a:lnTo>
                    <a:pt x="832716" y="689511"/>
                  </a:lnTo>
                  <a:lnTo>
                    <a:pt x="830252" y="689511"/>
                  </a:lnTo>
                  <a:lnTo>
                    <a:pt x="827788" y="689511"/>
                  </a:lnTo>
                  <a:lnTo>
                    <a:pt x="825325" y="689511"/>
                  </a:lnTo>
                  <a:lnTo>
                    <a:pt x="822861" y="689511"/>
                  </a:lnTo>
                  <a:lnTo>
                    <a:pt x="820397" y="689511"/>
                  </a:lnTo>
                  <a:lnTo>
                    <a:pt x="817934" y="689511"/>
                  </a:lnTo>
                  <a:lnTo>
                    <a:pt x="815470" y="689511"/>
                  </a:lnTo>
                  <a:lnTo>
                    <a:pt x="813006" y="689511"/>
                  </a:lnTo>
                  <a:lnTo>
                    <a:pt x="810543" y="689511"/>
                  </a:lnTo>
                  <a:lnTo>
                    <a:pt x="808079" y="689511"/>
                  </a:lnTo>
                  <a:lnTo>
                    <a:pt x="805616" y="689511"/>
                  </a:lnTo>
                  <a:lnTo>
                    <a:pt x="803152" y="689511"/>
                  </a:lnTo>
                  <a:lnTo>
                    <a:pt x="800688" y="689511"/>
                  </a:lnTo>
                  <a:lnTo>
                    <a:pt x="798225" y="689511"/>
                  </a:lnTo>
                  <a:lnTo>
                    <a:pt x="795761" y="689511"/>
                  </a:lnTo>
                  <a:lnTo>
                    <a:pt x="793297" y="689511"/>
                  </a:lnTo>
                  <a:lnTo>
                    <a:pt x="790834" y="689511"/>
                  </a:lnTo>
                  <a:lnTo>
                    <a:pt x="788370" y="689511"/>
                  </a:lnTo>
                  <a:lnTo>
                    <a:pt x="785906" y="689511"/>
                  </a:lnTo>
                  <a:lnTo>
                    <a:pt x="783443" y="689511"/>
                  </a:lnTo>
                  <a:lnTo>
                    <a:pt x="780979" y="689511"/>
                  </a:lnTo>
                  <a:lnTo>
                    <a:pt x="778515" y="689511"/>
                  </a:lnTo>
                  <a:lnTo>
                    <a:pt x="776052" y="689511"/>
                  </a:lnTo>
                  <a:lnTo>
                    <a:pt x="773588" y="689511"/>
                  </a:lnTo>
                  <a:lnTo>
                    <a:pt x="771124" y="689511"/>
                  </a:lnTo>
                  <a:lnTo>
                    <a:pt x="768661" y="689511"/>
                  </a:lnTo>
                  <a:lnTo>
                    <a:pt x="766197" y="689511"/>
                  </a:lnTo>
                  <a:lnTo>
                    <a:pt x="763733" y="689511"/>
                  </a:lnTo>
                  <a:lnTo>
                    <a:pt x="761270" y="689511"/>
                  </a:lnTo>
                  <a:lnTo>
                    <a:pt x="758806" y="689511"/>
                  </a:lnTo>
                  <a:lnTo>
                    <a:pt x="756342" y="689511"/>
                  </a:lnTo>
                  <a:lnTo>
                    <a:pt x="753879" y="689511"/>
                  </a:lnTo>
                  <a:lnTo>
                    <a:pt x="751415" y="689511"/>
                  </a:lnTo>
                  <a:lnTo>
                    <a:pt x="748951" y="689511"/>
                  </a:lnTo>
                  <a:lnTo>
                    <a:pt x="746488" y="689511"/>
                  </a:lnTo>
                  <a:lnTo>
                    <a:pt x="744024" y="689511"/>
                  </a:lnTo>
                  <a:lnTo>
                    <a:pt x="741560" y="689511"/>
                  </a:lnTo>
                  <a:lnTo>
                    <a:pt x="739097" y="689511"/>
                  </a:lnTo>
                  <a:lnTo>
                    <a:pt x="736633" y="689511"/>
                  </a:lnTo>
                  <a:lnTo>
                    <a:pt x="734169" y="689511"/>
                  </a:lnTo>
                  <a:lnTo>
                    <a:pt x="731706" y="689511"/>
                  </a:lnTo>
                  <a:lnTo>
                    <a:pt x="729242" y="689511"/>
                  </a:lnTo>
                  <a:lnTo>
                    <a:pt x="726778" y="689511"/>
                  </a:lnTo>
                  <a:lnTo>
                    <a:pt x="724315" y="689511"/>
                  </a:lnTo>
                  <a:lnTo>
                    <a:pt x="721851" y="689511"/>
                  </a:lnTo>
                  <a:lnTo>
                    <a:pt x="719388" y="689511"/>
                  </a:lnTo>
                  <a:lnTo>
                    <a:pt x="716924" y="689511"/>
                  </a:lnTo>
                  <a:lnTo>
                    <a:pt x="714460" y="689511"/>
                  </a:lnTo>
                  <a:lnTo>
                    <a:pt x="711997" y="689511"/>
                  </a:lnTo>
                  <a:lnTo>
                    <a:pt x="709533" y="689511"/>
                  </a:lnTo>
                  <a:lnTo>
                    <a:pt x="707069" y="689511"/>
                  </a:lnTo>
                  <a:lnTo>
                    <a:pt x="704606" y="689511"/>
                  </a:lnTo>
                  <a:lnTo>
                    <a:pt x="702142" y="689511"/>
                  </a:lnTo>
                  <a:lnTo>
                    <a:pt x="699678" y="689511"/>
                  </a:lnTo>
                  <a:lnTo>
                    <a:pt x="697215" y="689511"/>
                  </a:lnTo>
                  <a:lnTo>
                    <a:pt x="694751" y="689511"/>
                  </a:lnTo>
                  <a:lnTo>
                    <a:pt x="692287" y="689511"/>
                  </a:lnTo>
                  <a:lnTo>
                    <a:pt x="689824" y="689511"/>
                  </a:lnTo>
                  <a:lnTo>
                    <a:pt x="687360" y="689511"/>
                  </a:lnTo>
                  <a:lnTo>
                    <a:pt x="684896" y="689511"/>
                  </a:lnTo>
                  <a:lnTo>
                    <a:pt x="682433" y="689511"/>
                  </a:lnTo>
                  <a:lnTo>
                    <a:pt x="679969" y="689511"/>
                  </a:lnTo>
                  <a:lnTo>
                    <a:pt x="677505" y="689511"/>
                  </a:lnTo>
                  <a:lnTo>
                    <a:pt x="675042" y="689511"/>
                  </a:lnTo>
                  <a:lnTo>
                    <a:pt x="672578" y="689511"/>
                  </a:lnTo>
                  <a:lnTo>
                    <a:pt x="670114" y="689511"/>
                  </a:lnTo>
                  <a:lnTo>
                    <a:pt x="667651" y="689511"/>
                  </a:lnTo>
                  <a:lnTo>
                    <a:pt x="665187" y="689511"/>
                  </a:lnTo>
                  <a:lnTo>
                    <a:pt x="662723" y="689511"/>
                  </a:lnTo>
                  <a:lnTo>
                    <a:pt x="660260" y="689511"/>
                  </a:lnTo>
                  <a:lnTo>
                    <a:pt x="657796" y="689511"/>
                  </a:lnTo>
                  <a:lnTo>
                    <a:pt x="655332" y="689511"/>
                  </a:lnTo>
                  <a:lnTo>
                    <a:pt x="652869" y="689511"/>
                  </a:lnTo>
                  <a:lnTo>
                    <a:pt x="650405" y="689511"/>
                  </a:lnTo>
                  <a:lnTo>
                    <a:pt x="647941" y="689511"/>
                  </a:lnTo>
                  <a:lnTo>
                    <a:pt x="645478" y="689511"/>
                  </a:lnTo>
                  <a:lnTo>
                    <a:pt x="643014" y="689511"/>
                  </a:lnTo>
                  <a:lnTo>
                    <a:pt x="640550" y="689511"/>
                  </a:lnTo>
                  <a:lnTo>
                    <a:pt x="638087" y="689511"/>
                  </a:lnTo>
                  <a:lnTo>
                    <a:pt x="635623" y="689511"/>
                  </a:lnTo>
                  <a:lnTo>
                    <a:pt x="633159" y="689511"/>
                  </a:lnTo>
                  <a:lnTo>
                    <a:pt x="630696" y="689511"/>
                  </a:lnTo>
                  <a:lnTo>
                    <a:pt x="628232" y="689511"/>
                  </a:lnTo>
                  <a:lnTo>
                    <a:pt x="625769" y="689511"/>
                  </a:lnTo>
                  <a:lnTo>
                    <a:pt x="623305" y="689511"/>
                  </a:lnTo>
                  <a:lnTo>
                    <a:pt x="620841" y="689511"/>
                  </a:lnTo>
                  <a:lnTo>
                    <a:pt x="618378" y="689511"/>
                  </a:lnTo>
                  <a:lnTo>
                    <a:pt x="615914" y="689511"/>
                  </a:lnTo>
                  <a:lnTo>
                    <a:pt x="613450" y="689511"/>
                  </a:lnTo>
                  <a:lnTo>
                    <a:pt x="610987" y="689511"/>
                  </a:lnTo>
                  <a:lnTo>
                    <a:pt x="608523" y="689511"/>
                  </a:lnTo>
                  <a:lnTo>
                    <a:pt x="606059" y="689511"/>
                  </a:lnTo>
                  <a:lnTo>
                    <a:pt x="603596" y="689511"/>
                  </a:lnTo>
                  <a:lnTo>
                    <a:pt x="601132" y="689511"/>
                  </a:lnTo>
                  <a:lnTo>
                    <a:pt x="598668" y="689511"/>
                  </a:lnTo>
                  <a:lnTo>
                    <a:pt x="596205" y="689511"/>
                  </a:lnTo>
                  <a:lnTo>
                    <a:pt x="593741" y="689511"/>
                  </a:lnTo>
                  <a:lnTo>
                    <a:pt x="591277" y="689511"/>
                  </a:lnTo>
                  <a:lnTo>
                    <a:pt x="588814" y="689511"/>
                  </a:lnTo>
                  <a:lnTo>
                    <a:pt x="586350" y="689511"/>
                  </a:lnTo>
                  <a:lnTo>
                    <a:pt x="583886" y="689511"/>
                  </a:lnTo>
                  <a:lnTo>
                    <a:pt x="581423" y="689511"/>
                  </a:lnTo>
                  <a:lnTo>
                    <a:pt x="578959" y="689511"/>
                  </a:lnTo>
                  <a:lnTo>
                    <a:pt x="576495" y="689511"/>
                  </a:lnTo>
                  <a:lnTo>
                    <a:pt x="574032" y="689511"/>
                  </a:lnTo>
                  <a:lnTo>
                    <a:pt x="571568" y="689511"/>
                  </a:lnTo>
                  <a:lnTo>
                    <a:pt x="569104" y="689511"/>
                  </a:lnTo>
                  <a:lnTo>
                    <a:pt x="566641" y="689511"/>
                  </a:lnTo>
                  <a:lnTo>
                    <a:pt x="564177" y="689511"/>
                  </a:lnTo>
                  <a:lnTo>
                    <a:pt x="561713" y="689511"/>
                  </a:lnTo>
                  <a:lnTo>
                    <a:pt x="559250" y="689511"/>
                  </a:lnTo>
                  <a:lnTo>
                    <a:pt x="556786" y="689511"/>
                  </a:lnTo>
                  <a:lnTo>
                    <a:pt x="554322" y="689511"/>
                  </a:lnTo>
                  <a:lnTo>
                    <a:pt x="551859" y="689511"/>
                  </a:lnTo>
                  <a:lnTo>
                    <a:pt x="549395" y="689511"/>
                  </a:lnTo>
                  <a:lnTo>
                    <a:pt x="546931" y="689511"/>
                  </a:lnTo>
                  <a:lnTo>
                    <a:pt x="544468" y="689511"/>
                  </a:lnTo>
                  <a:lnTo>
                    <a:pt x="542004" y="689511"/>
                  </a:lnTo>
                  <a:lnTo>
                    <a:pt x="539541" y="689511"/>
                  </a:lnTo>
                  <a:lnTo>
                    <a:pt x="537077" y="689511"/>
                  </a:lnTo>
                  <a:lnTo>
                    <a:pt x="534613" y="689511"/>
                  </a:lnTo>
                  <a:lnTo>
                    <a:pt x="532150" y="689511"/>
                  </a:lnTo>
                  <a:lnTo>
                    <a:pt x="529686" y="689511"/>
                  </a:lnTo>
                  <a:lnTo>
                    <a:pt x="527222" y="689511"/>
                  </a:lnTo>
                  <a:lnTo>
                    <a:pt x="524759" y="689511"/>
                  </a:lnTo>
                  <a:lnTo>
                    <a:pt x="522295" y="689511"/>
                  </a:lnTo>
                  <a:lnTo>
                    <a:pt x="519831" y="689511"/>
                  </a:lnTo>
                  <a:lnTo>
                    <a:pt x="517368" y="689511"/>
                  </a:lnTo>
                  <a:lnTo>
                    <a:pt x="514904" y="689511"/>
                  </a:lnTo>
                  <a:lnTo>
                    <a:pt x="512440" y="689511"/>
                  </a:lnTo>
                  <a:lnTo>
                    <a:pt x="509977" y="689511"/>
                  </a:lnTo>
                  <a:lnTo>
                    <a:pt x="507513" y="689511"/>
                  </a:lnTo>
                  <a:lnTo>
                    <a:pt x="505049" y="689511"/>
                  </a:lnTo>
                  <a:lnTo>
                    <a:pt x="502586" y="689511"/>
                  </a:lnTo>
                  <a:lnTo>
                    <a:pt x="500122" y="689511"/>
                  </a:lnTo>
                  <a:lnTo>
                    <a:pt x="497658" y="689511"/>
                  </a:lnTo>
                  <a:lnTo>
                    <a:pt x="495195" y="689511"/>
                  </a:lnTo>
                  <a:lnTo>
                    <a:pt x="492731" y="689511"/>
                  </a:lnTo>
                  <a:lnTo>
                    <a:pt x="490267" y="689511"/>
                  </a:lnTo>
                  <a:lnTo>
                    <a:pt x="487804" y="689511"/>
                  </a:lnTo>
                  <a:lnTo>
                    <a:pt x="485340" y="689511"/>
                  </a:lnTo>
                  <a:lnTo>
                    <a:pt x="482876" y="689511"/>
                  </a:lnTo>
                  <a:lnTo>
                    <a:pt x="480413" y="689511"/>
                  </a:lnTo>
                  <a:lnTo>
                    <a:pt x="477949" y="689511"/>
                  </a:lnTo>
                  <a:lnTo>
                    <a:pt x="475485" y="689511"/>
                  </a:lnTo>
                  <a:lnTo>
                    <a:pt x="473022" y="689511"/>
                  </a:lnTo>
                  <a:lnTo>
                    <a:pt x="470558" y="689511"/>
                  </a:lnTo>
                  <a:lnTo>
                    <a:pt x="468094" y="689511"/>
                  </a:lnTo>
                  <a:lnTo>
                    <a:pt x="465631" y="689511"/>
                  </a:lnTo>
                  <a:lnTo>
                    <a:pt x="463167" y="689511"/>
                  </a:lnTo>
                  <a:lnTo>
                    <a:pt x="460703" y="689511"/>
                  </a:lnTo>
                  <a:lnTo>
                    <a:pt x="458240" y="689511"/>
                  </a:lnTo>
                  <a:lnTo>
                    <a:pt x="455776" y="689511"/>
                  </a:lnTo>
                  <a:lnTo>
                    <a:pt x="453312" y="689511"/>
                  </a:lnTo>
                  <a:lnTo>
                    <a:pt x="450849" y="689511"/>
                  </a:lnTo>
                  <a:lnTo>
                    <a:pt x="448385" y="689511"/>
                  </a:lnTo>
                  <a:lnTo>
                    <a:pt x="445922" y="689511"/>
                  </a:lnTo>
                  <a:lnTo>
                    <a:pt x="443458" y="689511"/>
                  </a:lnTo>
                  <a:lnTo>
                    <a:pt x="440994" y="689511"/>
                  </a:lnTo>
                  <a:lnTo>
                    <a:pt x="438531" y="689511"/>
                  </a:lnTo>
                  <a:lnTo>
                    <a:pt x="436067" y="689511"/>
                  </a:lnTo>
                  <a:lnTo>
                    <a:pt x="433603" y="689511"/>
                  </a:lnTo>
                  <a:lnTo>
                    <a:pt x="431140" y="689511"/>
                  </a:lnTo>
                  <a:lnTo>
                    <a:pt x="428676" y="689511"/>
                  </a:lnTo>
                  <a:lnTo>
                    <a:pt x="426212" y="689511"/>
                  </a:lnTo>
                  <a:lnTo>
                    <a:pt x="423749" y="689511"/>
                  </a:lnTo>
                  <a:lnTo>
                    <a:pt x="421285" y="689511"/>
                  </a:lnTo>
                  <a:lnTo>
                    <a:pt x="418821" y="689511"/>
                  </a:lnTo>
                  <a:lnTo>
                    <a:pt x="416358" y="689511"/>
                  </a:lnTo>
                  <a:lnTo>
                    <a:pt x="413894" y="689511"/>
                  </a:lnTo>
                  <a:lnTo>
                    <a:pt x="411430" y="689511"/>
                  </a:lnTo>
                  <a:lnTo>
                    <a:pt x="408967" y="689511"/>
                  </a:lnTo>
                  <a:lnTo>
                    <a:pt x="406503" y="689511"/>
                  </a:lnTo>
                  <a:lnTo>
                    <a:pt x="404039" y="689511"/>
                  </a:lnTo>
                  <a:lnTo>
                    <a:pt x="401576" y="689511"/>
                  </a:lnTo>
                  <a:lnTo>
                    <a:pt x="399112" y="689511"/>
                  </a:lnTo>
                  <a:lnTo>
                    <a:pt x="396648" y="689511"/>
                  </a:lnTo>
                  <a:lnTo>
                    <a:pt x="394185" y="689511"/>
                  </a:lnTo>
                  <a:lnTo>
                    <a:pt x="391721" y="689511"/>
                  </a:lnTo>
                  <a:lnTo>
                    <a:pt x="389257" y="689511"/>
                  </a:lnTo>
                  <a:lnTo>
                    <a:pt x="386794" y="689511"/>
                  </a:lnTo>
                  <a:lnTo>
                    <a:pt x="384330" y="689511"/>
                  </a:lnTo>
                  <a:lnTo>
                    <a:pt x="381866" y="689511"/>
                  </a:lnTo>
                  <a:lnTo>
                    <a:pt x="379403" y="689511"/>
                  </a:lnTo>
                  <a:lnTo>
                    <a:pt x="376939" y="689511"/>
                  </a:lnTo>
                  <a:lnTo>
                    <a:pt x="374475" y="689511"/>
                  </a:lnTo>
                  <a:lnTo>
                    <a:pt x="372012" y="689511"/>
                  </a:lnTo>
                  <a:lnTo>
                    <a:pt x="369548" y="689511"/>
                  </a:lnTo>
                  <a:lnTo>
                    <a:pt x="367084" y="689511"/>
                  </a:lnTo>
                  <a:lnTo>
                    <a:pt x="364621" y="689511"/>
                  </a:lnTo>
                  <a:lnTo>
                    <a:pt x="362157" y="689511"/>
                  </a:lnTo>
                  <a:lnTo>
                    <a:pt x="359694" y="689511"/>
                  </a:lnTo>
                  <a:lnTo>
                    <a:pt x="357230" y="689511"/>
                  </a:lnTo>
                  <a:lnTo>
                    <a:pt x="354766" y="689511"/>
                  </a:lnTo>
                  <a:lnTo>
                    <a:pt x="352303" y="689511"/>
                  </a:lnTo>
                  <a:lnTo>
                    <a:pt x="349839" y="689511"/>
                  </a:lnTo>
                  <a:lnTo>
                    <a:pt x="347375" y="689511"/>
                  </a:lnTo>
                  <a:lnTo>
                    <a:pt x="344912" y="689511"/>
                  </a:lnTo>
                  <a:lnTo>
                    <a:pt x="342448" y="689511"/>
                  </a:lnTo>
                  <a:lnTo>
                    <a:pt x="339984" y="689511"/>
                  </a:lnTo>
                  <a:lnTo>
                    <a:pt x="337521" y="689511"/>
                  </a:lnTo>
                  <a:lnTo>
                    <a:pt x="335057" y="689511"/>
                  </a:lnTo>
                  <a:lnTo>
                    <a:pt x="332593" y="689511"/>
                  </a:lnTo>
                  <a:lnTo>
                    <a:pt x="330130" y="689511"/>
                  </a:lnTo>
                  <a:lnTo>
                    <a:pt x="327666" y="689511"/>
                  </a:lnTo>
                  <a:lnTo>
                    <a:pt x="325202" y="689511"/>
                  </a:lnTo>
                  <a:lnTo>
                    <a:pt x="322739" y="689511"/>
                  </a:lnTo>
                  <a:lnTo>
                    <a:pt x="320275" y="689511"/>
                  </a:lnTo>
                  <a:lnTo>
                    <a:pt x="317811" y="689511"/>
                  </a:lnTo>
                  <a:lnTo>
                    <a:pt x="315348" y="689511"/>
                  </a:lnTo>
                  <a:lnTo>
                    <a:pt x="312884" y="689511"/>
                  </a:lnTo>
                  <a:lnTo>
                    <a:pt x="310420" y="689511"/>
                  </a:lnTo>
                  <a:lnTo>
                    <a:pt x="307957" y="689511"/>
                  </a:lnTo>
                  <a:lnTo>
                    <a:pt x="305493" y="689511"/>
                  </a:lnTo>
                  <a:lnTo>
                    <a:pt x="303029" y="689511"/>
                  </a:lnTo>
                  <a:lnTo>
                    <a:pt x="300566" y="689511"/>
                  </a:lnTo>
                  <a:lnTo>
                    <a:pt x="298102" y="689511"/>
                  </a:lnTo>
                  <a:lnTo>
                    <a:pt x="295638" y="689511"/>
                  </a:lnTo>
                  <a:lnTo>
                    <a:pt x="293175" y="689511"/>
                  </a:lnTo>
                  <a:lnTo>
                    <a:pt x="290711" y="689511"/>
                  </a:lnTo>
                  <a:lnTo>
                    <a:pt x="288247" y="689511"/>
                  </a:lnTo>
                  <a:lnTo>
                    <a:pt x="285784" y="689511"/>
                  </a:lnTo>
                  <a:lnTo>
                    <a:pt x="283320" y="689511"/>
                  </a:lnTo>
                  <a:lnTo>
                    <a:pt x="280856" y="689511"/>
                  </a:lnTo>
                  <a:lnTo>
                    <a:pt x="278393" y="689511"/>
                  </a:lnTo>
                  <a:lnTo>
                    <a:pt x="275929" y="689511"/>
                  </a:lnTo>
                  <a:lnTo>
                    <a:pt x="273465" y="689511"/>
                  </a:lnTo>
                  <a:lnTo>
                    <a:pt x="271002" y="689511"/>
                  </a:lnTo>
                  <a:lnTo>
                    <a:pt x="268538" y="689511"/>
                  </a:lnTo>
                  <a:lnTo>
                    <a:pt x="266075" y="689511"/>
                  </a:lnTo>
                  <a:lnTo>
                    <a:pt x="263611" y="689511"/>
                  </a:lnTo>
                  <a:lnTo>
                    <a:pt x="261147" y="689511"/>
                  </a:lnTo>
                  <a:lnTo>
                    <a:pt x="258684" y="689511"/>
                  </a:lnTo>
                  <a:lnTo>
                    <a:pt x="256220" y="689511"/>
                  </a:lnTo>
                  <a:lnTo>
                    <a:pt x="253756" y="689511"/>
                  </a:lnTo>
                  <a:lnTo>
                    <a:pt x="251293" y="689511"/>
                  </a:lnTo>
                  <a:lnTo>
                    <a:pt x="248829" y="689511"/>
                  </a:lnTo>
                  <a:lnTo>
                    <a:pt x="246365" y="689511"/>
                  </a:lnTo>
                  <a:lnTo>
                    <a:pt x="243902" y="689511"/>
                  </a:lnTo>
                  <a:lnTo>
                    <a:pt x="241438" y="689511"/>
                  </a:lnTo>
                  <a:lnTo>
                    <a:pt x="238974" y="689511"/>
                  </a:lnTo>
                  <a:lnTo>
                    <a:pt x="236511" y="689511"/>
                  </a:lnTo>
                  <a:lnTo>
                    <a:pt x="234047" y="689511"/>
                  </a:lnTo>
                  <a:lnTo>
                    <a:pt x="231583" y="689511"/>
                  </a:lnTo>
                  <a:lnTo>
                    <a:pt x="229120" y="689511"/>
                  </a:lnTo>
                  <a:lnTo>
                    <a:pt x="226656" y="689511"/>
                  </a:lnTo>
                  <a:lnTo>
                    <a:pt x="224192" y="689511"/>
                  </a:lnTo>
                  <a:lnTo>
                    <a:pt x="221729" y="689511"/>
                  </a:lnTo>
                  <a:lnTo>
                    <a:pt x="219265" y="689511"/>
                  </a:lnTo>
                  <a:lnTo>
                    <a:pt x="216801" y="689511"/>
                  </a:lnTo>
                  <a:lnTo>
                    <a:pt x="214338" y="689511"/>
                  </a:lnTo>
                  <a:lnTo>
                    <a:pt x="211874" y="689511"/>
                  </a:lnTo>
                  <a:lnTo>
                    <a:pt x="209410" y="689511"/>
                  </a:lnTo>
                  <a:lnTo>
                    <a:pt x="206947" y="689511"/>
                  </a:lnTo>
                  <a:lnTo>
                    <a:pt x="204483" y="689511"/>
                  </a:lnTo>
                  <a:lnTo>
                    <a:pt x="202019" y="689511"/>
                  </a:lnTo>
                  <a:lnTo>
                    <a:pt x="199556" y="689511"/>
                  </a:lnTo>
                  <a:lnTo>
                    <a:pt x="197092" y="689511"/>
                  </a:lnTo>
                  <a:lnTo>
                    <a:pt x="194628" y="689511"/>
                  </a:lnTo>
                  <a:lnTo>
                    <a:pt x="192165" y="689511"/>
                  </a:lnTo>
                  <a:lnTo>
                    <a:pt x="189701" y="689511"/>
                  </a:lnTo>
                  <a:lnTo>
                    <a:pt x="187237" y="689511"/>
                  </a:lnTo>
                  <a:lnTo>
                    <a:pt x="184774" y="689511"/>
                  </a:lnTo>
                  <a:lnTo>
                    <a:pt x="182310" y="689511"/>
                  </a:lnTo>
                  <a:lnTo>
                    <a:pt x="179847" y="689511"/>
                  </a:lnTo>
                  <a:lnTo>
                    <a:pt x="177383" y="689511"/>
                  </a:lnTo>
                  <a:lnTo>
                    <a:pt x="174919" y="689511"/>
                  </a:lnTo>
                  <a:lnTo>
                    <a:pt x="172456" y="689511"/>
                  </a:lnTo>
                  <a:lnTo>
                    <a:pt x="169992" y="689511"/>
                  </a:lnTo>
                  <a:lnTo>
                    <a:pt x="167528" y="689511"/>
                  </a:lnTo>
                  <a:lnTo>
                    <a:pt x="165065" y="689511"/>
                  </a:lnTo>
                  <a:lnTo>
                    <a:pt x="162601" y="689511"/>
                  </a:lnTo>
                  <a:lnTo>
                    <a:pt x="160137" y="689511"/>
                  </a:lnTo>
                  <a:lnTo>
                    <a:pt x="157674" y="689511"/>
                  </a:lnTo>
                  <a:lnTo>
                    <a:pt x="155210" y="689511"/>
                  </a:lnTo>
                  <a:lnTo>
                    <a:pt x="152746" y="689511"/>
                  </a:lnTo>
                  <a:lnTo>
                    <a:pt x="150283" y="689511"/>
                  </a:lnTo>
                  <a:lnTo>
                    <a:pt x="147819" y="689511"/>
                  </a:lnTo>
                  <a:lnTo>
                    <a:pt x="145355" y="689511"/>
                  </a:lnTo>
                  <a:lnTo>
                    <a:pt x="142892" y="689511"/>
                  </a:lnTo>
                  <a:lnTo>
                    <a:pt x="140428" y="689511"/>
                  </a:lnTo>
                  <a:lnTo>
                    <a:pt x="137964" y="689511"/>
                  </a:lnTo>
                  <a:lnTo>
                    <a:pt x="135501" y="689511"/>
                  </a:lnTo>
                  <a:lnTo>
                    <a:pt x="133037" y="689511"/>
                  </a:lnTo>
                  <a:lnTo>
                    <a:pt x="130573" y="689511"/>
                  </a:lnTo>
                  <a:lnTo>
                    <a:pt x="128110" y="689511"/>
                  </a:lnTo>
                  <a:lnTo>
                    <a:pt x="125646" y="689511"/>
                  </a:lnTo>
                  <a:lnTo>
                    <a:pt x="123182" y="689511"/>
                  </a:lnTo>
                  <a:lnTo>
                    <a:pt x="120719" y="689511"/>
                  </a:lnTo>
                  <a:lnTo>
                    <a:pt x="118255" y="689511"/>
                  </a:lnTo>
                  <a:lnTo>
                    <a:pt x="115791" y="689511"/>
                  </a:lnTo>
                  <a:lnTo>
                    <a:pt x="113328" y="689511"/>
                  </a:lnTo>
                  <a:lnTo>
                    <a:pt x="110864" y="689511"/>
                  </a:lnTo>
                  <a:lnTo>
                    <a:pt x="108400" y="689511"/>
                  </a:lnTo>
                  <a:lnTo>
                    <a:pt x="105937" y="689511"/>
                  </a:lnTo>
                  <a:lnTo>
                    <a:pt x="103473" y="689511"/>
                  </a:lnTo>
                  <a:lnTo>
                    <a:pt x="101009" y="689511"/>
                  </a:lnTo>
                  <a:lnTo>
                    <a:pt x="98546" y="689511"/>
                  </a:lnTo>
                  <a:lnTo>
                    <a:pt x="96082" y="689511"/>
                  </a:lnTo>
                  <a:lnTo>
                    <a:pt x="93618" y="689511"/>
                  </a:lnTo>
                  <a:lnTo>
                    <a:pt x="91155" y="689511"/>
                  </a:lnTo>
                  <a:lnTo>
                    <a:pt x="88691" y="689511"/>
                  </a:lnTo>
                  <a:lnTo>
                    <a:pt x="86228" y="689511"/>
                  </a:lnTo>
                  <a:lnTo>
                    <a:pt x="83764" y="689511"/>
                  </a:lnTo>
                  <a:lnTo>
                    <a:pt x="81300" y="689511"/>
                  </a:lnTo>
                  <a:lnTo>
                    <a:pt x="78837" y="689511"/>
                  </a:lnTo>
                  <a:lnTo>
                    <a:pt x="76373" y="689511"/>
                  </a:lnTo>
                  <a:lnTo>
                    <a:pt x="73909" y="689511"/>
                  </a:lnTo>
                  <a:lnTo>
                    <a:pt x="71446" y="689511"/>
                  </a:lnTo>
                  <a:lnTo>
                    <a:pt x="68982" y="689511"/>
                  </a:lnTo>
                  <a:lnTo>
                    <a:pt x="66518" y="689511"/>
                  </a:lnTo>
                  <a:lnTo>
                    <a:pt x="64055" y="689511"/>
                  </a:lnTo>
                  <a:lnTo>
                    <a:pt x="61591" y="689511"/>
                  </a:lnTo>
                  <a:lnTo>
                    <a:pt x="59127" y="689511"/>
                  </a:lnTo>
                  <a:lnTo>
                    <a:pt x="56664" y="689511"/>
                  </a:lnTo>
                  <a:lnTo>
                    <a:pt x="54200" y="689511"/>
                  </a:lnTo>
                  <a:lnTo>
                    <a:pt x="51736" y="689511"/>
                  </a:lnTo>
                  <a:lnTo>
                    <a:pt x="49273" y="689511"/>
                  </a:lnTo>
                  <a:lnTo>
                    <a:pt x="46809" y="689511"/>
                  </a:lnTo>
                  <a:lnTo>
                    <a:pt x="44345" y="689511"/>
                  </a:lnTo>
                  <a:lnTo>
                    <a:pt x="41882" y="689511"/>
                  </a:lnTo>
                  <a:lnTo>
                    <a:pt x="39418" y="689511"/>
                  </a:lnTo>
                  <a:lnTo>
                    <a:pt x="36954" y="689511"/>
                  </a:lnTo>
                  <a:lnTo>
                    <a:pt x="34491" y="689511"/>
                  </a:lnTo>
                  <a:lnTo>
                    <a:pt x="32027" y="689511"/>
                  </a:lnTo>
                  <a:lnTo>
                    <a:pt x="29563" y="689511"/>
                  </a:lnTo>
                  <a:lnTo>
                    <a:pt x="27100" y="689511"/>
                  </a:lnTo>
                  <a:lnTo>
                    <a:pt x="24636" y="689511"/>
                  </a:lnTo>
                  <a:lnTo>
                    <a:pt x="22172" y="689511"/>
                  </a:lnTo>
                  <a:lnTo>
                    <a:pt x="19709" y="689511"/>
                  </a:lnTo>
                  <a:lnTo>
                    <a:pt x="17245" y="689511"/>
                  </a:lnTo>
                  <a:lnTo>
                    <a:pt x="14781" y="689511"/>
                  </a:lnTo>
                  <a:lnTo>
                    <a:pt x="12318" y="689511"/>
                  </a:lnTo>
                  <a:lnTo>
                    <a:pt x="9854" y="689511"/>
                  </a:lnTo>
                  <a:lnTo>
                    <a:pt x="7390" y="689511"/>
                  </a:lnTo>
                  <a:lnTo>
                    <a:pt x="4927" y="689511"/>
                  </a:lnTo>
                  <a:lnTo>
                    <a:pt x="2463" y="68951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5481616" y="3450330"/>
              <a:ext cx="1258929" cy="689428"/>
            </a:xfrm>
            <a:custGeom>
              <a:avLst/>
              <a:pathLst>
                <a:path w="1258929" h="689428">
                  <a:moveTo>
                    <a:pt x="0" y="689428"/>
                  </a:moveTo>
                  <a:lnTo>
                    <a:pt x="2463" y="689407"/>
                  </a:lnTo>
                  <a:lnTo>
                    <a:pt x="4927" y="689381"/>
                  </a:lnTo>
                  <a:lnTo>
                    <a:pt x="7390" y="689349"/>
                  </a:lnTo>
                  <a:lnTo>
                    <a:pt x="9854" y="689308"/>
                  </a:lnTo>
                  <a:lnTo>
                    <a:pt x="12318" y="689259"/>
                  </a:lnTo>
                  <a:lnTo>
                    <a:pt x="14781" y="689201"/>
                  </a:lnTo>
                  <a:lnTo>
                    <a:pt x="17245" y="689131"/>
                  </a:lnTo>
                  <a:lnTo>
                    <a:pt x="19709" y="689049"/>
                  </a:lnTo>
                  <a:lnTo>
                    <a:pt x="22172" y="688946"/>
                  </a:lnTo>
                  <a:lnTo>
                    <a:pt x="24636" y="688825"/>
                  </a:lnTo>
                  <a:lnTo>
                    <a:pt x="27100" y="688683"/>
                  </a:lnTo>
                  <a:lnTo>
                    <a:pt x="29563" y="688518"/>
                  </a:lnTo>
                  <a:lnTo>
                    <a:pt x="32027" y="688326"/>
                  </a:lnTo>
                  <a:lnTo>
                    <a:pt x="34491" y="688097"/>
                  </a:lnTo>
                  <a:lnTo>
                    <a:pt x="36954" y="687830"/>
                  </a:lnTo>
                  <a:lnTo>
                    <a:pt x="39418" y="687523"/>
                  </a:lnTo>
                  <a:lnTo>
                    <a:pt x="41882" y="687173"/>
                  </a:lnTo>
                  <a:lnTo>
                    <a:pt x="44345" y="686775"/>
                  </a:lnTo>
                  <a:lnTo>
                    <a:pt x="46809" y="686319"/>
                  </a:lnTo>
                  <a:lnTo>
                    <a:pt x="49273" y="685792"/>
                  </a:lnTo>
                  <a:lnTo>
                    <a:pt x="51736" y="685200"/>
                  </a:lnTo>
                  <a:lnTo>
                    <a:pt x="54200" y="684539"/>
                  </a:lnTo>
                  <a:lnTo>
                    <a:pt x="56664" y="683802"/>
                  </a:lnTo>
                  <a:lnTo>
                    <a:pt x="59127" y="682986"/>
                  </a:lnTo>
                  <a:lnTo>
                    <a:pt x="61591" y="682061"/>
                  </a:lnTo>
                  <a:lnTo>
                    <a:pt x="64055" y="681041"/>
                  </a:lnTo>
                  <a:lnTo>
                    <a:pt x="66518" y="679925"/>
                  </a:lnTo>
                  <a:lnTo>
                    <a:pt x="68982" y="678710"/>
                  </a:lnTo>
                  <a:lnTo>
                    <a:pt x="71446" y="677390"/>
                  </a:lnTo>
                  <a:lnTo>
                    <a:pt x="73909" y="675947"/>
                  </a:lnTo>
                  <a:lnTo>
                    <a:pt x="76373" y="674379"/>
                  </a:lnTo>
                  <a:lnTo>
                    <a:pt x="78837" y="672701"/>
                  </a:lnTo>
                  <a:lnTo>
                    <a:pt x="81300" y="670910"/>
                  </a:lnTo>
                  <a:lnTo>
                    <a:pt x="83764" y="669009"/>
                  </a:lnTo>
                  <a:lnTo>
                    <a:pt x="86228" y="666994"/>
                  </a:lnTo>
                  <a:lnTo>
                    <a:pt x="88691" y="664845"/>
                  </a:lnTo>
                  <a:lnTo>
                    <a:pt x="91155" y="662597"/>
                  </a:lnTo>
                  <a:lnTo>
                    <a:pt x="93618" y="660252"/>
                  </a:lnTo>
                  <a:lnTo>
                    <a:pt x="96082" y="657819"/>
                  </a:lnTo>
                  <a:lnTo>
                    <a:pt x="98546" y="655302"/>
                  </a:lnTo>
                  <a:lnTo>
                    <a:pt x="101009" y="652698"/>
                  </a:lnTo>
                  <a:lnTo>
                    <a:pt x="103473" y="650033"/>
                  </a:lnTo>
                  <a:lnTo>
                    <a:pt x="105937" y="647321"/>
                  </a:lnTo>
                  <a:lnTo>
                    <a:pt x="108400" y="644575"/>
                  </a:lnTo>
                  <a:lnTo>
                    <a:pt x="110864" y="641807"/>
                  </a:lnTo>
                  <a:lnTo>
                    <a:pt x="113328" y="639030"/>
                  </a:lnTo>
                  <a:lnTo>
                    <a:pt x="115791" y="636267"/>
                  </a:lnTo>
                  <a:lnTo>
                    <a:pt x="118255" y="633534"/>
                  </a:lnTo>
                  <a:lnTo>
                    <a:pt x="120719" y="630843"/>
                  </a:lnTo>
                  <a:lnTo>
                    <a:pt x="123182" y="628209"/>
                  </a:lnTo>
                  <a:lnTo>
                    <a:pt x="125646" y="625646"/>
                  </a:lnTo>
                  <a:lnTo>
                    <a:pt x="128110" y="623197"/>
                  </a:lnTo>
                  <a:lnTo>
                    <a:pt x="130573" y="620853"/>
                  </a:lnTo>
                  <a:lnTo>
                    <a:pt x="133037" y="618624"/>
                  </a:lnTo>
                  <a:lnTo>
                    <a:pt x="135501" y="616521"/>
                  </a:lnTo>
                  <a:lnTo>
                    <a:pt x="137964" y="614552"/>
                  </a:lnTo>
                  <a:lnTo>
                    <a:pt x="140428" y="612751"/>
                  </a:lnTo>
                  <a:lnTo>
                    <a:pt x="142892" y="611115"/>
                  </a:lnTo>
                  <a:lnTo>
                    <a:pt x="145355" y="609630"/>
                  </a:lnTo>
                  <a:lnTo>
                    <a:pt x="147819" y="608296"/>
                  </a:lnTo>
                  <a:lnTo>
                    <a:pt x="150283" y="607113"/>
                  </a:lnTo>
                  <a:lnTo>
                    <a:pt x="152746" y="606087"/>
                  </a:lnTo>
                  <a:lnTo>
                    <a:pt x="155210" y="605230"/>
                  </a:lnTo>
                  <a:lnTo>
                    <a:pt x="157674" y="604502"/>
                  </a:lnTo>
                  <a:lnTo>
                    <a:pt x="160137" y="603892"/>
                  </a:lnTo>
                  <a:lnTo>
                    <a:pt x="162601" y="603389"/>
                  </a:lnTo>
                  <a:lnTo>
                    <a:pt x="165065" y="602981"/>
                  </a:lnTo>
                  <a:lnTo>
                    <a:pt x="167528" y="602668"/>
                  </a:lnTo>
                  <a:lnTo>
                    <a:pt x="169992" y="602410"/>
                  </a:lnTo>
                  <a:lnTo>
                    <a:pt x="172456" y="602189"/>
                  </a:lnTo>
                  <a:lnTo>
                    <a:pt x="174919" y="601988"/>
                  </a:lnTo>
                  <a:lnTo>
                    <a:pt x="177383" y="601790"/>
                  </a:lnTo>
                  <a:lnTo>
                    <a:pt x="179847" y="601572"/>
                  </a:lnTo>
                  <a:lnTo>
                    <a:pt x="182310" y="601307"/>
                  </a:lnTo>
                  <a:lnTo>
                    <a:pt x="184774" y="600981"/>
                  </a:lnTo>
                  <a:lnTo>
                    <a:pt x="187237" y="600578"/>
                  </a:lnTo>
                  <a:lnTo>
                    <a:pt x="189701" y="600086"/>
                  </a:lnTo>
                  <a:lnTo>
                    <a:pt x="192165" y="599485"/>
                  </a:lnTo>
                  <a:lnTo>
                    <a:pt x="194628" y="598729"/>
                  </a:lnTo>
                  <a:lnTo>
                    <a:pt x="197092" y="597837"/>
                  </a:lnTo>
                  <a:lnTo>
                    <a:pt x="199556" y="596800"/>
                  </a:lnTo>
                  <a:lnTo>
                    <a:pt x="202019" y="595610"/>
                  </a:lnTo>
                  <a:lnTo>
                    <a:pt x="204483" y="594262"/>
                  </a:lnTo>
                  <a:lnTo>
                    <a:pt x="206947" y="592714"/>
                  </a:lnTo>
                  <a:lnTo>
                    <a:pt x="209410" y="590987"/>
                  </a:lnTo>
                  <a:lnTo>
                    <a:pt x="211874" y="589092"/>
                  </a:lnTo>
                  <a:lnTo>
                    <a:pt x="214338" y="587032"/>
                  </a:lnTo>
                  <a:lnTo>
                    <a:pt x="216801" y="584809"/>
                  </a:lnTo>
                  <a:lnTo>
                    <a:pt x="219265" y="582413"/>
                  </a:lnTo>
                  <a:lnTo>
                    <a:pt x="221729" y="579839"/>
                  </a:lnTo>
                  <a:lnTo>
                    <a:pt x="224192" y="577127"/>
                  </a:lnTo>
                  <a:lnTo>
                    <a:pt x="226656" y="574286"/>
                  </a:lnTo>
                  <a:lnTo>
                    <a:pt x="229120" y="571326"/>
                  </a:lnTo>
                  <a:lnTo>
                    <a:pt x="231583" y="568258"/>
                  </a:lnTo>
                  <a:lnTo>
                    <a:pt x="234047" y="565076"/>
                  </a:lnTo>
                  <a:lnTo>
                    <a:pt x="236511" y="561822"/>
                  </a:lnTo>
                  <a:lnTo>
                    <a:pt x="238974" y="558513"/>
                  </a:lnTo>
                  <a:lnTo>
                    <a:pt x="241438" y="555164"/>
                  </a:lnTo>
                  <a:lnTo>
                    <a:pt x="243902" y="551790"/>
                  </a:lnTo>
                  <a:lnTo>
                    <a:pt x="246365" y="548408"/>
                  </a:lnTo>
                  <a:lnTo>
                    <a:pt x="248829" y="545046"/>
                  </a:lnTo>
                  <a:lnTo>
                    <a:pt x="251293" y="541718"/>
                  </a:lnTo>
                  <a:lnTo>
                    <a:pt x="253756" y="538440"/>
                  </a:lnTo>
                  <a:lnTo>
                    <a:pt x="256220" y="535226"/>
                  </a:lnTo>
                  <a:lnTo>
                    <a:pt x="258684" y="532097"/>
                  </a:lnTo>
                  <a:lnTo>
                    <a:pt x="261147" y="529089"/>
                  </a:lnTo>
                  <a:lnTo>
                    <a:pt x="263611" y="526194"/>
                  </a:lnTo>
                  <a:lnTo>
                    <a:pt x="266075" y="523423"/>
                  </a:lnTo>
                  <a:lnTo>
                    <a:pt x="268538" y="520784"/>
                  </a:lnTo>
                  <a:lnTo>
                    <a:pt x="271002" y="518286"/>
                  </a:lnTo>
                  <a:lnTo>
                    <a:pt x="273465" y="515971"/>
                  </a:lnTo>
                  <a:lnTo>
                    <a:pt x="275929" y="513817"/>
                  </a:lnTo>
                  <a:lnTo>
                    <a:pt x="278393" y="511819"/>
                  </a:lnTo>
                  <a:lnTo>
                    <a:pt x="280856" y="509974"/>
                  </a:lnTo>
                  <a:lnTo>
                    <a:pt x="283320" y="508282"/>
                  </a:lnTo>
                  <a:lnTo>
                    <a:pt x="285784" y="506757"/>
                  </a:lnTo>
                  <a:lnTo>
                    <a:pt x="288247" y="505396"/>
                  </a:lnTo>
                  <a:lnTo>
                    <a:pt x="290711" y="504163"/>
                  </a:lnTo>
                  <a:lnTo>
                    <a:pt x="293175" y="503049"/>
                  </a:lnTo>
                  <a:lnTo>
                    <a:pt x="295638" y="502042"/>
                  </a:lnTo>
                  <a:lnTo>
                    <a:pt x="298102" y="501129"/>
                  </a:lnTo>
                  <a:lnTo>
                    <a:pt x="300566" y="500306"/>
                  </a:lnTo>
                  <a:lnTo>
                    <a:pt x="303029" y="499530"/>
                  </a:lnTo>
                  <a:lnTo>
                    <a:pt x="305493" y="498779"/>
                  </a:lnTo>
                  <a:lnTo>
                    <a:pt x="307957" y="498033"/>
                  </a:lnTo>
                  <a:lnTo>
                    <a:pt x="310420" y="497270"/>
                  </a:lnTo>
                  <a:lnTo>
                    <a:pt x="312884" y="496449"/>
                  </a:lnTo>
                  <a:lnTo>
                    <a:pt x="315348" y="495535"/>
                  </a:lnTo>
                  <a:lnTo>
                    <a:pt x="317811" y="494506"/>
                  </a:lnTo>
                  <a:lnTo>
                    <a:pt x="320275" y="493331"/>
                  </a:lnTo>
                  <a:lnTo>
                    <a:pt x="322739" y="491983"/>
                  </a:lnTo>
                  <a:lnTo>
                    <a:pt x="325202" y="490408"/>
                  </a:lnTo>
                  <a:lnTo>
                    <a:pt x="327666" y="488527"/>
                  </a:lnTo>
                  <a:lnTo>
                    <a:pt x="330130" y="486349"/>
                  </a:lnTo>
                  <a:lnTo>
                    <a:pt x="332593" y="483842"/>
                  </a:lnTo>
                  <a:lnTo>
                    <a:pt x="335057" y="480971"/>
                  </a:lnTo>
                  <a:lnTo>
                    <a:pt x="337521" y="477703"/>
                  </a:lnTo>
                  <a:lnTo>
                    <a:pt x="339984" y="473871"/>
                  </a:lnTo>
                  <a:lnTo>
                    <a:pt x="342448" y="469533"/>
                  </a:lnTo>
                  <a:lnTo>
                    <a:pt x="344912" y="464668"/>
                  </a:lnTo>
                  <a:lnTo>
                    <a:pt x="347375" y="459245"/>
                  </a:lnTo>
                  <a:lnTo>
                    <a:pt x="349839" y="453232"/>
                  </a:lnTo>
                  <a:lnTo>
                    <a:pt x="352303" y="446497"/>
                  </a:lnTo>
                  <a:lnTo>
                    <a:pt x="354766" y="439006"/>
                  </a:lnTo>
                  <a:lnTo>
                    <a:pt x="357230" y="430825"/>
                  </a:lnTo>
                  <a:lnTo>
                    <a:pt x="359694" y="421934"/>
                  </a:lnTo>
                  <a:lnTo>
                    <a:pt x="362157" y="412317"/>
                  </a:lnTo>
                  <a:lnTo>
                    <a:pt x="364621" y="401929"/>
                  </a:lnTo>
                  <a:lnTo>
                    <a:pt x="367084" y="390601"/>
                  </a:lnTo>
                  <a:lnTo>
                    <a:pt x="369548" y="378522"/>
                  </a:lnTo>
                  <a:lnTo>
                    <a:pt x="372012" y="365701"/>
                  </a:lnTo>
                  <a:lnTo>
                    <a:pt x="374475" y="352150"/>
                  </a:lnTo>
                  <a:lnTo>
                    <a:pt x="376939" y="337887"/>
                  </a:lnTo>
                  <a:lnTo>
                    <a:pt x="379403" y="322794"/>
                  </a:lnTo>
                  <a:lnTo>
                    <a:pt x="381866" y="307031"/>
                  </a:lnTo>
                  <a:lnTo>
                    <a:pt x="384330" y="290693"/>
                  </a:lnTo>
                  <a:lnTo>
                    <a:pt x="386794" y="273837"/>
                  </a:lnTo>
                  <a:lnTo>
                    <a:pt x="389257" y="256523"/>
                  </a:lnTo>
                  <a:lnTo>
                    <a:pt x="391721" y="238789"/>
                  </a:lnTo>
                  <a:lnTo>
                    <a:pt x="394185" y="220742"/>
                  </a:lnTo>
                  <a:lnTo>
                    <a:pt x="396648" y="202547"/>
                  </a:lnTo>
                  <a:lnTo>
                    <a:pt x="399112" y="184302"/>
                  </a:lnTo>
                  <a:lnTo>
                    <a:pt x="401576" y="166112"/>
                  </a:lnTo>
                  <a:lnTo>
                    <a:pt x="404039" y="148086"/>
                  </a:lnTo>
                  <a:lnTo>
                    <a:pt x="406503" y="130487"/>
                  </a:lnTo>
                  <a:lnTo>
                    <a:pt x="408967" y="113392"/>
                  </a:lnTo>
                  <a:lnTo>
                    <a:pt x="411430" y="96927"/>
                  </a:lnTo>
                  <a:lnTo>
                    <a:pt x="413894" y="81219"/>
                  </a:lnTo>
                  <a:lnTo>
                    <a:pt x="416358" y="66394"/>
                  </a:lnTo>
                  <a:lnTo>
                    <a:pt x="418821" y="52798"/>
                  </a:lnTo>
                  <a:lnTo>
                    <a:pt x="421285" y="40556"/>
                  </a:lnTo>
                  <a:lnTo>
                    <a:pt x="423749" y="29662"/>
                  </a:lnTo>
                  <a:lnTo>
                    <a:pt x="426212" y="20224"/>
                  </a:lnTo>
                  <a:lnTo>
                    <a:pt x="428676" y="12341"/>
                  </a:lnTo>
                  <a:lnTo>
                    <a:pt x="431140" y="6230"/>
                  </a:lnTo>
                  <a:lnTo>
                    <a:pt x="433603" y="2290"/>
                  </a:lnTo>
                  <a:lnTo>
                    <a:pt x="436067" y="199"/>
                  </a:lnTo>
                  <a:lnTo>
                    <a:pt x="438531" y="0"/>
                  </a:lnTo>
                  <a:lnTo>
                    <a:pt x="440994" y="1724"/>
                  </a:lnTo>
                  <a:lnTo>
                    <a:pt x="443458" y="5393"/>
                  </a:lnTo>
                  <a:lnTo>
                    <a:pt x="445922" y="11492"/>
                  </a:lnTo>
                  <a:lnTo>
                    <a:pt x="448385" y="19588"/>
                  </a:lnTo>
                  <a:lnTo>
                    <a:pt x="450849" y="29550"/>
                  </a:lnTo>
                  <a:lnTo>
                    <a:pt x="453312" y="41321"/>
                  </a:lnTo>
                  <a:lnTo>
                    <a:pt x="455776" y="54832"/>
                  </a:lnTo>
                  <a:lnTo>
                    <a:pt x="458240" y="70210"/>
                  </a:lnTo>
                  <a:lnTo>
                    <a:pt x="460703" y="87320"/>
                  </a:lnTo>
                  <a:lnTo>
                    <a:pt x="463167" y="105784"/>
                  </a:lnTo>
                  <a:lnTo>
                    <a:pt x="465631" y="125478"/>
                  </a:lnTo>
                  <a:lnTo>
                    <a:pt x="468094" y="146268"/>
                  </a:lnTo>
                  <a:lnTo>
                    <a:pt x="470558" y="168035"/>
                  </a:lnTo>
                  <a:lnTo>
                    <a:pt x="473022" y="190754"/>
                  </a:lnTo>
                  <a:lnTo>
                    <a:pt x="475485" y="214020"/>
                  </a:lnTo>
                  <a:lnTo>
                    <a:pt x="477949" y="237685"/>
                  </a:lnTo>
                  <a:lnTo>
                    <a:pt x="480413" y="261605"/>
                  </a:lnTo>
                  <a:lnTo>
                    <a:pt x="482876" y="285638"/>
                  </a:lnTo>
                  <a:lnTo>
                    <a:pt x="485340" y="309592"/>
                  </a:lnTo>
                  <a:lnTo>
                    <a:pt x="487804" y="333278"/>
                  </a:lnTo>
                  <a:lnTo>
                    <a:pt x="490267" y="356586"/>
                  </a:lnTo>
                  <a:lnTo>
                    <a:pt x="492731" y="379407"/>
                  </a:lnTo>
                  <a:lnTo>
                    <a:pt x="495195" y="401641"/>
                  </a:lnTo>
                  <a:lnTo>
                    <a:pt x="497658" y="423121"/>
                  </a:lnTo>
                  <a:lnTo>
                    <a:pt x="500122" y="443643"/>
                  </a:lnTo>
                  <a:lnTo>
                    <a:pt x="502586" y="463291"/>
                  </a:lnTo>
                  <a:lnTo>
                    <a:pt x="505049" y="482017"/>
                  </a:lnTo>
                  <a:lnTo>
                    <a:pt x="507513" y="499782"/>
                  </a:lnTo>
                  <a:lnTo>
                    <a:pt x="509977" y="516556"/>
                  </a:lnTo>
                  <a:lnTo>
                    <a:pt x="512440" y="532034"/>
                  </a:lnTo>
                  <a:lnTo>
                    <a:pt x="514904" y="546475"/>
                  </a:lnTo>
                  <a:lnTo>
                    <a:pt x="517368" y="559904"/>
                  </a:lnTo>
                  <a:lnTo>
                    <a:pt x="519831" y="572335"/>
                  </a:lnTo>
                  <a:lnTo>
                    <a:pt x="522295" y="583788"/>
                  </a:lnTo>
                  <a:lnTo>
                    <a:pt x="524759" y="594140"/>
                  </a:lnTo>
                  <a:lnTo>
                    <a:pt x="527222" y="603477"/>
                  </a:lnTo>
                  <a:lnTo>
                    <a:pt x="529686" y="611962"/>
                  </a:lnTo>
                  <a:lnTo>
                    <a:pt x="532150" y="619638"/>
                  </a:lnTo>
                  <a:lnTo>
                    <a:pt x="534613" y="626548"/>
                  </a:lnTo>
                  <a:lnTo>
                    <a:pt x="537077" y="632704"/>
                  </a:lnTo>
                  <a:lnTo>
                    <a:pt x="539541" y="638050"/>
                  </a:lnTo>
                  <a:lnTo>
                    <a:pt x="542004" y="642808"/>
                  </a:lnTo>
                  <a:lnTo>
                    <a:pt x="544468" y="647023"/>
                  </a:lnTo>
                  <a:lnTo>
                    <a:pt x="546931" y="650741"/>
                  </a:lnTo>
                  <a:lnTo>
                    <a:pt x="549395" y="654004"/>
                  </a:lnTo>
                  <a:lnTo>
                    <a:pt x="551859" y="656776"/>
                  </a:lnTo>
                  <a:lnTo>
                    <a:pt x="554322" y="659181"/>
                  </a:lnTo>
                  <a:lnTo>
                    <a:pt x="556786" y="661281"/>
                  </a:lnTo>
                  <a:lnTo>
                    <a:pt x="559250" y="663108"/>
                  </a:lnTo>
                  <a:lnTo>
                    <a:pt x="561713" y="664692"/>
                  </a:lnTo>
                  <a:lnTo>
                    <a:pt x="564177" y="666042"/>
                  </a:lnTo>
                  <a:lnTo>
                    <a:pt x="566641" y="667187"/>
                  </a:lnTo>
                  <a:lnTo>
                    <a:pt x="569104" y="668184"/>
                  </a:lnTo>
                  <a:lnTo>
                    <a:pt x="571568" y="669052"/>
                  </a:lnTo>
                  <a:lnTo>
                    <a:pt x="574032" y="669808"/>
                  </a:lnTo>
                  <a:lnTo>
                    <a:pt x="576495" y="670466"/>
                  </a:lnTo>
                  <a:lnTo>
                    <a:pt x="578959" y="671021"/>
                  </a:lnTo>
                  <a:lnTo>
                    <a:pt x="581423" y="671510"/>
                  </a:lnTo>
                  <a:lnTo>
                    <a:pt x="583886" y="671942"/>
                  </a:lnTo>
                  <a:lnTo>
                    <a:pt x="586350" y="672323"/>
                  </a:lnTo>
                  <a:lnTo>
                    <a:pt x="588814" y="672660"/>
                  </a:lnTo>
                  <a:lnTo>
                    <a:pt x="591277" y="672950"/>
                  </a:lnTo>
                  <a:lnTo>
                    <a:pt x="593741" y="673202"/>
                  </a:lnTo>
                  <a:lnTo>
                    <a:pt x="596205" y="673423"/>
                  </a:lnTo>
                  <a:lnTo>
                    <a:pt x="598668" y="673616"/>
                  </a:lnTo>
                  <a:lnTo>
                    <a:pt x="601132" y="673781"/>
                  </a:lnTo>
                  <a:lnTo>
                    <a:pt x="603596" y="673918"/>
                  </a:lnTo>
                  <a:lnTo>
                    <a:pt x="606059" y="674025"/>
                  </a:lnTo>
                  <a:lnTo>
                    <a:pt x="608523" y="674109"/>
                  </a:lnTo>
                  <a:lnTo>
                    <a:pt x="610987" y="674171"/>
                  </a:lnTo>
                  <a:lnTo>
                    <a:pt x="613450" y="674210"/>
                  </a:lnTo>
                  <a:lnTo>
                    <a:pt x="615914" y="674229"/>
                  </a:lnTo>
                  <a:lnTo>
                    <a:pt x="618378" y="674222"/>
                  </a:lnTo>
                  <a:lnTo>
                    <a:pt x="620841" y="674196"/>
                  </a:lnTo>
                  <a:lnTo>
                    <a:pt x="623305" y="674152"/>
                  </a:lnTo>
                  <a:lnTo>
                    <a:pt x="625769" y="674091"/>
                  </a:lnTo>
                  <a:lnTo>
                    <a:pt x="628232" y="674014"/>
                  </a:lnTo>
                  <a:lnTo>
                    <a:pt x="630696" y="673921"/>
                  </a:lnTo>
                  <a:lnTo>
                    <a:pt x="633159" y="673813"/>
                  </a:lnTo>
                  <a:lnTo>
                    <a:pt x="635623" y="673694"/>
                  </a:lnTo>
                  <a:lnTo>
                    <a:pt x="638087" y="673565"/>
                  </a:lnTo>
                  <a:lnTo>
                    <a:pt x="640550" y="673427"/>
                  </a:lnTo>
                  <a:lnTo>
                    <a:pt x="643014" y="673280"/>
                  </a:lnTo>
                  <a:lnTo>
                    <a:pt x="645478" y="673126"/>
                  </a:lnTo>
                  <a:lnTo>
                    <a:pt x="647941" y="672966"/>
                  </a:lnTo>
                  <a:lnTo>
                    <a:pt x="650405" y="672802"/>
                  </a:lnTo>
                  <a:lnTo>
                    <a:pt x="652869" y="672634"/>
                  </a:lnTo>
                  <a:lnTo>
                    <a:pt x="655332" y="672463"/>
                  </a:lnTo>
                  <a:lnTo>
                    <a:pt x="657796" y="672289"/>
                  </a:lnTo>
                  <a:lnTo>
                    <a:pt x="660260" y="672112"/>
                  </a:lnTo>
                  <a:lnTo>
                    <a:pt x="662723" y="671933"/>
                  </a:lnTo>
                  <a:lnTo>
                    <a:pt x="665187" y="671751"/>
                  </a:lnTo>
                  <a:lnTo>
                    <a:pt x="667651" y="671566"/>
                  </a:lnTo>
                  <a:lnTo>
                    <a:pt x="670114" y="671379"/>
                  </a:lnTo>
                  <a:lnTo>
                    <a:pt x="672578" y="671187"/>
                  </a:lnTo>
                  <a:lnTo>
                    <a:pt x="675042" y="670992"/>
                  </a:lnTo>
                  <a:lnTo>
                    <a:pt x="677505" y="670792"/>
                  </a:lnTo>
                  <a:lnTo>
                    <a:pt x="679969" y="670587"/>
                  </a:lnTo>
                  <a:lnTo>
                    <a:pt x="682433" y="670378"/>
                  </a:lnTo>
                  <a:lnTo>
                    <a:pt x="684896" y="670161"/>
                  </a:lnTo>
                  <a:lnTo>
                    <a:pt x="687360" y="669939"/>
                  </a:lnTo>
                  <a:lnTo>
                    <a:pt x="689824" y="669710"/>
                  </a:lnTo>
                  <a:lnTo>
                    <a:pt x="692287" y="669475"/>
                  </a:lnTo>
                  <a:lnTo>
                    <a:pt x="694751" y="669233"/>
                  </a:lnTo>
                  <a:lnTo>
                    <a:pt x="697215" y="668985"/>
                  </a:lnTo>
                  <a:lnTo>
                    <a:pt x="699678" y="668730"/>
                  </a:lnTo>
                  <a:lnTo>
                    <a:pt x="702142" y="668469"/>
                  </a:lnTo>
                  <a:lnTo>
                    <a:pt x="704606" y="668204"/>
                  </a:lnTo>
                  <a:lnTo>
                    <a:pt x="707069" y="667934"/>
                  </a:lnTo>
                  <a:lnTo>
                    <a:pt x="709533" y="667660"/>
                  </a:lnTo>
                  <a:lnTo>
                    <a:pt x="711997" y="667382"/>
                  </a:lnTo>
                  <a:lnTo>
                    <a:pt x="714460" y="667102"/>
                  </a:lnTo>
                  <a:lnTo>
                    <a:pt x="716924" y="666820"/>
                  </a:lnTo>
                  <a:lnTo>
                    <a:pt x="719388" y="666537"/>
                  </a:lnTo>
                  <a:lnTo>
                    <a:pt x="721851" y="666253"/>
                  </a:lnTo>
                  <a:lnTo>
                    <a:pt x="724315" y="665970"/>
                  </a:lnTo>
                  <a:lnTo>
                    <a:pt x="726778" y="665687"/>
                  </a:lnTo>
                  <a:lnTo>
                    <a:pt x="729242" y="665405"/>
                  </a:lnTo>
                  <a:lnTo>
                    <a:pt x="731706" y="665124"/>
                  </a:lnTo>
                  <a:lnTo>
                    <a:pt x="734169" y="664845"/>
                  </a:lnTo>
                  <a:lnTo>
                    <a:pt x="736633" y="664567"/>
                  </a:lnTo>
                  <a:lnTo>
                    <a:pt x="739097" y="664290"/>
                  </a:lnTo>
                  <a:lnTo>
                    <a:pt x="741560" y="664015"/>
                  </a:lnTo>
                  <a:lnTo>
                    <a:pt x="744024" y="663740"/>
                  </a:lnTo>
                  <a:lnTo>
                    <a:pt x="746488" y="663465"/>
                  </a:lnTo>
                  <a:lnTo>
                    <a:pt x="748951" y="663190"/>
                  </a:lnTo>
                  <a:lnTo>
                    <a:pt x="751415" y="662913"/>
                  </a:lnTo>
                  <a:lnTo>
                    <a:pt x="753879" y="662635"/>
                  </a:lnTo>
                  <a:lnTo>
                    <a:pt x="756342" y="662353"/>
                  </a:lnTo>
                  <a:lnTo>
                    <a:pt x="758806" y="662068"/>
                  </a:lnTo>
                  <a:lnTo>
                    <a:pt x="761270" y="661778"/>
                  </a:lnTo>
                  <a:lnTo>
                    <a:pt x="763733" y="661481"/>
                  </a:lnTo>
                  <a:lnTo>
                    <a:pt x="766197" y="661175"/>
                  </a:lnTo>
                  <a:lnTo>
                    <a:pt x="768661" y="660859"/>
                  </a:lnTo>
                  <a:lnTo>
                    <a:pt x="771124" y="660532"/>
                  </a:lnTo>
                  <a:lnTo>
                    <a:pt x="773588" y="660192"/>
                  </a:lnTo>
                  <a:lnTo>
                    <a:pt x="776052" y="659835"/>
                  </a:lnTo>
                  <a:lnTo>
                    <a:pt x="778515" y="659456"/>
                  </a:lnTo>
                  <a:lnTo>
                    <a:pt x="780979" y="659054"/>
                  </a:lnTo>
                  <a:lnTo>
                    <a:pt x="783443" y="658629"/>
                  </a:lnTo>
                  <a:lnTo>
                    <a:pt x="785906" y="658175"/>
                  </a:lnTo>
                  <a:lnTo>
                    <a:pt x="788370" y="657691"/>
                  </a:lnTo>
                  <a:lnTo>
                    <a:pt x="790834" y="657162"/>
                  </a:lnTo>
                  <a:lnTo>
                    <a:pt x="793297" y="656591"/>
                  </a:lnTo>
                  <a:lnTo>
                    <a:pt x="795761" y="655975"/>
                  </a:lnTo>
                  <a:lnTo>
                    <a:pt x="798225" y="655310"/>
                  </a:lnTo>
                  <a:lnTo>
                    <a:pt x="800688" y="654592"/>
                  </a:lnTo>
                  <a:lnTo>
                    <a:pt x="803152" y="653807"/>
                  </a:lnTo>
                  <a:lnTo>
                    <a:pt x="805616" y="652950"/>
                  </a:lnTo>
                  <a:lnTo>
                    <a:pt x="808079" y="652023"/>
                  </a:lnTo>
                  <a:lnTo>
                    <a:pt x="810543" y="651023"/>
                  </a:lnTo>
                  <a:lnTo>
                    <a:pt x="813006" y="649947"/>
                  </a:lnTo>
                  <a:lnTo>
                    <a:pt x="815470" y="648787"/>
                  </a:lnTo>
                  <a:lnTo>
                    <a:pt x="817934" y="647521"/>
                  </a:lnTo>
                  <a:lnTo>
                    <a:pt x="820397" y="646165"/>
                  </a:lnTo>
                  <a:lnTo>
                    <a:pt x="822861" y="644719"/>
                  </a:lnTo>
                  <a:lnTo>
                    <a:pt x="825325" y="643180"/>
                  </a:lnTo>
                  <a:lnTo>
                    <a:pt x="827788" y="641547"/>
                  </a:lnTo>
                  <a:lnTo>
                    <a:pt x="830252" y="639798"/>
                  </a:lnTo>
                  <a:lnTo>
                    <a:pt x="832716" y="637947"/>
                  </a:lnTo>
                  <a:lnTo>
                    <a:pt x="835179" y="636002"/>
                  </a:lnTo>
                  <a:lnTo>
                    <a:pt x="837643" y="633965"/>
                  </a:lnTo>
                  <a:lnTo>
                    <a:pt x="840107" y="631838"/>
                  </a:lnTo>
                  <a:lnTo>
                    <a:pt x="842570" y="629614"/>
                  </a:lnTo>
                  <a:lnTo>
                    <a:pt x="845034" y="627292"/>
                  </a:lnTo>
                  <a:lnTo>
                    <a:pt x="847498" y="624894"/>
                  </a:lnTo>
                  <a:lnTo>
                    <a:pt x="849961" y="622424"/>
                  </a:lnTo>
                  <a:lnTo>
                    <a:pt x="852425" y="619887"/>
                  </a:lnTo>
                  <a:lnTo>
                    <a:pt x="854889" y="617289"/>
                  </a:lnTo>
                  <a:lnTo>
                    <a:pt x="857352" y="614624"/>
                  </a:lnTo>
                  <a:lnTo>
                    <a:pt x="859816" y="611917"/>
                  </a:lnTo>
                  <a:lnTo>
                    <a:pt x="862280" y="609174"/>
                  </a:lnTo>
                  <a:lnTo>
                    <a:pt x="864743" y="606404"/>
                  </a:lnTo>
                  <a:lnTo>
                    <a:pt x="867207" y="603613"/>
                  </a:lnTo>
                  <a:lnTo>
                    <a:pt x="869671" y="600811"/>
                  </a:lnTo>
                  <a:lnTo>
                    <a:pt x="872134" y="598010"/>
                  </a:lnTo>
                  <a:lnTo>
                    <a:pt x="874598" y="595220"/>
                  </a:lnTo>
                  <a:lnTo>
                    <a:pt x="877062" y="592449"/>
                  </a:lnTo>
                  <a:lnTo>
                    <a:pt x="879525" y="589705"/>
                  </a:lnTo>
                  <a:lnTo>
                    <a:pt x="881989" y="587001"/>
                  </a:lnTo>
                  <a:lnTo>
                    <a:pt x="884453" y="584356"/>
                  </a:lnTo>
                  <a:lnTo>
                    <a:pt x="886916" y="581770"/>
                  </a:lnTo>
                  <a:lnTo>
                    <a:pt x="889380" y="579251"/>
                  </a:lnTo>
                  <a:lnTo>
                    <a:pt x="891844" y="576807"/>
                  </a:lnTo>
                  <a:lnTo>
                    <a:pt x="894307" y="574445"/>
                  </a:lnTo>
                  <a:lnTo>
                    <a:pt x="896771" y="572201"/>
                  </a:lnTo>
                  <a:lnTo>
                    <a:pt x="899235" y="570063"/>
                  </a:lnTo>
                  <a:lnTo>
                    <a:pt x="901698" y="568034"/>
                  </a:lnTo>
                  <a:lnTo>
                    <a:pt x="904162" y="566121"/>
                  </a:lnTo>
                  <a:lnTo>
                    <a:pt x="906625" y="564329"/>
                  </a:lnTo>
                  <a:lnTo>
                    <a:pt x="909089" y="562681"/>
                  </a:lnTo>
                  <a:lnTo>
                    <a:pt x="911553" y="561187"/>
                  </a:lnTo>
                  <a:lnTo>
                    <a:pt x="914016" y="559827"/>
                  </a:lnTo>
                  <a:lnTo>
                    <a:pt x="916480" y="558605"/>
                  </a:lnTo>
                  <a:lnTo>
                    <a:pt x="918944" y="557521"/>
                  </a:lnTo>
                  <a:lnTo>
                    <a:pt x="921407" y="556580"/>
                  </a:lnTo>
                  <a:lnTo>
                    <a:pt x="923871" y="555811"/>
                  </a:lnTo>
                  <a:lnTo>
                    <a:pt x="926335" y="555174"/>
                  </a:lnTo>
                  <a:lnTo>
                    <a:pt x="928798" y="554666"/>
                  </a:lnTo>
                  <a:lnTo>
                    <a:pt x="931262" y="554280"/>
                  </a:lnTo>
                  <a:lnTo>
                    <a:pt x="933726" y="554012"/>
                  </a:lnTo>
                  <a:lnTo>
                    <a:pt x="936189" y="553874"/>
                  </a:lnTo>
                  <a:lnTo>
                    <a:pt x="938653" y="553842"/>
                  </a:lnTo>
                  <a:lnTo>
                    <a:pt x="941117" y="553896"/>
                  </a:lnTo>
                  <a:lnTo>
                    <a:pt x="943580" y="554027"/>
                  </a:lnTo>
                  <a:lnTo>
                    <a:pt x="946044" y="554227"/>
                  </a:lnTo>
                  <a:lnTo>
                    <a:pt x="948508" y="554489"/>
                  </a:lnTo>
                  <a:lnTo>
                    <a:pt x="950971" y="554804"/>
                  </a:lnTo>
                  <a:lnTo>
                    <a:pt x="953435" y="555151"/>
                  </a:lnTo>
                  <a:lnTo>
                    <a:pt x="955899" y="555522"/>
                  </a:lnTo>
                  <a:lnTo>
                    <a:pt x="958362" y="555910"/>
                  </a:lnTo>
                  <a:lnTo>
                    <a:pt x="960826" y="556307"/>
                  </a:lnTo>
                  <a:lnTo>
                    <a:pt x="963290" y="556709"/>
                  </a:lnTo>
                  <a:lnTo>
                    <a:pt x="965753" y="557108"/>
                  </a:lnTo>
                  <a:lnTo>
                    <a:pt x="968217" y="557504"/>
                  </a:lnTo>
                  <a:lnTo>
                    <a:pt x="970681" y="557896"/>
                  </a:lnTo>
                  <a:lnTo>
                    <a:pt x="973144" y="558285"/>
                  </a:lnTo>
                  <a:lnTo>
                    <a:pt x="975608" y="558674"/>
                  </a:lnTo>
                  <a:lnTo>
                    <a:pt x="978072" y="559071"/>
                  </a:lnTo>
                  <a:lnTo>
                    <a:pt x="980535" y="559483"/>
                  </a:lnTo>
                  <a:lnTo>
                    <a:pt x="982999" y="559916"/>
                  </a:lnTo>
                  <a:lnTo>
                    <a:pt x="985463" y="560380"/>
                  </a:lnTo>
                  <a:lnTo>
                    <a:pt x="987926" y="560885"/>
                  </a:lnTo>
                  <a:lnTo>
                    <a:pt x="990390" y="561459"/>
                  </a:lnTo>
                  <a:lnTo>
                    <a:pt x="992853" y="562100"/>
                  </a:lnTo>
                  <a:lnTo>
                    <a:pt x="995317" y="562821"/>
                  </a:lnTo>
                  <a:lnTo>
                    <a:pt x="997781" y="563630"/>
                  </a:lnTo>
                  <a:lnTo>
                    <a:pt x="1000244" y="564539"/>
                  </a:lnTo>
                  <a:lnTo>
                    <a:pt x="1002708" y="565586"/>
                  </a:lnTo>
                  <a:lnTo>
                    <a:pt x="1005172" y="566764"/>
                  </a:lnTo>
                  <a:lnTo>
                    <a:pt x="1007635" y="568073"/>
                  </a:lnTo>
                  <a:lnTo>
                    <a:pt x="1010099" y="569518"/>
                  </a:lnTo>
                  <a:lnTo>
                    <a:pt x="1012563" y="571105"/>
                  </a:lnTo>
                  <a:lnTo>
                    <a:pt x="1015026" y="572855"/>
                  </a:lnTo>
                  <a:lnTo>
                    <a:pt x="1017490" y="574777"/>
                  </a:lnTo>
                  <a:lnTo>
                    <a:pt x="1019954" y="576844"/>
                  </a:lnTo>
                  <a:lnTo>
                    <a:pt x="1022417" y="579056"/>
                  </a:lnTo>
                  <a:lnTo>
                    <a:pt x="1024881" y="581407"/>
                  </a:lnTo>
                  <a:lnTo>
                    <a:pt x="1027345" y="583896"/>
                  </a:lnTo>
                  <a:lnTo>
                    <a:pt x="1029808" y="586547"/>
                  </a:lnTo>
                  <a:lnTo>
                    <a:pt x="1032272" y="589313"/>
                  </a:lnTo>
                  <a:lnTo>
                    <a:pt x="1034736" y="592185"/>
                  </a:lnTo>
                  <a:lnTo>
                    <a:pt x="1037199" y="595153"/>
                  </a:lnTo>
                  <a:lnTo>
                    <a:pt x="1039663" y="598207"/>
                  </a:lnTo>
                  <a:lnTo>
                    <a:pt x="1042127" y="601347"/>
                  </a:lnTo>
                  <a:lnTo>
                    <a:pt x="1044590" y="604547"/>
                  </a:lnTo>
                  <a:lnTo>
                    <a:pt x="1047054" y="607789"/>
                  </a:lnTo>
                  <a:lnTo>
                    <a:pt x="1049518" y="611060"/>
                  </a:lnTo>
                  <a:lnTo>
                    <a:pt x="1051981" y="614349"/>
                  </a:lnTo>
                  <a:lnTo>
                    <a:pt x="1054445" y="617643"/>
                  </a:lnTo>
                  <a:lnTo>
                    <a:pt x="1056909" y="620923"/>
                  </a:lnTo>
                  <a:lnTo>
                    <a:pt x="1059372" y="624178"/>
                  </a:lnTo>
                  <a:lnTo>
                    <a:pt x="1061836" y="627397"/>
                  </a:lnTo>
                  <a:lnTo>
                    <a:pt x="1064300" y="630570"/>
                  </a:lnTo>
                  <a:lnTo>
                    <a:pt x="1066763" y="633688"/>
                  </a:lnTo>
                  <a:lnTo>
                    <a:pt x="1069227" y="636723"/>
                  </a:lnTo>
                  <a:lnTo>
                    <a:pt x="1071691" y="639678"/>
                  </a:lnTo>
                  <a:lnTo>
                    <a:pt x="1074154" y="642550"/>
                  </a:lnTo>
                  <a:lnTo>
                    <a:pt x="1076618" y="645333"/>
                  </a:lnTo>
                  <a:lnTo>
                    <a:pt x="1079082" y="648021"/>
                  </a:lnTo>
                  <a:lnTo>
                    <a:pt x="1081545" y="650594"/>
                  </a:lnTo>
                  <a:lnTo>
                    <a:pt x="1084009" y="653047"/>
                  </a:lnTo>
                  <a:lnTo>
                    <a:pt x="1086472" y="655393"/>
                  </a:lnTo>
                  <a:lnTo>
                    <a:pt x="1088936" y="657629"/>
                  </a:lnTo>
                  <a:lnTo>
                    <a:pt x="1091400" y="659754"/>
                  </a:lnTo>
                  <a:lnTo>
                    <a:pt x="1093863" y="661764"/>
                  </a:lnTo>
                  <a:lnTo>
                    <a:pt x="1096327" y="663634"/>
                  </a:lnTo>
                  <a:lnTo>
                    <a:pt x="1098791" y="665394"/>
                  </a:lnTo>
                  <a:lnTo>
                    <a:pt x="1101254" y="667045"/>
                  </a:lnTo>
                  <a:lnTo>
                    <a:pt x="1103718" y="668590"/>
                  </a:lnTo>
                  <a:lnTo>
                    <a:pt x="1106182" y="670030"/>
                  </a:lnTo>
                  <a:lnTo>
                    <a:pt x="1108645" y="671346"/>
                  </a:lnTo>
                  <a:lnTo>
                    <a:pt x="1111109" y="672558"/>
                  </a:lnTo>
                  <a:lnTo>
                    <a:pt x="1113573" y="673676"/>
                  </a:lnTo>
                  <a:lnTo>
                    <a:pt x="1116036" y="674705"/>
                  </a:lnTo>
                  <a:lnTo>
                    <a:pt x="1118500" y="675647"/>
                  </a:lnTo>
                  <a:lnTo>
                    <a:pt x="1120964" y="676498"/>
                  </a:lnTo>
                  <a:lnTo>
                    <a:pt x="1123427" y="677258"/>
                  </a:lnTo>
                  <a:lnTo>
                    <a:pt x="1125891" y="677946"/>
                  </a:lnTo>
                  <a:lnTo>
                    <a:pt x="1128355" y="678565"/>
                  </a:lnTo>
                  <a:lnTo>
                    <a:pt x="1130818" y="679121"/>
                  </a:lnTo>
                  <a:lnTo>
                    <a:pt x="1133282" y="679616"/>
                  </a:lnTo>
                  <a:lnTo>
                    <a:pt x="1135746" y="680039"/>
                  </a:lnTo>
                  <a:lnTo>
                    <a:pt x="1138209" y="680411"/>
                  </a:lnTo>
                  <a:lnTo>
                    <a:pt x="1140673" y="680737"/>
                  </a:lnTo>
                  <a:lnTo>
                    <a:pt x="1143137" y="681018"/>
                  </a:lnTo>
                  <a:lnTo>
                    <a:pt x="1145600" y="681259"/>
                  </a:lnTo>
                  <a:lnTo>
                    <a:pt x="1148064" y="681456"/>
                  </a:lnTo>
                  <a:lnTo>
                    <a:pt x="1150528" y="681616"/>
                  </a:lnTo>
                  <a:lnTo>
                    <a:pt x="1152991" y="681746"/>
                  </a:lnTo>
                  <a:lnTo>
                    <a:pt x="1155455" y="681849"/>
                  </a:lnTo>
                  <a:lnTo>
                    <a:pt x="1157919" y="681928"/>
                  </a:lnTo>
                  <a:lnTo>
                    <a:pt x="1160382" y="681983"/>
                  </a:lnTo>
                  <a:lnTo>
                    <a:pt x="1162846" y="682015"/>
                  </a:lnTo>
                  <a:lnTo>
                    <a:pt x="1165310" y="682031"/>
                  </a:lnTo>
                  <a:lnTo>
                    <a:pt x="1167773" y="682033"/>
                  </a:lnTo>
                  <a:lnTo>
                    <a:pt x="1170237" y="682023"/>
                  </a:lnTo>
                  <a:lnTo>
                    <a:pt x="1172701" y="682004"/>
                  </a:lnTo>
                  <a:lnTo>
                    <a:pt x="1175164" y="681976"/>
                  </a:lnTo>
                  <a:lnTo>
                    <a:pt x="1177628" y="681942"/>
                  </a:lnTo>
                  <a:lnTo>
                    <a:pt x="1180091" y="681906"/>
                  </a:lnTo>
                  <a:lnTo>
                    <a:pt x="1182555" y="681868"/>
                  </a:lnTo>
                  <a:lnTo>
                    <a:pt x="1185019" y="681831"/>
                  </a:lnTo>
                  <a:lnTo>
                    <a:pt x="1187482" y="681795"/>
                  </a:lnTo>
                  <a:lnTo>
                    <a:pt x="1189946" y="681764"/>
                  </a:lnTo>
                  <a:lnTo>
                    <a:pt x="1192410" y="681739"/>
                  </a:lnTo>
                  <a:lnTo>
                    <a:pt x="1194873" y="681719"/>
                  </a:lnTo>
                  <a:lnTo>
                    <a:pt x="1197337" y="681706"/>
                  </a:lnTo>
                  <a:lnTo>
                    <a:pt x="1199801" y="681702"/>
                  </a:lnTo>
                  <a:lnTo>
                    <a:pt x="1202264" y="681709"/>
                  </a:lnTo>
                  <a:lnTo>
                    <a:pt x="1204728" y="681727"/>
                  </a:lnTo>
                  <a:lnTo>
                    <a:pt x="1207192" y="681754"/>
                  </a:lnTo>
                  <a:lnTo>
                    <a:pt x="1209655" y="681793"/>
                  </a:lnTo>
                  <a:lnTo>
                    <a:pt x="1212119" y="681842"/>
                  </a:lnTo>
                  <a:lnTo>
                    <a:pt x="1214583" y="681905"/>
                  </a:lnTo>
                  <a:lnTo>
                    <a:pt x="1217046" y="681980"/>
                  </a:lnTo>
                  <a:lnTo>
                    <a:pt x="1219510" y="682067"/>
                  </a:lnTo>
                  <a:lnTo>
                    <a:pt x="1221974" y="682165"/>
                  </a:lnTo>
                  <a:lnTo>
                    <a:pt x="1224437" y="682274"/>
                  </a:lnTo>
                  <a:lnTo>
                    <a:pt x="1226901" y="682395"/>
                  </a:lnTo>
                  <a:lnTo>
                    <a:pt x="1229365" y="682529"/>
                  </a:lnTo>
                  <a:lnTo>
                    <a:pt x="1231828" y="682672"/>
                  </a:lnTo>
                  <a:lnTo>
                    <a:pt x="1234292" y="682825"/>
                  </a:lnTo>
                  <a:lnTo>
                    <a:pt x="1236756" y="682988"/>
                  </a:lnTo>
                  <a:lnTo>
                    <a:pt x="1239219" y="683159"/>
                  </a:lnTo>
                  <a:lnTo>
                    <a:pt x="1241683" y="683340"/>
                  </a:lnTo>
                  <a:lnTo>
                    <a:pt x="1244147" y="683529"/>
                  </a:lnTo>
                  <a:lnTo>
                    <a:pt x="1246610" y="683725"/>
                  </a:lnTo>
                  <a:lnTo>
                    <a:pt x="1249074" y="683927"/>
                  </a:lnTo>
                  <a:lnTo>
                    <a:pt x="1251538" y="684134"/>
                  </a:lnTo>
                  <a:lnTo>
                    <a:pt x="1254001" y="684346"/>
                  </a:lnTo>
                  <a:lnTo>
                    <a:pt x="1256465" y="684563"/>
                  </a:lnTo>
                  <a:lnTo>
                    <a:pt x="1258929" y="684783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481616" y="3556398"/>
              <a:ext cx="1258929" cy="583443"/>
            </a:xfrm>
            <a:custGeom>
              <a:avLst/>
              <a:pathLst>
                <a:path w="1258929" h="583443">
                  <a:moveTo>
                    <a:pt x="0" y="582336"/>
                  </a:moveTo>
                  <a:lnTo>
                    <a:pt x="2463" y="582198"/>
                  </a:lnTo>
                  <a:lnTo>
                    <a:pt x="4927" y="582048"/>
                  </a:lnTo>
                  <a:lnTo>
                    <a:pt x="7390" y="581885"/>
                  </a:lnTo>
                  <a:lnTo>
                    <a:pt x="9854" y="581706"/>
                  </a:lnTo>
                  <a:lnTo>
                    <a:pt x="12318" y="581506"/>
                  </a:lnTo>
                  <a:lnTo>
                    <a:pt x="14781" y="581289"/>
                  </a:lnTo>
                  <a:lnTo>
                    <a:pt x="17245" y="581055"/>
                  </a:lnTo>
                  <a:lnTo>
                    <a:pt x="19709" y="580800"/>
                  </a:lnTo>
                  <a:lnTo>
                    <a:pt x="22172" y="580518"/>
                  </a:lnTo>
                  <a:lnTo>
                    <a:pt x="24636" y="580216"/>
                  </a:lnTo>
                  <a:lnTo>
                    <a:pt x="27100" y="579892"/>
                  </a:lnTo>
                  <a:lnTo>
                    <a:pt x="29563" y="579540"/>
                  </a:lnTo>
                  <a:lnTo>
                    <a:pt x="32027" y="579158"/>
                  </a:lnTo>
                  <a:lnTo>
                    <a:pt x="34491" y="578751"/>
                  </a:lnTo>
                  <a:lnTo>
                    <a:pt x="36954" y="578318"/>
                  </a:lnTo>
                  <a:lnTo>
                    <a:pt x="39418" y="577852"/>
                  </a:lnTo>
                  <a:lnTo>
                    <a:pt x="41882" y="577351"/>
                  </a:lnTo>
                  <a:lnTo>
                    <a:pt x="44345" y="576822"/>
                  </a:lnTo>
                  <a:lnTo>
                    <a:pt x="46809" y="576265"/>
                  </a:lnTo>
                  <a:lnTo>
                    <a:pt x="49273" y="575670"/>
                  </a:lnTo>
                  <a:lnTo>
                    <a:pt x="51736" y="575039"/>
                  </a:lnTo>
                  <a:lnTo>
                    <a:pt x="54200" y="574378"/>
                  </a:lnTo>
                  <a:lnTo>
                    <a:pt x="56664" y="573686"/>
                  </a:lnTo>
                  <a:lnTo>
                    <a:pt x="59127" y="572956"/>
                  </a:lnTo>
                  <a:lnTo>
                    <a:pt x="61591" y="572190"/>
                  </a:lnTo>
                  <a:lnTo>
                    <a:pt x="64055" y="571394"/>
                  </a:lnTo>
                  <a:lnTo>
                    <a:pt x="66518" y="570570"/>
                  </a:lnTo>
                  <a:lnTo>
                    <a:pt x="68982" y="569708"/>
                  </a:lnTo>
                  <a:lnTo>
                    <a:pt x="71446" y="568815"/>
                  </a:lnTo>
                  <a:lnTo>
                    <a:pt x="73909" y="567897"/>
                  </a:lnTo>
                  <a:lnTo>
                    <a:pt x="76373" y="566954"/>
                  </a:lnTo>
                  <a:lnTo>
                    <a:pt x="78837" y="565980"/>
                  </a:lnTo>
                  <a:lnTo>
                    <a:pt x="81300" y="564982"/>
                  </a:lnTo>
                  <a:lnTo>
                    <a:pt x="83764" y="563966"/>
                  </a:lnTo>
                  <a:lnTo>
                    <a:pt x="86228" y="562934"/>
                  </a:lnTo>
                  <a:lnTo>
                    <a:pt x="88691" y="561881"/>
                  </a:lnTo>
                  <a:lnTo>
                    <a:pt x="91155" y="560816"/>
                  </a:lnTo>
                  <a:lnTo>
                    <a:pt x="93618" y="559743"/>
                  </a:lnTo>
                  <a:lnTo>
                    <a:pt x="96082" y="558664"/>
                  </a:lnTo>
                  <a:lnTo>
                    <a:pt x="98546" y="557581"/>
                  </a:lnTo>
                  <a:lnTo>
                    <a:pt x="101009" y="556499"/>
                  </a:lnTo>
                  <a:lnTo>
                    <a:pt x="103473" y="555422"/>
                  </a:lnTo>
                  <a:lnTo>
                    <a:pt x="105937" y="554350"/>
                  </a:lnTo>
                  <a:lnTo>
                    <a:pt x="108400" y="553295"/>
                  </a:lnTo>
                  <a:lnTo>
                    <a:pt x="110864" y="552255"/>
                  </a:lnTo>
                  <a:lnTo>
                    <a:pt x="113328" y="551232"/>
                  </a:lnTo>
                  <a:lnTo>
                    <a:pt x="115791" y="550229"/>
                  </a:lnTo>
                  <a:lnTo>
                    <a:pt x="118255" y="549262"/>
                  </a:lnTo>
                  <a:lnTo>
                    <a:pt x="120719" y="548324"/>
                  </a:lnTo>
                  <a:lnTo>
                    <a:pt x="123182" y="547415"/>
                  </a:lnTo>
                  <a:lnTo>
                    <a:pt x="125646" y="546539"/>
                  </a:lnTo>
                  <a:lnTo>
                    <a:pt x="128110" y="545716"/>
                  </a:lnTo>
                  <a:lnTo>
                    <a:pt x="130573" y="544932"/>
                  </a:lnTo>
                  <a:lnTo>
                    <a:pt x="133037" y="544187"/>
                  </a:lnTo>
                  <a:lnTo>
                    <a:pt x="135501" y="543486"/>
                  </a:lnTo>
                  <a:lnTo>
                    <a:pt x="137964" y="542848"/>
                  </a:lnTo>
                  <a:lnTo>
                    <a:pt x="140428" y="542255"/>
                  </a:lnTo>
                  <a:lnTo>
                    <a:pt x="142892" y="541706"/>
                  </a:lnTo>
                  <a:lnTo>
                    <a:pt x="145355" y="541208"/>
                  </a:lnTo>
                  <a:lnTo>
                    <a:pt x="147819" y="540775"/>
                  </a:lnTo>
                  <a:lnTo>
                    <a:pt x="150283" y="540387"/>
                  </a:lnTo>
                  <a:lnTo>
                    <a:pt x="152746" y="540045"/>
                  </a:lnTo>
                  <a:lnTo>
                    <a:pt x="155210" y="539752"/>
                  </a:lnTo>
                  <a:lnTo>
                    <a:pt x="157674" y="539518"/>
                  </a:lnTo>
                  <a:lnTo>
                    <a:pt x="160137" y="539324"/>
                  </a:lnTo>
                  <a:lnTo>
                    <a:pt x="162601" y="539169"/>
                  </a:lnTo>
                  <a:lnTo>
                    <a:pt x="165065" y="539057"/>
                  </a:lnTo>
                  <a:lnTo>
                    <a:pt x="167528" y="538989"/>
                  </a:lnTo>
                  <a:lnTo>
                    <a:pt x="169992" y="538950"/>
                  </a:lnTo>
                  <a:lnTo>
                    <a:pt x="172456" y="538939"/>
                  </a:lnTo>
                  <a:lnTo>
                    <a:pt x="174919" y="538956"/>
                  </a:lnTo>
                  <a:lnTo>
                    <a:pt x="177383" y="538998"/>
                  </a:lnTo>
                  <a:lnTo>
                    <a:pt x="179847" y="539055"/>
                  </a:lnTo>
                  <a:lnTo>
                    <a:pt x="182310" y="539123"/>
                  </a:lnTo>
                  <a:lnTo>
                    <a:pt x="184774" y="539200"/>
                  </a:lnTo>
                  <a:lnTo>
                    <a:pt x="187237" y="539279"/>
                  </a:lnTo>
                  <a:lnTo>
                    <a:pt x="189701" y="539355"/>
                  </a:lnTo>
                  <a:lnTo>
                    <a:pt x="192165" y="539425"/>
                  </a:lnTo>
                  <a:lnTo>
                    <a:pt x="194628" y="539481"/>
                  </a:lnTo>
                  <a:lnTo>
                    <a:pt x="197092" y="539517"/>
                  </a:lnTo>
                  <a:lnTo>
                    <a:pt x="199556" y="539531"/>
                  </a:lnTo>
                  <a:lnTo>
                    <a:pt x="202019" y="539522"/>
                  </a:lnTo>
                  <a:lnTo>
                    <a:pt x="204483" y="539475"/>
                  </a:lnTo>
                  <a:lnTo>
                    <a:pt x="206947" y="539389"/>
                  </a:lnTo>
                  <a:lnTo>
                    <a:pt x="209410" y="539265"/>
                  </a:lnTo>
                  <a:lnTo>
                    <a:pt x="211874" y="539102"/>
                  </a:lnTo>
                  <a:lnTo>
                    <a:pt x="214338" y="538881"/>
                  </a:lnTo>
                  <a:lnTo>
                    <a:pt x="216801" y="538604"/>
                  </a:lnTo>
                  <a:lnTo>
                    <a:pt x="219265" y="538278"/>
                  </a:lnTo>
                  <a:lnTo>
                    <a:pt x="221729" y="537900"/>
                  </a:lnTo>
                  <a:lnTo>
                    <a:pt x="224192" y="537448"/>
                  </a:lnTo>
                  <a:lnTo>
                    <a:pt x="226656" y="536932"/>
                  </a:lnTo>
                  <a:lnTo>
                    <a:pt x="229120" y="536357"/>
                  </a:lnTo>
                  <a:lnTo>
                    <a:pt x="231583" y="535724"/>
                  </a:lnTo>
                  <a:lnTo>
                    <a:pt x="234047" y="535006"/>
                  </a:lnTo>
                  <a:lnTo>
                    <a:pt x="236511" y="534220"/>
                  </a:lnTo>
                  <a:lnTo>
                    <a:pt x="238974" y="533373"/>
                  </a:lnTo>
                  <a:lnTo>
                    <a:pt x="241438" y="532465"/>
                  </a:lnTo>
                  <a:lnTo>
                    <a:pt x="243902" y="531467"/>
                  </a:lnTo>
                  <a:lnTo>
                    <a:pt x="246365" y="530404"/>
                  </a:lnTo>
                  <a:lnTo>
                    <a:pt x="248829" y="529281"/>
                  </a:lnTo>
                  <a:lnTo>
                    <a:pt x="251293" y="528098"/>
                  </a:lnTo>
                  <a:lnTo>
                    <a:pt x="253756" y="526828"/>
                  </a:lnTo>
                  <a:lnTo>
                    <a:pt x="256220" y="525500"/>
                  </a:lnTo>
                  <a:lnTo>
                    <a:pt x="258684" y="524115"/>
                  </a:lnTo>
                  <a:lnTo>
                    <a:pt x="261147" y="522676"/>
                  </a:lnTo>
                  <a:lnTo>
                    <a:pt x="263611" y="521158"/>
                  </a:lnTo>
                  <a:lnTo>
                    <a:pt x="266075" y="519590"/>
                  </a:lnTo>
                  <a:lnTo>
                    <a:pt x="268538" y="517974"/>
                  </a:lnTo>
                  <a:lnTo>
                    <a:pt x="271002" y="516309"/>
                  </a:lnTo>
                  <a:lnTo>
                    <a:pt x="273465" y="514579"/>
                  </a:lnTo>
                  <a:lnTo>
                    <a:pt x="275929" y="512808"/>
                  </a:lnTo>
                  <a:lnTo>
                    <a:pt x="278393" y="510998"/>
                  </a:lnTo>
                  <a:lnTo>
                    <a:pt x="280856" y="509147"/>
                  </a:lnTo>
                  <a:lnTo>
                    <a:pt x="283320" y="507247"/>
                  </a:lnTo>
                  <a:lnTo>
                    <a:pt x="285784" y="505316"/>
                  </a:lnTo>
                  <a:lnTo>
                    <a:pt x="288247" y="503355"/>
                  </a:lnTo>
                  <a:lnTo>
                    <a:pt x="290711" y="501363"/>
                  </a:lnTo>
                  <a:lnTo>
                    <a:pt x="293175" y="499336"/>
                  </a:lnTo>
                  <a:lnTo>
                    <a:pt x="295638" y="497288"/>
                  </a:lnTo>
                  <a:lnTo>
                    <a:pt x="298102" y="495219"/>
                  </a:lnTo>
                  <a:lnTo>
                    <a:pt x="300566" y="493130"/>
                  </a:lnTo>
                  <a:lnTo>
                    <a:pt x="303029" y="491020"/>
                  </a:lnTo>
                  <a:lnTo>
                    <a:pt x="305493" y="488897"/>
                  </a:lnTo>
                  <a:lnTo>
                    <a:pt x="307957" y="486762"/>
                  </a:lnTo>
                  <a:lnTo>
                    <a:pt x="310420" y="484617"/>
                  </a:lnTo>
                  <a:lnTo>
                    <a:pt x="312884" y="482462"/>
                  </a:lnTo>
                  <a:lnTo>
                    <a:pt x="315348" y="480303"/>
                  </a:lnTo>
                  <a:lnTo>
                    <a:pt x="317811" y="478141"/>
                  </a:lnTo>
                  <a:lnTo>
                    <a:pt x="320275" y="475977"/>
                  </a:lnTo>
                  <a:lnTo>
                    <a:pt x="322739" y="473814"/>
                  </a:lnTo>
                  <a:lnTo>
                    <a:pt x="325202" y="471653"/>
                  </a:lnTo>
                  <a:lnTo>
                    <a:pt x="327666" y="469497"/>
                  </a:lnTo>
                  <a:lnTo>
                    <a:pt x="330130" y="467346"/>
                  </a:lnTo>
                  <a:lnTo>
                    <a:pt x="332593" y="465205"/>
                  </a:lnTo>
                  <a:lnTo>
                    <a:pt x="335057" y="463073"/>
                  </a:lnTo>
                  <a:lnTo>
                    <a:pt x="337521" y="460951"/>
                  </a:lnTo>
                  <a:lnTo>
                    <a:pt x="339984" y="458843"/>
                  </a:lnTo>
                  <a:lnTo>
                    <a:pt x="342448" y="456750"/>
                  </a:lnTo>
                  <a:lnTo>
                    <a:pt x="344912" y="454672"/>
                  </a:lnTo>
                  <a:lnTo>
                    <a:pt x="347375" y="452608"/>
                  </a:lnTo>
                  <a:lnTo>
                    <a:pt x="349839" y="450566"/>
                  </a:lnTo>
                  <a:lnTo>
                    <a:pt x="352303" y="448543"/>
                  </a:lnTo>
                  <a:lnTo>
                    <a:pt x="354766" y="446539"/>
                  </a:lnTo>
                  <a:lnTo>
                    <a:pt x="357230" y="444554"/>
                  </a:lnTo>
                  <a:lnTo>
                    <a:pt x="359694" y="442594"/>
                  </a:lnTo>
                  <a:lnTo>
                    <a:pt x="362157" y="440659"/>
                  </a:lnTo>
                  <a:lnTo>
                    <a:pt x="364621" y="438744"/>
                  </a:lnTo>
                  <a:lnTo>
                    <a:pt x="367084" y="436850"/>
                  </a:lnTo>
                  <a:lnTo>
                    <a:pt x="369548" y="434985"/>
                  </a:lnTo>
                  <a:lnTo>
                    <a:pt x="372012" y="433144"/>
                  </a:lnTo>
                  <a:lnTo>
                    <a:pt x="374475" y="431326"/>
                  </a:lnTo>
                  <a:lnTo>
                    <a:pt x="376939" y="429528"/>
                  </a:lnTo>
                  <a:lnTo>
                    <a:pt x="379403" y="427760"/>
                  </a:lnTo>
                  <a:lnTo>
                    <a:pt x="381866" y="426014"/>
                  </a:lnTo>
                  <a:lnTo>
                    <a:pt x="384330" y="424288"/>
                  </a:lnTo>
                  <a:lnTo>
                    <a:pt x="386794" y="422580"/>
                  </a:lnTo>
                  <a:lnTo>
                    <a:pt x="389257" y="420898"/>
                  </a:lnTo>
                  <a:lnTo>
                    <a:pt x="391721" y="419232"/>
                  </a:lnTo>
                  <a:lnTo>
                    <a:pt x="394185" y="417581"/>
                  </a:lnTo>
                  <a:lnTo>
                    <a:pt x="396648" y="415942"/>
                  </a:lnTo>
                  <a:lnTo>
                    <a:pt x="399112" y="414318"/>
                  </a:lnTo>
                  <a:lnTo>
                    <a:pt x="401576" y="412700"/>
                  </a:lnTo>
                  <a:lnTo>
                    <a:pt x="404039" y="411086"/>
                  </a:lnTo>
                  <a:lnTo>
                    <a:pt x="406503" y="409475"/>
                  </a:lnTo>
                  <a:lnTo>
                    <a:pt x="408967" y="407859"/>
                  </a:lnTo>
                  <a:lnTo>
                    <a:pt x="411430" y="406236"/>
                  </a:lnTo>
                  <a:lnTo>
                    <a:pt x="413894" y="404601"/>
                  </a:lnTo>
                  <a:lnTo>
                    <a:pt x="416358" y="402951"/>
                  </a:lnTo>
                  <a:lnTo>
                    <a:pt x="418821" y="401270"/>
                  </a:lnTo>
                  <a:lnTo>
                    <a:pt x="421285" y="399561"/>
                  </a:lnTo>
                  <a:lnTo>
                    <a:pt x="423749" y="397819"/>
                  </a:lnTo>
                  <a:lnTo>
                    <a:pt x="426212" y="396039"/>
                  </a:lnTo>
                  <a:lnTo>
                    <a:pt x="428676" y="394193"/>
                  </a:lnTo>
                  <a:lnTo>
                    <a:pt x="431140" y="392292"/>
                  </a:lnTo>
                  <a:lnTo>
                    <a:pt x="433603" y="390332"/>
                  </a:lnTo>
                  <a:lnTo>
                    <a:pt x="436067" y="388301"/>
                  </a:lnTo>
                  <a:lnTo>
                    <a:pt x="438531" y="386164"/>
                  </a:lnTo>
                  <a:lnTo>
                    <a:pt x="440994" y="383941"/>
                  </a:lnTo>
                  <a:lnTo>
                    <a:pt x="443458" y="381627"/>
                  </a:lnTo>
                  <a:lnTo>
                    <a:pt x="445922" y="379203"/>
                  </a:lnTo>
                  <a:lnTo>
                    <a:pt x="448385" y="376628"/>
                  </a:lnTo>
                  <a:lnTo>
                    <a:pt x="450849" y="373932"/>
                  </a:lnTo>
                  <a:lnTo>
                    <a:pt x="453312" y="371112"/>
                  </a:lnTo>
                  <a:lnTo>
                    <a:pt x="455776" y="368136"/>
                  </a:lnTo>
                  <a:lnTo>
                    <a:pt x="458240" y="364964"/>
                  </a:lnTo>
                  <a:lnTo>
                    <a:pt x="460703" y="361638"/>
                  </a:lnTo>
                  <a:lnTo>
                    <a:pt x="463167" y="358151"/>
                  </a:lnTo>
                  <a:lnTo>
                    <a:pt x="465631" y="354463"/>
                  </a:lnTo>
                  <a:lnTo>
                    <a:pt x="468094" y="350538"/>
                  </a:lnTo>
                  <a:lnTo>
                    <a:pt x="470558" y="346427"/>
                  </a:lnTo>
                  <a:lnTo>
                    <a:pt x="473022" y="342124"/>
                  </a:lnTo>
                  <a:lnTo>
                    <a:pt x="475485" y="337576"/>
                  </a:lnTo>
                  <a:lnTo>
                    <a:pt x="477949" y="332764"/>
                  </a:lnTo>
                  <a:lnTo>
                    <a:pt x="480413" y="327739"/>
                  </a:lnTo>
                  <a:lnTo>
                    <a:pt x="482876" y="322499"/>
                  </a:lnTo>
                  <a:lnTo>
                    <a:pt x="485340" y="316982"/>
                  </a:lnTo>
                  <a:lnTo>
                    <a:pt x="487804" y="311186"/>
                  </a:lnTo>
                  <a:lnTo>
                    <a:pt x="490267" y="305165"/>
                  </a:lnTo>
                  <a:lnTo>
                    <a:pt x="492731" y="298919"/>
                  </a:lnTo>
                  <a:lnTo>
                    <a:pt x="495195" y="292380"/>
                  </a:lnTo>
                  <a:lnTo>
                    <a:pt x="497658" y="285569"/>
                  </a:lnTo>
                  <a:lnTo>
                    <a:pt x="500122" y="278538"/>
                  </a:lnTo>
                  <a:lnTo>
                    <a:pt x="502586" y="271288"/>
                  </a:lnTo>
                  <a:lnTo>
                    <a:pt x="505049" y="263756"/>
                  </a:lnTo>
                  <a:lnTo>
                    <a:pt x="507513" y="255982"/>
                  </a:lnTo>
                  <a:lnTo>
                    <a:pt x="509977" y="248013"/>
                  </a:lnTo>
                  <a:lnTo>
                    <a:pt x="512440" y="239854"/>
                  </a:lnTo>
                  <a:lnTo>
                    <a:pt x="514904" y="231453"/>
                  </a:lnTo>
                  <a:lnTo>
                    <a:pt x="517368" y="222868"/>
                  </a:lnTo>
                  <a:lnTo>
                    <a:pt x="519831" y="214135"/>
                  </a:lnTo>
                  <a:lnTo>
                    <a:pt x="522295" y="205264"/>
                  </a:lnTo>
                  <a:lnTo>
                    <a:pt x="524759" y="196228"/>
                  </a:lnTo>
                  <a:lnTo>
                    <a:pt x="527222" y="187087"/>
                  </a:lnTo>
                  <a:lnTo>
                    <a:pt x="529686" y="177869"/>
                  </a:lnTo>
                  <a:lnTo>
                    <a:pt x="532150" y="168588"/>
                  </a:lnTo>
                  <a:lnTo>
                    <a:pt x="534613" y="159254"/>
                  </a:lnTo>
                  <a:lnTo>
                    <a:pt x="537077" y="149916"/>
                  </a:lnTo>
                  <a:lnTo>
                    <a:pt x="539541" y="140591"/>
                  </a:lnTo>
                  <a:lnTo>
                    <a:pt x="542004" y="131297"/>
                  </a:lnTo>
                  <a:lnTo>
                    <a:pt x="544468" y="122096"/>
                  </a:lnTo>
                  <a:lnTo>
                    <a:pt x="546931" y="113001"/>
                  </a:lnTo>
                  <a:lnTo>
                    <a:pt x="549395" y="104026"/>
                  </a:lnTo>
                  <a:lnTo>
                    <a:pt x="551859" y="95189"/>
                  </a:lnTo>
                  <a:lnTo>
                    <a:pt x="554322" y="86617"/>
                  </a:lnTo>
                  <a:lnTo>
                    <a:pt x="556786" y="78262"/>
                  </a:lnTo>
                  <a:lnTo>
                    <a:pt x="559250" y="70140"/>
                  </a:lnTo>
                  <a:lnTo>
                    <a:pt x="561713" y="62276"/>
                  </a:lnTo>
                  <a:lnTo>
                    <a:pt x="564177" y="54848"/>
                  </a:lnTo>
                  <a:lnTo>
                    <a:pt x="566641" y="47746"/>
                  </a:lnTo>
                  <a:lnTo>
                    <a:pt x="569104" y="40988"/>
                  </a:lnTo>
                  <a:lnTo>
                    <a:pt x="571568" y="34614"/>
                  </a:lnTo>
                  <a:lnTo>
                    <a:pt x="574032" y="28821"/>
                  </a:lnTo>
                  <a:lnTo>
                    <a:pt x="576495" y="23455"/>
                  </a:lnTo>
                  <a:lnTo>
                    <a:pt x="578959" y="18532"/>
                  </a:lnTo>
                  <a:lnTo>
                    <a:pt x="581423" y="14109"/>
                  </a:lnTo>
                  <a:lnTo>
                    <a:pt x="583886" y="10380"/>
                  </a:lnTo>
                  <a:lnTo>
                    <a:pt x="586350" y="7160"/>
                  </a:lnTo>
                  <a:lnTo>
                    <a:pt x="588814" y="4457"/>
                  </a:lnTo>
                  <a:lnTo>
                    <a:pt x="591277" y="2349"/>
                  </a:lnTo>
                  <a:lnTo>
                    <a:pt x="593741" y="1006"/>
                  </a:lnTo>
                  <a:lnTo>
                    <a:pt x="596205" y="221"/>
                  </a:lnTo>
                  <a:lnTo>
                    <a:pt x="598668" y="0"/>
                  </a:lnTo>
                  <a:lnTo>
                    <a:pt x="601132" y="437"/>
                  </a:lnTo>
                  <a:lnTo>
                    <a:pt x="603596" y="1657"/>
                  </a:lnTo>
                  <a:lnTo>
                    <a:pt x="606059" y="3453"/>
                  </a:lnTo>
                  <a:lnTo>
                    <a:pt x="608523" y="5823"/>
                  </a:lnTo>
                  <a:lnTo>
                    <a:pt x="610987" y="8875"/>
                  </a:lnTo>
                  <a:lnTo>
                    <a:pt x="613450" y="12678"/>
                  </a:lnTo>
                  <a:lnTo>
                    <a:pt x="615914" y="17036"/>
                  </a:lnTo>
                  <a:lnTo>
                    <a:pt x="618378" y="21945"/>
                  </a:lnTo>
                  <a:lnTo>
                    <a:pt x="620841" y="27513"/>
                  </a:lnTo>
                  <a:lnTo>
                    <a:pt x="623305" y="33754"/>
                  </a:lnTo>
                  <a:lnTo>
                    <a:pt x="625769" y="40498"/>
                  </a:lnTo>
                  <a:lnTo>
                    <a:pt x="628232" y="47733"/>
                  </a:lnTo>
                  <a:lnTo>
                    <a:pt x="630696" y="55562"/>
                  </a:lnTo>
                  <a:lnTo>
                    <a:pt x="633159" y="63950"/>
                  </a:lnTo>
                  <a:lnTo>
                    <a:pt x="635623" y="72759"/>
                  </a:lnTo>
                  <a:lnTo>
                    <a:pt x="638087" y="81973"/>
                  </a:lnTo>
                  <a:lnTo>
                    <a:pt x="640550" y="91677"/>
                  </a:lnTo>
                  <a:lnTo>
                    <a:pt x="643014" y="101801"/>
                  </a:lnTo>
                  <a:lnTo>
                    <a:pt x="645478" y="112244"/>
                  </a:lnTo>
                  <a:lnTo>
                    <a:pt x="647941" y="122986"/>
                  </a:lnTo>
                  <a:lnTo>
                    <a:pt x="650405" y="134085"/>
                  </a:lnTo>
                  <a:lnTo>
                    <a:pt x="652869" y="145457"/>
                  </a:lnTo>
                  <a:lnTo>
                    <a:pt x="655332" y="157034"/>
                  </a:lnTo>
                  <a:lnTo>
                    <a:pt x="657796" y="168794"/>
                  </a:lnTo>
                  <a:lnTo>
                    <a:pt x="660260" y="180761"/>
                  </a:lnTo>
                  <a:lnTo>
                    <a:pt x="662723" y="192858"/>
                  </a:lnTo>
                  <a:lnTo>
                    <a:pt x="665187" y="205042"/>
                  </a:lnTo>
                  <a:lnTo>
                    <a:pt x="667651" y="217297"/>
                  </a:lnTo>
                  <a:lnTo>
                    <a:pt x="670114" y="229602"/>
                  </a:lnTo>
                  <a:lnTo>
                    <a:pt x="672578" y="241908"/>
                  </a:lnTo>
                  <a:lnTo>
                    <a:pt x="675042" y="254194"/>
                  </a:lnTo>
                  <a:lnTo>
                    <a:pt x="677505" y="266443"/>
                  </a:lnTo>
                  <a:lnTo>
                    <a:pt x="679969" y="278596"/>
                  </a:lnTo>
                  <a:lnTo>
                    <a:pt x="682433" y="290644"/>
                  </a:lnTo>
                  <a:lnTo>
                    <a:pt x="684896" y="302577"/>
                  </a:lnTo>
                  <a:lnTo>
                    <a:pt x="687360" y="314383"/>
                  </a:lnTo>
                  <a:lnTo>
                    <a:pt x="689824" y="325965"/>
                  </a:lnTo>
                  <a:lnTo>
                    <a:pt x="692287" y="337361"/>
                  </a:lnTo>
                  <a:lnTo>
                    <a:pt x="694751" y="348568"/>
                  </a:lnTo>
                  <a:lnTo>
                    <a:pt x="697215" y="359577"/>
                  </a:lnTo>
                  <a:lnTo>
                    <a:pt x="699678" y="370260"/>
                  </a:lnTo>
                  <a:lnTo>
                    <a:pt x="702142" y="380704"/>
                  </a:lnTo>
                  <a:lnTo>
                    <a:pt x="704606" y="390907"/>
                  </a:lnTo>
                  <a:lnTo>
                    <a:pt x="707069" y="400858"/>
                  </a:lnTo>
                  <a:lnTo>
                    <a:pt x="709533" y="410419"/>
                  </a:lnTo>
                  <a:lnTo>
                    <a:pt x="711997" y="419710"/>
                  </a:lnTo>
                  <a:lnTo>
                    <a:pt x="714460" y="428729"/>
                  </a:lnTo>
                  <a:lnTo>
                    <a:pt x="716924" y="437458"/>
                  </a:lnTo>
                  <a:lnTo>
                    <a:pt x="719388" y="445775"/>
                  </a:lnTo>
                  <a:lnTo>
                    <a:pt x="721851" y="453807"/>
                  </a:lnTo>
                  <a:lnTo>
                    <a:pt x="724315" y="461556"/>
                  </a:lnTo>
                  <a:lnTo>
                    <a:pt x="726778" y="468996"/>
                  </a:lnTo>
                  <a:lnTo>
                    <a:pt x="729242" y="476030"/>
                  </a:lnTo>
                  <a:lnTo>
                    <a:pt x="731706" y="482782"/>
                  </a:lnTo>
                  <a:lnTo>
                    <a:pt x="734169" y="489256"/>
                  </a:lnTo>
                  <a:lnTo>
                    <a:pt x="736633" y="495420"/>
                  </a:lnTo>
                  <a:lnTo>
                    <a:pt x="739097" y="501205"/>
                  </a:lnTo>
                  <a:lnTo>
                    <a:pt x="741560" y="506724"/>
                  </a:lnTo>
                  <a:lnTo>
                    <a:pt x="744024" y="511982"/>
                  </a:lnTo>
                  <a:lnTo>
                    <a:pt x="746488" y="516944"/>
                  </a:lnTo>
                  <a:lnTo>
                    <a:pt x="748951" y="521568"/>
                  </a:lnTo>
                  <a:lnTo>
                    <a:pt x="751415" y="525952"/>
                  </a:lnTo>
                  <a:lnTo>
                    <a:pt x="753879" y="530100"/>
                  </a:lnTo>
                  <a:lnTo>
                    <a:pt x="756342" y="533978"/>
                  </a:lnTo>
                  <a:lnTo>
                    <a:pt x="758806" y="537566"/>
                  </a:lnTo>
                  <a:lnTo>
                    <a:pt x="761270" y="540945"/>
                  </a:lnTo>
                  <a:lnTo>
                    <a:pt x="763733" y="544120"/>
                  </a:lnTo>
                  <a:lnTo>
                    <a:pt x="766197" y="547056"/>
                  </a:lnTo>
                  <a:lnTo>
                    <a:pt x="768661" y="549753"/>
                  </a:lnTo>
                  <a:lnTo>
                    <a:pt x="771124" y="552274"/>
                  </a:lnTo>
                  <a:lnTo>
                    <a:pt x="773588" y="554624"/>
                  </a:lnTo>
                  <a:lnTo>
                    <a:pt x="776052" y="556772"/>
                  </a:lnTo>
                  <a:lnTo>
                    <a:pt x="778515" y="558729"/>
                  </a:lnTo>
                  <a:lnTo>
                    <a:pt x="780979" y="560544"/>
                  </a:lnTo>
                  <a:lnTo>
                    <a:pt x="783443" y="562221"/>
                  </a:lnTo>
                  <a:lnTo>
                    <a:pt x="785906" y="563731"/>
                  </a:lnTo>
                  <a:lnTo>
                    <a:pt x="788370" y="565096"/>
                  </a:lnTo>
                  <a:lnTo>
                    <a:pt x="790834" y="566349"/>
                  </a:lnTo>
                  <a:lnTo>
                    <a:pt x="793297" y="567496"/>
                  </a:lnTo>
                  <a:lnTo>
                    <a:pt x="795761" y="568511"/>
                  </a:lnTo>
                  <a:lnTo>
                    <a:pt x="798225" y="569419"/>
                  </a:lnTo>
                  <a:lnTo>
                    <a:pt x="800688" y="570244"/>
                  </a:lnTo>
                  <a:lnTo>
                    <a:pt x="803152" y="570989"/>
                  </a:lnTo>
                  <a:lnTo>
                    <a:pt x="805616" y="571635"/>
                  </a:lnTo>
                  <a:lnTo>
                    <a:pt x="808079" y="572206"/>
                  </a:lnTo>
                  <a:lnTo>
                    <a:pt x="810543" y="572718"/>
                  </a:lnTo>
                  <a:lnTo>
                    <a:pt x="813006" y="573173"/>
                  </a:lnTo>
                  <a:lnTo>
                    <a:pt x="815470" y="573558"/>
                  </a:lnTo>
                  <a:lnTo>
                    <a:pt x="817934" y="573894"/>
                  </a:lnTo>
                  <a:lnTo>
                    <a:pt x="820397" y="574190"/>
                  </a:lnTo>
                  <a:lnTo>
                    <a:pt x="822861" y="574448"/>
                  </a:lnTo>
                  <a:lnTo>
                    <a:pt x="825325" y="574661"/>
                  </a:lnTo>
                  <a:lnTo>
                    <a:pt x="827788" y="574844"/>
                  </a:lnTo>
                  <a:lnTo>
                    <a:pt x="830252" y="575003"/>
                  </a:lnTo>
                  <a:lnTo>
                    <a:pt x="832716" y="575139"/>
                  </a:lnTo>
                  <a:lnTo>
                    <a:pt x="835179" y="575249"/>
                  </a:lnTo>
                  <a:lnTo>
                    <a:pt x="837643" y="575343"/>
                  </a:lnTo>
                  <a:lnTo>
                    <a:pt x="840107" y="575425"/>
                  </a:lnTo>
                  <a:lnTo>
                    <a:pt x="842570" y="575496"/>
                  </a:lnTo>
                  <a:lnTo>
                    <a:pt x="845034" y="575555"/>
                  </a:lnTo>
                  <a:lnTo>
                    <a:pt x="847498" y="575608"/>
                  </a:lnTo>
                  <a:lnTo>
                    <a:pt x="849961" y="575657"/>
                  </a:lnTo>
                  <a:lnTo>
                    <a:pt x="852425" y="575703"/>
                  </a:lnTo>
                  <a:lnTo>
                    <a:pt x="854889" y="575748"/>
                  </a:lnTo>
                  <a:lnTo>
                    <a:pt x="857352" y="575793"/>
                  </a:lnTo>
                  <a:lnTo>
                    <a:pt x="859816" y="575839"/>
                  </a:lnTo>
                  <a:lnTo>
                    <a:pt x="862280" y="575888"/>
                  </a:lnTo>
                  <a:lnTo>
                    <a:pt x="864743" y="575941"/>
                  </a:lnTo>
                  <a:lnTo>
                    <a:pt x="867207" y="575998"/>
                  </a:lnTo>
                  <a:lnTo>
                    <a:pt x="869671" y="576059"/>
                  </a:lnTo>
                  <a:lnTo>
                    <a:pt x="872134" y="576126"/>
                  </a:lnTo>
                  <a:lnTo>
                    <a:pt x="874598" y="576199"/>
                  </a:lnTo>
                  <a:lnTo>
                    <a:pt x="877062" y="576279"/>
                  </a:lnTo>
                  <a:lnTo>
                    <a:pt x="879525" y="576363"/>
                  </a:lnTo>
                  <a:lnTo>
                    <a:pt x="881989" y="576454"/>
                  </a:lnTo>
                  <a:lnTo>
                    <a:pt x="884453" y="576553"/>
                  </a:lnTo>
                  <a:lnTo>
                    <a:pt x="886916" y="576657"/>
                  </a:lnTo>
                  <a:lnTo>
                    <a:pt x="889380" y="576767"/>
                  </a:lnTo>
                  <a:lnTo>
                    <a:pt x="891844" y="576883"/>
                  </a:lnTo>
                  <a:lnTo>
                    <a:pt x="894307" y="577005"/>
                  </a:lnTo>
                  <a:lnTo>
                    <a:pt x="896771" y="577132"/>
                  </a:lnTo>
                  <a:lnTo>
                    <a:pt x="899235" y="577264"/>
                  </a:lnTo>
                  <a:lnTo>
                    <a:pt x="901698" y="577400"/>
                  </a:lnTo>
                  <a:lnTo>
                    <a:pt x="904162" y="577541"/>
                  </a:lnTo>
                  <a:lnTo>
                    <a:pt x="906625" y="577685"/>
                  </a:lnTo>
                  <a:lnTo>
                    <a:pt x="909089" y="577833"/>
                  </a:lnTo>
                  <a:lnTo>
                    <a:pt x="911553" y="577983"/>
                  </a:lnTo>
                  <a:lnTo>
                    <a:pt x="914016" y="578137"/>
                  </a:lnTo>
                  <a:lnTo>
                    <a:pt x="916480" y="578292"/>
                  </a:lnTo>
                  <a:lnTo>
                    <a:pt x="918944" y="578448"/>
                  </a:lnTo>
                  <a:lnTo>
                    <a:pt x="921407" y="578606"/>
                  </a:lnTo>
                  <a:lnTo>
                    <a:pt x="923871" y="578764"/>
                  </a:lnTo>
                  <a:lnTo>
                    <a:pt x="926335" y="578923"/>
                  </a:lnTo>
                  <a:lnTo>
                    <a:pt x="928798" y="579082"/>
                  </a:lnTo>
                  <a:lnTo>
                    <a:pt x="931262" y="579240"/>
                  </a:lnTo>
                  <a:lnTo>
                    <a:pt x="933726" y="579398"/>
                  </a:lnTo>
                  <a:lnTo>
                    <a:pt x="936189" y="579554"/>
                  </a:lnTo>
                  <a:lnTo>
                    <a:pt x="938653" y="579709"/>
                  </a:lnTo>
                  <a:lnTo>
                    <a:pt x="941117" y="579862"/>
                  </a:lnTo>
                  <a:lnTo>
                    <a:pt x="943580" y="580013"/>
                  </a:lnTo>
                  <a:lnTo>
                    <a:pt x="946044" y="580161"/>
                  </a:lnTo>
                  <a:lnTo>
                    <a:pt x="948508" y="580308"/>
                  </a:lnTo>
                  <a:lnTo>
                    <a:pt x="950971" y="580451"/>
                  </a:lnTo>
                  <a:lnTo>
                    <a:pt x="953435" y="580590"/>
                  </a:lnTo>
                  <a:lnTo>
                    <a:pt x="955899" y="580727"/>
                  </a:lnTo>
                  <a:lnTo>
                    <a:pt x="958362" y="580861"/>
                  </a:lnTo>
                  <a:lnTo>
                    <a:pt x="960826" y="580990"/>
                  </a:lnTo>
                  <a:lnTo>
                    <a:pt x="963290" y="581116"/>
                  </a:lnTo>
                  <a:lnTo>
                    <a:pt x="965753" y="581238"/>
                  </a:lnTo>
                  <a:lnTo>
                    <a:pt x="968217" y="581357"/>
                  </a:lnTo>
                  <a:lnTo>
                    <a:pt x="970681" y="581470"/>
                  </a:lnTo>
                  <a:lnTo>
                    <a:pt x="973144" y="581580"/>
                  </a:lnTo>
                  <a:lnTo>
                    <a:pt x="975608" y="581685"/>
                  </a:lnTo>
                  <a:lnTo>
                    <a:pt x="978072" y="581787"/>
                  </a:lnTo>
                  <a:lnTo>
                    <a:pt x="980535" y="581883"/>
                  </a:lnTo>
                  <a:lnTo>
                    <a:pt x="982999" y="581974"/>
                  </a:lnTo>
                  <a:lnTo>
                    <a:pt x="985463" y="582062"/>
                  </a:lnTo>
                  <a:lnTo>
                    <a:pt x="987926" y="582145"/>
                  </a:lnTo>
                  <a:lnTo>
                    <a:pt x="990390" y="582223"/>
                  </a:lnTo>
                  <a:lnTo>
                    <a:pt x="992853" y="582296"/>
                  </a:lnTo>
                  <a:lnTo>
                    <a:pt x="995317" y="582365"/>
                  </a:lnTo>
                  <a:lnTo>
                    <a:pt x="997781" y="582429"/>
                  </a:lnTo>
                  <a:lnTo>
                    <a:pt x="1000244" y="582487"/>
                  </a:lnTo>
                  <a:lnTo>
                    <a:pt x="1002708" y="582541"/>
                  </a:lnTo>
                  <a:lnTo>
                    <a:pt x="1005172" y="582591"/>
                  </a:lnTo>
                  <a:lnTo>
                    <a:pt x="1007635" y="582636"/>
                  </a:lnTo>
                  <a:lnTo>
                    <a:pt x="1010099" y="582675"/>
                  </a:lnTo>
                  <a:lnTo>
                    <a:pt x="1012563" y="582709"/>
                  </a:lnTo>
                  <a:lnTo>
                    <a:pt x="1015026" y="582739"/>
                  </a:lnTo>
                  <a:lnTo>
                    <a:pt x="1017490" y="582764"/>
                  </a:lnTo>
                  <a:lnTo>
                    <a:pt x="1019954" y="582783"/>
                  </a:lnTo>
                  <a:lnTo>
                    <a:pt x="1022417" y="582797"/>
                  </a:lnTo>
                  <a:lnTo>
                    <a:pt x="1024881" y="582807"/>
                  </a:lnTo>
                  <a:lnTo>
                    <a:pt x="1027345" y="582811"/>
                  </a:lnTo>
                  <a:lnTo>
                    <a:pt x="1029808" y="582809"/>
                  </a:lnTo>
                  <a:lnTo>
                    <a:pt x="1032272" y="582802"/>
                  </a:lnTo>
                  <a:lnTo>
                    <a:pt x="1034736" y="582790"/>
                  </a:lnTo>
                  <a:lnTo>
                    <a:pt x="1037199" y="582773"/>
                  </a:lnTo>
                  <a:lnTo>
                    <a:pt x="1039663" y="582749"/>
                  </a:lnTo>
                  <a:lnTo>
                    <a:pt x="1042127" y="582720"/>
                  </a:lnTo>
                  <a:lnTo>
                    <a:pt x="1044590" y="582686"/>
                  </a:lnTo>
                  <a:lnTo>
                    <a:pt x="1047054" y="582646"/>
                  </a:lnTo>
                  <a:lnTo>
                    <a:pt x="1049518" y="582599"/>
                  </a:lnTo>
                  <a:lnTo>
                    <a:pt x="1051981" y="582546"/>
                  </a:lnTo>
                  <a:lnTo>
                    <a:pt x="1054445" y="582489"/>
                  </a:lnTo>
                  <a:lnTo>
                    <a:pt x="1056909" y="582425"/>
                  </a:lnTo>
                  <a:lnTo>
                    <a:pt x="1059372" y="582354"/>
                  </a:lnTo>
                  <a:lnTo>
                    <a:pt x="1061836" y="582278"/>
                  </a:lnTo>
                  <a:lnTo>
                    <a:pt x="1064300" y="582196"/>
                  </a:lnTo>
                  <a:lnTo>
                    <a:pt x="1066763" y="582108"/>
                  </a:lnTo>
                  <a:lnTo>
                    <a:pt x="1069227" y="582013"/>
                  </a:lnTo>
                  <a:lnTo>
                    <a:pt x="1071691" y="581913"/>
                  </a:lnTo>
                  <a:lnTo>
                    <a:pt x="1074154" y="581808"/>
                  </a:lnTo>
                  <a:lnTo>
                    <a:pt x="1076618" y="581696"/>
                  </a:lnTo>
                  <a:lnTo>
                    <a:pt x="1079082" y="581577"/>
                  </a:lnTo>
                  <a:lnTo>
                    <a:pt x="1081545" y="581454"/>
                  </a:lnTo>
                  <a:lnTo>
                    <a:pt x="1084009" y="581327"/>
                  </a:lnTo>
                  <a:lnTo>
                    <a:pt x="1086472" y="581193"/>
                  </a:lnTo>
                  <a:lnTo>
                    <a:pt x="1088936" y="581054"/>
                  </a:lnTo>
                  <a:lnTo>
                    <a:pt x="1091400" y="580911"/>
                  </a:lnTo>
                  <a:lnTo>
                    <a:pt x="1093863" y="580764"/>
                  </a:lnTo>
                  <a:lnTo>
                    <a:pt x="1096327" y="580613"/>
                  </a:lnTo>
                  <a:lnTo>
                    <a:pt x="1098791" y="580457"/>
                  </a:lnTo>
                  <a:lnTo>
                    <a:pt x="1101254" y="580299"/>
                  </a:lnTo>
                  <a:lnTo>
                    <a:pt x="1103718" y="580138"/>
                  </a:lnTo>
                  <a:lnTo>
                    <a:pt x="1106182" y="579974"/>
                  </a:lnTo>
                  <a:lnTo>
                    <a:pt x="1108645" y="579808"/>
                  </a:lnTo>
                  <a:lnTo>
                    <a:pt x="1111109" y="579641"/>
                  </a:lnTo>
                  <a:lnTo>
                    <a:pt x="1113573" y="579472"/>
                  </a:lnTo>
                  <a:lnTo>
                    <a:pt x="1116036" y="579303"/>
                  </a:lnTo>
                  <a:lnTo>
                    <a:pt x="1118500" y="579134"/>
                  </a:lnTo>
                  <a:lnTo>
                    <a:pt x="1120964" y="578965"/>
                  </a:lnTo>
                  <a:lnTo>
                    <a:pt x="1123427" y="578796"/>
                  </a:lnTo>
                  <a:lnTo>
                    <a:pt x="1125891" y="578629"/>
                  </a:lnTo>
                  <a:lnTo>
                    <a:pt x="1128355" y="578464"/>
                  </a:lnTo>
                  <a:lnTo>
                    <a:pt x="1130818" y="578302"/>
                  </a:lnTo>
                  <a:lnTo>
                    <a:pt x="1133282" y="578141"/>
                  </a:lnTo>
                  <a:lnTo>
                    <a:pt x="1135746" y="577985"/>
                  </a:lnTo>
                  <a:lnTo>
                    <a:pt x="1138209" y="577832"/>
                  </a:lnTo>
                  <a:lnTo>
                    <a:pt x="1140673" y="577682"/>
                  </a:lnTo>
                  <a:lnTo>
                    <a:pt x="1143137" y="577537"/>
                  </a:lnTo>
                  <a:lnTo>
                    <a:pt x="1145600" y="577398"/>
                  </a:lnTo>
                  <a:lnTo>
                    <a:pt x="1148064" y="577263"/>
                  </a:lnTo>
                  <a:lnTo>
                    <a:pt x="1150528" y="577134"/>
                  </a:lnTo>
                  <a:lnTo>
                    <a:pt x="1152991" y="577009"/>
                  </a:lnTo>
                  <a:lnTo>
                    <a:pt x="1155455" y="576893"/>
                  </a:lnTo>
                  <a:lnTo>
                    <a:pt x="1157919" y="576782"/>
                  </a:lnTo>
                  <a:lnTo>
                    <a:pt x="1160382" y="576677"/>
                  </a:lnTo>
                  <a:lnTo>
                    <a:pt x="1162846" y="576578"/>
                  </a:lnTo>
                  <a:lnTo>
                    <a:pt x="1165310" y="576488"/>
                  </a:lnTo>
                  <a:lnTo>
                    <a:pt x="1167773" y="576404"/>
                  </a:lnTo>
                  <a:lnTo>
                    <a:pt x="1170237" y="576326"/>
                  </a:lnTo>
                  <a:lnTo>
                    <a:pt x="1172701" y="576255"/>
                  </a:lnTo>
                  <a:lnTo>
                    <a:pt x="1175164" y="576192"/>
                  </a:lnTo>
                  <a:lnTo>
                    <a:pt x="1177628" y="576136"/>
                  </a:lnTo>
                  <a:lnTo>
                    <a:pt x="1180091" y="576087"/>
                  </a:lnTo>
                  <a:lnTo>
                    <a:pt x="1182555" y="576044"/>
                  </a:lnTo>
                  <a:lnTo>
                    <a:pt x="1185019" y="576010"/>
                  </a:lnTo>
                  <a:lnTo>
                    <a:pt x="1187482" y="575983"/>
                  </a:lnTo>
                  <a:lnTo>
                    <a:pt x="1189946" y="575962"/>
                  </a:lnTo>
                  <a:lnTo>
                    <a:pt x="1192410" y="575948"/>
                  </a:lnTo>
                  <a:lnTo>
                    <a:pt x="1194873" y="575942"/>
                  </a:lnTo>
                  <a:lnTo>
                    <a:pt x="1197337" y="575942"/>
                  </a:lnTo>
                  <a:lnTo>
                    <a:pt x="1199801" y="575949"/>
                  </a:lnTo>
                  <a:lnTo>
                    <a:pt x="1202264" y="575963"/>
                  </a:lnTo>
                  <a:lnTo>
                    <a:pt x="1204728" y="575984"/>
                  </a:lnTo>
                  <a:lnTo>
                    <a:pt x="1207192" y="576012"/>
                  </a:lnTo>
                  <a:lnTo>
                    <a:pt x="1209655" y="576045"/>
                  </a:lnTo>
                  <a:lnTo>
                    <a:pt x="1212119" y="576086"/>
                  </a:lnTo>
                  <a:lnTo>
                    <a:pt x="1214583" y="576134"/>
                  </a:lnTo>
                  <a:lnTo>
                    <a:pt x="1217046" y="576188"/>
                  </a:lnTo>
                  <a:lnTo>
                    <a:pt x="1219510" y="576247"/>
                  </a:lnTo>
                  <a:lnTo>
                    <a:pt x="1221974" y="576314"/>
                  </a:lnTo>
                  <a:lnTo>
                    <a:pt x="1224437" y="576388"/>
                  </a:lnTo>
                  <a:lnTo>
                    <a:pt x="1226901" y="576467"/>
                  </a:lnTo>
                  <a:lnTo>
                    <a:pt x="1229365" y="576551"/>
                  </a:lnTo>
                  <a:lnTo>
                    <a:pt x="1231828" y="576643"/>
                  </a:lnTo>
                  <a:lnTo>
                    <a:pt x="1234292" y="576740"/>
                  </a:lnTo>
                  <a:lnTo>
                    <a:pt x="1236756" y="576843"/>
                  </a:lnTo>
                  <a:lnTo>
                    <a:pt x="1239219" y="576951"/>
                  </a:lnTo>
                  <a:lnTo>
                    <a:pt x="1241683" y="577066"/>
                  </a:lnTo>
                  <a:lnTo>
                    <a:pt x="1244147" y="577185"/>
                  </a:lnTo>
                  <a:lnTo>
                    <a:pt x="1246610" y="577310"/>
                  </a:lnTo>
                  <a:lnTo>
                    <a:pt x="1249074" y="577438"/>
                  </a:lnTo>
                  <a:lnTo>
                    <a:pt x="1251538" y="577572"/>
                  </a:lnTo>
                  <a:lnTo>
                    <a:pt x="1254001" y="577711"/>
                  </a:lnTo>
                  <a:lnTo>
                    <a:pt x="1256465" y="577853"/>
                  </a:lnTo>
                  <a:lnTo>
                    <a:pt x="1258929" y="577998"/>
                  </a:lnTo>
                  <a:lnTo>
                    <a:pt x="1258929" y="583443"/>
                  </a:lnTo>
                  <a:lnTo>
                    <a:pt x="1256465" y="583443"/>
                  </a:lnTo>
                  <a:lnTo>
                    <a:pt x="1254001" y="583443"/>
                  </a:lnTo>
                  <a:lnTo>
                    <a:pt x="1251538" y="583443"/>
                  </a:lnTo>
                  <a:lnTo>
                    <a:pt x="1249074" y="583443"/>
                  </a:lnTo>
                  <a:lnTo>
                    <a:pt x="1246610" y="583443"/>
                  </a:lnTo>
                  <a:lnTo>
                    <a:pt x="1244147" y="583443"/>
                  </a:lnTo>
                  <a:lnTo>
                    <a:pt x="1241683" y="583443"/>
                  </a:lnTo>
                  <a:lnTo>
                    <a:pt x="1239219" y="583443"/>
                  </a:lnTo>
                  <a:lnTo>
                    <a:pt x="1236756" y="583443"/>
                  </a:lnTo>
                  <a:lnTo>
                    <a:pt x="1234292" y="583443"/>
                  </a:lnTo>
                  <a:lnTo>
                    <a:pt x="1231828" y="583443"/>
                  </a:lnTo>
                  <a:lnTo>
                    <a:pt x="1229365" y="583443"/>
                  </a:lnTo>
                  <a:lnTo>
                    <a:pt x="1226901" y="583443"/>
                  </a:lnTo>
                  <a:lnTo>
                    <a:pt x="1224437" y="583443"/>
                  </a:lnTo>
                  <a:lnTo>
                    <a:pt x="1221974" y="583443"/>
                  </a:lnTo>
                  <a:lnTo>
                    <a:pt x="1219510" y="583443"/>
                  </a:lnTo>
                  <a:lnTo>
                    <a:pt x="1217046" y="583443"/>
                  </a:lnTo>
                  <a:lnTo>
                    <a:pt x="1214583" y="583443"/>
                  </a:lnTo>
                  <a:lnTo>
                    <a:pt x="1212119" y="583443"/>
                  </a:lnTo>
                  <a:lnTo>
                    <a:pt x="1209655" y="583443"/>
                  </a:lnTo>
                  <a:lnTo>
                    <a:pt x="1207192" y="583443"/>
                  </a:lnTo>
                  <a:lnTo>
                    <a:pt x="1204728" y="583443"/>
                  </a:lnTo>
                  <a:lnTo>
                    <a:pt x="1202264" y="583443"/>
                  </a:lnTo>
                  <a:lnTo>
                    <a:pt x="1199801" y="583443"/>
                  </a:lnTo>
                  <a:lnTo>
                    <a:pt x="1197337" y="583443"/>
                  </a:lnTo>
                  <a:lnTo>
                    <a:pt x="1194873" y="583443"/>
                  </a:lnTo>
                  <a:lnTo>
                    <a:pt x="1192410" y="583443"/>
                  </a:lnTo>
                  <a:lnTo>
                    <a:pt x="1189946" y="583443"/>
                  </a:lnTo>
                  <a:lnTo>
                    <a:pt x="1187482" y="583443"/>
                  </a:lnTo>
                  <a:lnTo>
                    <a:pt x="1185019" y="583443"/>
                  </a:lnTo>
                  <a:lnTo>
                    <a:pt x="1182555" y="583443"/>
                  </a:lnTo>
                  <a:lnTo>
                    <a:pt x="1180091" y="583443"/>
                  </a:lnTo>
                  <a:lnTo>
                    <a:pt x="1177628" y="583443"/>
                  </a:lnTo>
                  <a:lnTo>
                    <a:pt x="1175164" y="583443"/>
                  </a:lnTo>
                  <a:lnTo>
                    <a:pt x="1172701" y="583443"/>
                  </a:lnTo>
                  <a:lnTo>
                    <a:pt x="1170237" y="583443"/>
                  </a:lnTo>
                  <a:lnTo>
                    <a:pt x="1167773" y="583443"/>
                  </a:lnTo>
                  <a:lnTo>
                    <a:pt x="1165310" y="583443"/>
                  </a:lnTo>
                  <a:lnTo>
                    <a:pt x="1162846" y="583443"/>
                  </a:lnTo>
                  <a:lnTo>
                    <a:pt x="1160382" y="583443"/>
                  </a:lnTo>
                  <a:lnTo>
                    <a:pt x="1157919" y="583443"/>
                  </a:lnTo>
                  <a:lnTo>
                    <a:pt x="1155455" y="583443"/>
                  </a:lnTo>
                  <a:lnTo>
                    <a:pt x="1152991" y="583443"/>
                  </a:lnTo>
                  <a:lnTo>
                    <a:pt x="1150528" y="583443"/>
                  </a:lnTo>
                  <a:lnTo>
                    <a:pt x="1148064" y="583443"/>
                  </a:lnTo>
                  <a:lnTo>
                    <a:pt x="1145600" y="583443"/>
                  </a:lnTo>
                  <a:lnTo>
                    <a:pt x="1143137" y="583443"/>
                  </a:lnTo>
                  <a:lnTo>
                    <a:pt x="1140673" y="583443"/>
                  </a:lnTo>
                  <a:lnTo>
                    <a:pt x="1138209" y="583443"/>
                  </a:lnTo>
                  <a:lnTo>
                    <a:pt x="1135746" y="583443"/>
                  </a:lnTo>
                  <a:lnTo>
                    <a:pt x="1133282" y="583443"/>
                  </a:lnTo>
                  <a:lnTo>
                    <a:pt x="1130818" y="583443"/>
                  </a:lnTo>
                  <a:lnTo>
                    <a:pt x="1128355" y="583443"/>
                  </a:lnTo>
                  <a:lnTo>
                    <a:pt x="1125891" y="583443"/>
                  </a:lnTo>
                  <a:lnTo>
                    <a:pt x="1123427" y="583443"/>
                  </a:lnTo>
                  <a:lnTo>
                    <a:pt x="1120964" y="583443"/>
                  </a:lnTo>
                  <a:lnTo>
                    <a:pt x="1118500" y="583443"/>
                  </a:lnTo>
                  <a:lnTo>
                    <a:pt x="1116036" y="583443"/>
                  </a:lnTo>
                  <a:lnTo>
                    <a:pt x="1113573" y="583443"/>
                  </a:lnTo>
                  <a:lnTo>
                    <a:pt x="1111109" y="583443"/>
                  </a:lnTo>
                  <a:lnTo>
                    <a:pt x="1108645" y="583443"/>
                  </a:lnTo>
                  <a:lnTo>
                    <a:pt x="1106182" y="583443"/>
                  </a:lnTo>
                  <a:lnTo>
                    <a:pt x="1103718" y="583443"/>
                  </a:lnTo>
                  <a:lnTo>
                    <a:pt x="1101254" y="583443"/>
                  </a:lnTo>
                  <a:lnTo>
                    <a:pt x="1098791" y="583443"/>
                  </a:lnTo>
                  <a:lnTo>
                    <a:pt x="1096327" y="583443"/>
                  </a:lnTo>
                  <a:lnTo>
                    <a:pt x="1093863" y="583443"/>
                  </a:lnTo>
                  <a:lnTo>
                    <a:pt x="1091400" y="583443"/>
                  </a:lnTo>
                  <a:lnTo>
                    <a:pt x="1088936" y="583443"/>
                  </a:lnTo>
                  <a:lnTo>
                    <a:pt x="1086472" y="583443"/>
                  </a:lnTo>
                  <a:lnTo>
                    <a:pt x="1084009" y="583443"/>
                  </a:lnTo>
                  <a:lnTo>
                    <a:pt x="1081545" y="583443"/>
                  </a:lnTo>
                  <a:lnTo>
                    <a:pt x="1079082" y="583443"/>
                  </a:lnTo>
                  <a:lnTo>
                    <a:pt x="1076618" y="583443"/>
                  </a:lnTo>
                  <a:lnTo>
                    <a:pt x="1074154" y="583443"/>
                  </a:lnTo>
                  <a:lnTo>
                    <a:pt x="1071691" y="583443"/>
                  </a:lnTo>
                  <a:lnTo>
                    <a:pt x="1069227" y="583443"/>
                  </a:lnTo>
                  <a:lnTo>
                    <a:pt x="1066763" y="583443"/>
                  </a:lnTo>
                  <a:lnTo>
                    <a:pt x="1064300" y="583443"/>
                  </a:lnTo>
                  <a:lnTo>
                    <a:pt x="1061836" y="583443"/>
                  </a:lnTo>
                  <a:lnTo>
                    <a:pt x="1059372" y="583443"/>
                  </a:lnTo>
                  <a:lnTo>
                    <a:pt x="1056909" y="583443"/>
                  </a:lnTo>
                  <a:lnTo>
                    <a:pt x="1054445" y="583443"/>
                  </a:lnTo>
                  <a:lnTo>
                    <a:pt x="1051981" y="583443"/>
                  </a:lnTo>
                  <a:lnTo>
                    <a:pt x="1049518" y="583443"/>
                  </a:lnTo>
                  <a:lnTo>
                    <a:pt x="1047054" y="583443"/>
                  </a:lnTo>
                  <a:lnTo>
                    <a:pt x="1044590" y="583443"/>
                  </a:lnTo>
                  <a:lnTo>
                    <a:pt x="1042127" y="583443"/>
                  </a:lnTo>
                  <a:lnTo>
                    <a:pt x="1039663" y="583443"/>
                  </a:lnTo>
                  <a:lnTo>
                    <a:pt x="1037199" y="583443"/>
                  </a:lnTo>
                  <a:lnTo>
                    <a:pt x="1034736" y="583443"/>
                  </a:lnTo>
                  <a:lnTo>
                    <a:pt x="1032272" y="583443"/>
                  </a:lnTo>
                  <a:lnTo>
                    <a:pt x="1029808" y="583443"/>
                  </a:lnTo>
                  <a:lnTo>
                    <a:pt x="1027345" y="583443"/>
                  </a:lnTo>
                  <a:lnTo>
                    <a:pt x="1024881" y="583443"/>
                  </a:lnTo>
                  <a:lnTo>
                    <a:pt x="1022417" y="583443"/>
                  </a:lnTo>
                  <a:lnTo>
                    <a:pt x="1019954" y="583443"/>
                  </a:lnTo>
                  <a:lnTo>
                    <a:pt x="1017490" y="583443"/>
                  </a:lnTo>
                  <a:lnTo>
                    <a:pt x="1015026" y="583443"/>
                  </a:lnTo>
                  <a:lnTo>
                    <a:pt x="1012563" y="583443"/>
                  </a:lnTo>
                  <a:lnTo>
                    <a:pt x="1010099" y="583443"/>
                  </a:lnTo>
                  <a:lnTo>
                    <a:pt x="1007635" y="583443"/>
                  </a:lnTo>
                  <a:lnTo>
                    <a:pt x="1005172" y="583443"/>
                  </a:lnTo>
                  <a:lnTo>
                    <a:pt x="1002708" y="583443"/>
                  </a:lnTo>
                  <a:lnTo>
                    <a:pt x="1000244" y="583443"/>
                  </a:lnTo>
                  <a:lnTo>
                    <a:pt x="997781" y="583443"/>
                  </a:lnTo>
                  <a:lnTo>
                    <a:pt x="995317" y="583443"/>
                  </a:lnTo>
                  <a:lnTo>
                    <a:pt x="992853" y="583443"/>
                  </a:lnTo>
                  <a:lnTo>
                    <a:pt x="990390" y="583443"/>
                  </a:lnTo>
                  <a:lnTo>
                    <a:pt x="987926" y="583443"/>
                  </a:lnTo>
                  <a:lnTo>
                    <a:pt x="985463" y="583443"/>
                  </a:lnTo>
                  <a:lnTo>
                    <a:pt x="982999" y="583443"/>
                  </a:lnTo>
                  <a:lnTo>
                    <a:pt x="980535" y="583443"/>
                  </a:lnTo>
                  <a:lnTo>
                    <a:pt x="978072" y="583443"/>
                  </a:lnTo>
                  <a:lnTo>
                    <a:pt x="975608" y="583443"/>
                  </a:lnTo>
                  <a:lnTo>
                    <a:pt x="973144" y="583443"/>
                  </a:lnTo>
                  <a:lnTo>
                    <a:pt x="970681" y="583443"/>
                  </a:lnTo>
                  <a:lnTo>
                    <a:pt x="968217" y="583443"/>
                  </a:lnTo>
                  <a:lnTo>
                    <a:pt x="965753" y="583443"/>
                  </a:lnTo>
                  <a:lnTo>
                    <a:pt x="963290" y="583443"/>
                  </a:lnTo>
                  <a:lnTo>
                    <a:pt x="960826" y="583443"/>
                  </a:lnTo>
                  <a:lnTo>
                    <a:pt x="958362" y="583443"/>
                  </a:lnTo>
                  <a:lnTo>
                    <a:pt x="955899" y="583443"/>
                  </a:lnTo>
                  <a:lnTo>
                    <a:pt x="953435" y="583443"/>
                  </a:lnTo>
                  <a:lnTo>
                    <a:pt x="950971" y="583443"/>
                  </a:lnTo>
                  <a:lnTo>
                    <a:pt x="948508" y="583443"/>
                  </a:lnTo>
                  <a:lnTo>
                    <a:pt x="946044" y="583443"/>
                  </a:lnTo>
                  <a:lnTo>
                    <a:pt x="943580" y="583443"/>
                  </a:lnTo>
                  <a:lnTo>
                    <a:pt x="941117" y="583443"/>
                  </a:lnTo>
                  <a:lnTo>
                    <a:pt x="938653" y="583443"/>
                  </a:lnTo>
                  <a:lnTo>
                    <a:pt x="936189" y="583443"/>
                  </a:lnTo>
                  <a:lnTo>
                    <a:pt x="933726" y="583443"/>
                  </a:lnTo>
                  <a:lnTo>
                    <a:pt x="931262" y="583443"/>
                  </a:lnTo>
                  <a:lnTo>
                    <a:pt x="928798" y="583443"/>
                  </a:lnTo>
                  <a:lnTo>
                    <a:pt x="926335" y="583443"/>
                  </a:lnTo>
                  <a:lnTo>
                    <a:pt x="923871" y="583443"/>
                  </a:lnTo>
                  <a:lnTo>
                    <a:pt x="921407" y="583443"/>
                  </a:lnTo>
                  <a:lnTo>
                    <a:pt x="918944" y="583443"/>
                  </a:lnTo>
                  <a:lnTo>
                    <a:pt x="916480" y="583443"/>
                  </a:lnTo>
                  <a:lnTo>
                    <a:pt x="914016" y="583443"/>
                  </a:lnTo>
                  <a:lnTo>
                    <a:pt x="911553" y="583443"/>
                  </a:lnTo>
                  <a:lnTo>
                    <a:pt x="909089" y="583443"/>
                  </a:lnTo>
                  <a:lnTo>
                    <a:pt x="906625" y="583443"/>
                  </a:lnTo>
                  <a:lnTo>
                    <a:pt x="904162" y="583443"/>
                  </a:lnTo>
                  <a:lnTo>
                    <a:pt x="901698" y="583443"/>
                  </a:lnTo>
                  <a:lnTo>
                    <a:pt x="899235" y="583443"/>
                  </a:lnTo>
                  <a:lnTo>
                    <a:pt x="896771" y="583443"/>
                  </a:lnTo>
                  <a:lnTo>
                    <a:pt x="894307" y="583443"/>
                  </a:lnTo>
                  <a:lnTo>
                    <a:pt x="891844" y="583443"/>
                  </a:lnTo>
                  <a:lnTo>
                    <a:pt x="889380" y="583443"/>
                  </a:lnTo>
                  <a:lnTo>
                    <a:pt x="886916" y="583443"/>
                  </a:lnTo>
                  <a:lnTo>
                    <a:pt x="884453" y="583443"/>
                  </a:lnTo>
                  <a:lnTo>
                    <a:pt x="881989" y="583443"/>
                  </a:lnTo>
                  <a:lnTo>
                    <a:pt x="879525" y="583443"/>
                  </a:lnTo>
                  <a:lnTo>
                    <a:pt x="877062" y="583443"/>
                  </a:lnTo>
                  <a:lnTo>
                    <a:pt x="874598" y="583443"/>
                  </a:lnTo>
                  <a:lnTo>
                    <a:pt x="872134" y="583443"/>
                  </a:lnTo>
                  <a:lnTo>
                    <a:pt x="869671" y="583443"/>
                  </a:lnTo>
                  <a:lnTo>
                    <a:pt x="867207" y="583443"/>
                  </a:lnTo>
                  <a:lnTo>
                    <a:pt x="864743" y="583443"/>
                  </a:lnTo>
                  <a:lnTo>
                    <a:pt x="862280" y="583443"/>
                  </a:lnTo>
                  <a:lnTo>
                    <a:pt x="859816" y="583443"/>
                  </a:lnTo>
                  <a:lnTo>
                    <a:pt x="857352" y="583443"/>
                  </a:lnTo>
                  <a:lnTo>
                    <a:pt x="854889" y="583443"/>
                  </a:lnTo>
                  <a:lnTo>
                    <a:pt x="852425" y="583443"/>
                  </a:lnTo>
                  <a:lnTo>
                    <a:pt x="849961" y="583443"/>
                  </a:lnTo>
                  <a:lnTo>
                    <a:pt x="847498" y="583443"/>
                  </a:lnTo>
                  <a:lnTo>
                    <a:pt x="845034" y="583443"/>
                  </a:lnTo>
                  <a:lnTo>
                    <a:pt x="842570" y="583443"/>
                  </a:lnTo>
                  <a:lnTo>
                    <a:pt x="840107" y="583443"/>
                  </a:lnTo>
                  <a:lnTo>
                    <a:pt x="837643" y="583443"/>
                  </a:lnTo>
                  <a:lnTo>
                    <a:pt x="835179" y="583443"/>
                  </a:lnTo>
                  <a:lnTo>
                    <a:pt x="832716" y="583443"/>
                  </a:lnTo>
                  <a:lnTo>
                    <a:pt x="830252" y="583443"/>
                  </a:lnTo>
                  <a:lnTo>
                    <a:pt x="827788" y="583443"/>
                  </a:lnTo>
                  <a:lnTo>
                    <a:pt x="825325" y="583443"/>
                  </a:lnTo>
                  <a:lnTo>
                    <a:pt x="822861" y="583443"/>
                  </a:lnTo>
                  <a:lnTo>
                    <a:pt x="820397" y="583443"/>
                  </a:lnTo>
                  <a:lnTo>
                    <a:pt x="817934" y="583443"/>
                  </a:lnTo>
                  <a:lnTo>
                    <a:pt x="815470" y="583443"/>
                  </a:lnTo>
                  <a:lnTo>
                    <a:pt x="813006" y="583443"/>
                  </a:lnTo>
                  <a:lnTo>
                    <a:pt x="810543" y="583443"/>
                  </a:lnTo>
                  <a:lnTo>
                    <a:pt x="808079" y="583443"/>
                  </a:lnTo>
                  <a:lnTo>
                    <a:pt x="805616" y="583443"/>
                  </a:lnTo>
                  <a:lnTo>
                    <a:pt x="803152" y="583443"/>
                  </a:lnTo>
                  <a:lnTo>
                    <a:pt x="800688" y="583443"/>
                  </a:lnTo>
                  <a:lnTo>
                    <a:pt x="798225" y="583443"/>
                  </a:lnTo>
                  <a:lnTo>
                    <a:pt x="795761" y="583443"/>
                  </a:lnTo>
                  <a:lnTo>
                    <a:pt x="793297" y="583443"/>
                  </a:lnTo>
                  <a:lnTo>
                    <a:pt x="790834" y="583443"/>
                  </a:lnTo>
                  <a:lnTo>
                    <a:pt x="788370" y="583443"/>
                  </a:lnTo>
                  <a:lnTo>
                    <a:pt x="785906" y="583443"/>
                  </a:lnTo>
                  <a:lnTo>
                    <a:pt x="783443" y="583443"/>
                  </a:lnTo>
                  <a:lnTo>
                    <a:pt x="780979" y="583443"/>
                  </a:lnTo>
                  <a:lnTo>
                    <a:pt x="778515" y="583443"/>
                  </a:lnTo>
                  <a:lnTo>
                    <a:pt x="776052" y="583443"/>
                  </a:lnTo>
                  <a:lnTo>
                    <a:pt x="773588" y="583443"/>
                  </a:lnTo>
                  <a:lnTo>
                    <a:pt x="771124" y="583443"/>
                  </a:lnTo>
                  <a:lnTo>
                    <a:pt x="768661" y="583443"/>
                  </a:lnTo>
                  <a:lnTo>
                    <a:pt x="766197" y="583443"/>
                  </a:lnTo>
                  <a:lnTo>
                    <a:pt x="763733" y="583443"/>
                  </a:lnTo>
                  <a:lnTo>
                    <a:pt x="761270" y="583443"/>
                  </a:lnTo>
                  <a:lnTo>
                    <a:pt x="758806" y="583443"/>
                  </a:lnTo>
                  <a:lnTo>
                    <a:pt x="756342" y="583443"/>
                  </a:lnTo>
                  <a:lnTo>
                    <a:pt x="753879" y="583443"/>
                  </a:lnTo>
                  <a:lnTo>
                    <a:pt x="751415" y="583443"/>
                  </a:lnTo>
                  <a:lnTo>
                    <a:pt x="748951" y="583443"/>
                  </a:lnTo>
                  <a:lnTo>
                    <a:pt x="746488" y="583443"/>
                  </a:lnTo>
                  <a:lnTo>
                    <a:pt x="744024" y="583443"/>
                  </a:lnTo>
                  <a:lnTo>
                    <a:pt x="741560" y="583443"/>
                  </a:lnTo>
                  <a:lnTo>
                    <a:pt x="739097" y="583443"/>
                  </a:lnTo>
                  <a:lnTo>
                    <a:pt x="736633" y="583443"/>
                  </a:lnTo>
                  <a:lnTo>
                    <a:pt x="734169" y="583443"/>
                  </a:lnTo>
                  <a:lnTo>
                    <a:pt x="731706" y="583443"/>
                  </a:lnTo>
                  <a:lnTo>
                    <a:pt x="729242" y="583443"/>
                  </a:lnTo>
                  <a:lnTo>
                    <a:pt x="726778" y="583443"/>
                  </a:lnTo>
                  <a:lnTo>
                    <a:pt x="724315" y="583443"/>
                  </a:lnTo>
                  <a:lnTo>
                    <a:pt x="721851" y="583443"/>
                  </a:lnTo>
                  <a:lnTo>
                    <a:pt x="719388" y="583443"/>
                  </a:lnTo>
                  <a:lnTo>
                    <a:pt x="716924" y="583443"/>
                  </a:lnTo>
                  <a:lnTo>
                    <a:pt x="714460" y="583443"/>
                  </a:lnTo>
                  <a:lnTo>
                    <a:pt x="711997" y="583443"/>
                  </a:lnTo>
                  <a:lnTo>
                    <a:pt x="709533" y="583443"/>
                  </a:lnTo>
                  <a:lnTo>
                    <a:pt x="707069" y="583443"/>
                  </a:lnTo>
                  <a:lnTo>
                    <a:pt x="704606" y="583443"/>
                  </a:lnTo>
                  <a:lnTo>
                    <a:pt x="702142" y="583443"/>
                  </a:lnTo>
                  <a:lnTo>
                    <a:pt x="699678" y="583443"/>
                  </a:lnTo>
                  <a:lnTo>
                    <a:pt x="697215" y="583443"/>
                  </a:lnTo>
                  <a:lnTo>
                    <a:pt x="694751" y="583443"/>
                  </a:lnTo>
                  <a:lnTo>
                    <a:pt x="692287" y="583443"/>
                  </a:lnTo>
                  <a:lnTo>
                    <a:pt x="689824" y="583443"/>
                  </a:lnTo>
                  <a:lnTo>
                    <a:pt x="687360" y="583443"/>
                  </a:lnTo>
                  <a:lnTo>
                    <a:pt x="684896" y="583443"/>
                  </a:lnTo>
                  <a:lnTo>
                    <a:pt x="682433" y="583443"/>
                  </a:lnTo>
                  <a:lnTo>
                    <a:pt x="679969" y="583443"/>
                  </a:lnTo>
                  <a:lnTo>
                    <a:pt x="677505" y="583443"/>
                  </a:lnTo>
                  <a:lnTo>
                    <a:pt x="675042" y="583443"/>
                  </a:lnTo>
                  <a:lnTo>
                    <a:pt x="672578" y="583443"/>
                  </a:lnTo>
                  <a:lnTo>
                    <a:pt x="670114" y="583443"/>
                  </a:lnTo>
                  <a:lnTo>
                    <a:pt x="667651" y="583443"/>
                  </a:lnTo>
                  <a:lnTo>
                    <a:pt x="665187" y="583443"/>
                  </a:lnTo>
                  <a:lnTo>
                    <a:pt x="662723" y="583443"/>
                  </a:lnTo>
                  <a:lnTo>
                    <a:pt x="660260" y="583443"/>
                  </a:lnTo>
                  <a:lnTo>
                    <a:pt x="657796" y="583443"/>
                  </a:lnTo>
                  <a:lnTo>
                    <a:pt x="655332" y="583443"/>
                  </a:lnTo>
                  <a:lnTo>
                    <a:pt x="652869" y="583443"/>
                  </a:lnTo>
                  <a:lnTo>
                    <a:pt x="650405" y="583443"/>
                  </a:lnTo>
                  <a:lnTo>
                    <a:pt x="647941" y="583443"/>
                  </a:lnTo>
                  <a:lnTo>
                    <a:pt x="645478" y="583443"/>
                  </a:lnTo>
                  <a:lnTo>
                    <a:pt x="643014" y="583443"/>
                  </a:lnTo>
                  <a:lnTo>
                    <a:pt x="640550" y="583443"/>
                  </a:lnTo>
                  <a:lnTo>
                    <a:pt x="638087" y="583443"/>
                  </a:lnTo>
                  <a:lnTo>
                    <a:pt x="635623" y="583443"/>
                  </a:lnTo>
                  <a:lnTo>
                    <a:pt x="633159" y="583443"/>
                  </a:lnTo>
                  <a:lnTo>
                    <a:pt x="630696" y="583443"/>
                  </a:lnTo>
                  <a:lnTo>
                    <a:pt x="628232" y="583443"/>
                  </a:lnTo>
                  <a:lnTo>
                    <a:pt x="625769" y="583443"/>
                  </a:lnTo>
                  <a:lnTo>
                    <a:pt x="623305" y="583443"/>
                  </a:lnTo>
                  <a:lnTo>
                    <a:pt x="620841" y="583443"/>
                  </a:lnTo>
                  <a:lnTo>
                    <a:pt x="618378" y="583443"/>
                  </a:lnTo>
                  <a:lnTo>
                    <a:pt x="615914" y="583443"/>
                  </a:lnTo>
                  <a:lnTo>
                    <a:pt x="613450" y="583443"/>
                  </a:lnTo>
                  <a:lnTo>
                    <a:pt x="610987" y="583443"/>
                  </a:lnTo>
                  <a:lnTo>
                    <a:pt x="608523" y="583443"/>
                  </a:lnTo>
                  <a:lnTo>
                    <a:pt x="606059" y="583443"/>
                  </a:lnTo>
                  <a:lnTo>
                    <a:pt x="603596" y="583443"/>
                  </a:lnTo>
                  <a:lnTo>
                    <a:pt x="601132" y="583443"/>
                  </a:lnTo>
                  <a:lnTo>
                    <a:pt x="598668" y="583443"/>
                  </a:lnTo>
                  <a:lnTo>
                    <a:pt x="596205" y="583443"/>
                  </a:lnTo>
                  <a:lnTo>
                    <a:pt x="593741" y="583443"/>
                  </a:lnTo>
                  <a:lnTo>
                    <a:pt x="591277" y="583443"/>
                  </a:lnTo>
                  <a:lnTo>
                    <a:pt x="588814" y="583443"/>
                  </a:lnTo>
                  <a:lnTo>
                    <a:pt x="586350" y="583443"/>
                  </a:lnTo>
                  <a:lnTo>
                    <a:pt x="583886" y="583443"/>
                  </a:lnTo>
                  <a:lnTo>
                    <a:pt x="581423" y="583443"/>
                  </a:lnTo>
                  <a:lnTo>
                    <a:pt x="578959" y="583443"/>
                  </a:lnTo>
                  <a:lnTo>
                    <a:pt x="576495" y="583443"/>
                  </a:lnTo>
                  <a:lnTo>
                    <a:pt x="574032" y="583443"/>
                  </a:lnTo>
                  <a:lnTo>
                    <a:pt x="571568" y="583443"/>
                  </a:lnTo>
                  <a:lnTo>
                    <a:pt x="569104" y="583443"/>
                  </a:lnTo>
                  <a:lnTo>
                    <a:pt x="566641" y="583443"/>
                  </a:lnTo>
                  <a:lnTo>
                    <a:pt x="564177" y="583443"/>
                  </a:lnTo>
                  <a:lnTo>
                    <a:pt x="561713" y="583443"/>
                  </a:lnTo>
                  <a:lnTo>
                    <a:pt x="559250" y="583443"/>
                  </a:lnTo>
                  <a:lnTo>
                    <a:pt x="556786" y="583443"/>
                  </a:lnTo>
                  <a:lnTo>
                    <a:pt x="554322" y="583443"/>
                  </a:lnTo>
                  <a:lnTo>
                    <a:pt x="551859" y="583443"/>
                  </a:lnTo>
                  <a:lnTo>
                    <a:pt x="549395" y="583443"/>
                  </a:lnTo>
                  <a:lnTo>
                    <a:pt x="546931" y="583443"/>
                  </a:lnTo>
                  <a:lnTo>
                    <a:pt x="544468" y="583443"/>
                  </a:lnTo>
                  <a:lnTo>
                    <a:pt x="542004" y="583443"/>
                  </a:lnTo>
                  <a:lnTo>
                    <a:pt x="539541" y="583443"/>
                  </a:lnTo>
                  <a:lnTo>
                    <a:pt x="537077" y="583443"/>
                  </a:lnTo>
                  <a:lnTo>
                    <a:pt x="534613" y="583443"/>
                  </a:lnTo>
                  <a:lnTo>
                    <a:pt x="532150" y="583443"/>
                  </a:lnTo>
                  <a:lnTo>
                    <a:pt x="529686" y="583443"/>
                  </a:lnTo>
                  <a:lnTo>
                    <a:pt x="527222" y="583443"/>
                  </a:lnTo>
                  <a:lnTo>
                    <a:pt x="524759" y="583443"/>
                  </a:lnTo>
                  <a:lnTo>
                    <a:pt x="522295" y="583443"/>
                  </a:lnTo>
                  <a:lnTo>
                    <a:pt x="519831" y="583443"/>
                  </a:lnTo>
                  <a:lnTo>
                    <a:pt x="517368" y="583443"/>
                  </a:lnTo>
                  <a:lnTo>
                    <a:pt x="514904" y="583443"/>
                  </a:lnTo>
                  <a:lnTo>
                    <a:pt x="512440" y="583443"/>
                  </a:lnTo>
                  <a:lnTo>
                    <a:pt x="509977" y="583443"/>
                  </a:lnTo>
                  <a:lnTo>
                    <a:pt x="507513" y="583443"/>
                  </a:lnTo>
                  <a:lnTo>
                    <a:pt x="505049" y="583443"/>
                  </a:lnTo>
                  <a:lnTo>
                    <a:pt x="502586" y="583443"/>
                  </a:lnTo>
                  <a:lnTo>
                    <a:pt x="500122" y="583443"/>
                  </a:lnTo>
                  <a:lnTo>
                    <a:pt x="497658" y="583443"/>
                  </a:lnTo>
                  <a:lnTo>
                    <a:pt x="495195" y="583443"/>
                  </a:lnTo>
                  <a:lnTo>
                    <a:pt x="492731" y="583443"/>
                  </a:lnTo>
                  <a:lnTo>
                    <a:pt x="490267" y="583443"/>
                  </a:lnTo>
                  <a:lnTo>
                    <a:pt x="487804" y="583443"/>
                  </a:lnTo>
                  <a:lnTo>
                    <a:pt x="485340" y="583443"/>
                  </a:lnTo>
                  <a:lnTo>
                    <a:pt x="482876" y="583443"/>
                  </a:lnTo>
                  <a:lnTo>
                    <a:pt x="480413" y="583443"/>
                  </a:lnTo>
                  <a:lnTo>
                    <a:pt x="477949" y="583443"/>
                  </a:lnTo>
                  <a:lnTo>
                    <a:pt x="475485" y="583443"/>
                  </a:lnTo>
                  <a:lnTo>
                    <a:pt x="473022" y="583443"/>
                  </a:lnTo>
                  <a:lnTo>
                    <a:pt x="470558" y="583443"/>
                  </a:lnTo>
                  <a:lnTo>
                    <a:pt x="468094" y="583443"/>
                  </a:lnTo>
                  <a:lnTo>
                    <a:pt x="465631" y="583443"/>
                  </a:lnTo>
                  <a:lnTo>
                    <a:pt x="463167" y="583443"/>
                  </a:lnTo>
                  <a:lnTo>
                    <a:pt x="460703" y="583443"/>
                  </a:lnTo>
                  <a:lnTo>
                    <a:pt x="458240" y="583443"/>
                  </a:lnTo>
                  <a:lnTo>
                    <a:pt x="455776" y="583443"/>
                  </a:lnTo>
                  <a:lnTo>
                    <a:pt x="453312" y="583443"/>
                  </a:lnTo>
                  <a:lnTo>
                    <a:pt x="450849" y="583443"/>
                  </a:lnTo>
                  <a:lnTo>
                    <a:pt x="448385" y="583443"/>
                  </a:lnTo>
                  <a:lnTo>
                    <a:pt x="445922" y="583443"/>
                  </a:lnTo>
                  <a:lnTo>
                    <a:pt x="443458" y="583443"/>
                  </a:lnTo>
                  <a:lnTo>
                    <a:pt x="440994" y="583443"/>
                  </a:lnTo>
                  <a:lnTo>
                    <a:pt x="438531" y="583443"/>
                  </a:lnTo>
                  <a:lnTo>
                    <a:pt x="436067" y="583443"/>
                  </a:lnTo>
                  <a:lnTo>
                    <a:pt x="433603" y="583443"/>
                  </a:lnTo>
                  <a:lnTo>
                    <a:pt x="431140" y="583443"/>
                  </a:lnTo>
                  <a:lnTo>
                    <a:pt x="428676" y="583443"/>
                  </a:lnTo>
                  <a:lnTo>
                    <a:pt x="426212" y="583443"/>
                  </a:lnTo>
                  <a:lnTo>
                    <a:pt x="423749" y="583443"/>
                  </a:lnTo>
                  <a:lnTo>
                    <a:pt x="421285" y="583443"/>
                  </a:lnTo>
                  <a:lnTo>
                    <a:pt x="418821" y="583443"/>
                  </a:lnTo>
                  <a:lnTo>
                    <a:pt x="416358" y="583443"/>
                  </a:lnTo>
                  <a:lnTo>
                    <a:pt x="413894" y="583443"/>
                  </a:lnTo>
                  <a:lnTo>
                    <a:pt x="411430" y="583443"/>
                  </a:lnTo>
                  <a:lnTo>
                    <a:pt x="408967" y="583443"/>
                  </a:lnTo>
                  <a:lnTo>
                    <a:pt x="406503" y="583443"/>
                  </a:lnTo>
                  <a:lnTo>
                    <a:pt x="404039" y="583443"/>
                  </a:lnTo>
                  <a:lnTo>
                    <a:pt x="401576" y="583443"/>
                  </a:lnTo>
                  <a:lnTo>
                    <a:pt x="399112" y="583443"/>
                  </a:lnTo>
                  <a:lnTo>
                    <a:pt x="396648" y="583443"/>
                  </a:lnTo>
                  <a:lnTo>
                    <a:pt x="394185" y="583443"/>
                  </a:lnTo>
                  <a:lnTo>
                    <a:pt x="391721" y="583443"/>
                  </a:lnTo>
                  <a:lnTo>
                    <a:pt x="389257" y="583443"/>
                  </a:lnTo>
                  <a:lnTo>
                    <a:pt x="386794" y="583443"/>
                  </a:lnTo>
                  <a:lnTo>
                    <a:pt x="384330" y="583443"/>
                  </a:lnTo>
                  <a:lnTo>
                    <a:pt x="381866" y="583443"/>
                  </a:lnTo>
                  <a:lnTo>
                    <a:pt x="379403" y="583443"/>
                  </a:lnTo>
                  <a:lnTo>
                    <a:pt x="376939" y="583443"/>
                  </a:lnTo>
                  <a:lnTo>
                    <a:pt x="374475" y="583443"/>
                  </a:lnTo>
                  <a:lnTo>
                    <a:pt x="372012" y="583443"/>
                  </a:lnTo>
                  <a:lnTo>
                    <a:pt x="369548" y="583443"/>
                  </a:lnTo>
                  <a:lnTo>
                    <a:pt x="367084" y="583443"/>
                  </a:lnTo>
                  <a:lnTo>
                    <a:pt x="364621" y="583443"/>
                  </a:lnTo>
                  <a:lnTo>
                    <a:pt x="362157" y="583443"/>
                  </a:lnTo>
                  <a:lnTo>
                    <a:pt x="359694" y="583443"/>
                  </a:lnTo>
                  <a:lnTo>
                    <a:pt x="357230" y="583443"/>
                  </a:lnTo>
                  <a:lnTo>
                    <a:pt x="354766" y="583443"/>
                  </a:lnTo>
                  <a:lnTo>
                    <a:pt x="352303" y="583443"/>
                  </a:lnTo>
                  <a:lnTo>
                    <a:pt x="349839" y="583443"/>
                  </a:lnTo>
                  <a:lnTo>
                    <a:pt x="347375" y="583443"/>
                  </a:lnTo>
                  <a:lnTo>
                    <a:pt x="344912" y="583443"/>
                  </a:lnTo>
                  <a:lnTo>
                    <a:pt x="342448" y="583443"/>
                  </a:lnTo>
                  <a:lnTo>
                    <a:pt x="339984" y="583443"/>
                  </a:lnTo>
                  <a:lnTo>
                    <a:pt x="337521" y="583443"/>
                  </a:lnTo>
                  <a:lnTo>
                    <a:pt x="335057" y="583443"/>
                  </a:lnTo>
                  <a:lnTo>
                    <a:pt x="332593" y="583443"/>
                  </a:lnTo>
                  <a:lnTo>
                    <a:pt x="330130" y="583443"/>
                  </a:lnTo>
                  <a:lnTo>
                    <a:pt x="327666" y="583443"/>
                  </a:lnTo>
                  <a:lnTo>
                    <a:pt x="325202" y="583443"/>
                  </a:lnTo>
                  <a:lnTo>
                    <a:pt x="322739" y="583443"/>
                  </a:lnTo>
                  <a:lnTo>
                    <a:pt x="320275" y="583443"/>
                  </a:lnTo>
                  <a:lnTo>
                    <a:pt x="317811" y="583443"/>
                  </a:lnTo>
                  <a:lnTo>
                    <a:pt x="315348" y="583443"/>
                  </a:lnTo>
                  <a:lnTo>
                    <a:pt x="312884" y="583443"/>
                  </a:lnTo>
                  <a:lnTo>
                    <a:pt x="310420" y="583443"/>
                  </a:lnTo>
                  <a:lnTo>
                    <a:pt x="307957" y="583443"/>
                  </a:lnTo>
                  <a:lnTo>
                    <a:pt x="305493" y="583443"/>
                  </a:lnTo>
                  <a:lnTo>
                    <a:pt x="303029" y="583443"/>
                  </a:lnTo>
                  <a:lnTo>
                    <a:pt x="300566" y="583443"/>
                  </a:lnTo>
                  <a:lnTo>
                    <a:pt x="298102" y="583443"/>
                  </a:lnTo>
                  <a:lnTo>
                    <a:pt x="295638" y="583443"/>
                  </a:lnTo>
                  <a:lnTo>
                    <a:pt x="293175" y="583443"/>
                  </a:lnTo>
                  <a:lnTo>
                    <a:pt x="290711" y="583443"/>
                  </a:lnTo>
                  <a:lnTo>
                    <a:pt x="288247" y="583443"/>
                  </a:lnTo>
                  <a:lnTo>
                    <a:pt x="285784" y="583443"/>
                  </a:lnTo>
                  <a:lnTo>
                    <a:pt x="283320" y="583443"/>
                  </a:lnTo>
                  <a:lnTo>
                    <a:pt x="280856" y="583443"/>
                  </a:lnTo>
                  <a:lnTo>
                    <a:pt x="278393" y="583443"/>
                  </a:lnTo>
                  <a:lnTo>
                    <a:pt x="275929" y="583443"/>
                  </a:lnTo>
                  <a:lnTo>
                    <a:pt x="273465" y="583443"/>
                  </a:lnTo>
                  <a:lnTo>
                    <a:pt x="271002" y="583443"/>
                  </a:lnTo>
                  <a:lnTo>
                    <a:pt x="268538" y="583443"/>
                  </a:lnTo>
                  <a:lnTo>
                    <a:pt x="266075" y="583443"/>
                  </a:lnTo>
                  <a:lnTo>
                    <a:pt x="263611" y="583443"/>
                  </a:lnTo>
                  <a:lnTo>
                    <a:pt x="261147" y="583443"/>
                  </a:lnTo>
                  <a:lnTo>
                    <a:pt x="258684" y="583443"/>
                  </a:lnTo>
                  <a:lnTo>
                    <a:pt x="256220" y="583443"/>
                  </a:lnTo>
                  <a:lnTo>
                    <a:pt x="253756" y="583443"/>
                  </a:lnTo>
                  <a:lnTo>
                    <a:pt x="251293" y="583443"/>
                  </a:lnTo>
                  <a:lnTo>
                    <a:pt x="248829" y="583443"/>
                  </a:lnTo>
                  <a:lnTo>
                    <a:pt x="246365" y="583443"/>
                  </a:lnTo>
                  <a:lnTo>
                    <a:pt x="243902" y="583443"/>
                  </a:lnTo>
                  <a:lnTo>
                    <a:pt x="241438" y="583443"/>
                  </a:lnTo>
                  <a:lnTo>
                    <a:pt x="238974" y="583443"/>
                  </a:lnTo>
                  <a:lnTo>
                    <a:pt x="236511" y="583443"/>
                  </a:lnTo>
                  <a:lnTo>
                    <a:pt x="234047" y="583443"/>
                  </a:lnTo>
                  <a:lnTo>
                    <a:pt x="231583" y="583443"/>
                  </a:lnTo>
                  <a:lnTo>
                    <a:pt x="229120" y="583443"/>
                  </a:lnTo>
                  <a:lnTo>
                    <a:pt x="226656" y="583443"/>
                  </a:lnTo>
                  <a:lnTo>
                    <a:pt x="224192" y="583443"/>
                  </a:lnTo>
                  <a:lnTo>
                    <a:pt x="221729" y="583443"/>
                  </a:lnTo>
                  <a:lnTo>
                    <a:pt x="219265" y="583443"/>
                  </a:lnTo>
                  <a:lnTo>
                    <a:pt x="216801" y="583443"/>
                  </a:lnTo>
                  <a:lnTo>
                    <a:pt x="214338" y="583443"/>
                  </a:lnTo>
                  <a:lnTo>
                    <a:pt x="211874" y="583443"/>
                  </a:lnTo>
                  <a:lnTo>
                    <a:pt x="209410" y="583443"/>
                  </a:lnTo>
                  <a:lnTo>
                    <a:pt x="206947" y="583443"/>
                  </a:lnTo>
                  <a:lnTo>
                    <a:pt x="204483" y="583443"/>
                  </a:lnTo>
                  <a:lnTo>
                    <a:pt x="202019" y="583443"/>
                  </a:lnTo>
                  <a:lnTo>
                    <a:pt x="199556" y="583443"/>
                  </a:lnTo>
                  <a:lnTo>
                    <a:pt x="197092" y="583443"/>
                  </a:lnTo>
                  <a:lnTo>
                    <a:pt x="194628" y="583443"/>
                  </a:lnTo>
                  <a:lnTo>
                    <a:pt x="192165" y="583443"/>
                  </a:lnTo>
                  <a:lnTo>
                    <a:pt x="189701" y="583443"/>
                  </a:lnTo>
                  <a:lnTo>
                    <a:pt x="187237" y="583443"/>
                  </a:lnTo>
                  <a:lnTo>
                    <a:pt x="184774" y="583443"/>
                  </a:lnTo>
                  <a:lnTo>
                    <a:pt x="182310" y="583443"/>
                  </a:lnTo>
                  <a:lnTo>
                    <a:pt x="179847" y="583443"/>
                  </a:lnTo>
                  <a:lnTo>
                    <a:pt x="177383" y="583443"/>
                  </a:lnTo>
                  <a:lnTo>
                    <a:pt x="174919" y="583443"/>
                  </a:lnTo>
                  <a:lnTo>
                    <a:pt x="172456" y="583443"/>
                  </a:lnTo>
                  <a:lnTo>
                    <a:pt x="169992" y="583443"/>
                  </a:lnTo>
                  <a:lnTo>
                    <a:pt x="167528" y="583443"/>
                  </a:lnTo>
                  <a:lnTo>
                    <a:pt x="165065" y="583443"/>
                  </a:lnTo>
                  <a:lnTo>
                    <a:pt x="162601" y="583443"/>
                  </a:lnTo>
                  <a:lnTo>
                    <a:pt x="160137" y="583443"/>
                  </a:lnTo>
                  <a:lnTo>
                    <a:pt x="157674" y="583443"/>
                  </a:lnTo>
                  <a:lnTo>
                    <a:pt x="155210" y="583443"/>
                  </a:lnTo>
                  <a:lnTo>
                    <a:pt x="152746" y="583443"/>
                  </a:lnTo>
                  <a:lnTo>
                    <a:pt x="150283" y="583443"/>
                  </a:lnTo>
                  <a:lnTo>
                    <a:pt x="147819" y="583443"/>
                  </a:lnTo>
                  <a:lnTo>
                    <a:pt x="145355" y="583443"/>
                  </a:lnTo>
                  <a:lnTo>
                    <a:pt x="142892" y="583443"/>
                  </a:lnTo>
                  <a:lnTo>
                    <a:pt x="140428" y="583443"/>
                  </a:lnTo>
                  <a:lnTo>
                    <a:pt x="137964" y="583443"/>
                  </a:lnTo>
                  <a:lnTo>
                    <a:pt x="135501" y="583443"/>
                  </a:lnTo>
                  <a:lnTo>
                    <a:pt x="133037" y="583443"/>
                  </a:lnTo>
                  <a:lnTo>
                    <a:pt x="130573" y="583443"/>
                  </a:lnTo>
                  <a:lnTo>
                    <a:pt x="128110" y="583443"/>
                  </a:lnTo>
                  <a:lnTo>
                    <a:pt x="125646" y="583443"/>
                  </a:lnTo>
                  <a:lnTo>
                    <a:pt x="123182" y="583443"/>
                  </a:lnTo>
                  <a:lnTo>
                    <a:pt x="120719" y="583443"/>
                  </a:lnTo>
                  <a:lnTo>
                    <a:pt x="118255" y="583443"/>
                  </a:lnTo>
                  <a:lnTo>
                    <a:pt x="115791" y="583443"/>
                  </a:lnTo>
                  <a:lnTo>
                    <a:pt x="113328" y="583443"/>
                  </a:lnTo>
                  <a:lnTo>
                    <a:pt x="110864" y="583443"/>
                  </a:lnTo>
                  <a:lnTo>
                    <a:pt x="108400" y="583443"/>
                  </a:lnTo>
                  <a:lnTo>
                    <a:pt x="105937" y="583443"/>
                  </a:lnTo>
                  <a:lnTo>
                    <a:pt x="103473" y="583443"/>
                  </a:lnTo>
                  <a:lnTo>
                    <a:pt x="101009" y="583443"/>
                  </a:lnTo>
                  <a:lnTo>
                    <a:pt x="98546" y="583443"/>
                  </a:lnTo>
                  <a:lnTo>
                    <a:pt x="96082" y="583443"/>
                  </a:lnTo>
                  <a:lnTo>
                    <a:pt x="93618" y="583443"/>
                  </a:lnTo>
                  <a:lnTo>
                    <a:pt x="91155" y="583443"/>
                  </a:lnTo>
                  <a:lnTo>
                    <a:pt x="88691" y="583443"/>
                  </a:lnTo>
                  <a:lnTo>
                    <a:pt x="86228" y="583443"/>
                  </a:lnTo>
                  <a:lnTo>
                    <a:pt x="83764" y="583443"/>
                  </a:lnTo>
                  <a:lnTo>
                    <a:pt x="81300" y="583443"/>
                  </a:lnTo>
                  <a:lnTo>
                    <a:pt x="78837" y="583443"/>
                  </a:lnTo>
                  <a:lnTo>
                    <a:pt x="76373" y="583443"/>
                  </a:lnTo>
                  <a:lnTo>
                    <a:pt x="73909" y="583443"/>
                  </a:lnTo>
                  <a:lnTo>
                    <a:pt x="71446" y="583443"/>
                  </a:lnTo>
                  <a:lnTo>
                    <a:pt x="68982" y="583443"/>
                  </a:lnTo>
                  <a:lnTo>
                    <a:pt x="66518" y="583443"/>
                  </a:lnTo>
                  <a:lnTo>
                    <a:pt x="64055" y="583443"/>
                  </a:lnTo>
                  <a:lnTo>
                    <a:pt x="61591" y="583443"/>
                  </a:lnTo>
                  <a:lnTo>
                    <a:pt x="59127" y="583443"/>
                  </a:lnTo>
                  <a:lnTo>
                    <a:pt x="56664" y="583443"/>
                  </a:lnTo>
                  <a:lnTo>
                    <a:pt x="54200" y="583443"/>
                  </a:lnTo>
                  <a:lnTo>
                    <a:pt x="51736" y="583443"/>
                  </a:lnTo>
                  <a:lnTo>
                    <a:pt x="49273" y="583443"/>
                  </a:lnTo>
                  <a:lnTo>
                    <a:pt x="46809" y="583443"/>
                  </a:lnTo>
                  <a:lnTo>
                    <a:pt x="44345" y="583443"/>
                  </a:lnTo>
                  <a:lnTo>
                    <a:pt x="41882" y="583443"/>
                  </a:lnTo>
                  <a:lnTo>
                    <a:pt x="39418" y="583443"/>
                  </a:lnTo>
                  <a:lnTo>
                    <a:pt x="36954" y="583443"/>
                  </a:lnTo>
                  <a:lnTo>
                    <a:pt x="34491" y="583443"/>
                  </a:lnTo>
                  <a:lnTo>
                    <a:pt x="32027" y="583443"/>
                  </a:lnTo>
                  <a:lnTo>
                    <a:pt x="29563" y="583443"/>
                  </a:lnTo>
                  <a:lnTo>
                    <a:pt x="27100" y="583443"/>
                  </a:lnTo>
                  <a:lnTo>
                    <a:pt x="24636" y="583443"/>
                  </a:lnTo>
                  <a:lnTo>
                    <a:pt x="22172" y="583443"/>
                  </a:lnTo>
                  <a:lnTo>
                    <a:pt x="19709" y="583443"/>
                  </a:lnTo>
                  <a:lnTo>
                    <a:pt x="17245" y="583443"/>
                  </a:lnTo>
                  <a:lnTo>
                    <a:pt x="14781" y="583443"/>
                  </a:lnTo>
                  <a:lnTo>
                    <a:pt x="12318" y="583443"/>
                  </a:lnTo>
                  <a:lnTo>
                    <a:pt x="9854" y="583443"/>
                  </a:lnTo>
                  <a:lnTo>
                    <a:pt x="7390" y="583443"/>
                  </a:lnTo>
                  <a:lnTo>
                    <a:pt x="4927" y="583443"/>
                  </a:lnTo>
                  <a:lnTo>
                    <a:pt x="2463" y="583443"/>
                  </a:lnTo>
                  <a:lnTo>
                    <a:pt x="0" y="58344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5481616" y="3556398"/>
              <a:ext cx="1258929" cy="582811"/>
            </a:xfrm>
            <a:custGeom>
              <a:avLst/>
              <a:pathLst>
                <a:path w="1258929" h="582811">
                  <a:moveTo>
                    <a:pt x="0" y="582336"/>
                  </a:moveTo>
                  <a:lnTo>
                    <a:pt x="2463" y="582198"/>
                  </a:lnTo>
                  <a:lnTo>
                    <a:pt x="4927" y="582048"/>
                  </a:lnTo>
                  <a:lnTo>
                    <a:pt x="7390" y="581885"/>
                  </a:lnTo>
                  <a:lnTo>
                    <a:pt x="9854" y="581706"/>
                  </a:lnTo>
                  <a:lnTo>
                    <a:pt x="12318" y="581506"/>
                  </a:lnTo>
                  <a:lnTo>
                    <a:pt x="14781" y="581289"/>
                  </a:lnTo>
                  <a:lnTo>
                    <a:pt x="17245" y="581055"/>
                  </a:lnTo>
                  <a:lnTo>
                    <a:pt x="19709" y="580800"/>
                  </a:lnTo>
                  <a:lnTo>
                    <a:pt x="22172" y="580518"/>
                  </a:lnTo>
                  <a:lnTo>
                    <a:pt x="24636" y="580216"/>
                  </a:lnTo>
                  <a:lnTo>
                    <a:pt x="27100" y="579892"/>
                  </a:lnTo>
                  <a:lnTo>
                    <a:pt x="29563" y="579540"/>
                  </a:lnTo>
                  <a:lnTo>
                    <a:pt x="32027" y="579158"/>
                  </a:lnTo>
                  <a:lnTo>
                    <a:pt x="34491" y="578751"/>
                  </a:lnTo>
                  <a:lnTo>
                    <a:pt x="36954" y="578318"/>
                  </a:lnTo>
                  <a:lnTo>
                    <a:pt x="39418" y="577852"/>
                  </a:lnTo>
                  <a:lnTo>
                    <a:pt x="41882" y="577351"/>
                  </a:lnTo>
                  <a:lnTo>
                    <a:pt x="44345" y="576822"/>
                  </a:lnTo>
                  <a:lnTo>
                    <a:pt x="46809" y="576265"/>
                  </a:lnTo>
                  <a:lnTo>
                    <a:pt x="49273" y="575670"/>
                  </a:lnTo>
                  <a:lnTo>
                    <a:pt x="51736" y="575039"/>
                  </a:lnTo>
                  <a:lnTo>
                    <a:pt x="54200" y="574378"/>
                  </a:lnTo>
                  <a:lnTo>
                    <a:pt x="56664" y="573686"/>
                  </a:lnTo>
                  <a:lnTo>
                    <a:pt x="59127" y="572956"/>
                  </a:lnTo>
                  <a:lnTo>
                    <a:pt x="61591" y="572190"/>
                  </a:lnTo>
                  <a:lnTo>
                    <a:pt x="64055" y="571394"/>
                  </a:lnTo>
                  <a:lnTo>
                    <a:pt x="66518" y="570570"/>
                  </a:lnTo>
                  <a:lnTo>
                    <a:pt x="68982" y="569708"/>
                  </a:lnTo>
                  <a:lnTo>
                    <a:pt x="71446" y="568815"/>
                  </a:lnTo>
                  <a:lnTo>
                    <a:pt x="73909" y="567897"/>
                  </a:lnTo>
                  <a:lnTo>
                    <a:pt x="76373" y="566954"/>
                  </a:lnTo>
                  <a:lnTo>
                    <a:pt x="78837" y="565980"/>
                  </a:lnTo>
                  <a:lnTo>
                    <a:pt x="81300" y="564982"/>
                  </a:lnTo>
                  <a:lnTo>
                    <a:pt x="83764" y="563966"/>
                  </a:lnTo>
                  <a:lnTo>
                    <a:pt x="86228" y="562934"/>
                  </a:lnTo>
                  <a:lnTo>
                    <a:pt x="88691" y="561881"/>
                  </a:lnTo>
                  <a:lnTo>
                    <a:pt x="91155" y="560816"/>
                  </a:lnTo>
                  <a:lnTo>
                    <a:pt x="93618" y="559743"/>
                  </a:lnTo>
                  <a:lnTo>
                    <a:pt x="96082" y="558664"/>
                  </a:lnTo>
                  <a:lnTo>
                    <a:pt x="98546" y="557581"/>
                  </a:lnTo>
                  <a:lnTo>
                    <a:pt x="101009" y="556499"/>
                  </a:lnTo>
                  <a:lnTo>
                    <a:pt x="103473" y="555422"/>
                  </a:lnTo>
                  <a:lnTo>
                    <a:pt x="105937" y="554350"/>
                  </a:lnTo>
                  <a:lnTo>
                    <a:pt x="108400" y="553295"/>
                  </a:lnTo>
                  <a:lnTo>
                    <a:pt x="110864" y="552255"/>
                  </a:lnTo>
                  <a:lnTo>
                    <a:pt x="113328" y="551232"/>
                  </a:lnTo>
                  <a:lnTo>
                    <a:pt x="115791" y="550229"/>
                  </a:lnTo>
                  <a:lnTo>
                    <a:pt x="118255" y="549262"/>
                  </a:lnTo>
                  <a:lnTo>
                    <a:pt x="120719" y="548324"/>
                  </a:lnTo>
                  <a:lnTo>
                    <a:pt x="123182" y="547415"/>
                  </a:lnTo>
                  <a:lnTo>
                    <a:pt x="125646" y="546539"/>
                  </a:lnTo>
                  <a:lnTo>
                    <a:pt x="128110" y="545716"/>
                  </a:lnTo>
                  <a:lnTo>
                    <a:pt x="130573" y="544932"/>
                  </a:lnTo>
                  <a:lnTo>
                    <a:pt x="133037" y="544187"/>
                  </a:lnTo>
                  <a:lnTo>
                    <a:pt x="135501" y="543486"/>
                  </a:lnTo>
                  <a:lnTo>
                    <a:pt x="137964" y="542848"/>
                  </a:lnTo>
                  <a:lnTo>
                    <a:pt x="140428" y="542255"/>
                  </a:lnTo>
                  <a:lnTo>
                    <a:pt x="142892" y="541706"/>
                  </a:lnTo>
                  <a:lnTo>
                    <a:pt x="145355" y="541208"/>
                  </a:lnTo>
                  <a:lnTo>
                    <a:pt x="147819" y="540775"/>
                  </a:lnTo>
                  <a:lnTo>
                    <a:pt x="150283" y="540387"/>
                  </a:lnTo>
                  <a:lnTo>
                    <a:pt x="152746" y="540045"/>
                  </a:lnTo>
                  <a:lnTo>
                    <a:pt x="155210" y="539752"/>
                  </a:lnTo>
                  <a:lnTo>
                    <a:pt x="157674" y="539518"/>
                  </a:lnTo>
                  <a:lnTo>
                    <a:pt x="160137" y="539324"/>
                  </a:lnTo>
                  <a:lnTo>
                    <a:pt x="162601" y="539169"/>
                  </a:lnTo>
                  <a:lnTo>
                    <a:pt x="165065" y="539057"/>
                  </a:lnTo>
                  <a:lnTo>
                    <a:pt x="167528" y="538989"/>
                  </a:lnTo>
                  <a:lnTo>
                    <a:pt x="169992" y="538950"/>
                  </a:lnTo>
                  <a:lnTo>
                    <a:pt x="172456" y="538939"/>
                  </a:lnTo>
                  <a:lnTo>
                    <a:pt x="174919" y="538956"/>
                  </a:lnTo>
                  <a:lnTo>
                    <a:pt x="177383" y="538998"/>
                  </a:lnTo>
                  <a:lnTo>
                    <a:pt x="179847" y="539055"/>
                  </a:lnTo>
                  <a:lnTo>
                    <a:pt x="182310" y="539123"/>
                  </a:lnTo>
                  <a:lnTo>
                    <a:pt x="184774" y="539200"/>
                  </a:lnTo>
                  <a:lnTo>
                    <a:pt x="187237" y="539279"/>
                  </a:lnTo>
                  <a:lnTo>
                    <a:pt x="189701" y="539355"/>
                  </a:lnTo>
                  <a:lnTo>
                    <a:pt x="192165" y="539425"/>
                  </a:lnTo>
                  <a:lnTo>
                    <a:pt x="194628" y="539481"/>
                  </a:lnTo>
                  <a:lnTo>
                    <a:pt x="197092" y="539517"/>
                  </a:lnTo>
                  <a:lnTo>
                    <a:pt x="199556" y="539531"/>
                  </a:lnTo>
                  <a:lnTo>
                    <a:pt x="202019" y="539522"/>
                  </a:lnTo>
                  <a:lnTo>
                    <a:pt x="204483" y="539475"/>
                  </a:lnTo>
                  <a:lnTo>
                    <a:pt x="206947" y="539389"/>
                  </a:lnTo>
                  <a:lnTo>
                    <a:pt x="209410" y="539265"/>
                  </a:lnTo>
                  <a:lnTo>
                    <a:pt x="211874" y="539102"/>
                  </a:lnTo>
                  <a:lnTo>
                    <a:pt x="214338" y="538881"/>
                  </a:lnTo>
                  <a:lnTo>
                    <a:pt x="216801" y="538604"/>
                  </a:lnTo>
                  <a:lnTo>
                    <a:pt x="219265" y="538278"/>
                  </a:lnTo>
                  <a:lnTo>
                    <a:pt x="221729" y="537900"/>
                  </a:lnTo>
                  <a:lnTo>
                    <a:pt x="224192" y="537448"/>
                  </a:lnTo>
                  <a:lnTo>
                    <a:pt x="226656" y="536932"/>
                  </a:lnTo>
                  <a:lnTo>
                    <a:pt x="229120" y="536357"/>
                  </a:lnTo>
                  <a:lnTo>
                    <a:pt x="231583" y="535724"/>
                  </a:lnTo>
                  <a:lnTo>
                    <a:pt x="234047" y="535006"/>
                  </a:lnTo>
                  <a:lnTo>
                    <a:pt x="236511" y="534220"/>
                  </a:lnTo>
                  <a:lnTo>
                    <a:pt x="238974" y="533373"/>
                  </a:lnTo>
                  <a:lnTo>
                    <a:pt x="241438" y="532465"/>
                  </a:lnTo>
                  <a:lnTo>
                    <a:pt x="243902" y="531467"/>
                  </a:lnTo>
                  <a:lnTo>
                    <a:pt x="246365" y="530404"/>
                  </a:lnTo>
                  <a:lnTo>
                    <a:pt x="248829" y="529281"/>
                  </a:lnTo>
                  <a:lnTo>
                    <a:pt x="251293" y="528098"/>
                  </a:lnTo>
                  <a:lnTo>
                    <a:pt x="253756" y="526828"/>
                  </a:lnTo>
                  <a:lnTo>
                    <a:pt x="256220" y="525500"/>
                  </a:lnTo>
                  <a:lnTo>
                    <a:pt x="258684" y="524115"/>
                  </a:lnTo>
                  <a:lnTo>
                    <a:pt x="261147" y="522676"/>
                  </a:lnTo>
                  <a:lnTo>
                    <a:pt x="263611" y="521158"/>
                  </a:lnTo>
                  <a:lnTo>
                    <a:pt x="266075" y="519590"/>
                  </a:lnTo>
                  <a:lnTo>
                    <a:pt x="268538" y="517974"/>
                  </a:lnTo>
                  <a:lnTo>
                    <a:pt x="271002" y="516309"/>
                  </a:lnTo>
                  <a:lnTo>
                    <a:pt x="273465" y="514579"/>
                  </a:lnTo>
                  <a:lnTo>
                    <a:pt x="275929" y="512808"/>
                  </a:lnTo>
                  <a:lnTo>
                    <a:pt x="278393" y="510998"/>
                  </a:lnTo>
                  <a:lnTo>
                    <a:pt x="280856" y="509147"/>
                  </a:lnTo>
                  <a:lnTo>
                    <a:pt x="283320" y="507247"/>
                  </a:lnTo>
                  <a:lnTo>
                    <a:pt x="285784" y="505316"/>
                  </a:lnTo>
                  <a:lnTo>
                    <a:pt x="288247" y="503355"/>
                  </a:lnTo>
                  <a:lnTo>
                    <a:pt x="290711" y="501363"/>
                  </a:lnTo>
                  <a:lnTo>
                    <a:pt x="293175" y="499336"/>
                  </a:lnTo>
                  <a:lnTo>
                    <a:pt x="295638" y="497288"/>
                  </a:lnTo>
                  <a:lnTo>
                    <a:pt x="298102" y="495219"/>
                  </a:lnTo>
                  <a:lnTo>
                    <a:pt x="300566" y="493130"/>
                  </a:lnTo>
                  <a:lnTo>
                    <a:pt x="303029" y="491020"/>
                  </a:lnTo>
                  <a:lnTo>
                    <a:pt x="305493" y="488897"/>
                  </a:lnTo>
                  <a:lnTo>
                    <a:pt x="307957" y="486762"/>
                  </a:lnTo>
                  <a:lnTo>
                    <a:pt x="310420" y="484617"/>
                  </a:lnTo>
                  <a:lnTo>
                    <a:pt x="312884" y="482462"/>
                  </a:lnTo>
                  <a:lnTo>
                    <a:pt x="315348" y="480303"/>
                  </a:lnTo>
                  <a:lnTo>
                    <a:pt x="317811" y="478141"/>
                  </a:lnTo>
                  <a:lnTo>
                    <a:pt x="320275" y="475977"/>
                  </a:lnTo>
                  <a:lnTo>
                    <a:pt x="322739" y="473814"/>
                  </a:lnTo>
                  <a:lnTo>
                    <a:pt x="325202" y="471653"/>
                  </a:lnTo>
                  <a:lnTo>
                    <a:pt x="327666" y="469497"/>
                  </a:lnTo>
                  <a:lnTo>
                    <a:pt x="330130" y="467346"/>
                  </a:lnTo>
                  <a:lnTo>
                    <a:pt x="332593" y="465205"/>
                  </a:lnTo>
                  <a:lnTo>
                    <a:pt x="335057" y="463073"/>
                  </a:lnTo>
                  <a:lnTo>
                    <a:pt x="337521" y="460951"/>
                  </a:lnTo>
                  <a:lnTo>
                    <a:pt x="339984" y="458843"/>
                  </a:lnTo>
                  <a:lnTo>
                    <a:pt x="342448" y="456750"/>
                  </a:lnTo>
                  <a:lnTo>
                    <a:pt x="344912" y="454672"/>
                  </a:lnTo>
                  <a:lnTo>
                    <a:pt x="347375" y="452608"/>
                  </a:lnTo>
                  <a:lnTo>
                    <a:pt x="349839" y="450566"/>
                  </a:lnTo>
                  <a:lnTo>
                    <a:pt x="352303" y="448543"/>
                  </a:lnTo>
                  <a:lnTo>
                    <a:pt x="354766" y="446539"/>
                  </a:lnTo>
                  <a:lnTo>
                    <a:pt x="357230" y="444554"/>
                  </a:lnTo>
                  <a:lnTo>
                    <a:pt x="359694" y="442594"/>
                  </a:lnTo>
                  <a:lnTo>
                    <a:pt x="362157" y="440659"/>
                  </a:lnTo>
                  <a:lnTo>
                    <a:pt x="364621" y="438744"/>
                  </a:lnTo>
                  <a:lnTo>
                    <a:pt x="367084" y="436850"/>
                  </a:lnTo>
                  <a:lnTo>
                    <a:pt x="369548" y="434985"/>
                  </a:lnTo>
                  <a:lnTo>
                    <a:pt x="372012" y="433144"/>
                  </a:lnTo>
                  <a:lnTo>
                    <a:pt x="374475" y="431326"/>
                  </a:lnTo>
                  <a:lnTo>
                    <a:pt x="376939" y="429528"/>
                  </a:lnTo>
                  <a:lnTo>
                    <a:pt x="379403" y="427760"/>
                  </a:lnTo>
                  <a:lnTo>
                    <a:pt x="381866" y="426014"/>
                  </a:lnTo>
                  <a:lnTo>
                    <a:pt x="384330" y="424288"/>
                  </a:lnTo>
                  <a:lnTo>
                    <a:pt x="386794" y="422580"/>
                  </a:lnTo>
                  <a:lnTo>
                    <a:pt x="389257" y="420898"/>
                  </a:lnTo>
                  <a:lnTo>
                    <a:pt x="391721" y="419232"/>
                  </a:lnTo>
                  <a:lnTo>
                    <a:pt x="394185" y="417581"/>
                  </a:lnTo>
                  <a:lnTo>
                    <a:pt x="396648" y="415942"/>
                  </a:lnTo>
                  <a:lnTo>
                    <a:pt x="399112" y="414318"/>
                  </a:lnTo>
                  <a:lnTo>
                    <a:pt x="401576" y="412700"/>
                  </a:lnTo>
                  <a:lnTo>
                    <a:pt x="404039" y="411086"/>
                  </a:lnTo>
                  <a:lnTo>
                    <a:pt x="406503" y="409475"/>
                  </a:lnTo>
                  <a:lnTo>
                    <a:pt x="408967" y="407859"/>
                  </a:lnTo>
                  <a:lnTo>
                    <a:pt x="411430" y="406236"/>
                  </a:lnTo>
                  <a:lnTo>
                    <a:pt x="413894" y="404601"/>
                  </a:lnTo>
                  <a:lnTo>
                    <a:pt x="416358" y="402951"/>
                  </a:lnTo>
                  <a:lnTo>
                    <a:pt x="418821" y="401270"/>
                  </a:lnTo>
                  <a:lnTo>
                    <a:pt x="421285" y="399561"/>
                  </a:lnTo>
                  <a:lnTo>
                    <a:pt x="423749" y="397819"/>
                  </a:lnTo>
                  <a:lnTo>
                    <a:pt x="426212" y="396039"/>
                  </a:lnTo>
                  <a:lnTo>
                    <a:pt x="428676" y="394193"/>
                  </a:lnTo>
                  <a:lnTo>
                    <a:pt x="431140" y="392292"/>
                  </a:lnTo>
                  <a:lnTo>
                    <a:pt x="433603" y="390332"/>
                  </a:lnTo>
                  <a:lnTo>
                    <a:pt x="436067" y="388301"/>
                  </a:lnTo>
                  <a:lnTo>
                    <a:pt x="438531" y="386164"/>
                  </a:lnTo>
                  <a:lnTo>
                    <a:pt x="440994" y="383941"/>
                  </a:lnTo>
                  <a:lnTo>
                    <a:pt x="443458" y="381627"/>
                  </a:lnTo>
                  <a:lnTo>
                    <a:pt x="445922" y="379203"/>
                  </a:lnTo>
                  <a:lnTo>
                    <a:pt x="448385" y="376628"/>
                  </a:lnTo>
                  <a:lnTo>
                    <a:pt x="450849" y="373932"/>
                  </a:lnTo>
                  <a:lnTo>
                    <a:pt x="453312" y="371112"/>
                  </a:lnTo>
                  <a:lnTo>
                    <a:pt x="455776" y="368136"/>
                  </a:lnTo>
                  <a:lnTo>
                    <a:pt x="458240" y="364964"/>
                  </a:lnTo>
                  <a:lnTo>
                    <a:pt x="460703" y="361638"/>
                  </a:lnTo>
                  <a:lnTo>
                    <a:pt x="463167" y="358151"/>
                  </a:lnTo>
                  <a:lnTo>
                    <a:pt x="465631" y="354463"/>
                  </a:lnTo>
                  <a:lnTo>
                    <a:pt x="468094" y="350538"/>
                  </a:lnTo>
                  <a:lnTo>
                    <a:pt x="470558" y="346427"/>
                  </a:lnTo>
                  <a:lnTo>
                    <a:pt x="473022" y="342124"/>
                  </a:lnTo>
                  <a:lnTo>
                    <a:pt x="475485" y="337576"/>
                  </a:lnTo>
                  <a:lnTo>
                    <a:pt x="477949" y="332764"/>
                  </a:lnTo>
                  <a:lnTo>
                    <a:pt x="480413" y="327739"/>
                  </a:lnTo>
                  <a:lnTo>
                    <a:pt x="482876" y="322499"/>
                  </a:lnTo>
                  <a:lnTo>
                    <a:pt x="485340" y="316982"/>
                  </a:lnTo>
                  <a:lnTo>
                    <a:pt x="487804" y="311186"/>
                  </a:lnTo>
                  <a:lnTo>
                    <a:pt x="490267" y="305165"/>
                  </a:lnTo>
                  <a:lnTo>
                    <a:pt x="492731" y="298919"/>
                  </a:lnTo>
                  <a:lnTo>
                    <a:pt x="495195" y="292380"/>
                  </a:lnTo>
                  <a:lnTo>
                    <a:pt x="497658" y="285569"/>
                  </a:lnTo>
                  <a:lnTo>
                    <a:pt x="500122" y="278538"/>
                  </a:lnTo>
                  <a:lnTo>
                    <a:pt x="502586" y="271288"/>
                  </a:lnTo>
                  <a:lnTo>
                    <a:pt x="505049" y="263756"/>
                  </a:lnTo>
                  <a:lnTo>
                    <a:pt x="507513" y="255982"/>
                  </a:lnTo>
                  <a:lnTo>
                    <a:pt x="509977" y="248013"/>
                  </a:lnTo>
                  <a:lnTo>
                    <a:pt x="512440" y="239854"/>
                  </a:lnTo>
                  <a:lnTo>
                    <a:pt x="514904" y="231453"/>
                  </a:lnTo>
                  <a:lnTo>
                    <a:pt x="517368" y="222868"/>
                  </a:lnTo>
                  <a:lnTo>
                    <a:pt x="519831" y="214135"/>
                  </a:lnTo>
                  <a:lnTo>
                    <a:pt x="522295" y="205264"/>
                  </a:lnTo>
                  <a:lnTo>
                    <a:pt x="524759" y="196228"/>
                  </a:lnTo>
                  <a:lnTo>
                    <a:pt x="527222" y="187087"/>
                  </a:lnTo>
                  <a:lnTo>
                    <a:pt x="529686" y="177869"/>
                  </a:lnTo>
                  <a:lnTo>
                    <a:pt x="532150" y="168588"/>
                  </a:lnTo>
                  <a:lnTo>
                    <a:pt x="534613" y="159254"/>
                  </a:lnTo>
                  <a:lnTo>
                    <a:pt x="537077" y="149916"/>
                  </a:lnTo>
                  <a:lnTo>
                    <a:pt x="539541" y="140591"/>
                  </a:lnTo>
                  <a:lnTo>
                    <a:pt x="542004" y="131297"/>
                  </a:lnTo>
                  <a:lnTo>
                    <a:pt x="544468" y="122096"/>
                  </a:lnTo>
                  <a:lnTo>
                    <a:pt x="546931" y="113001"/>
                  </a:lnTo>
                  <a:lnTo>
                    <a:pt x="549395" y="104026"/>
                  </a:lnTo>
                  <a:lnTo>
                    <a:pt x="551859" y="95189"/>
                  </a:lnTo>
                  <a:lnTo>
                    <a:pt x="554322" y="86617"/>
                  </a:lnTo>
                  <a:lnTo>
                    <a:pt x="556786" y="78262"/>
                  </a:lnTo>
                  <a:lnTo>
                    <a:pt x="559250" y="70140"/>
                  </a:lnTo>
                  <a:lnTo>
                    <a:pt x="561713" y="62276"/>
                  </a:lnTo>
                  <a:lnTo>
                    <a:pt x="564177" y="54848"/>
                  </a:lnTo>
                  <a:lnTo>
                    <a:pt x="566641" y="47746"/>
                  </a:lnTo>
                  <a:lnTo>
                    <a:pt x="569104" y="40988"/>
                  </a:lnTo>
                  <a:lnTo>
                    <a:pt x="571568" y="34614"/>
                  </a:lnTo>
                  <a:lnTo>
                    <a:pt x="574032" y="28821"/>
                  </a:lnTo>
                  <a:lnTo>
                    <a:pt x="576495" y="23455"/>
                  </a:lnTo>
                  <a:lnTo>
                    <a:pt x="578959" y="18532"/>
                  </a:lnTo>
                  <a:lnTo>
                    <a:pt x="581423" y="14109"/>
                  </a:lnTo>
                  <a:lnTo>
                    <a:pt x="583886" y="10380"/>
                  </a:lnTo>
                  <a:lnTo>
                    <a:pt x="586350" y="7160"/>
                  </a:lnTo>
                  <a:lnTo>
                    <a:pt x="588814" y="4457"/>
                  </a:lnTo>
                  <a:lnTo>
                    <a:pt x="591277" y="2349"/>
                  </a:lnTo>
                  <a:lnTo>
                    <a:pt x="593741" y="1006"/>
                  </a:lnTo>
                  <a:lnTo>
                    <a:pt x="596205" y="221"/>
                  </a:lnTo>
                  <a:lnTo>
                    <a:pt x="598668" y="0"/>
                  </a:lnTo>
                  <a:lnTo>
                    <a:pt x="601132" y="437"/>
                  </a:lnTo>
                  <a:lnTo>
                    <a:pt x="603596" y="1657"/>
                  </a:lnTo>
                  <a:lnTo>
                    <a:pt x="606059" y="3453"/>
                  </a:lnTo>
                  <a:lnTo>
                    <a:pt x="608523" y="5823"/>
                  </a:lnTo>
                  <a:lnTo>
                    <a:pt x="610987" y="8875"/>
                  </a:lnTo>
                  <a:lnTo>
                    <a:pt x="613450" y="12678"/>
                  </a:lnTo>
                  <a:lnTo>
                    <a:pt x="615914" y="17036"/>
                  </a:lnTo>
                  <a:lnTo>
                    <a:pt x="618378" y="21945"/>
                  </a:lnTo>
                  <a:lnTo>
                    <a:pt x="620841" y="27513"/>
                  </a:lnTo>
                  <a:lnTo>
                    <a:pt x="623305" y="33754"/>
                  </a:lnTo>
                  <a:lnTo>
                    <a:pt x="625769" y="40498"/>
                  </a:lnTo>
                  <a:lnTo>
                    <a:pt x="628232" y="47733"/>
                  </a:lnTo>
                  <a:lnTo>
                    <a:pt x="630696" y="55562"/>
                  </a:lnTo>
                  <a:lnTo>
                    <a:pt x="633159" y="63950"/>
                  </a:lnTo>
                  <a:lnTo>
                    <a:pt x="635623" y="72759"/>
                  </a:lnTo>
                  <a:lnTo>
                    <a:pt x="638087" y="81973"/>
                  </a:lnTo>
                  <a:lnTo>
                    <a:pt x="640550" y="91677"/>
                  </a:lnTo>
                  <a:lnTo>
                    <a:pt x="643014" y="101801"/>
                  </a:lnTo>
                  <a:lnTo>
                    <a:pt x="645478" y="112244"/>
                  </a:lnTo>
                  <a:lnTo>
                    <a:pt x="647941" y="122986"/>
                  </a:lnTo>
                  <a:lnTo>
                    <a:pt x="650405" y="134085"/>
                  </a:lnTo>
                  <a:lnTo>
                    <a:pt x="652869" y="145457"/>
                  </a:lnTo>
                  <a:lnTo>
                    <a:pt x="655332" y="157034"/>
                  </a:lnTo>
                  <a:lnTo>
                    <a:pt x="657796" y="168794"/>
                  </a:lnTo>
                  <a:lnTo>
                    <a:pt x="660260" y="180761"/>
                  </a:lnTo>
                  <a:lnTo>
                    <a:pt x="662723" y="192858"/>
                  </a:lnTo>
                  <a:lnTo>
                    <a:pt x="665187" y="205042"/>
                  </a:lnTo>
                  <a:lnTo>
                    <a:pt x="667651" y="217297"/>
                  </a:lnTo>
                  <a:lnTo>
                    <a:pt x="670114" y="229602"/>
                  </a:lnTo>
                  <a:lnTo>
                    <a:pt x="672578" y="241908"/>
                  </a:lnTo>
                  <a:lnTo>
                    <a:pt x="675042" y="254194"/>
                  </a:lnTo>
                  <a:lnTo>
                    <a:pt x="677505" y="266443"/>
                  </a:lnTo>
                  <a:lnTo>
                    <a:pt x="679969" y="278596"/>
                  </a:lnTo>
                  <a:lnTo>
                    <a:pt x="682433" y="290644"/>
                  </a:lnTo>
                  <a:lnTo>
                    <a:pt x="684896" y="302577"/>
                  </a:lnTo>
                  <a:lnTo>
                    <a:pt x="687360" y="314383"/>
                  </a:lnTo>
                  <a:lnTo>
                    <a:pt x="689824" y="325965"/>
                  </a:lnTo>
                  <a:lnTo>
                    <a:pt x="692287" y="337361"/>
                  </a:lnTo>
                  <a:lnTo>
                    <a:pt x="694751" y="348568"/>
                  </a:lnTo>
                  <a:lnTo>
                    <a:pt x="697215" y="359577"/>
                  </a:lnTo>
                  <a:lnTo>
                    <a:pt x="699678" y="370260"/>
                  </a:lnTo>
                  <a:lnTo>
                    <a:pt x="702142" y="380704"/>
                  </a:lnTo>
                  <a:lnTo>
                    <a:pt x="704606" y="390907"/>
                  </a:lnTo>
                  <a:lnTo>
                    <a:pt x="707069" y="400858"/>
                  </a:lnTo>
                  <a:lnTo>
                    <a:pt x="709533" y="410419"/>
                  </a:lnTo>
                  <a:lnTo>
                    <a:pt x="711997" y="419710"/>
                  </a:lnTo>
                  <a:lnTo>
                    <a:pt x="714460" y="428729"/>
                  </a:lnTo>
                  <a:lnTo>
                    <a:pt x="716924" y="437458"/>
                  </a:lnTo>
                  <a:lnTo>
                    <a:pt x="719388" y="445775"/>
                  </a:lnTo>
                  <a:lnTo>
                    <a:pt x="721851" y="453807"/>
                  </a:lnTo>
                  <a:lnTo>
                    <a:pt x="724315" y="461556"/>
                  </a:lnTo>
                  <a:lnTo>
                    <a:pt x="726778" y="468996"/>
                  </a:lnTo>
                  <a:lnTo>
                    <a:pt x="729242" y="476030"/>
                  </a:lnTo>
                  <a:lnTo>
                    <a:pt x="731706" y="482782"/>
                  </a:lnTo>
                  <a:lnTo>
                    <a:pt x="734169" y="489256"/>
                  </a:lnTo>
                  <a:lnTo>
                    <a:pt x="736633" y="495420"/>
                  </a:lnTo>
                  <a:lnTo>
                    <a:pt x="739097" y="501205"/>
                  </a:lnTo>
                  <a:lnTo>
                    <a:pt x="741560" y="506724"/>
                  </a:lnTo>
                  <a:lnTo>
                    <a:pt x="744024" y="511982"/>
                  </a:lnTo>
                  <a:lnTo>
                    <a:pt x="746488" y="516944"/>
                  </a:lnTo>
                  <a:lnTo>
                    <a:pt x="748951" y="521568"/>
                  </a:lnTo>
                  <a:lnTo>
                    <a:pt x="751415" y="525952"/>
                  </a:lnTo>
                  <a:lnTo>
                    <a:pt x="753879" y="530100"/>
                  </a:lnTo>
                  <a:lnTo>
                    <a:pt x="756342" y="533978"/>
                  </a:lnTo>
                  <a:lnTo>
                    <a:pt x="758806" y="537566"/>
                  </a:lnTo>
                  <a:lnTo>
                    <a:pt x="761270" y="540945"/>
                  </a:lnTo>
                  <a:lnTo>
                    <a:pt x="763733" y="544120"/>
                  </a:lnTo>
                  <a:lnTo>
                    <a:pt x="766197" y="547056"/>
                  </a:lnTo>
                  <a:lnTo>
                    <a:pt x="768661" y="549753"/>
                  </a:lnTo>
                  <a:lnTo>
                    <a:pt x="771124" y="552274"/>
                  </a:lnTo>
                  <a:lnTo>
                    <a:pt x="773588" y="554624"/>
                  </a:lnTo>
                  <a:lnTo>
                    <a:pt x="776052" y="556772"/>
                  </a:lnTo>
                  <a:lnTo>
                    <a:pt x="778515" y="558729"/>
                  </a:lnTo>
                  <a:lnTo>
                    <a:pt x="780979" y="560544"/>
                  </a:lnTo>
                  <a:lnTo>
                    <a:pt x="783443" y="562221"/>
                  </a:lnTo>
                  <a:lnTo>
                    <a:pt x="785906" y="563731"/>
                  </a:lnTo>
                  <a:lnTo>
                    <a:pt x="788370" y="565096"/>
                  </a:lnTo>
                  <a:lnTo>
                    <a:pt x="790834" y="566349"/>
                  </a:lnTo>
                  <a:lnTo>
                    <a:pt x="793297" y="567496"/>
                  </a:lnTo>
                  <a:lnTo>
                    <a:pt x="795761" y="568511"/>
                  </a:lnTo>
                  <a:lnTo>
                    <a:pt x="798225" y="569419"/>
                  </a:lnTo>
                  <a:lnTo>
                    <a:pt x="800688" y="570244"/>
                  </a:lnTo>
                  <a:lnTo>
                    <a:pt x="803152" y="570989"/>
                  </a:lnTo>
                  <a:lnTo>
                    <a:pt x="805616" y="571635"/>
                  </a:lnTo>
                  <a:lnTo>
                    <a:pt x="808079" y="572206"/>
                  </a:lnTo>
                  <a:lnTo>
                    <a:pt x="810543" y="572718"/>
                  </a:lnTo>
                  <a:lnTo>
                    <a:pt x="813006" y="573173"/>
                  </a:lnTo>
                  <a:lnTo>
                    <a:pt x="815470" y="573558"/>
                  </a:lnTo>
                  <a:lnTo>
                    <a:pt x="817934" y="573894"/>
                  </a:lnTo>
                  <a:lnTo>
                    <a:pt x="820397" y="574190"/>
                  </a:lnTo>
                  <a:lnTo>
                    <a:pt x="822861" y="574448"/>
                  </a:lnTo>
                  <a:lnTo>
                    <a:pt x="825325" y="574661"/>
                  </a:lnTo>
                  <a:lnTo>
                    <a:pt x="827788" y="574844"/>
                  </a:lnTo>
                  <a:lnTo>
                    <a:pt x="830252" y="575003"/>
                  </a:lnTo>
                  <a:lnTo>
                    <a:pt x="832716" y="575139"/>
                  </a:lnTo>
                  <a:lnTo>
                    <a:pt x="835179" y="575249"/>
                  </a:lnTo>
                  <a:lnTo>
                    <a:pt x="837643" y="575343"/>
                  </a:lnTo>
                  <a:lnTo>
                    <a:pt x="840107" y="575425"/>
                  </a:lnTo>
                  <a:lnTo>
                    <a:pt x="842570" y="575496"/>
                  </a:lnTo>
                  <a:lnTo>
                    <a:pt x="845034" y="575555"/>
                  </a:lnTo>
                  <a:lnTo>
                    <a:pt x="847498" y="575608"/>
                  </a:lnTo>
                  <a:lnTo>
                    <a:pt x="849961" y="575657"/>
                  </a:lnTo>
                  <a:lnTo>
                    <a:pt x="852425" y="575703"/>
                  </a:lnTo>
                  <a:lnTo>
                    <a:pt x="854889" y="575748"/>
                  </a:lnTo>
                  <a:lnTo>
                    <a:pt x="857352" y="575793"/>
                  </a:lnTo>
                  <a:lnTo>
                    <a:pt x="859816" y="575839"/>
                  </a:lnTo>
                  <a:lnTo>
                    <a:pt x="862280" y="575888"/>
                  </a:lnTo>
                  <a:lnTo>
                    <a:pt x="864743" y="575941"/>
                  </a:lnTo>
                  <a:lnTo>
                    <a:pt x="867207" y="575998"/>
                  </a:lnTo>
                  <a:lnTo>
                    <a:pt x="869671" y="576059"/>
                  </a:lnTo>
                  <a:lnTo>
                    <a:pt x="872134" y="576126"/>
                  </a:lnTo>
                  <a:lnTo>
                    <a:pt x="874598" y="576199"/>
                  </a:lnTo>
                  <a:lnTo>
                    <a:pt x="877062" y="576279"/>
                  </a:lnTo>
                  <a:lnTo>
                    <a:pt x="879525" y="576363"/>
                  </a:lnTo>
                  <a:lnTo>
                    <a:pt x="881989" y="576454"/>
                  </a:lnTo>
                  <a:lnTo>
                    <a:pt x="884453" y="576553"/>
                  </a:lnTo>
                  <a:lnTo>
                    <a:pt x="886916" y="576657"/>
                  </a:lnTo>
                  <a:lnTo>
                    <a:pt x="889380" y="576767"/>
                  </a:lnTo>
                  <a:lnTo>
                    <a:pt x="891844" y="576883"/>
                  </a:lnTo>
                  <a:lnTo>
                    <a:pt x="894307" y="577005"/>
                  </a:lnTo>
                  <a:lnTo>
                    <a:pt x="896771" y="577132"/>
                  </a:lnTo>
                  <a:lnTo>
                    <a:pt x="899235" y="577264"/>
                  </a:lnTo>
                  <a:lnTo>
                    <a:pt x="901698" y="577400"/>
                  </a:lnTo>
                  <a:lnTo>
                    <a:pt x="904162" y="577541"/>
                  </a:lnTo>
                  <a:lnTo>
                    <a:pt x="906625" y="577685"/>
                  </a:lnTo>
                  <a:lnTo>
                    <a:pt x="909089" y="577833"/>
                  </a:lnTo>
                  <a:lnTo>
                    <a:pt x="911553" y="577983"/>
                  </a:lnTo>
                  <a:lnTo>
                    <a:pt x="914016" y="578137"/>
                  </a:lnTo>
                  <a:lnTo>
                    <a:pt x="916480" y="578292"/>
                  </a:lnTo>
                  <a:lnTo>
                    <a:pt x="918944" y="578448"/>
                  </a:lnTo>
                  <a:lnTo>
                    <a:pt x="921407" y="578606"/>
                  </a:lnTo>
                  <a:lnTo>
                    <a:pt x="923871" y="578764"/>
                  </a:lnTo>
                  <a:lnTo>
                    <a:pt x="926335" y="578923"/>
                  </a:lnTo>
                  <a:lnTo>
                    <a:pt x="928798" y="579082"/>
                  </a:lnTo>
                  <a:lnTo>
                    <a:pt x="931262" y="579240"/>
                  </a:lnTo>
                  <a:lnTo>
                    <a:pt x="933726" y="579398"/>
                  </a:lnTo>
                  <a:lnTo>
                    <a:pt x="936189" y="579554"/>
                  </a:lnTo>
                  <a:lnTo>
                    <a:pt x="938653" y="579709"/>
                  </a:lnTo>
                  <a:lnTo>
                    <a:pt x="941117" y="579862"/>
                  </a:lnTo>
                  <a:lnTo>
                    <a:pt x="943580" y="580013"/>
                  </a:lnTo>
                  <a:lnTo>
                    <a:pt x="946044" y="580161"/>
                  </a:lnTo>
                  <a:lnTo>
                    <a:pt x="948508" y="580308"/>
                  </a:lnTo>
                  <a:lnTo>
                    <a:pt x="950971" y="580451"/>
                  </a:lnTo>
                  <a:lnTo>
                    <a:pt x="953435" y="580590"/>
                  </a:lnTo>
                  <a:lnTo>
                    <a:pt x="955899" y="580727"/>
                  </a:lnTo>
                  <a:lnTo>
                    <a:pt x="958362" y="580861"/>
                  </a:lnTo>
                  <a:lnTo>
                    <a:pt x="960826" y="580990"/>
                  </a:lnTo>
                  <a:lnTo>
                    <a:pt x="963290" y="581116"/>
                  </a:lnTo>
                  <a:lnTo>
                    <a:pt x="965753" y="581238"/>
                  </a:lnTo>
                  <a:lnTo>
                    <a:pt x="968217" y="581357"/>
                  </a:lnTo>
                  <a:lnTo>
                    <a:pt x="970681" y="581470"/>
                  </a:lnTo>
                  <a:lnTo>
                    <a:pt x="973144" y="581580"/>
                  </a:lnTo>
                  <a:lnTo>
                    <a:pt x="975608" y="581685"/>
                  </a:lnTo>
                  <a:lnTo>
                    <a:pt x="978072" y="581787"/>
                  </a:lnTo>
                  <a:lnTo>
                    <a:pt x="980535" y="581883"/>
                  </a:lnTo>
                  <a:lnTo>
                    <a:pt x="982999" y="581974"/>
                  </a:lnTo>
                  <a:lnTo>
                    <a:pt x="985463" y="582062"/>
                  </a:lnTo>
                  <a:lnTo>
                    <a:pt x="987926" y="582145"/>
                  </a:lnTo>
                  <a:lnTo>
                    <a:pt x="990390" y="582223"/>
                  </a:lnTo>
                  <a:lnTo>
                    <a:pt x="992853" y="582296"/>
                  </a:lnTo>
                  <a:lnTo>
                    <a:pt x="995317" y="582365"/>
                  </a:lnTo>
                  <a:lnTo>
                    <a:pt x="997781" y="582429"/>
                  </a:lnTo>
                  <a:lnTo>
                    <a:pt x="1000244" y="582487"/>
                  </a:lnTo>
                  <a:lnTo>
                    <a:pt x="1002708" y="582541"/>
                  </a:lnTo>
                  <a:lnTo>
                    <a:pt x="1005172" y="582591"/>
                  </a:lnTo>
                  <a:lnTo>
                    <a:pt x="1007635" y="582636"/>
                  </a:lnTo>
                  <a:lnTo>
                    <a:pt x="1010099" y="582675"/>
                  </a:lnTo>
                  <a:lnTo>
                    <a:pt x="1012563" y="582709"/>
                  </a:lnTo>
                  <a:lnTo>
                    <a:pt x="1015026" y="582739"/>
                  </a:lnTo>
                  <a:lnTo>
                    <a:pt x="1017490" y="582764"/>
                  </a:lnTo>
                  <a:lnTo>
                    <a:pt x="1019954" y="582783"/>
                  </a:lnTo>
                  <a:lnTo>
                    <a:pt x="1022417" y="582797"/>
                  </a:lnTo>
                  <a:lnTo>
                    <a:pt x="1024881" y="582807"/>
                  </a:lnTo>
                  <a:lnTo>
                    <a:pt x="1027345" y="582811"/>
                  </a:lnTo>
                  <a:lnTo>
                    <a:pt x="1029808" y="582809"/>
                  </a:lnTo>
                  <a:lnTo>
                    <a:pt x="1032272" y="582802"/>
                  </a:lnTo>
                  <a:lnTo>
                    <a:pt x="1034736" y="582790"/>
                  </a:lnTo>
                  <a:lnTo>
                    <a:pt x="1037199" y="582773"/>
                  </a:lnTo>
                  <a:lnTo>
                    <a:pt x="1039663" y="582749"/>
                  </a:lnTo>
                  <a:lnTo>
                    <a:pt x="1042127" y="582720"/>
                  </a:lnTo>
                  <a:lnTo>
                    <a:pt x="1044590" y="582686"/>
                  </a:lnTo>
                  <a:lnTo>
                    <a:pt x="1047054" y="582646"/>
                  </a:lnTo>
                  <a:lnTo>
                    <a:pt x="1049518" y="582599"/>
                  </a:lnTo>
                  <a:lnTo>
                    <a:pt x="1051981" y="582546"/>
                  </a:lnTo>
                  <a:lnTo>
                    <a:pt x="1054445" y="582489"/>
                  </a:lnTo>
                  <a:lnTo>
                    <a:pt x="1056909" y="582425"/>
                  </a:lnTo>
                  <a:lnTo>
                    <a:pt x="1059372" y="582354"/>
                  </a:lnTo>
                  <a:lnTo>
                    <a:pt x="1061836" y="582278"/>
                  </a:lnTo>
                  <a:lnTo>
                    <a:pt x="1064300" y="582196"/>
                  </a:lnTo>
                  <a:lnTo>
                    <a:pt x="1066763" y="582108"/>
                  </a:lnTo>
                  <a:lnTo>
                    <a:pt x="1069227" y="582013"/>
                  </a:lnTo>
                  <a:lnTo>
                    <a:pt x="1071691" y="581913"/>
                  </a:lnTo>
                  <a:lnTo>
                    <a:pt x="1074154" y="581808"/>
                  </a:lnTo>
                  <a:lnTo>
                    <a:pt x="1076618" y="581696"/>
                  </a:lnTo>
                  <a:lnTo>
                    <a:pt x="1079082" y="581577"/>
                  </a:lnTo>
                  <a:lnTo>
                    <a:pt x="1081545" y="581454"/>
                  </a:lnTo>
                  <a:lnTo>
                    <a:pt x="1084009" y="581327"/>
                  </a:lnTo>
                  <a:lnTo>
                    <a:pt x="1086472" y="581193"/>
                  </a:lnTo>
                  <a:lnTo>
                    <a:pt x="1088936" y="581054"/>
                  </a:lnTo>
                  <a:lnTo>
                    <a:pt x="1091400" y="580911"/>
                  </a:lnTo>
                  <a:lnTo>
                    <a:pt x="1093863" y="580764"/>
                  </a:lnTo>
                  <a:lnTo>
                    <a:pt x="1096327" y="580613"/>
                  </a:lnTo>
                  <a:lnTo>
                    <a:pt x="1098791" y="580457"/>
                  </a:lnTo>
                  <a:lnTo>
                    <a:pt x="1101254" y="580299"/>
                  </a:lnTo>
                  <a:lnTo>
                    <a:pt x="1103718" y="580138"/>
                  </a:lnTo>
                  <a:lnTo>
                    <a:pt x="1106182" y="579974"/>
                  </a:lnTo>
                  <a:lnTo>
                    <a:pt x="1108645" y="579808"/>
                  </a:lnTo>
                  <a:lnTo>
                    <a:pt x="1111109" y="579641"/>
                  </a:lnTo>
                  <a:lnTo>
                    <a:pt x="1113573" y="579472"/>
                  </a:lnTo>
                  <a:lnTo>
                    <a:pt x="1116036" y="579303"/>
                  </a:lnTo>
                  <a:lnTo>
                    <a:pt x="1118500" y="579134"/>
                  </a:lnTo>
                  <a:lnTo>
                    <a:pt x="1120964" y="578965"/>
                  </a:lnTo>
                  <a:lnTo>
                    <a:pt x="1123427" y="578796"/>
                  </a:lnTo>
                  <a:lnTo>
                    <a:pt x="1125891" y="578629"/>
                  </a:lnTo>
                  <a:lnTo>
                    <a:pt x="1128355" y="578464"/>
                  </a:lnTo>
                  <a:lnTo>
                    <a:pt x="1130818" y="578302"/>
                  </a:lnTo>
                  <a:lnTo>
                    <a:pt x="1133282" y="578141"/>
                  </a:lnTo>
                  <a:lnTo>
                    <a:pt x="1135746" y="577985"/>
                  </a:lnTo>
                  <a:lnTo>
                    <a:pt x="1138209" y="577832"/>
                  </a:lnTo>
                  <a:lnTo>
                    <a:pt x="1140673" y="577682"/>
                  </a:lnTo>
                  <a:lnTo>
                    <a:pt x="1143137" y="577537"/>
                  </a:lnTo>
                  <a:lnTo>
                    <a:pt x="1145600" y="577398"/>
                  </a:lnTo>
                  <a:lnTo>
                    <a:pt x="1148064" y="577263"/>
                  </a:lnTo>
                  <a:lnTo>
                    <a:pt x="1150528" y="577134"/>
                  </a:lnTo>
                  <a:lnTo>
                    <a:pt x="1152991" y="577009"/>
                  </a:lnTo>
                  <a:lnTo>
                    <a:pt x="1155455" y="576893"/>
                  </a:lnTo>
                  <a:lnTo>
                    <a:pt x="1157919" y="576782"/>
                  </a:lnTo>
                  <a:lnTo>
                    <a:pt x="1160382" y="576677"/>
                  </a:lnTo>
                  <a:lnTo>
                    <a:pt x="1162846" y="576578"/>
                  </a:lnTo>
                  <a:lnTo>
                    <a:pt x="1165310" y="576488"/>
                  </a:lnTo>
                  <a:lnTo>
                    <a:pt x="1167773" y="576404"/>
                  </a:lnTo>
                  <a:lnTo>
                    <a:pt x="1170237" y="576326"/>
                  </a:lnTo>
                  <a:lnTo>
                    <a:pt x="1172701" y="576255"/>
                  </a:lnTo>
                  <a:lnTo>
                    <a:pt x="1175164" y="576192"/>
                  </a:lnTo>
                  <a:lnTo>
                    <a:pt x="1177628" y="576136"/>
                  </a:lnTo>
                  <a:lnTo>
                    <a:pt x="1180091" y="576087"/>
                  </a:lnTo>
                  <a:lnTo>
                    <a:pt x="1182555" y="576044"/>
                  </a:lnTo>
                  <a:lnTo>
                    <a:pt x="1185019" y="576010"/>
                  </a:lnTo>
                  <a:lnTo>
                    <a:pt x="1187482" y="575983"/>
                  </a:lnTo>
                  <a:lnTo>
                    <a:pt x="1189946" y="575962"/>
                  </a:lnTo>
                  <a:lnTo>
                    <a:pt x="1192410" y="575948"/>
                  </a:lnTo>
                  <a:lnTo>
                    <a:pt x="1194873" y="575942"/>
                  </a:lnTo>
                  <a:lnTo>
                    <a:pt x="1197337" y="575942"/>
                  </a:lnTo>
                  <a:lnTo>
                    <a:pt x="1199801" y="575949"/>
                  </a:lnTo>
                  <a:lnTo>
                    <a:pt x="1202264" y="575963"/>
                  </a:lnTo>
                  <a:lnTo>
                    <a:pt x="1204728" y="575984"/>
                  </a:lnTo>
                  <a:lnTo>
                    <a:pt x="1207192" y="576012"/>
                  </a:lnTo>
                  <a:lnTo>
                    <a:pt x="1209655" y="576045"/>
                  </a:lnTo>
                  <a:lnTo>
                    <a:pt x="1212119" y="576086"/>
                  </a:lnTo>
                  <a:lnTo>
                    <a:pt x="1214583" y="576134"/>
                  </a:lnTo>
                  <a:lnTo>
                    <a:pt x="1217046" y="576188"/>
                  </a:lnTo>
                  <a:lnTo>
                    <a:pt x="1219510" y="576247"/>
                  </a:lnTo>
                  <a:lnTo>
                    <a:pt x="1221974" y="576314"/>
                  </a:lnTo>
                  <a:lnTo>
                    <a:pt x="1224437" y="576388"/>
                  </a:lnTo>
                  <a:lnTo>
                    <a:pt x="1226901" y="576467"/>
                  </a:lnTo>
                  <a:lnTo>
                    <a:pt x="1229365" y="576551"/>
                  </a:lnTo>
                  <a:lnTo>
                    <a:pt x="1231828" y="576643"/>
                  </a:lnTo>
                  <a:lnTo>
                    <a:pt x="1234292" y="576740"/>
                  </a:lnTo>
                  <a:lnTo>
                    <a:pt x="1236756" y="576843"/>
                  </a:lnTo>
                  <a:lnTo>
                    <a:pt x="1239219" y="576951"/>
                  </a:lnTo>
                  <a:lnTo>
                    <a:pt x="1241683" y="577066"/>
                  </a:lnTo>
                  <a:lnTo>
                    <a:pt x="1244147" y="577185"/>
                  </a:lnTo>
                  <a:lnTo>
                    <a:pt x="1246610" y="577310"/>
                  </a:lnTo>
                  <a:lnTo>
                    <a:pt x="1249074" y="577438"/>
                  </a:lnTo>
                  <a:lnTo>
                    <a:pt x="1251538" y="577572"/>
                  </a:lnTo>
                  <a:lnTo>
                    <a:pt x="1254001" y="577711"/>
                  </a:lnTo>
                  <a:lnTo>
                    <a:pt x="1256465" y="577853"/>
                  </a:lnTo>
                  <a:lnTo>
                    <a:pt x="1258929" y="577998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481616" y="3743270"/>
              <a:ext cx="1258929" cy="396572"/>
            </a:xfrm>
            <a:custGeom>
              <a:avLst/>
              <a:pathLst>
                <a:path w="1258929" h="396572">
                  <a:moveTo>
                    <a:pt x="0" y="394113"/>
                  </a:moveTo>
                  <a:lnTo>
                    <a:pt x="2463" y="393959"/>
                  </a:lnTo>
                  <a:lnTo>
                    <a:pt x="4927" y="393800"/>
                  </a:lnTo>
                  <a:lnTo>
                    <a:pt x="7390" y="393635"/>
                  </a:lnTo>
                  <a:lnTo>
                    <a:pt x="9854" y="393461"/>
                  </a:lnTo>
                  <a:lnTo>
                    <a:pt x="12318" y="393280"/>
                  </a:lnTo>
                  <a:lnTo>
                    <a:pt x="14781" y="393095"/>
                  </a:lnTo>
                  <a:lnTo>
                    <a:pt x="17245" y="392899"/>
                  </a:lnTo>
                  <a:lnTo>
                    <a:pt x="19709" y="392698"/>
                  </a:lnTo>
                  <a:lnTo>
                    <a:pt x="22172" y="392491"/>
                  </a:lnTo>
                  <a:lnTo>
                    <a:pt x="24636" y="392274"/>
                  </a:lnTo>
                  <a:lnTo>
                    <a:pt x="27100" y="392051"/>
                  </a:lnTo>
                  <a:lnTo>
                    <a:pt x="29563" y="391823"/>
                  </a:lnTo>
                  <a:lnTo>
                    <a:pt x="32027" y="391586"/>
                  </a:lnTo>
                  <a:lnTo>
                    <a:pt x="34491" y="391343"/>
                  </a:lnTo>
                  <a:lnTo>
                    <a:pt x="36954" y="391095"/>
                  </a:lnTo>
                  <a:lnTo>
                    <a:pt x="39418" y="390838"/>
                  </a:lnTo>
                  <a:lnTo>
                    <a:pt x="41882" y="390576"/>
                  </a:lnTo>
                  <a:lnTo>
                    <a:pt x="44345" y="390309"/>
                  </a:lnTo>
                  <a:lnTo>
                    <a:pt x="46809" y="390034"/>
                  </a:lnTo>
                  <a:lnTo>
                    <a:pt x="49273" y="389755"/>
                  </a:lnTo>
                  <a:lnTo>
                    <a:pt x="51736" y="389471"/>
                  </a:lnTo>
                  <a:lnTo>
                    <a:pt x="54200" y="389182"/>
                  </a:lnTo>
                  <a:lnTo>
                    <a:pt x="56664" y="388887"/>
                  </a:lnTo>
                  <a:lnTo>
                    <a:pt x="59127" y="388590"/>
                  </a:lnTo>
                  <a:lnTo>
                    <a:pt x="61591" y="388288"/>
                  </a:lnTo>
                  <a:lnTo>
                    <a:pt x="64055" y="387983"/>
                  </a:lnTo>
                  <a:lnTo>
                    <a:pt x="66518" y="387675"/>
                  </a:lnTo>
                  <a:lnTo>
                    <a:pt x="68982" y="387364"/>
                  </a:lnTo>
                  <a:lnTo>
                    <a:pt x="71446" y="387052"/>
                  </a:lnTo>
                  <a:lnTo>
                    <a:pt x="73909" y="386738"/>
                  </a:lnTo>
                  <a:lnTo>
                    <a:pt x="76373" y="386422"/>
                  </a:lnTo>
                  <a:lnTo>
                    <a:pt x="78837" y="386107"/>
                  </a:lnTo>
                  <a:lnTo>
                    <a:pt x="81300" y="385791"/>
                  </a:lnTo>
                  <a:lnTo>
                    <a:pt x="83764" y="385476"/>
                  </a:lnTo>
                  <a:lnTo>
                    <a:pt x="86228" y="385162"/>
                  </a:lnTo>
                  <a:lnTo>
                    <a:pt x="88691" y="384850"/>
                  </a:lnTo>
                  <a:lnTo>
                    <a:pt x="91155" y="384539"/>
                  </a:lnTo>
                  <a:lnTo>
                    <a:pt x="93618" y="384232"/>
                  </a:lnTo>
                  <a:lnTo>
                    <a:pt x="96082" y="383928"/>
                  </a:lnTo>
                  <a:lnTo>
                    <a:pt x="98546" y="383627"/>
                  </a:lnTo>
                  <a:lnTo>
                    <a:pt x="101009" y="383332"/>
                  </a:lnTo>
                  <a:lnTo>
                    <a:pt x="103473" y="383041"/>
                  </a:lnTo>
                  <a:lnTo>
                    <a:pt x="105937" y="382754"/>
                  </a:lnTo>
                  <a:lnTo>
                    <a:pt x="108400" y="382475"/>
                  </a:lnTo>
                  <a:lnTo>
                    <a:pt x="110864" y="382202"/>
                  </a:lnTo>
                  <a:lnTo>
                    <a:pt x="113328" y="381934"/>
                  </a:lnTo>
                  <a:lnTo>
                    <a:pt x="115791" y="381676"/>
                  </a:lnTo>
                  <a:lnTo>
                    <a:pt x="118255" y="381425"/>
                  </a:lnTo>
                  <a:lnTo>
                    <a:pt x="120719" y="381180"/>
                  </a:lnTo>
                  <a:lnTo>
                    <a:pt x="123182" y="380946"/>
                  </a:lnTo>
                  <a:lnTo>
                    <a:pt x="125646" y="380721"/>
                  </a:lnTo>
                  <a:lnTo>
                    <a:pt x="128110" y="380502"/>
                  </a:lnTo>
                  <a:lnTo>
                    <a:pt x="130573" y="380295"/>
                  </a:lnTo>
                  <a:lnTo>
                    <a:pt x="133037" y="380098"/>
                  </a:lnTo>
                  <a:lnTo>
                    <a:pt x="135501" y="379908"/>
                  </a:lnTo>
                  <a:lnTo>
                    <a:pt x="137964" y="379731"/>
                  </a:lnTo>
                  <a:lnTo>
                    <a:pt x="140428" y="379564"/>
                  </a:lnTo>
                  <a:lnTo>
                    <a:pt x="142892" y="379404"/>
                  </a:lnTo>
                  <a:lnTo>
                    <a:pt x="145355" y="379256"/>
                  </a:lnTo>
                  <a:lnTo>
                    <a:pt x="147819" y="379120"/>
                  </a:lnTo>
                  <a:lnTo>
                    <a:pt x="150283" y="378990"/>
                  </a:lnTo>
                  <a:lnTo>
                    <a:pt x="152746" y="378872"/>
                  </a:lnTo>
                  <a:lnTo>
                    <a:pt x="155210" y="378766"/>
                  </a:lnTo>
                  <a:lnTo>
                    <a:pt x="157674" y="378666"/>
                  </a:lnTo>
                  <a:lnTo>
                    <a:pt x="160137" y="378576"/>
                  </a:lnTo>
                  <a:lnTo>
                    <a:pt x="162601" y="378497"/>
                  </a:lnTo>
                  <a:lnTo>
                    <a:pt x="165065" y="378425"/>
                  </a:lnTo>
                  <a:lnTo>
                    <a:pt x="167528" y="378361"/>
                  </a:lnTo>
                  <a:lnTo>
                    <a:pt x="169992" y="378308"/>
                  </a:lnTo>
                  <a:lnTo>
                    <a:pt x="172456" y="378259"/>
                  </a:lnTo>
                  <a:lnTo>
                    <a:pt x="174919" y="378218"/>
                  </a:lnTo>
                  <a:lnTo>
                    <a:pt x="177383" y="378185"/>
                  </a:lnTo>
                  <a:lnTo>
                    <a:pt x="179847" y="378156"/>
                  </a:lnTo>
                  <a:lnTo>
                    <a:pt x="182310" y="378133"/>
                  </a:lnTo>
                  <a:lnTo>
                    <a:pt x="184774" y="378116"/>
                  </a:lnTo>
                  <a:lnTo>
                    <a:pt x="187237" y="378101"/>
                  </a:lnTo>
                  <a:lnTo>
                    <a:pt x="189701" y="378090"/>
                  </a:lnTo>
                  <a:lnTo>
                    <a:pt x="192165" y="378083"/>
                  </a:lnTo>
                  <a:lnTo>
                    <a:pt x="194628" y="378077"/>
                  </a:lnTo>
                  <a:lnTo>
                    <a:pt x="197092" y="378072"/>
                  </a:lnTo>
                  <a:lnTo>
                    <a:pt x="199556" y="378068"/>
                  </a:lnTo>
                  <a:lnTo>
                    <a:pt x="202019" y="378064"/>
                  </a:lnTo>
                  <a:lnTo>
                    <a:pt x="204483" y="378059"/>
                  </a:lnTo>
                  <a:lnTo>
                    <a:pt x="206947" y="378052"/>
                  </a:lnTo>
                  <a:lnTo>
                    <a:pt x="209410" y="378042"/>
                  </a:lnTo>
                  <a:lnTo>
                    <a:pt x="211874" y="378030"/>
                  </a:lnTo>
                  <a:lnTo>
                    <a:pt x="214338" y="378013"/>
                  </a:lnTo>
                  <a:lnTo>
                    <a:pt x="216801" y="377991"/>
                  </a:lnTo>
                  <a:lnTo>
                    <a:pt x="219265" y="377965"/>
                  </a:lnTo>
                  <a:lnTo>
                    <a:pt x="221729" y="377931"/>
                  </a:lnTo>
                  <a:lnTo>
                    <a:pt x="224192" y="377890"/>
                  </a:lnTo>
                  <a:lnTo>
                    <a:pt x="226656" y="377842"/>
                  </a:lnTo>
                  <a:lnTo>
                    <a:pt x="229120" y="377785"/>
                  </a:lnTo>
                  <a:lnTo>
                    <a:pt x="231583" y="377718"/>
                  </a:lnTo>
                  <a:lnTo>
                    <a:pt x="234047" y="377643"/>
                  </a:lnTo>
                  <a:lnTo>
                    <a:pt x="236511" y="377556"/>
                  </a:lnTo>
                  <a:lnTo>
                    <a:pt x="238974" y="377457"/>
                  </a:lnTo>
                  <a:lnTo>
                    <a:pt x="241438" y="377349"/>
                  </a:lnTo>
                  <a:lnTo>
                    <a:pt x="243902" y="377227"/>
                  </a:lnTo>
                  <a:lnTo>
                    <a:pt x="246365" y="377091"/>
                  </a:lnTo>
                  <a:lnTo>
                    <a:pt x="248829" y="376944"/>
                  </a:lnTo>
                  <a:lnTo>
                    <a:pt x="251293" y="376782"/>
                  </a:lnTo>
                  <a:lnTo>
                    <a:pt x="253756" y="376603"/>
                  </a:lnTo>
                  <a:lnTo>
                    <a:pt x="256220" y="376412"/>
                  </a:lnTo>
                  <a:lnTo>
                    <a:pt x="258684" y="376206"/>
                  </a:lnTo>
                  <a:lnTo>
                    <a:pt x="261147" y="375981"/>
                  </a:lnTo>
                  <a:lnTo>
                    <a:pt x="263611" y="375743"/>
                  </a:lnTo>
                  <a:lnTo>
                    <a:pt x="266075" y="375490"/>
                  </a:lnTo>
                  <a:lnTo>
                    <a:pt x="268538" y="375215"/>
                  </a:lnTo>
                  <a:lnTo>
                    <a:pt x="271002" y="374927"/>
                  </a:lnTo>
                  <a:lnTo>
                    <a:pt x="273465" y="374623"/>
                  </a:lnTo>
                  <a:lnTo>
                    <a:pt x="275929" y="374296"/>
                  </a:lnTo>
                  <a:lnTo>
                    <a:pt x="278393" y="373956"/>
                  </a:lnTo>
                  <a:lnTo>
                    <a:pt x="280856" y="373601"/>
                  </a:lnTo>
                  <a:lnTo>
                    <a:pt x="283320" y="373220"/>
                  </a:lnTo>
                  <a:lnTo>
                    <a:pt x="285784" y="372826"/>
                  </a:lnTo>
                  <a:lnTo>
                    <a:pt x="288247" y="372418"/>
                  </a:lnTo>
                  <a:lnTo>
                    <a:pt x="290711" y="371983"/>
                  </a:lnTo>
                  <a:lnTo>
                    <a:pt x="293175" y="371535"/>
                  </a:lnTo>
                  <a:lnTo>
                    <a:pt x="295638" y="371073"/>
                  </a:lnTo>
                  <a:lnTo>
                    <a:pt x="298102" y="370584"/>
                  </a:lnTo>
                  <a:lnTo>
                    <a:pt x="300566" y="370081"/>
                  </a:lnTo>
                  <a:lnTo>
                    <a:pt x="303029" y="369565"/>
                  </a:lnTo>
                  <a:lnTo>
                    <a:pt x="305493" y="369023"/>
                  </a:lnTo>
                  <a:lnTo>
                    <a:pt x="307957" y="368467"/>
                  </a:lnTo>
                  <a:lnTo>
                    <a:pt x="310420" y="367896"/>
                  </a:lnTo>
                  <a:lnTo>
                    <a:pt x="312884" y="367303"/>
                  </a:lnTo>
                  <a:lnTo>
                    <a:pt x="315348" y="366693"/>
                  </a:lnTo>
                  <a:lnTo>
                    <a:pt x="317811" y="366071"/>
                  </a:lnTo>
                  <a:lnTo>
                    <a:pt x="320275" y="365426"/>
                  </a:lnTo>
                  <a:lnTo>
                    <a:pt x="322739" y="364765"/>
                  </a:lnTo>
                  <a:lnTo>
                    <a:pt x="325202" y="364091"/>
                  </a:lnTo>
                  <a:lnTo>
                    <a:pt x="327666" y="363397"/>
                  </a:lnTo>
                  <a:lnTo>
                    <a:pt x="330130" y="362686"/>
                  </a:lnTo>
                  <a:lnTo>
                    <a:pt x="332593" y="361963"/>
                  </a:lnTo>
                  <a:lnTo>
                    <a:pt x="335057" y="361221"/>
                  </a:lnTo>
                  <a:lnTo>
                    <a:pt x="337521" y="360463"/>
                  </a:lnTo>
                  <a:lnTo>
                    <a:pt x="339984" y="359692"/>
                  </a:lnTo>
                  <a:lnTo>
                    <a:pt x="342448" y="358904"/>
                  </a:lnTo>
                  <a:lnTo>
                    <a:pt x="344912" y="358100"/>
                  </a:lnTo>
                  <a:lnTo>
                    <a:pt x="347375" y="357284"/>
                  </a:lnTo>
                  <a:lnTo>
                    <a:pt x="349839" y="356452"/>
                  </a:lnTo>
                  <a:lnTo>
                    <a:pt x="352303" y="355603"/>
                  </a:lnTo>
                  <a:lnTo>
                    <a:pt x="354766" y="354744"/>
                  </a:lnTo>
                  <a:lnTo>
                    <a:pt x="357230" y="353870"/>
                  </a:lnTo>
                  <a:lnTo>
                    <a:pt x="359694" y="352980"/>
                  </a:lnTo>
                  <a:lnTo>
                    <a:pt x="362157" y="352079"/>
                  </a:lnTo>
                  <a:lnTo>
                    <a:pt x="364621" y="351166"/>
                  </a:lnTo>
                  <a:lnTo>
                    <a:pt x="367084" y="350236"/>
                  </a:lnTo>
                  <a:lnTo>
                    <a:pt x="369548" y="349296"/>
                  </a:lnTo>
                  <a:lnTo>
                    <a:pt x="372012" y="348346"/>
                  </a:lnTo>
                  <a:lnTo>
                    <a:pt x="374475" y="347378"/>
                  </a:lnTo>
                  <a:lnTo>
                    <a:pt x="376939" y="346402"/>
                  </a:lnTo>
                  <a:lnTo>
                    <a:pt x="379403" y="345416"/>
                  </a:lnTo>
                  <a:lnTo>
                    <a:pt x="381866" y="344414"/>
                  </a:lnTo>
                  <a:lnTo>
                    <a:pt x="384330" y="343404"/>
                  </a:lnTo>
                  <a:lnTo>
                    <a:pt x="386794" y="342385"/>
                  </a:lnTo>
                  <a:lnTo>
                    <a:pt x="389257" y="341350"/>
                  </a:lnTo>
                  <a:lnTo>
                    <a:pt x="391721" y="340308"/>
                  </a:lnTo>
                  <a:lnTo>
                    <a:pt x="394185" y="339259"/>
                  </a:lnTo>
                  <a:lnTo>
                    <a:pt x="396648" y="338195"/>
                  </a:lnTo>
                  <a:lnTo>
                    <a:pt x="399112" y="337124"/>
                  </a:lnTo>
                  <a:lnTo>
                    <a:pt x="401576" y="336046"/>
                  </a:lnTo>
                  <a:lnTo>
                    <a:pt x="404039" y="334956"/>
                  </a:lnTo>
                  <a:lnTo>
                    <a:pt x="406503" y="333860"/>
                  </a:lnTo>
                  <a:lnTo>
                    <a:pt x="408967" y="332757"/>
                  </a:lnTo>
                  <a:lnTo>
                    <a:pt x="411430" y="331643"/>
                  </a:lnTo>
                  <a:lnTo>
                    <a:pt x="413894" y="330524"/>
                  </a:lnTo>
                  <a:lnTo>
                    <a:pt x="416358" y="329398"/>
                  </a:lnTo>
                  <a:lnTo>
                    <a:pt x="418821" y="328265"/>
                  </a:lnTo>
                  <a:lnTo>
                    <a:pt x="421285" y="327125"/>
                  </a:lnTo>
                  <a:lnTo>
                    <a:pt x="423749" y="325981"/>
                  </a:lnTo>
                  <a:lnTo>
                    <a:pt x="426212" y="324831"/>
                  </a:lnTo>
                  <a:lnTo>
                    <a:pt x="428676" y="323675"/>
                  </a:lnTo>
                  <a:lnTo>
                    <a:pt x="431140" y="322515"/>
                  </a:lnTo>
                  <a:lnTo>
                    <a:pt x="433603" y="321351"/>
                  </a:lnTo>
                  <a:lnTo>
                    <a:pt x="436067" y="320182"/>
                  </a:lnTo>
                  <a:lnTo>
                    <a:pt x="438531" y="319010"/>
                  </a:lnTo>
                  <a:lnTo>
                    <a:pt x="440994" y="317835"/>
                  </a:lnTo>
                  <a:lnTo>
                    <a:pt x="443458" y="316657"/>
                  </a:lnTo>
                  <a:lnTo>
                    <a:pt x="445922" y="315477"/>
                  </a:lnTo>
                  <a:lnTo>
                    <a:pt x="448385" y="314294"/>
                  </a:lnTo>
                  <a:lnTo>
                    <a:pt x="450849" y="313109"/>
                  </a:lnTo>
                  <a:lnTo>
                    <a:pt x="453312" y="311924"/>
                  </a:lnTo>
                  <a:lnTo>
                    <a:pt x="455776" y="310737"/>
                  </a:lnTo>
                  <a:lnTo>
                    <a:pt x="458240" y="309549"/>
                  </a:lnTo>
                  <a:lnTo>
                    <a:pt x="460703" y="308361"/>
                  </a:lnTo>
                  <a:lnTo>
                    <a:pt x="463167" y="307173"/>
                  </a:lnTo>
                  <a:lnTo>
                    <a:pt x="465631" y="305985"/>
                  </a:lnTo>
                  <a:lnTo>
                    <a:pt x="468094" y="304797"/>
                  </a:lnTo>
                  <a:lnTo>
                    <a:pt x="470558" y="303610"/>
                  </a:lnTo>
                  <a:lnTo>
                    <a:pt x="473022" y="302425"/>
                  </a:lnTo>
                  <a:lnTo>
                    <a:pt x="475485" y="301240"/>
                  </a:lnTo>
                  <a:lnTo>
                    <a:pt x="477949" y="300057"/>
                  </a:lnTo>
                  <a:lnTo>
                    <a:pt x="480413" y="298875"/>
                  </a:lnTo>
                  <a:lnTo>
                    <a:pt x="482876" y="297695"/>
                  </a:lnTo>
                  <a:lnTo>
                    <a:pt x="485340" y="296517"/>
                  </a:lnTo>
                  <a:lnTo>
                    <a:pt x="487804" y="295342"/>
                  </a:lnTo>
                  <a:lnTo>
                    <a:pt x="490267" y="294168"/>
                  </a:lnTo>
                  <a:lnTo>
                    <a:pt x="492731" y="292996"/>
                  </a:lnTo>
                  <a:lnTo>
                    <a:pt x="495195" y="291827"/>
                  </a:lnTo>
                  <a:lnTo>
                    <a:pt x="497658" y="290659"/>
                  </a:lnTo>
                  <a:lnTo>
                    <a:pt x="500122" y="289494"/>
                  </a:lnTo>
                  <a:lnTo>
                    <a:pt x="502586" y="288331"/>
                  </a:lnTo>
                  <a:lnTo>
                    <a:pt x="505049" y="287171"/>
                  </a:lnTo>
                  <a:lnTo>
                    <a:pt x="507513" y="286011"/>
                  </a:lnTo>
                  <a:lnTo>
                    <a:pt x="509977" y="284854"/>
                  </a:lnTo>
                  <a:lnTo>
                    <a:pt x="512440" y="283699"/>
                  </a:lnTo>
                  <a:lnTo>
                    <a:pt x="514904" y="282544"/>
                  </a:lnTo>
                  <a:lnTo>
                    <a:pt x="517368" y="281391"/>
                  </a:lnTo>
                  <a:lnTo>
                    <a:pt x="519831" y="280238"/>
                  </a:lnTo>
                  <a:lnTo>
                    <a:pt x="522295" y="279085"/>
                  </a:lnTo>
                  <a:lnTo>
                    <a:pt x="524759" y="277933"/>
                  </a:lnTo>
                  <a:lnTo>
                    <a:pt x="527222" y="276780"/>
                  </a:lnTo>
                  <a:lnTo>
                    <a:pt x="529686" y="275626"/>
                  </a:lnTo>
                  <a:lnTo>
                    <a:pt x="532150" y="274470"/>
                  </a:lnTo>
                  <a:lnTo>
                    <a:pt x="534613" y="273312"/>
                  </a:lnTo>
                  <a:lnTo>
                    <a:pt x="537077" y="272151"/>
                  </a:lnTo>
                  <a:lnTo>
                    <a:pt x="539541" y="270987"/>
                  </a:lnTo>
                  <a:lnTo>
                    <a:pt x="542004" y="269818"/>
                  </a:lnTo>
                  <a:lnTo>
                    <a:pt x="544468" y="268644"/>
                  </a:lnTo>
                  <a:lnTo>
                    <a:pt x="546931" y="267465"/>
                  </a:lnTo>
                  <a:lnTo>
                    <a:pt x="549395" y="266277"/>
                  </a:lnTo>
                  <a:lnTo>
                    <a:pt x="551859" y="265083"/>
                  </a:lnTo>
                  <a:lnTo>
                    <a:pt x="554322" y="263880"/>
                  </a:lnTo>
                  <a:lnTo>
                    <a:pt x="556786" y="262665"/>
                  </a:lnTo>
                  <a:lnTo>
                    <a:pt x="559250" y="261441"/>
                  </a:lnTo>
                  <a:lnTo>
                    <a:pt x="561713" y="260205"/>
                  </a:lnTo>
                  <a:lnTo>
                    <a:pt x="564177" y="258952"/>
                  </a:lnTo>
                  <a:lnTo>
                    <a:pt x="566641" y="257687"/>
                  </a:lnTo>
                  <a:lnTo>
                    <a:pt x="569104" y="256408"/>
                  </a:lnTo>
                  <a:lnTo>
                    <a:pt x="571568" y="255105"/>
                  </a:lnTo>
                  <a:lnTo>
                    <a:pt x="574032" y="253786"/>
                  </a:lnTo>
                  <a:lnTo>
                    <a:pt x="576495" y="252452"/>
                  </a:lnTo>
                  <a:lnTo>
                    <a:pt x="578959" y="251085"/>
                  </a:lnTo>
                  <a:lnTo>
                    <a:pt x="581423" y="249700"/>
                  </a:lnTo>
                  <a:lnTo>
                    <a:pt x="583886" y="248295"/>
                  </a:lnTo>
                  <a:lnTo>
                    <a:pt x="586350" y="246851"/>
                  </a:lnTo>
                  <a:lnTo>
                    <a:pt x="588814" y="245383"/>
                  </a:lnTo>
                  <a:lnTo>
                    <a:pt x="591277" y="243892"/>
                  </a:lnTo>
                  <a:lnTo>
                    <a:pt x="593741" y="242356"/>
                  </a:lnTo>
                  <a:lnTo>
                    <a:pt x="596205" y="240790"/>
                  </a:lnTo>
                  <a:lnTo>
                    <a:pt x="598668" y="239197"/>
                  </a:lnTo>
                  <a:lnTo>
                    <a:pt x="601132" y="237553"/>
                  </a:lnTo>
                  <a:lnTo>
                    <a:pt x="603596" y="235872"/>
                  </a:lnTo>
                  <a:lnTo>
                    <a:pt x="606059" y="234160"/>
                  </a:lnTo>
                  <a:lnTo>
                    <a:pt x="608523" y="232392"/>
                  </a:lnTo>
                  <a:lnTo>
                    <a:pt x="610987" y="230580"/>
                  </a:lnTo>
                  <a:lnTo>
                    <a:pt x="613450" y="228732"/>
                  </a:lnTo>
                  <a:lnTo>
                    <a:pt x="615914" y="226824"/>
                  </a:lnTo>
                  <a:lnTo>
                    <a:pt x="618378" y="224864"/>
                  </a:lnTo>
                  <a:lnTo>
                    <a:pt x="620841" y="222864"/>
                  </a:lnTo>
                  <a:lnTo>
                    <a:pt x="623305" y="220800"/>
                  </a:lnTo>
                  <a:lnTo>
                    <a:pt x="625769" y="218677"/>
                  </a:lnTo>
                  <a:lnTo>
                    <a:pt x="628232" y="216510"/>
                  </a:lnTo>
                  <a:lnTo>
                    <a:pt x="630696" y="214277"/>
                  </a:lnTo>
                  <a:lnTo>
                    <a:pt x="633159" y="211977"/>
                  </a:lnTo>
                  <a:lnTo>
                    <a:pt x="635623" y="209630"/>
                  </a:lnTo>
                  <a:lnTo>
                    <a:pt x="638087" y="207216"/>
                  </a:lnTo>
                  <a:lnTo>
                    <a:pt x="640550" y="204728"/>
                  </a:lnTo>
                  <a:lnTo>
                    <a:pt x="643014" y="202190"/>
                  </a:lnTo>
                  <a:lnTo>
                    <a:pt x="645478" y="199587"/>
                  </a:lnTo>
                  <a:lnTo>
                    <a:pt x="647941" y="196902"/>
                  </a:lnTo>
                  <a:lnTo>
                    <a:pt x="650405" y="194167"/>
                  </a:lnTo>
                  <a:lnTo>
                    <a:pt x="652869" y="191368"/>
                  </a:lnTo>
                  <a:lnTo>
                    <a:pt x="655332" y="188483"/>
                  </a:lnTo>
                  <a:lnTo>
                    <a:pt x="657796" y="185548"/>
                  </a:lnTo>
                  <a:lnTo>
                    <a:pt x="660260" y="182552"/>
                  </a:lnTo>
                  <a:lnTo>
                    <a:pt x="662723" y="179468"/>
                  </a:lnTo>
                  <a:lnTo>
                    <a:pt x="665187" y="176334"/>
                  </a:lnTo>
                  <a:lnTo>
                    <a:pt x="667651" y="173146"/>
                  </a:lnTo>
                  <a:lnTo>
                    <a:pt x="670114" y="169868"/>
                  </a:lnTo>
                  <a:lnTo>
                    <a:pt x="672578" y="166543"/>
                  </a:lnTo>
                  <a:lnTo>
                    <a:pt x="675042" y="163170"/>
                  </a:lnTo>
                  <a:lnTo>
                    <a:pt x="677505" y="159711"/>
                  </a:lnTo>
                  <a:lnTo>
                    <a:pt x="679969" y="156208"/>
                  </a:lnTo>
                  <a:lnTo>
                    <a:pt x="682433" y="152662"/>
                  </a:lnTo>
                  <a:lnTo>
                    <a:pt x="684896" y="149041"/>
                  </a:lnTo>
                  <a:lnTo>
                    <a:pt x="687360" y="145379"/>
                  </a:lnTo>
                  <a:lnTo>
                    <a:pt x="689824" y="141681"/>
                  </a:lnTo>
                  <a:lnTo>
                    <a:pt x="692287" y="137921"/>
                  </a:lnTo>
                  <a:lnTo>
                    <a:pt x="694751" y="134127"/>
                  </a:lnTo>
                  <a:lnTo>
                    <a:pt x="697215" y="130303"/>
                  </a:lnTo>
                  <a:lnTo>
                    <a:pt x="699678" y="126433"/>
                  </a:lnTo>
                  <a:lnTo>
                    <a:pt x="702142" y="122537"/>
                  </a:lnTo>
                  <a:lnTo>
                    <a:pt x="704606" y="118620"/>
                  </a:lnTo>
                  <a:lnTo>
                    <a:pt x="707069" y="114675"/>
                  </a:lnTo>
                  <a:lnTo>
                    <a:pt x="709533" y="110714"/>
                  </a:lnTo>
                  <a:lnTo>
                    <a:pt x="711997" y="106743"/>
                  </a:lnTo>
                  <a:lnTo>
                    <a:pt x="714460" y="102761"/>
                  </a:lnTo>
                  <a:lnTo>
                    <a:pt x="716924" y="98778"/>
                  </a:lnTo>
                  <a:lnTo>
                    <a:pt x="719388" y="94797"/>
                  </a:lnTo>
                  <a:lnTo>
                    <a:pt x="721851" y="90822"/>
                  </a:lnTo>
                  <a:lnTo>
                    <a:pt x="724315" y="86863"/>
                  </a:lnTo>
                  <a:lnTo>
                    <a:pt x="726778" y="82919"/>
                  </a:lnTo>
                  <a:lnTo>
                    <a:pt x="729242" y="78999"/>
                  </a:lnTo>
                  <a:lnTo>
                    <a:pt x="731706" y="75114"/>
                  </a:lnTo>
                  <a:lnTo>
                    <a:pt x="734169" y="71258"/>
                  </a:lnTo>
                  <a:lnTo>
                    <a:pt x="736633" y="67442"/>
                  </a:lnTo>
                  <a:lnTo>
                    <a:pt x="739097" y="63685"/>
                  </a:lnTo>
                  <a:lnTo>
                    <a:pt x="741560" y="59970"/>
                  </a:lnTo>
                  <a:lnTo>
                    <a:pt x="744024" y="56311"/>
                  </a:lnTo>
                  <a:lnTo>
                    <a:pt x="746488" y="52735"/>
                  </a:lnTo>
                  <a:lnTo>
                    <a:pt x="748951" y="49215"/>
                  </a:lnTo>
                  <a:lnTo>
                    <a:pt x="751415" y="45765"/>
                  </a:lnTo>
                  <a:lnTo>
                    <a:pt x="753879" y="42424"/>
                  </a:lnTo>
                  <a:lnTo>
                    <a:pt x="756342" y="39154"/>
                  </a:lnTo>
                  <a:lnTo>
                    <a:pt x="758806" y="35964"/>
                  </a:lnTo>
                  <a:lnTo>
                    <a:pt x="761270" y="32913"/>
                  </a:lnTo>
                  <a:lnTo>
                    <a:pt x="763733" y="29944"/>
                  </a:lnTo>
                  <a:lnTo>
                    <a:pt x="766197" y="27065"/>
                  </a:lnTo>
                  <a:lnTo>
                    <a:pt x="768661" y="24353"/>
                  </a:lnTo>
                  <a:lnTo>
                    <a:pt x="771124" y="21737"/>
                  </a:lnTo>
                  <a:lnTo>
                    <a:pt x="773588" y="19216"/>
                  </a:lnTo>
                  <a:lnTo>
                    <a:pt x="776052" y="16891"/>
                  </a:lnTo>
                  <a:lnTo>
                    <a:pt x="778515" y="14673"/>
                  </a:lnTo>
                  <a:lnTo>
                    <a:pt x="780979" y="12562"/>
                  </a:lnTo>
                  <a:lnTo>
                    <a:pt x="783443" y="10659"/>
                  </a:lnTo>
                  <a:lnTo>
                    <a:pt x="785906" y="8880"/>
                  </a:lnTo>
                  <a:lnTo>
                    <a:pt x="788370" y="7219"/>
                  </a:lnTo>
                  <a:lnTo>
                    <a:pt x="790834" y="5773"/>
                  </a:lnTo>
                  <a:lnTo>
                    <a:pt x="793297" y="4469"/>
                  </a:lnTo>
                  <a:lnTo>
                    <a:pt x="795761" y="3291"/>
                  </a:lnTo>
                  <a:lnTo>
                    <a:pt x="798225" y="2331"/>
                  </a:lnTo>
                  <a:lnTo>
                    <a:pt x="800688" y="1532"/>
                  </a:lnTo>
                  <a:lnTo>
                    <a:pt x="803152" y="864"/>
                  </a:lnTo>
                  <a:lnTo>
                    <a:pt x="805616" y="413"/>
                  </a:lnTo>
                  <a:lnTo>
                    <a:pt x="808079" y="138"/>
                  </a:lnTo>
                  <a:lnTo>
                    <a:pt x="810543" y="0"/>
                  </a:lnTo>
                  <a:lnTo>
                    <a:pt x="813006" y="74"/>
                  </a:lnTo>
                  <a:lnTo>
                    <a:pt x="815470" y="338"/>
                  </a:lnTo>
                  <a:lnTo>
                    <a:pt x="817934" y="739"/>
                  </a:lnTo>
                  <a:lnTo>
                    <a:pt x="820397" y="1346"/>
                  </a:lnTo>
                  <a:lnTo>
                    <a:pt x="822861" y="2153"/>
                  </a:lnTo>
                  <a:lnTo>
                    <a:pt x="825325" y="3098"/>
                  </a:lnTo>
                  <a:lnTo>
                    <a:pt x="827788" y="4238"/>
                  </a:lnTo>
                  <a:lnTo>
                    <a:pt x="830252" y="5586"/>
                  </a:lnTo>
                  <a:lnTo>
                    <a:pt x="832716" y="7069"/>
                  </a:lnTo>
                  <a:lnTo>
                    <a:pt x="835179" y="8734"/>
                  </a:lnTo>
                  <a:lnTo>
                    <a:pt x="837643" y="10610"/>
                  </a:lnTo>
                  <a:lnTo>
                    <a:pt x="840107" y="12619"/>
                  </a:lnTo>
                  <a:lnTo>
                    <a:pt x="842570" y="14793"/>
                  </a:lnTo>
                  <a:lnTo>
                    <a:pt x="845034" y="17180"/>
                  </a:lnTo>
                  <a:lnTo>
                    <a:pt x="847498" y="19692"/>
                  </a:lnTo>
                  <a:lnTo>
                    <a:pt x="849961" y="22354"/>
                  </a:lnTo>
                  <a:lnTo>
                    <a:pt x="852425" y="25224"/>
                  </a:lnTo>
                  <a:lnTo>
                    <a:pt x="854889" y="28213"/>
                  </a:lnTo>
                  <a:lnTo>
                    <a:pt x="857352" y="31332"/>
                  </a:lnTo>
                  <a:lnTo>
                    <a:pt x="859816" y="34654"/>
                  </a:lnTo>
                  <a:lnTo>
                    <a:pt x="862280" y="38084"/>
                  </a:lnTo>
                  <a:lnTo>
                    <a:pt x="864743" y="41626"/>
                  </a:lnTo>
                  <a:lnTo>
                    <a:pt x="867207" y="45360"/>
                  </a:lnTo>
                  <a:lnTo>
                    <a:pt x="869671" y="49191"/>
                  </a:lnTo>
                  <a:lnTo>
                    <a:pt x="872134" y="53118"/>
                  </a:lnTo>
                  <a:lnTo>
                    <a:pt x="874598" y="57218"/>
                  </a:lnTo>
                  <a:lnTo>
                    <a:pt x="877062" y="61405"/>
                  </a:lnTo>
                  <a:lnTo>
                    <a:pt x="879525" y="65676"/>
                  </a:lnTo>
                  <a:lnTo>
                    <a:pt x="881989" y="70091"/>
                  </a:lnTo>
                  <a:lnTo>
                    <a:pt x="884453" y="74586"/>
                  </a:lnTo>
                  <a:lnTo>
                    <a:pt x="886916" y="79151"/>
                  </a:lnTo>
                  <a:lnTo>
                    <a:pt x="889380" y="83833"/>
                  </a:lnTo>
                  <a:lnTo>
                    <a:pt x="891844" y="88584"/>
                  </a:lnTo>
                  <a:lnTo>
                    <a:pt x="894307" y="93393"/>
                  </a:lnTo>
                  <a:lnTo>
                    <a:pt x="896771" y="98290"/>
                  </a:lnTo>
                  <a:lnTo>
                    <a:pt x="899235" y="103245"/>
                  </a:lnTo>
                  <a:lnTo>
                    <a:pt x="901698" y="108243"/>
                  </a:lnTo>
                  <a:lnTo>
                    <a:pt x="904162" y="113305"/>
                  </a:lnTo>
                  <a:lnTo>
                    <a:pt x="906625" y="118411"/>
                  </a:lnTo>
                  <a:lnTo>
                    <a:pt x="909089" y="123547"/>
                  </a:lnTo>
                  <a:lnTo>
                    <a:pt x="911553" y="128723"/>
                  </a:lnTo>
                  <a:lnTo>
                    <a:pt x="914016" y="133927"/>
                  </a:lnTo>
                  <a:lnTo>
                    <a:pt x="916480" y="139147"/>
                  </a:lnTo>
                  <a:lnTo>
                    <a:pt x="918944" y="144388"/>
                  </a:lnTo>
                  <a:lnTo>
                    <a:pt x="921407" y="149639"/>
                  </a:lnTo>
                  <a:lnTo>
                    <a:pt x="923871" y="154895"/>
                  </a:lnTo>
                  <a:lnTo>
                    <a:pt x="926335" y="160152"/>
                  </a:lnTo>
                  <a:lnTo>
                    <a:pt x="928798" y="165402"/>
                  </a:lnTo>
                  <a:lnTo>
                    <a:pt x="931262" y="170645"/>
                  </a:lnTo>
                  <a:lnTo>
                    <a:pt x="933726" y="175874"/>
                  </a:lnTo>
                  <a:lnTo>
                    <a:pt x="936189" y="181078"/>
                  </a:lnTo>
                  <a:lnTo>
                    <a:pt x="938653" y="186263"/>
                  </a:lnTo>
                  <a:lnTo>
                    <a:pt x="941117" y="191423"/>
                  </a:lnTo>
                  <a:lnTo>
                    <a:pt x="943580" y="196539"/>
                  </a:lnTo>
                  <a:lnTo>
                    <a:pt x="946044" y="201627"/>
                  </a:lnTo>
                  <a:lnTo>
                    <a:pt x="948508" y="206679"/>
                  </a:lnTo>
                  <a:lnTo>
                    <a:pt x="950971" y="211671"/>
                  </a:lnTo>
                  <a:lnTo>
                    <a:pt x="953435" y="216625"/>
                  </a:lnTo>
                  <a:lnTo>
                    <a:pt x="955899" y="221537"/>
                  </a:lnTo>
                  <a:lnTo>
                    <a:pt x="958362" y="226371"/>
                  </a:lnTo>
                  <a:lnTo>
                    <a:pt x="960826" y="231160"/>
                  </a:lnTo>
                  <a:lnTo>
                    <a:pt x="963290" y="235902"/>
                  </a:lnTo>
                  <a:lnTo>
                    <a:pt x="965753" y="240550"/>
                  </a:lnTo>
                  <a:lnTo>
                    <a:pt x="968217" y="245147"/>
                  </a:lnTo>
                  <a:lnTo>
                    <a:pt x="970681" y="249693"/>
                  </a:lnTo>
                  <a:lnTo>
                    <a:pt x="973144" y="254136"/>
                  </a:lnTo>
                  <a:lnTo>
                    <a:pt x="975608" y="258519"/>
                  </a:lnTo>
                  <a:lnTo>
                    <a:pt x="978072" y="262845"/>
                  </a:lnTo>
                  <a:lnTo>
                    <a:pt x="980535" y="267066"/>
                  </a:lnTo>
                  <a:lnTo>
                    <a:pt x="982999" y="271219"/>
                  </a:lnTo>
                  <a:lnTo>
                    <a:pt x="985463" y="275310"/>
                  </a:lnTo>
                  <a:lnTo>
                    <a:pt x="987926" y="279295"/>
                  </a:lnTo>
                  <a:lnTo>
                    <a:pt x="990390" y="283204"/>
                  </a:lnTo>
                  <a:lnTo>
                    <a:pt x="992853" y="287050"/>
                  </a:lnTo>
                  <a:lnTo>
                    <a:pt x="995317" y="290790"/>
                  </a:lnTo>
                  <a:lnTo>
                    <a:pt x="997781" y="294447"/>
                  </a:lnTo>
                  <a:lnTo>
                    <a:pt x="1000244" y="298040"/>
                  </a:lnTo>
                  <a:lnTo>
                    <a:pt x="1002708" y="301529"/>
                  </a:lnTo>
                  <a:lnTo>
                    <a:pt x="1005172" y="304930"/>
                  </a:lnTo>
                  <a:lnTo>
                    <a:pt x="1007635" y="308266"/>
                  </a:lnTo>
                  <a:lnTo>
                    <a:pt x="1010099" y="311503"/>
                  </a:lnTo>
                  <a:lnTo>
                    <a:pt x="1012563" y="314647"/>
                  </a:lnTo>
                  <a:lnTo>
                    <a:pt x="1015026" y="317727"/>
                  </a:lnTo>
                  <a:lnTo>
                    <a:pt x="1017490" y="320713"/>
                  </a:lnTo>
                  <a:lnTo>
                    <a:pt x="1019954" y="323603"/>
                  </a:lnTo>
                  <a:lnTo>
                    <a:pt x="1022417" y="326428"/>
                  </a:lnTo>
                  <a:lnTo>
                    <a:pt x="1024881" y="329167"/>
                  </a:lnTo>
                  <a:lnTo>
                    <a:pt x="1027345" y="331808"/>
                  </a:lnTo>
                  <a:lnTo>
                    <a:pt x="1029808" y="334387"/>
                  </a:lnTo>
                  <a:lnTo>
                    <a:pt x="1032272" y="336885"/>
                  </a:lnTo>
                  <a:lnTo>
                    <a:pt x="1034736" y="339285"/>
                  </a:lnTo>
                  <a:lnTo>
                    <a:pt x="1037199" y="341624"/>
                  </a:lnTo>
                  <a:lnTo>
                    <a:pt x="1039663" y="343891"/>
                  </a:lnTo>
                  <a:lnTo>
                    <a:pt x="1042127" y="346059"/>
                  </a:lnTo>
                  <a:lnTo>
                    <a:pt x="1044590" y="348169"/>
                  </a:lnTo>
                  <a:lnTo>
                    <a:pt x="1047054" y="350215"/>
                  </a:lnTo>
                  <a:lnTo>
                    <a:pt x="1049518" y="352162"/>
                  </a:lnTo>
                  <a:lnTo>
                    <a:pt x="1051981" y="354056"/>
                  </a:lnTo>
                  <a:lnTo>
                    <a:pt x="1054445" y="355892"/>
                  </a:lnTo>
                  <a:lnTo>
                    <a:pt x="1056909" y="357631"/>
                  </a:lnTo>
                  <a:lnTo>
                    <a:pt x="1059372" y="359320"/>
                  </a:lnTo>
                  <a:lnTo>
                    <a:pt x="1061836" y="360959"/>
                  </a:lnTo>
                  <a:lnTo>
                    <a:pt x="1064300" y="362505"/>
                  </a:lnTo>
                  <a:lnTo>
                    <a:pt x="1066763" y="364003"/>
                  </a:lnTo>
                  <a:lnTo>
                    <a:pt x="1069227" y="365455"/>
                  </a:lnTo>
                  <a:lnTo>
                    <a:pt x="1071691" y="366824"/>
                  </a:lnTo>
                  <a:lnTo>
                    <a:pt x="1074154" y="368146"/>
                  </a:lnTo>
                  <a:lnTo>
                    <a:pt x="1076618" y="369426"/>
                  </a:lnTo>
                  <a:lnTo>
                    <a:pt x="1079082" y="370632"/>
                  </a:lnTo>
                  <a:lnTo>
                    <a:pt x="1081545" y="371792"/>
                  </a:lnTo>
                  <a:lnTo>
                    <a:pt x="1084009" y="372913"/>
                  </a:lnTo>
                  <a:lnTo>
                    <a:pt x="1086472" y="373970"/>
                  </a:lnTo>
                  <a:lnTo>
                    <a:pt x="1088936" y="374983"/>
                  </a:lnTo>
                  <a:lnTo>
                    <a:pt x="1091400" y="375961"/>
                  </a:lnTo>
                  <a:lnTo>
                    <a:pt x="1093863" y="376883"/>
                  </a:lnTo>
                  <a:lnTo>
                    <a:pt x="1096327" y="377763"/>
                  </a:lnTo>
                  <a:lnTo>
                    <a:pt x="1098791" y="378611"/>
                  </a:lnTo>
                  <a:lnTo>
                    <a:pt x="1101254" y="379411"/>
                  </a:lnTo>
                  <a:lnTo>
                    <a:pt x="1103718" y="380171"/>
                  </a:lnTo>
                  <a:lnTo>
                    <a:pt x="1106182" y="380903"/>
                  </a:lnTo>
                  <a:lnTo>
                    <a:pt x="1108645" y="381595"/>
                  </a:lnTo>
                  <a:lnTo>
                    <a:pt x="1111109" y="382249"/>
                  </a:lnTo>
                  <a:lnTo>
                    <a:pt x="1113573" y="382878"/>
                  </a:lnTo>
                  <a:lnTo>
                    <a:pt x="1116036" y="383473"/>
                  </a:lnTo>
                  <a:lnTo>
                    <a:pt x="1118500" y="384034"/>
                  </a:lnTo>
                  <a:lnTo>
                    <a:pt x="1120964" y="384572"/>
                  </a:lnTo>
                  <a:lnTo>
                    <a:pt x="1123427" y="385082"/>
                  </a:lnTo>
                  <a:lnTo>
                    <a:pt x="1125891" y="385560"/>
                  </a:lnTo>
                  <a:lnTo>
                    <a:pt x="1128355" y="386020"/>
                  </a:lnTo>
                  <a:lnTo>
                    <a:pt x="1130818" y="386455"/>
                  </a:lnTo>
                  <a:lnTo>
                    <a:pt x="1133282" y="386862"/>
                  </a:lnTo>
                  <a:lnTo>
                    <a:pt x="1135746" y="387253"/>
                  </a:lnTo>
                  <a:lnTo>
                    <a:pt x="1138209" y="387624"/>
                  </a:lnTo>
                  <a:lnTo>
                    <a:pt x="1140673" y="387970"/>
                  </a:lnTo>
                  <a:lnTo>
                    <a:pt x="1143137" y="388302"/>
                  </a:lnTo>
                  <a:lnTo>
                    <a:pt x="1145600" y="388618"/>
                  </a:lnTo>
                  <a:lnTo>
                    <a:pt x="1148064" y="388911"/>
                  </a:lnTo>
                  <a:lnTo>
                    <a:pt x="1150528" y="389193"/>
                  </a:lnTo>
                  <a:lnTo>
                    <a:pt x="1152991" y="389462"/>
                  </a:lnTo>
                  <a:lnTo>
                    <a:pt x="1155455" y="389711"/>
                  </a:lnTo>
                  <a:lnTo>
                    <a:pt x="1157919" y="389950"/>
                  </a:lnTo>
                  <a:lnTo>
                    <a:pt x="1160382" y="390179"/>
                  </a:lnTo>
                  <a:lnTo>
                    <a:pt x="1162846" y="390391"/>
                  </a:lnTo>
                  <a:lnTo>
                    <a:pt x="1165310" y="390595"/>
                  </a:lnTo>
                  <a:lnTo>
                    <a:pt x="1167773" y="390790"/>
                  </a:lnTo>
                  <a:lnTo>
                    <a:pt x="1170237" y="390972"/>
                  </a:lnTo>
                  <a:lnTo>
                    <a:pt x="1172701" y="391146"/>
                  </a:lnTo>
                  <a:lnTo>
                    <a:pt x="1175164" y="391313"/>
                  </a:lnTo>
                  <a:lnTo>
                    <a:pt x="1177628" y="391470"/>
                  </a:lnTo>
                  <a:lnTo>
                    <a:pt x="1180091" y="391620"/>
                  </a:lnTo>
                  <a:lnTo>
                    <a:pt x="1182555" y="391765"/>
                  </a:lnTo>
                  <a:lnTo>
                    <a:pt x="1185019" y="391901"/>
                  </a:lnTo>
                  <a:lnTo>
                    <a:pt x="1187482" y="392031"/>
                  </a:lnTo>
                  <a:lnTo>
                    <a:pt x="1189946" y="392157"/>
                  </a:lnTo>
                  <a:lnTo>
                    <a:pt x="1192410" y="392277"/>
                  </a:lnTo>
                  <a:lnTo>
                    <a:pt x="1194873" y="392392"/>
                  </a:lnTo>
                  <a:lnTo>
                    <a:pt x="1197337" y="392503"/>
                  </a:lnTo>
                  <a:lnTo>
                    <a:pt x="1199801" y="392610"/>
                  </a:lnTo>
                  <a:lnTo>
                    <a:pt x="1202264" y="392712"/>
                  </a:lnTo>
                  <a:lnTo>
                    <a:pt x="1204728" y="392811"/>
                  </a:lnTo>
                  <a:lnTo>
                    <a:pt x="1207192" y="392907"/>
                  </a:lnTo>
                  <a:lnTo>
                    <a:pt x="1209655" y="393000"/>
                  </a:lnTo>
                  <a:lnTo>
                    <a:pt x="1212119" y="393090"/>
                  </a:lnTo>
                  <a:lnTo>
                    <a:pt x="1214583" y="393178"/>
                  </a:lnTo>
                  <a:lnTo>
                    <a:pt x="1217046" y="393262"/>
                  </a:lnTo>
                  <a:lnTo>
                    <a:pt x="1219510" y="393345"/>
                  </a:lnTo>
                  <a:lnTo>
                    <a:pt x="1221974" y="393426"/>
                  </a:lnTo>
                  <a:lnTo>
                    <a:pt x="1224437" y="393505"/>
                  </a:lnTo>
                  <a:lnTo>
                    <a:pt x="1226901" y="393582"/>
                  </a:lnTo>
                  <a:lnTo>
                    <a:pt x="1229365" y="393658"/>
                  </a:lnTo>
                  <a:lnTo>
                    <a:pt x="1231828" y="393732"/>
                  </a:lnTo>
                  <a:lnTo>
                    <a:pt x="1234292" y="393805"/>
                  </a:lnTo>
                  <a:lnTo>
                    <a:pt x="1236756" y="393877"/>
                  </a:lnTo>
                  <a:lnTo>
                    <a:pt x="1239219" y="393947"/>
                  </a:lnTo>
                  <a:lnTo>
                    <a:pt x="1241683" y="394016"/>
                  </a:lnTo>
                  <a:lnTo>
                    <a:pt x="1244147" y="394084"/>
                  </a:lnTo>
                  <a:lnTo>
                    <a:pt x="1246610" y="394151"/>
                  </a:lnTo>
                  <a:lnTo>
                    <a:pt x="1249074" y="394218"/>
                  </a:lnTo>
                  <a:lnTo>
                    <a:pt x="1251538" y="394283"/>
                  </a:lnTo>
                  <a:lnTo>
                    <a:pt x="1254001" y="394347"/>
                  </a:lnTo>
                  <a:lnTo>
                    <a:pt x="1256465" y="394411"/>
                  </a:lnTo>
                  <a:lnTo>
                    <a:pt x="1258929" y="394473"/>
                  </a:lnTo>
                  <a:lnTo>
                    <a:pt x="1258929" y="396572"/>
                  </a:lnTo>
                  <a:lnTo>
                    <a:pt x="1256465" y="396572"/>
                  </a:lnTo>
                  <a:lnTo>
                    <a:pt x="1254001" y="396572"/>
                  </a:lnTo>
                  <a:lnTo>
                    <a:pt x="1251538" y="396572"/>
                  </a:lnTo>
                  <a:lnTo>
                    <a:pt x="1249074" y="396572"/>
                  </a:lnTo>
                  <a:lnTo>
                    <a:pt x="1246610" y="396572"/>
                  </a:lnTo>
                  <a:lnTo>
                    <a:pt x="1244147" y="396572"/>
                  </a:lnTo>
                  <a:lnTo>
                    <a:pt x="1241683" y="396572"/>
                  </a:lnTo>
                  <a:lnTo>
                    <a:pt x="1239219" y="396572"/>
                  </a:lnTo>
                  <a:lnTo>
                    <a:pt x="1236756" y="396572"/>
                  </a:lnTo>
                  <a:lnTo>
                    <a:pt x="1234292" y="396572"/>
                  </a:lnTo>
                  <a:lnTo>
                    <a:pt x="1231828" y="396572"/>
                  </a:lnTo>
                  <a:lnTo>
                    <a:pt x="1229365" y="396572"/>
                  </a:lnTo>
                  <a:lnTo>
                    <a:pt x="1226901" y="396572"/>
                  </a:lnTo>
                  <a:lnTo>
                    <a:pt x="1224437" y="396572"/>
                  </a:lnTo>
                  <a:lnTo>
                    <a:pt x="1221974" y="396572"/>
                  </a:lnTo>
                  <a:lnTo>
                    <a:pt x="1219510" y="396572"/>
                  </a:lnTo>
                  <a:lnTo>
                    <a:pt x="1217046" y="396572"/>
                  </a:lnTo>
                  <a:lnTo>
                    <a:pt x="1214583" y="396572"/>
                  </a:lnTo>
                  <a:lnTo>
                    <a:pt x="1212119" y="396572"/>
                  </a:lnTo>
                  <a:lnTo>
                    <a:pt x="1209655" y="396572"/>
                  </a:lnTo>
                  <a:lnTo>
                    <a:pt x="1207192" y="396572"/>
                  </a:lnTo>
                  <a:lnTo>
                    <a:pt x="1204728" y="396572"/>
                  </a:lnTo>
                  <a:lnTo>
                    <a:pt x="1202264" y="396572"/>
                  </a:lnTo>
                  <a:lnTo>
                    <a:pt x="1199801" y="396572"/>
                  </a:lnTo>
                  <a:lnTo>
                    <a:pt x="1197337" y="396572"/>
                  </a:lnTo>
                  <a:lnTo>
                    <a:pt x="1194873" y="396572"/>
                  </a:lnTo>
                  <a:lnTo>
                    <a:pt x="1192410" y="396572"/>
                  </a:lnTo>
                  <a:lnTo>
                    <a:pt x="1189946" y="396572"/>
                  </a:lnTo>
                  <a:lnTo>
                    <a:pt x="1187482" y="396572"/>
                  </a:lnTo>
                  <a:lnTo>
                    <a:pt x="1185019" y="396572"/>
                  </a:lnTo>
                  <a:lnTo>
                    <a:pt x="1182555" y="396572"/>
                  </a:lnTo>
                  <a:lnTo>
                    <a:pt x="1180091" y="396572"/>
                  </a:lnTo>
                  <a:lnTo>
                    <a:pt x="1177628" y="396572"/>
                  </a:lnTo>
                  <a:lnTo>
                    <a:pt x="1175164" y="396572"/>
                  </a:lnTo>
                  <a:lnTo>
                    <a:pt x="1172701" y="396572"/>
                  </a:lnTo>
                  <a:lnTo>
                    <a:pt x="1170237" y="396572"/>
                  </a:lnTo>
                  <a:lnTo>
                    <a:pt x="1167773" y="396572"/>
                  </a:lnTo>
                  <a:lnTo>
                    <a:pt x="1165310" y="396572"/>
                  </a:lnTo>
                  <a:lnTo>
                    <a:pt x="1162846" y="396572"/>
                  </a:lnTo>
                  <a:lnTo>
                    <a:pt x="1160382" y="396572"/>
                  </a:lnTo>
                  <a:lnTo>
                    <a:pt x="1157919" y="396572"/>
                  </a:lnTo>
                  <a:lnTo>
                    <a:pt x="1155455" y="396572"/>
                  </a:lnTo>
                  <a:lnTo>
                    <a:pt x="1152991" y="396572"/>
                  </a:lnTo>
                  <a:lnTo>
                    <a:pt x="1150528" y="396572"/>
                  </a:lnTo>
                  <a:lnTo>
                    <a:pt x="1148064" y="396572"/>
                  </a:lnTo>
                  <a:lnTo>
                    <a:pt x="1145600" y="396572"/>
                  </a:lnTo>
                  <a:lnTo>
                    <a:pt x="1143137" y="396572"/>
                  </a:lnTo>
                  <a:lnTo>
                    <a:pt x="1140673" y="396572"/>
                  </a:lnTo>
                  <a:lnTo>
                    <a:pt x="1138209" y="396572"/>
                  </a:lnTo>
                  <a:lnTo>
                    <a:pt x="1135746" y="396572"/>
                  </a:lnTo>
                  <a:lnTo>
                    <a:pt x="1133282" y="396572"/>
                  </a:lnTo>
                  <a:lnTo>
                    <a:pt x="1130818" y="396572"/>
                  </a:lnTo>
                  <a:lnTo>
                    <a:pt x="1128355" y="396572"/>
                  </a:lnTo>
                  <a:lnTo>
                    <a:pt x="1125891" y="396572"/>
                  </a:lnTo>
                  <a:lnTo>
                    <a:pt x="1123427" y="396572"/>
                  </a:lnTo>
                  <a:lnTo>
                    <a:pt x="1120964" y="396572"/>
                  </a:lnTo>
                  <a:lnTo>
                    <a:pt x="1118500" y="396572"/>
                  </a:lnTo>
                  <a:lnTo>
                    <a:pt x="1116036" y="396572"/>
                  </a:lnTo>
                  <a:lnTo>
                    <a:pt x="1113573" y="396572"/>
                  </a:lnTo>
                  <a:lnTo>
                    <a:pt x="1111109" y="396572"/>
                  </a:lnTo>
                  <a:lnTo>
                    <a:pt x="1108645" y="396572"/>
                  </a:lnTo>
                  <a:lnTo>
                    <a:pt x="1106182" y="396572"/>
                  </a:lnTo>
                  <a:lnTo>
                    <a:pt x="1103718" y="396572"/>
                  </a:lnTo>
                  <a:lnTo>
                    <a:pt x="1101254" y="396572"/>
                  </a:lnTo>
                  <a:lnTo>
                    <a:pt x="1098791" y="396572"/>
                  </a:lnTo>
                  <a:lnTo>
                    <a:pt x="1096327" y="396572"/>
                  </a:lnTo>
                  <a:lnTo>
                    <a:pt x="1093863" y="396572"/>
                  </a:lnTo>
                  <a:lnTo>
                    <a:pt x="1091400" y="396572"/>
                  </a:lnTo>
                  <a:lnTo>
                    <a:pt x="1088936" y="396572"/>
                  </a:lnTo>
                  <a:lnTo>
                    <a:pt x="1086472" y="396572"/>
                  </a:lnTo>
                  <a:lnTo>
                    <a:pt x="1084009" y="396572"/>
                  </a:lnTo>
                  <a:lnTo>
                    <a:pt x="1081545" y="396572"/>
                  </a:lnTo>
                  <a:lnTo>
                    <a:pt x="1079082" y="396572"/>
                  </a:lnTo>
                  <a:lnTo>
                    <a:pt x="1076618" y="396572"/>
                  </a:lnTo>
                  <a:lnTo>
                    <a:pt x="1074154" y="396572"/>
                  </a:lnTo>
                  <a:lnTo>
                    <a:pt x="1071691" y="396572"/>
                  </a:lnTo>
                  <a:lnTo>
                    <a:pt x="1069227" y="396572"/>
                  </a:lnTo>
                  <a:lnTo>
                    <a:pt x="1066763" y="396572"/>
                  </a:lnTo>
                  <a:lnTo>
                    <a:pt x="1064300" y="396572"/>
                  </a:lnTo>
                  <a:lnTo>
                    <a:pt x="1061836" y="396572"/>
                  </a:lnTo>
                  <a:lnTo>
                    <a:pt x="1059372" y="396572"/>
                  </a:lnTo>
                  <a:lnTo>
                    <a:pt x="1056909" y="396572"/>
                  </a:lnTo>
                  <a:lnTo>
                    <a:pt x="1054445" y="396572"/>
                  </a:lnTo>
                  <a:lnTo>
                    <a:pt x="1051981" y="396572"/>
                  </a:lnTo>
                  <a:lnTo>
                    <a:pt x="1049518" y="396572"/>
                  </a:lnTo>
                  <a:lnTo>
                    <a:pt x="1047054" y="396572"/>
                  </a:lnTo>
                  <a:lnTo>
                    <a:pt x="1044590" y="396572"/>
                  </a:lnTo>
                  <a:lnTo>
                    <a:pt x="1042127" y="396572"/>
                  </a:lnTo>
                  <a:lnTo>
                    <a:pt x="1039663" y="396572"/>
                  </a:lnTo>
                  <a:lnTo>
                    <a:pt x="1037199" y="396572"/>
                  </a:lnTo>
                  <a:lnTo>
                    <a:pt x="1034736" y="396572"/>
                  </a:lnTo>
                  <a:lnTo>
                    <a:pt x="1032272" y="396572"/>
                  </a:lnTo>
                  <a:lnTo>
                    <a:pt x="1029808" y="396572"/>
                  </a:lnTo>
                  <a:lnTo>
                    <a:pt x="1027345" y="396572"/>
                  </a:lnTo>
                  <a:lnTo>
                    <a:pt x="1024881" y="396572"/>
                  </a:lnTo>
                  <a:lnTo>
                    <a:pt x="1022417" y="396572"/>
                  </a:lnTo>
                  <a:lnTo>
                    <a:pt x="1019954" y="396572"/>
                  </a:lnTo>
                  <a:lnTo>
                    <a:pt x="1017490" y="396572"/>
                  </a:lnTo>
                  <a:lnTo>
                    <a:pt x="1015026" y="396572"/>
                  </a:lnTo>
                  <a:lnTo>
                    <a:pt x="1012563" y="396572"/>
                  </a:lnTo>
                  <a:lnTo>
                    <a:pt x="1010099" y="396572"/>
                  </a:lnTo>
                  <a:lnTo>
                    <a:pt x="1007635" y="396572"/>
                  </a:lnTo>
                  <a:lnTo>
                    <a:pt x="1005172" y="396572"/>
                  </a:lnTo>
                  <a:lnTo>
                    <a:pt x="1002708" y="396572"/>
                  </a:lnTo>
                  <a:lnTo>
                    <a:pt x="1000244" y="396572"/>
                  </a:lnTo>
                  <a:lnTo>
                    <a:pt x="997781" y="396572"/>
                  </a:lnTo>
                  <a:lnTo>
                    <a:pt x="995317" y="396572"/>
                  </a:lnTo>
                  <a:lnTo>
                    <a:pt x="992853" y="396572"/>
                  </a:lnTo>
                  <a:lnTo>
                    <a:pt x="990390" y="396572"/>
                  </a:lnTo>
                  <a:lnTo>
                    <a:pt x="987926" y="396572"/>
                  </a:lnTo>
                  <a:lnTo>
                    <a:pt x="985463" y="396572"/>
                  </a:lnTo>
                  <a:lnTo>
                    <a:pt x="982999" y="396572"/>
                  </a:lnTo>
                  <a:lnTo>
                    <a:pt x="980535" y="396572"/>
                  </a:lnTo>
                  <a:lnTo>
                    <a:pt x="978072" y="396572"/>
                  </a:lnTo>
                  <a:lnTo>
                    <a:pt x="975608" y="396572"/>
                  </a:lnTo>
                  <a:lnTo>
                    <a:pt x="973144" y="396572"/>
                  </a:lnTo>
                  <a:lnTo>
                    <a:pt x="970681" y="396572"/>
                  </a:lnTo>
                  <a:lnTo>
                    <a:pt x="968217" y="396572"/>
                  </a:lnTo>
                  <a:lnTo>
                    <a:pt x="965753" y="396572"/>
                  </a:lnTo>
                  <a:lnTo>
                    <a:pt x="963290" y="396572"/>
                  </a:lnTo>
                  <a:lnTo>
                    <a:pt x="960826" y="396572"/>
                  </a:lnTo>
                  <a:lnTo>
                    <a:pt x="958362" y="396572"/>
                  </a:lnTo>
                  <a:lnTo>
                    <a:pt x="955899" y="396572"/>
                  </a:lnTo>
                  <a:lnTo>
                    <a:pt x="953435" y="396572"/>
                  </a:lnTo>
                  <a:lnTo>
                    <a:pt x="950971" y="396572"/>
                  </a:lnTo>
                  <a:lnTo>
                    <a:pt x="948508" y="396572"/>
                  </a:lnTo>
                  <a:lnTo>
                    <a:pt x="946044" y="396572"/>
                  </a:lnTo>
                  <a:lnTo>
                    <a:pt x="943580" y="396572"/>
                  </a:lnTo>
                  <a:lnTo>
                    <a:pt x="941117" y="396572"/>
                  </a:lnTo>
                  <a:lnTo>
                    <a:pt x="938653" y="396572"/>
                  </a:lnTo>
                  <a:lnTo>
                    <a:pt x="936189" y="396572"/>
                  </a:lnTo>
                  <a:lnTo>
                    <a:pt x="933726" y="396572"/>
                  </a:lnTo>
                  <a:lnTo>
                    <a:pt x="931262" y="396572"/>
                  </a:lnTo>
                  <a:lnTo>
                    <a:pt x="928798" y="396572"/>
                  </a:lnTo>
                  <a:lnTo>
                    <a:pt x="926335" y="396572"/>
                  </a:lnTo>
                  <a:lnTo>
                    <a:pt x="923871" y="396572"/>
                  </a:lnTo>
                  <a:lnTo>
                    <a:pt x="921407" y="396572"/>
                  </a:lnTo>
                  <a:lnTo>
                    <a:pt x="918944" y="396572"/>
                  </a:lnTo>
                  <a:lnTo>
                    <a:pt x="916480" y="396572"/>
                  </a:lnTo>
                  <a:lnTo>
                    <a:pt x="914016" y="396572"/>
                  </a:lnTo>
                  <a:lnTo>
                    <a:pt x="911553" y="396572"/>
                  </a:lnTo>
                  <a:lnTo>
                    <a:pt x="909089" y="396572"/>
                  </a:lnTo>
                  <a:lnTo>
                    <a:pt x="906625" y="396572"/>
                  </a:lnTo>
                  <a:lnTo>
                    <a:pt x="904162" y="396572"/>
                  </a:lnTo>
                  <a:lnTo>
                    <a:pt x="901698" y="396572"/>
                  </a:lnTo>
                  <a:lnTo>
                    <a:pt x="899235" y="396572"/>
                  </a:lnTo>
                  <a:lnTo>
                    <a:pt x="896771" y="396572"/>
                  </a:lnTo>
                  <a:lnTo>
                    <a:pt x="894307" y="396572"/>
                  </a:lnTo>
                  <a:lnTo>
                    <a:pt x="891844" y="396572"/>
                  </a:lnTo>
                  <a:lnTo>
                    <a:pt x="889380" y="396572"/>
                  </a:lnTo>
                  <a:lnTo>
                    <a:pt x="886916" y="396572"/>
                  </a:lnTo>
                  <a:lnTo>
                    <a:pt x="884453" y="396572"/>
                  </a:lnTo>
                  <a:lnTo>
                    <a:pt x="881989" y="396572"/>
                  </a:lnTo>
                  <a:lnTo>
                    <a:pt x="879525" y="396572"/>
                  </a:lnTo>
                  <a:lnTo>
                    <a:pt x="877062" y="396572"/>
                  </a:lnTo>
                  <a:lnTo>
                    <a:pt x="874598" y="396572"/>
                  </a:lnTo>
                  <a:lnTo>
                    <a:pt x="872134" y="396572"/>
                  </a:lnTo>
                  <a:lnTo>
                    <a:pt x="869671" y="396572"/>
                  </a:lnTo>
                  <a:lnTo>
                    <a:pt x="867207" y="396572"/>
                  </a:lnTo>
                  <a:lnTo>
                    <a:pt x="864743" y="396572"/>
                  </a:lnTo>
                  <a:lnTo>
                    <a:pt x="862280" y="396572"/>
                  </a:lnTo>
                  <a:lnTo>
                    <a:pt x="859816" y="396572"/>
                  </a:lnTo>
                  <a:lnTo>
                    <a:pt x="857352" y="396572"/>
                  </a:lnTo>
                  <a:lnTo>
                    <a:pt x="854889" y="396572"/>
                  </a:lnTo>
                  <a:lnTo>
                    <a:pt x="852425" y="396572"/>
                  </a:lnTo>
                  <a:lnTo>
                    <a:pt x="849961" y="396572"/>
                  </a:lnTo>
                  <a:lnTo>
                    <a:pt x="847498" y="396572"/>
                  </a:lnTo>
                  <a:lnTo>
                    <a:pt x="845034" y="396572"/>
                  </a:lnTo>
                  <a:lnTo>
                    <a:pt x="842570" y="396572"/>
                  </a:lnTo>
                  <a:lnTo>
                    <a:pt x="840107" y="396572"/>
                  </a:lnTo>
                  <a:lnTo>
                    <a:pt x="837643" y="396572"/>
                  </a:lnTo>
                  <a:lnTo>
                    <a:pt x="835179" y="396572"/>
                  </a:lnTo>
                  <a:lnTo>
                    <a:pt x="832716" y="396572"/>
                  </a:lnTo>
                  <a:lnTo>
                    <a:pt x="830252" y="396572"/>
                  </a:lnTo>
                  <a:lnTo>
                    <a:pt x="827788" y="396572"/>
                  </a:lnTo>
                  <a:lnTo>
                    <a:pt x="825325" y="396572"/>
                  </a:lnTo>
                  <a:lnTo>
                    <a:pt x="822861" y="396572"/>
                  </a:lnTo>
                  <a:lnTo>
                    <a:pt x="820397" y="396572"/>
                  </a:lnTo>
                  <a:lnTo>
                    <a:pt x="817934" y="396572"/>
                  </a:lnTo>
                  <a:lnTo>
                    <a:pt x="815470" y="396572"/>
                  </a:lnTo>
                  <a:lnTo>
                    <a:pt x="813006" y="396572"/>
                  </a:lnTo>
                  <a:lnTo>
                    <a:pt x="810543" y="396572"/>
                  </a:lnTo>
                  <a:lnTo>
                    <a:pt x="808079" y="396572"/>
                  </a:lnTo>
                  <a:lnTo>
                    <a:pt x="805616" y="396572"/>
                  </a:lnTo>
                  <a:lnTo>
                    <a:pt x="803152" y="396572"/>
                  </a:lnTo>
                  <a:lnTo>
                    <a:pt x="800688" y="396572"/>
                  </a:lnTo>
                  <a:lnTo>
                    <a:pt x="798225" y="396572"/>
                  </a:lnTo>
                  <a:lnTo>
                    <a:pt x="795761" y="396572"/>
                  </a:lnTo>
                  <a:lnTo>
                    <a:pt x="793297" y="396572"/>
                  </a:lnTo>
                  <a:lnTo>
                    <a:pt x="790834" y="396572"/>
                  </a:lnTo>
                  <a:lnTo>
                    <a:pt x="788370" y="396572"/>
                  </a:lnTo>
                  <a:lnTo>
                    <a:pt x="785906" y="396572"/>
                  </a:lnTo>
                  <a:lnTo>
                    <a:pt x="783443" y="396572"/>
                  </a:lnTo>
                  <a:lnTo>
                    <a:pt x="780979" y="396572"/>
                  </a:lnTo>
                  <a:lnTo>
                    <a:pt x="778515" y="396572"/>
                  </a:lnTo>
                  <a:lnTo>
                    <a:pt x="776052" y="396572"/>
                  </a:lnTo>
                  <a:lnTo>
                    <a:pt x="773588" y="396572"/>
                  </a:lnTo>
                  <a:lnTo>
                    <a:pt x="771124" y="396572"/>
                  </a:lnTo>
                  <a:lnTo>
                    <a:pt x="768661" y="396572"/>
                  </a:lnTo>
                  <a:lnTo>
                    <a:pt x="766197" y="396572"/>
                  </a:lnTo>
                  <a:lnTo>
                    <a:pt x="763733" y="396572"/>
                  </a:lnTo>
                  <a:lnTo>
                    <a:pt x="761270" y="396572"/>
                  </a:lnTo>
                  <a:lnTo>
                    <a:pt x="758806" y="396572"/>
                  </a:lnTo>
                  <a:lnTo>
                    <a:pt x="756342" y="396572"/>
                  </a:lnTo>
                  <a:lnTo>
                    <a:pt x="753879" y="396572"/>
                  </a:lnTo>
                  <a:lnTo>
                    <a:pt x="751415" y="396572"/>
                  </a:lnTo>
                  <a:lnTo>
                    <a:pt x="748951" y="396572"/>
                  </a:lnTo>
                  <a:lnTo>
                    <a:pt x="746488" y="396572"/>
                  </a:lnTo>
                  <a:lnTo>
                    <a:pt x="744024" y="396572"/>
                  </a:lnTo>
                  <a:lnTo>
                    <a:pt x="741560" y="396572"/>
                  </a:lnTo>
                  <a:lnTo>
                    <a:pt x="739097" y="396572"/>
                  </a:lnTo>
                  <a:lnTo>
                    <a:pt x="736633" y="396572"/>
                  </a:lnTo>
                  <a:lnTo>
                    <a:pt x="734169" y="396572"/>
                  </a:lnTo>
                  <a:lnTo>
                    <a:pt x="731706" y="396572"/>
                  </a:lnTo>
                  <a:lnTo>
                    <a:pt x="729242" y="396572"/>
                  </a:lnTo>
                  <a:lnTo>
                    <a:pt x="726778" y="396572"/>
                  </a:lnTo>
                  <a:lnTo>
                    <a:pt x="724315" y="396572"/>
                  </a:lnTo>
                  <a:lnTo>
                    <a:pt x="721851" y="396572"/>
                  </a:lnTo>
                  <a:lnTo>
                    <a:pt x="719388" y="396572"/>
                  </a:lnTo>
                  <a:lnTo>
                    <a:pt x="716924" y="396572"/>
                  </a:lnTo>
                  <a:lnTo>
                    <a:pt x="714460" y="396572"/>
                  </a:lnTo>
                  <a:lnTo>
                    <a:pt x="711997" y="396572"/>
                  </a:lnTo>
                  <a:lnTo>
                    <a:pt x="709533" y="396572"/>
                  </a:lnTo>
                  <a:lnTo>
                    <a:pt x="707069" y="396572"/>
                  </a:lnTo>
                  <a:lnTo>
                    <a:pt x="704606" y="396572"/>
                  </a:lnTo>
                  <a:lnTo>
                    <a:pt x="702142" y="396572"/>
                  </a:lnTo>
                  <a:lnTo>
                    <a:pt x="699678" y="396572"/>
                  </a:lnTo>
                  <a:lnTo>
                    <a:pt x="697215" y="396572"/>
                  </a:lnTo>
                  <a:lnTo>
                    <a:pt x="694751" y="396572"/>
                  </a:lnTo>
                  <a:lnTo>
                    <a:pt x="692287" y="396572"/>
                  </a:lnTo>
                  <a:lnTo>
                    <a:pt x="689824" y="396572"/>
                  </a:lnTo>
                  <a:lnTo>
                    <a:pt x="687360" y="396572"/>
                  </a:lnTo>
                  <a:lnTo>
                    <a:pt x="684896" y="396572"/>
                  </a:lnTo>
                  <a:lnTo>
                    <a:pt x="682433" y="396572"/>
                  </a:lnTo>
                  <a:lnTo>
                    <a:pt x="679969" y="396572"/>
                  </a:lnTo>
                  <a:lnTo>
                    <a:pt x="677505" y="396572"/>
                  </a:lnTo>
                  <a:lnTo>
                    <a:pt x="675042" y="396572"/>
                  </a:lnTo>
                  <a:lnTo>
                    <a:pt x="672578" y="396572"/>
                  </a:lnTo>
                  <a:lnTo>
                    <a:pt x="670114" y="396572"/>
                  </a:lnTo>
                  <a:lnTo>
                    <a:pt x="667651" y="396572"/>
                  </a:lnTo>
                  <a:lnTo>
                    <a:pt x="665187" y="396572"/>
                  </a:lnTo>
                  <a:lnTo>
                    <a:pt x="662723" y="396572"/>
                  </a:lnTo>
                  <a:lnTo>
                    <a:pt x="660260" y="396572"/>
                  </a:lnTo>
                  <a:lnTo>
                    <a:pt x="657796" y="396572"/>
                  </a:lnTo>
                  <a:lnTo>
                    <a:pt x="655332" y="396572"/>
                  </a:lnTo>
                  <a:lnTo>
                    <a:pt x="652869" y="396572"/>
                  </a:lnTo>
                  <a:lnTo>
                    <a:pt x="650405" y="396572"/>
                  </a:lnTo>
                  <a:lnTo>
                    <a:pt x="647941" y="396572"/>
                  </a:lnTo>
                  <a:lnTo>
                    <a:pt x="645478" y="396572"/>
                  </a:lnTo>
                  <a:lnTo>
                    <a:pt x="643014" y="396572"/>
                  </a:lnTo>
                  <a:lnTo>
                    <a:pt x="640550" y="396572"/>
                  </a:lnTo>
                  <a:lnTo>
                    <a:pt x="638087" y="396572"/>
                  </a:lnTo>
                  <a:lnTo>
                    <a:pt x="635623" y="396572"/>
                  </a:lnTo>
                  <a:lnTo>
                    <a:pt x="633159" y="396572"/>
                  </a:lnTo>
                  <a:lnTo>
                    <a:pt x="630696" y="396572"/>
                  </a:lnTo>
                  <a:lnTo>
                    <a:pt x="628232" y="396572"/>
                  </a:lnTo>
                  <a:lnTo>
                    <a:pt x="625769" y="396572"/>
                  </a:lnTo>
                  <a:lnTo>
                    <a:pt x="623305" y="396572"/>
                  </a:lnTo>
                  <a:lnTo>
                    <a:pt x="620841" y="396572"/>
                  </a:lnTo>
                  <a:lnTo>
                    <a:pt x="618378" y="396572"/>
                  </a:lnTo>
                  <a:lnTo>
                    <a:pt x="615914" y="396572"/>
                  </a:lnTo>
                  <a:lnTo>
                    <a:pt x="613450" y="396572"/>
                  </a:lnTo>
                  <a:lnTo>
                    <a:pt x="610987" y="396572"/>
                  </a:lnTo>
                  <a:lnTo>
                    <a:pt x="608523" y="396572"/>
                  </a:lnTo>
                  <a:lnTo>
                    <a:pt x="606059" y="396572"/>
                  </a:lnTo>
                  <a:lnTo>
                    <a:pt x="603596" y="396572"/>
                  </a:lnTo>
                  <a:lnTo>
                    <a:pt x="601132" y="396572"/>
                  </a:lnTo>
                  <a:lnTo>
                    <a:pt x="598668" y="396572"/>
                  </a:lnTo>
                  <a:lnTo>
                    <a:pt x="596205" y="396572"/>
                  </a:lnTo>
                  <a:lnTo>
                    <a:pt x="593741" y="396572"/>
                  </a:lnTo>
                  <a:lnTo>
                    <a:pt x="591277" y="396572"/>
                  </a:lnTo>
                  <a:lnTo>
                    <a:pt x="588814" y="396572"/>
                  </a:lnTo>
                  <a:lnTo>
                    <a:pt x="586350" y="396572"/>
                  </a:lnTo>
                  <a:lnTo>
                    <a:pt x="583886" y="396572"/>
                  </a:lnTo>
                  <a:lnTo>
                    <a:pt x="581423" y="396572"/>
                  </a:lnTo>
                  <a:lnTo>
                    <a:pt x="578959" y="396572"/>
                  </a:lnTo>
                  <a:lnTo>
                    <a:pt x="576495" y="396572"/>
                  </a:lnTo>
                  <a:lnTo>
                    <a:pt x="574032" y="396572"/>
                  </a:lnTo>
                  <a:lnTo>
                    <a:pt x="571568" y="396572"/>
                  </a:lnTo>
                  <a:lnTo>
                    <a:pt x="569104" y="396572"/>
                  </a:lnTo>
                  <a:lnTo>
                    <a:pt x="566641" y="396572"/>
                  </a:lnTo>
                  <a:lnTo>
                    <a:pt x="564177" y="396572"/>
                  </a:lnTo>
                  <a:lnTo>
                    <a:pt x="561713" y="396572"/>
                  </a:lnTo>
                  <a:lnTo>
                    <a:pt x="559250" y="396572"/>
                  </a:lnTo>
                  <a:lnTo>
                    <a:pt x="556786" y="396572"/>
                  </a:lnTo>
                  <a:lnTo>
                    <a:pt x="554322" y="396572"/>
                  </a:lnTo>
                  <a:lnTo>
                    <a:pt x="551859" y="396572"/>
                  </a:lnTo>
                  <a:lnTo>
                    <a:pt x="549395" y="396572"/>
                  </a:lnTo>
                  <a:lnTo>
                    <a:pt x="546931" y="396572"/>
                  </a:lnTo>
                  <a:lnTo>
                    <a:pt x="544468" y="396572"/>
                  </a:lnTo>
                  <a:lnTo>
                    <a:pt x="542004" y="396572"/>
                  </a:lnTo>
                  <a:lnTo>
                    <a:pt x="539541" y="396572"/>
                  </a:lnTo>
                  <a:lnTo>
                    <a:pt x="537077" y="396572"/>
                  </a:lnTo>
                  <a:lnTo>
                    <a:pt x="534613" y="396572"/>
                  </a:lnTo>
                  <a:lnTo>
                    <a:pt x="532150" y="396572"/>
                  </a:lnTo>
                  <a:lnTo>
                    <a:pt x="529686" y="396572"/>
                  </a:lnTo>
                  <a:lnTo>
                    <a:pt x="527222" y="396572"/>
                  </a:lnTo>
                  <a:lnTo>
                    <a:pt x="524759" y="396572"/>
                  </a:lnTo>
                  <a:lnTo>
                    <a:pt x="522295" y="396572"/>
                  </a:lnTo>
                  <a:lnTo>
                    <a:pt x="519831" y="396572"/>
                  </a:lnTo>
                  <a:lnTo>
                    <a:pt x="517368" y="396572"/>
                  </a:lnTo>
                  <a:lnTo>
                    <a:pt x="514904" y="396572"/>
                  </a:lnTo>
                  <a:lnTo>
                    <a:pt x="512440" y="396572"/>
                  </a:lnTo>
                  <a:lnTo>
                    <a:pt x="509977" y="396572"/>
                  </a:lnTo>
                  <a:lnTo>
                    <a:pt x="507513" y="396572"/>
                  </a:lnTo>
                  <a:lnTo>
                    <a:pt x="505049" y="396572"/>
                  </a:lnTo>
                  <a:lnTo>
                    <a:pt x="502586" y="396572"/>
                  </a:lnTo>
                  <a:lnTo>
                    <a:pt x="500122" y="396572"/>
                  </a:lnTo>
                  <a:lnTo>
                    <a:pt x="497658" y="396572"/>
                  </a:lnTo>
                  <a:lnTo>
                    <a:pt x="495195" y="396572"/>
                  </a:lnTo>
                  <a:lnTo>
                    <a:pt x="492731" y="396572"/>
                  </a:lnTo>
                  <a:lnTo>
                    <a:pt x="490267" y="396572"/>
                  </a:lnTo>
                  <a:lnTo>
                    <a:pt x="487804" y="396572"/>
                  </a:lnTo>
                  <a:lnTo>
                    <a:pt x="485340" y="396572"/>
                  </a:lnTo>
                  <a:lnTo>
                    <a:pt x="482876" y="396572"/>
                  </a:lnTo>
                  <a:lnTo>
                    <a:pt x="480413" y="396572"/>
                  </a:lnTo>
                  <a:lnTo>
                    <a:pt x="477949" y="396572"/>
                  </a:lnTo>
                  <a:lnTo>
                    <a:pt x="475485" y="396572"/>
                  </a:lnTo>
                  <a:lnTo>
                    <a:pt x="473022" y="396572"/>
                  </a:lnTo>
                  <a:lnTo>
                    <a:pt x="470558" y="396572"/>
                  </a:lnTo>
                  <a:lnTo>
                    <a:pt x="468094" y="396572"/>
                  </a:lnTo>
                  <a:lnTo>
                    <a:pt x="465631" y="396572"/>
                  </a:lnTo>
                  <a:lnTo>
                    <a:pt x="463167" y="396572"/>
                  </a:lnTo>
                  <a:lnTo>
                    <a:pt x="460703" y="396572"/>
                  </a:lnTo>
                  <a:lnTo>
                    <a:pt x="458240" y="396572"/>
                  </a:lnTo>
                  <a:lnTo>
                    <a:pt x="455776" y="396572"/>
                  </a:lnTo>
                  <a:lnTo>
                    <a:pt x="453312" y="396572"/>
                  </a:lnTo>
                  <a:lnTo>
                    <a:pt x="450849" y="396572"/>
                  </a:lnTo>
                  <a:lnTo>
                    <a:pt x="448385" y="396572"/>
                  </a:lnTo>
                  <a:lnTo>
                    <a:pt x="445922" y="396572"/>
                  </a:lnTo>
                  <a:lnTo>
                    <a:pt x="443458" y="396572"/>
                  </a:lnTo>
                  <a:lnTo>
                    <a:pt x="440994" y="396572"/>
                  </a:lnTo>
                  <a:lnTo>
                    <a:pt x="438531" y="396572"/>
                  </a:lnTo>
                  <a:lnTo>
                    <a:pt x="436067" y="396572"/>
                  </a:lnTo>
                  <a:lnTo>
                    <a:pt x="433603" y="396572"/>
                  </a:lnTo>
                  <a:lnTo>
                    <a:pt x="431140" y="396572"/>
                  </a:lnTo>
                  <a:lnTo>
                    <a:pt x="428676" y="396572"/>
                  </a:lnTo>
                  <a:lnTo>
                    <a:pt x="426212" y="396572"/>
                  </a:lnTo>
                  <a:lnTo>
                    <a:pt x="423749" y="396572"/>
                  </a:lnTo>
                  <a:lnTo>
                    <a:pt x="421285" y="396572"/>
                  </a:lnTo>
                  <a:lnTo>
                    <a:pt x="418821" y="396572"/>
                  </a:lnTo>
                  <a:lnTo>
                    <a:pt x="416358" y="396572"/>
                  </a:lnTo>
                  <a:lnTo>
                    <a:pt x="413894" y="396572"/>
                  </a:lnTo>
                  <a:lnTo>
                    <a:pt x="411430" y="396572"/>
                  </a:lnTo>
                  <a:lnTo>
                    <a:pt x="408967" y="396572"/>
                  </a:lnTo>
                  <a:lnTo>
                    <a:pt x="406503" y="396572"/>
                  </a:lnTo>
                  <a:lnTo>
                    <a:pt x="404039" y="396572"/>
                  </a:lnTo>
                  <a:lnTo>
                    <a:pt x="401576" y="396572"/>
                  </a:lnTo>
                  <a:lnTo>
                    <a:pt x="399112" y="396572"/>
                  </a:lnTo>
                  <a:lnTo>
                    <a:pt x="396648" y="396572"/>
                  </a:lnTo>
                  <a:lnTo>
                    <a:pt x="394185" y="396572"/>
                  </a:lnTo>
                  <a:lnTo>
                    <a:pt x="391721" y="396572"/>
                  </a:lnTo>
                  <a:lnTo>
                    <a:pt x="389257" y="396572"/>
                  </a:lnTo>
                  <a:lnTo>
                    <a:pt x="386794" y="396572"/>
                  </a:lnTo>
                  <a:lnTo>
                    <a:pt x="384330" y="396572"/>
                  </a:lnTo>
                  <a:lnTo>
                    <a:pt x="381866" y="396572"/>
                  </a:lnTo>
                  <a:lnTo>
                    <a:pt x="379403" y="396572"/>
                  </a:lnTo>
                  <a:lnTo>
                    <a:pt x="376939" y="396572"/>
                  </a:lnTo>
                  <a:lnTo>
                    <a:pt x="374475" y="396572"/>
                  </a:lnTo>
                  <a:lnTo>
                    <a:pt x="372012" y="396572"/>
                  </a:lnTo>
                  <a:lnTo>
                    <a:pt x="369548" y="396572"/>
                  </a:lnTo>
                  <a:lnTo>
                    <a:pt x="367084" y="396572"/>
                  </a:lnTo>
                  <a:lnTo>
                    <a:pt x="364621" y="396572"/>
                  </a:lnTo>
                  <a:lnTo>
                    <a:pt x="362157" y="396572"/>
                  </a:lnTo>
                  <a:lnTo>
                    <a:pt x="359694" y="396572"/>
                  </a:lnTo>
                  <a:lnTo>
                    <a:pt x="357230" y="396572"/>
                  </a:lnTo>
                  <a:lnTo>
                    <a:pt x="354766" y="396572"/>
                  </a:lnTo>
                  <a:lnTo>
                    <a:pt x="352303" y="396572"/>
                  </a:lnTo>
                  <a:lnTo>
                    <a:pt x="349839" y="396572"/>
                  </a:lnTo>
                  <a:lnTo>
                    <a:pt x="347375" y="396572"/>
                  </a:lnTo>
                  <a:lnTo>
                    <a:pt x="344912" y="396572"/>
                  </a:lnTo>
                  <a:lnTo>
                    <a:pt x="342448" y="396572"/>
                  </a:lnTo>
                  <a:lnTo>
                    <a:pt x="339984" y="396572"/>
                  </a:lnTo>
                  <a:lnTo>
                    <a:pt x="337521" y="396572"/>
                  </a:lnTo>
                  <a:lnTo>
                    <a:pt x="335057" y="396572"/>
                  </a:lnTo>
                  <a:lnTo>
                    <a:pt x="332593" y="396572"/>
                  </a:lnTo>
                  <a:lnTo>
                    <a:pt x="330130" y="396572"/>
                  </a:lnTo>
                  <a:lnTo>
                    <a:pt x="327666" y="396572"/>
                  </a:lnTo>
                  <a:lnTo>
                    <a:pt x="325202" y="396572"/>
                  </a:lnTo>
                  <a:lnTo>
                    <a:pt x="322739" y="396572"/>
                  </a:lnTo>
                  <a:lnTo>
                    <a:pt x="320275" y="396572"/>
                  </a:lnTo>
                  <a:lnTo>
                    <a:pt x="317811" y="396572"/>
                  </a:lnTo>
                  <a:lnTo>
                    <a:pt x="315348" y="396572"/>
                  </a:lnTo>
                  <a:lnTo>
                    <a:pt x="312884" y="396572"/>
                  </a:lnTo>
                  <a:lnTo>
                    <a:pt x="310420" y="396572"/>
                  </a:lnTo>
                  <a:lnTo>
                    <a:pt x="307957" y="396572"/>
                  </a:lnTo>
                  <a:lnTo>
                    <a:pt x="305493" y="396572"/>
                  </a:lnTo>
                  <a:lnTo>
                    <a:pt x="303029" y="396572"/>
                  </a:lnTo>
                  <a:lnTo>
                    <a:pt x="300566" y="396572"/>
                  </a:lnTo>
                  <a:lnTo>
                    <a:pt x="298102" y="396572"/>
                  </a:lnTo>
                  <a:lnTo>
                    <a:pt x="295638" y="396572"/>
                  </a:lnTo>
                  <a:lnTo>
                    <a:pt x="293175" y="396572"/>
                  </a:lnTo>
                  <a:lnTo>
                    <a:pt x="290711" y="396572"/>
                  </a:lnTo>
                  <a:lnTo>
                    <a:pt x="288247" y="396572"/>
                  </a:lnTo>
                  <a:lnTo>
                    <a:pt x="285784" y="396572"/>
                  </a:lnTo>
                  <a:lnTo>
                    <a:pt x="283320" y="396572"/>
                  </a:lnTo>
                  <a:lnTo>
                    <a:pt x="280856" y="396572"/>
                  </a:lnTo>
                  <a:lnTo>
                    <a:pt x="278393" y="396572"/>
                  </a:lnTo>
                  <a:lnTo>
                    <a:pt x="275929" y="396572"/>
                  </a:lnTo>
                  <a:lnTo>
                    <a:pt x="273465" y="396572"/>
                  </a:lnTo>
                  <a:lnTo>
                    <a:pt x="271002" y="396572"/>
                  </a:lnTo>
                  <a:lnTo>
                    <a:pt x="268538" y="396572"/>
                  </a:lnTo>
                  <a:lnTo>
                    <a:pt x="266075" y="396572"/>
                  </a:lnTo>
                  <a:lnTo>
                    <a:pt x="263611" y="396572"/>
                  </a:lnTo>
                  <a:lnTo>
                    <a:pt x="261147" y="396572"/>
                  </a:lnTo>
                  <a:lnTo>
                    <a:pt x="258684" y="396572"/>
                  </a:lnTo>
                  <a:lnTo>
                    <a:pt x="256220" y="396572"/>
                  </a:lnTo>
                  <a:lnTo>
                    <a:pt x="253756" y="396572"/>
                  </a:lnTo>
                  <a:lnTo>
                    <a:pt x="251293" y="396572"/>
                  </a:lnTo>
                  <a:lnTo>
                    <a:pt x="248829" y="396572"/>
                  </a:lnTo>
                  <a:lnTo>
                    <a:pt x="246365" y="396572"/>
                  </a:lnTo>
                  <a:lnTo>
                    <a:pt x="243902" y="396572"/>
                  </a:lnTo>
                  <a:lnTo>
                    <a:pt x="241438" y="396572"/>
                  </a:lnTo>
                  <a:lnTo>
                    <a:pt x="238974" y="396572"/>
                  </a:lnTo>
                  <a:lnTo>
                    <a:pt x="236511" y="396572"/>
                  </a:lnTo>
                  <a:lnTo>
                    <a:pt x="234047" y="396572"/>
                  </a:lnTo>
                  <a:lnTo>
                    <a:pt x="231583" y="396572"/>
                  </a:lnTo>
                  <a:lnTo>
                    <a:pt x="229120" y="396572"/>
                  </a:lnTo>
                  <a:lnTo>
                    <a:pt x="226656" y="396572"/>
                  </a:lnTo>
                  <a:lnTo>
                    <a:pt x="224192" y="396572"/>
                  </a:lnTo>
                  <a:lnTo>
                    <a:pt x="221729" y="396572"/>
                  </a:lnTo>
                  <a:lnTo>
                    <a:pt x="219265" y="396572"/>
                  </a:lnTo>
                  <a:lnTo>
                    <a:pt x="216801" y="396572"/>
                  </a:lnTo>
                  <a:lnTo>
                    <a:pt x="214338" y="396572"/>
                  </a:lnTo>
                  <a:lnTo>
                    <a:pt x="211874" y="396572"/>
                  </a:lnTo>
                  <a:lnTo>
                    <a:pt x="209410" y="396572"/>
                  </a:lnTo>
                  <a:lnTo>
                    <a:pt x="206947" y="396572"/>
                  </a:lnTo>
                  <a:lnTo>
                    <a:pt x="204483" y="396572"/>
                  </a:lnTo>
                  <a:lnTo>
                    <a:pt x="202019" y="396572"/>
                  </a:lnTo>
                  <a:lnTo>
                    <a:pt x="199556" y="396572"/>
                  </a:lnTo>
                  <a:lnTo>
                    <a:pt x="197092" y="396572"/>
                  </a:lnTo>
                  <a:lnTo>
                    <a:pt x="194628" y="396572"/>
                  </a:lnTo>
                  <a:lnTo>
                    <a:pt x="192165" y="396572"/>
                  </a:lnTo>
                  <a:lnTo>
                    <a:pt x="189701" y="396572"/>
                  </a:lnTo>
                  <a:lnTo>
                    <a:pt x="187237" y="396572"/>
                  </a:lnTo>
                  <a:lnTo>
                    <a:pt x="184774" y="396572"/>
                  </a:lnTo>
                  <a:lnTo>
                    <a:pt x="182310" y="396572"/>
                  </a:lnTo>
                  <a:lnTo>
                    <a:pt x="179847" y="396572"/>
                  </a:lnTo>
                  <a:lnTo>
                    <a:pt x="177383" y="396572"/>
                  </a:lnTo>
                  <a:lnTo>
                    <a:pt x="174919" y="396572"/>
                  </a:lnTo>
                  <a:lnTo>
                    <a:pt x="172456" y="396572"/>
                  </a:lnTo>
                  <a:lnTo>
                    <a:pt x="169992" y="396572"/>
                  </a:lnTo>
                  <a:lnTo>
                    <a:pt x="167528" y="396572"/>
                  </a:lnTo>
                  <a:lnTo>
                    <a:pt x="165065" y="396572"/>
                  </a:lnTo>
                  <a:lnTo>
                    <a:pt x="162601" y="396572"/>
                  </a:lnTo>
                  <a:lnTo>
                    <a:pt x="160137" y="396572"/>
                  </a:lnTo>
                  <a:lnTo>
                    <a:pt x="157674" y="396572"/>
                  </a:lnTo>
                  <a:lnTo>
                    <a:pt x="155210" y="396572"/>
                  </a:lnTo>
                  <a:lnTo>
                    <a:pt x="152746" y="396572"/>
                  </a:lnTo>
                  <a:lnTo>
                    <a:pt x="150283" y="396572"/>
                  </a:lnTo>
                  <a:lnTo>
                    <a:pt x="147819" y="396572"/>
                  </a:lnTo>
                  <a:lnTo>
                    <a:pt x="145355" y="396572"/>
                  </a:lnTo>
                  <a:lnTo>
                    <a:pt x="142892" y="396572"/>
                  </a:lnTo>
                  <a:lnTo>
                    <a:pt x="140428" y="396572"/>
                  </a:lnTo>
                  <a:lnTo>
                    <a:pt x="137964" y="396572"/>
                  </a:lnTo>
                  <a:lnTo>
                    <a:pt x="135501" y="396572"/>
                  </a:lnTo>
                  <a:lnTo>
                    <a:pt x="133037" y="396572"/>
                  </a:lnTo>
                  <a:lnTo>
                    <a:pt x="130573" y="396572"/>
                  </a:lnTo>
                  <a:lnTo>
                    <a:pt x="128110" y="396572"/>
                  </a:lnTo>
                  <a:lnTo>
                    <a:pt x="125646" y="396572"/>
                  </a:lnTo>
                  <a:lnTo>
                    <a:pt x="123182" y="396572"/>
                  </a:lnTo>
                  <a:lnTo>
                    <a:pt x="120719" y="396572"/>
                  </a:lnTo>
                  <a:lnTo>
                    <a:pt x="118255" y="396572"/>
                  </a:lnTo>
                  <a:lnTo>
                    <a:pt x="115791" y="396572"/>
                  </a:lnTo>
                  <a:lnTo>
                    <a:pt x="113328" y="396572"/>
                  </a:lnTo>
                  <a:lnTo>
                    <a:pt x="110864" y="396572"/>
                  </a:lnTo>
                  <a:lnTo>
                    <a:pt x="108400" y="396572"/>
                  </a:lnTo>
                  <a:lnTo>
                    <a:pt x="105937" y="396572"/>
                  </a:lnTo>
                  <a:lnTo>
                    <a:pt x="103473" y="396572"/>
                  </a:lnTo>
                  <a:lnTo>
                    <a:pt x="101009" y="396572"/>
                  </a:lnTo>
                  <a:lnTo>
                    <a:pt x="98546" y="396572"/>
                  </a:lnTo>
                  <a:lnTo>
                    <a:pt x="96082" y="396572"/>
                  </a:lnTo>
                  <a:lnTo>
                    <a:pt x="93618" y="396572"/>
                  </a:lnTo>
                  <a:lnTo>
                    <a:pt x="91155" y="396572"/>
                  </a:lnTo>
                  <a:lnTo>
                    <a:pt x="88691" y="396572"/>
                  </a:lnTo>
                  <a:lnTo>
                    <a:pt x="86228" y="396572"/>
                  </a:lnTo>
                  <a:lnTo>
                    <a:pt x="83764" y="396572"/>
                  </a:lnTo>
                  <a:lnTo>
                    <a:pt x="81300" y="396572"/>
                  </a:lnTo>
                  <a:lnTo>
                    <a:pt x="78837" y="396572"/>
                  </a:lnTo>
                  <a:lnTo>
                    <a:pt x="76373" y="396572"/>
                  </a:lnTo>
                  <a:lnTo>
                    <a:pt x="73909" y="396572"/>
                  </a:lnTo>
                  <a:lnTo>
                    <a:pt x="71446" y="396572"/>
                  </a:lnTo>
                  <a:lnTo>
                    <a:pt x="68982" y="396572"/>
                  </a:lnTo>
                  <a:lnTo>
                    <a:pt x="66518" y="396572"/>
                  </a:lnTo>
                  <a:lnTo>
                    <a:pt x="64055" y="396572"/>
                  </a:lnTo>
                  <a:lnTo>
                    <a:pt x="61591" y="396572"/>
                  </a:lnTo>
                  <a:lnTo>
                    <a:pt x="59127" y="396572"/>
                  </a:lnTo>
                  <a:lnTo>
                    <a:pt x="56664" y="396572"/>
                  </a:lnTo>
                  <a:lnTo>
                    <a:pt x="54200" y="396572"/>
                  </a:lnTo>
                  <a:lnTo>
                    <a:pt x="51736" y="396572"/>
                  </a:lnTo>
                  <a:lnTo>
                    <a:pt x="49273" y="396572"/>
                  </a:lnTo>
                  <a:lnTo>
                    <a:pt x="46809" y="396572"/>
                  </a:lnTo>
                  <a:lnTo>
                    <a:pt x="44345" y="396572"/>
                  </a:lnTo>
                  <a:lnTo>
                    <a:pt x="41882" y="396572"/>
                  </a:lnTo>
                  <a:lnTo>
                    <a:pt x="39418" y="396572"/>
                  </a:lnTo>
                  <a:lnTo>
                    <a:pt x="36954" y="396572"/>
                  </a:lnTo>
                  <a:lnTo>
                    <a:pt x="34491" y="396572"/>
                  </a:lnTo>
                  <a:lnTo>
                    <a:pt x="32027" y="396572"/>
                  </a:lnTo>
                  <a:lnTo>
                    <a:pt x="29563" y="396572"/>
                  </a:lnTo>
                  <a:lnTo>
                    <a:pt x="27100" y="396572"/>
                  </a:lnTo>
                  <a:lnTo>
                    <a:pt x="24636" y="396572"/>
                  </a:lnTo>
                  <a:lnTo>
                    <a:pt x="22172" y="396572"/>
                  </a:lnTo>
                  <a:lnTo>
                    <a:pt x="19709" y="396572"/>
                  </a:lnTo>
                  <a:lnTo>
                    <a:pt x="17245" y="396572"/>
                  </a:lnTo>
                  <a:lnTo>
                    <a:pt x="14781" y="396572"/>
                  </a:lnTo>
                  <a:lnTo>
                    <a:pt x="12318" y="396572"/>
                  </a:lnTo>
                  <a:lnTo>
                    <a:pt x="9854" y="396572"/>
                  </a:lnTo>
                  <a:lnTo>
                    <a:pt x="7390" y="396572"/>
                  </a:lnTo>
                  <a:lnTo>
                    <a:pt x="4927" y="396572"/>
                  </a:lnTo>
                  <a:lnTo>
                    <a:pt x="2463" y="396572"/>
                  </a:lnTo>
                  <a:lnTo>
                    <a:pt x="0" y="39657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481616" y="3743270"/>
              <a:ext cx="1258929" cy="394473"/>
            </a:xfrm>
            <a:custGeom>
              <a:avLst/>
              <a:pathLst>
                <a:path w="1258929" h="394473">
                  <a:moveTo>
                    <a:pt x="0" y="394113"/>
                  </a:moveTo>
                  <a:lnTo>
                    <a:pt x="2463" y="393959"/>
                  </a:lnTo>
                  <a:lnTo>
                    <a:pt x="4927" y="393800"/>
                  </a:lnTo>
                  <a:lnTo>
                    <a:pt x="7390" y="393635"/>
                  </a:lnTo>
                  <a:lnTo>
                    <a:pt x="9854" y="393461"/>
                  </a:lnTo>
                  <a:lnTo>
                    <a:pt x="12318" y="393280"/>
                  </a:lnTo>
                  <a:lnTo>
                    <a:pt x="14781" y="393095"/>
                  </a:lnTo>
                  <a:lnTo>
                    <a:pt x="17245" y="392899"/>
                  </a:lnTo>
                  <a:lnTo>
                    <a:pt x="19709" y="392698"/>
                  </a:lnTo>
                  <a:lnTo>
                    <a:pt x="22172" y="392491"/>
                  </a:lnTo>
                  <a:lnTo>
                    <a:pt x="24636" y="392274"/>
                  </a:lnTo>
                  <a:lnTo>
                    <a:pt x="27100" y="392051"/>
                  </a:lnTo>
                  <a:lnTo>
                    <a:pt x="29563" y="391823"/>
                  </a:lnTo>
                  <a:lnTo>
                    <a:pt x="32027" y="391586"/>
                  </a:lnTo>
                  <a:lnTo>
                    <a:pt x="34491" y="391343"/>
                  </a:lnTo>
                  <a:lnTo>
                    <a:pt x="36954" y="391095"/>
                  </a:lnTo>
                  <a:lnTo>
                    <a:pt x="39418" y="390838"/>
                  </a:lnTo>
                  <a:lnTo>
                    <a:pt x="41882" y="390576"/>
                  </a:lnTo>
                  <a:lnTo>
                    <a:pt x="44345" y="390309"/>
                  </a:lnTo>
                  <a:lnTo>
                    <a:pt x="46809" y="390034"/>
                  </a:lnTo>
                  <a:lnTo>
                    <a:pt x="49273" y="389755"/>
                  </a:lnTo>
                  <a:lnTo>
                    <a:pt x="51736" y="389471"/>
                  </a:lnTo>
                  <a:lnTo>
                    <a:pt x="54200" y="389182"/>
                  </a:lnTo>
                  <a:lnTo>
                    <a:pt x="56664" y="388887"/>
                  </a:lnTo>
                  <a:lnTo>
                    <a:pt x="59127" y="388590"/>
                  </a:lnTo>
                  <a:lnTo>
                    <a:pt x="61591" y="388288"/>
                  </a:lnTo>
                  <a:lnTo>
                    <a:pt x="64055" y="387983"/>
                  </a:lnTo>
                  <a:lnTo>
                    <a:pt x="66518" y="387675"/>
                  </a:lnTo>
                  <a:lnTo>
                    <a:pt x="68982" y="387364"/>
                  </a:lnTo>
                  <a:lnTo>
                    <a:pt x="71446" y="387052"/>
                  </a:lnTo>
                  <a:lnTo>
                    <a:pt x="73909" y="386738"/>
                  </a:lnTo>
                  <a:lnTo>
                    <a:pt x="76373" y="386422"/>
                  </a:lnTo>
                  <a:lnTo>
                    <a:pt x="78837" y="386107"/>
                  </a:lnTo>
                  <a:lnTo>
                    <a:pt x="81300" y="385791"/>
                  </a:lnTo>
                  <a:lnTo>
                    <a:pt x="83764" y="385476"/>
                  </a:lnTo>
                  <a:lnTo>
                    <a:pt x="86228" y="385162"/>
                  </a:lnTo>
                  <a:lnTo>
                    <a:pt x="88691" y="384850"/>
                  </a:lnTo>
                  <a:lnTo>
                    <a:pt x="91155" y="384539"/>
                  </a:lnTo>
                  <a:lnTo>
                    <a:pt x="93618" y="384232"/>
                  </a:lnTo>
                  <a:lnTo>
                    <a:pt x="96082" y="383928"/>
                  </a:lnTo>
                  <a:lnTo>
                    <a:pt x="98546" y="383627"/>
                  </a:lnTo>
                  <a:lnTo>
                    <a:pt x="101009" y="383332"/>
                  </a:lnTo>
                  <a:lnTo>
                    <a:pt x="103473" y="383041"/>
                  </a:lnTo>
                  <a:lnTo>
                    <a:pt x="105937" y="382754"/>
                  </a:lnTo>
                  <a:lnTo>
                    <a:pt x="108400" y="382475"/>
                  </a:lnTo>
                  <a:lnTo>
                    <a:pt x="110864" y="382202"/>
                  </a:lnTo>
                  <a:lnTo>
                    <a:pt x="113328" y="381934"/>
                  </a:lnTo>
                  <a:lnTo>
                    <a:pt x="115791" y="381676"/>
                  </a:lnTo>
                  <a:lnTo>
                    <a:pt x="118255" y="381425"/>
                  </a:lnTo>
                  <a:lnTo>
                    <a:pt x="120719" y="381180"/>
                  </a:lnTo>
                  <a:lnTo>
                    <a:pt x="123182" y="380946"/>
                  </a:lnTo>
                  <a:lnTo>
                    <a:pt x="125646" y="380721"/>
                  </a:lnTo>
                  <a:lnTo>
                    <a:pt x="128110" y="380502"/>
                  </a:lnTo>
                  <a:lnTo>
                    <a:pt x="130573" y="380295"/>
                  </a:lnTo>
                  <a:lnTo>
                    <a:pt x="133037" y="380098"/>
                  </a:lnTo>
                  <a:lnTo>
                    <a:pt x="135501" y="379908"/>
                  </a:lnTo>
                  <a:lnTo>
                    <a:pt x="137964" y="379731"/>
                  </a:lnTo>
                  <a:lnTo>
                    <a:pt x="140428" y="379564"/>
                  </a:lnTo>
                  <a:lnTo>
                    <a:pt x="142892" y="379404"/>
                  </a:lnTo>
                  <a:lnTo>
                    <a:pt x="145355" y="379256"/>
                  </a:lnTo>
                  <a:lnTo>
                    <a:pt x="147819" y="379120"/>
                  </a:lnTo>
                  <a:lnTo>
                    <a:pt x="150283" y="378990"/>
                  </a:lnTo>
                  <a:lnTo>
                    <a:pt x="152746" y="378872"/>
                  </a:lnTo>
                  <a:lnTo>
                    <a:pt x="155210" y="378766"/>
                  </a:lnTo>
                  <a:lnTo>
                    <a:pt x="157674" y="378666"/>
                  </a:lnTo>
                  <a:lnTo>
                    <a:pt x="160137" y="378576"/>
                  </a:lnTo>
                  <a:lnTo>
                    <a:pt x="162601" y="378497"/>
                  </a:lnTo>
                  <a:lnTo>
                    <a:pt x="165065" y="378425"/>
                  </a:lnTo>
                  <a:lnTo>
                    <a:pt x="167528" y="378361"/>
                  </a:lnTo>
                  <a:lnTo>
                    <a:pt x="169992" y="378308"/>
                  </a:lnTo>
                  <a:lnTo>
                    <a:pt x="172456" y="378259"/>
                  </a:lnTo>
                  <a:lnTo>
                    <a:pt x="174919" y="378218"/>
                  </a:lnTo>
                  <a:lnTo>
                    <a:pt x="177383" y="378185"/>
                  </a:lnTo>
                  <a:lnTo>
                    <a:pt x="179847" y="378156"/>
                  </a:lnTo>
                  <a:lnTo>
                    <a:pt x="182310" y="378133"/>
                  </a:lnTo>
                  <a:lnTo>
                    <a:pt x="184774" y="378116"/>
                  </a:lnTo>
                  <a:lnTo>
                    <a:pt x="187237" y="378101"/>
                  </a:lnTo>
                  <a:lnTo>
                    <a:pt x="189701" y="378090"/>
                  </a:lnTo>
                  <a:lnTo>
                    <a:pt x="192165" y="378083"/>
                  </a:lnTo>
                  <a:lnTo>
                    <a:pt x="194628" y="378077"/>
                  </a:lnTo>
                  <a:lnTo>
                    <a:pt x="197092" y="378072"/>
                  </a:lnTo>
                  <a:lnTo>
                    <a:pt x="199556" y="378068"/>
                  </a:lnTo>
                  <a:lnTo>
                    <a:pt x="202019" y="378064"/>
                  </a:lnTo>
                  <a:lnTo>
                    <a:pt x="204483" y="378059"/>
                  </a:lnTo>
                  <a:lnTo>
                    <a:pt x="206947" y="378052"/>
                  </a:lnTo>
                  <a:lnTo>
                    <a:pt x="209410" y="378042"/>
                  </a:lnTo>
                  <a:lnTo>
                    <a:pt x="211874" y="378030"/>
                  </a:lnTo>
                  <a:lnTo>
                    <a:pt x="214338" y="378013"/>
                  </a:lnTo>
                  <a:lnTo>
                    <a:pt x="216801" y="377991"/>
                  </a:lnTo>
                  <a:lnTo>
                    <a:pt x="219265" y="377965"/>
                  </a:lnTo>
                  <a:lnTo>
                    <a:pt x="221729" y="377931"/>
                  </a:lnTo>
                  <a:lnTo>
                    <a:pt x="224192" y="377890"/>
                  </a:lnTo>
                  <a:lnTo>
                    <a:pt x="226656" y="377842"/>
                  </a:lnTo>
                  <a:lnTo>
                    <a:pt x="229120" y="377785"/>
                  </a:lnTo>
                  <a:lnTo>
                    <a:pt x="231583" y="377718"/>
                  </a:lnTo>
                  <a:lnTo>
                    <a:pt x="234047" y="377643"/>
                  </a:lnTo>
                  <a:lnTo>
                    <a:pt x="236511" y="377556"/>
                  </a:lnTo>
                  <a:lnTo>
                    <a:pt x="238974" y="377457"/>
                  </a:lnTo>
                  <a:lnTo>
                    <a:pt x="241438" y="377349"/>
                  </a:lnTo>
                  <a:lnTo>
                    <a:pt x="243902" y="377227"/>
                  </a:lnTo>
                  <a:lnTo>
                    <a:pt x="246365" y="377091"/>
                  </a:lnTo>
                  <a:lnTo>
                    <a:pt x="248829" y="376944"/>
                  </a:lnTo>
                  <a:lnTo>
                    <a:pt x="251293" y="376782"/>
                  </a:lnTo>
                  <a:lnTo>
                    <a:pt x="253756" y="376603"/>
                  </a:lnTo>
                  <a:lnTo>
                    <a:pt x="256220" y="376412"/>
                  </a:lnTo>
                  <a:lnTo>
                    <a:pt x="258684" y="376206"/>
                  </a:lnTo>
                  <a:lnTo>
                    <a:pt x="261147" y="375981"/>
                  </a:lnTo>
                  <a:lnTo>
                    <a:pt x="263611" y="375743"/>
                  </a:lnTo>
                  <a:lnTo>
                    <a:pt x="266075" y="375490"/>
                  </a:lnTo>
                  <a:lnTo>
                    <a:pt x="268538" y="375215"/>
                  </a:lnTo>
                  <a:lnTo>
                    <a:pt x="271002" y="374927"/>
                  </a:lnTo>
                  <a:lnTo>
                    <a:pt x="273465" y="374623"/>
                  </a:lnTo>
                  <a:lnTo>
                    <a:pt x="275929" y="374296"/>
                  </a:lnTo>
                  <a:lnTo>
                    <a:pt x="278393" y="373956"/>
                  </a:lnTo>
                  <a:lnTo>
                    <a:pt x="280856" y="373601"/>
                  </a:lnTo>
                  <a:lnTo>
                    <a:pt x="283320" y="373220"/>
                  </a:lnTo>
                  <a:lnTo>
                    <a:pt x="285784" y="372826"/>
                  </a:lnTo>
                  <a:lnTo>
                    <a:pt x="288247" y="372418"/>
                  </a:lnTo>
                  <a:lnTo>
                    <a:pt x="290711" y="371983"/>
                  </a:lnTo>
                  <a:lnTo>
                    <a:pt x="293175" y="371535"/>
                  </a:lnTo>
                  <a:lnTo>
                    <a:pt x="295638" y="371073"/>
                  </a:lnTo>
                  <a:lnTo>
                    <a:pt x="298102" y="370584"/>
                  </a:lnTo>
                  <a:lnTo>
                    <a:pt x="300566" y="370081"/>
                  </a:lnTo>
                  <a:lnTo>
                    <a:pt x="303029" y="369565"/>
                  </a:lnTo>
                  <a:lnTo>
                    <a:pt x="305493" y="369023"/>
                  </a:lnTo>
                  <a:lnTo>
                    <a:pt x="307957" y="368467"/>
                  </a:lnTo>
                  <a:lnTo>
                    <a:pt x="310420" y="367896"/>
                  </a:lnTo>
                  <a:lnTo>
                    <a:pt x="312884" y="367303"/>
                  </a:lnTo>
                  <a:lnTo>
                    <a:pt x="315348" y="366693"/>
                  </a:lnTo>
                  <a:lnTo>
                    <a:pt x="317811" y="366071"/>
                  </a:lnTo>
                  <a:lnTo>
                    <a:pt x="320275" y="365426"/>
                  </a:lnTo>
                  <a:lnTo>
                    <a:pt x="322739" y="364765"/>
                  </a:lnTo>
                  <a:lnTo>
                    <a:pt x="325202" y="364091"/>
                  </a:lnTo>
                  <a:lnTo>
                    <a:pt x="327666" y="363397"/>
                  </a:lnTo>
                  <a:lnTo>
                    <a:pt x="330130" y="362686"/>
                  </a:lnTo>
                  <a:lnTo>
                    <a:pt x="332593" y="361963"/>
                  </a:lnTo>
                  <a:lnTo>
                    <a:pt x="335057" y="361221"/>
                  </a:lnTo>
                  <a:lnTo>
                    <a:pt x="337521" y="360463"/>
                  </a:lnTo>
                  <a:lnTo>
                    <a:pt x="339984" y="359692"/>
                  </a:lnTo>
                  <a:lnTo>
                    <a:pt x="342448" y="358904"/>
                  </a:lnTo>
                  <a:lnTo>
                    <a:pt x="344912" y="358100"/>
                  </a:lnTo>
                  <a:lnTo>
                    <a:pt x="347375" y="357284"/>
                  </a:lnTo>
                  <a:lnTo>
                    <a:pt x="349839" y="356452"/>
                  </a:lnTo>
                  <a:lnTo>
                    <a:pt x="352303" y="355603"/>
                  </a:lnTo>
                  <a:lnTo>
                    <a:pt x="354766" y="354744"/>
                  </a:lnTo>
                  <a:lnTo>
                    <a:pt x="357230" y="353870"/>
                  </a:lnTo>
                  <a:lnTo>
                    <a:pt x="359694" y="352980"/>
                  </a:lnTo>
                  <a:lnTo>
                    <a:pt x="362157" y="352079"/>
                  </a:lnTo>
                  <a:lnTo>
                    <a:pt x="364621" y="351166"/>
                  </a:lnTo>
                  <a:lnTo>
                    <a:pt x="367084" y="350236"/>
                  </a:lnTo>
                  <a:lnTo>
                    <a:pt x="369548" y="349296"/>
                  </a:lnTo>
                  <a:lnTo>
                    <a:pt x="372012" y="348346"/>
                  </a:lnTo>
                  <a:lnTo>
                    <a:pt x="374475" y="347378"/>
                  </a:lnTo>
                  <a:lnTo>
                    <a:pt x="376939" y="346402"/>
                  </a:lnTo>
                  <a:lnTo>
                    <a:pt x="379403" y="345416"/>
                  </a:lnTo>
                  <a:lnTo>
                    <a:pt x="381866" y="344414"/>
                  </a:lnTo>
                  <a:lnTo>
                    <a:pt x="384330" y="343404"/>
                  </a:lnTo>
                  <a:lnTo>
                    <a:pt x="386794" y="342385"/>
                  </a:lnTo>
                  <a:lnTo>
                    <a:pt x="389257" y="341350"/>
                  </a:lnTo>
                  <a:lnTo>
                    <a:pt x="391721" y="340308"/>
                  </a:lnTo>
                  <a:lnTo>
                    <a:pt x="394185" y="339259"/>
                  </a:lnTo>
                  <a:lnTo>
                    <a:pt x="396648" y="338195"/>
                  </a:lnTo>
                  <a:lnTo>
                    <a:pt x="399112" y="337124"/>
                  </a:lnTo>
                  <a:lnTo>
                    <a:pt x="401576" y="336046"/>
                  </a:lnTo>
                  <a:lnTo>
                    <a:pt x="404039" y="334956"/>
                  </a:lnTo>
                  <a:lnTo>
                    <a:pt x="406503" y="333860"/>
                  </a:lnTo>
                  <a:lnTo>
                    <a:pt x="408967" y="332757"/>
                  </a:lnTo>
                  <a:lnTo>
                    <a:pt x="411430" y="331643"/>
                  </a:lnTo>
                  <a:lnTo>
                    <a:pt x="413894" y="330524"/>
                  </a:lnTo>
                  <a:lnTo>
                    <a:pt x="416358" y="329398"/>
                  </a:lnTo>
                  <a:lnTo>
                    <a:pt x="418821" y="328265"/>
                  </a:lnTo>
                  <a:lnTo>
                    <a:pt x="421285" y="327125"/>
                  </a:lnTo>
                  <a:lnTo>
                    <a:pt x="423749" y="325981"/>
                  </a:lnTo>
                  <a:lnTo>
                    <a:pt x="426212" y="324831"/>
                  </a:lnTo>
                  <a:lnTo>
                    <a:pt x="428676" y="323675"/>
                  </a:lnTo>
                  <a:lnTo>
                    <a:pt x="431140" y="322515"/>
                  </a:lnTo>
                  <a:lnTo>
                    <a:pt x="433603" y="321351"/>
                  </a:lnTo>
                  <a:lnTo>
                    <a:pt x="436067" y="320182"/>
                  </a:lnTo>
                  <a:lnTo>
                    <a:pt x="438531" y="319010"/>
                  </a:lnTo>
                  <a:lnTo>
                    <a:pt x="440994" y="317835"/>
                  </a:lnTo>
                  <a:lnTo>
                    <a:pt x="443458" y="316657"/>
                  </a:lnTo>
                  <a:lnTo>
                    <a:pt x="445922" y="315477"/>
                  </a:lnTo>
                  <a:lnTo>
                    <a:pt x="448385" y="314294"/>
                  </a:lnTo>
                  <a:lnTo>
                    <a:pt x="450849" y="313109"/>
                  </a:lnTo>
                  <a:lnTo>
                    <a:pt x="453312" y="311924"/>
                  </a:lnTo>
                  <a:lnTo>
                    <a:pt x="455776" y="310737"/>
                  </a:lnTo>
                  <a:lnTo>
                    <a:pt x="458240" y="309549"/>
                  </a:lnTo>
                  <a:lnTo>
                    <a:pt x="460703" y="308361"/>
                  </a:lnTo>
                  <a:lnTo>
                    <a:pt x="463167" y="307173"/>
                  </a:lnTo>
                  <a:lnTo>
                    <a:pt x="465631" y="305985"/>
                  </a:lnTo>
                  <a:lnTo>
                    <a:pt x="468094" y="304797"/>
                  </a:lnTo>
                  <a:lnTo>
                    <a:pt x="470558" y="303610"/>
                  </a:lnTo>
                  <a:lnTo>
                    <a:pt x="473022" y="302425"/>
                  </a:lnTo>
                  <a:lnTo>
                    <a:pt x="475485" y="301240"/>
                  </a:lnTo>
                  <a:lnTo>
                    <a:pt x="477949" y="300057"/>
                  </a:lnTo>
                  <a:lnTo>
                    <a:pt x="480413" y="298875"/>
                  </a:lnTo>
                  <a:lnTo>
                    <a:pt x="482876" y="297695"/>
                  </a:lnTo>
                  <a:lnTo>
                    <a:pt x="485340" y="296517"/>
                  </a:lnTo>
                  <a:lnTo>
                    <a:pt x="487804" y="295342"/>
                  </a:lnTo>
                  <a:lnTo>
                    <a:pt x="490267" y="294168"/>
                  </a:lnTo>
                  <a:lnTo>
                    <a:pt x="492731" y="292996"/>
                  </a:lnTo>
                  <a:lnTo>
                    <a:pt x="495195" y="291827"/>
                  </a:lnTo>
                  <a:lnTo>
                    <a:pt x="497658" y="290659"/>
                  </a:lnTo>
                  <a:lnTo>
                    <a:pt x="500122" y="289494"/>
                  </a:lnTo>
                  <a:lnTo>
                    <a:pt x="502586" y="288331"/>
                  </a:lnTo>
                  <a:lnTo>
                    <a:pt x="505049" y="287171"/>
                  </a:lnTo>
                  <a:lnTo>
                    <a:pt x="507513" y="286011"/>
                  </a:lnTo>
                  <a:lnTo>
                    <a:pt x="509977" y="284854"/>
                  </a:lnTo>
                  <a:lnTo>
                    <a:pt x="512440" y="283699"/>
                  </a:lnTo>
                  <a:lnTo>
                    <a:pt x="514904" y="282544"/>
                  </a:lnTo>
                  <a:lnTo>
                    <a:pt x="517368" y="281391"/>
                  </a:lnTo>
                  <a:lnTo>
                    <a:pt x="519831" y="280238"/>
                  </a:lnTo>
                  <a:lnTo>
                    <a:pt x="522295" y="279085"/>
                  </a:lnTo>
                  <a:lnTo>
                    <a:pt x="524759" y="277933"/>
                  </a:lnTo>
                  <a:lnTo>
                    <a:pt x="527222" y="276780"/>
                  </a:lnTo>
                  <a:lnTo>
                    <a:pt x="529686" y="275626"/>
                  </a:lnTo>
                  <a:lnTo>
                    <a:pt x="532150" y="274470"/>
                  </a:lnTo>
                  <a:lnTo>
                    <a:pt x="534613" y="273312"/>
                  </a:lnTo>
                  <a:lnTo>
                    <a:pt x="537077" y="272151"/>
                  </a:lnTo>
                  <a:lnTo>
                    <a:pt x="539541" y="270987"/>
                  </a:lnTo>
                  <a:lnTo>
                    <a:pt x="542004" y="269818"/>
                  </a:lnTo>
                  <a:lnTo>
                    <a:pt x="544468" y="268644"/>
                  </a:lnTo>
                  <a:lnTo>
                    <a:pt x="546931" y="267465"/>
                  </a:lnTo>
                  <a:lnTo>
                    <a:pt x="549395" y="266277"/>
                  </a:lnTo>
                  <a:lnTo>
                    <a:pt x="551859" y="265083"/>
                  </a:lnTo>
                  <a:lnTo>
                    <a:pt x="554322" y="263880"/>
                  </a:lnTo>
                  <a:lnTo>
                    <a:pt x="556786" y="262665"/>
                  </a:lnTo>
                  <a:lnTo>
                    <a:pt x="559250" y="261441"/>
                  </a:lnTo>
                  <a:lnTo>
                    <a:pt x="561713" y="260205"/>
                  </a:lnTo>
                  <a:lnTo>
                    <a:pt x="564177" y="258952"/>
                  </a:lnTo>
                  <a:lnTo>
                    <a:pt x="566641" y="257687"/>
                  </a:lnTo>
                  <a:lnTo>
                    <a:pt x="569104" y="256408"/>
                  </a:lnTo>
                  <a:lnTo>
                    <a:pt x="571568" y="255105"/>
                  </a:lnTo>
                  <a:lnTo>
                    <a:pt x="574032" y="253786"/>
                  </a:lnTo>
                  <a:lnTo>
                    <a:pt x="576495" y="252452"/>
                  </a:lnTo>
                  <a:lnTo>
                    <a:pt x="578959" y="251085"/>
                  </a:lnTo>
                  <a:lnTo>
                    <a:pt x="581423" y="249700"/>
                  </a:lnTo>
                  <a:lnTo>
                    <a:pt x="583886" y="248295"/>
                  </a:lnTo>
                  <a:lnTo>
                    <a:pt x="586350" y="246851"/>
                  </a:lnTo>
                  <a:lnTo>
                    <a:pt x="588814" y="245383"/>
                  </a:lnTo>
                  <a:lnTo>
                    <a:pt x="591277" y="243892"/>
                  </a:lnTo>
                  <a:lnTo>
                    <a:pt x="593741" y="242356"/>
                  </a:lnTo>
                  <a:lnTo>
                    <a:pt x="596205" y="240790"/>
                  </a:lnTo>
                  <a:lnTo>
                    <a:pt x="598668" y="239197"/>
                  </a:lnTo>
                  <a:lnTo>
                    <a:pt x="601132" y="237553"/>
                  </a:lnTo>
                  <a:lnTo>
                    <a:pt x="603596" y="235872"/>
                  </a:lnTo>
                  <a:lnTo>
                    <a:pt x="606059" y="234160"/>
                  </a:lnTo>
                  <a:lnTo>
                    <a:pt x="608523" y="232392"/>
                  </a:lnTo>
                  <a:lnTo>
                    <a:pt x="610987" y="230580"/>
                  </a:lnTo>
                  <a:lnTo>
                    <a:pt x="613450" y="228732"/>
                  </a:lnTo>
                  <a:lnTo>
                    <a:pt x="615914" y="226824"/>
                  </a:lnTo>
                  <a:lnTo>
                    <a:pt x="618378" y="224864"/>
                  </a:lnTo>
                  <a:lnTo>
                    <a:pt x="620841" y="222864"/>
                  </a:lnTo>
                  <a:lnTo>
                    <a:pt x="623305" y="220800"/>
                  </a:lnTo>
                  <a:lnTo>
                    <a:pt x="625769" y="218677"/>
                  </a:lnTo>
                  <a:lnTo>
                    <a:pt x="628232" y="216510"/>
                  </a:lnTo>
                  <a:lnTo>
                    <a:pt x="630696" y="214277"/>
                  </a:lnTo>
                  <a:lnTo>
                    <a:pt x="633159" y="211977"/>
                  </a:lnTo>
                  <a:lnTo>
                    <a:pt x="635623" y="209630"/>
                  </a:lnTo>
                  <a:lnTo>
                    <a:pt x="638087" y="207216"/>
                  </a:lnTo>
                  <a:lnTo>
                    <a:pt x="640550" y="204728"/>
                  </a:lnTo>
                  <a:lnTo>
                    <a:pt x="643014" y="202190"/>
                  </a:lnTo>
                  <a:lnTo>
                    <a:pt x="645478" y="199587"/>
                  </a:lnTo>
                  <a:lnTo>
                    <a:pt x="647941" y="196902"/>
                  </a:lnTo>
                  <a:lnTo>
                    <a:pt x="650405" y="194167"/>
                  </a:lnTo>
                  <a:lnTo>
                    <a:pt x="652869" y="191368"/>
                  </a:lnTo>
                  <a:lnTo>
                    <a:pt x="655332" y="188483"/>
                  </a:lnTo>
                  <a:lnTo>
                    <a:pt x="657796" y="185548"/>
                  </a:lnTo>
                  <a:lnTo>
                    <a:pt x="660260" y="182552"/>
                  </a:lnTo>
                  <a:lnTo>
                    <a:pt x="662723" y="179468"/>
                  </a:lnTo>
                  <a:lnTo>
                    <a:pt x="665187" y="176334"/>
                  </a:lnTo>
                  <a:lnTo>
                    <a:pt x="667651" y="173146"/>
                  </a:lnTo>
                  <a:lnTo>
                    <a:pt x="670114" y="169868"/>
                  </a:lnTo>
                  <a:lnTo>
                    <a:pt x="672578" y="166543"/>
                  </a:lnTo>
                  <a:lnTo>
                    <a:pt x="675042" y="163170"/>
                  </a:lnTo>
                  <a:lnTo>
                    <a:pt x="677505" y="159711"/>
                  </a:lnTo>
                  <a:lnTo>
                    <a:pt x="679969" y="156208"/>
                  </a:lnTo>
                  <a:lnTo>
                    <a:pt x="682433" y="152662"/>
                  </a:lnTo>
                  <a:lnTo>
                    <a:pt x="684896" y="149041"/>
                  </a:lnTo>
                  <a:lnTo>
                    <a:pt x="687360" y="145379"/>
                  </a:lnTo>
                  <a:lnTo>
                    <a:pt x="689824" y="141681"/>
                  </a:lnTo>
                  <a:lnTo>
                    <a:pt x="692287" y="137921"/>
                  </a:lnTo>
                  <a:lnTo>
                    <a:pt x="694751" y="134127"/>
                  </a:lnTo>
                  <a:lnTo>
                    <a:pt x="697215" y="130303"/>
                  </a:lnTo>
                  <a:lnTo>
                    <a:pt x="699678" y="126433"/>
                  </a:lnTo>
                  <a:lnTo>
                    <a:pt x="702142" y="122537"/>
                  </a:lnTo>
                  <a:lnTo>
                    <a:pt x="704606" y="118620"/>
                  </a:lnTo>
                  <a:lnTo>
                    <a:pt x="707069" y="114675"/>
                  </a:lnTo>
                  <a:lnTo>
                    <a:pt x="709533" y="110714"/>
                  </a:lnTo>
                  <a:lnTo>
                    <a:pt x="711997" y="106743"/>
                  </a:lnTo>
                  <a:lnTo>
                    <a:pt x="714460" y="102761"/>
                  </a:lnTo>
                  <a:lnTo>
                    <a:pt x="716924" y="98778"/>
                  </a:lnTo>
                  <a:lnTo>
                    <a:pt x="719388" y="94797"/>
                  </a:lnTo>
                  <a:lnTo>
                    <a:pt x="721851" y="90822"/>
                  </a:lnTo>
                  <a:lnTo>
                    <a:pt x="724315" y="86863"/>
                  </a:lnTo>
                  <a:lnTo>
                    <a:pt x="726778" y="82919"/>
                  </a:lnTo>
                  <a:lnTo>
                    <a:pt x="729242" y="78999"/>
                  </a:lnTo>
                  <a:lnTo>
                    <a:pt x="731706" y="75114"/>
                  </a:lnTo>
                  <a:lnTo>
                    <a:pt x="734169" y="71258"/>
                  </a:lnTo>
                  <a:lnTo>
                    <a:pt x="736633" y="67442"/>
                  </a:lnTo>
                  <a:lnTo>
                    <a:pt x="739097" y="63685"/>
                  </a:lnTo>
                  <a:lnTo>
                    <a:pt x="741560" y="59970"/>
                  </a:lnTo>
                  <a:lnTo>
                    <a:pt x="744024" y="56311"/>
                  </a:lnTo>
                  <a:lnTo>
                    <a:pt x="746488" y="52735"/>
                  </a:lnTo>
                  <a:lnTo>
                    <a:pt x="748951" y="49215"/>
                  </a:lnTo>
                  <a:lnTo>
                    <a:pt x="751415" y="45765"/>
                  </a:lnTo>
                  <a:lnTo>
                    <a:pt x="753879" y="42424"/>
                  </a:lnTo>
                  <a:lnTo>
                    <a:pt x="756342" y="39154"/>
                  </a:lnTo>
                  <a:lnTo>
                    <a:pt x="758806" y="35964"/>
                  </a:lnTo>
                  <a:lnTo>
                    <a:pt x="761270" y="32913"/>
                  </a:lnTo>
                  <a:lnTo>
                    <a:pt x="763733" y="29944"/>
                  </a:lnTo>
                  <a:lnTo>
                    <a:pt x="766197" y="27065"/>
                  </a:lnTo>
                  <a:lnTo>
                    <a:pt x="768661" y="24353"/>
                  </a:lnTo>
                  <a:lnTo>
                    <a:pt x="771124" y="21737"/>
                  </a:lnTo>
                  <a:lnTo>
                    <a:pt x="773588" y="19216"/>
                  </a:lnTo>
                  <a:lnTo>
                    <a:pt x="776052" y="16891"/>
                  </a:lnTo>
                  <a:lnTo>
                    <a:pt x="778515" y="14673"/>
                  </a:lnTo>
                  <a:lnTo>
                    <a:pt x="780979" y="12562"/>
                  </a:lnTo>
                  <a:lnTo>
                    <a:pt x="783443" y="10659"/>
                  </a:lnTo>
                  <a:lnTo>
                    <a:pt x="785906" y="8880"/>
                  </a:lnTo>
                  <a:lnTo>
                    <a:pt x="788370" y="7219"/>
                  </a:lnTo>
                  <a:lnTo>
                    <a:pt x="790834" y="5773"/>
                  </a:lnTo>
                  <a:lnTo>
                    <a:pt x="793297" y="4469"/>
                  </a:lnTo>
                  <a:lnTo>
                    <a:pt x="795761" y="3291"/>
                  </a:lnTo>
                  <a:lnTo>
                    <a:pt x="798225" y="2331"/>
                  </a:lnTo>
                  <a:lnTo>
                    <a:pt x="800688" y="1532"/>
                  </a:lnTo>
                  <a:lnTo>
                    <a:pt x="803152" y="864"/>
                  </a:lnTo>
                  <a:lnTo>
                    <a:pt x="805616" y="413"/>
                  </a:lnTo>
                  <a:lnTo>
                    <a:pt x="808079" y="138"/>
                  </a:lnTo>
                  <a:lnTo>
                    <a:pt x="810543" y="0"/>
                  </a:lnTo>
                  <a:lnTo>
                    <a:pt x="813006" y="74"/>
                  </a:lnTo>
                  <a:lnTo>
                    <a:pt x="815470" y="338"/>
                  </a:lnTo>
                  <a:lnTo>
                    <a:pt x="817934" y="739"/>
                  </a:lnTo>
                  <a:lnTo>
                    <a:pt x="820397" y="1346"/>
                  </a:lnTo>
                  <a:lnTo>
                    <a:pt x="822861" y="2153"/>
                  </a:lnTo>
                  <a:lnTo>
                    <a:pt x="825325" y="3098"/>
                  </a:lnTo>
                  <a:lnTo>
                    <a:pt x="827788" y="4238"/>
                  </a:lnTo>
                  <a:lnTo>
                    <a:pt x="830252" y="5586"/>
                  </a:lnTo>
                  <a:lnTo>
                    <a:pt x="832716" y="7069"/>
                  </a:lnTo>
                  <a:lnTo>
                    <a:pt x="835179" y="8734"/>
                  </a:lnTo>
                  <a:lnTo>
                    <a:pt x="837643" y="10610"/>
                  </a:lnTo>
                  <a:lnTo>
                    <a:pt x="840107" y="12619"/>
                  </a:lnTo>
                  <a:lnTo>
                    <a:pt x="842570" y="14793"/>
                  </a:lnTo>
                  <a:lnTo>
                    <a:pt x="845034" y="17180"/>
                  </a:lnTo>
                  <a:lnTo>
                    <a:pt x="847498" y="19692"/>
                  </a:lnTo>
                  <a:lnTo>
                    <a:pt x="849961" y="22354"/>
                  </a:lnTo>
                  <a:lnTo>
                    <a:pt x="852425" y="25224"/>
                  </a:lnTo>
                  <a:lnTo>
                    <a:pt x="854889" y="28213"/>
                  </a:lnTo>
                  <a:lnTo>
                    <a:pt x="857352" y="31332"/>
                  </a:lnTo>
                  <a:lnTo>
                    <a:pt x="859816" y="34654"/>
                  </a:lnTo>
                  <a:lnTo>
                    <a:pt x="862280" y="38084"/>
                  </a:lnTo>
                  <a:lnTo>
                    <a:pt x="864743" y="41626"/>
                  </a:lnTo>
                  <a:lnTo>
                    <a:pt x="867207" y="45360"/>
                  </a:lnTo>
                  <a:lnTo>
                    <a:pt x="869671" y="49191"/>
                  </a:lnTo>
                  <a:lnTo>
                    <a:pt x="872134" y="53118"/>
                  </a:lnTo>
                  <a:lnTo>
                    <a:pt x="874598" y="57218"/>
                  </a:lnTo>
                  <a:lnTo>
                    <a:pt x="877062" y="61405"/>
                  </a:lnTo>
                  <a:lnTo>
                    <a:pt x="879525" y="65676"/>
                  </a:lnTo>
                  <a:lnTo>
                    <a:pt x="881989" y="70091"/>
                  </a:lnTo>
                  <a:lnTo>
                    <a:pt x="884453" y="74586"/>
                  </a:lnTo>
                  <a:lnTo>
                    <a:pt x="886916" y="79151"/>
                  </a:lnTo>
                  <a:lnTo>
                    <a:pt x="889380" y="83833"/>
                  </a:lnTo>
                  <a:lnTo>
                    <a:pt x="891844" y="88584"/>
                  </a:lnTo>
                  <a:lnTo>
                    <a:pt x="894307" y="93393"/>
                  </a:lnTo>
                  <a:lnTo>
                    <a:pt x="896771" y="98290"/>
                  </a:lnTo>
                  <a:lnTo>
                    <a:pt x="899235" y="103245"/>
                  </a:lnTo>
                  <a:lnTo>
                    <a:pt x="901698" y="108243"/>
                  </a:lnTo>
                  <a:lnTo>
                    <a:pt x="904162" y="113305"/>
                  </a:lnTo>
                  <a:lnTo>
                    <a:pt x="906625" y="118411"/>
                  </a:lnTo>
                  <a:lnTo>
                    <a:pt x="909089" y="123547"/>
                  </a:lnTo>
                  <a:lnTo>
                    <a:pt x="911553" y="128723"/>
                  </a:lnTo>
                  <a:lnTo>
                    <a:pt x="914016" y="133927"/>
                  </a:lnTo>
                  <a:lnTo>
                    <a:pt x="916480" y="139147"/>
                  </a:lnTo>
                  <a:lnTo>
                    <a:pt x="918944" y="144388"/>
                  </a:lnTo>
                  <a:lnTo>
                    <a:pt x="921407" y="149639"/>
                  </a:lnTo>
                  <a:lnTo>
                    <a:pt x="923871" y="154895"/>
                  </a:lnTo>
                  <a:lnTo>
                    <a:pt x="926335" y="160152"/>
                  </a:lnTo>
                  <a:lnTo>
                    <a:pt x="928798" y="165402"/>
                  </a:lnTo>
                  <a:lnTo>
                    <a:pt x="931262" y="170645"/>
                  </a:lnTo>
                  <a:lnTo>
                    <a:pt x="933726" y="175874"/>
                  </a:lnTo>
                  <a:lnTo>
                    <a:pt x="936189" y="181078"/>
                  </a:lnTo>
                  <a:lnTo>
                    <a:pt x="938653" y="186263"/>
                  </a:lnTo>
                  <a:lnTo>
                    <a:pt x="941117" y="191423"/>
                  </a:lnTo>
                  <a:lnTo>
                    <a:pt x="943580" y="196539"/>
                  </a:lnTo>
                  <a:lnTo>
                    <a:pt x="946044" y="201627"/>
                  </a:lnTo>
                  <a:lnTo>
                    <a:pt x="948508" y="206679"/>
                  </a:lnTo>
                  <a:lnTo>
                    <a:pt x="950971" y="211671"/>
                  </a:lnTo>
                  <a:lnTo>
                    <a:pt x="953435" y="216625"/>
                  </a:lnTo>
                  <a:lnTo>
                    <a:pt x="955899" y="221537"/>
                  </a:lnTo>
                  <a:lnTo>
                    <a:pt x="958362" y="226371"/>
                  </a:lnTo>
                  <a:lnTo>
                    <a:pt x="960826" y="231160"/>
                  </a:lnTo>
                  <a:lnTo>
                    <a:pt x="963290" y="235902"/>
                  </a:lnTo>
                  <a:lnTo>
                    <a:pt x="965753" y="240550"/>
                  </a:lnTo>
                  <a:lnTo>
                    <a:pt x="968217" y="245147"/>
                  </a:lnTo>
                  <a:lnTo>
                    <a:pt x="970681" y="249693"/>
                  </a:lnTo>
                  <a:lnTo>
                    <a:pt x="973144" y="254136"/>
                  </a:lnTo>
                  <a:lnTo>
                    <a:pt x="975608" y="258519"/>
                  </a:lnTo>
                  <a:lnTo>
                    <a:pt x="978072" y="262845"/>
                  </a:lnTo>
                  <a:lnTo>
                    <a:pt x="980535" y="267066"/>
                  </a:lnTo>
                  <a:lnTo>
                    <a:pt x="982999" y="271219"/>
                  </a:lnTo>
                  <a:lnTo>
                    <a:pt x="985463" y="275310"/>
                  </a:lnTo>
                  <a:lnTo>
                    <a:pt x="987926" y="279295"/>
                  </a:lnTo>
                  <a:lnTo>
                    <a:pt x="990390" y="283204"/>
                  </a:lnTo>
                  <a:lnTo>
                    <a:pt x="992853" y="287050"/>
                  </a:lnTo>
                  <a:lnTo>
                    <a:pt x="995317" y="290790"/>
                  </a:lnTo>
                  <a:lnTo>
                    <a:pt x="997781" y="294447"/>
                  </a:lnTo>
                  <a:lnTo>
                    <a:pt x="1000244" y="298040"/>
                  </a:lnTo>
                  <a:lnTo>
                    <a:pt x="1002708" y="301529"/>
                  </a:lnTo>
                  <a:lnTo>
                    <a:pt x="1005172" y="304930"/>
                  </a:lnTo>
                  <a:lnTo>
                    <a:pt x="1007635" y="308266"/>
                  </a:lnTo>
                  <a:lnTo>
                    <a:pt x="1010099" y="311503"/>
                  </a:lnTo>
                  <a:lnTo>
                    <a:pt x="1012563" y="314647"/>
                  </a:lnTo>
                  <a:lnTo>
                    <a:pt x="1015026" y="317727"/>
                  </a:lnTo>
                  <a:lnTo>
                    <a:pt x="1017490" y="320713"/>
                  </a:lnTo>
                  <a:lnTo>
                    <a:pt x="1019954" y="323603"/>
                  </a:lnTo>
                  <a:lnTo>
                    <a:pt x="1022417" y="326428"/>
                  </a:lnTo>
                  <a:lnTo>
                    <a:pt x="1024881" y="329167"/>
                  </a:lnTo>
                  <a:lnTo>
                    <a:pt x="1027345" y="331808"/>
                  </a:lnTo>
                  <a:lnTo>
                    <a:pt x="1029808" y="334387"/>
                  </a:lnTo>
                  <a:lnTo>
                    <a:pt x="1032272" y="336885"/>
                  </a:lnTo>
                  <a:lnTo>
                    <a:pt x="1034736" y="339285"/>
                  </a:lnTo>
                  <a:lnTo>
                    <a:pt x="1037199" y="341624"/>
                  </a:lnTo>
                  <a:lnTo>
                    <a:pt x="1039663" y="343891"/>
                  </a:lnTo>
                  <a:lnTo>
                    <a:pt x="1042127" y="346059"/>
                  </a:lnTo>
                  <a:lnTo>
                    <a:pt x="1044590" y="348169"/>
                  </a:lnTo>
                  <a:lnTo>
                    <a:pt x="1047054" y="350215"/>
                  </a:lnTo>
                  <a:lnTo>
                    <a:pt x="1049518" y="352162"/>
                  </a:lnTo>
                  <a:lnTo>
                    <a:pt x="1051981" y="354056"/>
                  </a:lnTo>
                  <a:lnTo>
                    <a:pt x="1054445" y="355892"/>
                  </a:lnTo>
                  <a:lnTo>
                    <a:pt x="1056909" y="357631"/>
                  </a:lnTo>
                  <a:lnTo>
                    <a:pt x="1059372" y="359320"/>
                  </a:lnTo>
                  <a:lnTo>
                    <a:pt x="1061836" y="360959"/>
                  </a:lnTo>
                  <a:lnTo>
                    <a:pt x="1064300" y="362505"/>
                  </a:lnTo>
                  <a:lnTo>
                    <a:pt x="1066763" y="364003"/>
                  </a:lnTo>
                  <a:lnTo>
                    <a:pt x="1069227" y="365455"/>
                  </a:lnTo>
                  <a:lnTo>
                    <a:pt x="1071691" y="366824"/>
                  </a:lnTo>
                  <a:lnTo>
                    <a:pt x="1074154" y="368146"/>
                  </a:lnTo>
                  <a:lnTo>
                    <a:pt x="1076618" y="369426"/>
                  </a:lnTo>
                  <a:lnTo>
                    <a:pt x="1079082" y="370632"/>
                  </a:lnTo>
                  <a:lnTo>
                    <a:pt x="1081545" y="371792"/>
                  </a:lnTo>
                  <a:lnTo>
                    <a:pt x="1084009" y="372913"/>
                  </a:lnTo>
                  <a:lnTo>
                    <a:pt x="1086472" y="373970"/>
                  </a:lnTo>
                  <a:lnTo>
                    <a:pt x="1088936" y="374983"/>
                  </a:lnTo>
                  <a:lnTo>
                    <a:pt x="1091400" y="375961"/>
                  </a:lnTo>
                  <a:lnTo>
                    <a:pt x="1093863" y="376883"/>
                  </a:lnTo>
                  <a:lnTo>
                    <a:pt x="1096327" y="377763"/>
                  </a:lnTo>
                  <a:lnTo>
                    <a:pt x="1098791" y="378611"/>
                  </a:lnTo>
                  <a:lnTo>
                    <a:pt x="1101254" y="379411"/>
                  </a:lnTo>
                  <a:lnTo>
                    <a:pt x="1103718" y="380171"/>
                  </a:lnTo>
                  <a:lnTo>
                    <a:pt x="1106182" y="380903"/>
                  </a:lnTo>
                  <a:lnTo>
                    <a:pt x="1108645" y="381595"/>
                  </a:lnTo>
                  <a:lnTo>
                    <a:pt x="1111109" y="382249"/>
                  </a:lnTo>
                  <a:lnTo>
                    <a:pt x="1113573" y="382878"/>
                  </a:lnTo>
                  <a:lnTo>
                    <a:pt x="1116036" y="383473"/>
                  </a:lnTo>
                  <a:lnTo>
                    <a:pt x="1118500" y="384034"/>
                  </a:lnTo>
                  <a:lnTo>
                    <a:pt x="1120964" y="384572"/>
                  </a:lnTo>
                  <a:lnTo>
                    <a:pt x="1123427" y="385082"/>
                  </a:lnTo>
                  <a:lnTo>
                    <a:pt x="1125891" y="385560"/>
                  </a:lnTo>
                  <a:lnTo>
                    <a:pt x="1128355" y="386020"/>
                  </a:lnTo>
                  <a:lnTo>
                    <a:pt x="1130818" y="386455"/>
                  </a:lnTo>
                  <a:lnTo>
                    <a:pt x="1133282" y="386862"/>
                  </a:lnTo>
                  <a:lnTo>
                    <a:pt x="1135746" y="387253"/>
                  </a:lnTo>
                  <a:lnTo>
                    <a:pt x="1138209" y="387624"/>
                  </a:lnTo>
                  <a:lnTo>
                    <a:pt x="1140673" y="387970"/>
                  </a:lnTo>
                  <a:lnTo>
                    <a:pt x="1143137" y="388302"/>
                  </a:lnTo>
                  <a:lnTo>
                    <a:pt x="1145600" y="388618"/>
                  </a:lnTo>
                  <a:lnTo>
                    <a:pt x="1148064" y="388911"/>
                  </a:lnTo>
                  <a:lnTo>
                    <a:pt x="1150528" y="389193"/>
                  </a:lnTo>
                  <a:lnTo>
                    <a:pt x="1152991" y="389462"/>
                  </a:lnTo>
                  <a:lnTo>
                    <a:pt x="1155455" y="389711"/>
                  </a:lnTo>
                  <a:lnTo>
                    <a:pt x="1157919" y="389950"/>
                  </a:lnTo>
                  <a:lnTo>
                    <a:pt x="1160382" y="390179"/>
                  </a:lnTo>
                  <a:lnTo>
                    <a:pt x="1162846" y="390391"/>
                  </a:lnTo>
                  <a:lnTo>
                    <a:pt x="1165310" y="390595"/>
                  </a:lnTo>
                  <a:lnTo>
                    <a:pt x="1167773" y="390790"/>
                  </a:lnTo>
                  <a:lnTo>
                    <a:pt x="1170237" y="390972"/>
                  </a:lnTo>
                  <a:lnTo>
                    <a:pt x="1172701" y="391146"/>
                  </a:lnTo>
                  <a:lnTo>
                    <a:pt x="1175164" y="391313"/>
                  </a:lnTo>
                  <a:lnTo>
                    <a:pt x="1177628" y="391470"/>
                  </a:lnTo>
                  <a:lnTo>
                    <a:pt x="1180091" y="391620"/>
                  </a:lnTo>
                  <a:lnTo>
                    <a:pt x="1182555" y="391765"/>
                  </a:lnTo>
                  <a:lnTo>
                    <a:pt x="1185019" y="391901"/>
                  </a:lnTo>
                  <a:lnTo>
                    <a:pt x="1187482" y="392031"/>
                  </a:lnTo>
                  <a:lnTo>
                    <a:pt x="1189946" y="392157"/>
                  </a:lnTo>
                  <a:lnTo>
                    <a:pt x="1192410" y="392277"/>
                  </a:lnTo>
                  <a:lnTo>
                    <a:pt x="1194873" y="392392"/>
                  </a:lnTo>
                  <a:lnTo>
                    <a:pt x="1197337" y="392503"/>
                  </a:lnTo>
                  <a:lnTo>
                    <a:pt x="1199801" y="392610"/>
                  </a:lnTo>
                  <a:lnTo>
                    <a:pt x="1202264" y="392712"/>
                  </a:lnTo>
                  <a:lnTo>
                    <a:pt x="1204728" y="392811"/>
                  </a:lnTo>
                  <a:lnTo>
                    <a:pt x="1207192" y="392907"/>
                  </a:lnTo>
                  <a:lnTo>
                    <a:pt x="1209655" y="393000"/>
                  </a:lnTo>
                  <a:lnTo>
                    <a:pt x="1212119" y="393090"/>
                  </a:lnTo>
                  <a:lnTo>
                    <a:pt x="1214583" y="393178"/>
                  </a:lnTo>
                  <a:lnTo>
                    <a:pt x="1217046" y="393262"/>
                  </a:lnTo>
                  <a:lnTo>
                    <a:pt x="1219510" y="393345"/>
                  </a:lnTo>
                  <a:lnTo>
                    <a:pt x="1221974" y="393426"/>
                  </a:lnTo>
                  <a:lnTo>
                    <a:pt x="1224437" y="393505"/>
                  </a:lnTo>
                  <a:lnTo>
                    <a:pt x="1226901" y="393582"/>
                  </a:lnTo>
                  <a:lnTo>
                    <a:pt x="1229365" y="393658"/>
                  </a:lnTo>
                  <a:lnTo>
                    <a:pt x="1231828" y="393732"/>
                  </a:lnTo>
                  <a:lnTo>
                    <a:pt x="1234292" y="393805"/>
                  </a:lnTo>
                  <a:lnTo>
                    <a:pt x="1236756" y="393877"/>
                  </a:lnTo>
                  <a:lnTo>
                    <a:pt x="1239219" y="393947"/>
                  </a:lnTo>
                  <a:lnTo>
                    <a:pt x="1241683" y="394016"/>
                  </a:lnTo>
                  <a:lnTo>
                    <a:pt x="1244147" y="394084"/>
                  </a:lnTo>
                  <a:lnTo>
                    <a:pt x="1246610" y="394151"/>
                  </a:lnTo>
                  <a:lnTo>
                    <a:pt x="1249074" y="394218"/>
                  </a:lnTo>
                  <a:lnTo>
                    <a:pt x="1251538" y="394283"/>
                  </a:lnTo>
                  <a:lnTo>
                    <a:pt x="1254001" y="394347"/>
                  </a:lnTo>
                  <a:lnTo>
                    <a:pt x="1256465" y="394411"/>
                  </a:lnTo>
                  <a:lnTo>
                    <a:pt x="1258929" y="394473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418670" y="4199246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548161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5796349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111081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6425813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674054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tx238"/>
            <p:cNvSpPr/>
            <p:nvPr/>
          </p:nvSpPr>
          <p:spPr>
            <a:xfrm>
              <a:off x="5403936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5718668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6033400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6348132" y="4261549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6631787" y="426018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6068414" y="4410971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44" name="rc244"/>
            <p:cNvSpPr/>
            <p:nvPr/>
          </p:nvSpPr>
          <p:spPr>
            <a:xfrm>
              <a:off x="6873081" y="2595080"/>
              <a:ext cx="1524000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6942670" y="2892358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7005616" y="3698455"/>
              <a:ext cx="1258929" cy="441387"/>
            </a:xfrm>
            <a:custGeom>
              <a:avLst/>
              <a:pathLst>
                <a:path w="1258929" h="441387">
                  <a:moveTo>
                    <a:pt x="0" y="441387"/>
                  </a:moveTo>
                  <a:lnTo>
                    <a:pt x="2463" y="441387"/>
                  </a:lnTo>
                  <a:lnTo>
                    <a:pt x="4927" y="441387"/>
                  </a:lnTo>
                  <a:lnTo>
                    <a:pt x="7390" y="441386"/>
                  </a:lnTo>
                  <a:lnTo>
                    <a:pt x="9854" y="441386"/>
                  </a:lnTo>
                  <a:lnTo>
                    <a:pt x="12318" y="441385"/>
                  </a:lnTo>
                  <a:lnTo>
                    <a:pt x="14781" y="441384"/>
                  </a:lnTo>
                  <a:lnTo>
                    <a:pt x="17245" y="441383"/>
                  </a:lnTo>
                  <a:lnTo>
                    <a:pt x="19709" y="441380"/>
                  </a:lnTo>
                  <a:lnTo>
                    <a:pt x="22172" y="441376"/>
                  </a:lnTo>
                  <a:lnTo>
                    <a:pt x="24636" y="441369"/>
                  </a:lnTo>
                  <a:lnTo>
                    <a:pt x="27100" y="441359"/>
                  </a:lnTo>
                  <a:lnTo>
                    <a:pt x="29563" y="441344"/>
                  </a:lnTo>
                  <a:lnTo>
                    <a:pt x="32027" y="441321"/>
                  </a:lnTo>
                  <a:lnTo>
                    <a:pt x="34491" y="441284"/>
                  </a:lnTo>
                  <a:lnTo>
                    <a:pt x="36954" y="441230"/>
                  </a:lnTo>
                  <a:lnTo>
                    <a:pt x="39418" y="441150"/>
                  </a:lnTo>
                  <a:lnTo>
                    <a:pt x="41882" y="441035"/>
                  </a:lnTo>
                  <a:lnTo>
                    <a:pt x="44345" y="440872"/>
                  </a:lnTo>
                  <a:lnTo>
                    <a:pt x="46809" y="440643"/>
                  </a:lnTo>
                  <a:lnTo>
                    <a:pt x="49273" y="440329"/>
                  </a:lnTo>
                  <a:lnTo>
                    <a:pt x="51736" y="439902"/>
                  </a:lnTo>
                  <a:lnTo>
                    <a:pt x="54200" y="439306"/>
                  </a:lnTo>
                  <a:lnTo>
                    <a:pt x="56664" y="438499"/>
                  </a:lnTo>
                  <a:lnTo>
                    <a:pt x="59127" y="437434"/>
                  </a:lnTo>
                  <a:lnTo>
                    <a:pt x="61591" y="436050"/>
                  </a:lnTo>
                  <a:lnTo>
                    <a:pt x="64055" y="434278"/>
                  </a:lnTo>
                  <a:lnTo>
                    <a:pt x="66518" y="432037"/>
                  </a:lnTo>
                  <a:lnTo>
                    <a:pt x="68982" y="429243"/>
                  </a:lnTo>
                  <a:lnTo>
                    <a:pt x="71446" y="425804"/>
                  </a:lnTo>
                  <a:lnTo>
                    <a:pt x="73909" y="421528"/>
                  </a:lnTo>
                  <a:lnTo>
                    <a:pt x="76373" y="416336"/>
                  </a:lnTo>
                  <a:lnTo>
                    <a:pt x="78837" y="410178"/>
                  </a:lnTo>
                  <a:lnTo>
                    <a:pt x="81300" y="402975"/>
                  </a:lnTo>
                  <a:lnTo>
                    <a:pt x="83764" y="394661"/>
                  </a:lnTo>
                  <a:lnTo>
                    <a:pt x="86228" y="385190"/>
                  </a:lnTo>
                  <a:lnTo>
                    <a:pt x="88691" y="374538"/>
                  </a:lnTo>
                  <a:lnTo>
                    <a:pt x="91155" y="362709"/>
                  </a:lnTo>
                  <a:lnTo>
                    <a:pt x="93618" y="349637"/>
                  </a:lnTo>
                  <a:lnTo>
                    <a:pt x="96082" y="335453"/>
                  </a:lnTo>
                  <a:lnTo>
                    <a:pt x="98546" y="320359"/>
                  </a:lnTo>
                  <a:lnTo>
                    <a:pt x="101009" y="304505"/>
                  </a:lnTo>
                  <a:lnTo>
                    <a:pt x="103473" y="288068"/>
                  </a:lnTo>
                  <a:lnTo>
                    <a:pt x="105937" y="271246"/>
                  </a:lnTo>
                  <a:lnTo>
                    <a:pt x="108400" y="254251"/>
                  </a:lnTo>
                  <a:lnTo>
                    <a:pt x="110864" y="237301"/>
                  </a:lnTo>
                  <a:lnTo>
                    <a:pt x="113328" y="220661"/>
                  </a:lnTo>
                  <a:lnTo>
                    <a:pt x="115791" y="204594"/>
                  </a:lnTo>
                  <a:lnTo>
                    <a:pt x="118255" y="189258"/>
                  </a:lnTo>
                  <a:lnTo>
                    <a:pt x="120719" y="174804"/>
                  </a:lnTo>
                  <a:lnTo>
                    <a:pt x="123182" y="161356"/>
                  </a:lnTo>
                  <a:lnTo>
                    <a:pt x="125646" y="149007"/>
                  </a:lnTo>
                  <a:lnTo>
                    <a:pt x="128110" y="137815"/>
                  </a:lnTo>
                  <a:lnTo>
                    <a:pt x="130573" y="127810"/>
                  </a:lnTo>
                  <a:lnTo>
                    <a:pt x="133037" y="119072"/>
                  </a:lnTo>
                  <a:lnTo>
                    <a:pt x="135501" y="111582"/>
                  </a:lnTo>
                  <a:lnTo>
                    <a:pt x="137964" y="105166"/>
                  </a:lnTo>
                  <a:lnTo>
                    <a:pt x="140428" y="99746"/>
                  </a:lnTo>
                  <a:lnTo>
                    <a:pt x="142892" y="95229"/>
                  </a:lnTo>
                  <a:lnTo>
                    <a:pt x="145355" y="91516"/>
                  </a:lnTo>
                  <a:lnTo>
                    <a:pt x="147819" y="88498"/>
                  </a:lnTo>
                  <a:lnTo>
                    <a:pt x="150283" y="86062"/>
                  </a:lnTo>
                  <a:lnTo>
                    <a:pt x="152746" y="84105"/>
                  </a:lnTo>
                  <a:lnTo>
                    <a:pt x="155210" y="82487"/>
                  </a:lnTo>
                  <a:lnTo>
                    <a:pt x="157674" y="81035"/>
                  </a:lnTo>
                  <a:lnTo>
                    <a:pt x="160137" y="79622"/>
                  </a:lnTo>
                  <a:lnTo>
                    <a:pt x="162601" y="78125"/>
                  </a:lnTo>
                  <a:lnTo>
                    <a:pt x="165065" y="76426"/>
                  </a:lnTo>
                  <a:lnTo>
                    <a:pt x="167528" y="74413"/>
                  </a:lnTo>
                  <a:lnTo>
                    <a:pt x="169992" y="71986"/>
                  </a:lnTo>
                  <a:lnTo>
                    <a:pt x="172456" y="69033"/>
                  </a:lnTo>
                  <a:lnTo>
                    <a:pt x="174919" y="65438"/>
                  </a:lnTo>
                  <a:lnTo>
                    <a:pt x="177383" y="61238"/>
                  </a:lnTo>
                  <a:lnTo>
                    <a:pt x="179847" y="56440"/>
                  </a:lnTo>
                  <a:lnTo>
                    <a:pt x="182310" y="51085"/>
                  </a:lnTo>
                  <a:lnTo>
                    <a:pt x="184774" y="45247"/>
                  </a:lnTo>
                  <a:lnTo>
                    <a:pt x="187237" y="39034"/>
                  </a:lnTo>
                  <a:lnTo>
                    <a:pt x="189701" y="32587"/>
                  </a:lnTo>
                  <a:lnTo>
                    <a:pt x="192165" y="26085"/>
                  </a:lnTo>
                  <a:lnTo>
                    <a:pt x="194628" y="19800"/>
                  </a:lnTo>
                  <a:lnTo>
                    <a:pt x="197092" y="13971"/>
                  </a:lnTo>
                  <a:lnTo>
                    <a:pt x="199556" y="8841"/>
                  </a:lnTo>
                  <a:lnTo>
                    <a:pt x="202019" y="4650"/>
                  </a:lnTo>
                  <a:lnTo>
                    <a:pt x="204483" y="1635"/>
                  </a:lnTo>
                  <a:lnTo>
                    <a:pt x="206947" y="18"/>
                  </a:lnTo>
                  <a:lnTo>
                    <a:pt x="209410" y="0"/>
                  </a:lnTo>
                  <a:lnTo>
                    <a:pt x="211874" y="1791"/>
                  </a:lnTo>
                  <a:lnTo>
                    <a:pt x="214338" y="5786"/>
                  </a:lnTo>
                  <a:lnTo>
                    <a:pt x="216801" y="11794"/>
                  </a:lnTo>
                  <a:lnTo>
                    <a:pt x="219265" y="19836"/>
                  </a:lnTo>
                  <a:lnTo>
                    <a:pt x="221729" y="29886"/>
                  </a:lnTo>
                  <a:lnTo>
                    <a:pt x="224192" y="41873"/>
                  </a:lnTo>
                  <a:lnTo>
                    <a:pt x="226656" y="55685"/>
                  </a:lnTo>
                  <a:lnTo>
                    <a:pt x="229120" y="71170"/>
                  </a:lnTo>
                  <a:lnTo>
                    <a:pt x="231583" y="88153"/>
                  </a:lnTo>
                  <a:lnTo>
                    <a:pt x="234047" y="106550"/>
                  </a:lnTo>
                  <a:lnTo>
                    <a:pt x="236511" y="125883"/>
                  </a:lnTo>
                  <a:lnTo>
                    <a:pt x="238974" y="145898"/>
                  </a:lnTo>
                  <a:lnTo>
                    <a:pt x="241438" y="166341"/>
                  </a:lnTo>
                  <a:lnTo>
                    <a:pt x="243902" y="186963"/>
                  </a:lnTo>
                  <a:lnTo>
                    <a:pt x="246365" y="207524"/>
                  </a:lnTo>
                  <a:lnTo>
                    <a:pt x="248829" y="227802"/>
                  </a:lnTo>
                  <a:lnTo>
                    <a:pt x="251293" y="247592"/>
                  </a:lnTo>
                  <a:lnTo>
                    <a:pt x="253756" y="266573"/>
                  </a:lnTo>
                  <a:lnTo>
                    <a:pt x="256220" y="284680"/>
                  </a:lnTo>
                  <a:lnTo>
                    <a:pt x="258684" y="301805"/>
                  </a:lnTo>
                  <a:lnTo>
                    <a:pt x="261147" y="317862"/>
                  </a:lnTo>
                  <a:lnTo>
                    <a:pt x="263611" y="332791"/>
                  </a:lnTo>
                  <a:lnTo>
                    <a:pt x="266075" y="346555"/>
                  </a:lnTo>
                  <a:lnTo>
                    <a:pt x="268538" y="359137"/>
                  </a:lnTo>
                  <a:lnTo>
                    <a:pt x="271002" y="370542"/>
                  </a:lnTo>
                  <a:lnTo>
                    <a:pt x="273465" y="380630"/>
                  </a:lnTo>
                  <a:lnTo>
                    <a:pt x="275929" y="389600"/>
                  </a:lnTo>
                  <a:lnTo>
                    <a:pt x="278393" y="397527"/>
                  </a:lnTo>
                  <a:lnTo>
                    <a:pt x="280856" y="404474"/>
                  </a:lnTo>
                  <a:lnTo>
                    <a:pt x="283320" y="410511"/>
                  </a:lnTo>
                  <a:lnTo>
                    <a:pt x="285784" y="415709"/>
                  </a:lnTo>
                  <a:lnTo>
                    <a:pt x="288247" y="420145"/>
                  </a:lnTo>
                  <a:lnTo>
                    <a:pt x="290711" y="423893"/>
                  </a:lnTo>
                  <a:lnTo>
                    <a:pt x="293175" y="426959"/>
                  </a:lnTo>
                  <a:lnTo>
                    <a:pt x="295638" y="429495"/>
                  </a:lnTo>
                  <a:lnTo>
                    <a:pt x="298102" y="431585"/>
                  </a:lnTo>
                  <a:lnTo>
                    <a:pt x="300566" y="433292"/>
                  </a:lnTo>
                  <a:lnTo>
                    <a:pt x="303029" y="434672"/>
                  </a:lnTo>
                  <a:lnTo>
                    <a:pt x="305493" y="435779"/>
                  </a:lnTo>
                  <a:lnTo>
                    <a:pt x="307957" y="436659"/>
                  </a:lnTo>
                  <a:lnTo>
                    <a:pt x="310420" y="437355"/>
                  </a:lnTo>
                  <a:lnTo>
                    <a:pt x="312884" y="437888"/>
                  </a:lnTo>
                  <a:lnTo>
                    <a:pt x="315348" y="438309"/>
                  </a:lnTo>
                  <a:lnTo>
                    <a:pt x="317811" y="438646"/>
                  </a:lnTo>
                  <a:lnTo>
                    <a:pt x="320275" y="438919"/>
                  </a:lnTo>
                  <a:lnTo>
                    <a:pt x="322739" y="439145"/>
                  </a:lnTo>
                  <a:lnTo>
                    <a:pt x="325202" y="439337"/>
                  </a:lnTo>
                  <a:lnTo>
                    <a:pt x="327666" y="439504"/>
                  </a:lnTo>
                  <a:lnTo>
                    <a:pt x="330130" y="439654"/>
                  </a:lnTo>
                  <a:lnTo>
                    <a:pt x="332593" y="439792"/>
                  </a:lnTo>
                  <a:lnTo>
                    <a:pt x="335057" y="439923"/>
                  </a:lnTo>
                  <a:lnTo>
                    <a:pt x="337521" y="440049"/>
                  </a:lnTo>
                  <a:lnTo>
                    <a:pt x="339984" y="440171"/>
                  </a:lnTo>
                  <a:lnTo>
                    <a:pt x="342448" y="440289"/>
                  </a:lnTo>
                  <a:lnTo>
                    <a:pt x="344912" y="440402"/>
                  </a:lnTo>
                  <a:lnTo>
                    <a:pt x="347375" y="440511"/>
                  </a:lnTo>
                  <a:lnTo>
                    <a:pt x="349839" y="440613"/>
                  </a:lnTo>
                  <a:lnTo>
                    <a:pt x="352303" y="440708"/>
                  </a:lnTo>
                  <a:lnTo>
                    <a:pt x="354766" y="440795"/>
                  </a:lnTo>
                  <a:lnTo>
                    <a:pt x="357230" y="440872"/>
                  </a:lnTo>
                  <a:lnTo>
                    <a:pt x="359694" y="440941"/>
                  </a:lnTo>
                  <a:lnTo>
                    <a:pt x="362157" y="440999"/>
                  </a:lnTo>
                  <a:lnTo>
                    <a:pt x="364621" y="441046"/>
                  </a:lnTo>
                  <a:lnTo>
                    <a:pt x="367084" y="441083"/>
                  </a:lnTo>
                  <a:lnTo>
                    <a:pt x="369548" y="441110"/>
                  </a:lnTo>
                  <a:lnTo>
                    <a:pt x="372012" y="441124"/>
                  </a:lnTo>
                  <a:lnTo>
                    <a:pt x="374475" y="441127"/>
                  </a:lnTo>
                  <a:lnTo>
                    <a:pt x="376939" y="441120"/>
                  </a:lnTo>
                  <a:lnTo>
                    <a:pt x="379403" y="441102"/>
                  </a:lnTo>
                  <a:lnTo>
                    <a:pt x="381866" y="441075"/>
                  </a:lnTo>
                  <a:lnTo>
                    <a:pt x="384330" y="441039"/>
                  </a:lnTo>
                  <a:lnTo>
                    <a:pt x="386794" y="440995"/>
                  </a:lnTo>
                  <a:lnTo>
                    <a:pt x="389257" y="440943"/>
                  </a:lnTo>
                  <a:lnTo>
                    <a:pt x="391721" y="440885"/>
                  </a:lnTo>
                  <a:lnTo>
                    <a:pt x="394185" y="440822"/>
                  </a:lnTo>
                  <a:lnTo>
                    <a:pt x="396648" y="440757"/>
                  </a:lnTo>
                  <a:lnTo>
                    <a:pt x="399112" y="440690"/>
                  </a:lnTo>
                  <a:lnTo>
                    <a:pt x="401576" y="440625"/>
                  </a:lnTo>
                  <a:lnTo>
                    <a:pt x="404039" y="440562"/>
                  </a:lnTo>
                  <a:lnTo>
                    <a:pt x="406503" y="440504"/>
                  </a:lnTo>
                  <a:lnTo>
                    <a:pt x="408967" y="440453"/>
                  </a:lnTo>
                  <a:lnTo>
                    <a:pt x="411430" y="440410"/>
                  </a:lnTo>
                  <a:lnTo>
                    <a:pt x="413894" y="440379"/>
                  </a:lnTo>
                  <a:lnTo>
                    <a:pt x="416358" y="440358"/>
                  </a:lnTo>
                  <a:lnTo>
                    <a:pt x="418821" y="440349"/>
                  </a:lnTo>
                  <a:lnTo>
                    <a:pt x="421285" y="440352"/>
                  </a:lnTo>
                  <a:lnTo>
                    <a:pt x="423749" y="440367"/>
                  </a:lnTo>
                  <a:lnTo>
                    <a:pt x="426212" y="440392"/>
                  </a:lnTo>
                  <a:lnTo>
                    <a:pt x="428676" y="440427"/>
                  </a:lnTo>
                  <a:lnTo>
                    <a:pt x="431140" y="440470"/>
                  </a:lnTo>
                  <a:lnTo>
                    <a:pt x="433603" y="440520"/>
                  </a:lnTo>
                  <a:lnTo>
                    <a:pt x="436067" y="440574"/>
                  </a:lnTo>
                  <a:lnTo>
                    <a:pt x="438531" y="440629"/>
                  </a:lnTo>
                  <a:lnTo>
                    <a:pt x="440994" y="440682"/>
                  </a:lnTo>
                  <a:lnTo>
                    <a:pt x="443458" y="440733"/>
                  </a:lnTo>
                  <a:lnTo>
                    <a:pt x="445922" y="440779"/>
                  </a:lnTo>
                  <a:lnTo>
                    <a:pt x="448385" y="440817"/>
                  </a:lnTo>
                  <a:lnTo>
                    <a:pt x="450849" y="440847"/>
                  </a:lnTo>
                  <a:lnTo>
                    <a:pt x="453312" y="440866"/>
                  </a:lnTo>
                  <a:lnTo>
                    <a:pt x="455776" y="440874"/>
                  </a:lnTo>
                  <a:lnTo>
                    <a:pt x="458240" y="440871"/>
                  </a:lnTo>
                  <a:lnTo>
                    <a:pt x="460703" y="440857"/>
                  </a:lnTo>
                  <a:lnTo>
                    <a:pt x="463167" y="440833"/>
                  </a:lnTo>
                  <a:lnTo>
                    <a:pt x="465631" y="440799"/>
                  </a:lnTo>
                  <a:lnTo>
                    <a:pt x="468094" y="440758"/>
                  </a:lnTo>
                  <a:lnTo>
                    <a:pt x="470558" y="440710"/>
                  </a:lnTo>
                  <a:lnTo>
                    <a:pt x="473022" y="440657"/>
                  </a:lnTo>
                  <a:lnTo>
                    <a:pt x="475485" y="440602"/>
                  </a:lnTo>
                  <a:lnTo>
                    <a:pt x="477949" y="440548"/>
                  </a:lnTo>
                  <a:lnTo>
                    <a:pt x="480413" y="440496"/>
                  </a:lnTo>
                  <a:lnTo>
                    <a:pt x="482876" y="440449"/>
                  </a:lnTo>
                  <a:lnTo>
                    <a:pt x="485340" y="440409"/>
                  </a:lnTo>
                  <a:lnTo>
                    <a:pt x="487804" y="440378"/>
                  </a:lnTo>
                  <a:lnTo>
                    <a:pt x="490267" y="440357"/>
                  </a:lnTo>
                  <a:lnTo>
                    <a:pt x="492731" y="440348"/>
                  </a:lnTo>
                  <a:lnTo>
                    <a:pt x="495195" y="440352"/>
                  </a:lnTo>
                  <a:lnTo>
                    <a:pt x="497658" y="440367"/>
                  </a:lnTo>
                  <a:lnTo>
                    <a:pt x="500122" y="440394"/>
                  </a:lnTo>
                  <a:lnTo>
                    <a:pt x="502586" y="440431"/>
                  </a:lnTo>
                  <a:lnTo>
                    <a:pt x="505049" y="440478"/>
                  </a:lnTo>
                  <a:lnTo>
                    <a:pt x="507513" y="440533"/>
                  </a:lnTo>
                  <a:lnTo>
                    <a:pt x="509977" y="440594"/>
                  </a:lnTo>
                  <a:lnTo>
                    <a:pt x="512440" y="440661"/>
                  </a:lnTo>
                  <a:lnTo>
                    <a:pt x="514904" y="440730"/>
                  </a:lnTo>
                  <a:lnTo>
                    <a:pt x="517368" y="440799"/>
                  </a:lnTo>
                  <a:lnTo>
                    <a:pt x="519831" y="440867"/>
                  </a:lnTo>
                  <a:lnTo>
                    <a:pt x="522295" y="440933"/>
                  </a:lnTo>
                  <a:lnTo>
                    <a:pt x="524759" y="440995"/>
                  </a:lnTo>
                  <a:lnTo>
                    <a:pt x="527222" y="441054"/>
                  </a:lnTo>
                  <a:lnTo>
                    <a:pt x="529686" y="441107"/>
                  </a:lnTo>
                  <a:lnTo>
                    <a:pt x="532150" y="441154"/>
                  </a:lnTo>
                  <a:lnTo>
                    <a:pt x="534613" y="441195"/>
                  </a:lnTo>
                  <a:lnTo>
                    <a:pt x="537077" y="441231"/>
                  </a:lnTo>
                  <a:lnTo>
                    <a:pt x="539541" y="441262"/>
                  </a:lnTo>
                  <a:lnTo>
                    <a:pt x="542004" y="441288"/>
                  </a:lnTo>
                  <a:lnTo>
                    <a:pt x="544468" y="441310"/>
                  </a:lnTo>
                  <a:lnTo>
                    <a:pt x="546931" y="441327"/>
                  </a:lnTo>
                  <a:lnTo>
                    <a:pt x="549395" y="441342"/>
                  </a:lnTo>
                  <a:lnTo>
                    <a:pt x="551859" y="441353"/>
                  </a:lnTo>
                  <a:lnTo>
                    <a:pt x="554322" y="441361"/>
                  </a:lnTo>
                  <a:lnTo>
                    <a:pt x="556786" y="441368"/>
                  </a:lnTo>
                  <a:lnTo>
                    <a:pt x="559250" y="441373"/>
                  </a:lnTo>
                  <a:lnTo>
                    <a:pt x="561713" y="441377"/>
                  </a:lnTo>
                  <a:lnTo>
                    <a:pt x="564177" y="441380"/>
                  </a:lnTo>
                  <a:lnTo>
                    <a:pt x="566641" y="441382"/>
                  </a:lnTo>
                  <a:lnTo>
                    <a:pt x="569104" y="441383"/>
                  </a:lnTo>
                  <a:lnTo>
                    <a:pt x="571568" y="441384"/>
                  </a:lnTo>
                  <a:lnTo>
                    <a:pt x="574032" y="441385"/>
                  </a:lnTo>
                  <a:lnTo>
                    <a:pt x="576495" y="441386"/>
                  </a:lnTo>
                  <a:lnTo>
                    <a:pt x="578959" y="441386"/>
                  </a:lnTo>
                  <a:lnTo>
                    <a:pt x="581423" y="441386"/>
                  </a:lnTo>
                  <a:lnTo>
                    <a:pt x="583886" y="441386"/>
                  </a:lnTo>
                  <a:lnTo>
                    <a:pt x="586350" y="441387"/>
                  </a:lnTo>
                  <a:lnTo>
                    <a:pt x="588814" y="441387"/>
                  </a:lnTo>
                  <a:lnTo>
                    <a:pt x="591277" y="441387"/>
                  </a:lnTo>
                  <a:lnTo>
                    <a:pt x="593741" y="441387"/>
                  </a:lnTo>
                  <a:lnTo>
                    <a:pt x="596205" y="441387"/>
                  </a:lnTo>
                  <a:lnTo>
                    <a:pt x="598668" y="441387"/>
                  </a:lnTo>
                  <a:lnTo>
                    <a:pt x="601132" y="441387"/>
                  </a:lnTo>
                  <a:lnTo>
                    <a:pt x="603596" y="441387"/>
                  </a:lnTo>
                  <a:lnTo>
                    <a:pt x="606059" y="441387"/>
                  </a:lnTo>
                  <a:lnTo>
                    <a:pt x="608523" y="441387"/>
                  </a:lnTo>
                  <a:lnTo>
                    <a:pt x="610987" y="441387"/>
                  </a:lnTo>
                  <a:lnTo>
                    <a:pt x="613450" y="441387"/>
                  </a:lnTo>
                  <a:lnTo>
                    <a:pt x="615914" y="441387"/>
                  </a:lnTo>
                  <a:lnTo>
                    <a:pt x="618378" y="441387"/>
                  </a:lnTo>
                  <a:lnTo>
                    <a:pt x="620841" y="441387"/>
                  </a:lnTo>
                  <a:lnTo>
                    <a:pt x="623305" y="441387"/>
                  </a:lnTo>
                  <a:lnTo>
                    <a:pt x="625769" y="441387"/>
                  </a:lnTo>
                  <a:lnTo>
                    <a:pt x="628232" y="441387"/>
                  </a:lnTo>
                  <a:lnTo>
                    <a:pt x="630696" y="441387"/>
                  </a:lnTo>
                  <a:lnTo>
                    <a:pt x="633159" y="441387"/>
                  </a:lnTo>
                  <a:lnTo>
                    <a:pt x="635623" y="441387"/>
                  </a:lnTo>
                  <a:lnTo>
                    <a:pt x="638087" y="441387"/>
                  </a:lnTo>
                  <a:lnTo>
                    <a:pt x="640550" y="441387"/>
                  </a:lnTo>
                  <a:lnTo>
                    <a:pt x="643014" y="441387"/>
                  </a:lnTo>
                  <a:lnTo>
                    <a:pt x="645478" y="441387"/>
                  </a:lnTo>
                  <a:lnTo>
                    <a:pt x="647941" y="441387"/>
                  </a:lnTo>
                  <a:lnTo>
                    <a:pt x="650405" y="441387"/>
                  </a:lnTo>
                  <a:lnTo>
                    <a:pt x="652869" y="441387"/>
                  </a:lnTo>
                  <a:lnTo>
                    <a:pt x="655332" y="441387"/>
                  </a:lnTo>
                  <a:lnTo>
                    <a:pt x="657796" y="441387"/>
                  </a:lnTo>
                  <a:lnTo>
                    <a:pt x="660260" y="441387"/>
                  </a:lnTo>
                  <a:lnTo>
                    <a:pt x="662723" y="441387"/>
                  </a:lnTo>
                  <a:lnTo>
                    <a:pt x="665187" y="441387"/>
                  </a:lnTo>
                  <a:lnTo>
                    <a:pt x="667651" y="441387"/>
                  </a:lnTo>
                  <a:lnTo>
                    <a:pt x="670114" y="441387"/>
                  </a:lnTo>
                  <a:lnTo>
                    <a:pt x="672578" y="441387"/>
                  </a:lnTo>
                  <a:lnTo>
                    <a:pt x="675042" y="441387"/>
                  </a:lnTo>
                  <a:lnTo>
                    <a:pt x="677505" y="441387"/>
                  </a:lnTo>
                  <a:lnTo>
                    <a:pt x="679969" y="441387"/>
                  </a:lnTo>
                  <a:lnTo>
                    <a:pt x="682433" y="441387"/>
                  </a:lnTo>
                  <a:lnTo>
                    <a:pt x="684896" y="441387"/>
                  </a:lnTo>
                  <a:lnTo>
                    <a:pt x="687360" y="441387"/>
                  </a:lnTo>
                  <a:lnTo>
                    <a:pt x="689824" y="441387"/>
                  </a:lnTo>
                  <a:lnTo>
                    <a:pt x="692287" y="441387"/>
                  </a:lnTo>
                  <a:lnTo>
                    <a:pt x="694751" y="441387"/>
                  </a:lnTo>
                  <a:lnTo>
                    <a:pt x="697215" y="441386"/>
                  </a:lnTo>
                  <a:lnTo>
                    <a:pt x="699678" y="441386"/>
                  </a:lnTo>
                  <a:lnTo>
                    <a:pt x="702142" y="441386"/>
                  </a:lnTo>
                  <a:lnTo>
                    <a:pt x="704606" y="441385"/>
                  </a:lnTo>
                  <a:lnTo>
                    <a:pt x="707069" y="441385"/>
                  </a:lnTo>
                  <a:lnTo>
                    <a:pt x="709533" y="441384"/>
                  </a:lnTo>
                  <a:lnTo>
                    <a:pt x="711997" y="441382"/>
                  </a:lnTo>
                  <a:lnTo>
                    <a:pt x="714460" y="441380"/>
                  </a:lnTo>
                  <a:lnTo>
                    <a:pt x="716924" y="441377"/>
                  </a:lnTo>
                  <a:lnTo>
                    <a:pt x="719388" y="441373"/>
                  </a:lnTo>
                  <a:lnTo>
                    <a:pt x="721851" y="441368"/>
                  </a:lnTo>
                  <a:lnTo>
                    <a:pt x="724315" y="441362"/>
                  </a:lnTo>
                  <a:lnTo>
                    <a:pt x="726778" y="441353"/>
                  </a:lnTo>
                  <a:lnTo>
                    <a:pt x="729242" y="441342"/>
                  </a:lnTo>
                  <a:lnTo>
                    <a:pt x="731706" y="441328"/>
                  </a:lnTo>
                  <a:lnTo>
                    <a:pt x="734169" y="441311"/>
                  </a:lnTo>
                  <a:lnTo>
                    <a:pt x="736633" y="441289"/>
                  </a:lnTo>
                  <a:lnTo>
                    <a:pt x="739097" y="441264"/>
                  </a:lnTo>
                  <a:lnTo>
                    <a:pt x="741560" y="441233"/>
                  </a:lnTo>
                  <a:lnTo>
                    <a:pt x="744024" y="441198"/>
                  </a:lnTo>
                  <a:lnTo>
                    <a:pt x="746488" y="441156"/>
                  </a:lnTo>
                  <a:lnTo>
                    <a:pt x="748951" y="441110"/>
                  </a:lnTo>
                  <a:lnTo>
                    <a:pt x="751415" y="441057"/>
                  </a:lnTo>
                  <a:lnTo>
                    <a:pt x="753879" y="440999"/>
                  </a:lnTo>
                  <a:lnTo>
                    <a:pt x="756342" y="440937"/>
                  </a:lnTo>
                  <a:lnTo>
                    <a:pt x="758806" y="440871"/>
                  </a:lnTo>
                  <a:lnTo>
                    <a:pt x="761270" y="440803"/>
                  </a:lnTo>
                  <a:lnTo>
                    <a:pt x="763733" y="440734"/>
                  </a:lnTo>
                  <a:lnTo>
                    <a:pt x="766197" y="440665"/>
                  </a:lnTo>
                  <a:lnTo>
                    <a:pt x="768661" y="440598"/>
                  </a:lnTo>
                  <a:lnTo>
                    <a:pt x="771124" y="440537"/>
                  </a:lnTo>
                  <a:lnTo>
                    <a:pt x="773588" y="440481"/>
                  </a:lnTo>
                  <a:lnTo>
                    <a:pt x="776052" y="440434"/>
                  </a:lnTo>
                  <a:lnTo>
                    <a:pt x="778515" y="440397"/>
                  </a:lnTo>
                  <a:lnTo>
                    <a:pt x="780979" y="440370"/>
                  </a:lnTo>
                  <a:lnTo>
                    <a:pt x="783443" y="440355"/>
                  </a:lnTo>
                  <a:lnTo>
                    <a:pt x="785906" y="440352"/>
                  </a:lnTo>
                  <a:lnTo>
                    <a:pt x="788370" y="440361"/>
                  </a:lnTo>
                  <a:lnTo>
                    <a:pt x="790834" y="440385"/>
                  </a:lnTo>
                  <a:lnTo>
                    <a:pt x="793297" y="440419"/>
                  </a:lnTo>
                  <a:lnTo>
                    <a:pt x="795761" y="440463"/>
                  </a:lnTo>
                  <a:lnTo>
                    <a:pt x="798225" y="440516"/>
                  </a:lnTo>
                  <a:lnTo>
                    <a:pt x="800688" y="440575"/>
                  </a:lnTo>
                  <a:lnTo>
                    <a:pt x="803152" y="440638"/>
                  </a:lnTo>
                  <a:lnTo>
                    <a:pt x="805616" y="440705"/>
                  </a:lnTo>
                  <a:lnTo>
                    <a:pt x="808079" y="440773"/>
                  </a:lnTo>
                  <a:lnTo>
                    <a:pt x="810543" y="440840"/>
                  </a:lnTo>
                  <a:lnTo>
                    <a:pt x="813006" y="440903"/>
                  </a:lnTo>
                  <a:lnTo>
                    <a:pt x="815470" y="440962"/>
                  </a:lnTo>
                  <a:lnTo>
                    <a:pt x="817934" y="441016"/>
                  </a:lnTo>
                  <a:lnTo>
                    <a:pt x="820397" y="441063"/>
                  </a:lnTo>
                  <a:lnTo>
                    <a:pt x="822861" y="441103"/>
                  </a:lnTo>
                  <a:lnTo>
                    <a:pt x="825325" y="441135"/>
                  </a:lnTo>
                  <a:lnTo>
                    <a:pt x="827788" y="441158"/>
                  </a:lnTo>
                  <a:lnTo>
                    <a:pt x="830252" y="441171"/>
                  </a:lnTo>
                  <a:lnTo>
                    <a:pt x="832716" y="441176"/>
                  </a:lnTo>
                  <a:lnTo>
                    <a:pt x="835179" y="441171"/>
                  </a:lnTo>
                  <a:lnTo>
                    <a:pt x="837643" y="441157"/>
                  </a:lnTo>
                  <a:lnTo>
                    <a:pt x="840107" y="441134"/>
                  </a:lnTo>
                  <a:lnTo>
                    <a:pt x="842570" y="441103"/>
                  </a:lnTo>
                  <a:lnTo>
                    <a:pt x="845034" y="441064"/>
                  </a:lnTo>
                  <a:lnTo>
                    <a:pt x="847498" y="441018"/>
                  </a:lnTo>
                  <a:lnTo>
                    <a:pt x="849961" y="440964"/>
                  </a:lnTo>
                  <a:lnTo>
                    <a:pt x="852425" y="440904"/>
                  </a:lnTo>
                  <a:lnTo>
                    <a:pt x="854889" y="440841"/>
                  </a:lnTo>
                  <a:lnTo>
                    <a:pt x="857352" y="440774"/>
                  </a:lnTo>
                  <a:lnTo>
                    <a:pt x="859816" y="440707"/>
                  </a:lnTo>
                  <a:lnTo>
                    <a:pt x="862280" y="440640"/>
                  </a:lnTo>
                  <a:lnTo>
                    <a:pt x="864743" y="440576"/>
                  </a:lnTo>
                  <a:lnTo>
                    <a:pt x="867207" y="440516"/>
                  </a:lnTo>
                  <a:lnTo>
                    <a:pt x="869671" y="440464"/>
                  </a:lnTo>
                  <a:lnTo>
                    <a:pt x="872134" y="440420"/>
                  </a:lnTo>
                  <a:lnTo>
                    <a:pt x="874598" y="440387"/>
                  </a:lnTo>
                  <a:lnTo>
                    <a:pt x="877062" y="440364"/>
                  </a:lnTo>
                  <a:lnTo>
                    <a:pt x="879525" y="440354"/>
                  </a:lnTo>
                  <a:lnTo>
                    <a:pt x="881989" y="440356"/>
                  </a:lnTo>
                  <a:lnTo>
                    <a:pt x="884453" y="440369"/>
                  </a:lnTo>
                  <a:lnTo>
                    <a:pt x="886916" y="440395"/>
                  </a:lnTo>
                  <a:lnTo>
                    <a:pt x="889380" y="440433"/>
                  </a:lnTo>
                  <a:lnTo>
                    <a:pt x="891844" y="440481"/>
                  </a:lnTo>
                  <a:lnTo>
                    <a:pt x="894307" y="440536"/>
                  </a:lnTo>
                  <a:lnTo>
                    <a:pt x="896771" y="440598"/>
                  </a:lnTo>
                  <a:lnTo>
                    <a:pt x="899235" y="440664"/>
                  </a:lnTo>
                  <a:lnTo>
                    <a:pt x="901698" y="440732"/>
                  </a:lnTo>
                  <a:lnTo>
                    <a:pt x="904162" y="440801"/>
                  </a:lnTo>
                  <a:lnTo>
                    <a:pt x="906625" y="440870"/>
                  </a:lnTo>
                  <a:lnTo>
                    <a:pt x="909089" y="440936"/>
                  </a:lnTo>
                  <a:lnTo>
                    <a:pt x="911553" y="440998"/>
                  </a:lnTo>
                  <a:lnTo>
                    <a:pt x="914016" y="441055"/>
                  </a:lnTo>
                  <a:lnTo>
                    <a:pt x="916480" y="441108"/>
                  </a:lnTo>
                  <a:lnTo>
                    <a:pt x="918944" y="441154"/>
                  </a:lnTo>
                  <a:lnTo>
                    <a:pt x="921407" y="441196"/>
                  </a:lnTo>
                  <a:lnTo>
                    <a:pt x="923871" y="441232"/>
                  </a:lnTo>
                  <a:lnTo>
                    <a:pt x="926335" y="441262"/>
                  </a:lnTo>
                  <a:lnTo>
                    <a:pt x="928798" y="441288"/>
                  </a:lnTo>
                  <a:lnTo>
                    <a:pt x="931262" y="441308"/>
                  </a:lnTo>
                  <a:lnTo>
                    <a:pt x="933726" y="441324"/>
                  </a:lnTo>
                  <a:lnTo>
                    <a:pt x="936189" y="441336"/>
                  </a:lnTo>
                  <a:lnTo>
                    <a:pt x="938653" y="441345"/>
                  </a:lnTo>
                  <a:lnTo>
                    <a:pt x="941117" y="441350"/>
                  </a:lnTo>
                  <a:lnTo>
                    <a:pt x="943580" y="441353"/>
                  </a:lnTo>
                  <a:lnTo>
                    <a:pt x="946044" y="441352"/>
                  </a:lnTo>
                  <a:lnTo>
                    <a:pt x="948508" y="441349"/>
                  </a:lnTo>
                  <a:lnTo>
                    <a:pt x="950971" y="441342"/>
                  </a:lnTo>
                  <a:lnTo>
                    <a:pt x="953435" y="441331"/>
                  </a:lnTo>
                  <a:lnTo>
                    <a:pt x="955899" y="441317"/>
                  </a:lnTo>
                  <a:lnTo>
                    <a:pt x="958362" y="441300"/>
                  </a:lnTo>
                  <a:lnTo>
                    <a:pt x="960826" y="441277"/>
                  </a:lnTo>
                  <a:lnTo>
                    <a:pt x="963290" y="441250"/>
                  </a:lnTo>
                  <a:lnTo>
                    <a:pt x="965753" y="441218"/>
                  </a:lnTo>
                  <a:lnTo>
                    <a:pt x="968217" y="441180"/>
                  </a:lnTo>
                  <a:lnTo>
                    <a:pt x="970681" y="441136"/>
                  </a:lnTo>
                  <a:lnTo>
                    <a:pt x="973144" y="441087"/>
                  </a:lnTo>
                  <a:lnTo>
                    <a:pt x="975608" y="441032"/>
                  </a:lnTo>
                  <a:lnTo>
                    <a:pt x="978072" y="440972"/>
                  </a:lnTo>
                  <a:lnTo>
                    <a:pt x="980535" y="440909"/>
                  </a:lnTo>
                  <a:lnTo>
                    <a:pt x="982999" y="440842"/>
                  </a:lnTo>
                  <a:lnTo>
                    <a:pt x="985463" y="440773"/>
                  </a:lnTo>
                  <a:lnTo>
                    <a:pt x="987926" y="440703"/>
                  </a:lnTo>
                  <a:lnTo>
                    <a:pt x="990390" y="440636"/>
                  </a:lnTo>
                  <a:lnTo>
                    <a:pt x="992853" y="440571"/>
                  </a:lnTo>
                  <a:lnTo>
                    <a:pt x="995317" y="440512"/>
                  </a:lnTo>
                  <a:lnTo>
                    <a:pt x="997781" y="440460"/>
                  </a:lnTo>
                  <a:lnTo>
                    <a:pt x="1000244" y="440417"/>
                  </a:lnTo>
                  <a:lnTo>
                    <a:pt x="1002708" y="440384"/>
                  </a:lnTo>
                  <a:lnTo>
                    <a:pt x="1005172" y="440361"/>
                  </a:lnTo>
                  <a:lnTo>
                    <a:pt x="1007635" y="440351"/>
                  </a:lnTo>
                  <a:lnTo>
                    <a:pt x="1010099" y="440355"/>
                  </a:lnTo>
                  <a:lnTo>
                    <a:pt x="1012563" y="440372"/>
                  </a:lnTo>
                  <a:lnTo>
                    <a:pt x="1015026" y="440400"/>
                  </a:lnTo>
                  <a:lnTo>
                    <a:pt x="1017490" y="440438"/>
                  </a:lnTo>
                  <a:lnTo>
                    <a:pt x="1019954" y="440486"/>
                  </a:lnTo>
                  <a:lnTo>
                    <a:pt x="1022417" y="440542"/>
                  </a:lnTo>
                  <a:lnTo>
                    <a:pt x="1024881" y="440604"/>
                  </a:lnTo>
                  <a:lnTo>
                    <a:pt x="1027345" y="440670"/>
                  </a:lnTo>
                  <a:lnTo>
                    <a:pt x="1029808" y="440739"/>
                  </a:lnTo>
                  <a:lnTo>
                    <a:pt x="1032272" y="440808"/>
                  </a:lnTo>
                  <a:lnTo>
                    <a:pt x="1034736" y="440876"/>
                  </a:lnTo>
                  <a:lnTo>
                    <a:pt x="1037199" y="440942"/>
                  </a:lnTo>
                  <a:lnTo>
                    <a:pt x="1039663" y="441004"/>
                  </a:lnTo>
                  <a:lnTo>
                    <a:pt x="1042127" y="441061"/>
                  </a:lnTo>
                  <a:lnTo>
                    <a:pt x="1044590" y="441113"/>
                  </a:lnTo>
                  <a:lnTo>
                    <a:pt x="1047054" y="441160"/>
                  </a:lnTo>
                  <a:lnTo>
                    <a:pt x="1049518" y="441201"/>
                  </a:lnTo>
                  <a:lnTo>
                    <a:pt x="1051981" y="441236"/>
                  </a:lnTo>
                  <a:lnTo>
                    <a:pt x="1054445" y="441266"/>
                  </a:lnTo>
                  <a:lnTo>
                    <a:pt x="1056909" y="441291"/>
                  </a:lnTo>
                  <a:lnTo>
                    <a:pt x="1059372" y="441312"/>
                  </a:lnTo>
                  <a:lnTo>
                    <a:pt x="1061836" y="441329"/>
                  </a:lnTo>
                  <a:lnTo>
                    <a:pt x="1064300" y="441343"/>
                  </a:lnTo>
                  <a:lnTo>
                    <a:pt x="1066763" y="441354"/>
                  </a:lnTo>
                  <a:lnTo>
                    <a:pt x="1069227" y="441362"/>
                  </a:lnTo>
                  <a:lnTo>
                    <a:pt x="1071691" y="441369"/>
                  </a:lnTo>
                  <a:lnTo>
                    <a:pt x="1074154" y="441374"/>
                  </a:lnTo>
                  <a:lnTo>
                    <a:pt x="1076618" y="441377"/>
                  </a:lnTo>
                  <a:lnTo>
                    <a:pt x="1079082" y="441380"/>
                  </a:lnTo>
                  <a:lnTo>
                    <a:pt x="1081545" y="441382"/>
                  </a:lnTo>
                  <a:lnTo>
                    <a:pt x="1084009" y="441384"/>
                  </a:lnTo>
                  <a:lnTo>
                    <a:pt x="1086472" y="441385"/>
                  </a:lnTo>
                  <a:lnTo>
                    <a:pt x="1088936" y="441385"/>
                  </a:lnTo>
                  <a:lnTo>
                    <a:pt x="1091400" y="441386"/>
                  </a:lnTo>
                  <a:lnTo>
                    <a:pt x="1093863" y="441386"/>
                  </a:lnTo>
                  <a:lnTo>
                    <a:pt x="1096327" y="441386"/>
                  </a:lnTo>
                  <a:lnTo>
                    <a:pt x="1098791" y="441387"/>
                  </a:lnTo>
                  <a:lnTo>
                    <a:pt x="1101254" y="441387"/>
                  </a:lnTo>
                  <a:lnTo>
                    <a:pt x="1103718" y="441387"/>
                  </a:lnTo>
                  <a:lnTo>
                    <a:pt x="1106182" y="441387"/>
                  </a:lnTo>
                  <a:lnTo>
                    <a:pt x="1108645" y="441387"/>
                  </a:lnTo>
                  <a:lnTo>
                    <a:pt x="1111109" y="441387"/>
                  </a:lnTo>
                  <a:lnTo>
                    <a:pt x="1113573" y="441387"/>
                  </a:lnTo>
                  <a:lnTo>
                    <a:pt x="1116036" y="441387"/>
                  </a:lnTo>
                  <a:lnTo>
                    <a:pt x="1118500" y="441387"/>
                  </a:lnTo>
                  <a:lnTo>
                    <a:pt x="1120964" y="441387"/>
                  </a:lnTo>
                  <a:lnTo>
                    <a:pt x="1123427" y="441387"/>
                  </a:lnTo>
                  <a:lnTo>
                    <a:pt x="1125891" y="441387"/>
                  </a:lnTo>
                  <a:lnTo>
                    <a:pt x="1128355" y="441387"/>
                  </a:lnTo>
                  <a:lnTo>
                    <a:pt x="1130818" y="441387"/>
                  </a:lnTo>
                  <a:lnTo>
                    <a:pt x="1133282" y="441387"/>
                  </a:lnTo>
                  <a:lnTo>
                    <a:pt x="1135746" y="441387"/>
                  </a:lnTo>
                  <a:lnTo>
                    <a:pt x="1138209" y="441387"/>
                  </a:lnTo>
                  <a:lnTo>
                    <a:pt x="1140673" y="441387"/>
                  </a:lnTo>
                  <a:lnTo>
                    <a:pt x="1143137" y="441387"/>
                  </a:lnTo>
                  <a:lnTo>
                    <a:pt x="1145600" y="441387"/>
                  </a:lnTo>
                  <a:lnTo>
                    <a:pt x="1148064" y="441387"/>
                  </a:lnTo>
                  <a:lnTo>
                    <a:pt x="1150528" y="441387"/>
                  </a:lnTo>
                  <a:lnTo>
                    <a:pt x="1152991" y="441387"/>
                  </a:lnTo>
                  <a:lnTo>
                    <a:pt x="1155455" y="441387"/>
                  </a:lnTo>
                  <a:lnTo>
                    <a:pt x="1157919" y="441387"/>
                  </a:lnTo>
                  <a:lnTo>
                    <a:pt x="1160382" y="441387"/>
                  </a:lnTo>
                  <a:lnTo>
                    <a:pt x="1162846" y="441387"/>
                  </a:lnTo>
                  <a:lnTo>
                    <a:pt x="1165310" y="441387"/>
                  </a:lnTo>
                  <a:lnTo>
                    <a:pt x="1167773" y="441387"/>
                  </a:lnTo>
                  <a:lnTo>
                    <a:pt x="1170237" y="441387"/>
                  </a:lnTo>
                  <a:lnTo>
                    <a:pt x="1172701" y="441387"/>
                  </a:lnTo>
                  <a:lnTo>
                    <a:pt x="1175164" y="441387"/>
                  </a:lnTo>
                  <a:lnTo>
                    <a:pt x="1177628" y="441387"/>
                  </a:lnTo>
                  <a:lnTo>
                    <a:pt x="1180091" y="441387"/>
                  </a:lnTo>
                  <a:lnTo>
                    <a:pt x="1182555" y="441387"/>
                  </a:lnTo>
                  <a:lnTo>
                    <a:pt x="1185019" y="441387"/>
                  </a:lnTo>
                  <a:lnTo>
                    <a:pt x="1187482" y="441387"/>
                  </a:lnTo>
                  <a:lnTo>
                    <a:pt x="1189946" y="441387"/>
                  </a:lnTo>
                  <a:lnTo>
                    <a:pt x="1192410" y="441387"/>
                  </a:lnTo>
                  <a:lnTo>
                    <a:pt x="1194873" y="441387"/>
                  </a:lnTo>
                  <a:lnTo>
                    <a:pt x="1197337" y="441387"/>
                  </a:lnTo>
                  <a:lnTo>
                    <a:pt x="1199801" y="441387"/>
                  </a:lnTo>
                  <a:lnTo>
                    <a:pt x="1202264" y="441387"/>
                  </a:lnTo>
                  <a:lnTo>
                    <a:pt x="1204728" y="441387"/>
                  </a:lnTo>
                  <a:lnTo>
                    <a:pt x="1207192" y="441387"/>
                  </a:lnTo>
                  <a:lnTo>
                    <a:pt x="1209655" y="441387"/>
                  </a:lnTo>
                  <a:lnTo>
                    <a:pt x="1212119" y="441387"/>
                  </a:lnTo>
                  <a:lnTo>
                    <a:pt x="1214583" y="441387"/>
                  </a:lnTo>
                  <a:lnTo>
                    <a:pt x="1217046" y="441387"/>
                  </a:lnTo>
                  <a:lnTo>
                    <a:pt x="1219510" y="441387"/>
                  </a:lnTo>
                  <a:lnTo>
                    <a:pt x="1221974" y="441387"/>
                  </a:lnTo>
                  <a:lnTo>
                    <a:pt x="1224437" y="441387"/>
                  </a:lnTo>
                  <a:lnTo>
                    <a:pt x="1226901" y="441387"/>
                  </a:lnTo>
                  <a:lnTo>
                    <a:pt x="1229365" y="441387"/>
                  </a:lnTo>
                  <a:lnTo>
                    <a:pt x="1231828" y="441387"/>
                  </a:lnTo>
                  <a:lnTo>
                    <a:pt x="1234292" y="441387"/>
                  </a:lnTo>
                  <a:lnTo>
                    <a:pt x="1236756" y="441387"/>
                  </a:lnTo>
                  <a:lnTo>
                    <a:pt x="1239219" y="441387"/>
                  </a:lnTo>
                  <a:lnTo>
                    <a:pt x="1241683" y="441387"/>
                  </a:lnTo>
                  <a:lnTo>
                    <a:pt x="1244147" y="441387"/>
                  </a:lnTo>
                  <a:lnTo>
                    <a:pt x="1246610" y="441387"/>
                  </a:lnTo>
                  <a:lnTo>
                    <a:pt x="1249074" y="441387"/>
                  </a:lnTo>
                  <a:lnTo>
                    <a:pt x="1251538" y="441387"/>
                  </a:lnTo>
                  <a:lnTo>
                    <a:pt x="1254001" y="441387"/>
                  </a:lnTo>
                  <a:lnTo>
                    <a:pt x="1256465" y="441387"/>
                  </a:lnTo>
                  <a:lnTo>
                    <a:pt x="1258929" y="441387"/>
                  </a:lnTo>
                  <a:lnTo>
                    <a:pt x="1256465" y="441387"/>
                  </a:lnTo>
                  <a:lnTo>
                    <a:pt x="1254001" y="441387"/>
                  </a:lnTo>
                  <a:lnTo>
                    <a:pt x="1251538" y="441387"/>
                  </a:lnTo>
                  <a:lnTo>
                    <a:pt x="1249074" y="441387"/>
                  </a:lnTo>
                  <a:lnTo>
                    <a:pt x="1246610" y="441387"/>
                  </a:lnTo>
                  <a:lnTo>
                    <a:pt x="1244147" y="441387"/>
                  </a:lnTo>
                  <a:lnTo>
                    <a:pt x="1241683" y="441387"/>
                  </a:lnTo>
                  <a:lnTo>
                    <a:pt x="1239219" y="441387"/>
                  </a:lnTo>
                  <a:lnTo>
                    <a:pt x="1236756" y="441387"/>
                  </a:lnTo>
                  <a:lnTo>
                    <a:pt x="1234292" y="441387"/>
                  </a:lnTo>
                  <a:lnTo>
                    <a:pt x="1231828" y="441387"/>
                  </a:lnTo>
                  <a:lnTo>
                    <a:pt x="1229365" y="441387"/>
                  </a:lnTo>
                  <a:lnTo>
                    <a:pt x="1226901" y="441387"/>
                  </a:lnTo>
                  <a:lnTo>
                    <a:pt x="1224437" y="441387"/>
                  </a:lnTo>
                  <a:lnTo>
                    <a:pt x="1221974" y="441387"/>
                  </a:lnTo>
                  <a:lnTo>
                    <a:pt x="1219510" y="441387"/>
                  </a:lnTo>
                  <a:lnTo>
                    <a:pt x="1217046" y="441387"/>
                  </a:lnTo>
                  <a:lnTo>
                    <a:pt x="1214583" y="441387"/>
                  </a:lnTo>
                  <a:lnTo>
                    <a:pt x="1212119" y="441387"/>
                  </a:lnTo>
                  <a:lnTo>
                    <a:pt x="1209655" y="441387"/>
                  </a:lnTo>
                  <a:lnTo>
                    <a:pt x="1207192" y="441387"/>
                  </a:lnTo>
                  <a:lnTo>
                    <a:pt x="1204728" y="441387"/>
                  </a:lnTo>
                  <a:lnTo>
                    <a:pt x="1202264" y="441387"/>
                  </a:lnTo>
                  <a:lnTo>
                    <a:pt x="1199801" y="441387"/>
                  </a:lnTo>
                  <a:lnTo>
                    <a:pt x="1197337" y="441387"/>
                  </a:lnTo>
                  <a:lnTo>
                    <a:pt x="1194873" y="441387"/>
                  </a:lnTo>
                  <a:lnTo>
                    <a:pt x="1192410" y="441387"/>
                  </a:lnTo>
                  <a:lnTo>
                    <a:pt x="1189946" y="441387"/>
                  </a:lnTo>
                  <a:lnTo>
                    <a:pt x="1187482" y="441387"/>
                  </a:lnTo>
                  <a:lnTo>
                    <a:pt x="1185019" y="441387"/>
                  </a:lnTo>
                  <a:lnTo>
                    <a:pt x="1182555" y="441387"/>
                  </a:lnTo>
                  <a:lnTo>
                    <a:pt x="1180091" y="441387"/>
                  </a:lnTo>
                  <a:lnTo>
                    <a:pt x="1177628" y="441387"/>
                  </a:lnTo>
                  <a:lnTo>
                    <a:pt x="1175164" y="441387"/>
                  </a:lnTo>
                  <a:lnTo>
                    <a:pt x="1172701" y="441387"/>
                  </a:lnTo>
                  <a:lnTo>
                    <a:pt x="1170237" y="441387"/>
                  </a:lnTo>
                  <a:lnTo>
                    <a:pt x="1167773" y="441387"/>
                  </a:lnTo>
                  <a:lnTo>
                    <a:pt x="1165310" y="441387"/>
                  </a:lnTo>
                  <a:lnTo>
                    <a:pt x="1162846" y="441387"/>
                  </a:lnTo>
                  <a:lnTo>
                    <a:pt x="1160382" y="441387"/>
                  </a:lnTo>
                  <a:lnTo>
                    <a:pt x="1157919" y="441387"/>
                  </a:lnTo>
                  <a:lnTo>
                    <a:pt x="1155455" y="441387"/>
                  </a:lnTo>
                  <a:lnTo>
                    <a:pt x="1152991" y="441387"/>
                  </a:lnTo>
                  <a:lnTo>
                    <a:pt x="1150528" y="441387"/>
                  </a:lnTo>
                  <a:lnTo>
                    <a:pt x="1148064" y="441387"/>
                  </a:lnTo>
                  <a:lnTo>
                    <a:pt x="1145600" y="441387"/>
                  </a:lnTo>
                  <a:lnTo>
                    <a:pt x="1143137" y="441387"/>
                  </a:lnTo>
                  <a:lnTo>
                    <a:pt x="1140673" y="441387"/>
                  </a:lnTo>
                  <a:lnTo>
                    <a:pt x="1138209" y="441387"/>
                  </a:lnTo>
                  <a:lnTo>
                    <a:pt x="1135746" y="441387"/>
                  </a:lnTo>
                  <a:lnTo>
                    <a:pt x="1133282" y="441387"/>
                  </a:lnTo>
                  <a:lnTo>
                    <a:pt x="1130818" y="441387"/>
                  </a:lnTo>
                  <a:lnTo>
                    <a:pt x="1128355" y="441387"/>
                  </a:lnTo>
                  <a:lnTo>
                    <a:pt x="1125891" y="441387"/>
                  </a:lnTo>
                  <a:lnTo>
                    <a:pt x="1123427" y="441387"/>
                  </a:lnTo>
                  <a:lnTo>
                    <a:pt x="1120964" y="441387"/>
                  </a:lnTo>
                  <a:lnTo>
                    <a:pt x="1118500" y="441387"/>
                  </a:lnTo>
                  <a:lnTo>
                    <a:pt x="1116036" y="441387"/>
                  </a:lnTo>
                  <a:lnTo>
                    <a:pt x="1113573" y="441387"/>
                  </a:lnTo>
                  <a:lnTo>
                    <a:pt x="1111109" y="441387"/>
                  </a:lnTo>
                  <a:lnTo>
                    <a:pt x="1108645" y="441387"/>
                  </a:lnTo>
                  <a:lnTo>
                    <a:pt x="1106182" y="441387"/>
                  </a:lnTo>
                  <a:lnTo>
                    <a:pt x="1103718" y="441387"/>
                  </a:lnTo>
                  <a:lnTo>
                    <a:pt x="1101254" y="441387"/>
                  </a:lnTo>
                  <a:lnTo>
                    <a:pt x="1098791" y="441387"/>
                  </a:lnTo>
                  <a:lnTo>
                    <a:pt x="1096327" y="441387"/>
                  </a:lnTo>
                  <a:lnTo>
                    <a:pt x="1093863" y="441387"/>
                  </a:lnTo>
                  <a:lnTo>
                    <a:pt x="1091400" y="441387"/>
                  </a:lnTo>
                  <a:lnTo>
                    <a:pt x="1088936" y="441387"/>
                  </a:lnTo>
                  <a:lnTo>
                    <a:pt x="1086472" y="441387"/>
                  </a:lnTo>
                  <a:lnTo>
                    <a:pt x="1084009" y="441387"/>
                  </a:lnTo>
                  <a:lnTo>
                    <a:pt x="1081545" y="441387"/>
                  </a:lnTo>
                  <a:lnTo>
                    <a:pt x="1079082" y="441387"/>
                  </a:lnTo>
                  <a:lnTo>
                    <a:pt x="1076618" y="441387"/>
                  </a:lnTo>
                  <a:lnTo>
                    <a:pt x="1074154" y="441387"/>
                  </a:lnTo>
                  <a:lnTo>
                    <a:pt x="1071691" y="441387"/>
                  </a:lnTo>
                  <a:lnTo>
                    <a:pt x="1069227" y="441387"/>
                  </a:lnTo>
                  <a:lnTo>
                    <a:pt x="1066763" y="441387"/>
                  </a:lnTo>
                  <a:lnTo>
                    <a:pt x="1064300" y="441387"/>
                  </a:lnTo>
                  <a:lnTo>
                    <a:pt x="1061836" y="441387"/>
                  </a:lnTo>
                  <a:lnTo>
                    <a:pt x="1059372" y="441387"/>
                  </a:lnTo>
                  <a:lnTo>
                    <a:pt x="1056909" y="441387"/>
                  </a:lnTo>
                  <a:lnTo>
                    <a:pt x="1054445" y="441387"/>
                  </a:lnTo>
                  <a:lnTo>
                    <a:pt x="1051981" y="441387"/>
                  </a:lnTo>
                  <a:lnTo>
                    <a:pt x="1049518" y="441387"/>
                  </a:lnTo>
                  <a:lnTo>
                    <a:pt x="1047054" y="441387"/>
                  </a:lnTo>
                  <a:lnTo>
                    <a:pt x="1044590" y="441387"/>
                  </a:lnTo>
                  <a:lnTo>
                    <a:pt x="1042127" y="441387"/>
                  </a:lnTo>
                  <a:lnTo>
                    <a:pt x="1039663" y="441387"/>
                  </a:lnTo>
                  <a:lnTo>
                    <a:pt x="1037199" y="441387"/>
                  </a:lnTo>
                  <a:lnTo>
                    <a:pt x="1034736" y="441387"/>
                  </a:lnTo>
                  <a:lnTo>
                    <a:pt x="1032272" y="441387"/>
                  </a:lnTo>
                  <a:lnTo>
                    <a:pt x="1029808" y="441387"/>
                  </a:lnTo>
                  <a:lnTo>
                    <a:pt x="1027345" y="441387"/>
                  </a:lnTo>
                  <a:lnTo>
                    <a:pt x="1024881" y="441387"/>
                  </a:lnTo>
                  <a:lnTo>
                    <a:pt x="1022417" y="441387"/>
                  </a:lnTo>
                  <a:lnTo>
                    <a:pt x="1019954" y="441387"/>
                  </a:lnTo>
                  <a:lnTo>
                    <a:pt x="1017490" y="441387"/>
                  </a:lnTo>
                  <a:lnTo>
                    <a:pt x="1015026" y="441387"/>
                  </a:lnTo>
                  <a:lnTo>
                    <a:pt x="1012563" y="441387"/>
                  </a:lnTo>
                  <a:lnTo>
                    <a:pt x="1010099" y="441387"/>
                  </a:lnTo>
                  <a:lnTo>
                    <a:pt x="1007635" y="441387"/>
                  </a:lnTo>
                  <a:lnTo>
                    <a:pt x="1005172" y="441387"/>
                  </a:lnTo>
                  <a:lnTo>
                    <a:pt x="1002708" y="441387"/>
                  </a:lnTo>
                  <a:lnTo>
                    <a:pt x="1000244" y="441387"/>
                  </a:lnTo>
                  <a:lnTo>
                    <a:pt x="997781" y="441387"/>
                  </a:lnTo>
                  <a:lnTo>
                    <a:pt x="995317" y="441387"/>
                  </a:lnTo>
                  <a:lnTo>
                    <a:pt x="992853" y="441387"/>
                  </a:lnTo>
                  <a:lnTo>
                    <a:pt x="990390" y="441387"/>
                  </a:lnTo>
                  <a:lnTo>
                    <a:pt x="987926" y="441387"/>
                  </a:lnTo>
                  <a:lnTo>
                    <a:pt x="985463" y="441387"/>
                  </a:lnTo>
                  <a:lnTo>
                    <a:pt x="982999" y="441387"/>
                  </a:lnTo>
                  <a:lnTo>
                    <a:pt x="980535" y="441387"/>
                  </a:lnTo>
                  <a:lnTo>
                    <a:pt x="978072" y="441387"/>
                  </a:lnTo>
                  <a:lnTo>
                    <a:pt x="975608" y="441387"/>
                  </a:lnTo>
                  <a:lnTo>
                    <a:pt x="973144" y="441387"/>
                  </a:lnTo>
                  <a:lnTo>
                    <a:pt x="970681" y="441387"/>
                  </a:lnTo>
                  <a:lnTo>
                    <a:pt x="968217" y="441387"/>
                  </a:lnTo>
                  <a:lnTo>
                    <a:pt x="965753" y="441387"/>
                  </a:lnTo>
                  <a:lnTo>
                    <a:pt x="963290" y="441387"/>
                  </a:lnTo>
                  <a:lnTo>
                    <a:pt x="960826" y="441387"/>
                  </a:lnTo>
                  <a:lnTo>
                    <a:pt x="958362" y="441387"/>
                  </a:lnTo>
                  <a:lnTo>
                    <a:pt x="955899" y="441387"/>
                  </a:lnTo>
                  <a:lnTo>
                    <a:pt x="953435" y="441387"/>
                  </a:lnTo>
                  <a:lnTo>
                    <a:pt x="950971" y="441387"/>
                  </a:lnTo>
                  <a:lnTo>
                    <a:pt x="948508" y="441387"/>
                  </a:lnTo>
                  <a:lnTo>
                    <a:pt x="946044" y="441387"/>
                  </a:lnTo>
                  <a:lnTo>
                    <a:pt x="943580" y="441387"/>
                  </a:lnTo>
                  <a:lnTo>
                    <a:pt x="941117" y="441387"/>
                  </a:lnTo>
                  <a:lnTo>
                    <a:pt x="938653" y="441387"/>
                  </a:lnTo>
                  <a:lnTo>
                    <a:pt x="936189" y="441387"/>
                  </a:lnTo>
                  <a:lnTo>
                    <a:pt x="933726" y="441387"/>
                  </a:lnTo>
                  <a:lnTo>
                    <a:pt x="931262" y="441387"/>
                  </a:lnTo>
                  <a:lnTo>
                    <a:pt x="928798" y="441387"/>
                  </a:lnTo>
                  <a:lnTo>
                    <a:pt x="926335" y="441387"/>
                  </a:lnTo>
                  <a:lnTo>
                    <a:pt x="923871" y="441387"/>
                  </a:lnTo>
                  <a:lnTo>
                    <a:pt x="921407" y="441387"/>
                  </a:lnTo>
                  <a:lnTo>
                    <a:pt x="918944" y="441387"/>
                  </a:lnTo>
                  <a:lnTo>
                    <a:pt x="916480" y="441387"/>
                  </a:lnTo>
                  <a:lnTo>
                    <a:pt x="914016" y="441387"/>
                  </a:lnTo>
                  <a:lnTo>
                    <a:pt x="911553" y="441387"/>
                  </a:lnTo>
                  <a:lnTo>
                    <a:pt x="909089" y="441387"/>
                  </a:lnTo>
                  <a:lnTo>
                    <a:pt x="906625" y="441387"/>
                  </a:lnTo>
                  <a:lnTo>
                    <a:pt x="904162" y="441387"/>
                  </a:lnTo>
                  <a:lnTo>
                    <a:pt x="901698" y="441387"/>
                  </a:lnTo>
                  <a:lnTo>
                    <a:pt x="899235" y="441387"/>
                  </a:lnTo>
                  <a:lnTo>
                    <a:pt x="896771" y="441387"/>
                  </a:lnTo>
                  <a:lnTo>
                    <a:pt x="894307" y="441387"/>
                  </a:lnTo>
                  <a:lnTo>
                    <a:pt x="891844" y="441387"/>
                  </a:lnTo>
                  <a:lnTo>
                    <a:pt x="889380" y="441387"/>
                  </a:lnTo>
                  <a:lnTo>
                    <a:pt x="886916" y="441387"/>
                  </a:lnTo>
                  <a:lnTo>
                    <a:pt x="884453" y="441387"/>
                  </a:lnTo>
                  <a:lnTo>
                    <a:pt x="881989" y="441387"/>
                  </a:lnTo>
                  <a:lnTo>
                    <a:pt x="879525" y="441387"/>
                  </a:lnTo>
                  <a:lnTo>
                    <a:pt x="877062" y="441387"/>
                  </a:lnTo>
                  <a:lnTo>
                    <a:pt x="874598" y="441387"/>
                  </a:lnTo>
                  <a:lnTo>
                    <a:pt x="872134" y="441387"/>
                  </a:lnTo>
                  <a:lnTo>
                    <a:pt x="869671" y="441387"/>
                  </a:lnTo>
                  <a:lnTo>
                    <a:pt x="867207" y="441387"/>
                  </a:lnTo>
                  <a:lnTo>
                    <a:pt x="864743" y="441387"/>
                  </a:lnTo>
                  <a:lnTo>
                    <a:pt x="862280" y="441387"/>
                  </a:lnTo>
                  <a:lnTo>
                    <a:pt x="859816" y="441387"/>
                  </a:lnTo>
                  <a:lnTo>
                    <a:pt x="857352" y="441387"/>
                  </a:lnTo>
                  <a:lnTo>
                    <a:pt x="854889" y="441387"/>
                  </a:lnTo>
                  <a:lnTo>
                    <a:pt x="852425" y="441387"/>
                  </a:lnTo>
                  <a:lnTo>
                    <a:pt x="849961" y="441387"/>
                  </a:lnTo>
                  <a:lnTo>
                    <a:pt x="847498" y="441387"/>
                  </a:lnTo>
                  <a:lnTo>
                    <a:pt x="845034" y="441387"/>
                  </a:lnTo>
                  <a:lnTo>
                    <a:pt x="842570" y="441387"/>
                  </a:lnTo>
                  <a:lnTo>
                    <a:pt x="840107" y="441387"/>
                  </a:lnTo>
                  <a:lnTo>
                    <a:pt x="837643" y="441387"/>
                  </a:lnTo>
                  <a:lnTo>
                    <a:pt x="835179" y="441387"/>
                  </a:lnTo>
                  <a:lnTo>
                    <a:pt x="832716" y="441387"/>
                  </a:lnTo>
                  <a:lnTo>
                    <a:pt x="830252" y="441387"/>
                  </a:lnTo>
                  <a:lnTo>
                    <a:pt x="827788" y="441387"/>
                  </a:lnTo>
                  <a:lnTo>
                    <a:pt x="825325" y="441387"/>
                  </a:lnTo>
                  <a:lnTo>
                    <a:pt x="822861" y="441387"/>
                  </a:lnTo>
                  <a:lnTo>
                    <a:pt x="820397" y="441387"/>
                  </a:lnTo>
                  <a:lnTo>
                    <a:pt x="817934" y="441387"/>
                  </a:lnTo>
                  <a:lnTo>
                    <a:pt x="815470" y="441387"/>
                  </a:lnTo>
                  <a:lnTo>
                    <a:pt x="813006" y="441387"/>
                  </a:lnTo>
                  <a:lnTo>
                    <a:pt x="810543" y="441387"/>
                  </a:lnTo>
                  <a:lnTo>
                    <a:pt x="808079" y="441387"/>
                  </a:lnTo>
                  <a:lnTo>
                    <a:pt x="805616" y="441387"/>
                  </a:lnTo>
                  <a:lnTo>
                    <a:pt x="803152" y="441387"/>
                  </a:lnTo>
                  <a:lnTo>
                    <a:pt x="800688" y="441387"/>
                  </a:lnTo>
                  <a:lnTo>
                    <a:pt x="798225" y="441387"/>
                  </a:lnTo>
                  <a:lnTo>
                    <a:pt x="795761" y="441387"/>
                  </a:lnTo>
                  <a:lnTo>
                    <a:pt x="793297" y="441387"/>
                  </a:lnTo>
                  <a:lnTo>
                    <a:pt x="790834" y="441387"/>
                  </a:lnTo>
                  <a:lnTo>
                    <a:pt x="788370" y="441387"/>
                  </a:lnTo>
                  <a:lnTo>
                    <a:pt x="785906" y="441387"/>
                  </a:lnTo>
                  <a:lnTo>
                    <a:pt x="783443" y="441387"/>
                  </a:lnTo>
                  <a:lnTo>
                    <a:pt x="780979" y="441387"/>
                  </a:lnTo>
                  <a:lnTo>
                    <a:pt x="778515" y="441387"/>
                  </a:lnTo>
                  <a:lnTo>
                    <a:pt x="776052" y="441387"/>
                  </a:lnTo>
                  <a:lnTo>
                    <a:pt x="773588" y="441387"/>
                  </a:lnTo>
                  <a:lnTo>
                    <a:pt x="771124" y="441387"/>
                  </a:lnTo>
                  <a:lnTo>
                    <a:pt x="768661" y="441387"/>
                  </a:lnTo>
                  <a:lnTo>
                    <a:pt x="766197" y="441387"/>
                  </a:lnTo>
                  <a:lnTo>
                    <a:pt x="763733" y="441387"/>
                  </a:lnTo>
                  <a:lnTo>
                    <a:pt x="761270" y="441387"/>
                  </a:lnTo>
                  <a:lnTo>
                    <a:pt x="758806" y="441387"/>
                  </a:lnTo>
                  <a:lnTo>
                    <a:pt x="756342" y="441387"/>
                  </a:lnTo>
                  <a:lnTo>
                    <a:pt x="753879" y="441387"/>
                  </a:lnTo>
                  <a:lnTo>
                    <a:pt x="751415" y="441387"/>
                  </a:lnTo>
                  <a:lnTo>
                    <a:pt x="748951" y="441387"/>
                  </a:lnTo>
                  <a:lnTo>
                    <a:pt x="746488" y="441387"/>
                  </a:lnTo>
                  <a:lnTo>
                    <a:pt x="744024" y="441387"/>
                  </a:lnTo>
                  <a:lnTo>
                    <a:pt x="741560" y="441387"/>
                  </a:lnTo>
                  <a:lnTo>
                    <a:pt x="739097" y="441387"/>
                  </a:lnTo>
                  <a:lnTo>
                    <a:pt x="736633" y="441387"/>
                  </a:lnTo>
                  <a:lnTo>
                    <a:pt x="734169" y="441387"/>
                  </a:lnTo>
                  <a:lnTo>
                    <a:pt x="731706" y="441387"/>
                  </a:lnTo>
                  <a:lnTo>
                    <a:pt x="729242" y="441387"/>
                  </a:lnTo>
                  <a:lnTo>
                    <a:pt x="726778" y="441387"/>
                  </a:lnTo>
                  <a:lnTo>
                    <a:pt x="724315" y="441387"/>
                  </a:lnTo>
                  <a:lnTo>
                    <a:pt x="721851" y="441387"/>
                  </a:lnTo>
                  <a:lnTo>
                    <a:pt x="719388" y="441387"/>
                  </a:lnTo>
                  <a:lnTo>
                    <a:pt x="716924" y="441387"/>
                  </a:lnTo>
                  <a:lnTo>
                    <a:pt x="714460" y="441387"/>
                  </a:lnTo>
                  <a:lnTo>
                    <a:pt x="711997" y="441387"/>
                  </a:lnTo>
                  <a:lnTo>
                    <a:pt x="709533" y="441387"/>
                  </a:lnTo>
                  <a:lnTo>
                    <a:pt x="707069" y="441387"/>
                  </a:lnTo>
                  <a:lnTo>
                    <a:pt x="704606" y="441387"/>
                  </a:lnTo>
                  <a:lnTo>
                    <a:pt x="702142" y="441387"/>
                  </a:lnTo>
                  <a:lnTo>
                    <a:pt x="699678" y="441387"/>
                  </a:lnTo>
                  <a:lnTo>
                    <a:pt x="697215" y="441387"/>
                  </a:lnTo>
                  <a:lnTo>
                    <a:pt x="694751" y="441387"/>
                  </a:lnTo>
                  <a:lnTo>
                    <a:pt x="692287" y="441387"/>
                  </a:lnTo>
                  <a:lnTo>
                    <a:pt x="689824" y="441387"/>
                  </a:lnTo>
                  <a:lnTo>
                    <a:pt x="687360" y="441387"/>
                  </a:lnTo>
                  <a:lnTo>
                    <a:pt x="684896" y="441387"/>
                  </a:lnTo>
                  <a:lnTo>
                    <a:pt x="682433" y="441387"/>
                  </a:lnTo>
                  <a:lnTo>
                    <a:pt x="679969" y="441387"/>
                  </a:lnTo>
                  <a:lnTo>
                    <a:pt x="677505" y="441387"/>
                  </a:lnTo>
                  <a:lnTo>
                    <a:pt x="675042" y="441387"/>
                  </a:lnTo>
                  <a:lnTo>
                    <a:pt x="672578" y="441387"/>
                  </a:lnTo>
                  <a:lnTo>
                    <a:pt x="670114" y="441387"/>
                  </a:lnTo>
                  <a:lnTo>
                    <a:pt x="667651" y="441387"/>
                  </a:lnTo>
                  <a:lnTo>
                    <a:pt x="665187" y="441387"/>
                  </a:lnTo>
                  <a:lnTo>
                    <a:pt x="662723" y="441387"/>
                  </a:lnTo>
                  <a:lnTo>
                    <a:pt x="660260" y="441387"/>
                  </a:lnTo>
                  <a:lnTo>
                    <a:pt x="657796" y="441387"/>
                  </a:lnTo>
                  <a:lnTo>
                    <a:pt x="655332" y="441387"/>
                  </a:lnTo>
                  <a:lnTo>
                    <a:pt x="652869" y="441387"/>
                  </a:lnTo>
                  <a:lnTo>
                    <a:pt x="650405" y="441387"/>
                  </a:lnTo>
                  <a:lnTo>
                    <a:pt x="647941" y="441387"/>
                  </a:lnTo>
                  <a:lnTo>
                    <a:pt x="645478" y="441387"/>
                  </a:lnTo>
                  <a:lnTo>
                    <a:pt x="643014" y="441387"/>
                  </a:lnTo>
                  <a:lnTo>
                    <a:pt x="640550" y="441387"/>
                  </a:lnTo>
                  <a:lnTo>
                    <a:pt x="638087" y="441387"/>
                  </a:lnTo>
                  <a:lnTo>
                    <a:pt x="635623" y="441387"/>
                  </a:lnTo>
                  <a:lnTo>
                    <a:pt x="633159" y="441387"/>
                  </a:lnTo>
                  <a:lnTo>
                    <a:pt x="630696" y="441387"/>
                  </a:lnTo>
                  <a:lnTo>
                    <a:pt x="628232" y="441387"/>
                  </a:lnTo>
                  <a:lnTo>
                    <a:pt x="625769" y="441387"/>
                  </a:lnTo>
                  <a:lnTo>
                    <a:pt x="623305" y="441387"/>
                  </a:lnTo>
                  <a:lnTo>
                    <a:pt x="620841" y="441387"/>
                  </a:lnTo>
                  <a:lnTo>
                    <a:pt x="618378" y="441387"/>
                  </a:lnTo>
                  <a:lnTo>
                    <a:pt x="615914" y="441387"/>
                  </a:lnTo>
                  <a:lnTo>
                    <a:pt x="613450" y="441387"/>
                  </a:lnTo>
                  <a:lnTo>
                    <a:pt x="610987" y="441387"/>
                  </a:lnTo>
                  <a:lnTo>
                    <a:pt x="608523" y="441387"/>
                  </a:lnTo>
                  <a:lnTo>
                    <a:pt x="606059" y="441387"/>
                  </a:lnTo>
                  <a:lnTo>
                    <a:pt x="603596" y="441387"/>
                  </a:lnTo>
                  <a:lnTo>
                    <a:pt x="601132" y="441387"/>
                  </a:lnTo>
                  <a:lnTo>
                    <a:pt x="598668" y="441387"/>
                  </a:lnTo>
                  <a:lnTo>
                    <a:pt x="596205" y="441387"/>
                  </a:lnTo>
                  <a:lnTo>
                    <a:pt x="593741" y="441387"/>
                  </a:lnTo>
                  <a:lnTo>
                    <a:pt x="591277" y="441387"/>
                  </a:lnTo>
                  <a:lnTo>
                    <a:pt x="588814" y="441387"/>
                  </a:lnTo>
                  <a:lnTo>
                    <a:pt x="586350" y="441387"/>
                  </a:lnTo>
                  <a:lnTo>
                    <a:pt x="583886" y="441387"/>
                  </a:lnTo>
                  <a:lnTo>
                    <a:pt x="581423" y="441387"/>
                  </a:lnTo>
                  <a:lnTo>
                    <a:pt x="578959" y="441387"/>
                  </a:lnTo>
                  <a:lnTo>
                    <a:pt x="576495" y="441387"/>
                  </a:lnTo>
                  <a:lnTo>
                    <a:pt x="574032" y="441387"/>
                  </a:lnTo>
                  <a:lnTo>
                    <a:pt x="571568" y="441387"/>
                  </a:lnTo>
                  <a:lnTo>
                    <a:pt x="569104" y="441387"/>
                  </a:lnTo>
                  <a:lnTo>
                    <a:pt x="566641" y="441387"/>
                  </a:lnTo>
                  <a:lnTo>
                    <a:pt x="564177" y="441387"/>
                  </a:lnTo>
                  <a:lnTo>
                    <a:pt x="561713" y="441387"/>
                  </a:lnTo>
                  <a:lnTo>
                    <a:pt x="559250" y="441387"/>
                  </a:lnTo>
                  <a:lnTo>
                    <a:pt x="556786" y="441387"/>
                  </a:lnTo>
                  <a:lnTo>
                    <a:pt x="554322" y="441387"/>
                  </a:lnTo>
                  <a:lnTo>
                    <a:pt x="551859" y="441387"/>
                  </a:lnTo>
                  <a:lnTo>
                    <a:pt x="549395" y="441387"/>
                  </a:lnTo>
                  <a:lnTo>
                    <a:pt x="546931" y="441387"/>
                  </a:lnTo>
                  <a:lnTo>
                    <a:pt x="544468" y="441387"/>
                  </a:lnTo>
                  <a:lnTo>
                    <a:pt x="542004" y="441387"/>
                  </a:lnTo>
                  <a:lnTo>
                    <a:pt x="539541" y="441387"/>
                  </a:lnTo>
                  <a:lnTo>
                    <a:pt x="537077" y="441387"/>
                  </a:lnTo>
                  <a:lnTo>
                    <a:pt x="534613" y="441387"/>
                  </a:lnTo>
                  <a:lnTo>
                    <a:pt x="532150" y="441387"/>
                  </a:lnTo>
                  <a:lnTo>
                    <a:pt x="529686" y="441387"/>
                  </a:lnTo>
                  <a:lnTo>
                    <a:pt x="527222" y="441387"/>
                  </a:lnTo>
                  <a:lnTo>
                    <a:pt x="524759" y="441387"/>
                  </a:lnTo>
                  <a:lnTo>
                    <a:pt x="522295" y="441387"/>
                  </a:lnTo>
                  <a:lnTo>
                    <a:pt x="519831" y="441387"/>
                  </a:lnTo>
                  <a:lnTo>
                    <a:pt x="517368" y="441387"/>
                  </a:lnTo>
                  <a:lnTo>
                    <a:pt x="514904" y="441387"/>
                  </a:lnTo>
                  <a:lnTo>
                    <a:pt x="512440" y="441387"/>
                  </a:lnTo>
                  <a:lnTo>
                    <a:pt x="509977" y="441387"/>
                  </a:lnTo>
                  <a:lnTo>
                    <a:pt x="507513" y="441387"/>
                  </a:lnTo>
                  <a:lnTo>
                    <a:pt x="505049" y="441387"/>
                  </a:lnTo>
                  <a:lnTo>
                    <a:pt x="502586" y="441387"/>
                  </a:lnTo>
                  <a:lnTo>
                    <a:pt x="500122" y="441387"/>
                  </a:lnTo>
                  <a:lnTo>
                    <a:pt x="497658" y="441387"/>
                  </a:lnTo>
                  <a:lnTo>
                    <a:pt x="495195" y="441387"/>
                  </a:lnTo>
                  <a:lnTo>
                    <a:pt x="492731" y="441387"/>
                  </a:lnTo>
                  <a:lnTo>
                    <a:pt x="490267" y="441387"/>
                  </a:lnTo>
                  <a:lnTo>
                    <a:pt x="487804" y="441387"/>
                  </a:lnTo>
                  <a:lnTo>
                    <a:pt x="485340" y="441387"/>
                  </a:lnTo>
                  <a:lnTo>
                    <a:pt x="482876" y="441387"/>
                  </a:lnTo>
                  <a:lnTo>
                    <a:pt x="480413" y="441387"/>
                  </a:lnTo>
                  <a:lnTo>
                    <a:pt x="477949" y="441387"/>
                  </a:lnTo>
                  <a:lnTo>
                    <a:pt x="475485" y="441387"/>
                  </a:lnTo>
                  <a:lnTo>
                    <a:pt x="473022" y="441387"/>
                  </a:lnTo>
                  <a:lnTo>
                    <a:pt x="470558" y="441387"/>
                  </a:lnTo>
                  <a:lnTo>
                    <a:pt x="468094" y="441387"/>
                  </a:lnTo>
                  <a:lnTo>
                    <a:pt x="465631" y="441387"/>
                  </a:lnTo>
                  <a:lnTo>
                    <a:pt x="463167" y="441387"/>
                  </a:lnTo>
                  <a:lnTo>
                    <a:pt x="460703" y="441387"/>
                  </a:lnTo>
                  <a:lnTo>
                    <a:pt x="458240" y="441387"/>
                  </a:lnTo>
                  <a:lnTo>
                    <a:pt x="455776" y="441387"/>
                  </a:lnTo>
                  <a:lnTo>
                    <a:pt x="453312" y="441387"/>
                  </a:lnTo>
                  <a:lnTo>
                    <a:pt x="450849" y="441387"/>
                  </a:lnTo>
                  <a:lnTo>
                    <a:pt x="448385" y="441387"/>
                  </a:lnTo>
                  <a:lnTo>
                    <a:pt x="445922" y="441387"/>
                  </a:lnTo>
                  <a:lnTo>
                    <a:pt x="443458" y="441387"/>
                  </a:lnTo>
                  <a:lnTo>
                    <a:pt x="440994" y="441387"/>
                  </a:lnTo>
                  <a:lnTo>
                    <a:pt x="438531" y="441387"/>
                  </a:lnTo>
                  <a:lnTo>
                    <a:pt x="436067" y="441387"/>
                  </a:lnTo>
                  <a:lnTo>
                    <a:pt x="433603" y="441387"/>
                  </a:lnTo>
                  <a:lnTo>
                    <a:pt x="431140" y="441387"/>
                  </a:lnTo>
                  <a:lnTo>
                    <a:pt x="428676" y="441387"/>
                  </a:lnTo>
                  <a:lnTo>
                    <a:pt x="426212" y="441387"/>
                  </a:lnTo>
                  <a:lnTo>
                    <a:pt x="423749" y="441387"/>
                  </a:lnTo>
                  <a:lnTo>
                    <a:pt x="421285" y="441387"/>
                  </a:lnTo>
                  <a:lnTo>
                    <a:pt x="418821" y="441387"/>
                  </a:lnTo>
                  <a:lnTo>
                    <a:pt x="416358" y="441387"/>
                  </a:lnTo>
                  <a:lnTo>
                    <a:pt x="413894" y="441387"/>
                  </a:lnTo>
                  <a:lnTo>
                    <a:pt x="411430" y="441387"/>
                  </a:lnTo>
                  <a:lnTo>
                    <a:pt x="408967" y="441387"/>
                  </a:lnTo>
                  <a:lnTo>
                    <a:pt x="406503" y="441387"/>
                  </a:lnTo>
                  <a:lnTo>
                    <a:pt x="404039" y="441387"/>
                  </a:lnTo>
                  <a:lnTo>
                    <a:pt x="401576" y="441387"/>
                  </a:lnTo>
                  <a:lnTo>
                    <a:pt x="399112" y="441387"/>
                  </a:lnTo>
                  <a:lnTo>
                    <a:pt x="396648" y="441387"/>
                  </a:lnTo>
                  <a:lnTo>
                    <a:pt x="394185" y="441387"/>
                  </a:lnTo>
                  <a:lnTo>
                    <a:pt x="391721" y="441387"/>
                  </a:lnTo>
                  <a:lnTo>
                    <a:pt x="389257" y="441387"/>
                  </a:lnTo>
                  <a:lnTo>
                    <a:pt x="386794" y="441387"/>
                  </a:lnTo>
                  <a:lnTo>
                    <a:pt x="384330" y="441387"/>
                  </a:lnTo>
                  <a:lnTo>
                    <a:pt x="381866" y="441387"/>
                  </a:lnTo>
                  <a:lnTo>
                    <a:pt x="379403" y="441387"/>
                  </a:lnTo>
                  <a:lnTo>
                    <a:pt x="376939" y="441387"/>
                  </a:lnTo>
                  <a:lnTo>
                    <a:pt x="374475" y="441387"/>
                  </a:lnTo>
                  <a:lnTo>
                    <a:pt x="372012" y="441387"/>
                  </a:lnTo>
                  <a:lnTo>
                    <a:pt x="369548" y="441387"/>
                  </a:lnTo>
                  <a:lnTo>
                    <a:pt x="367084" y="441387"/>
                  </a:lnTo>
                  <a:lnTo>
                    <a:pt x="364621" y="441387"/>
                  </a:lnTo>
                  <a:lnTo>
                    <a:pt x="362157" y="441387"/>
                  </a:lnTo>
                  <a:lnTo>
                    <a:pt x="359694" y="441387"/>
                  </a:lnTo>
                  <a:lnTo>
                    <a:pt x="357230" y="441387"/>
                  </a:lnTo>
                  <a:lnTo>
                    <a:pt x="354766" y="441387"/>
                  </a:lnTo>
                  <a:lnTo>
                    <a:pt x="352303" y="441387"/>
                  </a:lnTo>
                  <a:lnTo>
                    <a:pt x="349839" y="441387"/>
                  </a:lnTo>
                  <a:lnTo>
                    <a:pt x="347375" y="441387"/>
                  </a:lnTo>
                  <a:lnTo>
                    <a:pt x="344912" y="441387"/>
                  </a:lnTo>
                  <a:lnTo>
                    <a:pt x="342448" y="441387"/>
                  </a:lnTo>
                  <a:lnTo>
                    <a:pt x="339984" y="441387"/>
                  </a:lnTo>
                  <a:lnTo>
                    <a:pt x="337521" y="441387"/>
                  </a:lnTo>
                  <a:lnTo>
                    <a:pt x="335057" y="441387"/>
                  </a:lnTo>
                  <a:lnTo>
                    <a:pt x="332593" y="441387"/>
                  </a:lnTo>
                  <a:lnTo>
                    <a:pt x="330130" y="441387"/>
                  </a:lnTo>
                  <a:lnTo>
                    <a:pt x="327666" y="441387"/>
                  </a:lnTo>
                  <a:lnTo>
                    <a:pt x="325202" y="441387"/>
                  </a:lnTo>
                  <a:lnTo>
                    <a:pt x="322739" y="441387"/>
                  </a:lnTo>
                  <a:lnTo>
                    <a:pt x="320275" y="441387"/>
                  </a:lnTo>
                  <a:lnTo>
                    <a:pt x="317811" y="441387"/>
                  </a:lnTo>
                  <a:lnTo>
                    <a:pt x="315348" y="441387"/>
                  </a:lnTo>
                  <a:lnTo>
                    <a:pt x="312884" y="441387"/>
                  </a:lnTo>
                  <a:lnTo>
                    <a:pt x="310420" y="441387"/>
                  </a:lnTo>
                  <a:lnTo>
                    <a:pt x="307957" y="441387"/>
                  </a:lnTo>
                  <a:lnTo>
                    <a:pt x="305493" y="441387"/>
                  </a:lnTo>
                  <a:lnTo>
                    <a:pt x="303029" y="441387"/>
                  </a:lnTo>
                  <a:lnTo>
                    <a:pt x="300566" y="441387"/>
                  </a:lnTo>
                  <a:lnTo>
                    <a:pt x="298102" y="441387"/>
                  </a:lnTo>
                  <a:lnTo>
                    <a:pt x="295638" y="441387"/>
                  </a:lnTo>
                  <a:lnTo>
                    <a:pt x="293175" y="441387"/>
                  </a:lnTo>
                  <a:lnTo>
                    <a:pt x="290711" y="441387"/>
                  </a:lnTo>
                  <a:lnTo>
                    <a:pt x="288247" y="441387"/>
                  </a:lnTo>
                  <a:lnTo>
                    <a:pt x="285784" y="441387"/>
                  </a:lnTo>
                  <a:lnTo>
                    <a:pt x="283320" y="441387"/>
                  </a:lnTo>
                  <a:lnTo>
                    <a:pt x="280856" y="441387"/>
                  </a:lnTo>
                  <a:lnTo>
                    <a:pt x="278393" y="441387"/>
                  </a:lnTo>
                  <a:lnTo>
                    <a:pt x="275929" y="441387"/>
                  </a:lnTo>
                  <a:lnTo>
                    <a:pt x="273465" y="441387"/>
                  </a:lnTo>
                  <a:lnTo>
                    <a:pt x="271002" y="441387"/>
                  </a:lnTo>
                  <a:lnTo>
                    <a:pt x="268538" y="441387"/>
                  </a:lnTo>
                  <a:lnTo>
                    <a:pt x="266075" y="441387"/>
                  </a:lnTo>
                  <a:lnTo>
                    <a:pt x="263611" y="441387"/>
                  </a:lnTo>
                  <a:lnTo>
                    <a:pt x="261147" y="441387"/>
                  </a:lnTo>
                  <a:lnTo>
                    <a:pt x="258684" y="441387"/>
                  </a:lnTo>
                  <a:lnTo>
                    <a:pt x="256220" y="441387"/>
                  </a:lnTo>
                  <a:lnTo>
                    <a:pt x="253756" y="441387"/>
                  </a:lnTo>
                  <a:lnTo>
                    <a:pt x="251293" y="441387"/>
                  </a:lnTo>
                  <a:lnTo>
                    <a:pt x="248829" y="441387"/>
                  </a:lnTo>
                  <a:lnTo>
                    <a:pt x="246365" y="441387"/>
                  </a:lnTo>
                  <a:lnTo>
                    <a:pt x="243902" y="441387"/>
                  </a:lnTo>
                  <a:lnTo>
                    <a:pt x="241438" y="441387"/>
                  </a:lnTo>
                  <a:lnTo>
                    <a:pt x="238974" y="441387"/>
                  </a:lnTo>
                  <a:lnTo>
                    <a:pt x="236511" y="441387"/>
                  </a:lnTo>
                  <a:lnTo>
                    <a:pt x="234047" y="441387"/>
                  </a:lnTo>
                  <a:lnTo>
                    <a:pt x="231583" y="441387"/>
                  </a:lnTo>
                  <a:lnTo>
                    <a:pt x="229120" y="441387"/>
                  </a:lnTo>
                  <a:lnTo>
                    <a:pt x="226656" y="441387"/>
                  </a:lnTo>
                  <a:lnTo>
                    <a:pt x="224192" y="441387"/>
                  </a:lnTo>
                  <a:lnTo>
                    <a:pt x="221729" y="441387"/>
                  </a:lnTo>
                  <a:lnTo>
                    <a:pt x="219265" y="441387"/>
                  </a:lnTo>
                  <a:lnTo>
                    <a:pt x="216801" y="441387"/>
                  </a:lnTo>
                  <a:lnTo>
                    <a:pt x="214338" y="441387"/>
                  </a:lnTo>
                  <a:lnTo>
                    <a:pt x="211874" y="441387"/>
                  </a:lnTo>
                  <a:lnTo>
                    <a:pt x="209410" y="441387"/>
                  </a:lnTo>
                  <a:lnTo>
                    <a:pt x="206947" y="441387"/>
                  </a:lnTo>
                  <a:lnTo>
                    <a:pt x="204483" y="441387"/>
                  </a:lnTo>
                  <a:lnTo>
                    <a:pt x="202019" y="441387"/>
                  </a:lnTo>
                  <a:lnTo>
                    <a:pt x="199556" y="441387"/>
                  </a:lnTo>
                  <a:lnTo>
                    <a:pt x="197092" y="441387"/>
                  </a:lnTo>
                  <a:lnTo>
                    <a:pt x="194628" y="441387"/>
                  </a:lnTo>
                  <a:lnTo>
                    <a:pt x="192165" y="441387"/>
                  </a:lnTo>
                  <a:lnTo>
                    <a:pt x="189701" y="441387"/>
                  </a:lnTo>
                  <a:lnTo>
                    <a:pt x="187237" y="441387"/>
                  </a:lnTo>
                  <a:lnTo>
                    <a:pt x="184774" y="441387"/>
                  </a:lnTo>
                  <a:lnTo>
                    <a:pt x="182310" y="441387"/>
                  </a:lnTo>
                  <a:lnTo>
                    <a:pt x="179847" y="441387"/>
                  </a:lnTo>
                  <a:lnTo>
                    <a:pt x="177383" y="441387"/>
                  </a:lnTo>
                  <a:lnTo>
                    <a:pt x="174919" y="441387"/>
                  </a:lnTo>
                  <a:lnTo>
                    <a:pt x="172456" y="441387"/>
                  </a:lnTo>
                  <a:lnTo>
                    <a:pt x="169992" y="441387"/>
                  </a:lnTo>
                  <a:lnTo>
                    <a:pt x="167528" y="441387"/>
                  </a:lnTo>
                  <a:lnTo>
                    <a:pt x="165065" y="441387"/>
                  </a:lnTo>
                  <a:lnTo>
                    <a:pt x="162601" y="441387"/>
                  </a:lnTo>
                  <a:lnTo>
                    <a:pt x="160137" y="441387"/>
                  </a:lnTo>
                  <a:lnTo>
                    <a:pt x="157674" y="441387"/>
                  </a:lnTo>
                  <a:lnTo>
                    <a:pt x="155210" y="441387"/>
                  </a:lnTo>
                  <a:lnTo>
                    <a:pt x="152746" y="441387"/>
                  </a:lnTo>
                  <a:lnTo>
                    <a:pt x="150283" y="441387"/>
                  </a:lnTo>
                  <a:lnTo>
                    <a:pt x="147819" y="441387"/>
                  </a:lnTo>
                  <a:lnTo>
                    <a:pt x="145355" y="441387"/>
                  </a:lnTo>
                  <a:lnTo>
                    <a:pt x="142892" y="441387"/>
                  </a:lnTo>
                  <a:lnTo>
                    <a:pt x="140428" y="441387"/>
                  </a:lnTo>
                  <a:lnTo>
                    <a:pt x="137964" y="441387"/>
                  </a:lnTo>
                  <a:lnTo>
                    <a:pt x="135501" y="441387"/>
                  </a:lnTo>
                  <a:lnTo>
                    <a:pt x="133037" y="441387"/>
                  </a:lnTo>
                  <a:lnTo>
                    <a:pt x="130573" y="441387"/>
                  </a:lnTo>
                  <a:lnTo>
                    <a:pt x="128110" y="441387"/>
                  </a:lnTo>
                  <a:lnTo>
                    <a:pt x="125646" y="441387"/>
                  </a:lnTo>
                  <a:lnTo>
                    <a:pt x="123182" y="441387"/>
                  </a:lnTo>
                  <a:lnTo>
                    <a:pt x="120719" y="441387"/>
                  </a:lnTo>
                  <a:lnTo>
                    <a:pt x="118255" y="441387"/>
                  </a:lnTo>
                  <a:lnTo>
                    <a:pt x="115791" y="441387"/>
                  </a:lnTo>
                  <a:lnTo>
                    <a:pt x="113328" y="441387"/>
                  </a:lnTo>
                  <a:lnTo>
                    <a:pt x="110864" y="441387"/>
                  </a:lnTo>
                  <a:lnTo>
                    <a:pt x="108400" y="441387"/>
                  </a:lnTo>
                  <a:lnTo>
                    <a:pt x="105937" y="441387"/>
                  </a:lnTo>
                  <a:lnTo>
                    <a:pt x="103473" y="441387"/>
                  </a:lnTo>
                  <a:lnTo>
                    <a:pt x="101009" y="441387"/>
                  </a:lnTo>
                  <a:lnTo>
                    <a:pt x="98546" y="441387"/>
                  </a:lnTo>
                  <a:lnTo>
                    <a:pt x="96082" y="441387"/>
                  </a:lnTo>
                  <a:lnTo>
                    <a:pt x="93618" y="441387"/>
                  </a:lnTo>
                  <a:lnTo>
                    <a:pt x="91155" y="441387"/>
                  </a:lnTo>
                  <a:lnTo>
                    <a:pt x="88691" y="441387"/>
                  </a:lnTo>
                  <a:lnTo>
                    <a:pt x="86228" y="441387"/>
                  </a:lnTo>
                  <a:lnTo>
                    <a:pt x="83764" y="441387"/>
                  </a:lnTo>
                  <a:lnTo>
                    <a:pt x="81300" y="441387"/>
                  </a:lnTo>
                  <a:lnTo>
                    <a:pt x="78837" y="441387"/>
                  </a:lnTo>
                  <a:lnTo>
                    <a:pt x="76373" y="441387"/>
                  </a:lnTo>
                  <a:lnTo>
                    <a:pt x="73909" y="441387"/>
                  </a:lnTo>
                  <a:lnTo>
                    <a:pt x="71446" y="441387"/>
                  </a:lnTo>
                  <a:lnTo>
                    <a:pt x="68982" y="441387"/>
                  </a:lnTo>
                  <a:lnTo>
                    <a:pt x="66518" y="441387"/>
                  </a:lnTo>
                  <a:lnTo>
                    <a:pt x="64055" y="441387"/>
                  </a:lnTo>
                  <a:lnTo>
                    <a:pt x="61591" y="441387"/>
                  </a:lnTo>
                  <a:lnTo>
                    <a:pt x="59127" y="441387"/>
                  </a:lnTo>
                  <a:lnTo>
                    <a:pt x="56664" y="441387"/>
                  </a:lnTo>
                  <a:lnTo>
                    <a:pt x="54200" y="441387"/>
                  </a:lnTo>
                  <a:lnTo>
                    <a:pt x="51736" y="441387"/>
                  </a:lnTo>
                  <a:lnTo>
                    <a:pt x="49273" y="441387"/>
                  </a:lnTo>
                  <a:lnTo>
                    <a:pt x="46809" y="441387"/>
                  </a:lnTo>
                  <a:lnTo>
                    <a:pt x="44345" y="441387"/>
                  </a:lnTo>
                  <a:lnTo>
                    <a:pt x="41882" y="441387"/>
                  </a:lnTo>
                  <a:lnTo>
                    <a:pt x="39418" y="441387"/>
                  </a:lnTo>
                  <a:lnTo>
                    <a:pt x="36954" y="441387"/>
                  </a:lnTo>
                  <a:lnTo>
                    <a:pt x="34491" y="441387"/>
                  </a:lnTo>
                  <a:lnTo>
                    <a:pt x="32027" y="441387"/>
                  </a:lnTo>
                  <a:lnTo>
                    <a:pt x="29563" y="441387"/>
                  </a:lnTo>
                  <a:lnTo>
                    <a:pt x="27100" y="441387"/>
                  </a:lnTo>
                  <a:lnTo>
                    <a:pt x="24636" y="441387"/>
                  </a:lnTo>
                  <a:lnTo>
                    <a:pt x="22172" y="441387"/>
                  </a:lnTo>
                  <a:lnTo>
                    <a:pt x="19709" y="441387"/>
                  </a:lnTo>
                  <a:lnTo>
                    <a:pt x="17245" y="441387"/>
                  </a:lnTo>
                  <a:lnTo>
                    <a:pt x="14781" y="441387"/>
                  </a:lnTo>
                  <a:lnTo>
                    <a:pt x="12318" y="441387"/>
                  </a:lnTo>
                  <a:lnTo>
                    <a:pt x="9854" y="441387"/>
                  </a:lnTo>
                  <a:lnTo>
                    <a:pt x="7390" y="441387"/>
                  </a:lnTo>
                  <a:lnTo>
                    <a:pt x="4927" y="441387"/>
                  </a:lnTo>
                  <a:lnTo>
                    <a:pt x="2463" y="44138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7005616" y="3698455"/>
              <a:ext cx="1258929" cy="441387"/>
            </a:xfrm>
            <a:custGeom>
              <a:avLst/>
              <a:pathLst>
                <a:path w="1258929" h="441387">
                  <a:moveTo>
                    <a:pt x="0" y="441387"/>
                  </a:moveTo>
                  <a:lnTo>
                    <a:pt x="2463" y="441387"/>
                  </a:lnTo>
                  <a:lnTo>
                    <a:pt x="4927" y="441387"/>
                  </a:lnTo>
                  <a:lnTo>
                    <a:pt x="7390" y="441386"/>
                  </a:lnTo>
                  <a:lnTo>
                    <a:pt x="9854" y="441386"/>
                  </a:lnTo>
                  <a:lnTo>
                    <a:pt x="12318" y="441385"/>
                  </a:lnTo>
                  <a:lnTo>
                    <a:pt x="14781" y="441384"/>
                  </a:lnTo>
                  <a:lnTo>
                    <a:pt x="17245" y="441383"/>
                  </a:lnTo>
                  <a:lnTo>
                    <a:pt x="19709" y="441380"/>
                  </a:lnTo>
                  <a:lnTo>
                    <a:pt x="22172" y="441376"/>
                  </a:lnTo>
                  <a:lnTo>
                    <a:pt x="24636" y="441369"/>
                  </a:lnTo>
                  <a:lnTo>
                    <a:pt x="27100" y="441359"/>
                  </a:lnTo>
                  <a:lnTo>
                    <a:pt x="29563" y="441344"/>
                  </a:lnTo>
                  <a:lnTo>
                    <a:pt x="32027" y="441321"/>
                  </a:lnTo>
                  <a:lnTo>
                    <a:pt x="34491" y="441284"/>
                  </a:lnTo>
                  <a:lnTo>
                    <a:pt x="36954" y="441230"/>
                  </a:lnTo>
                  <a:lnTo>
                    <a:pt x="39418" y="441150"/>
                  </a:lnTo>
                  <a:lnTo>
                    <a:pt x="41882" y="441035"/>
                  </a:lnTo>
                  <a:lnTo>
                    <a:pt x="44345" y="440872"/>
                  </a:lnTo>
                  <a:lnTo>
                    <a:pt x="46809" y="440643"/>
                  </a:lnTo>
                  <a:lnTo>
                    <a:pt x="49273" y="440329"/>
                  </a:lnTo>
                  <a:lnTo>
                    <a:pt x="51736" y="439902"/>
                  </a:lnTo>
                  <a:lnTo>
                    <a:pt x="54200" y="439306"/>
                  </a:lnTo>
                  <a:lnTo>
                    <a:pt x="56664" y="438499"/>
                  </a:lnTo>
                  <a:lnTo>
                    <a:pt x="59127" y="437434"/>
                  </a:lnTo>
                  <a:lnTo>
                    <a:pt x="61591" y="436050"/>
                  </a:lnTo>
                  <a:lnTo>
                    <a:pt x="64055" y="434278"/>
                  </a:lnTo>
                  <a:lnTo>
                    <a:pt x="66518" y="432037"/>
                  </a:lnTo>
                  <a:lnTo>
                    <a:pt x="68982" y="429243"/>
                  </a:lnTo>
                  <a:lnTo>
                    <a:pt x="71446" y="425804"/>
                  </a:lnTo>
                  <a:lnTo>
                    <a:pt x="73909" y="421528"/>
                  </a:lnTo>
                  <a:lnTo>
                    <a:pt x="76373" y="416336"/>
                  </a:lnTo>
                  <a:lnTo>
                    <a:pt x="78837" y="410178"/>
                  </a:lnTo>
                  <a:lnTo>
                    <a:pt x="81300" y="402975"/>
                  </a:lnTo>
                  <a:lnTo>
                    <a:pt x="83764" y="394661"/>
                  </a:lnTo>
                  <a:lnTo>
                    <a:pt x="86228" y="385190"/>
                  </a:lnTo>
                  <a:lnTo>
                    <a:pt x="88691" y="374538"/>
                  </a:lnTo>
                  <a:lnTo>
                    <a:pt x="91155" y="362709"/>
                  </a:lnTo>
                  <a:lnTo>
                    <a:pt x="93618" y="349637"/>
                  </a:lnTo>
                  <a:lnTo>
                    <a:pt x="96082" y="335453"/>
                  </a:lnTo>
                  <a:lnTo>
                    <a:pt x="98546" y="320359"/>
                  </a:lnTo>
                  <a:lnTo>
                    <a:pt x="101009" y="304505"/>
                  </a:lnTo>
                  <a:lnTo>
                    <a:pt x="103473" y="288068"/>
                  </a:lnTo>
                  <a:lnTo>
                    <a:pt x="105937" y="271246"/>
                  </a:lnTo>
                  <a:lnTo>
                    <a:pt x="108400" y="254251"/>
                  </a:lnTo>
                  <a:lnTo>
                    <a:pt x="110864" y="237301"/>
                  </a:lnTo>
                  <a:lnTo>
                    <a:pt x="113328" y="220661"/>
                  </a:lnTo>
                  <a:lnTo>
                    <a:pt x="115791" y="204594"/>
                  </a:lnTo>
                  <a:lnTo>
                    <a:pt x="118255" y="189258"/>
                  </a:lnTo>
                  <a:lnTo>
                    <a:pt x="120719" y="174804"/>
                  </a:lnTo>
                  <a:lnTo>
                    <a:pt x="123182" y="161356"/>
                  </a:lnTo>
                  <a:lnTo>
                    <a:pt x="125646" y="149007"/>
                  </a:lnTo>
                  <a:lnTo>
                    <a:pt x="128110" y="137815"/>
                  </a:lnTo>
                  <a:lnTo>
                    <a:pt x="130573" y="127810"/>
                  </a:lnTo>
                  <a:lnTo>
                    <a:pt x="133037" y="119072"/>
                  </a:lnTo>
                  <a:lnTo>
                    <a:pt x="135501" y="111582"/>
                  </a:lnTo>
                  <a:lnTo>
                    <a:pt x="137964" y="105166"/>
                  </a:lnTo>
                  <a:lnTo>
                    <a:pt x="140428" y="99746"/>
                  </a:lnTo>
                  <a:lnTo>
                    <a:pt x="142892" y="95229"/>
                  </a:lnTo>
                  <a:lnTo>
                    <a:pt x="145355" y="91516"/>
                  </a:lnTo>
                  <a:lnTo>
                    <a:pt x="147819" y="88498"/>
                  </a:lnTo>
                  <a:lnTo>
                    <a:pt x="150283" y="86062"/>
                  </a:lnTo>
                  <a:lnTo>
                    <a:pt x="152746" y="84105"/>
                  </a:lnTo>
                  <a:lnTo>
                    <a:pt x="155210" y="82487"/>
                  </a:lnTo>
                  <a:lnTo>
                    <a:pt x="157674" y="81035"/>
                  </a:lnTo>
                  <a:lnTo>
                    <a:pt x="160137" y="79622"/>
                  </a:lnTo>
                  <a:lnTo>
                    <a:pt x="162601" y="78125"/>
                  </a:lnTo>
                  <a:lnTo>
                    <a:pt x="165065" y="76426"/>
                  </a:lnTo>
                  <a:lnTo>
                    <a:pt x="167528" y="74413"/>
                  </a:lnTo>
                  <a:lnTo>
                    <a:pt x="169992" y="71986"/>
                  </a:lnTo>
                  <a:lnTo>
                    <a:pt x="172456" y="69033"/>
                  </a:lnTo>
                  <a:lnTo>
                    <a:pt x="174919" y="65438"/>
                  </a:lnTo>
                  <a:lnTo>
                    <a:pt x="177383" y="61238"/>
                  </a:lnTo>
                  <a:lnTo>
                    <a:pt x="179847" y="56440"/>
                  </a:lnTo>
                  <a:lnTo>
                    <a:pt x="182310" y="51085"/>
                  </a:lnTo>
                  <a:lnTo>
                    <a:pt x="184774" y="45247"/>
                  </a:lnTo>
                  <a:lnTo>
                    <a:pt x="187237" y="39034"/>
                  </a:lnTo>
                  <a:lnTo>
                    <a:pt x="189701" y="32587"/>
                  </a:lnTo>
                  <a:lnTo>
                    <a:pt x="192165" y="26085"/>
                  </a:lnTo>
                  <a:lnTo>
                    <a:pt x="194628" y="19800"/>
                  </a:lnTo>
                  <a:lnTo>
                    <a:pt x="197092" y="13971"/>
                  </a:lnTo>
                  <a:lnTo>
                    <a:pt x="199556" y="8841"/>
                  </a:lnTo>
                  <a:lnTo>
                    <a:pt x="202019" y="4650"/>
                  </a:lnTo>
                  <a:lnTo>
                    <a:pt x="204483" y="1635"/>
                  </a:lnTo>
                  <a:lnTo>
                    <a:pt x="206947" y="18"/>
                  </a:lnTo>
                  <a:lnTo>
                    <a:pt x="209410" y="0"/>
                  </a:lnTo>
                  <a:lnTo>
                    <a:pt x="211874" y="1791"/>
                  </a:lnTo>
                  <a:lnTo>
                    <a:pt x="214338" y="5786"/>
                  </a:lnTo>
                  <a:lnTo>
                    <a:pt x="216801" y="11794"/>
                  </a:lnTo>
                  <a:lnTo>
                    <a:pt x="219265" y="19836"/>
                  </a:lnTo>
                  <a:lnTo>
                    <a:pt x="221729" y="29886"/>
                  </a:lnTo>
                  <a:lnTo>
                    <a:pt x="224192" y="41873"/>
                  </a:lnTo>
                  <a:lnTo>
                    <a:pt x="226656" y="55685"/>
                  </a:lnTo>
                  <a:lnTo>
                    <a:pt x="229120" y="71170"/>
                  </a:lnTo>
                  <a:lnTo>
                    <a:pt x="231583" y="88153"/>
                  </a:lnTo>
                  <a:lnTo>
                    <a:pt x="234047" y="106550"/>
                  </a:lnTo>
                  <a:lnTo>
                    <a:pt x="236511" y="125883"/>
                  </a:lnTo>
                  <a:lnTo>
                    <a:pt x="238974" y="145898"/>
                  </a:lnTo>
                  <a:lnTo>
                    <a:pt x="241438" y="166341"/>
                  </a:lnTo>
                  <a:lnTo>
                    <a:pt x="243902" y="186963"/>
                  </a:lnTo>
                  <a:lnTo>
                    <a:pt x="246365" y="207524"/>
                  </a:lnTo>
                  <a:lnTo>
                    <a:pt x="248829" y="227802"/>
                  </a:lnTo>
                  <a:lnTo>
                    <a:pt x="251293" y="247592"/>
                  </a:lnTo>
                  <a:lnTo>
                    <a:pt x="253756" y="266573"/>
                  </a:lnTo>
                  <a:lnTo>
                    <a:pt x="256220" y="284680"/>
                  </a:lnTo>
                  <a:lnTo>
                    <a:pt x="258684" y="301805"/>
                  </a:lnTo>
                  <a:lnTo>
                    <a:pt x="261147" y="317862"/>
                  </a:lnTo>
                  <a:lnTo>
                    <a:pt x="263611" y="332791"/>
                  </a:lnTo>
                  <a:lnTo>
                    <a:pt x="266075" y="346555"/>
                  </a:lnTo>
                  <a:lnTo>
                    <a:pt x="268538" y="359137"/>
                  </a:lnTo>
                  <a:lnTo>
                    <a:pt x="271002" y="370542"/>
                  </a:lnTo>
                  <a:lnTo>
                    <a:pt x="273465" y="380630"/>
                  </a:lnTo>
                  <a:lnTo>
                    <a:pt x="275929" y="389600"/>
                  </a:lnTo>
                  <a:lnTo>
                    <a:pt x="278393" y="397527"/>
                  </a:lnTo>
                  <a:lnTo>
                    <a:pt x="280856" y="404474"/>
                  </a:lnTo>
                  <a:lnTo>
                    <a:pt x="283320" y="410511"/>
                  </a:lnTo>
                  <a:lnTo>
                    <a:pt x="285784" y="415709"/>
                  </a:lnTo>
                  <a:lnTo>
                    <a:pt x="288247" y="420145"/>
                  </a:lnTo>
                  <a:lnTo>
                    <a:pt x="290711" y="423893"/>
                  </a:lnTo>
                  <a:lnTo>
                    <a:pt x="293175" y="426959"/>
                  </a:lnTo>
                  <a:lnTo>
                    <a:pt x="295638" y="429495"/>
                  </a:lnTo>
                  <a:lnTo>
                    <a:pt x="298102" y="431585"/>
                  </a:lnTo>
                  <a:lnTo>
                    <a:pt x="300566" y="433292"/>
                  </a:lnTo>
                  <a:lnTo>
                    <a:pt x="303029" y="434672"/>
                  </a:lnTo>
                  <a:lnTo>
                    <a:pt x="305493" y="435779"/>
                  </a:lnTo>
                  <a:lnTo>
                    <a:pt x="307957" y="436659"/>
                  </a:lnTo>
                  <a:lnTo>
                    <a:pt x="310420" y="437355"/>
                  </a:lnTo>
                  <a:lnTo>
                    <a:pt x="312884" y="437888"/>
                  </a:lnTo>
                  <a:lnTo>
                    <a:pt x="315348" y="438309"/>
                  </a:lnTo>
                  <a:lnTo>
                    <a:pt x="317811" y="438646"/>
                  </a:lnTo>
                  <a:lnTo>
                    <a:pt x="320275" y="438919"/>
                  </a:lnTo>
                  <a:lnTo>
                    <a:pt x="322739" y="439145"/>
                  </a:lnTo>
                  <a:lnTo>
                    <a:pt x="325202" y="439337"/>
                  </a:lnTo>
                  <a:lnTo>
                    <a:pt x="327666" y="439504"/>
                  </a:lnTo>
                  <a:lnTo>
                    <a:pt x="330130" y="439654"/>
                  </a:lnTo>
                  <a:lnTo>
                    <a:pt x="332593" y="439792"/>
                  </a:lnTo>
                  <a:lnTo>
                    <a:pt x="335057" y="439923"/>
                  </a:lnTo>
                  <a:lnTo>
                    <a:pt x="337521" y="440049"/>
                  </a:lnTo>
                  <a:lnTo>
                    <a:pt x="339984" y="440171"/>
                  </a:lnTo>
                  <a:lnTo>
                    <a:pt x="342448" y="440289"/>
                  </a:lnTo>
                  <a:lnTo>
                    <a:pt x="344912" y="440402"/>
                  </a:lnTo>
                  <a:lnTo>
                    <a:pt x="347375" y="440511"/>
                  </a:lnTo>
                  <a:lnTo>
                    <a:pt x="349839" y="440613"/>
                  </a:lnTo>
                  <a:lnTo>
                    <a:pt x="352303" y="440708"/>
                  </a:lnTo>
                  <a:lnTo>
                    <a:pt x="354766" y="440795"/>
                  </a:lnTo>
                  <a:lnTo>
                    <a:pt x="357230" y="440872"/>
                  </a:lnTo>
                  <a:lnTo>
                    <a:pt x="359694" y="440941"/>
                  </a:lnTo>
                  <a:lnTo>
                    <a:pt x="362157" y="440999"/>
                  </a:lnTo>
                  <a:lnTo>
                    <a:pt x="364621" y="441046"/>
                  </a:lnTo>
                  <a:lnTo>
                    <a:pt x="367084" y="441083"/>
                  </a:lnTo>
                  <a:lnTo>
                    <a:pt x="369548" y="441110"/>
                  </a:lnTo>
                  <a:lnTo>
                    <a:pt x="372012" y="441124"/>
                  </a:lnTo>
                  <a:lnTo>
                    <a:pt x="374475" y="441127"/>
                  </a:lnTo>
                  <a:lnTo>
                    <a:pt x="376939" y="441120"/>
                  </a:lnTo>
                  <a:lnTo>
                    <a:pt x="379403" y="441102"/>
                  </a:lnTo>
                  <a:lnTo>
                    <a:pt x="381866" y="441075"/>
                  </a:lnTo>
                  <a:lnTo>
                    <a:pt x="384330" y="441039"/>
                  </a:lnTo>
                  <a:lnTo>
                    <a:pt x="386794" y="440995"/>
                  </a:lnTo>
                  <a:lnTo>
                    <a:pt x="389257" y="440943"/>
                  </a:lnTo>
                  <a:lnTo>
                    <a:pt x="391721" y="440885"/>
                  </a:lnTo>
                  <a:lnTo>
                    <a:pt x="394185" y="440822"/>
                  </a:lnTo>
                  <a:lnTo>
                    <a:pt x="396648" y="440757"/>
                  </a:lnTo>
                  <a:lnTo>
                    <a:pt x="399112" y="440690"/>
                  </a:lnTo>
                  <a:lnTo>
                    <a:pt x="401576" y="440625"/>
                  </a:lnTo>
                  <a:lnTo>
                    <a:pt x="404039" y="440562"/>
                  </a:lnTo>
                  <a:lnTo>
                    <a:pt x="406503" y="440504"/>
                  </a:lnTo>
                  <a:lnTo>
                    <a:pt x="408967" y="440453"/>
                  </a:lnTo>
                  <a:lnTo>
                    <a:pt x="411430" y="440410"/>
                  </a:lnTo>
                  <a:lnTo>
                    <a:pt x="413894" y="440379"/>
                  </a:lnTo>
                  <a:lnTo>
                    <a:pt x="416358" y="440358"/>
                  </a:lnTo>
                  <a:lnTo>
                    <a:pt x="418821" y="440349"/>
                  </a:lnTo>
                  <a:lnTo>
                    <a:pt x="421285" y="440352"/>
                  </a:lnTo>
                  <a:lnTo>
                    <a:pt x="423749" y="440367"/>
                  </a:lnTo>
                  <a:lnTo>
                    <a:pt x="426212" y="440392"/>
                  </a:lnTo>
                  <a:lnTo>
                    <a:pt x="428676" y="440427"/>
                  </a:lnTo>
                  <a:lnTo>
                    <a:pt x="431140" y="440470"/>
                  </a:lnTo>
                  <a:lnTo>
                    <a:pt x="433603" y="440520"/>
                  </a:lnTo>
                  <a:lnTo>
                    <a:pt x="436067" y="440574"/>
                  </a:lnTo>
                  <a:lnTo>
                    <a:pt x="438531" y="440629"/>
                  </a:lnTo>
                  <a:lnTo>
                    <a:pt x="440994" y="440682"/>
                  </a:lnTo>
                  <a:lnTo>
                    <a:pt x="443458" y="440733"/>
                  </a:lnTo>
                  <a:lnTo>
                    <a:pt x="445922" y="440779"/>
                  </a:lnTo>
                  <a:lnTo>
                    <a:pt x="448385" y="440817"/>
                  </a:lnTo>
                  <a:lnTo>
                    <a:pt x="450849" y="440847"/>
                  </a:lnTo>
                  <a:lnTo>
                    <a:pt x="453312" y="440866"/>
                  </a:lnTo>
                  <a:lnTo>
                    <a:pt x="455776" y="440874"/>
                  </a:lnTo>
                  <a:lnTo>
                    <a:pt x="458240" y="440871"/>
                  </a:lnTo>
                  <a:lnTo>
                    <a:pt x="460703" y="440857"/>
                  </a:lnTo>
                  <a:lnTo>
                    <a:pt x="463167" y="440833"/>
                  </a:lnTo>
                  <a:lnTo>
                    <a:pt x="465631" y="440799"/>
                  </a:lnTo>
                  <a:lnTo>
                    <a:pt x="468094" y="440758"/>
                  </a:lnTo>
                  <a:lnTo>
                    <a:pt x="470558" y="440710"/>
                  </a:lnTo>
                  <a:lnTo>
                    <a:pt x="473022" y="440657"/>
                  </a:lnTo>
                  <a:lnTo>
                    <a:pt x="475485" y="440602"/>
                  </a:lnTo>
                  <a:lnTo>
                    <a:pt x="477949" y="440548"/>
                  </a:lnTo>
                  <a:lnTo>
                    <a:pt x="480413" y="440496"/>
                  </a:lnTo>
                  <a:lnTo>
                    <a:pt x="482876" y="440449"/>
                  </a:lnTo>
                  <a:lnTo>
                    <a:pt x="485340" y="440409"/>
                  </a:lnTo>
                  <a:lnTo>
                    <a:pt x="487804" y="440378"/>
                  </a:lnTo>
                  <a:lnTo>
                    <a:pt x="490267" y="440357"/>
                  </a:lnTo>
                  <a:lnTo>
                    <a:pt x="492731" y="440348"/>
                  </a:lnTo>
                  <a:lnTo>
                    <a:pt x="495195" y="440352"/>
                  </a:lnTo>
                  <a:lnTo>
                    <a:pt x="497658" y="440367"/>
                  </a:lnTo>
                  <a:lnTo>
                    <a:pt x="500122" y="440394"/>
                  </a:lnTo>
                  <a:lnTo>
                    <a:pt x="502586" y="440431"/>
                  </a:lnTo>
                  <a:lnTo>
                    <a:pt x="505049" y="440478"/>
                  </a:lnTo>
                  <a:lnTo>
                    <a:pt x="507513" y="440533"/>
                  </a:lnTo>
                  <a:lnTo>
                    <a:pt x="509977" y="440594"/>
                  </a:lnTo>
                  <a:lnTo>
                    <a:pt x="512440" y="440661"/>
                  </a:lnTo>
                  <a:lnTo>
                    <a:pt x="514904" y="440730"/>
                  </a:lnTo>
                  <a:lnTo>
                    <a:pt x="517368" y="440799"/>
                  </a:lnTo>
                  <a:lnTo>
                    <a:pt x="519831" y="440867"/>
                  </a:lnTo>
                  <a:lnTo>
                    <a:pt x="522295" y="440933"/>
                  </a:lnTo>
                  <a:lnTo>
                    <a:pt x="524759" y="440995"/>
                  </a:lnTo>
                  <a:lnTo>
                    <a:pt x="527222" y="441054"/>
                  </a:lnTo>
                  <a:lnTo>
                    <a:pt x="529686" y="441107"/>
                  </a:lnTo>
                  <a:lnTo>
                    <a:pt x="532150" y="441154"/>
                  </a:lnTo>
                  <a:lnTo>
                    <a:pt x="534613" y="441195"/>
                  </a:lnTo>
                  <a:lnTo>
                    <a:pt x="537077" y="441231"/>
                  </a:lnTo>
                  <a:lnTo>
                    <a:pt x="539541" y="441262"/>
                  </a:lnTo>
                  <a:lnTo>
                    <a:pt x="542004" y="441288"/>
                  </a:lnTo>
                  <a:lnTo>
                    <a:pt x="544468" y="441310"/>
                  </a:lnTo>
                  <a:lnTo>
                    <a:pt x="546931" y="441327"/>
                  </a:lnTo>
                  <a:lnTo>
                    <a:pt x="549395" y="441342"/>
                  </a:lnTo>
                  <a:lnTo>
                    <a:pt x="551859" y="441353"/>
                  </a:lnTo>
                  <a:lnTo>
                    <a:pt x="554322" y="441361"/>
                  </a:lnTo>
                  <a:lnTo>
                    <a:pt x="556786" y="441368"/>
                  </a:lnTo>
                  <a:lnTo>
                    <a:pt x="559250" y="441373"/>
                  </a:lnTo>
                  <a:lnTo>
                    <a:pt x="561713" y="441377"/>
                  </a:lnTo>
                  <a:lnTo>
                    <a:pt x="564177" y="441380"/>
                  </a:lnTo>
                  <a:lnTo>
                    <a:pt x="566641" y="441382"/>
                  </a:lnTo>
                  <a:lnTo>
                    <a:pt x="569104" y="441383"/>
                  </a:lnTo>
                  <a:lnTo>
                    <a:pt x="571568" y="441384"/>
                  </a:lnTo>
                  <a:lnTo>
                    <a:pt x="574032" y="441385"/>
                  </a:lnTo>
                  <a:lnTo>
                    <a:pt x="576495" y="441386"/>
                  </a:lnTo>
                  <a:lnTo>
                    <a:pt x="578959" y="441386"/>
                  </a:lnTo>
                  <a:lnTo>
                    <a:pt x="581423" y="441386"/>
                  </a:lnTo>
                  <a:lnTo>
                    <a:pt x="583886" y="441386"/>
                  </a:lnTo>
                  <a:lnTo>
                    <a:pt x="586350" y="441387"/>
                  </a:lnTo>
                  <a:lnTo>
                    <a:pt x="588814" y="441387"/>
                  </a:lnTo>
                  <a:lnTo>
                    <a:pt x="591277" y="441387"/>
                  </a:lnTo>
                  <a:lnTo>
                    <a:pt x="593741" y="441387"/>
                  </a:lnTo>
                  <a:lnTo>
                    <a:pt x="596205" y="441387"/>
                  </a:lnTo>
                  <a:lnTo>
                    <a:pt x="598668" y="441387"/>
                  </a:lnTo>
                  <a:lnTo>
                    <a:pt x="601132" y="441387"/>
                  </a:lnTo>
                  <a:lnTo>
                    <a:pt x="603596" y="441387"/>
                  </a:lnTo>
                  <a:lnTo>
                    <a:pt x="606059" y="441387"/>
                  </a:lnTo>
                  <a:lnTo>
                    <a:pt x="608523" y="441387"/>
                  </a:lnTo>
                  <a:lnTo>
                    <a:pt x="610987" y="441387"/>
                  </a:lnTo>
                  <a:lnTo>
                    <a:pt x="613450" y="441387"/>
                  </a:lnTo>
                  <a:lnTo>
                    <a:pt x="615914" y="441387"/>
                  </a:lnTo>
                  <a:lnTo>
                    <a:pt x="618378" y="441387"/>
                  </a:lnTo>
                  <a:lnTo>
                    <a:pt x="620841" y="441387"/>
                  </a:lnTo>
                  <a:lnTo>
                    <a:pt x="623305" y="441387"/>
                  </a:lnTo>
                  <a:lnTo>
                    <a:pt x="625769" y="441387"/>
                  </a:lnTo>
                  <a:lnTo>
                    <a:pt x="628232" y="441387"/>
                  </a:lnTo>
                  <a:lnTo>
                    <a:pt x="630696" y="441387"/>
                  </a:lnTo>
                  <a:lnTo>
                    <a:pt x="633159" y="441387"/>
                  </a:lnTo>
                  <a:lnTo>
                    <a:pt x="635623" y="441387"/>
                  </a:lnTo>
                  <a:lnTo>
                    <a:pt x="638087" y="441387"/>
                  </a:lnTo>
                  <a:lnTo>
                    <a:pt x="640550" y="441387"/>
                  </a:lnTo>
                  <a:lnTo>
                    <a:pt x="643014" y="441387"/>
                  </a:lnTo>
                  <a:lnTo>
                    <a:pt x="645478" y="441387"/>
                  </a:lnTo>
                  <a:lnTo>
                    <a:pt x="647941" y="441387"/>
                  </a:lnTo>
                  <a:lnTo>
                    <a:pt x="650405" y="441387"/>
                  </a:lnTo>
                  <a:lnTo>
                    <a:pt x="652869" y="441387"/>
                  </a:lnTo>
                  <a:lnTo>
                    <a:pt x="655332" y="441387"/>
                  </a:lnTo>
                  <a:lnTo>
                    <a:pt x="657796" y="441387"/>
                  </a:lnTo>
                  <a:lnTo>
                    <a:pt x="660260" y="441387"/>
                  </a:lnTo>
                  <a:lnTo>
                    <a:pt x="662723" y="441387"/>
                  </a:lnTo>
                  <a:lnTo>
                    <a:pt x="665187" y="441387"/>
                  </a:lnTo>
                  <a:lnTo>
                    <a:pt x="667651" y="441387"/>
                  </a:lnTo>
                  <a:lnTo>
                    <a:pt x="670114" y="441387"/>
                  </a:lnTo>
                  <a:lnTo>
                    <a:pt x="672578" y="441387"/>
                  </a:lnTo>
                  <a:lnTo>
                    <a:pt x="675042" y="441387"/>
                  </a:lnTo>
                  <a:lnTo>
                    <a:pt x="677505" y="441387"/>
                  </a:lnTo>
                  <a:lnTo>
                    <a:pt x="679969" y="441387"/>
                  </a:lnTo>
                  <a:lnTo>
                    <a:pt x="682433" y="441387"/>
                  </a:lnTo>
                  <a:lnTo>
                    <a:pt x="684896" y="441387"/>
                  </a:lnTo>
                  <a:lnTo>
                    <a:pt x="687360" y="441387"/>
                  </a:lnTo>
                  <a:lnTo>
                    <a:pt x="689824" y="441387"/>
                  </a:lnTo>
                  <a:lnTo>
                    <a:pt x="692287" y="441387"/>
                  </a:lnTo>
                  <a:lnTo>
                    <a:pt x="694751" y="441387"/>
                  </a:lnTo>
                  <a:lnTo>
                    <a:pt x="697215" y="441386"/>
                  </a:lnTo>
                  <a:lnTo>
                    <a:pt x="699678" y="441386"/>
                  </a:lnTo>
                  <a:lnTo>
                    <a:pt x="702142" y="441386"/>
                  </a:lnTo>
                  <a:lnTo>
                    <a:pt x="704606" y="441385"/>
                  </a:lnTo>
                  <a:lnTo>
                    <a:pt x="707069" y="441385"/>
                  </a:lnTo>
                  <a:lnTo>
                    <a:pt x="709533" y="441384"/>
                  </a:lnTo>
                  <a:lnTo>
                    <a:pt x="711997" y="441382"/>
                  </a:lnTo>
                  <a:lnTo>
                    <a:pt x="714460" y="441380"/>
                  </a:lnTo>
                  <a:lnTo>
                    <a:pt x="716924" y="441377"/>
                  </a:lnTo>
                  <a:lnTo>
                    <a:pt x="719388" y="441373"/>
                  </a:lnTo>
                  <a:lnTo>
                    <a:pt x="721851" y="441368"/>
                  </a:lnTo>
                  <a:lnTo>
                    <a:pt x="724315" y="441362"/>
                  </a:lnTo>
                  <a:lnTo>
                    <a:pt x="726778" y="441353"/>
                  </a:lnTo>
                  <a:lnTo>
                    <a:pt x="729242" y="441342"/>
                  </a:lnTo>
                  <a:lnTo>
                    <a:pt x="731706" y="441328"/>
                  </a:lnTo>
                  <a:lnTo>
                    <a:pt x="734169" y="441311"/>
                  </a:lnTo>
                  <a:lnTo>
                    <a:pt x="736633" y="441289"/>
                  </a:lnTo>
                  <a:lnTo>
                    <a:pt x="739097" y="441264"/>
                  </a:lnTo>
                  <a:lnTo>
                    <a:pt x="741560" y="441233"/>
                  </a:lnTo>
                  <a:lnTo>
                    <a:pt x="744024" y="441198"/>
                  </a:lnTo>
                  <a:lnTo>
                    <a:pt x="746488" y="441156"/>
                  </a:lnTo>
                  <a:lnTo>
                    <a:pt x="748951" y="441110"/>
                  </a:lnTo>
                  <a:lnTo>
                    <a:pt x="751415" y="441057"/>
                  </a:lnTo>
                  <a:lnTo>
                    <a:pt x="753879" y="440999"/>
                  </a:lnTo>
                  <a:lnTo>
                    <a:pt x="756342" y="440937"/>
                  </a:lnTo>
                  <a:lnTo>
                    <a:pt x="758806" y="440871"/>
                  </a:lnTo>
                  <a:lnTo>
                    <a:pt x="761270" y="440803"/>
                  </a:lnTo>
                  <a:lnTo>
                    <a:pt x="763733" y="440734"/>
                  </a:lnTo>
                  <a:lnTo>
                    <a:pt x="766197" y="440665"/>
                  </a:lnTo>
                  <a:lnTo>
                    <a:pt x="768661" y="440598"/>
                  </a:lnTo>
                  <a:lnTo>
                    <a:pt x="771124" y="440537"/>
                  </a:lnTo>
                  <a:lnTo>
                    <a:pt x="773588" y="440481"/>
                  </a:lnTo>
                  <a:lnTo>
                    <a:pt x="776052" y="440434"/>
                  </a:lnTo>
                  <a:lnTo>
                    <a:pt x="778515" y="440397"/>
                  </a:lnTo>
                  <a:lnTo>
                    <a:pt x="780979" y="440370"/>
                  </a:lnTo>
                  <a:lnTo>
                    <a:pt x="783443" y="440355"/>
                  </a:lnTo>
                  <a:lnTo>
                    <a:pt x="785906" y="440352"/>
                  </a:lnTo>
                  <a:lnTo>
                    <a:pt x="788370" y="440361"/>
                  </a:lnTo>
                  <a:lnTo>
                    <a:pt x="790834" y="440385"/>
                  </a:lnTo>
                  <a:lnTo>
                    <a:pt x="793297" y="440419"/>
                  </a:lnTo>
                  <a:lnTo>
                    <a:pt x="795761" y="440463"/>
                  </a:lnTo>
                  <a:lnTo>
                    <a:pt x="798225" y="440516"/>
                  </a:lnTo>
                  <a:lnTo>
                    <a:pt x="800688" y="440575"/>
                  </a:lnTo>
                  <a:lnTo>
                    <a:pt x="803152" y="440638"/>
                  </a:lnTo>
                  <a:lnTo>
                    <a:pt x="805616" y="440705"/>
                  </a:lnTo>
                  <a:lnTo>
                    <a:pt x="808079" y="440773"/>
                  </a:lnTo>
                  <a:lnTo>
                    <a:pt x="810543" y="440840"/>
                  </a:lnTo>
                  <a:lnTo>
                    <a:pt x="813006" y="440903"/>
                  </a:lnTo>
                  <a:lnTo>
                    <a:pt x="815470" y="440962"/>
                  </a:lnTo>
                  <a:lnTo>
                    <a:pt x="817934" y="441016"/>
                  </a:lnTo>
                  <a:lnTo>
                    <a:pt x="820397" y="441063"/>
                  </a:lnTo>
                  <a:lnTo>
                    <a:pt x="822861" y="441103"/>
                  </a:lnTo>
                  <a:lnTo>
                    <a:pt x="825325" y="441135"/>
                  </a:lnTo>
                  <a:lnTo>
                    <a:pt x="827788" y="441158"/>
                  </a:lnTo>
                  <a:lnTo>
                    <a:pt x="830252" y="441171"/>
                  </a:lnTo>
                  <a:lnTo>
                    <a:pt x="832716" y="441176"/>
                  </a:lnTo>
                  <a:lnTo>
                    <a:pt x="835179" y="441171"/>
                  </a:lnTo>
                  <a:lnTo>
                    <a:pt x="837643" y="441157"/>
                  </a:lnTo>
                  <a:lnTo>
                    <a:pt x="840107" y="441134"/>
                  </a:lnTo>
                  <a:lnTo>
                    <a:pt x="842570" y="441103"/>
                  </a:lnTo>
                  <a:lnTo>
                    <a:pt x="845034" y="441064"/>
                  </a:lnTo>
                  <a:lnTo>
                    <a:pt x="847498" y="441018"/>
                  </a:lnTo>
                  <a:lnTo>
                    <a:pt x="849961" y="440964"/>
                  </a:lnTo>
                  <a:lnTo>
                    <a:pt x="852425" y="440904"/>
                  </a:lnTo>
                  <a:lnTo>
                    <a:pt x="854889" y="440841"/>
                  </a:lnTo>
                  <a:lnTo>
                    <a:pt x="857352" y="440774"/>
                  </a:lnTo>
                  <a:lnTo>
                    <a:pt x="859816" y="440707"/>
                  </a:lnTo>
                  <a:lnTo>
                    <a:pt x="862280" y="440640"/>
                  </a:lnTo>
                  <a:lnTo>
                    <a:pt x="864743" y="440576"/>
                  </a:lnTo>
                  <a:lnTo>
                    <a:pt x="867207" y="440516"/>
                  </a:lnTo>
                  <a:lnTo>
                    <a:pt x="869671" y="440464"/>
                  </a:lnTo>
                  <a:lnTo>
                    <a:pt x="872134" y="440420"/>
                  </a:lnTo>
                  <a:lnTo>
                    <a:pt x="874598" y="440387"/>
                  </a:lnTo>
                  <a:lnTo>
                    <a:pt x="877062" y="440364"/>
                  </a:lnTo>
                  <a:lnTo>
                    <a:pt x="879525" y="440354"/>
                  </a:lnTo>
                  <a:lnTo>
                    <a:pt x="881989" y="440356"/>
                  </a:lnTo>
                  <a:lnTo>
                    <a:pt x="884453" y="440369"/>
                  </a:lnTo>
                  <a:lnTo>
                    <a:pt x="886916" y="440395"/>
                  </a:lnTo>
                  <a:lnTo>
                    <a:pt x="889380" y="440433"/>
                  </a:lnTo>
                  <a:lnTo>
                    <a:pt x="891844" y="440481"/>
                  </a:lnTo>
                  <a:lnTo>
                    <a:pt x="894307" y="440536"/>
                  </a:lnTo>
                  <a:lnTo>
                    <a:pt x="896771" y="440598"/>
                  </a:lnTo>
                  <a:lnTo>
                    <a:pt x="899235" y="440664"/>
                  </a:lnTo>
                  <a:lnTo>
                    <a:pt x="901698" y="440732"/>
                  </a:lnTo>
                  <a:lnTo>
                    <a:pt x="904162" y="440801"/>
                  </a:lnTo>
                  <a:lnTo>
                    <a:pt x="906625" y="440870"/>
                  </a:lnTo>
                  <a:lnTo>
                    <a:pt x="909089" y="440936"/>
                  </a:lnTo>
                  <a:lnTo>
                    <a:pt x="911553" y="440998"/>
                  </a:lnTo>
                  <a:lnTo>
                    <a:pt x="914016" y="441055"/>
                  </a:lnTo>
                  <a:lnTo>
                    <a:pt x="916480" y="441108"/>
                  </a:lnTo>
                  <a:lnTo>
                    <a:pt x="918944" y="441154"/>
                  </a:lnTo>
                  <a:lnTo>
                    <a:pt x="921407" y="441196"/>
                  </a:lnTo>
                  <a:lnTo>
                    <a:pt x="923871" y="441232"/>
                  </a:lnTo>
                  <a:lnTo>
                    <a:pt x="926335" y="441262"/>
                  </a:lnTo>
                  <a:lnTo>
                    <a:pt x="928798" y="441288"/>
                  </a:lnTo>
                  <a:lnTo>
                    <a:pt x="931262" y="441308"/>
                  </a:lnTo>
                  <a:lnTo>
                    <a:pt x="933726" y="441324"/>
                  </a:lnTo>
                  <a:lnTo>
                    <a:pt x="936189" y="441336"/>
                  </a:lnTo>
                  <a:lnTo>
                    <a:pt x="938653" y="441345"/>
                  </a:lnTo>
                  <a:lnTo>
                    <a:pt x="941117" y="441350"/>
                  </a:lnTo>
                  <a:lnTo>
                    <a:pt x="943580" y="441353"/>
                  </a:lnTo>
                  <a:lnTo>
                    <a:pt x="946044" y="441352"/>
                  </a:lnTo>
                  <a:lnTo>
                    <a:pt x="948508" y="441349"/>
                  </a:lnTo>
                  <a:lnTo>
                    <a:pt x="950971" y="441342"/>
                  </a:lnTo>
                  <a:lnTo>
                    <a:pt x="953435" y="441331"/>
                  </a:lnTo>
                  <a:lnTo>
                    <a:pt x="955899" y="441317"/>
                  </a:lnTo>
                  <a:lnTo>
                    <a:pt x="958362" y="441300"/>
                  </a:lnTo>
                  <a:lnTo>
                    <a:pt x="960826" y="441277"/>
                  </a:lnTo>
                  <a:lnTo>
                    <a:pt x="963290" y="441250"/>
                  </a:lnTo>
                  <a:lnTo>
                    <a:pt x="965753" y="441218"/>
                  </a:lnTo>
                  <a:lnTo>
                    <a:pt x="968217" y="441180"/>
                  </a:lnTo>
                  <a:lnTo>
                    <a:pt x="970681" y="441136"/>
                  </a:lnTo>
                  <a:lnTo>
                    <a:pt x="973144" y="441087"/>
                  </a:lnTo>
                  <a:lnTo>
                    <a:pt x="975608" y="441032"/>
                  </a:lnTo>
                  <a:lnTo>
                    <a:pt x="978072" y="440972"/>
                  </a:lnTo>
                  <a:lnTo>
                    <a:pt x="980535" y="440909"/>
                  </a:lnTo>
                  <a:lnTo>
                    <a:pt x="982999" y="440842"/>
                  </a:lnTo>
                  <a:lnTo>
                    <a:pt x="985463" y="440773"/>
                  </a:lnTo>
                  <a:lnTo>
                    <a:pt x="987926" y="440703"/>
                  </a:lnTo>
                  <a:lnTo>
                    <a:pt x="990390" y="440636"/>
                  </a:lnTo>
                  <a:lnTo>
                    <a:pt x="992853" y="440571"/>
                  </a:lnTo>
                  <a:lnTo>
                    <a:pt x="995317" y="440512"/>
                  </a:lnTo>
                  <a:lnTo>
                    <a:pt x="997781" y="440460"/>
                  </a:lnTo>
                  <a:lnTo>
                    <a:pt x="1000244" y="440417"/>
                  </a:lnTo>
                  <a:lnTo>
                    <a:pt x="1002708" y="440384"/>
                  </a:lnTo>
                  <a:lnTo>
                    <a:pt x="1005172" y="440361"/>
                  </a:lnTo>
                  <a:lnTo>
                    <a:pt x="1007635" y="440351"/>
                  </a:lnTo>
                  <a:lnTo>
                    <a:pt x="1010099" y="440355"/>
                  </a:lnTo>
                  <a:lnTo>
                    <a:pt x="1012563" y="440372"/>
                  </a:lnTo>
                  <a:lnTo>
                    <a:pt x="1015026" y="440400"/>
                  </a:lnTo>
                  <a:lnTo>
                    <a:pt x="1017490" y="440438"/>
                  </a:lnTo>
                  <a:lnTo>
                    <a:pt x="1019954" y="440486"/>
                  </a:lnTo>
                  <a:lnTo>
                    <a:pt x="1022417" y="440542"/>
                  </a:lnTo>
                  <a:lnTo>
                    <a:pt x="1024881" y="440604"/>
                  </a:lnTo>
                  <a:lnTo>
                    <a:pt x="1027345" y="440670"/>
                  </a:lnTo>
                  <a:lnTo>
                    <a:pt x="1029808" y="440739"/>
                  </a:lnTo>
                  <a:lnTo>
                    <a:pt x="1032272" y="440808"/>
                  </a:lnTo>
                  <a:lnTo>
                    <a:pt x="1034736" y="440876"/>
                  </a:lnTo>
                  <a:lnTo>
                    <a:pt x="1037199" y="440942"/>
                  </a:lnTo>
                  <a:lnTo>
                    <a:pt x="1039663" y="441004"/>
                  </a:lnTo>
                  <a:lnTo>
                    <a:pt x="1042127" y="441061"/>
                  </a:lnTo>
                  <a:lnTo>
                    <a:pt x="1044590" y="441113"/>
                  </a:lnTo>
                  <a:lnTo>
                    <a:pt x="1047054" y="441160"/>
                  </a:lnTo>
                  <a:lnTo>
                    <a:pt x="1049518" y="441201"/>
                  </a:lnTo>
                  <a:lnTo>
                    <a:pt x="1051981" y="441236"/>
                  </a:lnTo>
                  <a:lnTo>
                    <a:pt x="1054445" y="441266"/>
                  </a:lnTo>
                  <a:lnTo>
                    <a:pt x="1056909" y="441291"/>
                  </a:lnTo>
                  <a:lnTo>
                    <a:pt x="1059372" y="441312"/>
                  </a:lnTo>
                  <a:lnTo>
                    <a:pt x="1061836" y="441329"/>
                  </a:lnTo>
                  <a:lnTo>
                    <a:pt x="1064300" y="441343"/>
                  </a:lnTo>
                  <a:lnTo>
                    <a:pt x="1066763" y="441354"/>
                  </a:lnTo>
                  <a:lnTo>
                    <a:pt x="1069227" y="441362"/>
                  </a:lnTo>
                  <a:lnTo>
                    <a:pt x="1071691" y="441369"/>
                  </a:lnTo>
                  <a:lnTo>
                    <a:pt x="1074154" y="441374"/>
                  </a:lnTo>
                  <a:lnTo>
                    <a:pt x="1076618" y="441377"/>
                  </a:lnTo>
                  <a:lnTo>
                    <a:pt x="1079082" y="441380"/>
                  </a:lnTo>
                  <a:lnTo>
                    <a:pt x="1081545" y="441382"/>
                  </a:lnTo>
                  <a:lnTo>
                    <a:pt x="1084009" y="441384"/>
                  </a:lnTo>
                  <a:lnTo>
                    <a:pt x="1086472" y="441385"/>
                  </a:lnTo>
                  <a:lnTo>
                    <a:pt x="1088936" y="441385"/>
                  </a:lnTo>
                  <a:lnTo>
                    <a:pt x="1091400" y="441386"/>
                  </a:lnTo>
                  <a:lnTo>
                    <a:pt x="1093863" y="441386"/>
                  </a:lnTo>
                  <a:lnTo>
                    <a:pt x="1096327" y="441386"/>
                  </a:lnTo>
                  <a:lnTo>
                    <a:pt x="1098791" y="441387"/>
                  </a:lnTo>
                  <a:lnTo>
                    <a:pt x="1101254" y="441387"/>
                  </a:lnTo>
                  <a:lnTo>
                    <a:pt x="1103718" y="441387"/>
                  </a:lnTo>
                  <a:lnTo>
                    <a:pt x="1106182" y="441387"/>
                  </a:lnTo>
                  <a:lnTo>
                    <a:pt x="1108645" y="441387"/>
                  </a:lnTo>
                  <a:lnTo>
                    <a:pt x="1111109" y="441387"/>
                  </a:lnTo>
                  <a:lnTo>
                    <a:pt x="1113573" y="441387"/>
                  </a:lnTo>
                  <a:lnTo>
                    <a:pt x="1116036" y="441387"/>
                  </a:lnTo>
                  <a:lnTo>
                    <a:pt x="1118500" y="441387"/>
                  </a:lnTo>
                  <a:lnTo>
                    <a:pt x="1120964" y="441387"/>
                  </a:lnTo>
                  <a:lnTo>
                    <a:pt x="1123427" y="441387"/>
                  </a:lnTo>
                  <a:lnTo>
                    <a:pt x="1125891" y="441387"/>
                  </a:lnTo>
                  <a:lnTo>
                    <a:pt x="1128355" y="441387"/>
                  </a:lnTo>
                  <a:lnTo>
                    <a:pt x="1130818" y="441387"/>
                  </a:lnTo>
                  <a:lnTo>
                    <a:pt x="1133282" y="441387"/>
                  </a:lnTo>
                  <a:lnTo>
                    <a:pt x="1135746" y="441387"/>
                  </a:lnTo>
                  <a:lnTo>
                    <a:pt x="1138209" y="441387"/>
                  </a:lnTo>
                  <a:lnTo>
                    <a:pt x="1140673" y="441387"/>
                  </a:lnTo>
                  <a:lnTo>
                    <a:pt x="1143137" y="441387"/>
                  </a:lnTo>
                  <a:lnTo>
                    <a:pt x="1145600" y="441387"/>
                  </a:lnTo>
                  <a:lnTo>
                    <a:pt x="1148064" y="441387"/>
                  </a:lnTo>
                  <a:lnTo>
                    <a:pt x="1150528" y="441387"/>
                  </a:lnTo>
                  <a:lnTo>
                    <a:pt x="1152991" y="441387"/>
                  </a:lnTo>
                  <a:lnTo>
                    <a:pt x="1155455" y="441387"/>
                  </a:lnTo>
                  <a:lnTo>
                    <a:pt x="1157919" y="441387"/>
                  </a:lnTo>
                  <a:lnTo>
                    <a:pt x="1160382" y="441387"/>
                  </a:lnTo>
                  <a:lnTo>
                    <a:pt x="1162846" y="441387"/>
                  </a:lnTo>
                  <a:lnTo>
                    <a:pt x="1165310" y="441387"/>
                  </a:lnTo>
                  <a:lnTo>
                    <a:pt x="1167773" y="441387"/>
                  </a:lnTo>
                  <a:lnTo>
                    <a:pt x="1170237" y="441387"/>
                  </a:lnTo>
                  <a:lnTo>
                    <a:pt x="1172701" y="441387"/>
                  </a:lnTo>
                  <a:lnTo>
                    <a:pt x="1175164" y="441387"/>
                  </a:lnTo>
                  <a:lnTo>
                    <a:pt x="1177628" y="441387"/>
                  </a:lnTo>
                  <a:lnTo>
                    <a:pt x="1180091" y="441387"/>
                  </a:lnTo>
                  <a:lnTo>
                    <a:pt x="1182555" y="441387"/>
                  </a:lnTo>
                  <a:lnTo>
                    <a:pt x="1185019" y="441387"/>
                  </a:lnTo>
                  <a:lnTo>
                    <a:pt x="1187482" y="441387"/>
                  </a:lnTo>
                  <a:lnTo>
                    <a:pt x="1189946" y="441387"/>
                  </a:lnTo>
                  <a:lnTo>
                    <a:pt x="1192410" y="441387"/>
                  </a:lnTo>
                  <a:lnTo>
                    <a:pt x="1194873" y="441387"/>
                  </a:lnTo>
                  <a:lnTo>
                    <a:pt x="1197337" y="441387"/>
                  </a:lnTo>
                  <a:lnTo>
                    <a:pt x="1199801" y="441387"/>
                  </a:lnTo>
                  <a:lnTo>
                    <a:pt x="1202264" y="441387"/>
                  </a:lnTo>
                  <a:lnTo>
                    <a:pt x="1204728" y="441387"/>
                  </a:lnTo>
                  <a:lnTo>
                    <a:pt x="1207192" y="441387"/>
                  </a:lnTo>
                  <a:lnTo>
                    <a:pt x="1209655" y="441387"/>
                  </a:lnTo>
                  <a:lnTo>
                    <a:pt x="1212119" y="441387"/>
                  </a:lnTo>
                  <a:lnTo>
                    <a:pt x="1214583" y="441387"/>
                  </a:lnTo>
                  <a:lnTo>
                    <a:pt x="1217046" y="441387"/>
                  </a:lnTo>
                  <a:lnTo>
                    <a:pt x="1219510" y="441387"/>
                  </a:lnTo>
                  <a:lnTo>
                    <a:pt x="1221974" y="441387"/>
                  </a:lnTo>
                  <a:lnTo>
                    <a:pt x="1224437" y="441387"/>
                  </a:lnTo>
                  <a:lnTo>
                    <a:pt x="1226901" y="441387"/>
                  </a:lnTo>
                  <a:lnTo>
                    <a:pt x="1229365" y="441387"/>
                  </a:lnTo>
                  <a:lnTo>
                    <a:pt x="1231828" y="441387"/>
                  </a:lnTo>
                  <a:lnTo>
                    <a:pt x="1234292" y="441387"/>
                  </a:lnTo>
                  <a:lnTo>
                    <a:pt x="1236756" y="441387"/>
                  </a:lnTo>
                  <a:lnTo>
                    <a:pt x="1239219" y="441387"/>
                  </a:lnTo>
                  <a:lnTo>
                    <a:pt x="1241683" y="441387"/>
                  </a:lnTo>
                  <a:lnTo>
                    <a:pt x="1244147" y="441387"/>
                  </a:lnTo>
                  <a:lnTo>
                    <a:pt x="1246610" y="441387"/>
                  </a:lnTo>
                  <a:lnTo>
                    <a:pt x="1249074" y="441387"/>
                  </a:lnTo>
                  <a:lnTo>
                    <a:pt x="1251538" y="441387"/>
                  </a:lnTo>
                  <a:lnTo>
                    <a:pt x="1254001" y="441387"/>
                  </a:lnTo>
                  <a:lnTo>
                    <a:pt x="1256465" y="441387"/>
                  </a:lnTo>
                  <a:lnTo>
                    <a:pt x="1258929" y="441387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7005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79"/>
                  </a:lnTo>
                  <a:lnTo>
                    <a:pt x="64055" y="1188079"/>
                  </a:lnTo>
                  <a:lnTo>
                    <a:pt x="66518" y="1188077"/>
                  </a:lnTo>
                  <a:lnTo>
                    <a:pt x="68982" y="1188074"/>
                  </a:lnTo>
                  <a:lnTo>
                    <a:pt x="71446" y="1188066"/>
                  </a:lnTo>
                  <a:lnTo>
                    <a:pt x="73909" y="1188051"/>
                  </a:lnTo>
                  <a:lnTo>
                    <a:pt x="76373" y="1188021"/>
                  </a:lnTo>
                  <a:lnTo>
                    <a:pt x="78837" y="1187966"/>
                  </a:lnTo>
                  <a:lnTo>
                    <a:pt x="81300" y="1187867"/>
                  </a:lnTo>
                  <a:lnTo>
                    <a:pt x="83764" y="1187697"/>
                  </a:lnTo>
                  <a:lnTo>
                    <a:pt x="86228" y="1187417"/>
                  </a:lnTo>
                  <a:lnTo>
                    <a:pt x="88691" y="1186973"/>
                  </a:lnTo>
                  <a:lnTo>
                    <a:pt x="91155" y="1186282"/>
                  </a:lnTo>
                  <a:lnTo>
                    <a:pt x="93618" y="1185254"/>
                  </a:lnTo>
                  <a:lnTo>
                    <a:pt x="96082" y="1183813"/>
                  </a:lnTo>
                  <a:lnTo>
                    <a:pt x="98546" y="1181882"/>
                  </a:lnTo>
                  <a:lnTo>
                    <a:pt x="101009" y="1179414"/>
                  </a:lnTo>
                  <a:lnTo>
                    <a:pt x="103473" y="1176400"/>
                  </a:lnTo>
                  <a:lnTo>
                    <a:pt x="105937" y="1172889"/>
                  </a:lnTo>
                  <a:lnTo>
                    <a:pt x="108400" y="1168989"/>
                  </a:lnTo>
                  <a:lnTo>
                    <a:pt x="110864" y="1164865"/>
                  </a:lnTo>
                  <a:lnTo>
                    <a:pt x="113328" y="1160719"/>
                  </a:lnTo>
                  <a:lnTo>
                    <a:pt x="115791" y="1156767"/>
                  </a:lnTo>
                  <a:lnTo>
                    <a:pt x="118255" y="1153207"/>
                  </a:lnTo>
                  <a:lnTo>
                    <a:pt x="120719" y="1150185"/>
                  </a:lnTo>
                  <a:lnTo>
                    <a:pt x="123182" y="1147774"/>
                  </a:lnTo>
                  <a:lnTo>
                    <a:pt x="125646" y="1146003"/>
                  </a:lnTo>
                  <a:lnTo>
                    <a:pt x="128110" y="1144726"/>
                  </a:lnTo>
                  <a:lnTo>
                    <a:pt x="130573" y="1143797"/>
                  </a:lnTo>
                  <a:lnTo>
                    <a:pt x="133037" y="1143071"/>
                  </a:lnTo>
                  <a:lnTo>
                    <a:pt x="135501" y="1142428"/>
                  </a:lnTo>
                  <a:lnTo>
                    <a:pt x="137964" y="1141803"/>
                  </a:lnTo>
                  <a:lnTo>
                    <a:pt x="140428" y="1141191"/>
                  </a:lnTo>
                  <a:lnTo>
                    <a:pt x="142892" y="1140651"/>
                  </a:lnTo>
                  <a:lnTo>
                    <a:pt x="145355" y="1140289"/>
                  </a:lnTo>
                  <a:lnTo>
                    <a:pt x="147819" y="1140236"/>
                  </a:lnTo>
                  <a:lnTo>
                    <a:pt x="150283" y="1140618"/>
                  </a:lnTo>
                  <a:lnTo>
                    <a:pt x="152746" y="1141528"/>
                  </a:lnTo>
                  <a:lnTo>
                    <a:pt x="155210" y="1143007"/>
                  </a:lnTo>
                  <a:lnTo>
                    <a:pt x="157674" y="1145033"/>
                  </a:lnTo>
                  <a:lnTo>
                    <a:pt x="160137" y="1147509"/>
                  </a:lnTo>
                  <a:lnTo>
                    <a:pt x="162601" y="1150234"/>
                  </a:lnTo>
                  <a:lnTo>
                    <a:pt x="165065" y="1153018"/>
                  </a:lnTo>
                  <a:lnTo>
                    <a:pt x="167528" y="1155673"/>
                  </a:lnTo>
                  <a:lnTo>
                    <a:pt x="169992" y="1158038"/>
                  </a:lnTo>
                  <a:lnTo>
                    <a:pt x="172456" y="1159988"/>
                  </a:lnTo>
                  <a:lnTo>
                    <a:pt x="174919" y="1161446"/>
                  </a:lnTo>
                  <a:lnTo>
                    <a:pt x="177383" y="1162377"/>
                  </a:lnTo>
                  <a:lnTo>
                    <a:pt x="179847" y="1162785"/>
                  </a:lnTo>
                  <a:lnTo>
                    <a:pt x="182310" y="1162697"/>
                  </a:lnTo>
                  <a:lnTo>
                    <a:pt x="184774" y="1162159"/>
                  </a:lnTo>
                  <a:lnTo>
                    <a:pt x="187237" y="1161224"/>
                  </a:lnTo>
                  <a:lnTo>
                    <a:pt x="189701" y="1159949"/>
                  </a:lnTo>
                  <a:lnTo>
                    <a:pt x="192165" y="1158382"/>
                  </a:lnTo>
                  <a:lnTo>
                    <a:pt x="194628" y="1156588"/>
                  </a:lnTo>
                  <a:lnTo>
                    <a:pt x="197092" y="1154626"/>
                  </a:lnTo>
                  <a:lnTo>
                    <a:pt x="199556" y="1152535"/>
                  </a:lnTo>
                  <a:lnTo>
                    <a:pt x="202019" y="1150335"/>
                  </a:lnTo>
                  <a:lnTo>
                    <a:pt x="204483" y="1148025"/>
                  </a:lnTo>
                  <a:lnTo>
                    <a:pt x="206947" y="1145579"/>
                  </a:lnTo>
                  <a:lnTo>
                    <a:pt x="209410" y="1142950"/>
                  </a:lnTo>
                  <a:lnTo>
                    <a:pt x="211874" y="1140074"/>
                  </a:lnTo>
                  <a:lnTo>
                    <a:pt x="214338" y="1136881"/>
                  </a:lnTo>
                  <a:lnTo>
                    <a:pt x="216801" y="1133301"/>
                  </a:lnTo>
                  <a:lnTo>
                    <a:pt x="219265" y="1129278"/>
                  </a:lnTo>
                  <a:lnTo>
                    <a:pt x="221729" y="1124776"/>
                  </a:lnTo>
                  <a:lnTo>
                    <a:pt x="224192" y="1119780"/>
                  </a:lnTo>
                  <a:lnTo>
                    <a:pt x="226656" y="1114275"/>
                  </a:lnTo>
                  <a:lnTo>
                    <a:pt x="229120" y="1108342"/>
                  </a:lnTo>
                  <a:lnTo>
                    <a:pt x="231583" y="1102066"/>
                  </a:lnTo>
                  <a:lnTo>
                    <a:pt x="234047" y="1095549"/>
                  </a:lnTo>
                  <a:lnTo>
                    <a:pt x="236511" y="1088911"/>
                  </a:lnTo>
                  <a:lnTo>
                    <a:pt x="238974" y="1082273"/>
                  </a:lnTo>
                  <a:lnTo>
                    <a:pt x="241438" y="1075749"/>
                  </a:lnTo>
                  <a:lnTo>
                    <a:pt x="243902" y="1069424"/>
                  </a:lnTo>
                  <a:lnTo>
                    <a:pt x="246365" y="1063342"/>
                  </a:lnTo>
                  <a:lnTo>
                    <a:pt x="248829" y="1057497"/>
                  </a:lnTo>
                  <a:lnTo>
                    <a:pt x="251293" y="1051838"/>
                  </a:lnTo>
                  <a:lnTo>
                    <a:pt x="253756" y="1046278"/>
                  </a:lnTo>
                  <a:lnTo>
                    <a:pt x="256220" y="1040723"/>
                  </a:lnTo>
                  <a:lnTo>
                    <a:pt x="258684" y="1035099"/>
                  </a:lnTo>
                  <a:lnTo>
                    <a:pt x="261147" y="1029383"/>
                  </a:lnTo>
                  <a:lnTo>
                    <a:pt x="263611" y="1023643"/>
                  </a:lnTo>
                  <a:lnTo>
                    <a:pt x="266075" y="1017998"/>
                  </a:lnTo>
                  <a:lnTo>
                    <a:pt x="268538" y="1012582"/>
                  </a:lnTo>
                  <a:lnTo>
                    <a:pt x="271002" y="1007502"/>
                  </a:lnTo>
                  <a:lnTo>
                    <a:pt x="273465" y="1002770"/>
                  </a:lnTo>
                  <a:lnTo>
                    <a:pt x="275929" y="998254"/>
                  </a:lnTo>
                  <a:lnTo>
                    <a:pt x="278393" y="993625"/>
                  </a:lnTo>
                  <a:lnTo>
                    <a:pt x="280856" y="988331"/>
                  </a:lnTo>
                  <a:lnTo>
                    <a:pt x="283320" y="981580"/>
                  </a:lnTo>
                  <a:lnTo>
                    <a:pt x="285784" y="972343"/>
                  </a:lnTo>
                  <a:lnTo>
                    <a:pt x="288247" y="959356"/>
                  </a:lnTo>
                  <a:lnTo>
                    <a:pt x="290711" y="941139"/>
                  </a:lnTo>
                  <a:lnTo>
                    <a:pt x="293175" y="915675"/>
                  </a:lnTo>
                  <a:lnTo>
                    <a:pt x="295638" y="880778"/>
                  </a:lnTo>
                  <a:lnTo>
                    <a:pt x="298102" y="834914"/>
                  </a:lnTo>
                  <a:lnTo>
                    <a:pt x="300566" y="776450"/>
                  </a:lnTo>
                  <a:lnTo>
                    <a:pt x="303029" y="704344"/>
                  </a:lnTo>
                  <a:lnTo>
                    <a:pt x="305493" y="618605"/>
                  </a:lnTo>
                  <a:lnTo>
                    <a:pt x="307957" y="520784"/>
                  </a:lnTo>
                  <a:lnTo>
                    <a:pt x="310420" y="414370"/>
                  </a:lnTo>
                  <a:lnTo>
                    <a:pt x="312884" y="304969"/>
                  </a:lnTo>
                  <a:lnTo>
                    <a:pt x="315348" y="200119"/>
                  </a:lnTo>
                  <a:lnTo>
                    <a:pt x="317811" y="108680"/>
                  </a:lnTo>
                  <a:lnTo>
                    <a:pt x="320275" y="39811"/>
                  </a:lnTo>
                  <a:lnTo>
                    <a:pt x="322739" y="1659"/>
                  </a:lnTo>
                  <a:lnTo>
                    <a:pt x="325202" y="0"/>
                  </a:lnTo>
                  <a:lnTo>
                    <a:pt x="327666" y="39384"/>
                  </a:lnTo>
                  <a:lnTo>
                    <a:pt x="330130" y="115393"/>
                  </a:lnTo>
                  <a:lnTo>
                    <a:pt x="332593" y="220498"/>
                  </a:lnTo>
                  <a:lnTo>
                    <a:pt x="335057" y="345488"/>
                  </a:lnTo>
                  <a:lnTo>
                    <a:pt x="337521" y="480072"/>
                  </a:lnTo>
                  <a:lnTo>
                    <a:pt x="339984" y="614336"/>
                  </a:lnTo>
                  <a:lnTo>
                    <a:pt x="342448" y="739953"/>
                  </a:lnTo>
                  <a:lnTo>
                    <a:pt x="344912" y="850941"/>
                  </a:lnTo>
                  <a:lnTo>
                    <a:pt x="347375" y="943937"/>
                  </a:lnTo>
                  <a:lnTo>
                    <a:pt x="349839" y="1018025"/>
                  </a:lnTo>
                  <a:lnTo>
                    <a:pt x="352303" y="1074232"/>
                  </a:lnTo>
                  <a:lnTo>
                    <a:pt x="354766" y="1114876"/>
                  </a:lnTo>
                  <a:lnTo>
                    <a:pt x="357230" y="1142904"/>
                  </a:lnTo>
                  <a:lnTo>
                    <a:pt x="359694" y="1161311"/>
                  </a:lnTo>
                  <a:lnTo>
                    <a:pt x="362157" y="1172518"/>
                  </a:lnTo>
                  <a:lnTo>
                    <a:pt x="364621" y="1179365"/>
                  </a:lnTo>
                  <a:lnTo>
                    <a:pt x="367084" y="1183382"/>
                  </a:lnTo>
                  <a:lnTo>
                    <a:pt x="369548" y="1185645"/>
                  </a:lnTo>
                  <a:lnTo>
                    <a:pt x="372012" y="1186868"/>
                  </a:lnTo>
                  <a:lnTo>
                    <a:pt x="374475" y="1187501"/>
                  </a:lnTo>
                  <a:lnTo>
                    <a:pt x="376939" y="1187815"/>
                  </a:lnTo>
                  <a:lnTo>
                    <a:pt x="379403" y="1187963"/>
                  </a:lnTo>
                  <a:lnTo>
                    <a:pt x="381866" y="1188031"/>
                  </a:lnTo>
                  <a:lnTo>
                    <a:pt x="384330" y="1188060"/>
                  </a:lnTo>
                  <a:lnTo>
                    <a:pt x="386794" y="1188072"/>
                  </a:lnTo>
                  <a:lnTo>
                    <a:pt x="389257" y="1188077"/>
                  </a:lnTo>
                  <a:lnTo>
                    <a:pt x="391721" y="1188079"/>
                  </a:lnTo>
                  <a:lnTo>
                    <a:pt x="394185" y="1188079"/>
                  </a:lnTo>
                  <a:lnTo>
                    <a:pt x="396648" y="1188080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79"/>
                  </a:lnTo>
                  <a:lnTo>
                    <a:pt x="906625" y="1188078"/>
                  </a:lnTo>
                  <a:lnTo>
                    <a:pt x="909089" y="1188077"/>
                  </a:lnTo>
                  <a:lnTo>
                    <a:pt x="911553" y="1188074"/>
                  </a:lnTo>
                  <a:lnTo>
                    <a:pt x="914016" y="1188069"/>
                  </a:lnTo>
                  <a:lnTo>
                    <a:pt x="916480" y="1188060"/>
                  </a:lnTo>
                  <a:lnTo>
                    <a:pt x="918944" y="1188044"/>
                  </a:lnTo>
                  <a:lnTo>
                    <a:pt x="921407" y="1188019"/>
                  </a:lnTo>
                  <a:lnTo>
                    <a:pt x="923871" y="1187981"/>
                  </a:lnTo>
                  <a:lnTo>
                    <a:pt x="926335" y="1187925"/>
                  </a:lnTo>
                  <a:lnTo>
                    <a:pt x="928798" y="1187845"/>
                  </a:lnTo>
                  <a:lnTo>
                    <a:pt x="931262" y="1187737"/>
                  </a:lnTo>
                  <a:lnTo>
                    <a:pt x="933726" y="1187598"/>
                  </a:lnTo>
                  <a:lnTo>
                    <a:pt x="936189" y="1187426"/>
                  </a:lnTo>
                  <a:lnTo>
                    <a:pt x="938653" y="1187228"/>
                  </a:lnTo>
                  <a:lnTo>
                    <a:pt x="941117" y="1187013"/>
                  </a:lnTo>
                  <a:lnTo>
                    <a:pt x="943580" y="1186796"/>
                  </a:lnTo>
                  <a:lnTo>
                    <a:pt x="946044" y="1186594"/>
                  </a:lnTo>
                  <a:lnTo>
                    <a:pt x="948508" y="1186426"/>
                  </a:lnTo>
                  <a:lnTo>
                    <a:pt x="950971" y="1186308"/>
                  </a:lnTo>
                  <a:lnTo>
                    <a:pt x="953435" y="1186253"/>
                  </a:lnTo>
                  <a:lnTo>
                    <a:pt x="955899" y="1186267"/>
                  </a:lnTo>
                  <a:lnTo>
                    <a:pt x="958362" y="1186349"/>
                  </a:lnTo>
                  <a:lnTo>
                    <a:pt x="960826" y="1186490"/>
                  </a:lnTo>
                  <a:lnTo>
                    <a:pt x="963290" y="1186676"/>
                  </a:lnTo>
                  <a:lnTo>
                    <a:pt x="965753" y="1186889"/>
                  </a:lnTo>
                  <a:lnTo>
                    <a:pt x="968217" y="1187108"/>
                  </a:lnTo>
                  <a:lnTo>
                    <a:pt x="970681" y="1187317"/>
                  </a:lnTo>
                  <a:lnTo>
                    <a:pt x="973144" y="1187503"/>
                  </a:lnTo>
                  <a:lnTo>
                    <a:pt x="975608" y="1187660"/>
                  </a:lnTo>
                  <a:lnTo>
                    <a:pt x="978072" y="1187785"/>
                  </a:lnTo>
                  <a:lnTo>
                    <a:pt x="980535" y="1187881"/>
                  </a:lnTo>
                  <a:lnTo>
                    <a:pt x="982999" y="1187951"/>
                  </a:lnTo>
                  <a:lnTo>
                    <a:pt x="985463" y="1188000"/>
                  </a:lnTo>
                  <a:lnTo>
                    <a:pt x="987926" y="1188032"/>
                  </a:lnTo>
                  <a:lnTo>
                    <a:pt x="990390" y="1188052"/>
                  </a:lnTo>
                  <a:lnTo>
                    <a:pt x="992853" y="1188065"/>
                  </a:lnTo>
                  <a:lnTo>
                    <a:pt x="995317" y="1188072"/>
                  </a:lnTo>
                  <a:lnTo>
                    <a:pt x="997781" y="1188076"/>
                  </a:lnTo>
                  <a:lnTo>
                    <a:pt x="1000244" y="1188078"/>
                  </a:lnTo>
                  <a:lnTo>
                    <a:pt x="1002708" y="1188079"/>
                  </a:lnTo>
                  <a:lnTo>
                    <a:pt x="1005172" y="1188079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7005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79"/>
                  </a:lnTo>
                  <a:lnTo>
                    <a:pt x="64055" y="1188079"/>
                  </a:lnTo>
                  <a:lnTo>
                    <a:pt x="66518" y="1188077"/>
                  </a:lnTo>
                  <a:lnTo>
                    <a:pt x="68982" y="1188074"/>
                  </a:lnTo>
                  <a:lnTo>
                    <a:pt x="71446" y="1188066"/>
                  </a:lnTo>
                  <a:lnTo>
                    <a:pt x="73909" y="1188051"/>
                  </a:lnTo>
                  <a:lnTo>
                    <a:pt x="76373" y="1188021"/>
                  </a:lnTo>
                  <a:lnTo>
                    <a:pt x="78837" y="1187966"/>
                  </a:lnTo>
                  <a:lnTo>
                    <a:pt x="81300" y="1187867"/>
                  </a:lnTo>
                  <a:lnTo>
                    <a:pt x="83764" y="1187697"/>
                  </a:lnTo>
                  <a:lnTo>
                    <a:pt x="86228" y="1187417"/>
                  </a:lnTo>
                  <a:lnTo>
                    <a:pt x="88691" y="1186973"/>
                  </a:lnTo>
                  <a:lnTo>
                    <a:pt x="91155" y="1186282"/>
                  </a:lnTo>
                  <a:lnTo>
                    <a:pt x="93618" y="1185254"/>
                  </a:lnTo>
                  <a:lnTo>
                    <a:pt x="96082" y="1183813"/>
                  </a:lnTo>
                  <a:lnTo>
                    <a:pt x="98546" y="1181882"/>
                  </a:lnTo>
                  <a:lnTo>
                    <a:pt x="101009" y="1179414"/>
                  </a:lnTo>
                  <a:lnTo>
                    <a:pt x="103473" y="1176400"/>
                  </a:lnTo>
                  <a:lnTo>
                    <a:pt x="105937" y="1172889"/>
                  </a:lnTo>
                  <a:lnTo>
                    <a:pt x="108400" y="1168989"/>
                  </a:lnTo>
                  <a:lnTo>
                    <a:pt x="110864" y="1164865"/>
                  </a:lnTo>
                  <a:lnTo>
                    <a:pt x="113328" y="1160719"/>
                  </a:lnTo>
                  <a:lnTo>
                    <a:pt x="115791" y="1156767"/>
                  </a:lnTo>
                  <a:lnTo>
                    <a:pt x="118255" y="1153207"/>
                  </a:lnTo>
                  <a:lnTo>
                    <a:pt x="120719" y="1150185"/>
                  </a:lnTo>
                  <a:lnTo>
                    <a:pt x="123182" y="1147774"/>
                  </a:lnTo>
                  <a:lnTo>
                    <a:pt x="125646" y="1146003"/>
                  </a:lnTo>
                  <a:lnTo>
                    <a:pt x="128110" y="1144726"/>
                  </a:lnTo>
                  <a:lnTo>
                    <a:pt x="130573" y="1143797"/>
                  </a:lnTo>
                  <a:lnTo>
                    <a:pt x="133037" y="1143071"/>
                  </a:lnTo>
                  <a:lnTo>
                    <a:pt x="135501" y="1142428"/>
                  </a:lnTo>
                  <a:lnTo>
                    <a:pt x="137964" y="1141803"/>
                  </a:lnTo>
                  <a:lnTo>
                    <a:pt x="140428" y="1141191"/>
                  </a:lnTo>
                  <a:lnTo>
                    <a:pt x="142892" y="1140651"/>
                  </a:lnTo>
                  <a:lnTo>
                    <a:pt x="145355" y="1140289"/>
                  </a:lnTo>
                  <a:lnTo>
                    <a:pt x="147819" y="1140236"/>
                  </a:lnTo>
                  <a:lnTo>
                    <a:pt x="150283" y="1140618"/>
                  </a:lnTo>
                  <a:lnTo>
                    <a:pt x="152746" y="1141528"/>
                  </a:lnTo>
                  <a:lnTo>
                    <a:pt x="155210" y="1143007"/>
                  </a:lnTo>
                  <a:lnTo>
                    <a:pt x="157674" y="1145033"/>
                  </a:lnTo>
                  <a:lnTo>
                    <a:pt x="160137" y="1147509"/>
                  </a:lnTo>
                  <a:lnTo>
                    <a:pt x="162601" y="1150234"/>
                  </a:lnTo>
                  <a:lnTo>
                    <a:pt x="165065" y="1153018"/>
                  </a:lnTo>
                  <a:lnTo>
                    <a:pt x="167528" y="1155673"/>
                  </a:lnTo>
                  <a:lnTo>
                    <a:pt x="169992" y="1158038"/>
                  </a:lnTo>
                  <a:lnTo>
                    <a:pt x="172456" y="1159988"/>
                  </a:lnTo>
                  <a:lnTo>
                    <a:pt x="174919" y="1161446"/>
                  </a:lnTo>
                  <a:lnTo>
                    <a:pt x="177383" y="1162377"/>
                  </a:lnTo>
                  <a:lnTo>
                    <a:pt x="179847" y="1162785"/>
                  </a:lnTo>
                  <a:lnTo>
                    <a:pt x="182310" y="1162697"/>
                  </a:lnTo>
                  <a:lnTo>
                    <a:pt x="184774" y="1162159"/>
                  </a:lnTo>
                  <a:lnTo>
                    <a:pt x="187237" y="1161224"/>
                  </a:lnTo>
                  <a:lnTo>
                    <a:pt x="189701" y="1159949"/>
                  </a:lnTo>
                  <a:lnTo>
                    <a:pt x="192165" y="1158382"/>
                  </a:lnTo>
                  <a:lnTo>
                    <a:pt x="194628" y="1156588"/>
                  </a:lnTo>
                  <a:lnTo>
                    <a:pt x="197092" y="1154626"/>
                  </a:lnTo>
                  <a:lnTo>
                    <a:pt x="199556" y="1152535"/>
                  </a:lnTo>
                  <a:lnTo>
                    <a:pt x="202019" y="1150335"/>
                  </a:lnTo>
                  <a:lnTo>
                    <a:pt x="204483" y="1148025"/>
                  </a:lnTo>
                  <a:lnTo>
                    <a:pt x="206947" y="1145579"/>
                  </a:lnTo>
                  <a:lnTo>
                    <a:pt x="209410" y="1142950"/>
                  </a:lnTo>
                  <a:lnTo>
                    <a:pt x="211874" y="1140074"/>
                  </a:lnTo>
                  <a:lnTo>
                    <a:pt x="214338" y="1136881"/>
                  </a:lnTo>
                  <a:lnTo>
                    <a:pt x="216801" y="1133301"/>
                  </a:lnTo>
                  <a:lnTo>
                    <a:pt x="219265" y="1129278"/>
                  </a:lnTo>
                  <a:lnTo>
                    <a:pt x="221729" y="1124776"/>
                  </a:lnTo>
                  <a:lnTo>
                    <a:pt x="224192" y="1119780"/>
                  </a:lnTo>
                  <a:lnTo>
                    <a:pt x="226656" y="1114275"/>
                  </a:lnTo>
                  <a:lnTo>
                    <a:pt x="229120" y="1108342"/>
                  </a:lnTo>
                  <a:lnTo>
                    <a:pt x="231583" y="1102066"/>
                  </a:lnTo>
                  <a:lnTo>
                    <a:pt x="234047" y="1095549"/>
                  </a:lnTo>
                  <a:lnTo>
                    <a:pt x="236511" y="1088911"/>
                  </a:lnTo>
                  <a:lnTo>
                    <a:pt x="238974" y="1082273"/>
                  </a:lnTo>
                  <a:lnTo>
                    <a:pt x="241438" y="1075749"/>
                  </a:lnTo>
                  <a:lnTo>
                    <a:pt x="243902" y="1069424"/>
                  </a:lnTo>
                  <a:lnTo>
                    <a:pt x="246365" y="1063342"/>
                  </a:lnTo>
                  <a:lnTo>
                    <a:pt x="248829" y="1057497"/>
                  </a:lnTo>
                  <a:lnTo>
                    <a:pt x="251293" y="1051838"/>
                  </a:lnTo>
                  <a:lnTo>
                    <a:pt x="253756" y="1046278"/>
                  </a:lnTo>
                  <a:lnTo>
                    <a:pt x="256220" y="1040723"/>
                  </a:lnTo>
                  <a:lnTo>
                    <a:pt x="258684" y="1035099"/>
                  </a:lnTo>
                  <a:lnTo>
                    <a:pt x="261147" y="1029383"/>
                  </a:lnTo>
                  <a:lnTo>
                    <a:pt x="263611" y="1023643"/>
                  </a:lnTo>
                  <a:lnTo>
                    <a:pt x="266075" y="1017998"/>
                  </a:lnTo>
                  <a:lnTo>
                    <a:pt x="268538" y="1012582"/>
                  </a:lnTo>
                  <a:lnTo>
                    <a:pt x="271002" y="1007502"/>
                  </a:lnTo>
                  <a:lnTo>
                    <a:pt x="273465" y="1002770"/>
                  </a:lnTo>
                  <a:lnTo>
                    <a:pt x="275929" y="998254"/>
                  </a:lnTo>
                  <a:lnTo>
                    <a:pt x="278393" y="993625"/>
                  </a:lnTo>
                  <a:lnTo>
                    <a:pt x="280856" y="988331"/>
                  </a:lnTo>
                  <a:lnTo>
                    <a:pt x="283320" y="981580"/>
                  </a:lnTo>
                  <a:lnTo>
                    <a:pt x="285784" y="972343"/>
                  </a:lnTo>
                  <a:lnTo>
                    <a:pt x="288247" y="959356"/>
                  </a:lnTo>
                  <a:lnTo>
                    <a:pt x="290711" y="941139"/>
                  </a:lnTo>
                  <a:lnTo>
                    <a:pt x="293175" y="915675"/>
                  </a:lnTo>
                  <a:lnTo>
                    <a:pt x="295638" y="880778"/>
                  </a:lnTo>
                  <a:lnTo>
                    <a:pt x="298102" y="834914"/>
                  </a:lnTo>
                  <a:lnTo>
                    <a:pt x="300566" y="776450"/>
                  </a:lnTo>
                  <a:lnTo>
                    <a:pt x="303029" y="704344"/>
                  </a:lnTo>
                  <a:lnTo>
                    <a:pt x="305493" y="618605"/>
                  </a:lnTo>
                  <a:lnTo>
                    <a:pt x="307957" y="520784"/>
                  </a:lnTo>
                  <a:lnTo>
                    <a:pt x="310420" y="414370"/>
                  </a:lnTo>
                  <a:lnTo>
                    <a:pt x="312884" y="304969"/>
                  </a:lnTo>
                  <a:lnTo>
                    <a:pt x="315348" y="200119"/>
                  </a:lnTo>
                  <a:lnTo>
                    <a:pt x="317811" y="108680"/>
                  </a:lnTo>
                  <a:lnTo>
                    <a:pt x="320275" y="39811"/>
                  </a:lnTo>
                  <a:lnTo>
                    <a:pt x="322739" y="1659"/>
                  </a:lnTo>
                  <a:lnTo>
                    <a:pt x="325202" y="0"/>
                  </a:lnTo>
                  <a:lnTo>
                    <a:pt x="327666" y="39384"/>
                  </a:lnTo>
                  <a:lnTo>
                    <a:pt x="330130" y="115393"/>
                  </a:lnTo>
                  <a:lnTo>
                    <a:pt x="332593" y="220498"/>
                  </a:lnTo>
                  <a:lnTo>
                    <a:pt x="335057" y="345488"/>
                  </a:lnTo>
                  <a:lnTo>
                    <a:pt x="337521" y="480072"/>
                  </a:lnTo>
                  <a:lnTo>
                    <a:pt x="339984" y="614336"/>
                  </a:lnTo>
                  <a:lnTo>
                    <a:pt x="342448" y="739953"/>
                  </a:lnTo>
                  <a:lnTo>
                    <a:pt x="344912" y="850941"/>
                  </a:lnTo>
                  <a:lnTo>
                    <a:pt x="347375" y="943937"/>
                  </a:lnTo>
                  <a:lnTo>
                    <a:pt x="349839" y="1018025"/>
                  </a:lnTo>
                  <a:lnTo>
                    <a:pt x="352303" y="1074232"/>
                  </a:lnTo>
                  <a:lnTo>
                    <a:pt x="354766" y="1114876"/>
                  </a:lnTo>
                  <a:lnTo>
                    <a:pt x="357230" y="1142904"/>
                  </a:lnTo>
                  <a:lnTo>
                    <a:pt x="359694" y="1161311"/>
                  </a:lnTo>
                  <a:lnTo>
                    <a:pt x="362157" y="1172518"/>
                  </a:lnTo>
                  <a:lnTo>
                    <a:pt x="364621" y="1179365"/>
                  </a:lnTo>
                  <a:lnTo>
                    <a:pt x="367084" y="1183382"/>
                  </a:lnTo>
                  <a:lnTo>
                    <a:pt x="369548" y="1185645"/>
                  </a:lnTo>
                  <a:lnTo>
                    <a:pt x="372012" y="1186868"/>
                  </a:lnTo>
                  <a:lnTo>
                    <a:pt x="374475" y="1187501"/>
                  </a:lnTo>
                  <a:lnTo>
                    <a:pt x="376939" y="1187815"/>
                  </a:lnTo>
                  <a:lnTo>
                    <a:pt x="379403" y="1187963"/>
                  </a:lnTo>
                  <a:lnTo>
                    <a:pt x="381866" y="1188031"/>
                  </a:lnTo>
                  <a:lnTo>
                    <a:pt x="384330" y="1188060"/>
                  </a:lnTo>
                  <a:lnTo>
                    <a:pt x="386794" y="1188072"/>
                  </a:lnTo>
                  <a:lnTo>
                    <a:pt x="389257" y="1188077"/>
                  </a:lnTo>
                  <a:lnTo>
                    <a:pt x="391721" y="1188079"/>
                  </a:lnTo>
                  <a:lnTo>
                    <a:pt x="394185" y="1188079"/>
                  </a:lnTo>
                  <a:lnTo>
                    <a:pt x="396648" y="1188080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79"/>
                  </a:lnTo>
                  <a:lnTo>
                    <a:pt x="906625" y="1188078"/>
                  </a:lnTo>
                  <a:lnTo>
                    <a:pt x="909089" y="1188077"/>
                  </a:lnTo>
                  <a:lnTo>
                    <a:pt x="911553" y="1188074"/>
                  </a:lnTo>
                  <a:lnTo>
                    <a:pt x="914016" y="1188069"/>
                  </a:lnTo>
                  <a:lnTo>
                    <a:pt x="916480" y="1188060"/>
                  </a:lnTo>
                  <a:lnTo>
                    <a:pt x="918944" y="1188044"/>
                  </a:lnTo>
                  <a:lnTo>
                    <a:pt x="921407" y="1188019"/>
                  </a:lnTo>
                  <a:lnTo>
                    <a:pt x="923871" y="1187981"/>
                  </a:lnTo>
                  <a:lnTo>
                    <a:pt x="926335" y="1187925"/>
                  </a:lnTo>
                  <a:lnTo>
                    <a:pt x="928798" y="1187845"/>
                  </a:lnTo>
                  <a:lnTo>
                    <a:pt x="931262" y="1187737"/>
                  </a:lnTo>
                  <a:lnTo>
                    <a:pt x="933726" y="1187598"/>
                  </a:lnTo>
                  <a:lnTo>
                    <a:pt x="936189" y="1187426"/>
                  </a:lnTo>
                  <a:lnTo>
                    <a:pt x="938653" y="1187228"/>
                  </a:lnTo>
                  <a:lnTo>
                    <a:pt x="941117" y="1187013"/>
                  </a:lnTo>
                  <a:lnTo>
                    <a:pt x="943580" y="1186796"/>
                  </a:lnTo>
                  <a:lnTo>
                    <a:pt x="946044" y="1186594"/>
                  </a:lnTo>
                  <a:lnTo>
                    <a:pt x="948508" y="1186426"/>
                  </a:lnTo>
                  <a:lnTo>
                    <a:pt x="950971" y="1186308"/>
                  </a:lnTo>
                  <a:lnTo>
                    <a:pt x="953435" y="1186253"/>
                  </a:lnTo>
                  <a:lnTo>
                    <a:pt x="955899" y="1186267"/>
                  </a:lnTo>
                  <a:lnTo>
                    <a:pt x="958362" y="1186349"/>
                  </a:lnTo>
                  <a:lnTo>
                    <a:pt x="960826" y="1186490"/>
                  </a:lnTo>
                  <a:lnTo>
                    <a:pt x="963290" y="1186676"/>
                  </a:lnTo>
                  <a:lnTo>
                    <a:pt x="965753" y="1186889"/>
                  </a:lnTo>
                  <a:lnTo>
                    <a:pt x="968217" y="1187108"/>
                  </a:lnTo>
                  <a:lnTo>
                    <a:pt x="970681" y="1187317"/>
                  </a:lnTo>
                  <a:lnTo>
                    <a:pt x="973144" y="1187503"/>
                  </a:lnTo>
                  <a:lnTo>
                    <a:pt x="975608" y="1187660"/>
                  </a:lnTo>
                  <a:lnTo>
                    <a:pt x="978072" y="1187785"/>
                  </a:lnTo>
                  <a:lnTo>
                    <a:pt x="980535" y="1187881"/>
                  </a:lnTo>
                  <a:lnTo>
                    <a:pt x="982999" y="1187951"/>
                  </a:lnTo>
                  <a:lnTo>
                    <a:pt x="985463" y="1188000"/>
                  </a:lnTo>
                  <a:lnTo>
                    <a:pt x="987926" y="1188032"/>
                  </a:lnTo>
                  <a:lnTo>
                    <a:pt x="990390" y="1188052"/>
                  </a:lnTo>
                  <a:lnTo>
                    <a:pt x="992853" y="1188065"/>
                  </a:lnTo>
                  <a:lnTo>
                    <a:pt x="995317" y="1188072"/>
                  </a:lnTo>
                  <a:lnTo>
                    <a:pt x="997781" y="1188076"/>
                  </a:lnTo>
                  <a:lnTo>
                    <a:pt x="1000244" y="1188078"/>
                  </a:lnTo>
                  <a:lnTo>
                    <a:pt x="1002708" y="1188079"/>
                  </a:lnTo>
                  <a:lnTo>
                    <a:pt x="1005172" y="1188079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7005616" y="4008202"/>
              <a:ext cx="1258929" cy="131640"/>
            </a:xfrm>
            <a:custGeom>
              <a:avLst/>
              <a:pathLst>
                <a:path w="1258929" h="131640">
                  <a:moveTo>
                    <a:pt x="0" y="128744"/>
                  </a:moveTo>
                  <a:lnTo>
                    <a:pt x="2463" y="128659"/>
                  </a:lnTo>
                  <a:lnTo>
                    <a:pt x="4927" y="128571"/>
                  </a:lnTo>
                  <a:lnTo>
                    <a:pt x="7390" y="128482"/>
                  </a:lnTo>
                  <a:lnTo>
                    <a:pt x="9854" y="128391"/>
                  </a:lnTo>
                  <a:lnTo>
                    <a:pt x="12318" y="128299"/>
                  </a:lnTo>
                  <a:lnTo>
                    <a:pt x="14781" y="128204"/>
                  </a:lnTo>
                  <a:lnTo>
                    <a:pt x="17245" y="128107"/>
                  </a:lnTo>
                  <a:lnTo>
                    <a:pt x="19709" y="128009"/>
                  </a:lnTo>
                  <a:lnTo>
                    <a:pt x="22172" y="127908"/>
                  </a:lnTo>
                  <a:lnTo>
                    <a:pt x="24636" y="127806"/>
                  </a:lnTo>
                  <a:lnTo>
                    <a:pt x="27100" y="127701"/>
                  </a:lnTo>
                  <a:lnTo>
                    <a:pt x="29563" y="127595"/>
                  </a:lnTo>
                  <a:lnTo>
                    <a:pt x="32027" y="127485"/>
                  </a:lnTo>
                  <a:lnTo>
                    <a:pt x="34491" y="127375"/>
                  </a:lnTo>
                  <a:lnTo>
                    <a:pt x="36954" y="127261"/>
                  </a:lnTo>
                  <a:lnTo>
                    <a:pt x="39418" y="127145"/>
                  </a:lnTo>
                  <a:lnTo>
                    <a:pt x="41882" y="127028"/>
                  </a:lnTo>
                  <a:lnTo>
                    <a:pt x="44345" y="126906"/>
                  </a:lnTo>
                  <a:lnTo>
                    <a:pt x="46809" y="126784"/>
                  </a:lnTo>
                  <a:lnTo>
                    <a:pt x="49273" y="126658"/>
                  </a:lnTo>
                  <a:lnTo>
                    <a:pt x="51736" y="126530"/>
                  </a:lnTo>
                  <a:lnTo>
                    <a:pt x="54200" y="126398"/>
                  </a:lnTo>
                  <a:lnTo>
                    <a:pt x="56664" y="126264"/>
                  </a:lnTo>
                  <a:lnTo>
                    <a:pt x="59127" y="126127"/>
                  </a:lnTo>
                  <a:lnTo>
                    <a:pt x="61591" y="125987"/>
                  </a:lnTo>
                  <a:lnTo>
                    <a:pt x="64055" y="125844"/>
                  </a:lnTo>
                  <a:lnTo>
                    <a:pt x="66518" y="125697"/>
                  </a:lnTo>
                  <a:lnTo>
                    <a:pt x="68982" y="125547"/>
                  </a:lnTo>
                  <a:lnTo>
                    <a:pt x="71446" y="125393"/>
                  </a:lnTo>
                  <a:lnTo>
                    <a:pt x="73909" y="125236"/>
                  </a:lnTo>
                  <a:lnTo>
                    <a:pt x="76373" y="125076"/>
                  </a:lnTo>
                  <a:lnTo>
                    <a:pt x="78837" y="124909"/>
                  </a:lnTo>
                  <a:lnTo>
                    <a:pt x="81300" y="124742"/>
                  </a:lnTo>
                  <a:lnTo>
                    <a:pt x="83764" y="124567"/>
                  </a:lnTo>
                  <a:lnTo>
                    <a:pt x="86228" y="124390"/>
                  </a:lnTo>
                  <a:lnTo>
                    <a:pt x="88691" y="124207"/>
                  </a:lnTo>
                  <a:lnTo>
                    <a:pt x="91155" y="124020"/>
                  </a:lnTo>
                  <a:lnTo>
                    <a:pt x="93618" y="123829"/>
                  </a:lnTo>
                  <a:lnTo>
                    <a:pt x="96082" y="123630"/>
                  </a:lnTo>
                  <a:lnTo>
                    <a:pt x="98546" y="123429"/>
                  </a:lnTo>
                  <a:lnTo>
                    <a:pt x="101009" y="123219"/>
                  </a:lnTo>
                  <a:lnTo>
                    <a:pt x="103473" y="123006"/>
                  </a:lnTo>
                  <a:lnTo>
                    <a:pt x="105937" y="122786"/>
                  </a:lnTo>
                  <a:lnTo>
                    <a:pt x="108400" y="122559"/>
                  </a:lnTo>
                  <a:lnTo>
                    <a:pt x="110864" y="122328"/>
                  </a:lnTo>
                  <a:lnTo>
                    <a:pt x="113328" y="122086"/>
                  </a:lnTo>
                  <a:lnTo>
                    <a:pt x="115791" y="121842"/>
                  </a:lnTo>
                  <a:lnTo>
                    <a:pt x="118255" y="121587"/>
                  </a:lnTo>
                  <a:lnTo>
                    <a:pt x="120719" y="121326"/>
                  </a:lnTo>
                  <a:lnTo>
                    <a:pt x="123182" y="121057"/>
                  </a:lnTo>
                  <a:lnTo>
                    <a:pt x="125646" y="120779"/>
                  </a:lnTo>
                  <a:lnTo>
                    <a:pt x="128110" y="120496"/>
                  </a:lnTo>
                  <a:lnTo>
                    <a:pt x="130573" y="120199"/>
                  </a:lnTo>
                  <a:lnTo>
                    <a:pt x="133037" y="119899"/>
                  </a:lnTo>
                  <a:lnTo>
                    <a:pt x="135501" y="119584"/>
                  </a:lnTo>
                  <a:lnTo>
                    <a:pt x="137964" y="119263"/>
                  </a:lnTo>
                  <a:lnTo>
                    <a:pt x="140428" y="118932"/>
                  </a:lnTo>
                  <a:lnTo>
                    <a:pt x="142892" y="118588"/>
                  </a:lnTo>
                  <a:lnTo>
                    <a:pt x="145355" y="118239"/>
                  </a:lnTo>
                  <a:lnTo>
                    <a:pt x="147819" y="117872"/>
                  </a:lnTo>
                  <a:lnTo>
                    <a:pt x="150283" y="117500"/>
                  </a:lnTo>
                  <a:lnTo>
                    <a:pt x="152746" y="117111"/>
                  </a:lnTo>
                  <a:lnTo>
                    <a:pt x="155210" y="116713"/>
                  </a:lnTo>
                  <a:lnTo>
                    <a:pt x="157674" y="116303"/>
                  </a:lnTo>
                  <a:lnTo>
                    <a:pt x="160137" y="115878"/>
                  </a:lnTo>
                  <a:lnTo>
                    <a:pt x="162601" y="115446"/>
                  </a:lnTo>
                  <a:lnTo>
                    <a:pt x="165065" y="114992"/>
                  </a:lnTo>
                  <a:lnTo>
                    <a:pt x="167528" y="114532"/>
                  </a:lnTo>
                  <a:lnTo>
                    <a:pt x="169992" y="114052"/>
                  </a:lnTo>
                  <a:lnTo>
                    <a:pt x="172456" y="113560"/>
                  </a:lnTo>
                  <a:lnTo>
                    <a:pt x="174919" y="113055"/>
                  </a:lnTo>
                  <a:lnTo>
                    <a:pt x="177383" y="112530"/>
                  </a:lnTo>
                  <a:lnTo>
                    <a:pt x="179847" y="111998"/>
                  </a:lnTo>
                  <a:lnTo>
                    <a:pt x="182310" y="111440"/>
                  </a:lnTo>
                  <a:lnTo>
                    <a:pt x="184774" y="110874"/>
                  </a:lnTo>
                  <a:lnTo>
                    <a:pt x="187237" y="110285"/>
                  </a:lnTo>
                  <a:lnTo>
                    <a:pt x="189701" y="109683"/>
                  </a:lnTo>
                  <a:lnTo>
                    <a:pt x="192165" y="109064"/>
                  </a:lnTo>
                  <a:lnTo>
                    <a:pt x="194628" y="108424"/>
                  </a:lnTo>
                  <a:lnTo>
                    <a:pt x="197092" y="107775"/>
                  </a:lnTo>
                  <a:lnTo>
                    <a:pt x="199556" y="107095"/>
                  </a:lnTo>
                  <a:lnTo>
                    <a:pt x="202019" y="106407"/>
                  </a:lnTo>
                  <a:lnTo>
                    <a:pt x="204483" y="105693"/>
                  </a:lnTo>
                  <a:lnTo>
                    <a:pt x="206947" y="104964"/>
                  </a:lnTo>
                  <a:lnTo>
                    <a:pt x="209410" y="104217"/>
                  </a:lnTo>
                  <a:lnTo>
                    <a:pt x="211874" y="103446"/>
                  </a:lnTo>
                  <a:lnTo>
                    <a:pt x="214338" y="102665"/>
                  </a:lnTo>
                  <a:lnTo>
                    <a:pt x="216801" y="101850"/>
                  </a:lnTo>
                  <a:lnTo>
                    <a:pt x="219265" y="101026"/>
                  </a:lnTo>
                  <a:lnTo>
                    <a:pt x="221729" y="100175"/>
                  </a:lnTo>
                  <a:lnTo>
                    <a:pt x="224192" y="99307"/>
                  </a:lnTo>
                  <a:lnTo>
                    <a:pt x="226656" y="98420"/>
                  </a:lnTo>
                  <a:lnTo>
                    <a:pt x="229120" y="97506"/>
                  </a:lnTo>
                  <a:lnTo>
                    <a:pt x="231583" y="96584"/>
                  </a:lnTo>
                  <a:lnTo>
                    <a:pt x="234047" y="95624"/>
                  </a:lnTo>
                  <a:lnTo>
                    <a:pt x="236511" y="94656"/>
                  </a:lnTo>
                  <a:lnTo>
                    <a:pt x="238974" y="93661"/>
                  </a:lnTo>
                  <a:lnTo>
                    <a:pt x="241438" y="92647"/>
                  </a:lnTo>
                  <a:lnTo>
                    <a:pt x="243902" y="91615"/>
                  </a:lnTo>
                  <a:lnTo>
                    <a:pt x="246365" y="90555"/>
                  </a:lnTo>
                  <a:lnTo>
                    <a:pt x="248829" y="89486"/>
                  </a:lnTo>
                  <a:lnTo>
                    <a:pt x="251293" y="88382"/>
                  </a:lnTo>
                  <a:lnTo>
                    <a:pt x="253756" y="87268"/>
                  </a:lnTo>
                  <a:lnTo>
                    <a:pt x="256220" y="86129"/>
                  </a:lnTo>
                  <a:lnTo>
                    <a:pt x="258684" y="84971"/>
                  </a:lnTo>
                  <a:lnTo>
                    <a:pt x="261147" y="83797"/>
                  </a:lnTo>
                  <a:lnTo>
                    <a:pt x="263611" y="82596"/>
                  </a:lnTo>
                  <a:lnTo>
                    <a:pt x="266075" y="81387"/>
                  </a:lnTo>
                  <a:lnTo>
                    <a:pt x="268538" y="80146"/>
                  </a:lnTo>
                  <a:lnTo>
                    <a:pt x="271002" y="78896"/>
                  </a:lnTo>
                  <a:lnTo>
                    <a:pt x="273465" y="77623"/>
                  </a:lnTo>
                  <a:lnTo>
                    <a:pt x="275929" y="76334"/>
                  </a:lnTo>
                  <a:lnTo>
                    <a:pt x="278393" y="75031"/>
                  </a:lnTo>
                  <a:lnTo>
                    <a:pt x="280856" y="73705"/>
                  </a:lnTo>
                  <a:lnTo>
                    <a:pt x="283320" y="72372"/>
                  </a:lnTo>
                  <a:lnTo>
                    <a:pt x="285784" y="71014"/>
                  </a:lnTo>
                  <a:lnTo>
                    <a:pt x="288247" y="69647"/>
                  </a:lnTo>
                  <a:lnTo>
                    <a:pt x="290711" y="68264"/>
                  </a:lnTo>
                  <a:lnTo>
                    <a:pt x="293175" y="66867"/>
                  </a:lnTo>
                  <a:lnTo>
                    <a:pt x="295638" y="65461"/>
                  </a:lnTo>
                  <a:lnTo>
                    <a:pt x="298102" y="64038"/>
                  </a:lnTo>
                  <a:lnTo>
                    <a:pt x="300566" y="62610"/>
                  </a:lnTo>
                  <a:lnTo>
                    <a:pt x="303029" y="61165"/>
                  </a:lnTo>
                  <a:lnTo>
                    <a:pt x="305493" y="59716"/>
                  </a:lnTo>
                  <a:lnTo>
                    <a:pt x="307957" y="58256"/>
                  </a:lnTo>
                  <a:lnTo>
                    <a:pt x="310420" y="56789"/>
                  </a:lnTo>
                  <a:lnTo>
                    <a:pt x="312884" y="55317"/>
                  </a:lnTo>
                  <a:lnTo>
                    <a:pt x="315348" y="53837"/>
                  </a:lnTo>
                  <a:lnTo>
                    <a:pt x="317811" y="52355"/>
                  </a:lnTo>
                  <a:lnTo>
                    <a:pt x="320275" y="50868"/>
                  </a:lnTo>
                  <a:lnTo>
                    <a:pt x="322739" y="49380"/>
                  </a:lnTo>
                  <a:lnTo>
                    <a:pt x="325202" y="47891"/>
                  </a:lnTo>
                  <a:lnTo>
                    <a:pt x="327666" y="46402"/>
                  </a:lnTo>
                  <a:lnTo>
                    <a:pt x="330130" y="44913"/>
                  </a:lnTo>
                  <a:lnTo>
                    <a:pt x="332593" y="43428"/>
                  </a:lnTo>
                  <a:lnTo>
                    <a:pt x="335057" y="41945"/>
                  </a:lnTo>
                  <a:lnTo>
                    <a:pt x="337521" y="40470"/>
                  </a:lnTo>
                  <a:lnTo>
                    <a:pt x="339984" y="38999"/>
                  </a:lnTo>
                  <a:lnTo>
                    <a:pt x="342448" y="37537"/>
                  </a:lnTo>
                  <a:lnTo>
                    <a:pt x="344912" y="36084"/>
                  </a:lnTo>
                  <a:lnTo>
                    <a:pt x="347375" y="34637"/>
                  </a:lnTo>
                  <a:lnTo>
                    <a:pt x="349839" y="33209"/>
                  </a:lnTo>
                  <a:lnTo>
                    <a:pt x="352303" y="31786"/>
                  </a:lnTo>
                  <a:lnTo>
                    <a:pt x="354766" y="30385"/>
                  </a:lnTo>
                  <a:lnTo>
                    <a:pt x="357230" y="28995"/>
                  </a:lnTo>
                  <a:lnTo>
                    <a:pt x="359694" y="27622"/>
                  </a:lnTo>
                  <a:lnTo>
                    <a:pt x="362157" y="26271"/>
                  </a:lnTo>
                  <a:lnTo>
                    <a:pt x="364621" y="24932"/>
                  </a:lnTo>
                  <a:lnTo>
                    <a:pt x="367084" y="23625"/>
                  </a:lnTo>
                  <a:lnTo>
                    <a:pt x="369548" y="22328"/>
                  </a:lnTo>
                  <a:lnTo>
                    <a:pt x="372012" y="21068"/>
                  </a:lnTo>
                  <a:lnTo>
                    <a:pt x="374475" y="19825"/>
                  </a:lnTo>
                  <a:lnTo>
                    <a:pt x="376939" y="18609"/>
                  </a:lnTo>
                  <a:lnTo>
                    <a:pt x="379403" y="17426"/>
                  </a:lnTo>
                  <a:lnTo>
                    <a:pt x="381866" y="16260"/>
                  </a:lnTo>
                  <a:lnTo>
                    <a:pt x="384330" y="15142"/>
                  </a:lnTo>
                  <a:lnTo>
                    <a:pt x="386794" y="14038"/>
                  </a:lnTo>
                  <a:lnTo>
                    <a:pt x="389257" y="12984"/>
                  </a:lnTo>
                  <a:lnTo>
                    <a:pt x="391721" y="11953"/>
                  </a:lnTo>
                  <a:lnTo>
                    <a:pt x="394185" y="10959"/>
                  </a:lnTo>
                  <a:lnTo>
                    <a:pt x="396648" y="10007"/>
                  </a:lnTo>
                  <a:lnTo>
                    <a:pt x="399112" y="9078"/>
                  </a:lnTo>
                  <a:lnTo>
                    <a:pt x="401576" y="8210"/>
                  </a:lnTo>
                  <a:lnTo>
                    <a:pt x="404039" y="7360"/>
                  </a:lnTo>
                  <a:lnTo>
                    <a:pt x="406503" y="6570"/>
                  </a:lnTo>
                  <a:lnTo>
                    <a:pt x="408967" y="5810"/>
                  </a:lnTo>
                  <a:lnTo>
                    <a:pt x="411430" y="5094"/>
                  </a:lnTo>
                  <a:lnTo>
                    <a:pt x="413894" y="4429"/>
                  </a:lnTo>
                  <a:lnTo>
                    <a:pt x="416358" y="3789"/>
                  </a:lnTo>
                  <a:lnTo>
                    <a:pt x="418821" y="3223"/>
                  </a:lnTo>
                  <a:lnTo>
                    <a:pt x="421285" y="2678"/>
                  </a:lnTo>
                  <a:lnTo>
                    <a:pt x="423749" y="2199"/>
                  </a:lnTo>
                  <a:lnTo>
                    <a:pt x="426212" y="1756"/>
                  </a:lnTo>
                  <a:lnTo>
                    <a:pt x="428676" y="1361"/>
                  </a:lnTo>
                  <a:lnTo>
                    <a:pt x="431140" y="1024"/>
                  </a:lnTo>
                  <a:lnTo>
                    <a:pt x="433603" y="714"/>
                  </a:lnTo>
                  <a:lnTo>
                    <a:pt x="436067" y="486"/>
                  </a:lnTo>
                  <a:lnTo>
                    <a:pt x="438531" y="279"/>
                  </a:lnTo>
                  <a:lnTo>
                    <a:pt x="440994" y="143"/>
                  </a:lnTo>
                  <a:lnTo>
                    <a:pt x="443458" y="47"/>
                  </a:lnTo>
                  <a:lnTo>
                    <a:pt x="445922" y="0"/>
                  </a:lnTo>
                  <a:lnTo>
                    <a:pt x="448385" y="14"/>
                  </a:lnTo>
                  <a:lnTo>
                    <a:pt x="450849" y="55"/>
                  </a:lnTo>
                  <a:lnTo>
                    <a:pt x="453312" y="182"/>
                  </a:lnTo>
                  <a:lnTo>
                    <a:pt x="455776" y="331"/>
                  </a:lnTo>
                  <a:lnTo>
                    <a:pt x="458240" y="549"/>
                  </a:lnTo>
                  <a:lnTo>
                    <a:pt x="460703" y="809"/>
                  </a:lnTo>
                  <a:lnTo>
                    <a:pt x="463167" y="1116"/>
                  </a:lnTo>
                  <a:lnTo>
                    <a:pt x="465631" y="1485"/>
                  </a:lnTo>
                  <a:lnTo>
                    <a:pt x="468094" y="1879"/>
                  </a:lnTo>
                  <a:lnTo>
                    <a:pt x="470558" y="2357"/>
                  </a:lnTo>
                  <a:lnTo>
                    <a:pt x="473022" y="2856"/>
                  </a:lnTo>
                  <a:lnTo>
                    <a:pt x="475485" y="3420"/>
                  </a:lnTo>
                  <a:lnTo>
                    <a:pt x="477949" y="4025"/>
                  </a:lnTo>
                  <a:lnTo>
                    <a:pt x="480413" y="4672"/>
                  </a:lnTo>
                  <a:lnTo>
                    <a:pt x="482876" y="5378"/>
                  </a:lnTo>
                  <a:lnTo>
                    <a:pt x="485340" y="6106"/>
                  </a:lnTo>
                  <a:lnTo>
                    <a:pt x="487804" y="6911"/>
                  </a:lnTo>
                  <a:lnTo>
                    <a:pt x="490267" y="7736"/>
                  </a:lnTo>
                  <a:lnTo>
                    <a:pt x="492731" y="8617"/>
                  </a:lnTo>
                  <a:lnTo>
                    <a:pt x="495195" y="9535"/>
                  </a:lnTo>
                  <a:lnTo>
                    <a:pt x="497658" y="10489"/>
                  </a:lnTo>
                  <a:lnTo>
                    <a:pt x="500122" y="11496"/>
                  </a:lnTo>
                  <a:lnTo>
                    <a:pt x="502586" y="12520"/>
                  </a:lnTo>
                  <a:lnTo>
                    <a:pt x="505049" y="13610"/>
                  </a:lnTo>
                  <a:lnTo>
                    <a:pt x="507513" y="14716"/>
                  </a:lnTo>
                  <a:lnTo>
                    <a:pt x="509977" y="15868"/>
                  </a:lnTo>
                  <a:lnTo>
                    <a:pt x="512440" y="17051"/>
                  </a:lnTo>
                  <a:lnTo>
                    <a:pt x="514904" y="18263"/>
                  </a:lnTo>
                  <a:lnTo>
                    <a:pt x="517368" y="19516"/>
                  </a:lnTo>
                  <a:lnTo>
                    <a:pt x="519831" y="20784"/>
                  </a:lnTo>
                  <a:lnTo>
                    <a:pt x="522295" y="22101"/>
                  </a:lnTo>
                  <a:lnTo>
                    <a:pt x="524759" y="23431"/>
                  </a:lnTo>
                  <a:lnTo>
                    <a:pt x="527222" y="24795"/>
                  </a:lnTo>
                  <a:lnTo>
                    <a:pt x="529686" y="26182"/>
                  </a:lnTo>
                  <a:lnTo>
                    <a:pt x="532150" y="27589"/>
                  </a:lnTo>
                  <a:lnTo>
                    <a:pt x="534613" y="29026"/>
                  </a:lnTo>
                  <a:lnTo>
                    <a:pt x="537077" y="30472"/>
                  </a:lnTo>
                  <a:lnTo>
                    <a:pt x="539541" y="31951"/>
                  </a:lnTo>
                  <a:lnTo>
                    <a:pt x="542004" y="33439"/>
                  </a:lnTo>
                  <a:lnTo>
                    <a:pt x="544468" y="34947"/>
                  </a:lnTo>
                  <a:lnTo>
                    <a:pt x="546931" y="36470"/>
                  </a:lnTo>
                  <a:lnTo>
                    <a:pt x="549395" y="38003"/>
                  </a:lnTo>
                  <a:lnTo>
                    <a:pt x="551859" y="39554"/>
                  </a:lnTo>
                  <a:lnTo>
                    <a:pt x="554322" y="41109"/>
                  </a:lnTo>
                  <a:lnTo>
                    <a:pt x="556786" y="42680"/>
                  </a:lnTo>
                  <a:lnTo>
                    <a:pt x="559250" y="44255"/>
                  </a:lnTo>
                  <a:lnTo>
                    <a:pt x="561713" y="45838"/>
                  </a:lnTo>
                  <a:lnTo>
                    <a:pt x="564177" y="47426"/>
                  </a:lnTo>
                  <a:lnTo>
                    <a:pt x="566641" y="49017"/>
                  </a:lnTo>
                  <a:lnTo>
                    <a:pt x="569104" y="50612"/>
                  </a:lnTo>
                  <a:lnTo>
                    <a:pt x="571568" y="52207"/>
                  </a:lnTo>
                  <a:lnTo>
                    <a:pt x="574032" y="53803"/>
                  </a:lnTo>
                  <a:lnTo>
                    <a:pt x="576495" y="55397"/>
                  </a:lnTo>
                  <a:lnTo>
                    <a:pt x="578959" y="56988"/>
                  </a:lnTo>
                  <a:lnTo>
                    <a:pt x="581423" y="58575"/>
                  </a:lnTo>
                  <a:lnTo>
                    <a:pt x="583886" y="60159"/>
                  </a:lnTo>
                  <a:lnTo>
                    <a:pt x="586350" y="61734"/>
                  </a:lnTo>
                  <a:lnTo>
                    <a:pt x="588814" y="63306"/>
                  </a:lnTo>
                  <a:lnTo>
                    <a:pt x="591277" y="64864"/>
                  </a:lnTo>
                  <a:lnTo>
                    <a:pt x="593741" y="66416"/>
                  </a:lnTo>
                  <a:lnTo>
                    <a:pt x="596205" y="67957"/>
                  </a:lnTo>
                  <a:lnTo>
                    <a:pt x="598668" y="69486"/>
                  </a:lnTo>
                  <a:lnTo>
                    <a:pt x="601132" y="71006"/>
                  </a:lnTo>
                  <a:lnTo>
                    <a:pt x="603596" y="72506"/>
                  </a:lnTo>
                  <a:lnTo>
                    <a:pt x="606059" y="74000"/>
                  </a:lnTo>
                  <a:lnTo>
                    <a:pt x="608523" y="75470"/>
                  </a:lnTo>
                  <a:lnTo>
                    <a:pt x="610987" y="76931"/>
                  </a:lnTo>
                  <a:lnTo>
                    <a:pt x="613450" y="78373"/>
                  </a:lnTo>
                  <a:lnTo>
                    <a:pt x="615914" y="79796"/>
                  </a:lnTo>
                  <a:lnTo>
                    <a:pt x="618378" y="81207"/>
                  </a:lnTo>
                  <a:lnTo>
                    <a:pt x="620841" y="82590"/>
                  </a:lnTo>
                  <a:lnTo>
                    <a:pt x="623305" y="83965"/>
                  </a:lnTo>
                  <a:lnTo>
                    <a:pt x="625769" y="85309"/>
                  </a:lnTo>
                  <a:lnTo>
                    <a:pt x="628232" y="86639"/>
                  </a:lnTo>
                  <a:lnTo>
                    <a:pt x="630696" y="87947"/>
                  </a:lnTo>
                  <a:lnTo>
                    <a:pt x="633159" y="89232"/>
                  </a:lnTo>
                  <a:lnTo>
                    <a:pt x="635623" y="90502"/>
                  </a:lnTo>
                  <a:lnTo>
                    <a:pt x="638087" y="91739"/>
                  </a:lnTo>
                  <a:lnTo>
                    <a:pt x="640550" y="92966"/>
                  </a:lnTo>
                  <a:lnTo>
                    <a:pt x="643014" y="94158"/>
                  </a:lnTo>
                  <a:lnTo>
                    <a:pt x="645478" y="95334"/>
                  </a:lnTo>
                  <a:lnTo>
                    <a:pt x="647941" y="96486"/>
                  </a:lnTo>
                  <a:lnTo>
                    <a:pt x="650405" y="97612"/>
                  </a:lnTo>
                  <a:lnTo>
                    <a:pt x="652869" y="98723"/>
                  </a:lnTo>
                  <a:lnTo>
                    <a:pt x="655332" y="99797"/>
                  </a:lnTo>
                  <a:lnTo>
                    <a:pt x="657796" y="100860"/>
                  </a:lnTo>
                  <a:lnTo>
                    <a:pt x="660260" y="101888"/>
                  </a:lnTo>
                  <a:lnTo>
                    <a:pt x="662723" y="102899"/>
                  </a:lnTo>
                  <a:lnTo>
                    <a:pt x="665187" y="103885"/>
                  </a:lnTo>
                  <a:lnTo>
                    <a:pt x="667651" y="104843"/>
                  </a:lnTo>
                  <a:lnTo>
                    <a:pt x="670114" y="105788"/>
                  </a:lnTo>
                  <a:lnTo>
                    <a:pt x="672578" y="106694"/>
                  </a:lnTo>
                  <a:lnTo>
                    <a:pt x="675042" y="107590"/>
                  </a:lnTo>
                  <a:lnTo>
                    <a:pt x="677505" y="108452"/>
                  </a:lnTo>
                  <a:lnTo>
                    <a:pt x="679969" y="109296"/>
                  </a:lnTo>
                  <a:lnTo>
                    <a:pt x="682433" y="110117"/>
                  </a:lnTo>
                  <a:lnTo>
                    <a:pt x="684896" y="110911"/>
                  </a:lnTo>
                  <a:lnTo>
                    <a:pt x="687360" y="111691"/>
                  </a:lnTo>
                  <a:lnTo>
                    <a:pt x="689824" y="112435"/>
                  </a:lnTo>
                  <a:lnTo>
                    <a:pt x="692287" y="113170"/>
                  </a:lnTo>
                  <a:lnTo>
                    <a:pt x="694751" y="113872"/>
                  </a:lnTo>
                  <a:lnTo>
                    <a:pt x="697215" y="114558"/>
                  </a:lnTo>
                  <a:lnTo>
                    <a:pt x="699678" y="115223"/>
                  </a:lnTo>
                  <a:lnTo>
                    <a:pt x="702142" y="115862"/>
                  </a:lnTo>
                  <a:lnTo>
                    <a:pt x="704606" y="116489"/>
                  </a:lnTo>
                  <a:lnTo>
                    <a:pt x="707069" y="117083"/>
                  </a:lnTo>
                  <a:lnTo>
                    <a:pt x="709533" y="117668"/>
                  </a:lnTo>
                  <a:lnTo>
                    <a:pt x="711997" y="118224"/>
                  </a:lnTo>
                  <a:lnTo>
                    <a:pt x="714460" y="118766"/>
                  </a:lnTo>
                  <a:lnTo>
                    <a:pt x="716924" y="119288"/>
                  </a:lnTo>
                  <a:lnTo>
                    <a:pt x="719388" y="119788"/>
                  </a:lnTo>
                  <a:lnTo>
                    <a:pt x="721851" y="120278"/>
                  </a:lnTo>
                  <a:lnTo>
                    <a:pt x="724315" y="120737"/>
                  </a:lnTo>
                  <a:lnTo>
                    <a:pt x="726778" y="121189"/>
                  </a:lnTo>
                  <a:lnTo>
                    <a:pt x="729242" y="121616"/>
                  </a:lnTo>
                  <a:lnTo>
                    <a:pt x="731706" y="122030"/>
                  </a:lnTo>
                  <a:lnTo>
                    <a:pt x="734169" y="122429"/>
                  </a:lnTo>
                  <a:lnTo>
                    <a:pt x="736633" y="122806"/>
                  </a:lnTo>
                  <a:lnTo>
                    <a:pt x="739097" y="123176"/>
                  </a:lnTo>
                  <a:lnTo>
                    <a:pt x="741560" y="123520"/>
                  </a:lnTo>
                  <a:lnTo>
                    <a:pt x="744024" y="123857"/>
                  </a:lnTo>
                  <a:lnTo>
                    <a:pt x="746488" y="124174"/>
                  </a:lnTo>
                  <a:lnTo>
                    <a:pt x="748951" y="124479"/>
                  </a:lnTo>
                  <a:lnTo>
                    <a:pt x="751415" y="124771"/>
                  </a:lnTo>
                  <a:lnTo>
                    <a:pt x="753879" y="125046"/>
                  </a:lnTo>
                  <a:lnTo>
                    <a:pt x="756342" y="125315"/>
                  </a:lnTo>
                  <a:lnTo>
                    <a:pt x="758806" y="125561"/>
                  </a:lnTo>
                  <a:lnTo>
                    <a:pt x="761270" y="125801"/>
                  </a:lnTo>
                  <a:lnTo>
                    <a:pt x="763733" y="126026"/>
                  </a:lnTo>
                  <a:lnTo>
                    <a:pt x="766197" y="126240"/>
                  </a:lnTo>
                  <a:lnTo>
                    <a:pt x="768661" y="126444"/>
                  </a:lnTo>
                  <a:lnTo>
                    <a:pt x="771124" y="126633"/>
                  </a:lnTo>
                  <a:lnTo>
                    <a:pt x="773588" y="126817"/>
                  </a:lnTo>
                  <a:lnTo>
                    <a:pt x="776052" y="126982"/>
                  </a:lnTo>
                  <a:lnTo>
                    <a:pt x="778515" y="127143"/>
                  </a:lnTo>
                  <a:lnTo>
                    <a:pt x="780979" y="127291"/>
                  </a:lnTo>
                  <a:lnTo>
                    <a:pt x="783443" y="127431"/>
                  </a:lnTo>
                  <a:lnTo>
                    <a:pt x="785906" y="127562"/>
                  </a:lnTo>
                  <a:lnTo>
                    <a:pt x="788370" y="127681"/>
                  </a:lnTo>
                  <a:lnTo>
                    <a:pt x="790834" y="127795"/>
                  </a:lnTo>
                  <a:lnTo>
                    <a:pt x="793297" y="127895"/>
                  </a:lnTo>
                  <a:lnTo>
                    <a:pt x="795761" y="127991"/>
                  </a:lnTo>
                  <a:lnTo>
                    <a:pt x="798225" y="128076"/>
                  </a:lnTo>
                  <a:lnTo>
                    <a:pt x="800688" y="128154"/>
                  </a:lnTo>
                  <a:lnTo>
                    <a:pt x="803152" y="128225"/>
                  </a:lnTo>
                  <a:lnTo>
                    <a:pt x="805616" y="128286"/>
                  </a:lnTo>
                  <a:lnTo>
                    <a:pt x="808079" y="128344"/>
                  </a:lnTo>
                  <a:lnTo>
                    <a:pt x="810543" y="128390"/>
                  </a:lnTo>
                  <a:lnTo>
                    <a:pt x="813006" y="128432"/>
                  </a:lnTo>
                  <a:lnTo>
                    <a:pt x="815470" y="128465"/>
                  </a:lnTo>
                  <a:lnTo>
                    <a:pt x="817934" y="128492"/>
                  </a:lnTo>
                  <a:lnTo>
                    <a:pt x="820397" y="128514"/>
                  </a:lnTo>
                  <a:lnTo>
                    <a:pt x="822861" y="128526"/>
                  </a:lnTo>
                  <a:lnTo>
                    <a:pt x="825325" y="128536"/>
                  </a:lnTo>
                  <a:lnTo>
                    <a:pt x="827788" y="128536"/>
                  </a:lnTo>
                  <a:lnTo>
                    <a:pt x="830252" y="128532"/>
                  </a:lnTo>
                  <a:lnTo>
                    <a:pt x="832716" y="128522"/>
                  </a:lnTo>
                  <a:lnTo>
                    <a:pt x="835179" y="128505"/>
                  </a:lnTo>
                  <a:lnTo>
                    <a:pt x="837643" y="128484"/>
                  </a:lnTo>
                  <a:lnTo>
                    <a:pt x="840107" y="128455"/>
                  </a:lnTo>
                  <a:lnTo>
                    <a:pt x="842570" y="128424"/>
                  </a:lnTo>
                  <a:lnTo>
                    <a:pt x="845034" y="128383"/>
                  </a:lnTo>
                  <a:lnTo>
                    <a:pt x="847498" y="128339"/>
                  </a:lnTo>
                  <a:lnTo>
                    <a:pt x="849961" y="128289"/>
                  </a:lnTo>
                  <a:lnTo>
                    <a:pt x="852425" y="128234"/>
                  </a:lnTo>
                  <a:lnTo>
                    <a:pt x="854889" y="128174"/>
                  </a:lnTo>
                  <a:lnTo>
                    <a:pt x="857352" y="128107"/>
                  </a:lnTo>
                  <a:lnTo>
                    <a:pt x="859816" y="128038"/>
                  </a:lnTo>
                  <a:lnTo>
                    <a:pt x="862280" y="127960"/>
                  </a:lnTo>
                  <a:lnTo>
                    <a:pt x="864743" y="127879"/>
                  </a:lnTo>
                  <a:lnTo>
                    <a:pt x="867207" y="127792"/>
                  </a:lnTo>
                  <a:lnTo>
                    <a:pt x="869671" y="127700"/>
                  </a:lnTo>
                  <a:lnTo>
                    <a:pt x="872134" y="127603"/>
                  </a:lnTo>
                  <a:lnTo>
                    <a:pt x="874598" y="127500"/>
                  </a:lnTo>
                  <a:lnTo>
                    <a:pt x="877062" y="127393"/>
                  </a:lnTo>
                  <a:lnTo>
                    <a:pt x="879525" y="127279"/>
                  </a:lnTo>
                  <a:lnTo>
                    <a:pt x="881989" y="127161"/>
                  </a:lnTo>
                  <a:lnTo>
                    <a:pt x="884453" y="127038"/>
                  </a:lnTo>
                  <a:lnTo>
                    <a:pt x="886916" y="126908"/>
                  </a:lnTo>
                  <a:lnTo>
                    <a:pt x="889380" y="126775"/>
                  </a:lnTo>
                  <a:lnTo>
                    <a:pt x="891844" y="126634"/>
                  </a:lnTo>
                  <a:lnTo>
                    <a:pt x="894307" y="126490"/>
                  </a:lnTo>
                  <a:lnTo>
                    <a:pt x="896771" y="126338"/>
                  </a:lnTo>
                  <a:lnTo>
                    <a:pt x="899235" y="126183"/>
                  </a:lnTo>
                  <a:lnTo>
                    <a:pt x="901698" y="126021"/>
                  </a:lnTo>
                  <a:lnTo>
                    <a:pt x="904162" y="125853"/>
                  </a:lnTo>
                  <a:lnTo>
                    <a:pt x="906625" y="125682"/>
                  </a:lnTo>
                  <a:lnTo>
                    <a:pt x="909089" y="125502"/>
                  </a:lnTo>
                  <a:lnTo>
                    <a:pt x="911553" y="125319"/>
                  </a:lnTo>
                  <a:lnTo>
                    <a:pt x="914016" y="125127"/>
                  </a:lnTo>
                  <a:lnTo>
                    <a:pt x="916480" y="124932"/>
                  </a:lnTo>
                  <a:lnTo>
                    <a:pt x="918944" y="124730"/>
                  </a:lnTo>
                  <a:lnTo>
                    <a:pt x="921407" y="124521"/>
                  </a:lnTo>
                  <a:lnTo>
                    <a:pt x="923871" y="124309"/>
                  </a:lnTo>
                  <a:lnTo>
                    <a:pt x="926335" y="124087"/>
                  </a:lnTo>
                  <a:lnTo>
                    <a:pt x="928798" y="123862"/>
                  </a:lnTo>
                  <a:lnTo>
                    <a:pt x="931262" y="123629"/>
                  </a:lnTo>
                  <a:lnTo>
                    <a:pt x="933726" y="123390"/>
                  </a:lnTo>
                  <a:lnTo>
                    <a:pt x="936189" y="123146"/>
                  </a:lnTo>
                  <a:lnTo>
                    <a:pt x="938653" y="122894"/>
                  </a:lnTo>
                  <a:lnTo>
                    <a:pt x="941117" y="122638"/>
                  </a:lnTo>
                  <a:lnTo>
                    <a:pt x="943580" y="122372"/>
                  </a:lnTo>
                  <a:lnTo>
                    <a:pt x="946044" y="122103"/>
                  </a:lnTo>
                  <a:lnTo>
                    <a:pt x="948508" y="121825"/>
                  </a:lnTo>
                  <a:lnTo>
                    <a:pt x="950971" y="121542"/>
                  </a:lnTo>
                  <a:lnTo>
                    <a:pt x="953435" y="121253"/>
                  </a:lnTo>
                  <a:lnTo>
                    <a:pt x="955899" y="120955"/>
                  </a:lnTo>
                  <a:lnTo>
                    <a:pt x="958362" y="120655"/>
                  </a:lnTo>
                  <a:lnTo>
                    <a:pt x="960826" y="120343"/>
                  </a:lnTo>
                  <a:lnTo>
                    <a:pt x="963290" y="120028"/>
                  </a:lnTo>
                  <a:lnTo>
                    <a:pt x="965753" y="119705"/>
                  </a:lnTo>
                  <a:lnTo>
                    <a:pt x="968217" y="119376"/>
                  </a:lnTo>
                  <a:lnTo>
                    <a:pt x="970681" y="119041"/>
                  </a:lnTo>
                  <a:lnTo>
                    <a:pt x="973144" y="118697"/>
                  </a:lnTo>
                  <a:lnTo>
                    <a:pt x="975608" y="118351"/>
                  </a:lnTo>
                  <a:lnTo>
                    <a:pt x="978072" y="117994"/>
                  </a:lnTo>
                  <a:lnTo>
                    <a:pt x="980535" y="117634"/>
                  </a:lnTo>
                  <a:lnTo>
                    <a:pt x="982999" y="117265"/>
                  </a:lnTo>
                  <a:lnTo>
                    <a:pt x="985463" y="116891"/>
                  </a:lnTo>
                  <a:lnTo>
                    <a:pt x="987926" y="116511"/>
                  </a:lnTo>
                  <a:lnTo>
                    <a:pt x="990390" y="116123"/>
                  </a:lnTo>
                  <a:lnTo>
                    <a:pt x="992853" y="115733"/>
                  </a:lnTo>
                  <a:lnTo>
                    <a:pt x="995317" y="115332"/>
                  </a:lnTo>
                  <a:lnTo>
                    <a:pt x="997781" y="114929"/>
                  </a:lnTo>
                  <a:lnTo>
                    <a:pt x="1000244" y="114518"/>
                  </a:lnTo>
                  <a:lnTo>
                    <a:pt x="1002708" y="114102"/>
                  </a:lnTo>
                  <a:lnTo>
                    <a:pt x="1005172" y="113681"/>
                  </a:lnTo>
                  <a:lnTo>
                    <a:pt x="1007635" y="113254"/>
                  </a:lnTo>
                  <a:lnTo>
                    <a:pt x="1010099" y="112824"/>
                  </a:lnTo>
                  <a:lnTo>
                    <a:pt x="1012563" y="112385"/>
                  </a:lnTo>
                  <a:lnTo>
                    <a:pt x="1015026" y="111944"/>
                  </a:lnTo>
                  <a:lnTo>
                    <a:pt x="1017490" y="111497"/>
                  </a:lnTo>
                  <a:lnTo>
                    <a:pt x="1019954" y="111047"/>
                  </a:lnTo>
                  <a:lnTo>
                    <a:pt x="1022417" y="110592"/>
                  </a:lnTo>
                  <a:lnTo>
                    <a:pt x="1024881" y="110132"/>
                  </a:lnTo>
                  <a:lnTo>
                    <a:pt x="1027345" y="109670"/>
                  </a:lnTo>
                  <a:lnTo>
                    <a:pt x="1029808" y="109203"/>
                  </a:lnTo>
                  <a:lnTo>
                    <a:pt x="1032272" y="108733"/>
                  </a:lnTo>
                  <a:lnTo>
                    <a:pt x="1034736" y="108260"/>
                  </a:lnTo>
                  <a:lnTo>
                    <a:pt x="1037199" y="107784"/>
                  </a:lnTo>
                  <a:lnTo>
                    <a:pt x="1039663" y="107306"/>
                  </a:lnTo>
                  <a:lnTo>
                    <a:pt x="1042127" y="106825"/>
                  </a:lnTo>
                  <a:lnTo>
                    <a:pt x="1044590" y="106343"/>
                  </a:lnTo>
                  <a:lnTo>
                    <a:pt x="1047054" y="105858"/>
                  </a:lnTo>
                  <a:lnTo>
                    <a:pt x="1049518" y="105373"/>
                  </a:lnTo>
                  <a:lnTo>
                    <a:pt x="1051981" y="104886"/>
                  </a:lnTo>
                  <a:lnTo>
                    <a:pt x="1054445" y="104399"/>
                  </a:lnTo>
                  <a:lnTo>
                    <a:pt x="1056909" y="103912"/>
                  </a:lnTo>
                  <a:lnTo>
                    <a:pt x="1059372" y="103425"/>
                  </a:lnTo>
                  <a:lnTo>
                    <a:pt x="1061836" y="102937"/>
                  </a:lnTo>
                  <a:lnTo>
                    <a:pt x="1064300" y="102451"/>
                  </a:lnTo>
                  <a:lnTo>
                    <a:pt x="1066763" y="101966"/>
                  </a:lnTo>
                  <a:lnTo>
                    <a:pt x="1069227" y="101483"/>
                  </a:lnTo>
                  <a:lnTo>
                    <a:pt x="1071691" y="101001"/>
                  </a:lnTo>
                  <a:lnTo>
                    <a:pt x="1074154" y="100522"/>
                  </a:lnTo>
                  <a:lnTo>
                    <a:pt x="1076618" y="100046"/>
                  </a:lnTo>
                  <a:lnTo>
                    <a:pt x="1079082" y="99571"/>
                  </a:lnTo>
                  <a:lnTo>
                    <a:pt x="1081545" y="99103"/>
                  </a:lnTo>
                  <a:lnTo>
                    <a:pt x="1084009" y="98636"/>
                  </a:lnTo>
                  <a:lnTo>
                    <a:pt x="1086472" y="98175"/>
                  </a:lnTo>
                  <a:lnTo>
                    <a:pt x="1088936" y="97719"/>
                  </a:lnTo>
                  <a:lnTo>
                    <a:pt x="1091400" y="97266"/>
                  </a:lnTo>
                  <a:lnTo>
                    <a:pt x="1093863" y="96822"/>
                  </a:lnTo>
                  <a:lnTo>
                    <a:pt x="1096327" y="96380"/>
                  </a:lnTo>
                  <a:lnTo>
                    <a:pt x="1098791" y="95949"/>
                  </a:lnTo>
                  <a:lnTo>
                    <a:pt x="1101254" y="95521"/>
                  </a:lnTo>
                  <a:lnTo>
                    <a:pt x="1103718" y="95103"/>
                  </a:lnTo>
                  <a:lnTo>
                    <a:pt x="1106182" y="94692"/>
                  </a:lnTo>
                  <a:lnTo>
                    <a:pt x="1108645" y="94287"/>
                  </a:lnTo>
                  <a:lnTo>
                    <a:pt x="1111109" y="93895"/>
                  </a:lnTo>
                  <a:lnTo>
                    <a:pt x="1113573" y="93507"/>
                  </a:lnTo>
                  <a:lnTo>
                    <a:pt x="1116036" y="93134"/>
                  </a:lnTo>
                  <a:lnTo>
                    <a:pt x="1118500" y="92767"/>
                  </a:lnTo>
                  <a:lnTo>
                    <a:pt x="1120964" y="92411"/>
                  </a:lnTo>
                  <a:lnTo>
                    <a:pt x="1123427" y="92067"/>
                  </a:lnTo>
                  <a:lnTo>
                    <a:pt x="1125891" y="91730"/>
                  </a:lnTo>
                  <a:lnTo>
                    <a:pt x="1128355" y="91410"/>
                  </a:lnTo>
                  <a:lnTo>
                    <a:pt x="1130818" y="91095"/>
                  </a:lnTo>
                  <a:lnTo>
                    <a:pt x="1133282" y="90799"/>
                  </a:lnTo>
                  <a:lnTo>
                    <a:pt x="1135746" y="90511"/>
                  </a:lnTo>
                  <a:lnTo>
                    <a:pt x="1138209" y="90238"/>
                  </a:lnTo>
                  <a:lnTo>
                    <a:pt x="1140673" y="89978"/>
                  </a:lnTo>
                  <a:lnTo>
                    <a:pt x="1143137" y="89728"/>
                  </a:lnTo>
                  <a:lnTo>
                    <a:pt x="1145600" y="89498"/>
                  </a:lnTo>
                  <a:lnTo>
                    <a:pt x="1148064" y="89274"/>
                  </a:lnTo>
                  <a:lnTo>
                    <a:pt x="1150528" y="89072"/>
                  </a:lnTo>
                  <a:lnTo>
                    <a:pt x="1152991" y="88880"/>
                  </a:lnTo>
                  <a:lnTo>
                    <a:pt x="1155455" y="88704"/>
                  </a:lnTo>
                  <a:lnTo>
                    <a:pt x="1157919" y="88545"/>
                  </a:lnTo>
                  <a:lnTo>
                    <a:pt x="1160382" y="88395"/>
                  </a:lnTo>
                  <a:lnTo>
                    <a:pt x="1162846" y="88269"/>
                  </a:lnTo>
                  <a:lnTo>
                    <a:pt x="1165310" y="88149"/>
                  </a:lnTo>
                  <a:lnTo>
                    <a:pt x="1167773" y="88054"/>
                  </a:lnTo>
                  <a:lnTo>
                    <a:pt x="1170237" y="87969"/>
                  </a:lnTo>
                  <a:lnTo>
                    <a:pt x="1172701" y="87902"/>
                  </a:lnTo>
                  <a:lnTo>
                    <a:pt x="1175164" y="87852"/>
                  </a:lnTo>
                  <a:lnTo>
                    <a:pt x="1177628" y="87813"/>
                  </a:lnTo>
                  <a:lnTo>
                    <a:pt x="1180091" y="87799"/>
                  </a:lnTo>
                  <a:lnTo>
                    <a:pt x="1182555" y="87793"/>
                  </a:lnTo>
                  <a:lnTo>
                    <a:pt x="1185019" y="87810"/>
                  </a:lnTo>
                  <a:lnTo>
                    <a:pt x="1187482" y="87839"/>
                  </a:lnTo>
                  <a:lnTo>
                    <a:pt x="1189946" y="87886"/>
                  </a:lnTo>
                  <a:lnTo>
                    <a:pt x="1192410" y="87951"/>
                  </a:lnTo>
                  <a:lnTo>
                    <a:pt x="1194873" y="88025"/>
                  </a:lnTo>
                  <a:lnTo>
                    <a:pt x="1197337" y="88126"/>
                  </a:lnTo>
                  <a:lnTo>
                    <a:pt x="1199801" y="88234"/>
                  </a:lnTo>
                  <a:lnTo>
                    <a:pt x="1202264" y="88365"/>
                  </a:lnTo>
                  <a:lnTo>
                    <a:pt x="1204728" y="88508"/>
                  </a:lnTo>
                  <a:lnTo>
                    <a:pt x="1207192" y="88666"/>
                  </a:lnTo>
                  <a:lnTo>
                    <a:pt x="1209655" y="88844"/>
                  </a:lnTo>
                  <a:lnTo>
                    <a:pt x="1212119" y="89030"/>
                  </a:lnTo>
                  <a:lnTo>
                    <a:pt x="1214583" y="89240"/>
                  </a:lnTo>
                  <a:lnTo>
                    <a:pt x="1217046" y="89458"/>
                  </a:lnTo>
                  <a:lnTo>
                    <a:pt x="1219510" y="89697"/>
                  </a:lnTo>
                  <a:lnTo>
                    <a:pt x="1221974" y="89946"/>
                  </a:lnTo>
                  <a:lnTo>
                    <a:pt x="1224437" y="90210"/>
                  </a:lnTo>
                  <a:lnTo>
                    <a:pt x="1226901" y="90491"/>
                  </a:lnTo>
                  <a:lnTo>
                    <a:pt x="1229365" y="90780"/>
                  </a:lnTo>
                  <a:lnTo>
                    <a:pt x="1231828" y="91090"/>
                  </a:lnTo>
                  <a:lnTo>
                    <a:pt x="1234292" y="91406"/>
                  </a:lnTo>
                  <a:lnTo>
                    <a:pt x="1236756" y="91741"/>
                  </a:lnTo>
                  <a:lnTo>
                    <a:pt x="1239219" y="92085"/>
                  </a:lnTo>
                  <a:lnTo>
                    <a:pt x="1241683" y="92441"/>
                  </a:lnTo>
                  <a:lnTo>
                    <a:pt x="1244147" y="92811"/>
                  </a:lnTo>
                  <a:lnTo>
                    <a:pt x="1246610" y="93188"/>
                  </a:lnTo>
                  <a:lnTo>
                    <a:pt x="1249074" y="93582"/>
                  </a:lnTo>
                  <a:lnTo>
                    <a:pt x="1251538" y="93982"/>
                  </a:lnTo>
                  <a:lnTo>
                    <a:pt x="1254001" y="94395"/>
                  </a:lnTo>
                  <a:lnTo>
                    <a:pt x="1256465" y="94816"/>
                  </a:lnTo>
                  <a:lnTo>
                    <a:pt x="1258929" y="95247"/>
                  </a:lnTo>
                  <a:lnTo>
                    <a:pt x="1258929" y="131640"/>
                  </a:lnTo>
                  <a:lnTo>
                    <a:pt x="1256465" y="131640"/>
                  </a:lnTo>
                  <a:lnTo>
                    <a:pt x="1254001" y="131640"/>
                  </a:lnTo>
                  <a:lnTo>
                    <a:pt x="1251538" y="131640"/>
                  </a:lnTo>
                  <a:lnTo>
                    <a:pt x="1249074" y="131640"/>
                  </a:lnTo>
                  <a:lnTo>
                    <a:pt x="1246610" y="131640"/>
                  </a:lnTo>
                  <a:lnTo>
                    <a:pt x="1244147" y="131640"/>
                  </a:lnTo>
                  <a:lnTo>
                    <a:pt x="1241683" y="131640"/>
                  </a:lnTo>
                  <a:lnTo>
                    <a:pt x="1239219" y="131640"/>
                  </a:lnTo>
                  <a:lnTo>
                    <a:pt x="1236756" y="131640"/>
                  </a:lnTo>
                  <a:lnTo>
                    <a:pt x="1234292" y="131640"/>
                  </a:lnTo>
                  <a:lnTo>
                    <a:pt x="1231828" y="131640"/>
                  </a:lnTo>
                  <a:lnTo>
                    <a:pt x="1229365" y="131640"/>
                  </a:lnTo>
                  <a:lnTo>
                    <a:pt x="1226901" y="131640"/>
                  </a:lnTo>
                  <a:lnTo>
                    <a:pt x="1224437" y="131640"/>
                  </a:lnTo>
                  <a:lnTo>
                    <a:pt x="1221974" y="131640"/>
                  </a:lnTo>
                  <a:lnTo>
                    <a:pt x="1219510" y="131640"/>
                  </a:lnTo>
                  <a:lnTo>
                    <a:pt x="1217046" y="131640"/>
                  </a:lnTo>
                  <a:lnTo>
                    <a:pt x="1214583" y="131640"/>
                  </a:lnTo>
                  <a:lnTo>
                    <a:pt x="1212119" y="131640"/>
                  </a:lnTo>
                  <a:lnTo>
                    <a:pt x="1209655" y="131640"/>
                  </a:lnTo>
                  <a:lnTo>
                    <a:pt x="1207192" y="131640"/>
                  </a:lnTo>
                  <a:lnTo>
                    <a:pt x="1204728" y="131640"/>
                  </a:lnTo>
                  <a:lnTo>
                    <a:pt x="1202264" y="131640"/>
                  </a:lnTo>
                  <a:lnTo>
                    <a:pt x="1199801" y="131640"/>
                  </a:lnTo>
                  <a:lnTo>
                    <a:pt x="1197337" y="131640"/>
                  </a:lnTo>
                  <a:lnTo>
                    <a:pt x="1194873" y="131640"/>
                  </a:lnTo>
                  <a:lnTo>
                    <a:pt x="1192410" y="131640"/>
                  </a:lnTo>
                  <a:lnTo>
                    <a:pt x="1189946" y="131640"/>
                  </a:lnTo>
                  <a:lnTo>
                    <a:pt x="1187482" y="131640"/>
                  </a:lnTo>
                  <a:lnTo>
                    <a:pt x="1185019" y="131640"/>
                  </a:lnTo>
                  <a:lnTo>
                    <a:pt x="1182555" y="131640"/>
                  </a:lnTo>
                  <a:lnTo>
                    <a:pt x="1180091" y="131640"/>
                  </a:lnTo>
                  <a:lnTo>
                    <a:pt x="1177628" y="131640"/>
                  </a:lnTo>
                  <a:lnTo>
                    <a:pt x="1175164" y="131640"/>
                  </a:lnTo>
                  <a:lnTo>
                    <a:pt x="1172701" y="131640"/>
                  </a:lnTo>
                  <a:lnTo>
                    <a:pt x="1170237" y="131640"/>
                  </a:lnTo>
                  <a:lnTo>
                    <a:pt x="1167773" y="131640"/>
                  </a:lnTo>
                  <a:lnTo>
                    <a:pt x="1165310" y="131640"/>
                  </a:lnTo>
                  <a:lnTo>
                    <a:pt x="1162846" y="131640"/>
                  </a:lnTo>
                  <a:lnTo>
                    <a:pt x="1160382" y="131640"/>
                  </a:lnTo>
                  <a:lnTo>
                    <a:pt x="1157919" y="131640"/>
                  </a:lnTo>
                  <a:lnTo>
                    <a:pt x="1155455" y="131640"/>
                  </a:lnTo>
                  <a:lnTo>
                    <a:pt x="1152991" y="131640"/>
                  </a:lnTo>
                  <a:lnTo>
                    <a:pt x="1150528" y="131640"/>
                  </a:lnTo>
                  <a:lnTo>
                    <a:pt x="1148064" y="131640"/>
                  </a:lnTo>
                  <a:lnTo>
                    <a:pt x="1145600" y="131640"/>
                  </a:lnTo>
                  <a:lnTo>
                    <a:pt x="1143137" y="131640"/>
                  </a:lnTo>
                  <a:lnTo>
                    <a:pt x="1140673" y="131640"/>
                  </a:lnTo>
                  <a:lnTo>
                    <a:pt x="1138209" y="131640"/>
                  </a:lnTo>
                  <a:lnTo>
                    <a:pt x="1135746" y="131640"/>
                  </a:lnTo>
                  <a:lnTo>
                    <a:pt x="1133282" y="131640"/>
                  </a:lnTo>
                  <a:lnTo>
                    <a:pt x="1130818" y="131640"/>
                  </a:lnTo>
                  <a:lnTo>
                    <a:pt x="1128355" y="131640"/>
                  </a:lnTo>
                  <a:lnTo>
                    <a:pt x="1125891" y="131640"/>
                  </a:lnTo>
                  <a:lnTo>
                    <a:pt x="1123427" y="131640"/>
                  </a:lnTo>
                  <a:lnTo>
                    <a:pt x="1120964" y="131640"/>
                  </a:lnTo>
                  <a:lnTo>
                    <a:pt x="1118500" y="131640"/>
                  </a:lnTo>
                  <a:lnTo>
                    <a:pt x="1116036" y="131640"/>
                  </a:lnTo>
                  <a:lnTo>
                    <a:pt x="1113573" y="131640"/>
                  </a:lnTo>
                  <a:lnTo>
                    <a:pt x="1111109" y="131640"/>
                  </a:lnTo>
                  <a:lnTo>
                    <a:pt x="1108645" y="131640"/>
                  </a:lnTo>
                  <a:lnTo>
                    <a:pt x="1106182" y="131640"/>
                  </a:lnTo>
                  <a:lnTo>
                    <a:pt x="1103718" y="131640"/>
                  </a:lnTo>
                  <a:lnTo>
                    <a:pt x="1101254" y="131640"/>
                  </a:lnTo>
                  <a:lnTo>
                    <a:pt x="1098791" y="131640"/>
                  </a:lnTo>
                  <a:lnTo>
                    <a:pt x="1096327" y="131640"/>
                  </a:lnTo>
                  <a:lnTo>
                    <a:pt x="1093863" y="131640"/>
                  </a:lnTo>
                  <a:lnTo>
                    <a:pt x="1091400" y="131640"/>
                  </a:lnTo>
                  <a:lnTo>
                    <a:pt x="1088936" y="131640"/>
                  </a:lnTo>
                  <a:lnTo>
                    <a:pt x="1086472" y="131640"/>
                  </a:lnTo>
                  <a:lnTo>
                    <a:pt x="1084009" y="131640"/>
                  </a:lnTo>
                  <a:lnTo>
                    <a:pt x="1081545" y="131640"/>
                  </a:lnTo>
                  <a:lnTo>
                    <a:pt x="1079082" y="131640"/>
                  </a:lnTo>
                  <a:lnTo>
                    <a:pt x="1076618" y="131640"/>
                  </a:lnTo>
                  <a:lnTo>
                    <a:pt x="1074154" y="131640"/>
                  </a:lnTo>
                  <a:lnTo>
                    <a:pt x="1071691" y="131640"/>
                  </a:lnTo>
                  <a:lnTo>
                    <a:pt x="1069227" y="131640"/>
                  </a:lnTo>
                  <a:lnTo>
                    <a:pt x="1066763" y="131640"/>
                  </a:lnTo>
                  <a:lnTo>
                    <a:pt x="1064300" y="131640"/>
                  </a:lnTo>
                  <a:lnTo>
                    <a:pt x="1061836" y="131640"/>
                  </a:lnTo>
                  <a:lnTo>
                    <a:pt x="1059372" y="131640"/>
                  </a:lnTo>
                  <a:lnTo>
                    <a:pt x="1056909" y="131640"/>
                  </a:lnTo>
                  <a:lnTo>
                    <a:pt x="1054445" y="131640"/>
                  </a:lnTo>
                  <a:lnTo>
                    <a:pt x="1051981" y="131640"/>
                  </a:lnTo>
                  <a:lnTo>
                    <a:pt x="1049518" y="131640"/>
                  </a:lnTo>
                  <a:lnTo>
                    <a:pt x="1047054" y="131640"/>
                  </a:lnTo>
                  <a:lnTo>
                    <a:pt x="1044590" y="131640"/>
                  </a:lnTo>
                  <a:lnTo>
                    <a:pt x="1042127" y="131640"/>
                  </a:lnTo>
                  <a:lnTo>
                    <a:pt x="1039663" y="131640"/>
                  </a:lnTo>
                  <a:lnTo>
                    <a:pt x="1037199" y="131640"/>
                  </a:lnTo>
                  <a:lnTo>
                    <a:pt x="1034736" y="131640"/>
                  </a:lnTo>
                  <a:lnTo>
                    <a:pt x="1032272" y="131640"/>
                  </a:lnTo>
                  <a:lnTo>
                    <a:pt x="1029808" y="131640"/>
                  </a:lnTo>
                  <a:lnTo>
                    <a:pt x="1027345" y="131640"/>
                  </a:lnTo>
                  <a:lnTo>
                    <a:pt x="1024881" y="131640"/>
                  </a:lnTo>
                  <a:lnTo>
                    <a:pt x="1022417" y="131640"/>
                  </a:lnTo>
                  <a:lnTo>
                    <a:pt x="1019954" y="131640"/>
                  </a:lnTo>
                  <a:lnTo>
                    <a:pt x="1017490" y="131640"/>
                  </a:lnTo>
                  <a:lnTo>
                    <a:pt x="1015026" y="131640"/>
                  </a:lnTo>
                  <a:lnTo>
                    <a:pt x="1012563" y="131640"/>
                  </a:lnTo>
                  <a:lnTo>
                    <a:pt x="1010099" y="131640"/>
                  </a:lnTo>
                  <a:lnTo>
                    <a:pt x="1007635" y="131640"/>
                  </a:lnTo>
                  <a:lnTo>
                    <a:pt x="1005172" y="131640"/>
                  </a:lnTo>
                  <a:lnTo>
                    <a:pt x="1002708" y="131640"/>
                  </a:lnTo>
                  <a:lnTo>
                    <a:pt x="1000244" y="131640"/>
                  </a:lnTo>
                  <a:lnTo>
                    <a:pt x="997781" y="131640"/>
                  </a:lnTo>
                  <a:lnTo>
                    <a:pt x="995317" y="131640"/>
                  </a:lnTo>
                  <a:lnTo>
                    <a:pt x="992853" y="131640"/>
                  </a:lnTo>
                  <a:lnTo>
                    <a:pt x="990390" y="131640"/>
                  </a:lnTo>
                  <a:lnTo>
                    <a:pt x="987926" y="131640"/>
                  </a:lnTo>
                  <a:lnTo>
                    <a:pt x="985463" y="131640"/>
                  </a:lnTo>
                  <a:lnTo>
                    <a:pt x="982999" y="131640"/>
                  </a:lnTo>
                  <a:lnTo>
                    <a:pt x="980535" y="131640"/>
                  </a:lnTo>
                  <a:lnTo>
                    <a:pt x="978072" y="131640"/>
                  </a:lnTo>
                  <a:lnTo>
                    <a:pt x="975608" y="131640"/>
                  </a:lnTo>
                  <a:lnTo>
                    <a:pt x="973144" y="131640"/>
                  </a:lnTo>
                  <a:lnTo>
                    <a:pt x="970681" y="131640"/>
                  </a:lnTo>
                  <a:lnTo>
                    <a:pt x="968217" y="131640"/>
                  </a:lnTo>
                  <a:lnTo>
                    <a:pt x="965753" y="131640"/>
                  </a:lnTo>
                  <a:lnTo>
                    <a:pt x="963290" y="131640"/>
                  </a:lnTo>
                  <a:lnTo>
                    <a:pt x="960826" y="131640"/>
                  </a:lnTo>
                  <a:lnTo>
                    <a:pt x="958362" y="131640"/>
                  </a:lnTo>
                  <a:lnTo>
                    <a:pt x="955899" y="131640"/>
                  </a:lnTo>
                  <a:lnTo>
                    <a:pt x="953435" y="131640"/>
                  </a:lnTo>
                  <a:lnTo>
                    <a:pt x="950971" y="131640"/>
                  </a:lnTo>
                  <a:lnTo>
                    <a:pt x="948508" y="131640"/>
                  </a:lnTo>
                  <a:lnTo>
                    <a:pt x="946044" y="131640"/>
                  </a:lnTo>
                  <a:lnTo>
                    <a:pt x="943580" y="131640"/>
                  </a:lnTo>
                  <a:lnTo>
                    <a:pt x="941117" y="131640"/>
                  </a:lnTo>
                  <a:lnTo>
                    <a:pt x="938653" y="131640"/>
                  </a:lnTo>
                  <a:lnTo>
                    <a:pt x="936189" y="131640"/>
                  </a:lnTo>
                  <a:lnTo>
                    <a:pt x="933726" y="131640"/>
                  </a:lnTo>
                  <a:lnTo>
                    <a:pt x="931262" y="131640"/>
                  </a:lnTo>
                  <a:lnTo>
                    <a:pt x="928798" y="131640"/>
                  </a:lnTo>
                  <a:lnTo>
                    <a:pt x="926335" y="131640"/>
                  </a:lnTo>
                  <a:lnTo>
                    <a:pt x="923871" y="131640"/>
                  </a:lnTo>
                  <a:lnTo>
                    <a:pt x="921407" y="131640"/>
                  </a:lnTo>
                  <a:lnTo>
                    <a:pt x="918944" y="131640"/>
                  </a:lnTo>
                  <a:lnTo>
                    <a:pt x="916480" y="131640"/>
                  </a:lnTo>
                  <a:lnTo>
                    <a:pt x="914016" y="131640"/>
                  </a:lnTo>
                  <a:lnTo>
                    <a:pt x="911553" y="131640"/>
                  </a:lnTo>
                  <a:lnTo>
                    <a:pt x="909089" y="131640"/>
                  </a:lnTo>
                  <a:lnTo>
                    <a:pt x="906625" y="131640"/>
                  </a:lnTo>
                  <a:lnTo>
                    <a:pt x="904162" y="131640"/>
                  </a:lnTo>
                  <a:lnTo>
                    <a:pt x="901698" y="131640"/>
                  </a:lnTo>
                  <a:lnTo>
                    <a:pt x="899235" y="131640"/>
                  </a:lnTo>
                  <a:lnTo>
                    <a:pt x="896771" y="131640"/>
                  </a:lnTo>
                  <a:lnTo>
                    <a:pt x="894307" y="131640"/>
                  </a:lnTo>
                  <a:lnTo>
                    <a:pt x="891844" y="131640"/>
                  </a:lnTo>
                  <a:lnTo>
                    <a:pt x="889380" y="131640"/>
                  </a:lnTo>
                  <a:lnTo>
                    <a:pt x="886916" y="131640"/>
                  </a:lnTo>
                  <a:lnTo>
                    <a:pt x="884453" y="131640"/>
                  </a:lnTo>
                  <a:lnTo>
                    <a:pt x="881989" y="131640"/>
                  </a:lnTo>
                  <a:lnTo>
                    <a:pt x="879525" y="131640"/>
                  </a:lnTo>
                  <a:lnTo>
                    <a:pt x="877062" y="131640"/>
                  </a:lnTo>
                  <a:lnTo>
                    <a:pt x="874598" y="131640"/>
                  </a:lnTo>
                  <a:lnTo>
                    <a:pt x="872134" y="131640"/>
                  </a:lnTo>
                  <a:lnTo>
                    <a:pt x="869671" y="131640"/>
                  </a:lnTo>
                  <a:lnTo>
                    <a:pt x="867207" y="131640"/>
                  </a:lnTo>
                  <a:lnTo>
                    <a:pt x="864743" y="131640"/>
                  </a:lnTo>
                  <a:lnTo>
                    <a:pt x="862280" y="131640"/>
                  </a:lnTo>
                  <a:lnTo>
                    <a:pt x="859816" y="131640"/>
                  </a:lnTo>
                  <a:lnTo>
                    <a:pt x="857352" y="131640"/>
                  </a:lnTo>
                  <a:lnTo>
                    <a:pt x="854889" y="131640"/>
                  </a:lnTo>
                  <a:lnTo>
                    <a:pt x="852425" y="131640"/>
                  </a:lnTo>
                  <a:lnTo>
                    <a:pt x="849961" y="131640"/>
                  </a:lnTo>
                  <a:lnTo>
                    <a:pt x="847498" y="131640"/>
                  </a:lnTo>
                  <a:lnTo>
                    <a:pt x="845034" y="131640"/>
                  </a:lnTo>
                  <a:lnTo>
                    <a:pt x="842570" y="131640"/>
                  </a:lnTo>
                  <a:lnTo>
                    <a:pt x="840107" y="131640"/>
                  </a:lnTo>
                  <a:lnTo>
                    <a:pt x="837643" y="131640"/>
                  </a:lnTo>
                  <a:lnTo>
                    <a:pt x="835179" y="131640"/>
                  </a:lnTo>
                  <a:lnTo>
                    <a:pt x="832716" y="131640"/>
                  </a:lnTo>
                  <a:lnTo>
                    <a:pt x="830252" y="131640"/>
                  </a:lnTo>
                  <a:lnTo>
                    <a:pt x="827788" y="131640"/>
                  </a:lnTo>
                  <a:lnTo>
                    <a:pt x="825325" y="131640"/>
                  </a:lnTo>
                  <a:lnTo>
                    <a:pt x="822861" y="131640"/>
                  </a:lnTo>
                  <a:lnTo>
                    <a:pt x="820397" y="131640"/>
                  </a:lnTo>
                  <a:lnTo>
                    <a:pt x="817934" y="131640"/>
                  </a:lnTo>
                  <a:lnTo>
                    <a:pt x="815470" y="131640"/>
                  </a:lnTo>
                  <a:lnTo>
                    <a:pt x="813006" y="131640"/>
                  </a:lnTo>
                  <a:lnTo>
                    <a:pt x="810543" y="131640"/>
                  </a:lnTo>
                  <a:lnTo>
                    <a:pt x="808079" y="131640"/>
                  </a:lnTo>
                  <a:lnTo>
                    <a:pt x="805616" y="131640"/>
                  </a:lnTo>
                  <a:lnTo>
                    <a:pt x="803152" y="131640"/>
                  </a:lnTo>
                  <a:lnTo>
                    <a:pt x="800688" y="131640"/>
                  </a:lnTo>
                  <a:lnTo>
                    <a:pt x="798225" y="131640"/>
                  </a:lnTo>
                  <a:lnTo>
                    <a:pt x="795761" y="131640"/>
                  </a:lnTo>
                  <a:lnTo>
                    <a:pt x="793297" y="131640"/>
                  </a:lnTo>
                  <a:lnTo>
                    <a:pt x="790834" y="131640"/>
                  </a:lnTo>
                  <a:lnTo>
                    <a:pt x="788370" y="131640"/>
                  </a:lnTo>
                  <a:lnTo>
                    <a:pt x="785906" y="131640"/>
                  </a:lnTo>
                  <a:lnTo>
                    <a:pt x="783443" y="131640"/>
                  </a:lnTo>
                  <a:lnTo>
                    <a:pt x="780979" y="131640"/>
                  </a:lnTo>
                  <a:lnTo>
                    <a:pt x="778515" y="131640"/>
                  </a:lnTo>
                  <a:lnTo>
                    <a:pt x="776052" y="131640"/>
                  </a:lnTo>
                  <a:lnTo>
                    <a:pt x="773588" y="131640"/>
                  </a:lnTo>
                  <a:lnTo>
                    <a:pt x="771124" y="131640"/>
                  </a:lnTo>
                  <a:lnTo>
                    <a:pt x="768661" y="131640"/>
                  </a:lnTo>
                  <a:lnTo>
                    <a:pt x="766197" y="131640"/>
                  </a:lnTo>
                  <a:lnTo>
                    <a:pt x="763733" y="131640"/>
                  </a:lnTo>
                  <a:lnTo>
                    <a:pt x="761270" y="131640"/>
                  </a:lnTo>
                  <a:lnTo>
                    <a:pt x="758806" y="131640"/>
                  </a:lnTo>
                  <a:lnTo>
                    <a:pt x="756342" y="131640"/>
                  </a:lnTo>
                  <a:lnTo>
                    <a:pt x="753879" y="131640"/>
                  </a:lnTo>
                  <a:lnTo>
                    <a:pt x="751415" y="131640"/>
                  </a:lnTo>
                  <a:lnTo>
                    <a:pt x="748951" y="131640"/>
                  </a:lnTo>
                  <a:lnTo>
                    <a:pt x="746488" y="131640"/>
                  </a:lnTo>
                  <a:lnTo>
                    <a:pt x="744024" y="131640"/>
                  </a:lnTo>
                  <a:lnTo>
                    <a:pt x="741560" y="131640"/>
                  </a:lnTo>
                  <a:lnTo>
                    <a:pt x="739097" y="131640"/>
                  </a:lnTo>
                  <a:lnTo>
                    <a:pt x="736633" y="131640"/>
                  </a:lnTo>
                  <a:lnTo>
                    <a:pt x="734169" y="131640"/>
                  </a:lnTo>
                  <a:lnTo>
                    <a:pt x="731706" y="131640"/>
                  </a:lnTo>
                  <a:lnTo>
                    <a:pt x="729242" y="131640"/>
                  </a:lnTo>
                  <a:lnTo>
                    <a:pt x="726778" y="131640"/>
                  </a:lnTo>
                  <a:lnTo>
                    <a:pt x="724315" y="131640"/>
                  </a:lnTo>
                  <a:lnTo>
                    <a:pt x="721851" y="131640"/>
                  </a:lnTo>
                  <a:lnTo>
                    <a:pt x="719388" y="131640"/>
                  </a:lnTo>
                  <a:lnTo>
                    <a:pt x="716924" y="131640"/>
                  </a:lnTo>
                  <a:lnTo>
                    <a:pt x="714460" y="131640"/>
                  </a:lnTo>
                  <a:lnTo>
                    <a:pt x="711997" y="131640"/>
                  </a:lnTo>
                  <a:lnTo>
                    <a:pt x="709533" y="131640"/>
                  </a:lnTo>
                  <a:lnTo>
                    <a:pt x="707069" y="131640"/>
                  </a:lnTo>
                  <a:lnTo>
                    <a:pt x="704606" y="131640"/>
                  </a:lnTo>
                  <a:lnTo>
                    <a:pt x="702142" y="131640"/>
                  </a:lnTo>
                  <a:lnTo>
                    <a:pt x="699678" y="131640"/>
                  </a:lnTo>
                  <a:lnTo>
                    <a:pt x="697215" y="131640"/>
                  </a:lnTo>
                  <a:lnTo>
                    <a:pt x="694751" y="131640"/>
                  </a:lnTo>
                  <a:lnTo>
                    <a:pt x="692287" y="131640"/>
                  </a:lnTo>
                  <a:lnTo>
                    <a:pt x="689824" y="131640"/>
                  </a:lnTo>
                  <a:lnTo>
                    <a:pt x="687360" y="131640"/>
                  </a:lnTo>
                  <a:lnTo>
                    <a:pt x="684896" y="131640"/>
                  </a:lnTo>
                  <a:lnTo>
                    <a:pt x="682433" y="131640"/>
                  </a:lnTo>
                  <a:lnTo>
                    <a:pt x="679969" y="131640"/>
                  </a:lnTo>
                  <a:lnTo>
                    <a:pt x="677505" y="131640"/>
                  </a:lnTo>
                  <a:lnTo>
                    <a:pt x="675042" y="131640"/>
                  </a:lnTo>
                  <a:lnTo>
                    <a:pt x="672578" y="131640"/>
                  </a:lnTo>
                  <a:lnTo>
                    <a:pt x="670114" y="131640"/>
                  </a:lnTo>
                  <a:lnTo>
                    <a:pt x="667651" y="131640"/>
                  </a:lnTo>
                  <a:lnTo>
                    <a:pt x="665187" y="131640"/>
                  </a:lnTo>
                  <a:lnTo>
                    <a:pt x="662723" y="131640"/>
                  </a:lnTo>
                  <a:lnTo>
                    <a:pt x="660260" y="131640"/>
                  </a:lnTo>
                  <a:lnTo>
                    <a:pt x="657796" y="131640"/>
                  </a:lnTo>
                  <a:lnTo>
                    <a:pt x="655332" y="131640"/>
                  </a:lnTo>
                  <a:lnTo>
                    <a:pt x="652869" y="131640"/>
                  </a:lnTo>
                  <a:lnTo>
                    <a:pt x="650405" y="131640"/>
                  </a:lnTo>
                  <a:lnTo>
                    <a:pt x="647941" y="131640"/>
                  </a:lnTo>
                  <a:lnTo>
                    <a:pt x="645478" y="131640"/>
                  </a:lnTo>
                  <a:lnTo>
                    <a:pt x="643014" y="131640"/>
                  </a:lnTo>
                  <a:lnTo>
                    <a:pt x="640550" y="131640"/>
                  </a:lnTo>
                  <a:lnTo>
                    <a:pt x="638087" y="131640"/>
                  </a:lnTo>
                  <a:lnTo>
                    <a:pt x="635623" y="131640"/>
                  </a:lnTo>
                  <a:lnTo>
                    <a:pt x="633159" y="131640"/>
                  </a:lnTo>
                  <a:lnTo>
                    <a:pt x="630696" y="131640"/>
                  </a:lnTo>
                  <a:lnTo>
                    <a:pt x="628232" y="131640"/>
                  </a:lnTo>
                  <a:lnTo>
                    <a:pt x="625769" y="131640"/>
                  </a:lnTo>
                  <a:lnTo>
                    <a:pt x="623305" y="131640"/>
                  </a:lnTo>
                  <a:lnTo>
                    <a:pt x="620841" y="131640"/>
                  </a:lnTo>
                  <a:lnTo>
                    <a:pt x="618378" y="131640"/>
                  </a:lnTo>
                  <a:lnTo>
                    <a:pt x="615914" y="131640"/>
                  </a:lnTo>
                  <a:lnTo>
                    <a:pt x="613450" y="131640"/>
                  </a:lnTo>
                  <a:lnTo>
                    <a:pt x="610987" y="131640"/>
                  </a:lnTo>
                  <a:lnTo>
                    <a:pt x="608523" y="131640"/>
                  </a:lnTo>
                  <a:lnTo>
                    <a:pt x="606059" y="131640"/>
                  </a:lnTo>
                  <a:lnTo>
                    <a:pt x="603596" y="131640"/>
                  </a:lnTo>
                  <a:lnTo>
                    <a:pt x="601132" y="131640"/>
                  </a:lnTo>
                  <a:lnTo>
                    <a:pt x="598668" y="131640"/>
                  </a:lnTo>
                  <a:lnTo>
                    <a:pt x="596205" y="131640"/>
                  </a:lnTo>
                  <a:lnTo>
                    <a:pt x="593741" y="131640"/>
                  </a:lnTo>
                  <a:lnTo>
                    <a:pt x="591277" y="131640"/>
                  </a:lnTo>
                  <a:lnTo>
                    <a:pt x="588814" y="131640"/>
                  </a:lnTo>
                  <a:lnTo>
                    <a:pt x="586350" y="131640"/>
                  </a:lnTo>
                  <a:lnTo>
                    <a:pt x="583886" y="131640"/>
                  </a:lnTo>
                  <a:lnTo>
                    <a:pt x="581423" y="131640"/>
                  </a:lnTo>
                  <a:lnTo>
                    <a:pt x="578959" y="131640"/>
                  </a:lnTo>
                  <a:lnTo>
                    <a:pt x="576495" y="131640"/>
                  </a:lnTo>
                  <a:lnTo>
                    <a:pt x="574032" y="131640"/>
                  </a:lnTo>
                  <a:lnTo>
                    <a:pt x="571568" y="131640"/>
                  </a:lnTo>
                  <a:lnTo>
                    <a:pt x="569104" y="131640"/>
                  </a:lnTo>
                  <a:lnTo>
                    <a:pt x="566641" y="131640"/>
                  </a:lnTo>
                  <a:lnTo>
                    <a:pt x="564177" y="131640"/>
                  </a:lnTo>
                  <a:lnTo>
                    <a:pt x="561713" y="131640"/>
                  </a:lnTo>
                  <a:lnTo>
                    <a:pt x="559250" y="131640"/>
                  </a:lnTo>
                  <a:lnTo>
                    <a:pt x="556786" y="131640"/>
                  </a:lnTo>
                  <a:lnTo>
                    <a:pt x="554322" y="131640"/>
                  </a:lnTo>
                  <a:lnTo>
                    <a:pt x="551859" y="131640"/>
                  </a:lnTo>
                  <a:lnTo>
                    <a:pt x="549395" y="131640"/>
                  </a:lnTo>
                  <a:lnTo>
                    <a:pt x="546931" y="131640"/>
                  </a:lnTo>
                  <a:lnTo>
                    <a:pt x="544468" y="131640"/>
                  </a:lnTo>
                  <a:lnTo>
                    <a:pt x="542004" y="131640"/>
                  </a:lnTo>
                  <a:lnTo>
                    <a:pt x="539541" y="131640"/>
                  </a:lnTo>
                  <a:lnTo>
                    <a:pt x="537077" y="131640"/>
                  </a:lnTo>
                  <a:lnTo>
                    <a:pt x="534613" y="131640"/>
                  </a:lnTo>
                  <a:lnTo>
                    <a:pt x="532150" y="131640"/>
                  </a:lnTo>
                  <a:lnTo>
                    <a:pt x="529686" y="131640"/>
                  </a:lnTo>
                  <a:lnTo>
                    <a:pt x="527222" y="131640"/>
                  </a:lnTo>
                  <a:lnTo>
                    <a:pt x="524759" y="131640"/>
                  </a:lnTo>
                  <a:lnTo>
                    <a:pt x="522295" y="131640"/>
                  </a:lnTo>
                  <a:lnTo>
                    <a:pt x="519831" y="131640"/>
                  </a:lnTo>
                  <a:lnTo>
                    <a:pt x="517368" y="131640"/>
                  </a:lnTo>
                  <a:lnTo>
                    <a:pt x="514904" y="131640"/>
                  </a:lnTo>
                  <a:lnTo>
                    <a:pt x="512440" y="131640"/>
                  </a:lnTo>
                  <a:lnTo>
                    <a:pt x="509977" y="131640"/>
                  </a:lnTo>
                  <a:lnTo>
                    <a:pt x="507513" y="131640"/>
                  </a:lnTo>
                  <a:lnTo>
                    <a:pt x="505049" y="131640"/>
                  </a:lnTo>
                  <a:lnTo>
                    <a:pt x="502586" y="131640"/>
                  </a:lnTo>
                  <a:lnTo>
                    <a:pt x="500122" y="131640"/>
                  </a:lnTo>
                  <a:lnTo>
                    <a:pt x="497658" y="131640"/>
                  </a:lnTo>
                  <a:lnTo>
                    <a:pt x="495195" y="131640"/>
                  </a:lnTo>
                  <a:lnTo>
                    <a:pt x="492731" y="131640"/>
                  </a:lnTo>
                  <a:lnTo>
                    <a:pt x="490267" y="131640"/>
                  </a:lnTo>
                  <a:lnTo>
                    <a:pt x="487804" y="131640"/>
                  </a:lnTo>
                  <a:lnTo>
                    <a:pt x="485340" y="131640"/>
                  </a:lnTo>
                  <a:lnTo>
                    <a:pt x="482876" y="131640"/>
                  </a:lnTo>
                  <a:lnTo>
                    <a:pt x="480413" y="131640"/>
                  </a:lnTo>
                  <a:lnTo>
                    <a:pt x="477949" y="131640"/>
                  </a:lnTo>
                  <a:lnTo>
                    <a:pt x="475485" y="131640"/>
                  </a:lnTo>
                  <a:lnTo>
                    <a:pt x="473022" y="131640"/>
                  </a:lnTo>
                  <a:lnTo>
                    <a:pt x="470558" y="131640"/>
                  </a:lnTo>
                  <a:lnTo>
                    <a:pt x="468094" y="131640"/>
                  </a:lnTo>
                  <a:lnTo>
                    <a:pt x="465631" y="131640"/>
                  </a:lnTo>
                  <a:lnTo>
                    <a:pt x="463167" y="131640"/>
                  </a:lnTo>
                  <a:lnTo>
                    <a:pt x="460703" y="131640"/>
                  </a:lnTo>
                  <a:lnTo>
                    <a:pt x="458240" y="131640"/>
                  </a:lnTo>
                  <a:lnTo>
                    <a:pt x="455776" y="131640"/>
                  </a:lnTo>
                  <a:lnTo>
                    <a:pt x="453312" y="131640"/>
                  </a:lnTo>
                  <a:lnTo>
                    <a:pt x="450849" y="131640"/>
                  </a:lnTo>
                  <a:lnTo>
                    <a:pt x="448385" y="131640"/>
                  </a:lnTo>
                  <a:lnTo>
                    <a:pt x="445922" y="131640"/>
                  </a:lnTo>
                  <a:lnTo>
                    <a:pt x="443458" y="131640"/>
                  </a:lnTo>
                  <a:lnTo>
                    <a:pt x="440994" y="131640"/>
                  </a:lnTo>
                  <a:lnTo>
                    <a:pt x="438531" y="131640"/>
                  </a:lnTo>
                  <a:lnTo>
                    <a:pt x="436067" y="131640"/>
                  </a:lnTo>
                  <a:lnTo>
                    <a:pt x="433603" y="131640"/>
                  </a:lnTo>
                  <a:lnTo>
                    <a:pt x="431140" y="131640"/>
                  </a:lnTo>
                  <a:lnTo>
                    <a:pt x="428676" y="131640"/>
                  </a:lnTo>
                  <a:lnTo>
                    <a:pt x="426212" y="131640"/>
                  </a:lnTo>
                  <a:lnTo>
                    <a:pt x="423749" y="131640"/>
                  </a:lnTo>
                  <a:lnTo>
                    <a:pt x="421285" y="131640"/>
                  </a:lnTo>
                  <a:lnTo>
                    <a:pt x="418821" y="131640"/>
                  </a:lnTo>
                  <a:lnTo>
                    <a:pt x="416358" y="131640"/>
                  </a:lnTo>
                  <a:lnTo>
                    <a:pt x="413894" y="131640"/>
                  </a:lnTo>
                  <a:lnTo>
                    <a:pt x="411430" y="131640"/>
                  </a:lnTo>
                  <a:lnTo>
                    <a:pt x="408967" y="131640"/>
                  </a:lnTo>
                  <a:lnTo>
                    <a:pt x="406503" y="131640"/>
                  </a:lnTo>
                  <a:lnTo>
                    <a:pt x="404039" y="131640"/>
                  </a:lnTo>
                  <a:lnTo>
                    <a:pt x="401576" y="131640"/>
                  </a:lnTo>
                  <a:lnTo>
                    <a:pt x="399112" y="131640"/>
                  </a:lnTo>
                  <a:lnTo>
                    <a:pt x="396648" y="131640"/>
                  </a:lnTo>
                  <a:lnTo>
                    <a:pt x="394185" y="131640"/>
                  </a:lnTo>
                  <a:lnTo>
                    <a:pt x="391721" y="131640"/>
                  </a:lnTo>
                  <a:lnTo>
                    <a:pt x="389257" y="131640"/>
                  </a:lnTo>
                  <a:lnTo>
                    <a:pt x="386794" y="131640"/>
                  </a:lnTo>
                  <a:lnTo>
                    <a:pt x="384330" y="131640"/>
                  </a:lnTo>
                  <a:lnTo>
                    <a:pt x="381866" y="131640"/>
                  </a:lnTo>
                  <a:lnTo>
                    <a:pt x="379403" y="131640"/>
                  </a:lnTo>
                  <a:lnTo>
                    <a:pt x="376939" y="131640"/>
                  </a:lnTo>
                  <a:lnTo>
                    <a:pt x="374475" y="131640"/>
                  </a:lnTo>
                  <a:lnTo>
                    <a:pt x="372012" y="131640"/>
                  </a:lnTo>
                  <a:lnTo>
                    <a:pt x="369548" y="131640"/>
                  </a:lnTo>
                  <a:lnTo>
                    <a:pt x="367084" y="131640"/>
                  </a:lnTo>
                  <a:lnTo>
                    <a:pt x="364621" y="131640"/>
                  </a:lnTo>
                  <a:lnTo>
                    <a:pt x="362157" y="131640"/>
                  </a:lnTo>
                  <a:lnTo>
                    <a:pt x="359694" y="131640"/>
                  </a:lnTo>
                  <a:lnTo>
                    <a:pt x="357230" y="131640"/>
                  </a:lnTo>
                  <a:lnTo>
                    <a:pt x="354766" y="131640"/>
                  </a:lnTo>
                  <a:lnTo>
                    <a:pt x="352303" y="131640"/>
                  </a:lnTo>
                  <a:lnTo>
                    <a:pt x="349839" y="131640"/>
                  </a:lnTo>
                  <a:lnTo>
                    <a:pt x="347375" y="131640"/>
                  </a:lnTo>
                  <a:lnTo>
                    <a:pt x="344912" y="131640"/>
                  </a:lnTo>
                  <a:lnTo>
                    <a:pt x="342448" y="131640"/>
                  </a:lnTo>
                  <a:lnTo>
                    <a:pt x="339984" y="131640"/>
                  </a:lnTo>
                  <a:lnTo>
                    <a:pt x="337521" y="131640"/>
                  </a:lnTo>
                  <a:lnTo>
                    <a:pt x="335057" y="131640"/>
                  </a:lnTo>
                  <a:lnTo>
                    <a:pt x="332593" y="131640"/>
                  </a:lnTo>
                  <a:lnTo>
                    <a:pt x="330130" y="131640"/>
                  </a:lnTo>
                  <a:lnTo>
                    <a:pt x="327666" y="131640"/>
                  </a:lnTo>
                  <a:lnTo>
                    <a:pt x="325202" y="131640"/>
                  </a:lnTo>
                  <a:lnTo>
                    <a:pt x="322739" y="131640"/>
                  </a:lnTo>
                  <a:lnTo>
                    <a:pt x="320275" y="131640"/>
                  </a:lnTo>
                  <a:lnTo>
                    <a:pt x="317811" y="131640"/>
                  </a:lnTo>
                  <a:lnTo>
                    <a:pt x="315348" y="131640"/>
                  </a:lnTo>
                  <a:lnTo>
                    <a:pt x="312884" y="131640"/>
                  </a:lnTo>
                  <a:lnTo>
                    <a:pt x="310420" y="131640"/>
                  </a:lnTo>
                  <a:lnTo>
                    <a:pt x="307957" y="131640"/>
                  </a:lnTo>
                  <a:lnTo>
                    <a:pt x="305493" y="131640"/>
                  </a:lnTo>
                  <a:lnTo>
                    <a:pt x="303029" y="131640"/>
                  </a:lnTo>
                  <a:lnTo>
                    <a:pt x="300566" y="131640"/>
                  </a:lnTo>
                  <a:lnTo>
                    <a:pt x="298102" y="131640"/>
                  </a:lnTo>
                  <a:lnTo>
                    <a:pt x="295638" y="131640"/>
                  </a:lnTo>
                  <a:lnTo>
                    <a:pt x="293175" y="131640"/>
                  </a:lnTo>
                  <a:lnTo>
                    <a:pt x="290711" y="131640"/>
                  </a:lnTo>
                  <a:lnTo>
                    <a:pt x="288247" y="131640"/>
                  </a:lnTo>
                  <a:lnTo>
                    <a:pt x="285784" y="131640"/>
                  </a:lnTo>
                  <a:lnTo>
                    <a:pt x="283320" y="131640"/>
                  </a:lnTo>
                  <a:lnTo>
                    <a:pt x="280856" y="131640"/>
                  </a:lnTo>
                  <a:lnTo>
                    <a:pt x="278393" y="131640"/>
                  </a:lnTo>
                  <a:lnTo>
                    <a:pt x="275929" y="131640"/>
                  </a:lnTo>
                  <a:lnTo>
                    <a:pt x="273465" y="131640"/>
                  </a:lnTo>
                  <a:lnTo>
                    <a:pt x="271002" y="131640"/>
                  </a:lnTo>
                  <a:lnTo>
                    <a:pt x="268538" y="131640"/>
                  </a:lnTo>
                  <a:lnTo>
                    <a:pt x="266075" y="131640"/>
                  </a:lnTo>
                  <a:lnTo>
                    <a:pt x="263611" y="131640"/>
                  </a:lnTo>
                  <a:lnTo>
                    <a:pt x="261147" y="131640"/>
                  </a:lnTo>
                  <a:lnTo>
                    <a:pt x="258684" y="131640"/>
                  </a:lnTo>
                  <a:lnTo>
                    <a:pt x="256220" y="131640"/>
                  </a:lnTo>
                  <a:lnTo>
                    <a:pt x="253756" y="131640"/>
                  </a:lnTo>
                  <a:lnTo>
                    <a:pt x="251293" y="131640"/>
                  </a:lnTo>
                  <a:lnTo>
                    <a:pt x="248829" y="131640"/>
                  </a:lnTo>
                  <a:lnTo>
                    <a:pt x="246365" y="131640"/>
                  </a:lnTo>
                  <a:lnTo>
                    <a:pt x="243902" y="131640"/>
                  </a:lnTo>
                  <a:lnTo>
                    <a:pt x="241438" y="131640"/>
                  </a:lnTo>
                  <a:lnTo>
                    <a:pt x="238974" y="131640"/>
                  </a:lnTo>
                  <a:lnTo>
                    <a:pt x="236511" y="131640"/>
                  </a:lnTo>
                  <a:lnTo>
                    <a:pt x="234047" y="131640"/>
                  </a:lnTo>
                  <a:lnTo>
                    <a:pt x="231583" y="131640"/>
                  </a:lnTo>
                  <a:lnTo>
                    <a:pt x="229120" y="131640"/>
                  </a:lnTo>
                  <a:lnTo>
                    <a:pt x="226656" y="131640"/>
                  </a:lnTo>
                  <a:lnTo>
                    <a:pt x="224192" y="131640"/>
                  </a:lnTo>
                  <a:lnTo>
                    <a:pt x="221729" y="131640"/>
                  </a:lnTo>
                  <a:lnTo>
                    <a:pt x="219265" y="131640"/>
                  </a:lnTo>
                  <a:lnTo>
                    <a:pt x="216801" y="131640"/>
                  </a:lnTo>
                  <a:lnTo>
                    <a:pt x="214338" y="131640"/>
                  </a:lnTo>
                  <a:lnTo>
                    <a:pt x="211874" y="131640"/>
                  </a:lnTo>
                  <a:lnTo>
                    <a:pt x="209410" y="131640"/>
                  </a:lnTo>
                  <a:lnTo>
                    <a:pt x="206947" y="131640"/>
                  </a:lnTo>
                  <a:lnTo>
                    <a:pt x="204483" y="131640"/>
                  </a:lnTo>
                  <a:lnTo>
                    <a:pt x="202019" y="131640"/>
                  </a:lnTo>
                  <a:lnTo>
                    <a:pt x="199556" y="131640"/>
                  </a:lnTo>
                  <a:lnTo>
                    <a:pt x="197092" y="131640"/>
                  </a:lnTo>
                  <a:lnTo>
                    <a:pt x="194628" y="131640"/>
                  </a:lnTo>
                  <a:lnTo>
                    <a:pt x="192165" y="131640"/>
                  </a:lnTo>
                  <a:lnTo>
                    <a:pt x="189701" y="131640"/>
                  </a:lnTo>
                  <a:lnTo>
                    <a:pt x="187237" y="131640"/>
                  </a:lnTo>
                  <a:lnTo>
                    <a:pt x="184774" y="131640"/>
                  </a:lnTo>
                  <a:lnTo>
                    <a:pt x="182310" y="131640"/>
                  </a:lnTo>
                  <a:lnTo>
                    <a:pt x="179847" y="131640"/>
                  </a:lnTo>
                  <a:lnTo>
                    <a:pt x="177383" y="131640"/>
                  </a:lnTo>
                  <a:lnTo>
                    <a:pt x="174919" y="131640"/>
                  </a:lnTo>
                  <a:lnTo>
                    <a:pt x="172456" y="131640"/>
                  </a:lnTo>
                  <a:lnTo>
                    <a:pt x="169992" y="131640"/>
                  </a:lnTo>
                  <a:lnTo>
                    <a:pt x="167528" y="131640"/>
                  </a:lnTo>
                  <a:lnTo>
                    <a:pt x="165065" y="131640"/>
                  </a:lnTo>
                  <a:lnTo>
                    <a:pt x="162601" y="131640"/>
                  </a:lnTo>
                  <a:lnTo>
                    <a:pt x="160137" y="131640"/>
                  </a:lnTo>
                  <a:lnTo>
                    <a:pt x="157674" y="131640"/>
                  </a:lnTo>
                  <a:lnTo>
                    <a:pt x="155210" y="131640"/>
                  </a:lnTo>
                  <a:lnTo>
                    <a:pt x="152746" y="131640"/>
                  </a:lnTo>
                  <a:lnTo>
                    <a:pt x="150283" y="131640"/>
                  </a:lnTo>
                  <a:lnTo>
                    <a:pt x="147819" y="131640"/>
                  </a:lnTo>
                  <a:lnTo>
                    <a:pt x="145355" y="131640"/>
                  </a:lnTo>
                  <a:lnTo>
                    <a:pt x="142892" y="131640"/>
                  </a:lnTo>
                  <a:lnTo>
                    <a:pt x="140428" y="131640"/>
                  </a:lnTo>
                  <a:lnTo>
                    <a:pt x="137964" y="131640"/>
                  </a:lnTo>
                  <a:lnTo>
                    <a:pt x="135501" y="131640"/>
                  </a:lnTo>
                  <a:lnTo>
                    <a:pt x="133037" y="131640"/>
                  </a:lnTo>
                  <a:lnTo>
                    <a:pt x="130573" y="131640"/>
                  </a:lnTo>
                  <a:lnTo>
                    <a:pt x="128110" y="131640"/>
                  </a:lnTo>
                  <a:lnTo>
                    <a:pt x="125646" y="131640"/>
                  </a:lnTo>
                  <a:lnTo>
                    <a:pt x="123182" y="131640"/>
                  </a:lnTo>
                  <a:lnTo>
                    <a:pt x="120719" y="131640"/>
                  </a:lnTo>
                  <a:lnTo>
                    <a:pt x="118255" y="131640"/>
                  </a:lnTo>
                  <a:lnTo>
                    <a:pt x="115791" y="131640"/>
                  </a:lnTo>
                  <a:lnTo>
                    <a:pt x="113328" y="131640"/>
                  </a:lnTo>
                  <a:lnTo>
                    <a:pt x="110864" y="131640"/>
                  </a:lnTo>
                  <a:lnTo>
                    <a:pt x="108400" y="131640"/>
                  </a:lnTo>
                  <a:lnTo>
                    <a:pt x="105937" y="131640"/>
                  </a:lnTo>
                  <a:lnTo>
                    <a:pt x="103473" y="131640"/>
                  </a:lnTo>
                  <a:lnTo>
                    <a:pt x="101009" y="131640"/>
                  </a:lnTo>
                  <a:lnTo>
                    <a:pt x="98546" y="131640"/>
                  </a:lnTo>
                  <a:lnTo>
                    <a:pt x="96082" y="131640"/>
                  </a:lnTo>
                  <a:lnTo>
                    <a:pt x="93618" y="131640"/>
                  </a:lnTo>
                  <a:lnTo>
                    <a:pt x="91155" y="131640"/>
                  </a:lnTo>
                  <a:lnTo>
                    <a:pt x="88691" y="131640"/>
                  </a:lnTo>
                  <a:lnTo>
                    <a:pt x="86228" y="131640"/>
                  </a:lnTo>
                  <a:lnTo>
                    <a:pt x="83764" y="131640"/>
                  </a:lnTo>
                  <a:lnTo>
                    <a:pt x="81300" y="131640"/>
                  </a:lnTo>
                  <a:lnTo>
                    <a:pt x="78837" y="131640"/>
                  </a:lnTo>
                  <a:lnTo>
                    <a:pt x="76373" y="131640"/>
                  </a:lnTo>
                  <a:lnTo>
                    <a:pt x="73909" y="131640"/>
                  </a:lnTo>
                  <a:lnTo>
                    <a:pt x="71446" y="131640"/>
                  </a:lnTo>
                  <a:lnTo>
                    <a:pt x="68982" y="131640"/>
                  </a:lnTo>
                  <a:lnTo>
                    <a:pt x="66518" y="131640"/>
                  </a:lnTo>
                  <a:lnTo>
                    <a:pt x="64055" y="131640"/>
                  </a:lnTo>
                  <a:lnTo>
                    <a:pt x="61591" y="131640"/>
                  </a:lnTo>
                  <a:lnTo>
                    <a:pt x="59127" y="131640"/>
                  </a:lnTo>
                  <a:lnTo>
                    <a:pt x="56664" y="131640"/>
                  </a:lnTo>
                  <a:lnTo>
                    <a:pt x="54200" y="131640"/>
                  </a:lnTo>
                  <a:lnTo>
                    <a:pt x="51736" y="131640"/>
                  </a:lnTo>
                  <a:lnTo>
                    <a:pt x="49273" y="131640"/>
                  </a:lnTo>
                  <a:lnTo>
                    <a:pt x="46809" y="131640"/>
                  </a:lnTo>
                  <a:lnTo>
                    <a:pt x="44345" y="131640"/>
                  </a:lnTo>
                  <a:lnTo>
                    <a:pt x="41882" y="131640"/>
                  </a:lnTo>
                  <a:lnTo>
                    <a:pt x="39418" y="131640"/>
                  </a:lnTo>
                  <a:lnTo>
                    <a:pt x="36954" y="131640"/>
                  </a:lnTo>
                  <a:lnTo>
                    <a:pt x="34491" y="131640"/>
                  </a:lnTo>
                  <a:lnTo>
                    <a:pt x="32027" y="131640"/>
                  </a:lnTo>
                  <a:lnTo>
                    <a:pt x="29563" y="131640"/>
                  </a:lnTo>
                  <a:lnTo>
                    <a:pt x="27100" y="131640"/>
                  </a:lnTo>
                  <a:lnTo>
                    <a:pt x="24636" y="131640"/>
                  </a:lnTo>
                  <a:lnTo>
                    <a:pt x="22172" y="131640"/>
                  </a:lnTo>
                  <a:lnTo>
                    <a:pt x="19709" y="131640"/>
                  </a:lnTo>
                  <a:lnTo>
                    <a:pt x="17245" y="131640"/>
                  </a:lnTo>
                  <a:lnTo>
                    <a:pt x="14781" y="131640"/>
                  </a:lnTo>
                  <a:lnTo>
                    <a:pt x="12318" y="131640"/>
                  </a:lnTo>
                  <a:lnTo>
                    <a:pt x="9854" y="131640"/>
                  </a:lnTo>
                  <a:lnTo>
                    <a:pt x="7390" y="131640"/>
                  </a:lnTo>
                  <a:lnTo>
                    <a:pt x="4927" y="131640"/>
                  </a:lnTo>
                  <a:lnTo>
                    <a:pt x="2463" y="131640"/>
                  </a:lnTo>
                  <a:lnTo>
                    <a:pt x="0" y="13164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7005616" y="4008202"/>
              <a:ext cx="1258929" cy="128744"/>
            </a:xfrm>
            <a:custGeom>
              <a:avLst/>
              <a:pathLst>
                <a:path w="1258929" h="128744">
                  <a:moveTo>
                    <a:pt x="0" y="128744"/>
                  </a:moveTo>
                  <a:lnTo>
                    <a:pt x="2463" y="128659"/>
                  </a:lnTo>
                  <a:lnTo>
                    <a:pt x="4927" y="128571"/>
                  </a:lnTo>
                  <a:lnTo>
                    <a:pt x="7390" y="128482"/>
                  </a:lnTo>
                  <a:lnTo>
                    <a:pt x="9854" y="128391"/>
                  </a:lnTo>
                  <a:lnTo>
                    <a:pt x="12318" y="128299"/>
                  </a:lnTo>
                  <a:lnTo>
                    <a:pt x="14781" y="128204"/>
                  </a:lnTo>
                  <a:lnTo>
                    <a:pt x="17245" y="128107"/>
                  </a:lnTo>
                  <a:lnTo>
                    <a:pt x="19709" y="128009"/>
                  </a:lnTo>
                  <a:lnTo>
                    <a:pt x="22172" y="127908"/>
                  </a:lnTo>
                  <a:lnTo>
                    <a:pt x="24636" y="127806"/>
                  </a:lnTo>
                  <a:lnTo>
                    <a:pt x="27100" y="127701"/>
                  </a:lnTo>
                  <a:lnTo>
                    <a:pt x="29563" y="127595"/>
                  </a:lnTo>
                  <a:lnTo>
                    <a:pt x="32027" y="127485"/>
                  </a:lnTo>
                  <a:lnTo>
                    <a:pt x="34491" y="127375"/>
                  </a:lnTo>
                  <a:lnTo>
                    <a:pt x="36954" y="127261"/>
                  </a:lnTo>
                  <a:lnTo>
                    <a:pt x="39418" y="127145"/>
                  </a:lnTo>
                  <a:lnTo>
                    <a:pt x="41882" y="127028"/>
                  </a:lnTo>
                  <a:lnTo>
                    <a:pt x="44345" y="126906"/>
                  </a:lnTo>
                  <a:lnTo>
                    <a:pt x="46809" y="126784"/>
                  </a:lnTo>
                  <a:lnTo>
                    <a:pt x="49273" y="126658"/>
                  </a:lnTo>
                  <a:lnTo>
                    <a:pt x="51736" y="126530"/>
                  </a:lnTo>
                  <a:lnTo>
                    <a:pt x="54200" y="126398"/>
                  </a:lnTo>
                  <a:lnTo>
                    <a:pt x="56664" y="126264"/>
                  </a:lnTo>
                  <a:lnTo>
                    <a:pt x="59127" y="126127"/>
                  </a:lnTo>
                  <a:lnTo>
                    <a:pt x="61591" y="125987"/>
                  </a:lnTo>
                  <a:lnTo>
                    <a:pt x="64055" y="125844"/>
                  </a:lnTo>
                  <a:lnTo>
                    <a:pt x="66518" y="125697"/>
                  </a:lnTo>
                  <a:lnTo>
                    <a:pt x="68982" y="125547"/>
                  </a:lnTo>
                  <a:lnTo>
                    <a:pt x="71446" y="125393"/>
                  </a:lnTo>
                  <a:lnTo>
                    <a:pt x="73909" y="125236"/>
                  </a:lnTo>
                  <a:lnTo>
                    <a:pt x="76373" y="125076"/>
                  </a:lnTo>
                  <a:lnTo>
                    <a:pt x="78837" y="124909"/>
                  </a:lnTo>
                  <a:lnTo>
                    <a:pt x="81300" y="124742"/>
                  </a:lnTo>
                  <a:lnTo>
                    <a:pt x="83764" y="124567"/>
                  </a:lnTo>
                  <a:lnTo>
                    <a:pt x="86228" y="124390"/>
                  </a:lnTo>
                  <a:lnTo>
                    <a:pt x="88691" y="124207"/>
                  </a:lnTo>
                  <a:lnTo>
                    <a:pt x="91155" y="124020"/>
                  </a:lnTo>
                  <a:lnTo>
                    <a:pt x="93618" y="123829"/>
                  </a:lnTo>
                  <a:lnTo>
                    <a:pt x="96082" y="123630"/>
                  </a:lnTo>
                  <a:lnTo>
                    <a:pt x="98546" y="123429"/>
                  </a:lnTo>
                  <a:lnTo>
                    <a:pt x="101009" y="123219"/>
                  </a:lnTo>
                  <a:lnTo>
                    <a:pt x="103473" y="123006"/>
                  </a:lnTo>
                  <a:lnTo>
                    <a:pt x="105937" y="122786"/>
                  </a:lnTo>
                  <a:lnTo>
                    <a:pt x="108400" y="122559"/>
                  </a:lnTo>
                  <a:lnTo>
                    <a:pt x="110864" y="122328"/>
                  </a:lnTo>
                  <a:lnTo>
                    <a:pt x="113328" y="122086"/>
                  </a:lnTo>
                  <a:lnTo>
                    <a:pt x="115791" y="121842"/>
                  </a:lnTo>
                  <a:lnTo>
                    <a:pt x="118255" y="121587"/>
                  </a:lnTo>
                  <a:lnTo>
                    <a:pt x="120719" y="121326"/>
                  </a:lnTo>
                  <a:lnTo>
                    <a:pt x="123182" y="121057"/>
                  </a:lnTo>
                  <a:lnTo>
                    <a:pt x="125646" y="120779"/>
                  </a:lnTo>
                  <a:lnTo>
                    <a:pt x="128110" y="120496"/>
                  </a:lnTo>
                  <a:lnTo>
                    <a:pt x="130573" y="120199"/>
                  </a:lnTo>
                  <a:lnTo>
                    <a:pt x="133037" y="119899"/>
                  </a:lnTo>
                  <a:lnTo>
                    <a:pt x="135501" y="119584"/>
                  </a:lnTo>
                  <a:lnTo>
                    <a:pt x="137964" y="119263"/>
                  </a:lnTo>
                  <a:lnTo>
                    <a:pt x="140428" y="118932"/>
                  </a:lnTo>
                  <a:lnTo>
                    <a:pt x="142892" y="118588"/>
                  </a:lnTo>
                  <a:lnTo>
                    <a:pt x="145355" y="118239"/>
                  </a:lnTo>
                  <a:lnTo>
                    <a:pt x="147819" y="117872"/>
                  </a:lnTo>
                  <a:lnTo>
                    <a:pt x="150283" y="117500"/>
                  </a:lnTo>
                  <a:lnTo>
                    <a:pt x="152746" y="117111"/>
                  </a:lnTo>
                  <a:lnTo>
                    <a:pt x="155210" y="116713"/>
                  </a:lnTo>
                  <a:lnTo>
                    <a:pt x="157674" y="116303"/>
                  </a:lnTo>
                  <a:lnTo>
                    <a:pt x="160137" y="115878"/>
                  </a:lnTo>
                  <a:lnTo>
                    <a:pt x="162601" y="115446"/>
                  </a:lnTo>
                  <a:lnTo>
                    <a:pt x="165065" y="114992"/>
                  </a:lnTo>
                  <a:lnTo>
                    <a:pt x="167528" y="114532"/>
                  </a:lnTo>
                  <a:lnTo>
                    <a:pt x="169992" y="114052"/>
                  </a:lnTo>
                  <a:lnTo>
                    <a:pt x="172456" y="113560"/>
                  </a:lnTo>
                  <a:lnTo>
                    <a:pt x="174919" y="113055"/>
                  </a:lnTo>
                  <a:lnTo>
                    <a:pt x="177383" y="112530"/>
                  </a:lnTo>
                  <a:lnTo>
                    <a:pt x="179847" y="111998"/>
                  </a:lnTo>
                  <a:lnTo>
                    <a:pt x="182310" y="111440"/>
                  </a:lnTo>
                  <a:lnTo>
                    <a:pt x="184774" y="110874"/>
                  </a:lnTo>
                  <a:lnTo>
                    <a:pt x="187237" y="110285"/>
                  </a:lnTo>
                  <a:lnTo>
                    <a:pt x="189701" y="109683"/>
                  </a:lnTo>
                  <a:lnTo>
                    <a:pt x="192165" y="109064"/>
                  </a:lnTo>
                  <a:lnTo>
                    <a:pt x="194628" y="108424"/>
                  </a:lnTo>
                  <a:lnTo>
                    <a:pt x="197092" y="107775"/>
                  </a:lnTo>
                  <a:lnTo>
                    <a:pt x="199556" y="107095"/>
                  </a:lnTo>
                  <a:lnTo>
                    <a:pt x="202019" y="106407"/>
                  </a:lnTo>
                  <a:lnTo>
                    <a:pt x="204483" y="105693"/>
                  </a:lnTo>
                  <a:lnTo>
                    <a:pt x="206947" y="104964"/>
                  </a:lnTo>
                  <a:lnTo>
                    <a:pt x="209410" y="104217"/>
                  </a:lnTo>
                  <a:lnTo>
                    <a:pt x="211874" y="103446"/>
                  </a:lnTo>
                  <a:lnTo>
                    <a:pt x="214338" y="102665"/>
                  </a:lnTo>
                  <a:lnTo>
                    <a:pt x="216801" y="101850"/>
                  </a:lnTo>
                  <a:lnTo>
                    <a:pt x="219265" y="101026"/>
                  </a:lnTo>
                  <a:lnTo>
                    <a:pt x="221729" y="100175"/>
                  </a:lnTo>
                  <a:lnTo>
                    <a:pt x="224192" y="99307"/>
                  </a:lnTo>
                  <a:lnTo>
                    <a:pt x="226656" y="98420"/>
                  </a:lnTo>
                  <a:lnTo>
                    <a:pt x="229120" y="97506"/>
                  </a:lnTo>
                  <a:lnTo>
                    <a:pt x="231583" y="96584"/>
                  </a:lnTo>
                  <a:lnTo>
                    <a:pt x="234047" y="95624"/>
                  </a:lnTo>
                  <a:lnTo>
                    <a:pt x="236511" y="94656"/>
                  </a:lnTo>
                  <a:lnTo>
                    <a:pt x="238974" y="93661"/>
                  </a:lnTo>
                  <a:lnTo>
                    <a:pt x="241438" y="92647"/>
                  </a:lnTo>
                  <a:lnTo>
                    <a:pt x="243902" y="91615"/>
                  </a:lnTo>
                  <a:lnTo>
                    <a:pt x="246365" y="90555"/>
                  </a:lnTo>
                  <a:lnTo>
                    <a:pt x="248829" y="89486"/>
                  </a:lnTo>
                  <a:lnTo>
                    <a:pt x="251293" y="88382"/>
                  </a:lnTo>
                  <a:lnTo>
                    <a:pt x="253756" y="87268"/>
                  </a:lnTo>
                  <a:lnTo>
                    <a:pt x="256220" y="86129"/>
                  </a:lnTo>
                  <a:lnTo>
                    <a:pt x="258684" y="84971"/>
                  </a:lnTo>
                  <a:lnTo>
                    <a:pt x="261147" y="83797"/>
                  </a:lnTo>
                  <a:lnTo>
                    <a:pt x="263611" y="82596"/>
                  </a:lnTo>
                  <a:lnTo>
                    <a:pt x="266075" y="81387"/>
                  </a:lnTo>
                  <a:lnTo>
                    <a:pt x="268538" y="80146"/>
                  </a:lnTo>
                  <a:lnTo>
                    <a:pt x="271002" y="78896"/>
                  </a:lnTo>
                  <a:lnTo>
                    <a:pt x="273465" y="77623"/>
                  </a:lnTo>
                  <a:lnTo>
                    <a:pt x="275929" y="76334"/>
                  </a:lnTo>
                  <a:lnTo>
                    <a:pt x="278393" y="75031"/>
                  </a:lnTo>
                  <a:lnTo>
                    <a:pt x="280856" y="73705"/>
                  </a:lnTo>
                  <a:lnTo>
                    <a:pt x="283320" y="72372"/>
                  </a:lnTo>
                  <a:lnTo>
                    <a:pt x="285784" y="71014"/>
                  </a:lnTo>
                  <a:lnTo>
                    <a:pt x="288247" y="69647"/>
                  </a:lnTo>
                  <a:lnTo>
                    <a:pt x="290711" y="68264"/>
                  </a:lnTo>
                  <a:lnTo>
                    <a:pt x="293175" y="66867"/>
                  </a:lnTo>
                  <a:lnTo>
                    <a:pt x="295638" y="65461"/>
                  </a:lnTo>
                  <a:lnTo>
                    <a:pt x="298102" y="64038"/>
                  </a:lnTo>
                  <a:lnTo>
                    <a:pt x="300566" y="62610"/>
                  </a:lnTo>
                  <a:lnTo>
                    <a:pt x="303029" y="61165"/>
                  </a:lnTo>
                  <a:lnTo>
                    <a:pt x="305493" y="59716"/>
                  </a:lnTo>
                  <a:lnTo>
                    <a:pt x="307957" y="58256"/>
                  </a:lnTo>
                  <a:lnTo>
                    <a:pt x="310420" y="56789"/>
                  </a:lnTo>
                  <a:lnTo>
                    <a:pt x="312884" y="55317"/>
                  </a:lnTo>
                  <a:lnTo>
                    <a:pt x="315348" y="53837"/>
                  </a:lnTo>
                  <a:lnTo>
                    <a:pt x="317811" y="52355"/>
                  </a:lnTo>
                  <a:lnTo>
                    <a:pt x="320275" y="50868"/>
                  </a:lnTo>
                  <a:lnTo>
                    <a:pt x="322739" y="49380"/>
                  </a:lnTo>
                  <a:lnTo>
                    <a:pt x="325202" y="47891"/>
                  </a:lnTo>
                  <a:lnTo>
                    <a:pt x="327666" y="46402"/>
                  </a:lnTo>
                  <a:lnTo>
                    <a:pt x="330130" y="44913"/>
                  </a:lnTo>
                  <a:lnTo>
                    <a:pt x="332593" y="43428"/>
                  </a:lnTo>
                  <a:lnTo>
                    <a:pt x="335057" y="41945"/>
                  </a:lnTo>
                  <a:lnTo>
                    <a:pt x="337521" y="40470"/>
                  </a:lnTo>
                  <a:lnTo>
                    <a:pt x="339984" y="38999"/>
                  </a:lnTo>
                  <a:lnTo>
                    <a:pt x="342448" y="37537"/>
                  </a:lnTo>
                  <a:lnTo>
                    <a:pt x="344912" y="36084"/>
                  </a:lnTo>
                  <a:lnTo>
                    <a:pt x="347375" y="34637"/>
                  </a:lnTo>
                  <a:lnTo>
                    <a:pt x="349839" y="33209"/>
                  </a:lnTo>
                  <a:lnTo>
                    <a:pt x="352303" y="31786"/>
                  </a:lnTo>
                  <a:lnTo>
                    <a:pt x="354766" y="30385"/>
                  </a:lnTo>
                  <a:lnTo>
                    <a:pt x="357230" y="28995"/>
                  </a:lnTo>
                  <a:lnTo>
                    <a:pt x="359694" y="27622"/>
                  </a:lnTo>
                  <a:lnTo>
                    <a:pt x="362157" y="26271"/>
                  </a:lnTo>
                  <a:lnTo>
                    <a:pt x="364621" y="24932"/>
                  </a:lnTo>
                  <a:lnTo>
                    <a:pt x="367084" y="23625"/>
                  </a:lnTo>
                  <a:lnTo>
                    <a:pt x="369548" y="22328"/>
                  </a:lnTo>
                  <a:lnTo>
                    <a:pt x="372012" y="21068"/>
                  </a:lnTo>
                  <a:lnTo>
                    <a:pt x="374475" y="19825"/>
                  </a:lnTo>
                  <a:lnTo>
                    <a:pt x="376939" y="18609"/>
                  </a:lnTo>
                  <a:lnTo>
                    <a:pt x="379403" y="17426"/>
                  </a:lnTo>
                  <a:lnTo>
                    <a:pt x="381866" y="16260"/>
                  </a:lnTo>
                  <a:lnTo>
                    <a:pt x="384330" y="15142"/>
                  </a:lnTo>
                  <a:lnTo>
                    <a:pt x="386794" y="14038"/>
                  </a:lnTo>
                  <a:lnTo>
                    <a:pt x="389257" y="12984"/>
                  </a:lnTo>
                  <a:lnTo>
                    <a:pt x="391721" y="11953"/>
                  </a:lnTo>
                  <a:lnTo>
                    <a:pt x="394185" y="10959"/>
                  </a:lnTo>
                  <a:lnTo>
                    <a:pt x="396648" y="10007"/>
                  </a:lnTo>
                  <a:lnTo>
                    <a:pt x="399112" y="9078"/>
                  </a:lnTo>
                  <a:lnTo>
                    <a:pt x="401576" y="8210"/>
                  </a:lnTo>
                  <a:lnTo>
                    <a:pt x="404039" y="7360"/>
                  </a:lnTo>
                  <a:lnTo>
                    <a:pt x="406503" y="6570"/>
                  </a:lnTo>
                  <a:lnTo>
                    <a:pt x="408967" y="5810"/>
                  </a:lnTo>
                  <a:lnTo>
                    <a:pt x="411430" y="5094"/>
                  </a:lnTo>
                  <a:lnTo>
                    <a:pt x="413894" y="4429"/>
                  </a:lnTo>
                  <a:lnTo>
                    <a:pt x="416358" y="3789"/>
                  </a:lnTo>
                  <a:lnTo>
                    <a:pt x="418821" y="3223"/>
                  </a:lnTo>
                  <a:lnTo>
                    <a:pt x="421285" y="2678"/>
                  </a:lnTo>
                  <a:lnTo>
                    <a:pt x="423749" y="2199"/>
                  </a:lnTo>
                  <a:lnTo>
                    <a:pt x="426212" y="1756"/>
                  </a:lnTo>
                  <a:lnTo>
                    <a:pt x="428676" y="1361"/>
                  </a:lnTo>
                  <a:lnTo>
                    <a:pt x="431140" y="1024"/>
                  </a:lnTo>
                  <a:lnTo>
                    <a:pt x="433603" y="714"/>
                  </a:lnTo>
                  <a:lnTo>
                    <a:pt x="436067" y="486"/>
                  </a:lnTo>
                  <a:lnTo>
                    <a:pt x="438531" y="279"/>
                  </a:lnTo>
                  <a:lnTo>
                    <a:pt x="440994" y="143"/>
                  </a:lnTo>
                  <a:lnTo>
                    <a:pt x="443458" y="47"/>
                  </a:lnTo>
                  <a:lnTo>
                    <a:pt x="445922" y="0"/>
                  </a:lnTo>
                  <a:lnTo>
                    <a:pt x="448385" y="14"/>
                  </a:lnTo>
                  <a:lnTo>
                    <a:pt x="450849" y="55"/>
                  </a:lnTo>
                  <a:lnTo>
                    <a:pt x="453312" y="182"/>
                  </a:lnTo>
                  <a:lnTo>
                    <a:pt x="455776" y="331"/>
                  </a:lnTo>
                  <a:lnTo>
                    <a:pt x="458240" y="549"/>
                  </a:lnTo>
                  <a:lnTo>
                    <a:pt x="460703" y="809"/>
                  </a:lnTo>
                  <a:lnTo>
                    <a:pt x="463167" y="1116"/>
                  </a:lnTo>
                  <a:lnTo>
                    <a:pt x="465631" y="1485"/>
                  </a:lnTo>
                  <a:lnTo>
                    <a:pt x="468094" y="1879"/>
                  </a:lnTo>
                  <a:lnTo>
                    <a:pt x="470558" y="2357"/>
                  </a:lnTo>
                  <a:lnTo>
                    <a:pt x="473022" y="2856"/>
                  </a:lnTo>
                  <a:lnTo>
                    <a:pt x="475485" y="3420"/>
                  </a:lnTo>
                  <a:lnTo>
                    <a:pt x="477949" y="4025"/>
                  </a:lnTo>
                  <a:lnTo>
                    <a:pt x="480413" y="4672"/>
                  </a:lnTo>
                  <a:lnTo>
                    <a:pt x="482876" y="5378"/>
                  </a:lnTo>
                  <a:lnTo>
                    <a:pt x="485340" y="6106"/>
                  </a:lnTo>
                  <a:lnTo>
                    <a:pt x="487804" y="6911"/>
                  </a:lnTo>
                  <a:lnTo>
                    <a:pt x="490267" y="7736"/>
                  </a:lnTo>
                  <a:lnTo>
                    <a:pt x="492731" y="8617"/>
                  </a:lnTo>
                  <a:lnTo>
                    <a:pt x="495195" y="9535"/>
                  </a:lnTo>
                  <a:lnTo>
                    <a:pt x="497658" y="10489"/>
                  </a:lnTo>
                  <a:lnTo>
                    <a:pt x="500122" y="11496"/>
                  </a:lnTo>
                  <a:lnTo>
                    <a:pt x="502586" y="12520"/>
                  </a:lnTo>
                  <a:lnTo>
                    <a:pt x="505049" y="13610"/>
                  </a:lnTo>
                  <a:lnTo>
                    <a:pt x="507513" y="14716"/>
                  </a:lnTo>
                  <a:lnTo>
                    <a:pt x="509977" y="15868"/>
                  </a:lnTo>
                  <a:lnTo>
                    <a:pt x="512440" y="17051"/>
                  </a:lnTo>
                  <a:lnTo>
                    <a:pt x="514904" y="18263"/>
                  </a:lnTo>
                  <a:lnTo>
                    <a:pt x="517368" y="19516"/>
                  </a:lnTo>
                  <a:lnTo>
                    <a:pt x="519831" y="20784"/>
                  </a:lnTo>
                  <a:lnTo>
                    <a:pt x="522295" y="22101"/>
                  </a:lnTo>
                  <a:lnTo>
                    <a:pt x="524759" y="23431"/>
                  </a:lnTo>
                  <a:lnTo>
                    <a:pt x="527222" y="24795"/>
                  </a:lnTo>
                  <a:lnTo>
                    <a:pt x="529686" y="26182"/>
                  </a:lnTo>
                  <a:lnTo>
                    <a:pt x="532150" y="27589"/>
                  </a:lnTo>
                  <a:lnTo>
                    <a:pt x="534613" y="29026"/>
                  </a:lnTo>
                  <a:lnTo>
                    <a:pt x="537077" y="30472"/>
                  </a:lnTo>
                  <a:lnTo>
                    <a:pt x="539541" y="31951"/>
                  </a:lnTo>
                  <a:lnTo>
                    <a:pt x="542004" y="33439"/>
                  </a:lnTo>
                  <a:lnTo>
                    <a:pt x="544468" y="34947"/>
                  </a:lnTo>
                  <a:lnTo>
                    <a:pt x="546931" y="36470"/>
                  </a:lnTo>
                  <a:lnTo>
                    <a:pt x="549395" y="38003"/>
                  </a:lnTo>
                  <a:lnTo>
                    <a:pt x="551859" y="39554"/>
                  </a:lnTo>
                  <a:lnTo>
                    <a:pt x="554322" y="41109"/>
                  </a:lnTo>
                  <a:lnTo>
                    <a:pt x="556786" y="42680"/>
                  </a:lnTo>
                  <a:lnTo>
                    <a:pt x="559250" y="44255"/>
                  </a:lnTo>
                  <a:lnTo>
                    <a:pt x="561713" y="45838"/>
                  </a:lnTo>
                  <a:lnTo>
                    <a:pt x="564177" y="47426"/>
                  </a:lnTo>
                  <a:lnTo>
                    <a:pt x="566641" y="49017"/>
                  </a:lnTo>
                  <a:lnTo>
                    <a:pt x="569104" y="50612"/>
                  </a:lnTo>
                  <a:lnTo>
                    <a:pt x="571568" y="52207"/>
                  </a:lnTo>
                  <a:lnTo>
                    <a:pt x="574032" y="53803"/>
                  </a:lnTo>
                  <a:lnTo>
                    <a:pt x="576495" y="55397"/>
                  </a:lnTo>
                  <a:lnTo>
                    <a:pt x="578959" y="56988"/>
                  </a:lnTo>
                  <a:lnTo>
                    <a:pt x="581423" y="58575"/>
                  </a:lnTo>
                  <a:lnTo>
                    <a:pt x="583886" y="60159"/>
                  </a:lnTo>
                  <a:lnTo>
                    <a:pt x="586350" y="61734"/>
                  </a:lnTo>
                  <a:lnTo>
                    <a:pt x="588814" y="63306"/>
                  </a:lnTo>
                  <a:lnTo>
                    <a:pt x="591277" y="64864"/>
                  </a:lnTo>
                  <a:lnTo>
                    <a:pt x="593741" y="66416"/>
                  </a:lnTo>
                  <a:lnTo>
                    <a:pt x="596205" y="67957"/>
                  </a:lnTo>
                  <a:lnTo>
                    <a:pt x="598668" y="69486"/>
                  </a:lnTo>
                  <a:lnTo>
                    <a:pt x="601132" y="71006"/>
                  </a:lnTo>
                  <a:lnTo>
                    <a:pt x="603596" y="72506"/>
                  </a:lnTo>
                  <a:lnTo>
                    <a:pt x="606059" y="74000"/>
                  </a:lnTo>
                  <a:lnTo>
                    <a:pt x="608523" y="75470"/>
                  </a:lnTo>
                  <a:lnTo>
                    <a:pt x="610987" y="76931"/>
                  </a:lnTo>
                  <a:lnTo>
                    <a:pt x="613450" y="78373"/>
                  </a:lnTo>
                  <a:lnTo>
                    <a:pt x="615914" y="79796"/>
                  </a:lnTo>
                  <a:lnTo>
                    <a:pt x="618378" y="81207"/>
                  </a:lnTo>
                  <a:lnTo>
                    <a:pt x="620841" y="82590"/>
                  </a:lnTo>
                  <a:lnTo>
                    <a:pt x="623305" y="83965"/>
                  </a:lnTo>
                  <a:lnTo>
                    <a:pt x="625769" y="85309"/>
                  </a:lnTo>
                  <a:lnTo>
                    <a:pt x="628232" y="86639"/>
                  </a:lnTo>
                  <a:lnTo>
                    <a:pt x="630696" y="87947"/>
                  </a:lnTo>
                  <a:lnTo>
                    <a:pt x="633159" y="89232"/>
                  </a:lnTo>
                  <a:lnTo>
                    <a:pt x="635623" y="90502"/>
                  </a:lnTo>
                  <a:lnTo>
                    <a:pt x="638087" y="91739"/>
                  </a:lnTo>
                  <a:lnTo>
                    <a:pt x="640550" y="92966"/>
                  </a:lnTo>
                  <a:lnTo>
                    <a:pt x="643014" y="94158"/>
                  </a:lnTo>
                  <a:lnTo>
                    <a:pt x="645478" y="95334"/>
                  </a:lnTo>
                  <a:lnTo>
                    <a:pt x="647941" y="96486"/>
                  </a:lnTo>
                  <a:lnTo>
                    <a:pt x="650405" y="97612"/>
                  </a:lnTo>
                  <a:lnTo>
                    <a:pt x="652869" y="98723"/>
                  </a:lnTo>
                  <a:lnTo>
                    <a:pt x="655332" y="99797"/>
                  </a:lnTo>
                  <a:lnTo>
                    <a:pt x="657796" y="100860"/>
                  </a:lnTo>
                  <a:lnTo>
                    <a:pt x="660260" y="101888"/>
                  </a:lnTo>
                  <a:lnTo>
                    <a:pt x="662723" y="102899"/>
                  </a:lnTo>
                  <a:lnTo>
                    <a:pt x="665187" y="103885"/>
                  </a:lnTo>
                  <a:lnTo>
                    <a:pt x="667651" y="104843"/>
                  </a:lnTo>
                  <a:lnTo>
                    <a:pt x="670114" y="105788"/>
                  </a:lnTo>
                  <a:lnTo>
                    <a:pt x="672578" y="106694"/>
                  </a:lnTo>
                  <a:lnTo>
                    <a:pt x="675042" y="107590"/>
                  </a:lnTo>
                  <a:lnTo>
                    <a:pt x="677505" y="108452"/>
                  </a:lnTo>
                  <a:lnTo>
                    <a:pt x="679969" y="109296"/>
                  </a:lnTo>
                  <a:lnTo>
                    <a:pt x="682433" y="110117"/>
                  </a:lnTo>
                  <a:lnTo>
                    <a:pt x="684896" y="110911"/>
                  </a:lnTo>
                  <a:lnTo>
                    <a:pt x="687360" y="111691"/>
                  </a:lnTo>
                  <a:lnTo>
                    <a:pt x="689824" y="112435"/>
                  </a:lnTo>
                  <a:lnTo>
                    <a:pt x="692287" y="113170"/>
                  </a:lnTo>
                  <a:lnTo>
                    <a:pt x="694751" y="113872"/>
                  </a:lnTo>
                  <a:lnTo>
                    <a:pt x="697215" y="114558"/>
                  </a:lnTo>
                  <a:lnTo>
                    <a:pt x="699678" y="115223"/>
                  </a:lnTo>
                  <a:lnTo>
                    <a:pt x="702142" y="115862"/>
                  </a:lnTo>
                  <a:lnTo>
                    <a:pt x="704606" y="116489"/>
                  </a:lnTo>
                  <a:lnTo>
                    <a:pt x="707069" y="117083"/>
                  </a:lnTo>
                  <a:lnTo>
                    <a:pt x="709533" y="117668"/>
                  </a:lnTo>
                  <a:lnTo>
                    <a:pt x="711997" y="118224"/>
                  </a:lnTo>
                  <a:lnTo>
                    <a:pt x="714460" y="118766"/>
                  </a:lnTo>
                  <a:lnTo>
                    <a:pt x="716924" y="119288"/>
                  </a:lnTo>
                  <a:lnTo>
                    <a:pt x="719388" y="119788"/>
                  </a:lnTo>
                  <a:lnTo>
                    <a:pt x="721851" y="120278"/>
                  </a:lnTo>
                  <a:lnTo>
                    <a:pt x="724315" y="120737"/>
                  </a:lnTo>
                  <a:lnTo>
                    <a:pt x="726778" y="121189"/>
                  </a:lnTo>
                  <a:lnTo>
                    <a:pt x="729242" y="121616"/>
                  </a:lnTo>
                  <a:lnTo>
                    <a:pt x="731706" y="122030"/>
                  </a:lnTo>
                  <a:lnTo>
                    <a:pt x="734169" y="122429"/>
                  </a:lnTo>
                  <a:lnTo>
                    <a:pt x="736633" y="122806"/>
                  </a:lnTo>
                  <a:lnTo>
                    <a:pt x="739097" y="123176"/>
                  </a:lnTo>
                  <a:lnTo>
                    <a:pt x="741560" y="123520"/>
                  </a:lnTo>
                  <a:lnTo>
                    <a:pt x="744024" y="123857"/>
                  </a:lnTo>
                  <a:lnTo>
                    <a:pt x="746488" y="124174"/>
                  </a:lnTo>
                  <a:lnTo>
                    <a:pt x="748951" y="124479"/>
                  </a:lnTo>
                  <a:lnTo>
                    <a:pt x="751415" y="124771"/>
                  </a:lnTo>
                  <a:lnTo>
                    <a:pt x="753879" y="125046"/>
                  </a:lnTo>
                  <a:lnTo>
                    <a:pt x="756342" y="125315"/>
                  </a:lnTo>
                  <a:lnTo>
                    <a:pt x="758806" y="125561"/>
                  </a:lnTo>
                  <a:lnTo>
                    <a:pt x="761270" y="125801"/>
                  </a:lnTo>
                  <a:lnTo>
                    <a:pt x="763733" y="126026"/>
                  </a:lnTo>
                  <a:lnTo>
                    <a:pt x="766197" y="126240"/>
                  </a:lnTo>
                  <a:lnTo>
                    <a:pt x="768661" y="126444"/>
                  </a:lnTo>
                  <a:lnTo>
                    <a:pt x="771124" y="126633"/>
                  </a:lnTo>
                  <a:lnTo>
                    <a:pt x="773588" y="126817"/>
                  </a:lnTo>
                  <a:lnTo>
                    <a:pt x="776052" y="126982"/>
                  </a:lnTo>
                  <a:lnTo>
                    <a:pt x="778515" y="127143"/>
                  </a:lnTo>
                  <a:lnTo>
                    <a:pt x="780979" y="127291"/>
                  </a:lnTo>
                  <a:lnTo>
                    <a:pt x="783443" y="127431"/>
                  </a:lnTo>
                  <a:lnTo>
                    <a:pt x="785906" y="127562"/>
                  </a:lnTo>
                  <a:lnTo>
                    <a:pt x="788370" y="127681"/>
                  </a:lnTo>
                  <a:lnTo>
                    <a:pt x="790834" y="127795"/>
                  </a:lnTo>
                  <a:lnTo>
                    <a:pt x="793297" y="127895"/>
                  </a:lnTo>
                  <a:lnTo>
                    <a:pt x="795761" y="127991"/>
                  </a:lnTo>
                  <a:lnTo>
                    <a:pt x="798225" y="128076"/>
                  </a:lnTo>
                  <a:lnTo>
                    <a:pt x="800688" y="128154"/>
                  </a:lnTo>
                  <a:lnTo>
                    <a:pt x="803152" y="128225"/>
                  </a:lnTo>
                  <a:lnTo>
                    <a:pt x="805616" y="128286"/>
                  </a:lnTo>
                  <a:lnTo>
                    <a:pt x="808079" y="128344"/>
                  </a:lnTo>
                  <a:lnTo>
                    <a:pt x="810543" y="128390"/>
                  </a:lnTo>
                  <a:lnTo>
                    <a:pt x="813006" y="128432"/>
                  </a:lnTo>
                  <a:lnTo>
                    <a:pt x="815470" y="128465"/>
                  </a:lnTo>
                  <a:lnTo>
                    <a:pt x="817934" y="128492"/>
                  </a:lnTo>
                  <a:lnTo>
                    <a:pt x="820397" y="128514"/>
                  </a:lnTo>
                  <a:lnTo>
                    <a:pt x="822861" y="128526"/>
                  </a:lnTo>
                  <a:lnTo>
                    <a:pt x="825325" y="128536"/>
                  </a:lnTo>
                  <a:lnTo>
                    <a:pt x="827788" y="128536"/>
                  </a:lnTo>
                  <a:lnTo>
                    <a:pt x="830252" y="128532"/>
                  </a:lnTo>
                  <a:lnTo>
                    <a:pt x="832716" y="128522"/>
                  </a:lnTo>
                  <a:lnTo>
                    <a:pt x="835179" y="128505"/>
                  </a:lnTo>
                  <a:lnTo>
                    <a:pt x="837643" y="128484"/>
                  </a:lnTo>
                  <a:lnTo>
                    <a:pt x="840107" y="128455"/>
                  </a:lnTo>
                  <a:lnTo>
                    <a:pt x="842570" y="128424"/>
                  </a:lnTo>
                  <a:lnTo>
                    <a:pt x="845034" y="128383"/>
                  </a:lnTo>
                  <a:lnTo>
                    <a:pt x="847498" y="128339"/>
                  </a:lnTo>
                  <a:lnTo>
                    <a:pt x="849961" y="128289"/>
                  </a:lnTo>
                  <a:lnTo>
                    <a:pt x="852425" y="128234"/>
                  </a:lnTo>
                  <a:lnTo>
                    <a:pt x="854889" y="128174"/>
                  </a:lnTo>
                  <a:lnTo>
                    <a:pt x="857352" y="128107"/>
                  </a:lnTo>
                  <a:lnTo>
                    <a:pt x="859816" y="128038"/>
                  </a:lnTo>
                  <a:lnTo>
                    <a:pt x="862280" y="127960"/>
                  </a:lnTo>
                  <a:lnTo>
                    <a:pt x="864743" y="127879"/>
                  </a:lnTo>
                  <a:lnTo>
                    <a:pt x="867207" y="127792"/>
                  </a:lnTo>
                  <a:lnTo>
                    <a:pt x="869671" y="127700"/>
                  </a:lnTo>
                  <a:lnTo>
                    <a:pt x="872134" y="127603"/>
                  </a:lnTo>
                  <a:lnTo>
                    <a:pt x="874598" y="127500"/>
                  </a:lnTo>
                  <a:lnTo>
                    <a:pt x="877062" y="127393"/>
                  </a:lnTo>
                  <a:lnTo>
                    <a:pt x="879525" y="127279"/>
                  </a:lnTo>
                  <a:lnTo>
                    <a:pt x="881989" y="127161"/>
                  </a:lnTo>
                  <a:lnTo>
                    <a:pt x="884453" y="127038"/>
                  </a:lnTo>
                  <a:lnTo>
                    <a:pt x="886916" y="126908"/>
                  </a:lnTo>
                  <a:lnTo>
                    <a:pt x="889380" y="126775"/>
                  </a:lnTo>
                  <a:lnTo>
                    <a:pt x="891844" y="126634"/>
                  </a:lnTo>
                  <a:lnTo>
                    <a:pt x="894307" y="126490"/>
                  </a:lnTo>
                  <a:lnTo>
                    <a:pt x="896771" y="126338"/>
                  </a:lnTo>
                  <a:lnTo>
                    <a:pt x="899235" y="126183"/>
                  </a:lnTo>
                  <a:lnTo>
                    <a:pt x="901698" y="126021"/>
                  </a:lnTo>
                  <a:lnTo>
                    <a:pt x="904162" y="125853"/>
                  </a:lnTo>
                  <a:lnTo>
                    <a:pt x="906625" y="125682"/>
                  </a:lnTo>
                  <a:lnTo>
                    <a:pt x="909089" y="125502"/>
                  </a:lnTo>
                  <a:lnTo>
                    <a:pt x="911553" y="125319"/>
                  </a:lnTo>
                  <a:lnTo>
                    <a:pt x="914016" y="125127"/>
                  </a:lnTo>
                  <a:lnTo>
                    <a:pt x="916480" y="124932"/>
                  </a:lnTo>
                  <a:lnTo>
                    <a:pt x="918944" y="124730"/>
                  </a:lnTo>
                  <a:lnTo>
                    <a:pt x="921407" y="124521"/>
                  </a:lnTo>
                  <a:lnTo>
                    <a:pt x="923871" y="124309"/>
                  </a:lnTo>
                  <a:lnTo>
                    <a:pt x="926335" y="124087"/>
                  </a:lnTo>
                  <a:lnTo>
                    <a:pt x="928798" y="123862"/>
                  </a:lnTo>
                  <a:lnTo>
                    <a:pt x="931262" y="123629"/>
                  </a:lnTo>
                  <a:lnTo>
                    <a:pt x="933726" y="123390"/>
                  </a:lnTo>
                  <a:lnTo>
                    <a:pt x="936189" y="123146"/>
                  </a:lnTo>
                  <a:lnTo>
                    <a:pt x="938653" y="122894"/>
                  </a:lnTo>
                  <a:lnTo>
                    <a:pt x="941117" y="122638"/>
                  </a:lnTo>
                  <a:lnTo>
                    <a:pt x="943580" y="122372"/>
                  </a:lnTo>
                  <a:lnTo>
                    <a:pt x="946044" y="122103"/>
                  </a:lnTo>
                  <a:lnTo>
                    <a:pt x="948508" y="121825"/>
                  </a:lnTo>
                  <a:lnTo>
                    <a:pt x="950971" y="121542"/>
                  </a:lnTo>
                  <a:lnTo>
                    <a:pt x="953435" y="121253"/>
                  </a:lnTo>
                  <a:lnTo>
                    <a:pt x="955899" y="120955"/>
                  </a:lnTo>
                  <a:lnTo>
                    <a:pt x="958362" y="120655"/>
                  </a:lnTo>
                  <a:lnTo>
                    <a:pt x="960826" y="120343"/>
                  </a:lnTo>
                  <a:lnTo>
                    <a:pt x="963290" y="120028"/>
                  </a:lnTo>
                  <a:lnTo>
                    <a:pt x="965753" y="119705"/>
                  </a:lnTo>
                  <a:lnTo>
                    <a:pt x="968217" y="119376"/>
                  </a:lnTo>
                  <a:lnTo>
                    <a:pt x="970681" y="119041"/>
                  </a:lnTo>
                  <a:lnTo>
                    <a:pt x="973144" y="118697"/>
                  </a:lnTo>
                  <a:lnTo>
                    <a:pt x="975608" y="118351"/>
                  </a:lnTo>
                  <a:lnTo>
                    <a:pt x="978072" y="117994"/>
                  </a:lnTo>
                  <a:lnTo>
                    <a:pt x="980535" y="117634"/>
                  </a:lnTo>
                  <a:lnTo>
                    <a:pt x="982999" y="117265"/>
                  </a:lnTo>
                  <a:lnTo>
                    <a:pt x="985463" y="116891"/>
                  </a:lnTo>
                  <a:lnTo>
                    <a:pt x="987926" y="116511"/>
                  </a:lnTo>
                  <a:lnTo>
                    <a:pt x="990390" y="116123"/>
                  </a:lnTo>
                  <a:lnTo>
                    <a:pt x="992853" y="115733"/>
                  </a:lnTo>
                  <a:lnTo>
                    <a:pt x="995317" y="115332"/>
                  </a:lnTo>
                  <a:lnTo>
                    <a:pt x="997781" y="114929"/>
                  </a:lnTo>
                  <a:lnTo>
                    <a:pt x="1000244" y="114518"/>
                  </a:lnTo>
                  <a:lnTo>
                    <a:pt x="1002708" y="114102"/>
                  </a:lnTo>
                  <a:lnTo>
                    <a:pt x="1005172" y="113681"/>
                  </a:lnTo>
                  <a:lnTo>
                    <a:pt x="1007635" y="113254"/>
                  </a:lnTo>
                  <a:lnTo>
                    <a:pt x="1010099" y="112824"/>
                  </a:lnTo>
                  <a:lnTo>
                    <a:pt x="1012563" y="112385"/>
                  </a:lnTo>
                  <a:lnTo>
                    <a:pt x="1015026" y="111944"/>
                  </a:lnTo>
                  <a:lnTo>
                    <a:pt x="1017490" y="111497"/>
                  </a:lnTo>
                  <a:lnTo>
                    <a:pt x="1019954" y="111047"/>
                  </a:lnTo>
                  <a:lnTo>
                    <a:pt x="1022417" y="110592"/>
                  </a:lnTo>
                  <a:lnTo>
                    <a:pt x="1024881" y="110132"/>
                  </a:lnTo>
                  <a:lnTo>
                    <a:pt x="1027345" y="109670"/>
                  </a:lnTo>
                  <a:lnTo>
                    <a:pt x="1029808" y="109203"/>
                  </a:lnTo>
                  <a:lnTo>
                    <a:pt x="1032272" y="108733"/>
                  </a:lnTo>
                  <a:lnTo>
                    <a:pt x="1034736" y="108260"/>
                  </a:lnTo>
                  <a:lnTo>
                    <a:pt x="1037199" y="107784"/>
                  </a:lnTo>
                  <a:lnTo>
                    <a:pt x="1039663" y="107306"/>
                  </a:lnTo>
                  <a:lnTo>
                    <a:pt x="1042127" y="106825"/>
                  </a:lnTo>
                  <a:lnTo>
                    <a:pt x="1044590" y="106343"/>
                  </a:lnTo>
                  <a:lnTo>
                    <a:pt x="1047054" y="105858"/>
                  </a:lnTo>
                  <a:lnTo>
                    <a:pt x="1049518" y="105373"/>
                  </a:lnTo>
                  <a:lnTo>
                    <a:pt x="1051981" y="104886"/>
                  </a:lnTo>
                  <a:lnTo>
                    <a:pt x="1054445" y="104399"/>
                  </a:lnTo>
                  <a:lnTo>
                    <a:pt x="1056909" y="103912"/>
                  </a:lnTo>
                  <a:lnTo>
                    <a:pt x="1059372" y="103425"/>
                  </a:lnTo>
                  <a:lnTo>
                    <a:pt x="1061836" y="102937"/>
                  </a:lnTo>
                  <a:lnTo>
                    <a:pt x="1064300" y="102451"/>
                  </a:lnTo>
                  <a:lnTo>
                    <a:pt x="1066763" y="101966"/>
                  </a:lnTo>
                  <a:lnTo>
                    <a:pt x="1069227" y="101483"/>
                  </a:lnTo>
                  <a:lnTo>
                    <a:pt x="1071691" y="101001"/>
                  </a:lnTo>
                  <a:lnTo>
                    <a:pt x="1074154" y="100522"/>
                  </a:lnTo>
                  <a:lnTo>
                    <a:pt x="1076618" y="100046"/>
                  </a:lnTo>
                  <a:lnTo>
                    <a:pt x="1079082" y="99571"/>
                  </a:lnTo>
                  <a:lnTo>
                    <a:pt x="1081545" y="99103"/>
                  </a:lnTo>
                  <a:lnTo>
                    <a:pt x="1084009" y="98636"/>
                  </a:lnTo>
                  <a:lnTo>
                    <a:pt x="1086472" y="98175"/>
                  </a:lnTo>
                  <a:lnTo>
                    <a:pt x="1088936" y="97719"/>
                  </a:lnTo>
                  <a:lnTo>
                    <a:pt x="1091400" y="97266"/>
                  </a:lnTo>
                  <a:lnTo>
                    <a:pt x="1093863" y="96822"/>
                  </a:lnTo>
                  <a:lnTo>
                    <a:pt x="1096327" y="96380"/>
                  </a:lnTo>
                  <a:lnTo>
                    <a:pt x="1098791" y="95949"/>
                  </a:lnTo>
                  <a:lnTo>
                    <a:pt x="1101254" y="95521"/>
                  </a:lnTo>
                  <a:lnTo>
                    <a:pt x="1103718" y="95103"/>
                  </a:lnTo>
                  <a:lnTo>
                    <a:pt x="1106182" y="94692"/>
                  </a:lnTo>
                  <a:lnTo>
                    <a:pt x="1108645" y="94287"/>
                  </a:lnTo>
                  <a:lnTo>
                    <a:pt x="1111109" y="93895"/>
                  </a:lnTo>
                  <a:lnTo>
                    <a:pt x="1113573" y="93507"/>
                  </a:lnTo>
                  <a:lnTo>
                    <a:pt x="1116036" y="93134"/>
                  </a:lnTo>
                  <a:lnTo>
                    <a:pt x="1118500" y="92767"/>
                  </a:lnTo>
                  <a:lnTo>
                    <a:pt x="1120964" y="92411"/>
                  </a:lnTo>
                  <a:lnTo>
                    <a:pt x="1123427" y="92067"/>
                  </a:lnTo>
                  <a:lnTo>
                    <a:pt x="1125891" y="91730"/>
                  </a:lnTo>
                  <a:lnTo>
                    <a:pt x="1128355" y="91410"/>
                  </a:lnTo>
                  <a:lnTo>
                    <a:pt x="1130818" y="91095"/>
                  </a:lnTo>
                  <a:lnTo>
                    <a:pt x="1133282" y="90799"/>
                  </a:lnTo>
                  <a:lnTo>
                    <a:pt x="1135746" y="90511"/>
                  </a:lnTo>
                  <a:lnTo>
                    <a:pt x="1138209" y="90238"/>
                  </a:lnTo>
                  <a:lnTo>
                    <a:pt x="1140673" y="89978"/>
                  </a:lnTo>
                  <a:lnTo>
                    <a:pt x="1143137" y="89728"/>
                  </a:lnTo>
                  <a:lnTo>
                    <a:pt x="1145600" y="89498"/>
                  </a:lnTo>
                  <a:lnTo>
                    <a:pt x="1148064" y="89274"/>
                  </a:lnTo>
                  <a:lnTo>
                    <a:pt x="1150528" y="89072"/>
                  </a:lnTo>
                  <a:lnTo>
                    <a:pt x="1152991" y="88880"/>
                  </a:lnTo>
                  <a:lnTo>
                    <a:pt x="1155455" y="88704"/>
                  </a:lnTo>
                  <a:lnTo>
                    <a:pt x="1157919" y="88545"/>
                  </a:lnTo>
                  <a:lnTo>
                    <a:pt x="1160382" y="88395"/>
                  </a:lnTo>
                  <a:lnTo>
                    <a:pt x="1162846" y="88269"/>
                  </a:lnTo>
                  <a:lnTo>
                    <a:pt x="1165310" y="88149"/>
                  </a:lnTo>
                  <a:lnTo>
                    <a:pt x="1167773" y="88054"/>
                  </a:lnTo>
                  <a:lnTo>
                    <a:pt x="1170237" y="87969"/>
                  </a:lnTo>
                  <a:lnTo>
                    <a:pt x="1172701" y="87902"/>
                  </a:lnTo>
                  <a:lnTo>
                    <a:pt x="1175164" y="87852"/>
                  </a:lnTo>
                  <a:lnTo>
                    <a:pt x="1177628" y="87813"/>
                  </a:lnTo>
                  <a:lnTo>
                    <a:pt x="1180091" y="87799"/>
                  </a:lnTo>
                  <a:lnTo>
                    <a:pt x="1182555" y="87793"/>
                  </a:lnTo>
                  <a:lnTo>
                    <a:pt x="1185019" y="87810"/>
                  </a:lnTo>
                  <a:lnTo>
                    <a:pt x="1187482" y="87839"/>
                  </a:lnTo>
                  <a:lnTo>
                    <a:pt x="1189946" y="87886"/>
                  </a:lnTo>
                  <a:lnTo>
                    <a:pt x="1192410" y="87951"/>
                  </a:lnTo>
                  <a:lnTo>
                    <a:pt x="1194873" y="88025"/>
                  </a:lnTo>
                  <a:lnTo>
                    <a:pt x="1197337" y="88126"/>
                  </a:lnTo>
                  <a:lnTo>
                    <a:pt x="1199801" y="88234"/>
                  </a:lnTo>
                  <a:lnTo>
                    <a:pt x="1202264" y="88365"/>
                  </a:lnTo>
                  <a:lnTo>
                    <a:pt x="1204728" y="88508"/>
                  </a:lnTo>
                  <a:lnTo>
                    <a:pt x="1207192" y="88666"/>
                  </a:lnTo>
                  <a:lnTo>
                    <a:pt x="1209655" y="88844"/>
                  </a:lnTo>
                  <a:lnTo>
                    <a:pt x="1212119" y="89030"/>
                  </a:lnTo>
                  <a:lnTo>
                    <a:pt x="1214583" y="89240"/>
                  </a:lnTo>
                  <a:lnTo>
                    <a:pt x="1217046" y="89458"/>
                  </a:lnTo>
                  <a:lnTo>
                    <a:pt x="1219510" y="89697"/>
                  </a:lnTo>
                  <a:lnTo>
                    <a:pt x="1221974" y="89946"/>
                  </a:lnTo>
                  <a:lnTo>
                    <a:pt x="1224437" y="90210"/>
                  </a:lnTo>
                  <a:lnTo>
                    <a:pt x="1226901" y="90491"/>
                  </a:lnTo>
                  <a:lnTo>
                    <a:pt x="1229365" y="90780"/>
                  </a:lnTo>
                  <a:lnTo>
                    <a:pt x="1231828" y="91090"/>
                  </a:lnTo>
                  <a:lnTo>
                    <a:pt x="1234292" y="91406"/>
                  </a:lnTo>
                  <a:lnTo>
                    <a:pt x="1236756" y="91741"/>
                  </a:lnTo>
                  <a:lnTo>
                    <a:pt x="1239219" y="92085"/>
                  </a:lnTo>
                  <a:lnTo>
                    <a:pt x="1241683" y="92441"/>
                  </a:lnTo>
                  <a:lnTo>
                    <a:pt x="1244147" y="92811"/>
                  </a:lnTo>
                  <a:lnTo>
                    <a:pt x="1246610" y="93188"/>
                  </a:lnTo>
                  <a:lnTo>
                    <a:pt x="1249074" y="93582"/>
                  </a:lnTo>
                  <a:lnTo>
                    <a:pt x="1251538" y="93982"/>
                  </a:lnTo>
                  <a:lnTo>
                    <a:pt x="1254001" y="94395"/>
                  </a:lnTo>
                  <a:lnTo>
                    <a:pt x="1256465" y="94816"/>
                  </a:lnTo>
                  <a:lnTo>
                    <a:pt x="1258929" y="95247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7005616" y="3830410"/>
              <a:ext cx="1258929" cy="309431"/>
            </a:xfrm>
            <a:custGeom>
              <a:avLst/>
              <a:pathLst>
                <a:path w="1258929" h="309431">
                  <a:moveTo>
                    <a:pt x="0" y="309423"/>
                  </a:moveTo>
                  <a:lnTo>
                    <a:pt x="2463" y="309421"/>
                  </a:lnTo>
                  <a:lnTo>
                    <a:pt x="4927" y="309418"/>
                  </a:lnTo>
                  <a:lnTo>
                    <a:pt x="7390" y="309414"/>
                  </a:lnTo>
                  <a:lnTo>
                    <a:pt x="9854" y="309409"/>
                  </a:lnTo>
                  <a:lnTo>
                    <a:pt x="12318" y="309403"/>
                  </a:lnTo>
                  <a:lnTo>
                    <a:pt x="14781" y="309395"/>
                  </a:lnTo>
                  <a:lnTo>
                    <a:pt x="17245" y="309386"/>
                  </a:lnTo>
                  <a:lnTo>
                    <a:pt x="19709" y="309374"/>
                  </a:lnTo>
                  <a:lnTo>
                    <a:pt x="22172" y="309360"/>
                  </a:lnTo>
                  <a:lnTo>
                    <a:pt x="24636" y="309343"/>
                  </a:lnTo>
                  <a:lnTo>
                    <a:pt x="27100" y="309322"/>
                  </a:lnTo>
                  <a:lnTo>
                    <a:pt x="29563" y="309296"/>
                  </a:lnTo>
                  <a:lnTo>
                    <a:pt x="32027" y="309266"/>
                  </a:lnTo>
                  <a:lnTo>
                    <a:pt x="34491" y="309230"/>
                  </a:lnTo>
                  <a:lnTo>
                    <a:pt x="36954" y="309188"/>
                  </a:lnTo>
                  <a:lnTo>
                    <a:pt x="39418" y="309140"/>
                  </a:lnTo>
                  <a:lnTo>
                    <a:pt x="41882" y="309081"/>
                  </a:lnTo>
                  <a:lnTo>
                    <a:pt x="44345" y="309013"/>
                  </a:lnTo>
                  <a:lnTo>
                    <a:pt x="46809" y="308936"/>
                  </a:lnTo>
                  <a:lnTo>
                    <a:pt x="49273" y="308848"/>
                  </a:lnTo>
                  <a:lnTo>
                    <a:pt x="51736" y="308748"/>
                  </a:lnTo>
                  <a:lnTo>
                    <a:pt x="54200" y="308634"/>
                  </a:lnTo>
                  <a:lnTo>
                    <a:pt x="56664" y="308505"/>
                  </a:lnTo>
                  <a:lnTo>
                    <a:pt x="59127" y="308360"/>
                  </a:lnTo>
                  <a:lnTo>
                    <a:pt x="61591" y="308201"/>
                  </a:lnTo>
                  <a:lnTo>
                    <a:pt x="64055" y="308025"/>
                  </a:lnTo>
                  <a:lnTo>
                    <a:pt x="66518" y="307833"/>
                  </a:lnTo>
                  <a:lnTo>
                    <a:pt x="68982" y="307621"/>
                  </a:lnTo>
                  <a:lnTo>
                    <a:pt x="71446" y="307391"/>
                  </a:lnTo>
                  <a:lnTo>
                    <a:pt x="73909" y="307143"/>
                  </a:lnTo>
                  <a:lnTo>
                    <a:pt x="76373" y="306879"/>
                  </a:lnTo>
                  <a:lnTo>
                    <a:pt x="78837" y="306598"/>
                  </a:lnTo>
                  <a:lnTo>
                    <a:pt x="81300" y="306302"/>
                  </a:lnTo>
                  <a:lnTo>
                    <a:pt x="83764" y="305987"/>
                  </a:lnTo>
                  <a:lnTo>
                    <a:pt x="86228" y="305659"/>
                  </a:lnTo>
                  <a:lnTo>
                    <a:pt x="88691" y="305320"/>
                  </a:lnTo>
                  <a:lnTo>
                    <a:pt x="91155" y="304970"/>
                  </a:lnTo>
                  <a:lnTo>
                    <a:pt x="93618" y="304612"/>
                  </a:lnTo>
                  <a:lnTo>
                    <a:pt x="96082" y="304247"/>
                  </a:lnTo>
                  <a:lnTo>
                    <a:pt x="98546" y="303877"/>
                  </a:lnTo>
                  <a:lnTo>
                    <a:pt x="101009" y="303506"/>
                  </a:lnTo>
                  <a:lnTo>
                    <a:pt x="103473" y="303134"/>
                  </a:lnTo>
                  <a:lnTo>
                    <a:pt x="105937" y="302765"/>
                  </a:lnTo>
                  <a:lnTo>
                    <a:pt x="108400" y="302399"/>
                  </a:lnTo>
                  <a:lnTo>
                    <a:pt x="110864" y="302041"/>
                  </a:lnTo>
                  <a:lnTo>
                    <a:pt x="113328" y="301691"/>
                  </a:lnTo>
                  <a:lnTo>
                    <a:pt x="115791" y="301351"/>
                  </a:lnTo>
                  <a:lnTo>
                    <a:pt x="118255" y="301021"/>
                  </a:lnTo>
                  <a:lnTo>
                    <a:pt x="120719" y="300703"/>
                  </a:lnTo>
                  <a:lnTo>
                    <a:pt x="123182" y="300397"/>
                  </a:lnTo>
                  <a:lnTo>
                    <a:pt x="125646" y="300106"/>
                  </a:lnTo>
                  <a:lnTo>
                    <a:pt x="128110" y="299829"/>
                  </a:lnTo>
                  <a:lnTo>
                    <a:pt x="130573" y="299564"/>
                  </a:lnTo>
                  <a:lnTo>
                    <a:pt x="133037" y="299312"/>
                  </a:lnTo>
                  <a:lnTo>
                    <a:pt x="135501" y="299072"/>
                  </a:lnTo>
                  <a:lnTo>
                    <a:pt x="137964" y="298843"/>
                  </a:lnTo>
                  <a:lnTo>
                    <a:pt x="140428" y="298628"/>
                  </a:lnTo>
                  <a:lnTo>
                    <a:pt x="142892" y="298423"/>
                  </a:lnTo>
                  <a:lnTo>
                    <a:pt x="145355" y="298228"/>
                  </a:lnTo>
                  <a:lnTo>
                    <a:pt x="147819" y="298041"/>
                  </a:lnTo>
                  <a:lnTo>
                    <a:pt x="150283" y="297863"/>
                  </a:lnTo>
                  <a:lnTo>
                    <a:pt x="152746" y="297694"/>
                  </a:lnTo>
                  <a:lnTo>
                    <a:pt x="155210" y="297533"/>
                  </a:lnTo>
                  <a:lnTo>
                    <a:pt x="157674" y="297381"/>
                  </a:lnTo>
                  <a:lnTo>
                    <a:pt x="160137" y="297237"/>
                  </a:lnTo>
                  <a:lnTo>
                    <a:pt x="162601" y="297102"/>
                  </a:lnTo>
                  <a:lnTo>
                    <a:pt x="165065" y="296976"/>
                  </a:lnTo>
                  <a:lnTo>
                    <a:pt x="167528" y="296863"/>
                  </a:lnTo>
                  <a:lnTo>
                    <a:pt x="169992" y="296762"/>
                  </a:lnTo>
                  <a:lnTo>
                    <a:pt x="172456" y="296675"/>
                  </a:lnTo>
                  <a:lnTo>
                    <a:pt x="174919" y="296602"/>
                  </a:lnTo>
                  <a:lnTo>
                    <a:pt x="177383" y="296544"/>
                  </a:lnTo>
                  <a:lnTo>
                    <a:pt x="179847" y="296504"/>
                  </a:lnTo>
                  <a:lnTo>
                    <a:pt x="182310" y="296487"/>
                  </a:lnTo>
                  <a:lnTo>
                    <a:pt x="184774" y="296491"/>
                  </a:lnTo>
                  <a:lnTo>
                    <a:pt x="187237" y="296517"/>
                  </a:lnTo>
                  <a:lnTo>
                    <a:pt x="189701" y="296566"/>
                  </a:lnTo>
                  <a:lnTo>
                    <a:pt x="192165" y="296639"/>
                  </a:lnTo>
                  <a:lnTo>
                    <a:pt x="194628" y="296739"/>
                  </a:lnTo>
                  <a:lnTo>
                    <a:pt x="197092" y="296869"/>
                  </a:lnTo>
                  <a:lnTo>
                    <a:pt x="199556" y="297025"/>
                  </a:lnTo>
                  <a:lnTo>
                    <a:pt x="202019" y="297208"/>
                  </a:lnTo>
                  <a:lnTo>
                    <a:pt x="204483" y="297417"/>
                  </a:lnTo>
                  <a:lnTo>
                    <a:pt x="206947" y="297651"/>
                  </a:lnTo>
                  <a:lnTo>
                    <a:pt x="209410" y="297914"/>
                  </a:lnTo>
                  <a:lnTo>
                    <a:pt x="211874" y="298204"/>
                  </a:lnTo>
                  <a:lnTo>
                    <a:pt x="214338" y="298515"/>
                  </a:lnTo>
                  <a:lnTo>
                    <a:pt x="216801" y="298847"/>
                  </a:lnTo>
                  <a:lnTo>
                    <a:pt x="219265" y="299199"/>
                  </a:lnTo>
                  <a:lnTo>
                    <a:pt x="221729" y="299567"/>
                  </a:lnTo>
                  <a:lnTo>
                    <a:pt x="224192" y="299954"/>
                  </a:lnTo>
                  <a:lnTo>
                    <a:pt x="226656" y="300352"/>
                  </a:lnTo>
                  <a:lnTo>
                    <a:pt x="229120" y="300758"/>
                  </a:lnTo>
                  <a:lnTo>
                    <a:pt x="231583" y="301171"/>
                  </a:lnTo>
                  <a:lnTo>
                    <a:pt x="234047" y="301588"/>
                  </a:lnTo>
                  <a:lnTo>
                    <a:pt x="236511" y="302005"/>
                  </a:lnTo>
                  <a:lnTo>
                    <a:pt x="238974" y="302419"/>
                  </a:lnTo>
                  <a:lnTo>
                    <a:pt x="241438" y="302827"/>
                  </a:lnTo>
                  <a:lnTo>
                    <a:pt x="243902" y="303226"/>
                  </a:lnTo>
                  <a:lnTo>
                    <a:pt x="246365" y="303613"/>
                  </a:lnTo>
                  <a:lnTo>
                    <a:pt x="248829" y="303987"/>
                  </a:lnTo>
                  <a:lnTo>
                    <a:pt x="251293" y="304343"/>
                  </a:lnTo>
                  <a:lnTo>
                    <a:pt x="253756" y="304677"/>
                  </a:lnTo>
                  <a:lnTo>
                    <a:pt x="256220" y="304990"/>
                  </a:lnTo>
                  <a:lnTo>
                    <a:pt x="258684" y="305281"/>
                  </a:lnTo>
                  <a:lnTo>
                    <a:pt x="261147" y="305549"/>
                  </a:lnTo>
                  <a:lnTo>
                    <a:pt x="263611" y="305792"/>
                  </a:lnTo>
                  <a:lnTo>
                    <a:pt x="266075" y="306004"/>
                  </a:lnTo>
                  <a:lnTo>
                    <a:pt x="268538" y="306189"/>
                  </a:lnTo>
                  <a:lnTo>
                    <a:pt x="271002" y="306348"/>
                  </a:lnTo>
                  <a:lnTo>
                    <a:pt x="273465" y="306481"/>
                  </a:lnTo>
                  <a:lnTo>
                    <a:pt x="275929" y="306589"/>
                  </a:lnTo>
                  <a:lnTo>
                    <a:pt x="278393" y="306672"/>
                  </a:lnTo>
                  <a:lnTo>
                    <a:pt x="280856" y="306726"/>
                  </a:lnTo>
                  <a:lnTo>
                    <a:pt x="283320" y="306758"/>
                  </a:lnTo>
                  <a:lnTo>
                    <a:pt x="285784" y="306770"/>
                  </a:lnTo>
                  <a:lnTo>
                    <a:pt x="288247" y="306763"/>
                  </a:lnTo>
                  <a:lnTo>
                    <a:pt x="290711" y="306738"/>
                  </a:lnTo>
                  <a:lnTo>
                    <a:pt x="293175" y="306696"/>
                  </a:lnTo>
                  <a:lnTo>
                    <a:pt x="295638" y="306639"/>
                  </a:lnTo>
                  <a:lnTo>
                    <a:pt x="298102" y="306570"/>
                  </a:lnTo>
                  <a:lnTo>
                    <a:pt x="300566" y="306493"/>
                  </a:lnTo>
                  <a:lnTo>
                    <a:pt x="303029" y="306407"/>
                  </a:lnTo>
                  <a:lnTo>
                    <a:pt x="305493" y="306315"/>
                  </a:lnTo>
                  <a:lnTo>
                    <a:pt x="307957" y="306218"/>
                  </a:lnTo>
                  <a:lnTo>
                    <a:pt x="310420" y="306118"/>
                  </a:lnTo>
                  <a:lnTo>
                    <a:pt x="312884" y="306017"/>
                  </a:lnTo>
                  <a:lnTo>
                    <a:pt x="315348" y="305916"/>
                  </a:lnTo>
                  <a:lnTo>
                    <a:pt x="317811" y="305816"/>
                  </a:lnTo>
                  <a:lnTo>
                    <a:pt x="320275" y="305716"/>
                  </a:lnTo>
                  <a:lnTo>
                    <a:pt x="322739" y="305620"/>
                  </a:lnTo>
                  <a:lnTo>
                    <a:pt x="325202" y="305525"/>
                  </a:lnTo>
                  <a:lnTo>
                    <a:pt x="327666" y="305433"/>
                  </a:lnTo>
                  <a:lnTo>
                    <a:pt x="330130" y="305343"/>
                  </a:lnTo>
                  <a:lnTo>
                    <a:pt x="332593" y="305255"/>
                  </a:lnTo>
                  <a:lnTo>
                    <a:pt x="335057" y="305169"/>
                  </a:lnTo>
                  <a:lnTo>
                    <a:pt x="337521" y="305083"/>
                  </a:lnTo>
                  <a:lnTo>
                    <a:pt x="339984" y="304997"/>
                  </a:lnTo>
                  <a:lnTo>
                    <a:pt x="342448" y="304910"/>
                  </a:lnTo>
                  <a:lnTo>
                    <a:pt x="344912" y="304820"/>
                  </a:lnTo>
                  <a:lnTo>
                    <a:pt x="347375" y="304727"/>
                  </a:lnTo>
                  <a:lnTo>
                    <a:pt x="349839" y="304629"/>
                  </a:lnTo>
                  <a:lnTo>
                    <a:pt x="352303" y="304524"/>
                  </a:lnTo>
                  <a:lnTo>
                    <a:pt x="354766" y="304411"/>
                  </a:lnTo>
                  <a:lnTo>
                    <a:pt x="357230" y="304290"/>
                  </a:lnTo>
                  <a:lnTo>
                    <a:pt x="359694" y="304158"/>
                  </a:lnTo>
                  <a:lnTo>
                    <a:pt x="362157" y="304015"/>
                  </a:lnTo>
                  <a:lnTo>
                    <a:pt x="364621" y="303857"/>
                  </a:lnTo>
                  <a:lnTo>
                    <a:pt x="367084" y="303684"/>
                  </a:lnTo>
                  <a:lnTo>
                    <a:pt x="369548" y="303495"/>
                  </a:lnTo>
                  <a:lnTo>
                    <a:pt x="372012" y="303290"/>
                  </a:lnTo>
                  <a:lnTo>
                    <a:pt x="374475" y="303067"/>
                  </a:lnTo>
                  <a:lnTo>
                    <a:pt x="376939" y="302824"/>
                  </a:lnTo>
                  <a:lnTo>
                    <a:pt x="379403" y="302556"/>
                  </a:lnTo>
                  <a:lnTo>
                    <a:pt x="381866" y="302266"/>
                  </a:lnTo>
                  <a:lnTo>
                    <a:pt x="384330" y="301953"/>
                  </a:lnTo>
                  <a:lnTo>
                    <a:pt x="386794" y="301616"/>
                  </a:lnTo>
                  <a:lnTo>
                    <a:pt x="389257" y="301254"/>
                  </a:lnTo>
                  <a:lnTo>
                    <a:pt x="391721" y="300862"/>
                  </a:lnTo>
                  <a:lnTo>
                    <a:pt x="394185" y="300437"/>
                  </a:lnTo>
                  <a:lnTo>
                    <a:pt x="396648" y="299982"/>
                  </a:lnTo>
                  <a:lnTo>
                    <a:pt x="399112" y="299496"/>
                  </a:lnTo>
                  <a:lnTo>
                    <a:pt x="401576" y="298977"/>
                  </a:lnTo>
                  <a:lnTo>
                    <a:pt x="404039" y="298425"/>
                  </a:lnTo>
                  <a:lnTo>
                    <a:pt x="406503" y="297829"/>
                  </a:lnTo>
                  <a:lnTo>
                    <a:pt x="408967" y="297193"/>
                  </a:lnTo>
                  <a:lnTo>
                    <a:pt x="411430" y="296518"/>
                  </a:lnTo>
                  <a:lnTo>
                    <a:pt x="413894" y="295802"/>
                  </a:lnTo>
                  <a:lnTo>
                    <a:pt x="416358" y="295044"/>
                  </a:lnTo>
                  <a:lnTo>
                    <a:pt x="418821" y="294242"/>
                  </a:lnTo>
                  <a:lnTo>
                    <a:pt x="421285" y="293383"/>
                  </a:lnTo>
                  <a:lnTo>
                    <a:pt x="423749" y="292477"/>
                  </a:lnTo>
                  <a:lnTo>
                    <a:pt x="426212" y="291524"/>
                  </a:lnTo>
                  <a:lnTo>
                    <a:pt x="428676" y="290521"/>
                  </a:lnTo>
                  <a:lnTo>
                    <a:pt x="431140" y="289468"/>
                  </a:lnTo>
                  <a:lnTo>
                    <a:pt x="433603" y="288360"/>
                  </a:lnTo>
                  <a:lnTo>
                    <a:pt x="436067" y="287190"/>
                  </a:lnTo>
                  <a:lnTo>
                    <a:pt x="438531" y="285967"/>
                  </a:lnTo>
                  <a:lnTo>
                    <a:pt x="440994" y="284690"/>
                  </a:lnTo>
                  <a:lnTo>
                    <a:pt x="443458" y="283360"/>
                  </a:lnTo>
                  <a:lnTo>
                    <a:pt x="445922" y="281974"/>
                  </a:lnTo>
                  <a:lnTo>
                    <a:pt x="448385" y="280525"/>
                  </a:lnTo>
                  <a:lnTo>
                    <a:pt x="450849" y="279015"/>
                  </a:lnTo>
                  <a:lnTo>
                    <a:pt x="453312" y="277449"/>
                  </a:lnTo>
                  <a:lnTo>
                    <a:pt x="455776" y="275827"/>
                  </a:lnTo>
                  <a:lnTo>
                    <a:pt x="458240" y="274150"/>
                  </a:lnTo>
                  <a:lnTo>
                    <a:pt x="460703" y="272418"/>
                  </a:lnTo>
                  <a:lnTo>
                    <a:pt x="463167" y="270615"/>
                  </a:lnTo>
                  <a:lnTo>
                    <a:pt x="465631" y="268756"/>
                  </a:lnTo>
                  <a:lnTo>
                    <a:pt x="468094" y="266841"/>
                  </a:lnTo>
                  <a:lnTo>
                    <a:pt x="470558" y="264871"/>
                  </a:lnTo>
                  <a:lnTo>
                    <a:pt x="473022" y="262845"/>
                  </a:lnTo>
                  <a:lnTo>
                    <a:pt x="475485" y="260761"/>
                  </a:lnTo>
                  <a:lnTo>
                    <a:pt x="477949" y="258610"/>
                  </a:lnTo>
                  <a:lnTo>
                    <a:pt x="480413" y="256404"/>
                  </a:lnTo>
                  <a:lnTo>
                    <a:pt x="482876" y="254143"/>
                  </a:lnTo>
                  <a:lnTo>
                    <a:pt x="485340" y="251828"/>
                  </a:lnTo>
                  <a:lnTo>
                    <a:pt x="487804" y="249458"/>
                  </a:lnTo>
                  <a:lnTo>
                    <a:pt x="490267" y="247026"/>
                  </a:lnTo>
                  <a:lnTo>
                    <a:pt x="492731" y="244533"/>
                  </a:lnTo>
                  <a:lnTo>
                    <a:pt x="495195" y="241984"/>
                  </a:lnTo>
                  <a:lnTo>
                    <a:pt x="497658" y="239380"/>
                  </a:lnTo>
                  <a:lnTo>
                    <a:pt x="500122" y="236720"/>
                  </a:lnTo>
                  <a:lnTo>
                    <a:pt x="502586" y="234004"/>
                  </a:lnTo>
                  <a:lnTo>
                    <a:pt x="505049" y="231216"/>
                  </a:lnTo>
                  <a:lnTo>
                    <a:pt x="507513" y="228366"/>
                  </a:lnTo>
                  <a:lnTo>
                    <a:pt x="509977" y="225454"/>
                  </a:lnTo>
                  <a:lnTo>
                    <a:pt x="512440" y="222478"/>
                  </a:lnTo>
                  <a:lnTo>
                    <a:pt x="514904" y="219436"/>
                  </a:lnTo>
                  <a:lnTo>
                    <a:pt x="517368" y="216321"/>
                  </a:lnTo>
                  <a:lnTo>
                    <a:pt x="519831" y="213114"/>
                  </a:lnTo>
                  <a:lnTo>
                    <a:pt x="522295" y="209828"/>
                  </a:lnTo>
                  <a:lnTo>
                    <a:pt x="524759" y="206457"/>
                  </a:lnTo>
                  <a:lnTo>
                    <a:pt x="527222" y="202998"/>
                  </a:lnTo>
                  <a:lnTo>
                    <a:pt x="529686" y="199445"/>
                  </a:lnTo>
                  <a:lnTo>
                    <a:pt x="532150" y="195781"/>
                  </a:lnTo>
                  <a:lnTo>
                    <a:pt x="534613" y="191994"/>
                  </a:lnTo>
                  <a:lnTo>
                    <a:pt x="537077" y="188094"/>
                  </a:lnTo>
                  <a:lnTo>
                    <a:pt x="539541" y="184076"/>
                  </a:lnTo>
                  <a:lnTo>
                    <a:pt x="542004" y="179935"/>
                  </a:lnTo>
                  <a:lnTo>
                    <a:pt x="544468" y="175668"/>
                  </a:lnTo>
                  <a:lnTo>
                    <a:pt x="546931" y="171242"/>
                  </a:lnTo>
                  <a:lnTo>
                    <a:pt x="549395" y="166670"/>
                  </a:lnTo>
                  <a:lnTo>
                    <a:pt x="551859" y="161960"/>
                  </a:lnTo>
                  <a:lnTo>
                    <a:pt x="554322" y="157112"/>
                  </a:lnTo>
                  <a:lnTo>
                    <a:pt x="556786" y="152125"/>
                  </a:lnTo>
                  <a:lnTo>
                    <a:pt x="559250" y="147000"/>
                  </a:lnTo>
                  <a:lnTo>
                    <a:pt x="561713" y="141706"/>
                  </a:lnTo>
                  <a:lnTo>
                    <a:pt x="564177" y="136285"/>
                  </a:lnTo>
                  <a:lnTo>
                    <a:pt x="566641" y="130744"/>
                  </a:lnTo>
                  <a:lnTo>
                    <a:pt x="569104" y="125090"/>
                  </a:lnTo>
                  <a:lnTo>
                    <a:pt x="571568" y="119333"/>
                  </a:lnTo>
                  <a:lnTo>
                    <a:pt x="574032" y="113477"/>
                  </a:lnTo>
                  <a:lnTo>
                    <a:pt x="576495" y="107533"/>
                  </a:lnTo>
                  <a:lnTo>
                    <a:pt x="578959" y="101533"/>
                  </a:lnTo>
                  <a:lnTo>
                    <a:pt x="581423" y="95493"/>
                  </a:lnTo>
                  <a:lnTo>
                    <a:pt x="583886" y="89430"/>
                  </a:lnTo>
                  <a:lnTo>
                    <a:pt x="586350" y="83363"/>
                  </a:lnTo>
                  <a:lnTo>
                    <a:pt x="588814" y="77318"/>
                  </a:lnTo>
                  <a:lnTo>
                    <a:pt x="591277" y="71325"/>
                  </a:lnTo>
                  <a:lnTo>
                    <a:pt x="593741" y="65403"/>
                  </a:lnTo>
                  <a:lnTo>
                    <a:pt x="596205" y="59575"/>
                  </a:lnTo>
                  <a:lnTo>
                    <a:pt x="598668" y="53864"/>
                  </a:lnTo>
                  <a:lnTo>
                    <a:pt x="601132" y="48291"/>
                  </a:lnTo>
                  <a:lnTo>
                    <a:pt x="603596" y="42928"/>
                  </a:lnTo>
                  <a:lnTo>
                    <a:pt x="606059" y="37771"/>
                  </a:lnTo>
                  <a:lnTo>
                    <a:pt x="608523" y="32837"/>
                  </a:lnTo>
                  <a:lnTo>
                    <a:pt x="610987" y="28149"/>
                  </a:lnTo>
                  <a:lnTo>
                    <a:pt x="613450" y="23727"/>
                  </a:lnTo>
                  <a:lnTo>
                    <a:pt x="615914" y="19611"/>
                  </a:lnTo>
                  <a:lnTo>
                    <a:pt x="618378" y="15879"/>
                  </a:lnTo>
                  <a:lnTo>
                    <a:pt x="620841" y="12488"/>
                  </a:lnTo>
                  <a:lnTo>
                    <a:pt x="623305" y="9455"/>
                  </a:lnTo>
                  <a:lnTo>
                    <a:pt x="625769" y="6795"/>
                  </a:lnTo>
                  <a:lnTo>
                    <a:pt x="628232" y="4524"/>
                  </a:lnTo>
                  <a:lnTo>
                    <a:pt x="630696" y="2713"/>
                  </a:lnTo>
                  <a:lnTo>
                    <a:pt x="633159" y="1379"/>
                  </a:lnTo>
                  <a:lnTo>
                    <a:pt x="635623" y="478"/>
                  </a:lnTo>
                  <a:lnTo>
                    <a:pt x="638087" y="16"/>
                  </a:lnTo>
                  <a:lnTo>
                    <a:pt x="640550" y="0"/>
                  </a:lnTo>
                  <a:lnTo>
                    <a:pt x="643014" y="434"/>
                  </a:lnTo>
                  <a:lnTo>
                    <a:pt x="645478" y="1420"/>
                  </a:lnTo>
                  <a:lnTo>
                    <a:pt x="647941" y="2884"/>
                  </a:lnTo>
                  <a:lnTo>
                    <a:pt x="650405" y="4800"/>
                  </a:lnTo>
                  <a:lnTo>
                    <a:pt x="652869" y="7162"/>
                  </a:lnTo>
                  <a:lnTo>
                    <a:pt x="655332" y="9966"/>
                  </a:lnTo>
                  <a:lnTo>
                    <a:pt x="657796" y="13212"/>
                  </a:lnTo>
                  <a:lnTo>
                    <a:pt x="660260" y="16980"/>
                  </a:lnTo>
                  <a:lnTo>
                    <a:pt x="662723" y="21150"/>
                  </a:lnTo>
                  <a:lnTo>
                    <a:pt x="665187" y="25706"/>
                  </a:lnTo>
                  <a:lnTo>
                    <a:pt x="667651" y="30632"/>
                  </a:lnTo>
                  <a:lnTo>
                    <a:pt x="670114" y="35910"/>
                  </a:lnTo>
                  <a:lnTo>
                    <a:pt x="672578" y="41552"/>
                  </a:lnTo>
                  <a:lnTo>
                    <a:pt x="675042" y="47542"/>
                  </a:lnTo>
                  <a:lnTo>
                    <a:pt x="677505" y="53804"/>
                  </a:lnTo>
                  <a:lnTo>
                    <a:pt x="679969" y="60312"/>
                  </a:lnTo>
                  <a:lnTo>
                    <a:pt x="682433" y="67042"/>
                  </a:lnTo>
                  <a:lnTo>
                    <a:pt x="684896" y="73966"/>
                  </a:lnTo>
                  <a:lnTo>
                    <a:pt x="687360" y="81083"/>
                  </a:lnTo>
                  <a:lnTo>
                    <a:pt x="689824" y="88336"/>
                  </a:lnTo>
                  <a:lnTo>
                    <a:pt x="692287" y="95684"/>
                  </a:lnTo>
                  <a:lnTo>
                    <a:pt x="694751" y="103101"/>
                  </a:lnTo>
                  <a:lnTo>
                    <a:pt x="697215" y="110562"/>
                  </a:lnTo>
                  <a:lnTo>
                    <a:pt x="699678" y="118039"/>
                  </a:lnTo>
                  <a:lnTo>
                    <a:pt x="702142" y="125497"/>
                  </a:lnTo>
                  <a:lnTo>
                    <a:pt x="704606" y="132909"/>
                  </a:lnTo>
                  <a:lnTo>
                    <a:pt x="707069" y="140252"/>
                  </a:lnTo>
                  <a:lnTo>
                    <a:pt x="709533" y="147509"/>
                  </a:lnTo>
                  <a:lnTo>
                    <a:pt x="711997" y="154660"/>
                  </a:lnTo>
                  <a:lnTo>
                    <a:pt x="714460" y="161678"/>
                  </a:lnTo>
                  <a:lnTo>
                    <a:pt x="716924" y="168524"/>
                  </a:lnTo>
                  <a:lnTo>
                    <a:pt x="719388" y="175212"/>
                  </a:lnTo>
                  <a:lnTo>
                    <a:pt x="721851" y="181732"/>
                  </a:lnTo>
                  <a:lnTo>
                    <a:pt x="724315" y="188076"/>
                  </a:lnTo>
                  <a:lnTo>
                    <a:pt x="726778" y="194235"/>
                  </a:lnTo>
                  <a:lnTo>
                    <a:pt x="729242" y="200175"/>
                  </a:lnTo>
                  <a:lnTo>
                    <a:pt x="731706" y="205898"/>
                  </a:lnTo>
                  <a:lnTo>
                    <a:pt x="734169" y="211426"/>
                  </a:lnTo>
                  <a:lnTo>
                    <a:pt x="736633" y="216756"/>
                  </a:lnTo>
                  <a:lnTo>
                    <a:pt x="739097" y="221891"/>
                  </a:lnTo>
                  <a:lnTo>
                    <a:pt x="741560" y="226831"/>
                  </a:lnTo>
                  <a:lnTo>
                    <a:pt x="744024" y="231533"/>
                  </a:lnTo>
                  <a:lnTo>
                    <a:pt x="746488" y="236042"/>
                  </a:lnTo>
                  <a:lnTo>
                    <a:pt x="748951" y="240367"/>
                  </a:lnTo>
                  <a:lnTo>
                    <a:pt x="751415" y="244511"/>
                  </a:lnTo>
                  <a:lnTo>
                    <a:pt x="753879" y="248480"/>
                  </a:lnTo>
                  <a:lnTo>
                    <a:pt x="756342" y="252268"/>
                  </a:lnTo>
                  <a:lnTo>
                    <a:pt x="758806" y="255854"/>
                  </a:lnTo>
                  <a:lnTo>
                    <a:pt x="761270" y="259280"/>
                  </a:lnTo>
                  <a:lnTo>
                    <a:pt x="763733" y="262549"/>
                  </a:lnTo>
                  <a:lnTo>
                    <a:pt x="766197" y="265667"/>
                  </a:lnTo>
                  <a:lnTo>
                    <a:pt x="768661" y="268636"/>
                  </a:lnTo>
                  <a:lnTo>
                    <a:pt x="771124" y="271444"/>
                  </a:lnTo>
                  <a:lnTo>
                    <a:pt x="773588" y="274094"/>
                  </a:lnTo>
                  <a:lnTo>
                    <a:pt x="776052" y="276610"/>
                  </a:lnTo>
                  <a:lnTo>
                    <a:pt x="778515" y="278997"/>
                  </a:lnTo>
                  <a:lnTo>
                    <a:pt x="780979" y="281257"/>
                  </a:lnTo>
                  <a:lnTo>
                    <a:pt x="783443" y="283394"/>
                  </a:lnTo>
                  <a:lnTo>
                    <a:pt x="785906" y="285388"/>
                  </a:lnTo>
                  <a:lnTo>
                    <a:pt x="788370" y="287261"/>
                  </a:lnTo>
                  <a:lnTo>
                    <a:pt x="790834" y="289025"/>
                  </a:lnTo>
                  <a:lnTo>
                    <a:pt x="793297" y="290683"/>
                  </a:lnTo>
                  <a:lnTo>
                    <a:pt x="795761" y="292239"/>
                  </a:lnTo>
                  <a:lnTo>
                    <a:pt x="798225" y="293695"/>
                  </a:lnTo>
                  <a:lnTo>
                    <a:pt x="800688" y="295033"/>
                  </a:lnTo>
                  <a:lnTo>
                    <a:pt x="803152" y="296283"/>
                  </a:lnTo>
                  <a:lnTo>
                    <a:pt x="805616" y="297448"/>
                  </a:lnTo>
                  <a:lnTo>
                    <a:pt x="808079" y="298531"/>
                  </a:lnTo>
                  <a:lnTo>
                    <a:pt x="810543" y="299538"/>
                  </a:lnTo>
                  <a:lnTo>
                    <a:pt x="813006" y="300464"/>
                  </a:lnTo>
                  <a:lnTo>
                    <a:pt x="815470" y="301310"/>
                  </a:lnTo>
                  <a:lnTo>
                    <a:pt x="817934" y="302092"/>
                  </a:lnTo>
                  <a:lnTo>
                    <a:pt x="820397" y="302813"/>
                  </a:lnTo>
                  <a:lnTo>
                    <a:pt x="822861" y="303477"/>
                  </a:lnTo>
                  <a:lnTo>
                    <a:pt x="825325" y="304088"/>
                  </a:lnTo>
                  <a:lnTo>
                    <a:pt x="827788" y="304639"/>
                  </a:lnTo>
                  <a:lnTo>
                    <a:pt x="830252" y="305139"/>
                  </a:lnTo>
                  <a:lnTo>
                    <a:pt x="832716" y="305597"/>
                  </a:lnTo>
                  <a:lnTo>
                    <a:pt x="835179" y="306015"/>
                  </a:lnTo>
                  <a:lnTo>
                    <a:pt x="837643" y="306394"/>
                  </a:lnTo>
                  <a:lnTo>
                    <a:pt x="840107" y="306739"/>
                  </a:lnTo>
                  <a:lnTo>
                    <a:pt x="842570" y="307042"/>
                  </a:lnTo>
                  <a:lnTo>
                    <a:pt x="845034" y="307316"/>
                  </a:lnTo>
                  <a:lnTo>
                    <a:pt x="847498" y="307562"/>
                  </a:lnTo>
                  <a:lnTo>
                    <a:pt x="849961" y="307783"/>
                  </a:lnTo>
                  <a:lnTo>
                    <a:pt x="852425" y="307979"/>
                  </a:lnTo>
                  <a:lnTo>
                    <a:pt x="854889" y="308152"/>
                  </a:lnTo>
                  <a:lnTo>
                    <a:pt x="857352" y="308300"/>
                  </a:lnTo>
                  <a:lnTo>
                    <a:pt x="859816" y="308430"/>
                  </a:lnTo>
                  <a:lnTo>
                    <a:pt x="862280" y="308542"/>
                  </a:lnTo>
                  <a:lnTo>
                    <a:pt x="864743" y="308638"/>
                  </a:lnTo>
                  <a:lnTo>
                    <a:pt x="867207" y="308718"/>
                  </a:lnTo>
                  <a:lnTo>
                    <a:pt x="869671" y="308782"/>
                  </a:lnTo>
                  <a:lnTo>
                    <a:pt x="872134" y="308832"/>
                  </a:lnTo>
                  <a:lnTo>
                    <a:pt x="874598" y="308870"/>
                  </a:lnTo>
                  <a:lnTo>
                    <a:pt x="877062" y="308896"/>
                  </a:lnTo>
                  <a:lnTo>
                    <a:pt x="879525" y="308912"/>
                  </a:lnTo>
                  <a:lnTo>
                    <a:pt x="881989" y="308918"/>
                  </a:lnTo>
                  <a:lnTo>
                    <a:pt x="884453" y="308912"/>
                  </a:lnTo>
                  <a:lnTo>
                    <a:pt x="886916" y="308898"/>
                  </a:lnTo>
                  <a:lnTo>
                    <a:pt x="889380" y="308875"/>
                  </a:lnTo>
                  <a:lnTo>
                    <a:pt x="891844" y="308846"/>
                  </a:lnTo>
                  <a:lnTo>
                    <a:pt x="894307" y="308809"/>
                  </a:lnTo>
                  <a:lnTo>
                    <a:pt x="896771" y="308766"/>
                  </a:lnTo>
                  <a:lnTo>
                    <a:pt x="899235" y="308716"/>
                  </a:lnTo>
                  <a:lnTo>
                    <a:pt x="901698" y="308661"/>
                  </a:lnTo>
                  <a:lnTo>
                    <a:pt x="904162" y="308602"/>
                  </a:lnTo>
                  <a:lnTo>
                    <a:pt x="906625" y="308540"/>
                  </a:lnTo>
                  <a:lnTo>
                    <a:pt x="909089" y="308474"/>
                  </a:lnTo>
                  <a:lnTo>
                    <a:pt x="911553" y="308406"/>
                  </a:lnTo>
                  <a:lnTo>
                    <a:pt x="914016" y="308336"/>
                  </a:lnTo>
                  <a:lnTo>
                    <a:pt x="916480" y="308266"/>
                  </a:lnTo>
                  <a:lnTo>
                    <a:pt x="918944" y="308195"/>
                  </a:lnTo>
                  <a:lnTo>
                    <a:pt x="921407" y="308126"/>
                  </a:lnTo>
                  <a:lnTo>
                    <a:pt x="923871" y="308058"/>
                  </a:lnTo>
                  <a:lnTo>
                    <a:pt x="926335" y="307994"/>
                  </a:lnTo>
                  <a:lnTo>
                    <a:pt x="928798" y="307933"/>
                  </a:lnTo>
                  <a:lnTo>
                    <a:pt x="931262" y="307876"/>
                  </a:lnTo>
                  <a:lnTo>
                    <a:pt x="933726" y="307824"/>
                  </a:lnTo>
                  <a:lnTo>
                    <a:pt x="936189" y="307777"/>
                  </a:lnTo>
                  <a:lnTo>
                    <a:pt x="938653" y="307736"/>
                  </a:lnTo>
                  <a:lnTo>
                    <a:pt x="941117" y="307703"/>
                  </a:lnTo>
                  <a:lnTo>
                    <a:pt x="943580" y="307678"/>
                  </a:lnTo>
                  <a:lnTo>
                    <a:pt x="946044" y="307660"/>
                  </a:lnTo>
                  <a:lnTo>
                    <a:pt x="948508" y="307649"/>
                  </a:lnTo>
                  <a:lnTo>
                    <a:pt x="950971" y="307646"/>
                  </a:lnTo>
                  <a:lnTo>
                    <a:pt x="953435" y="307652"/>
                  </a:lnTo>
                  <a:lnTo>
                    <a:pt x="955899" y="307667"/>
                  </a:lnTo>
                  <a:lnTo>
                    <a:pt x="958362" y="307689"/>
                  </a:lnTo>
                  <a:lnTo>
                    <a:pt x="960826" y="307718"/>
                  </a:lnTo>
                  <a:lnTo>
                    <a:pt x="963290" y="307754"/>
                  </a:lnTo>
                  <a:lnTo>
                    <a:pt x="965753" y="307797"/>
                  </a:lnTo>
                  <a:lnTo>
                    <a:pt x="968217" y="307846"/>
                  </a:lnTo>
                  <a:lnTo>
                    <a:pt x="970681" y="307902"/>
                  </a:lnTo>
                  <a:lnTo>
                    <a:pt x="973144" y="307962"/>
                  </a:lnTo>
                  <a:lnTo>
                    <a:pt x="975608" y="308026"/>
                  </a:lnTo>
                  <a:lnTo>
                    <a:pt x="978072" y="308093"/>
                  </a:lnTo>
                  <a:lnTo>
                    <a:pt x="980535" y="308163"/>
                  </a:lnTo>
                  <a:lnTo>
                    <a:pt x="982999" y="308235"/>
                  </a:lnTo>
                  <a:lnTo>
                    <a:pt x="985463" y="308308"/>
                  </a:lnTo>
                  <a:lnTo>
                    <a:pt x="987926" y="308382"/>
                  </a:lnTo>
                  <a:lnTo>
                    <a:pt x="990390" y="308455"/>
                  </a:lnTo>
                  <a:lnTo>
                    <a:pt x="992853" y="308528"/>
                  </a:lnTo>
                  <a:lnTo>
                    <a:pt x="995317" y="308599"/>
                  </a:lnTo>
                  <a:lnTo>
                    <a:pt x="997781" y="308668"/>
                  </a:lnTo>
                  <a:lnTo>
                    <a:pt x="1000244" y="308735"/>
                  </a:lnTo>
                  <a:lnTo>
                    <a:pt x="1002708" y="308799"/>
                  </a:lnTo>
                  <a:lnTo>
                    <a:pt x="1005172" y="308860"/>
                  </a:lnTo>
                  <a:lnTo>
                    <a:pt x="1007635" y="308918"/>
                  </a:lnTo>
                  <a:lnTo>
                    <a:pt x="1010099" y="308972"/>
                  </a:lnTo>
                  <a:lnTo>
                    <a:pt x="1012563" y="309022"/>
                  </a:lnTo>
                  <a:lnTo>
                    <a:pt x="1015026" y="309068"/>
                  </a:lnTo>
                  <a:lnTo>
                    <a:pt x="1017490" y="309111"/>
                  </a:lnTo>
                  <a:lnTo>
                    <a:pt x="1019954" y="309150"/>
                  </a:lnTo>
                  <a:lnTo>
                    <a:pt x="1022417" y="309186"/>
                  </a:lnTo>
                  <a:lnTo>
                    <a:pt x="1024881" y="309218"/>
                  </a:lnTo>
                  <a:lnTo>
                    <a:pt x="1027345" y="309247"/>
                  </a:lnTo>
                  <a:lnTo>
                    <a:pt x="1029808" y="309273"/>
                  </a:lnTo>
                  <a:lnTo>
                    <a:pt x="1032272" y="309295"/>
                  </a:lnTo>
                  <a:lnTo>
                    <a:pt x="1034736" y="309316"/>
                  </a:lnTo>
                  <a:lnTo>
                    <a:pt x="1037199" y="309334"/>
                  </a:lnTo>
                  <a:lnTo>
                    <a:pt x="1039663" y="309349"/>
                  </a:lnTo>
                  <a:lnTo>
                    <a:pt x="1042127" y="309362"/>
                  </a:lnTo>
                  <a:lnTo>
                    <a:pt x="1044590" y="309373"/>
                  </a:lnTo>
                  <a:lnTo>
                    <a:pt x="1047054" y="309383"/>
                  </a:lnTo>
                  <a:lnTo>
                    <a:pt x="1049518" y="309392"/>
                  </a:lnTo>
                  <a:lnTo>
                    <a:pt x="1051981" y="309399"/>
                  </a:lnTo>
                  <a:lnTo>
                    <a:pt x="1054445" y="309405"/>
                  </a:lnTo>
                  <a:lnTo>
                    <a:pt x="1056909" y="309410"/>
                  </a:lnTo>
                  <a:lnTo>
                    <a:pt x="1059372" y="309414"/>
                  </a:lnTo>
                  <a:lnTo>
                    <a:pt x="1061836" y="309417"/>
                  </a:lnTo>
                  <a:lnTo>
                    <a:pt x="1064300" y="309420"/>
                  </a:lnTo>
                  <a:lnTo>
                    <a:pt x="1066763" y="309422"/>
                  </a:lnTo>
                  <a:lnTo>
                    <a:pt x="1069227" y="309424"/>
                  </a:lnTo>
                  <a:lnTo>
                    <a:pt x="1071691" y="309426"/>
                  </a:lnTo>
                  <a:lnTo>
                    <a:pt x="1074154" y="309427"/>
                  </a:lnTo>
                  <a:lnTo>
                    <a:pt x="1076618" y="309428"/>
                  </a:lnTo>
                  <a:lnTo>
                    <a:pt x="1079082" y="309429"/>
                  </a:lnTo>
                  <a:lnTo>
                    <a:pt x="1081545" y="309429"/>
                  </a:lnTo>
                  <a:lnTo>
                    <a:pt x="1084009" y="309430"/>
                  </a:lnTo>
                  <a:lnTo>
                    <a:pt x="1086472" y="309430"/>
                  </a:lnTo>
                  <a:lnTo>
                    <a:pt x="1088936" y="309431"/>
                  </a:lnTo>
                  <a:lnTo>
                    <a:pt x="1091400" y="309431"/>
                  </a:lnTo>
                  <a:lnTo>
                    <a:pt x="1093863" y="309431"/>
                  </a:lnTo>
                  <a:lnTo>
                    <a:pt x="1096327" y="309431"/>
                  </a:lnTo>
                  <a:lnTo>
                    <a:pt x="1098791" y="309431"/>
                  </a:lnTo>
                  <a:lnTo>
                    <a:pt x="1101254" y="309431"/>
                  </a:lnTo>
                  <a:lnTo>
                    <a:pt x="1103718" y="309431"/>
                  </a:lnTo>
                  <a:lnTo>
                    <a:pt x="1106182" y="309431"/>
                  </a:lnTo>
                  <a:lnTo>
                    <a:pt x="1108645" y="309431"/>
                  </a:lnTo>
                  <a:lnTo>
                    <a:pt x="1111109" y="309431"/>
                  </a:lnTo>
                  <a:lnTo>
                    <a:pt x="1113573" y="309431"/>
                  </a:lnTo>
                  <a:lnTo>
                    <a:pt x="1116036" y="309431"/>
                  </a:lnTo>
                  <a:lnTo>
                    <a:pt x="1118500" y="309431"/>
                  </a:lnTo>
                  <a:lnTo>
                    <a:pt x="1120964" y="309430"/>
                  </a:lnTo>
                  <a:lnTo>
                    <a:pt x="1123427" y="309430"/>
                  </a:lnTo>
                  <a:lnTo>
                    <a:pt x="1125891" y="309429"/>
                  </a:lnTo>
                  <a:lnTo>
                    <a:pt x="1128355" y="309429"/>
                  </a:lnTo>
                  <a:lnTo>
                    <a:pt x="1130818" y="309428"/>
                  </a:lnTo>
                  <a:lnTo>
                    <a:pt x="1133282" y="309427"/>
                  </a:lnTo>
                  <a:lnTo>
                    <a:pt x="1135746" y="309426"/>
                  </a:lnTo>
                  <a:lnTo>
                    <a:pt x="1138209" y="309424"/>
                  </a:lnTo>
                  <a:lnTo>
                    <a:pt x="1140673" y="309422"/>
                  </a:lnTo>
                  <a:lnTo>
                    <a:pt x="1143137" y="309420"/>
                  </a:lnTo>
                  <a:lnTo>
                    <a:pt x="1145600" y="309417"/>
                  </a:lnTo>
                  <a:lnTo>
                    <a:pt x="1148064" y="309414"/>
                  </a:lnTo>
                  <a:lnTo>
                    <a:pt x="1150528" y="309410"/>
                  </a:lnTo>
                  <a:lnTo>
                    <a:pt x="1152991" y="309405"/>
                  </a:lnTo>
                  <a:lnTo>
                    <a:pt x="1155455" y="309400"/>
                  </a:lnTo>
                  <a:lnTo>
                    <a:pt x="1157919" y="309393"/>
                  </a:lnTo>
                  <a:lnTo>
                    <a:pt x="1160382" y="309385"/>
                  </a:lnTo>
                  <a:lnTo>
                    <a:pt x="1162846" y="309377"/>
                  </a:lnTo>
                  <a:lnTo>
                    <a:pt x="1165310" y="309366"/>
                  </a:lnTo>
                  <a:lnTo>
                    <a:pt x="1167773" y="309354"/>
                  </a:lnTo>
                  <a:lnTo>
                    <a:pt x="1170237" y="309340"/>
                  </a:lnTo>
                  <a:lnTo>
                    <a:pt x="1172701" y="309325"/>
                  </a:lnTo>
                  <a:lnTo>
                    <a:pt x="1175164" y="309308"/>
                  </a:lnTo>
                  <a:lnTo>
                    <a:pt x="1177628" y="309288"/>
                  </a:lnTo>
                  <a:lnTo>
                    <a:pt x="1180091" y="309266"/>
                  </a:lnTo>
                  <a:lnTo>
                    <a:pt x="1182555" y="309242"/>
                  </a:lnTo>
                  <a:lnTo>
                    <a:pt x="1185019" y="309216"/>
                  </a:lnTo>
                  <a:lnTo>
                    <a:pt x="1187482" y="309187"/>
                  </a:lnTo>
                  <a:lnTo>
                    <a:pt x="1189946" y="309157"/>
                  </a:lnTo>
                  <a:lnTo>
                    <a:pt x="1192410" y="309123"/>
                  </a:lnTo>
                  <a:lnTo>
                    <a:pt x="1194873" y="309088"/>
                  </a:lnTo>
                  <a:lnTo>
                    <a:pt x="1197337" y="309051"/>
                  </a:lnTo>
                  <a:lnTo>
                    <a:pt x="1199801" y="309012"/>
                  </a:lnTo>
                  <a:lnTo>
                    <a:pt x="1202264" y="308971"/>
                  </a:lnTo>
                  <a:lnTo>
                    <a:pt x="1204728" y="308930"/>
                  </a:lnTo>
                  <a:lnTo>
                    <a:pt x="1207192" y="308887"/>
                  </a:lnTo>
                  <a:lnTo>
                    <a:pt x="1209655" y="308844"/>
                  </a:lnTo>
                  <a:lnTo>
                    <a:pt x="1212119" y="308801"/>
                  </a:lnTo>
                  <a:lnTo>
                    <a:pt x="1214583" y="308759"/>
                  </a:lnTo>
                  <a:lnTo>
                    <a:pt x="1217046" y="308717"/>
                  </a:lnTo>
                  <a:lnTo>
                    <a:pt x="1219510" y="308677"/>
                  </a:lnTo>
                  <a:lnTo>
                    <a:pt x="1221974" y="308639"/>
                  </a:lnTo>
                  <a:lnTo>
                    <a:pt x="1224437" y="308604"/>
                  </a:lnTo>
                  <a:lnTo>
                    <a:pt x="1226901" y="308572"/>
                  </a:lnTo>
                  <a:lnTo>
                    <a:pt x="1229365" y="308544"/>
                  </a:lnTo>
                  <a:lnTo>
                    <a:pt x="1231828" y="308519"/>
                  </a:lnTo>
                  <a:lnTo>
                    <a:pt x="1234292" y="308498"/>
                  </a:lnTo>
                  <a:lnTo>
                    <a:pt x="1236756" y="308483"/>
                  </a:lnTo>
                  <a:lnTo>
                    <a:pt x="1239219" y="308473"/>
                  </a:lnTo>
                  <a:lnTo>
                    <a:pt x="1241683" y="308468"/>
                  </a:lnTo>
                  <a:lnTo>
                    <a:pt x="1244147" y="308467"/>
                  </a:lnTo>
                  <a:lnTo>
                    <a:pt x="1246610" y="308472"/>
                  </a:lnTo>
                  <a:lnTo>
                    <a:pt x="1249074" y="308482"/>
                  </a:lnTo>
                  <a:lnTo>
                    <a:pt x="1251538" y="308497"/>
                  </a:lnTo>
                  <a:lnTo>
                    <a:pt x="1254001" y="308517"/>
                  </a:lnTo>
                  <a:lnTo>
                    <a:pt x="1256465" y="308541"/>
                  </a:lnTo>
                  <a:lnTo>
                    <a:pt x="1258929" y="308569"/>
                  </a:lnTo>
                  <a:lnTo>
                    <a:pt x="1258929" y="309431"/>
                  </a:lnTo>
                  <a:lnTo>
                    <a:pt x="1256465" y="309431"/>
                  </a:lnTo>
                  <a:lnTo>
                    <a:pt x="1254001" y="309431"/>
                  </a:lnTo>
                  <a:lnTo>
                    <a:pt x="1251538" y="309431"/>
                  </a:lnTo>
                  <a:lnTo>
                    <a:pt x="1249074" y="309431"/>
                  </a:lnTo>
                  <a:lnTo>
                    <a:pt x="1246610" y="309431"/>
                  </a:lnTo>
                  <a:lnTo>
                    <a:pt x="1244147" y="309431"/>
                  </a:lnTo>
                  <a:lnTo>
                    <a:pt x="1241683" y="309431"/>
                  </a:lnTo>
                  <a:lnTo>
                    <a:pt x="1239219" y="309431"/>
                  </a:lnTo>
                  <a:lnTo>
                    <a:pt x="1236756" y="309431"/>
                  </a:lnTo>
                  <a:lnTo>
                    <a:pt x="1234292" y="309431"/>
                  </a:lnTo>
                  <a:lnTo>
                    <a:pt x="1231828" y="309431"/>
                  </a:lnTo>
                  <a:lnTo>
                    <a:pt x="1229365" y="309431"/>
                  </a:lnTo>
                  <a:lnTo>
                    <a:pt x="1226901" y="309431"/>
                  </a:lnTo>
                  <a:lnTo>
                    <a:pt x="1224437" y="309431"/>
                  </a:lnTo>
                  <a:lnTo>
                    <a:pt x="1221974" y="309431"/>
                  </a:lnTo>
                  <a:lnTo>
                    <a:pt x="1219510" y="309431"/>
                  </a:lnTo>
                  <a:lnTo>
                    <a:pt x="1217046" y="309431"/>
                  </a:lnTo>
                  <a:lnTo>
                    <a:pt x="1214583" y="309431"/>
                  </a:lnTo>
                  <a:lnTo>
                    <a:pt x="1212119" y="309431"/>
                  </a:lnTo>
                  <a:lnTo>
                    <a:pt x="1209655" y="309431"/>
                  </a:lnTo>
                  <a:lnTo>
                    <a:pt x="1207192" y="309431"/>
                  </a:lnTo>
                  <a:lnTo>
                    <a:pt x="1204728" y="309431"/>
                  </a:lnTo>
                  <a:lnTo>
                    <a:pt x="1202264" y="309431"/>
                  </a:lnTo>
                  <a:lnTo>
                    <a:pt x="1199801" y="309431"/>
                  </a:lnTo>
                  <a:lnTo>
                    <a:pt x="1197337" y="309431"/>
                  </a:lnTo>
                  <a:lnTo>
                    <a:pt x="1194873" y="309431"/>
                  </a:lnTo>
                  <a:lnTo>
                    <a:pt x="1192410" y="309431"/>
                  </a:lnTo>
                  <a:lnTo>
                    <a:pt x="1189946" y="309431"/>
                  </a:lnTo>
                  <a:lnTo>
                    <a:pt x="1187482" y="309431"/>
                  </a:lnTo>
                  <a:lnTo>
                    <a:pt x="1185019" y="309431"/>
                  </a:lnTo>
                  <a:lnTo>
                    <a:pt x="1182555" y="309431"/>
                  </a:lnTo>
                  <a:lnTo>
                    <a:pt x="1180091" y="309431"/>
                  </a:lnTo>
                  <a:lnTo>
                    <a:pt x="1177628" y="309431"/>
                  </a:lnTo>
                  <a:lnTo>
                    <a:pt x="1175164" y="309431"/>
                  </a:lnTo>
                  <a:lnTo>
                    <a:pt x="1172701" y="309431"/>
                  </a:lnTo>
                  <a:lnTo>
                    <a:pt x="1170237" y="309431"/>
                  </a:lnTo>
                  <a:lnTo>
                    <a:pt x="1167773" y="309431"/>
                  </a:lnTo>
                  <a:lnTo>
                    <a:pt x="1165310" y="309431"/>
                  </a:lnTo>
                  <a:lnTo>
                    <a:pt x="1162846" y="309431"/>
                  </a:lnTo>
                  <a:lnTo>
                    <a:pt x="1160382" y="309431"/>
                  </a:lnTo>
                  <a:lnTo>
                    <a:pt x="1157919" y="309431"/>
                  </a:lnTo>
                  <a:lnTo>
                    <a:pt x="1155455" y="309431"/>
                  </a:lnTo>
                  <a:lnTo>
                    <a:pt x="1152991" y="309431"/>
                  </a:lnTo>
                  <a:lnTo>
                    <a:pt x="1150528" y="309431"/>
                  </a:lnTo>
                  <a:lnTo>
                    <a:pt x="1148064" y="309431"/>
                  </a:lnTo>
                  <a:lnTo>
                    <a:pt x="1145600" y="309431"/>
                  </a:lnTo>
                  <a:lnTo>
                    <a:pt x="1143137" y="309431"/>
                  </a:lnTo>
                  <a:lnTo>
                    <a:pt x="1140673" y="309431"/>
                  </a:lnTo>
                  <a:lnTo>
                    <a:pt x="1138209" y="309431"/>
                  </a:lnTo>
                  <a:lnTo>
                    <a:pt x="1135746" y="309431"/>
                  </a:lnTo>
                  <a:lnTo>
                    <a:pt x="1133282" y="309431"/>
                  </a:lnTo>
                  <a:lnTo>
                    <a:pt x="1130818" y="309431"/>
                  </a:lnTo>
                  <a:lnTo>
                    <a:pt x="1128355" y="309431"/>
                  </a:lnTo>
                  <a:lnTo>
                    <a:pt x="1125891" y="309431"/>
                  </a:lnTo>
                  <a:lnTo>
                    <a:pt x="1123427" y="309431"/>
                  </a:lnTo>
                  <a:lnTo>
                    <a:pt x="1120964" y="309431"/>
                  </a:lnTo>
                  <a:lnTo>
                    <a:pt x="1118500" y="309431"/>
                  </a:lnTo>
                  <a:lnTo>
                    <a:pt x="1116036" y="309431"/>
                  </a:lnTo>
                  <a:lnTo>
                    <a:pt x="1113573" y="309431"/>
                  </a:lnTo>
                  <a:lnTo>
                    <a:pt x="1111109" y="309431"/>
                  </a:lnTo>
                  <a:lnTo>
                    <a:pt x="1108645" y="309431"/>
                  </a:lnTo>
                  <a:lnTo>
                    <a:pt x="1106182" y="309431"/>
                  </a:lnTo>
                  <a:lnTo>
                    <a:pt x="1103718" y="309431"/>
                  </a:lnTo>
                  <a:lnTo>
                    <a:pt x="1101254" y="309431"/>
                  </a:lnTo>
                  <a:lnTo>
                    <a:pt x="1098791" y="309431"/>
                  </a:lnTo>
                  <a:lnTo>
                    <a:pt x="1096327" y="309431"/>
                  </a:lnTo>
                  <a:lnTo>
                    <a:pt x="1093863" y="309431"/>
                  </a:lnTo>
                  <a:lnTo>
                    <a:pt x="1091400" y="309431"/>
                  </a:lnTo>
                  <a:lnTo>
                    <a:pt x="1088936" y="309431"/>
                  </a:lnTo>
                  <a:lnTo>
                    <a:pt x="1086472" y="309431"/>
                  </a:lnTo>
                  <a:lnTo>
                    <a:pt x="1084009" y="309431"/>
                  </a:lnTo>
                  <a:lnTo>
                    <a:pt x="1081545" y="309431"/>
                  </a:lnTo>
                  <a:lnTo>
                    <a:pt x="1079082" y="309431"/>
                  </a:lnTo>
                  <a:lnTo>
                    <a:pt x="1076618" y="309431"/>
                  </a:lnTo>
                  <a:lnTo>
                    <a:pt x="1074154" y="309431"/>
                  </a:lnTo>
                  <a:lnTo>
                    <a:pt x="1071691" y="309431"/>
                  </a:lnTo>
                  <a:lnTo>
                    <a:pt x="1069227" y="309431"/>
                  </a:lnTo>
                  <a:lnTo>
                    <a:pt x="1066763" y="309431"/>
                  </a:lnTo>
                  <a:lnTo>
                    <a:pt x="1064300" y="309431"/>
                  </a:lnTo>
                  <a:lnTo>
                    <a:pt x="1061836" y="309431"/>
                  </a:lnTo>
                  <a:lnTo>
                    <a:pt x="1059372" y="309431"/>
                  </a:lnTo>
                  <a:lnTo>
                    <a:pt x="1056909" y="309431"/>
                  </a:lnTo>
                  <a:lnTo>
                    <a:pt x="1054445" y="309431"/>
                  </a:lnTo>
                  <a:lnTo>
                    <a:pt x="1051981" y="309431"/>
                  </a:lnTo>
                  <a:lnTo>
                    <a:pt x="1049518" y="309431"/>
                  </a:lnTo>
                  <a:lnTo>
                    <a:pt x="1047054" y="309431"/>
                  </a:lnTo>
                  <a:lnTo>
                    <a:pt x="1044590" y="309431"/>
                  </a:lnTo>
                  <a:lnTo>
                    <a:pt x="1042127" y="309431"/>
                  </a:lnTo>
                  <a:lnTo>
                    <a:pt x="1039663" y="309431"/>
                  </a:lnTo>
                  <a:lnTo>
                    <a:pt x="1037199" y="309431"/>
                  </a:lnTo>
                  <a:lnTo>
                    <a:pt x="1034736" y="309431"/>
                  </a:lnTo>
                  <a:lnTo>
                    <a:pt x="1032272" y="309431"/>
                  </a:lnTo>
                  <a:lnTo>
                    <a:pt x="1029808" y="309431"/>
                  </a:lnTo>
                  <a:lnTo>
                    <a:pt x="1027345" y="309431"/>
                  </a:lnTo>
                  <a:lnTo>
                    <a:pt x="1024881" y="309431"/>
                  </a:lnTo>
                  <a:lnTo>
                    <a:pt x="1022417" y="309431"/>
                  </a:lnTo>
                  <a:lnTo>
                    <a:pt x="1019954" y="309431"/>
                  </a:lnTo>
                  <a:lnTo>
                    <a:pt x="1017490" y="309431"/>
                  </a:lnTo>
                  <a:lnTo>
                    <a:pt x="1015026" y="309431"/>
                  </a:lnTo>
                  <a:lnTo>
                    <a:pt x="1012563" y="309431"/>
                  </a:lnTo>
                  <a:lnTo>
                    <a:pt x="1010099" y="309431"/>
                  </a:lnTo>
                  <a:lnTo>
                    <a:pt x="1007635" y="309431"/>
                  </a:lnTo>
                  <a:lnTo>
                    <a:pt x="1005172" y="309431"/>
                  </a:lnTo>
                  <a:lnTo>
                    <a:pt x="1002708" y="309431"/>
                  </a:lnTo>
                  <a:lnTo>
                    <a:pt x="1000244" y="309431"/>
                  </a:lnTo>
                  <a:lnTo>
                    <a:pt x="997781" y="309431"/>
                  </a:lnTo>
                  <a:lnTo>
                    <a:pt x="995317" y="309431"/>
                  </a:lnTo>
                  <a:lnTo>
                    <a:pt x="992853" y="309431"/>
                  </a:lnTo>
                  <a:lnTo>
                    <a:pt x="990390" y="309431"/>
                  </a:lnTo>
                  <a:lnTo>
                    <a:pt x="987926" y="309431"/>
                  </a:lnTo>
                  <a:lnTo>
                    <a:pt x="985463" y="309431"/>
                  </a:lnTo>
                  <a:lnTo>
                    <a:pt x="982999" y="309431"/>
                  </a:lnTo>
                  <a:lnTo>
                    <a:pt x="980535" y="309431"/>
                  </a:lnTo>
                  <a:lnTo>
                    <a:pt x="978072" y="309431"/>
                  </a:lnTo>
                  <a:lnTo>
                    <a:pt x="975608" y="309431"/>
                  </a:lnTo>
                  <a:lnTo>
                    <a:pt x="973144" y="309431"/>
                  </a:lnTo>
                  <a:lnTo>
                    <a:pt x="970681" y="309431"/>
                  </a:lnTo>
                  <a:lnTo>
                    <a:pt x="968217" y="309431"/>
                  </a:lnTo>
                  <a:lnTo>
                    <a:pt x="965753" y="309431"/>
                  </a:lnTo>
                  <a:lnTo>
                    <a:pt x="963290" y="309431"/>
                  </a:lnTo>
                  <a:lnTo>
                    <a:pt x="960826" y="309431"/>
                  </a:lnTo>
                  <a:lnTo>
                    <a:pt x="958362" y="309431"/>
                  </a:lnTo>
                  <a:lnTo>
                    <a:pt x="955899" y="309431"/>
                  </a:lnTo>
                  <a:lnTo>
                    <a:pt x="953435" y="309431"/>
                  </a:lnTo>
                  <a:lnTo>
                    <a:pt x="950971" y="309431"/>
                  </a:lnTo>
                  <a:lnTo>
                    <a:pt x="948508" y="309431"/>
                  </a:lnTo>
                  <a:lnTo>
                    <a:pt x="946044" y="309431"/>
                  </a:lnTo>
                  <a:lnTo>
                    <a:pt x="943580" y="309431"/>
                  </a:lnTo>
                  <a:lnTo>
                    <a:pt x="941117" y="309431"/>
                  </a:lnTo>
                  <a:lnTo>
                    <a:pt x="938653" y="309431"/>
                  </a:lnTo>
                  <a:lnTo>
                    <a:pt x="936189" y="309431"/>
                  </a:lnTo>
                  <a:lnTo>
                    <a:pt x="933726" y="309431"/>
                  </a:lnTo>
                  <a:lnTo>
                    <a:pt x="931262" y="309431"/>
                  </a:lnTo>
                  <a:lnTo>
                    <a:pt x="928798" y="309431"/>
                  </a:lnTo>
                  <a:lnTo>
                    <a:pt x="926335" y="309431"/>
                  </a:lnTo>
                  <a:lnTo>
                    <a:pt x="923871" y="309431"/>
                  </a:lnTo>
                  <a:lnTo>
                    <a:pt x="921407" y="309431"/>
                  </a:lnTo>
                  <a:lnTo>
                    <a:pt x="918944" y="309431"/>
                  </a:lnTo>
                  <a:lnTo>
                    <a:pt x="916480" y="309431"/>
                  </a:lnTo>
                  <a:lnTo>
                    <a:pt x="914016" y="309431"/>
                  </a:lnTo>
                  <a:lnTo>
                    <a:pt x="911553" y="309431"/>
                  </a:lnTo>
                  <a:lnTo>
                    <a:pt x="909089" y="309431"/>
                  </a:lnTo>
                  <a:lnTo>
                    <a:pt x="906625" y="309431"/>
                  </a:lnTo>
                  <a:lnTo>
                    <a:pt x="904162" y="309431"/>
                  </a:lnTo>
                  <a:lnTo>
                    <a:pt x="901698" y="309431"/>
                  </a:lnTo>
                  <a:lnTo>
                    <a:pt x="899235" y="309431"/>
                  </a:lnTo>
                  <a:lnTo>
                    <a:pt x="896771" y="309431"/>
                  </a:lnTo>
                  <a:lnTo>
                    <a:pt x="894307" y="309431"/>
                  </a:lnTo>
                  <a:lnTo>
                    <a:pt x="891844" y="309431"/>
                  </a:lnTo>
                  <a:lnTo>
                    <a:pt x="889380" y="309431"/>
                  </a:lnTo>
                  <a:lnTo>
                    <a:pt x="886916" y="309431"/>
                  </a:lnTo>
                  <a:lnTo>
                    <a:pt x="884453" y="309431"/>
                  </a:lnTo>
                  <a:lnTo>
                    <a:pt x="881989" y="309431"/>
                  </a:lnTo>
                  <a:lnTo>
                    <a:pt x="879525" y="309431"/>
                  </a:lnTo>
                  <a:lnTo>
                    <a:pt x="877062" y="309431"/>
                  </a:lnTo>
                  <a:lnTo>
                    <a:pt x="874598" y="309431"/>
                  </a:lnTo>
                  <a:lnTo>
                    <a:pt x="872134" y="309431"/>
                  </a:lnTo>
                  <a:lnTo>
                    <a:pt x="869671" y="309431"/>
                  </a:lnTo>
                  <a:lnTo>
                    <a:pt x="867207" y="309431"/>
                  </a:lnTo>
                  <a:lnTo>
                    <a:pt x="864743" y="309431"/>
                  </a:lnTo>
                  <a:lnTo>
                    <a:pt x="862280" y="309431"/>
                  </a:lnTo>
                  <a:lnTo>
                    <a:pt x="859816" y="309431"/>
                  </a:lnTo>
                  <a:lnTo>
                    <a:pt x="857352" y="309431"/>
                  </a:lnTo>
                  <a:lnTo>
                    <a:pt x="854889" y="309431"/>
                  </a:lnTo>
                  <a:lnTo>
                    <a:pt x="852425" y="309431"/>
                  </a:lnTo>
                  <a:lnTo>
                    <a:pt x="849961" y="309431"/>
                  </a:lnTo>
                  <a:lnTo>
                    <a:pt x="847498" y="309431"/>
                  </a:lnTo>
                  <a:lnTo>
                    <a:pt x="845034" y="309431"/>
                  </a:lnTo>
                  <a:lnTo>
                    <a:pt x="842570" y="309431"/>
                  </a:lnTo>
                  <a:lnTo>
                    <a:pt x="840107" y="309431"/>
                  </a:lnTo>
                  <a:lnTo>
                    <a:pt x="837643" y="309431"/>
                  </a:lnTo>
                  <a:lnTo>
                    <a:pt x="835179" y="309431"/>
                  </a:lnTo>
                  <a:lnTo>
                    <a:pt x="832716" y="309431"/>
                  </a:lnTo>
                  <a:lnTo>
                    <a:pt x="830252" y="309431"/>
                  </a:lnTo>
                  <a:lnTo>
                    <a:pt x="827788" y="309431"/>
                  </a:lnTo>
                  <a:lnTo>
                    <a:pt x="825325" y="309431"/>
                  </a:lnTo>
                  <a:lnTo>
                    <a:pt x="822861" y="309431"/>
                  </a:lnTo>
                  <a:lnTo>
                    <a:pt x="820397" y="309431"/>
                  </a:lnTo>
                  <a:lnTo>
                    <a:pt x="817934" y="309431"/>
                  </a:lnTo>
                  <a:lnTo>
                    <a:pt x="815470" y="309431"/>
                  </a:lnTo>
                  <a:lnTo>
                    <a:pt x="813006" y="309431"/>
                  </a:lnTo>
                  <a:lnTo>
                    <a:pt x="810543" y="309431"/>
                  </a:lnTo>
                  <a:lnTo>
                    <a:pt x="808079" y="309431"/>
                  </a:lnTo>
                  <a:lnTo>
                    <a:pt x="805616" y="309431"/>
                  </a:lnTo>
                  <a:lnTo>
                    <a:pt x="803152" y="309431"/>
                  </a:lnTo>
                  <a:lnTo>
                    <a:pt x="800688" y="309431"/>
                  </a:lnTo>
                  <a:lnTo>
                    <a:pt x="798225" y="309431"/>
                  </a:lnTo>
                  <a:lnTo>
                    <a:pt x="795761" y="309431"/>
                  </a:lnTo>
                  <a:lnTo>
                    <a:pt x="793297" y="309431"/>
                  </a:lnTo>
                  <a:lnTo>
                    <a:pt x="790834" y="309431"/>
                  </a:lnTo>
                  <a:lnTo>
                    <a:pt x="788370" y="309431"/>
                  </a:lnTo>
                  <a:lnTo>
                    <a:pt x="785906" y="309431"/>
                  </a:lnTo>
                  <a:lnTo>
                    <a:pt x="783443" y="309431"/>
                  </a:lnTo>
                  <a:lnTo>
                    <a:pt x="780979" y="309431"/>
                  </a:lnTo>
                  <a:lnTo>
                    <a:pt x="778515" y="309431"/>
                  </a:lnTo>
                  <a:lnTo>
                    <a:pt x="776052" y="309431"/>
                  </a:lnTo>
                  <a:lnTo>
                    <a:pt x="773588" y="309431"/>
                  </a:lnTo>
                  <a:lnTo>
                    <a:pt x="771124" y="309431"/>
                  </a:lnTo>
                  <a:lnTo>
                    <a:pt x="768661" y="309431"/>
                  </a:lnTo>
                  <a:lnTo>
                    <a:pt x="766197" y="309431"/>
                  </a:lnTo>
                  <a:lnTo>
                    <a:pt x="763733" y="309431"/>
                  </a:lnTo>
                  <a:lnTo>
                    <a:pt x="761270" y="309431"/>
                  </a:lnTo>
                  <a:lnTo>
                    <a:pt x="758806" y="309431"/>
                  </a:lnTo>
                  <a:lnTo>
                    <a:pt x="756342" y="309431"/>
                  </a:lnTo>
                  <a:lnTo>
                    <a:pt x="753879" y="309431"/>
                  </a:lnTo>
                  <a:lnTo>
                    <a:pt x="751415" y="309431"/>
                  </a:lnTo>
                  <a:lnTo>
                    <a:pt x="748951" y="309431"/>
                  </a:lnTo>
                  <a:lnTo>
                    <a:pt x="746488" y="309431"/>
                  </a:lnTo>
                  <a:lnTo>
                    <a:pt x="744024" y="309431"/>
                  </a:lnTo>
                  <a:lnTo>
                    <a:pt x="741560" y="309431"/>
                  </a:lnTo>
                  <a:lnTo>
                    <a:pt x="739097" y="309431"/>
                  </a:lnTo>
                  <a:lnTo>
                    <a:pt x="736633" y="309431"/>
                  </a:lnTo>
                  <a:lnTo>
                    <a:pt x="734169" y="309431"/>
                  </a:lnTo>
                  <a:lnTo>
                    <a:pt x="731706" y="309431"/>
                  </a:lnTo>
                  <a:lnTo>
                    <a:pt x="729242" y="309431"/>
                  </a:lnTo>
                  <a:lnTo>
                    <a:pt x="726778" y="309431"/>
                  </a:lnTo>
                  <a:lnTo>
                    <a:pt x="724315" y="309431"/>
                  </a:lnTo>
                  <a:lnTo>
                    <a:pt x="721851" y="309431"/>
                  </a:lnTo>
                  <a:lnTo>
                    <a:pt x="719388" y="309431"/>
                  </a:lnTo>
                  <a:lnTo>
                    <a:pt x="716924" y="309431"/>
                  </a:lnTo>
                  <a:lnTo>
                    <a:pt x="714460" y="309431"/>
                  </a:lnTo>
                  <a:lnTo>
                    <a:pt x="711997" y="309431"/>
                  </a:lnTo>
                  <a:lnTo>
                    <a:pt x="709533" y="309431"/>
                  </a:lnTo>
                  <a:lnTo>
                    <a:pt x="707069" y="309431"/>
                  </a:lnTo>
                  <a:lnTo>
                    <a:pt x="704606" y="309431"/>
                  </a:lnTo>
                  <a:lnTo>
                    <a:pt x="702142" y="309431"/>
                  </a:lnTo>
                  <a:lnTo>
                    <a:pt x="699678" y="309431"/>
                  </a:lnTo>
                  <a:lnTo>
                    <a:pt x="697215" y="309431"/>
                  </a:lnTo>
                  <a:lnTo>
                    <a:pt x="694751" y="309431"/>
                  </a:lnTo>
                  <a:lnTo>
                    <a:pt x="692287" y="309431"/>
                  </a:lnTo>
                  <a:lnTo>
                    <a:pt x="689824" y="309431"/>
                  </a:lnTo>
                  <a:lnTo>
                    <a:pt x="687360" y="309431"/>
                  </a:lnTo>
                  <a:lnTo>
                    <a:pt x="684896" y="309431"/>
                  </a:lnTo>
                  <a:lnTo>
                    <a:pt x="682433" y="309431"/>
                  </a:lnTo>
                  <a:lnTo>
                    <a:pt x="679969" y="309431"/>
                  </a:lnTo>
                  <a:lnTo>
                    <a:pt x="677505" y="309431"/>
                  </a:lnTo>
                  <a:lnTo>
                    <a:pt x="675042" y="309431"/>
                  </a:lnTo>
                  <a:lnTo>
                    <a:pt x="672578" y="309431"/>
                  </a:lnTo>
                  <a:lnTo>
                    <a:pt x="670114" y="309431"/>
                  </a:lnTo>
                  <a:lnTo>
                    <a:pt x="667651" y="309431"/>
                  </a:lnTo>
                  <a:lnTo>
                    <a:pt x="665187" y="309431"/>
                  </a:lnTo>
                  <a:lnTo>
                    <a:pt x="662723" y="309431"/>
                  </a:lnTo>
                  <a:lnTo>
                    <a:pt x="660260" y="309431"/>
                  </a:lnTo>
                  <a:lnTo>
                    <a:pt x="657796" y="309431"/>
                  </a:lnTo>
                  <a:lnTo>
                    <a:pt x="655332" y="309431"/>
                  </a:lnTo>
                  <a:lnTo>
                    <a:pt x="652869" y="309431"/>
                  </a:lnTo>
                  <a:lnTo>
                    <a:pt x="650405" y="309431"/>
                  </a:lnTo>
                  <a:lnTo>
                    <a:pt x="647941" y="309431"/>
                  </a:lnTo>
                  <a:lnTo>
                    <a:pt x="645478" y="309431"/>
                  </a:lnTo>
                  <a:lnTo>
                    <a:pt x="643014" y="309431"/>
                  </a:lnTo>
                  <a:lnTo>
                    <a:pt x="640550" y="309431"/>
                  </a:lnTo>
                  <a:lnTo>
                    <a:pt x="638087" y="309431"/>
                  </a:lnTo>
                  <a:lnTo>
                    <a:pt x="635623" y="309431"/>
                  </a:lnTo>
                  <a:lnTo>
                    <a:pt x="633159" y="309431"/>
                  </a:lnTo>
                  <a:lnTo>
                    <a:pt x="630696" y="309431"/>
                  </a:lnTo>
                  <a:lnTo>
                    <a:pt x="628232" y="309431"/>
                  </a:lnTo>
                  <a:lnTo>
                    <a:pt x="625769" y="309431"/>
                  </a:lnTo>
                  <a:lnTo>
                    <a:pt x="623305" y="309431"/>
                  </a:lnTo>
                  <a:lnTo>
                    <a:pt x="620841" y="309431"/>
                  </a:lnTo>
                  <a:lnTo>
                    <a:pt x="618378" y="309431"/>
                  </a:lnTo>
                  <a:lnTo>
                    <a:pt x="615914" y="309431"/>
                  </a:lnTo>
                  <a:lnTo>
                    <a:pt x="613450" y="309431"/>
                  </a:lnTo>
                  <a:lnTo>
                    <a:pt x="610987" y="309431"/>
                  </a:lnTo>
                  <a:lnTo>
                    <a:pt x="608523" y="309431"/>
                  </a:lnTo>
                  <a:lnTo>
                    <a:pt x="606059" y="309431"/>
                  </a:lnTo>
                  <a:lnTo>
                    <a:pt x="603596" y="309431"/>
                  </a:lnTo>
                  <a:lnTo>
                    <a:pt x="601132" y="309431"/>
                  </a:lnTo>
                  <a:lnTo>
                    <a:pt x="598668" y="309431"/>
                  </a:lnTo>
                  <a:lnTo>
                    <a:pt x="596205" y="309431"/>
                  </a:lnTo>
                  <a:lnTo>
                    <a:pt x="593741" y="309431"/>
                  </a:lnTo>
                  <a:lnTo>
                    <a:pt x="591277" y="309431"/>
                  </a:lnTo>
                  <a:lnTo>
                    <a:pt x="588814" y="309431"/>
                  </a:lnTo>
                  <a:lnTo>
                    <a:pt x="586350" y="309431"/>
                  </a:lnTo>
                  <a:lnTo>
                    <a:pt x="583886" y="309431"/>
                  </a:lnTo>
                  <a:lnTo>
                    <a:pt x="581423" y="309431"/>
                  </a:lnTo>
                  <a:lnTo>
                    <a:pt x="578959" y="309431"/>
                  </a:lnTo>
                  <a:lnTo>
                    <a:pt x="576495" y="309431"/>
                  </a:lnTo>
                  <a:lnTo>
                    <a:pt x="574032" y="309431"/>
                  </a:lnTo>
                  <a:lnTo>
                    <a:pt x="571568" y="309431"/>
                  </a:lnTo>
                  <a:lnTo>
                    <a:pt x="569104" y="309431"/>
                  </a:lnTo>
                  <a:lnTo>
                    <a:pt x="566641" y="309431"/>
                  </a:lnTo>
                  <a:lnTo>
                    <a:pt x="564177" y="309431"/>
                  </a:lnTo>
                  <a:lnTo>
                    <a:pt x="561713" y="309431"/>
                  </a:lnTo>
                  <a:lnTo>
                    <a:pt x="559250" y="309431"/>
                  </a:lnTo>
                  <a:lnTo>
                    <a:pt x="556786" y="309431"/>
                  </a:lnTo>
                  <a:lnTo>
                    <a:pt x="554322" y="309431"/>
                  </a:lnTo>
                  <a:lnTo>
                    <a:pt x="551859" y="309431"/>
                  </a:lnTo>
                  <a:lnTo>
                    <a:pt x="549395" y="309431"/>
                  </a:lnTo>
                  <a:lnTo>
                    <a:pt x="546931" y="309431"/>
                  </a:lnTo>
                  <a:lnTo>
                    <a:pt x="544468" y="309431"/>
                  </a:lnTo>
                  <a:lnTo>
                    <a:pt x="542004" y="309431"/>
                  </a:lnTo>
                  <a:lnTo>
                    <a:pt x="539541" y="309431"/>
                  </a:lnTo>
                  <a:lnTo>
                    <a:pt x="537077" y="309431"/>
                  </a:lnTo>
                  <a:lnTo>
                    <a:pt x="534613" y="309431"/>
                  </a:lnTo>
                  <a:lnTo>
                    <a:pt x="532150" y="309431"/>
                  </a:lnTo>
                  <a:lnTo>
                    <a:pt x="529686" y="309431"/>
                  </a:lnTo>
                  <a:lnTo>
                    <a:pt x="527222" y="309431"/>
                  </a:lnTo>
                  <a:lnTo>
                    <a:pt x="524759" y="309431"/>
                  </a:lnTo>
                  <a:lnTo>
                    <a:pt x="522295" y="309431"/>
                  </a:lnTo>
                  <a:lnTo>
                    <a:pt x="519831" y="309431"/>
                  </a:lnTo>
                  <a:lnTo>
                    <a:pt x="517368" y="309431"/>
                  </a:lnTo>
                  <a:lnTo>
                    <a:pt x="514904" y="309431"/>
                  </a:lnTo>
                  <a:lnTo>
                    <a:pt x="512440" y="309431"/>
                  </a:lnTo>
                  <a:lnTo>
                    <a:pt x="509977" y="309431"/>
                  </a:lnTo>
                  <a:lnTo>
                    <a:pt x="507513" y="309431"/>
                  </a:lnTo>
                  <a:lnTo>
                    <a:pt x="505049" y="309431"/>
                  </a:lnTo>
                  <a:lnTo>
                    <a:pt x="502586" y="309431"/>
                  </a:lnTo>
                  <a:lnTo>
                    <a:pt x="500122" y="309431"/>
                  </a:lnTo>
                  <a:lnTo>
                    <a:pt x="497658" y="309431"/>
                  </a:lnTo>
                  <a:lnTo>
                    <a:pt x="495195" y="309431"/>
                  </a:lnTo>
                  <a:lnTo>
                    <a:pt x="492731" y="309431"/>
                  </a:lnTo>
                  <a:lnTo>
                    <a:pt x="490267" y="309431"/>
                  </a:lnTo>
                  <a:lnTo>
                    <a:pt x="487804" y="309431"/>
                  </a:lnTo>
                  <a:lnTo>
                    <a:pt x="485340" y="309431"/>
                  </a:lnTo>
                  <a:lnTo>
                    <a:pt x="482876" y="309431"/>
                  </a:lnTo>
                  <a:lnTo>
                    <a:pt x="480413" y="309431"/>
                  </a:lnTo>
                  <a:lnTo>
                    <a:pt x="477949" y="309431"/>
                  </a:lnTo>
                  <a:lnTo>
                    <a:pt x="475485" y="309431"/>
                  </a:lnTo>
                  <a:lnTo>
                    <a:pt x="473022" y="309431"/>
                  </a:lnTo>
                  <a:lnTo>
                    <a:pt x="470558" y="309431"/>
                  </a:lnTo>
                  <a:lnTo>
                    <a:pt x="468094" y="309431"/>
                  </a:lnTo>
                  <a:lnTo>
                    <a:pt x="465631" y="309431"/>
                  </a:lnTo>
                  <a:lnTo>
                    <a:pt x="463167" y="309431"/>
                  </a:lnTo>
                  <a:lnTo>
                    <a:pt x="460703" y="309431"/>
                  </a:lnTo>
                  <a:lnTo>
                    <a:pt x="458240" y="309431"/>
                  </a:lnTo>
                  <a:lnTo>
                    <a:pt x="455776" y="309431"/>
                  </a:lnTo>
                  <a:lnTo>
                    <a:pt x="453312" y="309431"/>
                  </a:lnTo>
                  <a:lnTo>
                    <a:pt x="450849" y="309431"/>
                  </a:lnTo>
                  <a:lnTo>
                    <a:pt x="448385" y="309431"/>
                  </a:lnTo>
                  <a:lnTo>
                    <a:pt x="445922" y="309431"/>
                  </a:lnTo>
                  <a:lnTo>
                    <a:pt x="443458" y="309431"/>
                  </a:lnTo>
                  <a:lnTo>
                    <a:pt x="440994" y="309431"/>
                  </a:lnTo>
                  <a:lnTo>
                    <a:pt x="438531" y="309431"/>
                  </a:lnTo>
                  <a:lnTo>
                    <a:pt x="436067" y="309431"/>
                  </a:lnTo>
                  <a:lnTo>
                    <a:pt x="433603" y="309431"/>
                  </a:lnTo>
                  <a:lnTo>
                    <a:pt x="431140" y="309431"/>
                  </a:lnTo>
                  <a:lnTo>
                    <a:pt x="428676" y="309431"/>
                  </a:lnTo>
                  <a:lnTo>
                    <a:pt x="426212" y="309431"/>
                  </a:lnTo>
                  <a:lnTo>
                    <a:pt x="423749" y="309431"/>
                  </a:lnTo>
                  <a:lnTo>
                    <a:pt x="421285" y="309431"/>
                  </a:lnTo>
                  <a:lnTo>
                    <a:pt x="418821" y="309431"/>
                  </a:lnTo>
                  <a:lnTo>
                    <a:pt x="416358" y="309431"/>
                  </a:lnTo>
                  <a:lnTo>
                    <a:pt x="413894" y="309431"/>
                  </a:lnTo>
                  <a:lnTo>
                    <a:pt x="411430" y="309431"/>
                  </a:lnTo>
                  <a:lnTo>
                    <a:pt x="408967" y="309431"/>
                  </a:lnTo>
                  <a:lnTo>
                    <a:pt x="406503" y="309431"/>
                  </a:lnTo>
                  <a:lnTo>
                    <a:pt x="404039" y="309431"/>
                  </a:lnTo>
                  <a:lnTo>
                    <a:pt x="401576" y="309431"/>
                  </a:lnTo>
                  <a:lnTo>
                    <a:pt x="399112" y="309431"/>
                  </a:lnTo>
                  <a:lnTo>
                    <a:pt x="396648" y="309431"/>
                  </a:lnTo>
                  <a:lnTo>
                    <a:pt x="394185" y="309431"/>
                  </a:lnTo>
                  <a:lnTo>
                    <a:pt x="391721" y="309431"/>
                  </a:lnTo>
                  <a:lnTo>
                    <a:pt x="389257" y="309431"/>
                  </a:lnTo>
                  <a:lnTo>
                    <a:pt x="386794" y="309431"/>
                  </a:lnTo>
                  <a:lnTo>
                    <a:pt x="384330" y="309431"/>
                  </a:lnTo>
                  <a:lnTo>
                    <a:pt x="381866" y="309431"/>
                  </a:lnTo>
                  <a:lnTo>
                    <a:pt x="379403" y="309431"/>
                  </a:lnTo>
                  <a:lnTo>
                    <a:pt x="376939" y="309431"/>
                  </a:lnTo>
                  <a:lnTo>
                    <a:pt x="374475" y="309431"/>
                  </a:lnTo>
                  <a:lnTo>
                    <a:pt x="372012" y="309431"/>
                  </a:lnTo>
                  <a:lnTo>
                    <a:pt x="369548" y="309431"/>
                  </a:lnTo>
                  <a:lnTo>
                    <a:pt x="367084" y="309431"/>
                  </a:lnTo>
                  <a:lnTo>
                    <a:pt x="364621" y="309431"/>
                  </a:lnTo>
                  <a:lnTo>
                    <a:pt x="362157" y="309431"/>
                  </a:lnTo>
                  <a:lnTo>
                    <a:pt x="359694" y="309431"/>
                  </a:lnTo>
                  <a:lnTo>
                    <a:pt x="357230" y="309431"/>
                  </a:lnTo>
                  <a:lnTo>
                    <a:pt x="354766" y="309431"/>
                  </a:lnTo>
                  <a:lnTo>
                    <a:pt x="352303" y="309431"/>
                  </a:lnTo>
                  <a:lnTo>
                    <a:pt x="349839" y="309431"/>
                  </a:lnTo>
                  <a:lnTo>
                    <a:pt x="347375" y="309431"/>
                  </a:lnTo>
                  <a:lnTo>
                    <a:pt x="344912" y="309431"/>
                  </a:lnTo>
                  <a:lnTo>
                    <a:pt x="342448" y="309431"/>
                  </a:lnTo>
                  <a:lnTo>
                    <a:pt x="339984" y="309431"/>
                  </a:lnTo>
                  <a:lnTo>
                    <a:pt x="337521" y="309431"/>
                  </a:lnTo>
                  <a:lnTo>
                    <a:pt x="335057" y="309431"/>
                  </a:lnTo>
                  <a:lnTo>
                    <a:pt x="332593" y="309431"/>
                  </a:lnTo>
                  <a:lnTo>
                    <a:pt x="330130" y="309431"/>
                  </a:lnTo>
                  <a:lnTo>
                    <a:pt x="327666" y="309431"/>
                  </a:lnTo>
                  <a:lnTo>
                    <a:pt x="325202" y="309431"/>
                  </a:lnTo>
                  <a:lnTo>
                    <a:pt x="322739" y="309431"/>
                  </a:lnTo>
                  <a:lnTo>
                    <a:pt x="320275" y="309431"/>
                  </a:lnTo>
                  <a:lnTo>
                    <a:pt x="317811" y="309431"/>
                  </a:lnTo>
                  <a:lnTo>
                    <a:pt x="315348" y="309431"/>
                  </a:lnTo>
                  <a:lnTo>
                    <a:pt x="312884" y="309431"/>
                  </a:lnTo>
                  <a:lnTo>
                    <a:pt x="310420" y="309431"/>
                  </a:lnTo>
                  <a:lnTo>
                    <a:pt x="307957" y="309431"/>
                  </a:lnTo>
                  <a:lnTo>
                    <a:pt x="305493" y="309431"/>
                  </a:lnTo>
                  <a:lnTo>
                    <a:pt x="303029" y="309431"/>
                  </a:lnTo>
                  <a:lnTo>
                    <a:pt x="300566" y="309431"/>
                  </a:lnTo>
                  <a:lnTo>
                    <a:pt x="298102" y="309431"/>
                  </a:lnTo>
                  <a:lnTo>
                    <a:pt x="295638" y="309431"/>
                  </a:lnTo>
                  <a:lnTo>
                    <a:pt x="293175" y="309431"/>
                  </a:lnTo>
                  <a:lnTo>
                    <a:pt x="290711" y="309431"/>
                  </a:lnTo>
                  <a:lnTo>
                    <a:pt x="288247" y="309431"/>
                  </a:lnTo>
                  <a:lnTo>
                    <a:pt x="285784" y="309431"/>
                  </a:lnTo>
                  <a:lnTo>
                    <a:pt x="283320" y="309431"/>
                  </a:lnTo>
                  <a:lnTo>
                    <a:pt x="280856" y="309431"/>
                  </a:lnTo>
                  <a:lnTo>
                    <a:pt x="278393" y="309431"/>
                  </a:lnTo>
                  <a:lnTo>
                    <a:pt x="275929" y="309431"/>
                  </a:lnTo>
                  <a:lnTo>
                    <a:pt x="273465" y="309431"/>
                  </a:lnTo>
                  <a:lnTo>
                    <a:pt x="271002" y="309431"/>
                  </a:lnTo>
                  <a:lnTo>
                    <a:pt x="268538" y="309431"/>
                  </a:lnTo>
                  <a:lnTo>
                    <a:pt x="266075" y="309431"/>
                  </a:lnTo>
                  <a:lnTo>
                    <a:pt x="263611" y="309431"/>
                  </a:lnTo>
                  <a:lnTo>
                    <a:pt x="261147" y="309431"/>
                  </a:lnTo>
                  <a:lnTo>
                    <a:pt x="258684" y="309431"/>
                  </a:lnTo>
                  <a:lnTo>
                    <a:pt x="256220" y="309431"/>
                  </a:lnTo>
                  <a:lnTo>
                    <a:pt x="253756" y="309431"/>
                  </a:lnTo>
                  <a:lnTo>
                    <a:pt x="251293" y="309431"/>
                  </a:lnTo>
                  <a:lnTo>
                    <a:pt x="248829" y="309431"/>
                  </a:lnTo>
                  <a:lnTo>
                    <a:pt x="246365" y="309431"/>
                  </a:lnTo>
                  <a:lnTo>
                    <a:pt x="243902" y="309431"/>
                  </a:lnTo>
                  <a:lnTo>
                    <a:pt x="241438" y="309431"/>
                  </a:lnTo>
                  <a:lnTo>
                    <a:pt x="238974" y="309431"/>
                  </a:lnTo>
                  <a:lnTo>
                    <a:pt x="236511" y="309431"/>
                  </a:lnTo>
                  <a:lnTo>
                    <a:pt x="234047" y="309431"/>
                  </a:lnTo>
                  <a:lnTo>
                    <a:pt x="231583" y="309431"/>
                  </a:lnTo>
                  <a:lnTo>
                    <a:pt x="229120" y="309431"/>
                  </a:lnTo>
                  <a:lnTo>
                    <a:pt x="226656" y="309431"/>
                  </a:lnTo>
                  <a:lnTo>
                    <a:pt x="224192" y="309431"/>
                  </a:lnTo>
                  <a:lnTo>
                    <a:pt x="221729" y="309431"/>
                  </a:lnTo>
                  <a:lnTo>
                    <a:pt x="219265" y="309431"/>
                  </a:lnTo>
                  <a:lnTo>
                    <a:pt x="216801" y="309431"/>
                  </a:lnTo>
                  <a:lnTo>
                    <a:pt x="214338" y="309431"/>
                  </a:lnTo>
                  <a:lnTo>
                    <a:pt x="211874" y="309431"/>
                  </a:lnTo>
                  <a:lnTo>
                    <a:pt x="209410" y="309431"/>
                  </a:lnTo>
                  <a:lnTo>
                    <a:pt x="206947" y="309431"/>
                  </a:lnTo>
                  <a:lnTo>
                    <a:pt x="204483" y="309431"/>
                  </a:lnTo>
                  <a:lnTo>
                    <a:pt x="202019" y="309431"/>
                  </a:lnTo>
                  <a:lnTo>
                    <a:pt x="199556" y="309431"/>
                  </a:lnTo>
                  <a:lnTo>
                    <a:pt x="197092" y="309431"/>
                  </a:lnTo>
                  <a:lnTo>
                    <a:pt x="194628" y="309431"/>
                  </a:lnTo>
                  <a:lnTo>
                    <a:pt x="192165" y="309431"/>
                  </a:lnTo>
                  <a:lnTo>
                    <a:pt x="189701" y="309431"/>
                  </a:lnTo>
                  <a:lnTo>
                    <a:pt x="187237" y="309431"/>
                  </a:lnTo>
                  <a:lnTo>
                    <a:pt x="184774" y="309431"/>
                  </a:lnTo>
                  <a:lnTo>
                    <a:pt x="182310" y="309431"/>
                  </a:lnTo>
                  <a:lnTo>
                    <a:pt x="179847" y="309431"/>
                  </a:lnTo>
                  <a:lnTo>
                    <a:pt x="177383" y="309431"/>
                  </a:lnTo>
                  <a:lnTo>
                    <a:pt x="174919" y="309431"/>
                  </a:lnTo>
                  <a:lnTo>
                    <a:pt x="172456" y="309431"/>
                  </a:lnTo>
                  <a:lnTo>
                    <a:pt x="169992" y="309431"/>
                  </a:lnTo>
                  <a:lnTo>
                    <a:pt x="167528" y="309431"/>
                  </a:lnTo>
                  <a:lnTo>
                    <a:pt x="165065" y="309431"/>
                  </a:lnTo>
                  <a:lnTo>
                    <a:pt x="162601" y="309431"/>
                  </a:lnTo>
                  <a:lnTo>
                    <a:pt x="160137" y="309431"/>
                  </a:lnTo>
                  <a:lnTo>
                    <a:pt x="157674" y="309431"/>
                  </a:lnTo>
                  <a:lnTo>
                    <a:pt x="155210" y="309431"/>
                  </a:lnTo>
                  <a:lnTo>
                    <a:pt x="152746" y="309431"/>
                  </a:lnTo>
                  <a:lnTo>
                    <a:pt x="150283" y="309431"/>
                  </a:lnTo>
                  <a:lnTo>
                    <a:pt x="147819" y="309431"/>
                  </a:lnTo>
                  <a:lnTo>
                    <a:pt x="145355" y="309431"/>
                  </a:lnTo>
                  <a:lnTo>
                    <a:pt x="142892" y="309431"/>
                  </a:lnTo>
                  <a:lnTo>
                    <a:pt x="140428" y="309431"/>
                  </a:lnTo>
                  <a:lnTo>
                    <a:pt x="137964" y="309431"/>
                  </a:lnTo>
                  <a:lnTo>
                    <a:pt x="135501" y="309431"/>
                  </a:lnTo>
                  <a:lnTo>
                    <a:pt x="133037" y="309431"/>
                  </a:lnTo>
                  <a:lnTo>
                    <a:pt x="130573" y="309431"/>
                  </a:lnTo>
                  <a:lnTo>
                    <a:pt x="128110" y="309431"/>
                  </a:lnTo>
                  <a:lnTo>
                    <a:pt x="125646" y="309431"/>
                  </a:lnTo>
                  <a:lnTo>
                    <a:pt x="123182" y="309431"/>
                  </a:lnTo>
                  <a:lnTo>
                    <a:pt x="120719" y="309431"/>
                  </a:lnTo>
                  <a:lnTo>
                    <a:pt x="118255" y="309431"/>
                  </a:lnTo>
                  <a:lnTo>
                    <a:pt x="115791" y="309431"/>
                  </a:lnTo>
                  <a:lnTo>
                    <a:pt x="113328" y="309431"/>
                  </a:lnTo>
                  <a:lnTo>
                    <a:pt x="110864" y="309431"/>
                  </a:lnTo>
                  <a:lnTo>
                    <a:pt x="108400" y="309431"/>
                  </a:lnTo>
                  <a:lnTo>
                    <a:pt x="105937" y="309431"/>
                  </a:lnTo>
                  <a:lnTo>
                    <a:pt x="103473" y="309431"/>
                  </a:lnTo>
                  <a:lnTo>
                    <a:pt x="101009" y="309431"/>
                  </a:lnTo>
                  <a:lnTo>
                    <a:pt x="98546" y="309431"/>
                  </a:lnTo>
                  <a:lnTo>
                    <a:pt x="96082" y="309431"/>
                  </a:lnTo>
                  <a:lnTo>
                    <a:pt x="93618" y="309431"/>
                  </a:lnTo>
                  <a:lnTo>
                    <a:pt x="91155" y="309431"/>
                  </a:lnTo>
                  <a:lnTo>
                    <a:pt x="88691" y="309431"/>
                  </a:lnTo>
                  <a:lnTo>
                    <a:pt x="86228" y="309431"/>
                  </a:lnTo>
                  <a:lnTo>
                    <a:pt x="83764" y="309431"/>
                  </a:lnTo>
                  <a:lnTo>
                    <a:pt x="81300" y="309431"/>
                  </a:lnTo>
                  <a:lnTo>
                    <a:pt x="78837" y="309431"/>
                  </a:lnTo>
                  <a:lnTo>
                    <a:pt x="76373" y="309431"/>
                  </a:lnTo>
                  <a:lnTo>
                    <a:pt x="73909" y="309431"/>
                  </a:lnTo>
                  <a:lnTo>
                    <a:pt x="71446" y="309431"/>
                  </a:lnTo>
                  <a:lnTo>
                    <a:pt x="68982" y="309431"/>
                  </a:lnTo>
                  <a:lnTo>
                    <a:pt x="66518" y="309431"/>
                  </a:lnTo>
                  <a:lnTo>
                    <a:pt x="64055" y="309431"/>
                  </a:lnTo>
                  <a:lnTo>
                    <a:pt x="61591" y="309431"/>
                  </a:lnTo>
                  <a:lnTo>
                    <a:pt x="59127" y="309431"/>
                  </a:lnTo>
                  <a:lnTo>
                    <a:pt x="56664" y="309431"/>
                  </a:lnTo>
                  <a:lnTo>
                    <a:pt x="54200" y="309431"/>
                  </a:lnTo>
                  <a:lnTo>
                    <a:pt x="51736" y="309431"/>
                  </a:lnTo>
                  <a:lnTo>
                    <a:pt x="49273" y="309431"/>
                  </a:lnTo>
                  <a:lnTo>
                    <a:pt x="46809" y="309431"/>
                  </a:lnTo>
                  <a:lnTo>
                    <a:pt x="44345" y="309431"/>
                  </a:lnTo>
                  <a:lnTo>
                    <a:pt x="41882" y="309431"/>
                  </a:lnTo>
                  <a:lnTo>
                    <a:pt x="39418" y="309431"/>
                  </a:lnTo>
                  <a:lnTo>
                    <a:pt x="36954" y="309431"/>
                  </a:lnTo>
                  <a:lnTo>
                    <a:pt x="34491" y="309431"/>
                  </a:lnTo>
                  <a:lnTo>
                    <a:pt x="32027" y="309431"/>
                  </a:lnTo>
                  <a:lnTo>
                    <a:pt x="29563" y="309431"/>
                  </a:lnTo>
                  <a:lnTo>
                    <a:pt x="27100" y="309431"/>
                  </a:lnTo>
                  <a:lnTo>
                    <a:pt x="24636" y="309431"/>
                  </a:lnTo>
                  <a:lnTo>
                    <a:pt x="22172" y="309431"/>
                  </a:lnTo>
                  <a:lnTo>
                    <a:pt x="19709" y="309431"/>
                  </a:lnTo>
                  <a:lnTo>
                    <a:pt x="17245" y="309431"/>
                  </a:lnTo>
                  <a:lnTo>
                    <a:pt x="14781" y="309431"/>
                  </a:lnTo>
                  <a:lnTo>
                    <a:pt x="12318" y="309431"/>
                  </a:lnTo>
                  <a:lnTo>
                    <a:pt x="9854" y="309431"/>
                  </a:lnTo>
                  <a:lnTo>
                    <a:pt x="7390" y="309431"/>
                  </a:lnTo>
                  <a:lnTo>
                    <a:pt x="4927" y="309431"/>
                  </a:lnTo>
                  <a:lnTo>
                    <a:pt x="2463" y="30943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7005616" y="3830410"/>
              <a:ext cx="1258929" cy="309431"/>
            </a:xfrm>
            <a:custGeom>
              <a:avLst/>
              <a:pathLst>
                <a:path w="1258929" h="309431">
                  <a:moveTo>
                    <a:pt x="0" y="309423"/>
                  </a:moveTo>
                  <a:lnTo>
                    <a:pt x="2463" y="309421"/>
                  </a:lnTo>
                  <a:lnTo>
                    <a:pt x="4927" y="309418"/>
                  </a:lnTo>
                  <a:lnTo>
                    <a:pt x="7390" y="309414"/>
                  </a:lnTo>
                  <a:lnTo>
                    <a:pt x="9854" y="309409"/>
                  </a:lnTo>
                  <a:lnTo>
                    <a:pt x="12318" y="309403"/>
                  </a:lnTo>
                  <a:lnTo>
                    <a:pt x="14781" y="309395"/>
                  </a:lnTo>
                  <a:lnTo>
                    <a:pt x="17245" y="309386"/>
                  </a:lnTo>
                  <a:lnTo>
                    <a:pt x="19709" y="309374"/>
                  </a:lnTo>
                  <a:lnTo>
                    <a:pt x="22172" y="309360"/>
                  </a:lnTo>
                  <a:lnTo>
                    <a:pt x="24636" y="309343"/>
                  </a:lnTo>
                  <a:lnTo>
                    <a:pt x="27100" y="309322"/>
                  </a:lnTo>
                  <a:lnTo>
                    <a:pt x="29563" y="309296"/>
                  </a:lnTo>
                  <a:lnTo>
                    <a:pt x="32027" y="309266"/>
                  </a:lnTo>
                  <a:lnTo>
                    <a:pt x="34491" y="309230"/>
                  </a:lnTo>
                  <a:lnTo>
                    <a:pt x="36954" y="309188"/>
                  </a:lnTo>
                  <a:lnTo>
                    <a:pt x="39418" y="309140"/>
                  </a:lnTo>
                  <a:lnTo>
                    <a:pt x="41882" y="309081"/>
                  </a:lnTo>
                  <a:lnTo>
                    <a:pt x="44345" y="309013"/>
                  </a:lnTo>
                  <a:lnTo>
                    <a:pt x="46809" y="308936"/>
                  </a:lnTo>
                  <a:lnTo>
                    <a:pt x="49273" y="308848"/>
                  </a:lnTo>
                  <a:lnTo>
                    <a:pt x="51736" y="308748"/>
                  </a:lnTo>
                  <a:lnTo>
                    <a:pt x="54200" y="308634"/>
                  </a:lnTo>
                  <a:lnTo>
                    <a:pt x="56664" y="308505"/>
                  </a:lnTo>
                  <a:lnTo>
                    <a:pt x="59127" y="308360"/>
                  </a:lnTo>
                  <a:lnTo>
                    <a:pt x="61591" y="308201"/>
                  </a:lnTo>
                  <a:lnTo>
                    <a:pt x="64055" y="308025"/>
                  </a:lnTo>
                  <a:lnTo>
                    <a:pt x="66518" y="307833"/>
                  </a:lnTo>
                  <a:lnTo>
                    <a:pt x="68982" y="307621"/>
                  </a:lnTo>
                  <a:lnTo>
                    <a:pt x="71446" y="307391"/>
                  </a:lnTo>
                  <a:lnTo>
                    <a:pt x="73909" y="307143"/>
                  </a:lnTo>
                  <a:lnTo>
                    <a:pt x="76373" y="306879"/>
                  </a:lnTo>
                  <a:lnTo>
                    <a:pt x="78837" y="306598"/>
                  </a:lnTo>
                  <a:lnTo>
                    <a:pt x="81300" y="306302"/>
                  </a:lnTo>
                  <a:lnTo>
                    <a:pt x="83764" y="305987"/>
                  </a:lnTo>
                  <a:lnTo>
                    <a:pt x="86228" y="305659"/>
                  </a:lnTo>
                  <a:lnTo>
                    <a:pt x="88691" y="305320"/>
                  </a:lnTo>
                  <a:lnTo>
                    <a:pt x="91155" y="304970"/>
                  </a:lnTo>
                  <a:lnTo>
                    <a:pt x="93618" y="304612"/>
                  </a:lnTo>
                  <a:lnTo>
                    <a:pt x="96082" y="304247"/>
                  </a:lnTo>
                  <a:lnTo>
                    <a:pt x="98546" y="303877"/>
                  </a:lnTo>
                  <a:lnTo>
                    <a:pt x="101009" y="303506"/>
                  </a:lnTo>
                  <a:lnTo>
                    <a:pt x="103473" y="303134"/>
                  </a:lnTo>
                  <a:lnTo>
                    <a:pt x="105937" y="302765"/>
                  </a:lnTo>
                  <a:lnTo>
                    <a:pt x="108400" y="302399"/>
                  </a:lnTo>
                  <a:lnTo>
                    <a:pt x="110864" y="302041"/>
                  </a:lnTo>
                  <a:lnTo>
                    <a:pt x="113328" y="301691"/>
                  </a:lnTo>
                  <a:lnTo>
                    <a:pt x="115791" y="301351"/>
                  </a:lnTo>
                  <a:lnTo>
                    <a:pt x="118255" y="301021"/>
                  </a:lnTo>
                  <a:lnTo>
                    <a:pt x="120719" y="300703"/>
                  </a:lnTo>
                  <a:lnTo>
                    <a:pt x="123182" y="300397"/>
                  </a:lnTo>
                  <a:lnTo>
                    <a:pt x="125646" y="300106"/>
                  </a:lnTo>
                  <a:lnTo>
                    <a:pt x="128110" y="299829"/>
                  </a:lnTo>
                  <a:lnTo>
                    <a:pt x="130573" y="299564"/>
                  </a:lnTo>
                  <a:lnTo>
                    <a:pt x="133037" y="299312"/>
                  </a:lnTo>
                  <a:lnTo>
                    <a:pt x="135501" y="299072"/>
                  </a:lnTo>
                  <a:lnTo>
                    <a:pt x="137964" y="298843"/>
                  </a:lnTo>
                  <a:lnTo>
                    <a:pt x="140428" y="298628"/>
                  </a:lnTo>
                  <a:lnTo>
                    <a:pt x="142892" y="298423"/>
                  </a:lnTo>
                  <a:lnTo>
                    <a:pt x="145355" y="298228"/>
                  </a:lnTo>
                  <a:lnTo>
                    <a:pt x="147819" y="298041"/>
                  </a:lnTo>
                  <a:lnTo>
                    <a:pt x="150283" y="297863"/>
                  </a:lnTo>
                  <a:lnTo>
                    <a:pt x="152746" y="297694"/>
                  </a:lnTo>
                  <a:lnTo>
                    <a:pt x="155210" y="297533"/>
                  </a:lnTo>
                  <a:lnTo>
                    <a:pt x="157674" y="297381"/>
                  </a:lnTo>
                  <a:lnTo>
                    <a:pt x="160137" y="297237"/>
                  </a:lnTo>
                  <a:lnTo>
                    <a:pt x="162601" y="297102"/>
                  </a:lnTo>
                  <a:lnTo>
                    <a:pt x="165065" y="296976"/>
                  </a:lnTo>
                  <a:lnTo>
                    <a:pt x="167528" y="296863"/>
                  </a:lnTo>
                  <a:lnTo>
                    <a:pt x="169992" y="296762"/>
                  </a:lnTo>
                  <a:lnTo>
                    <a:pt x="172456" y="296675"/>
                  </a:lnTo>
                  <a:lnTo>
                    <a:pt x="174919" y="296602"/>
                  </a:lnTo>
                  <a:lnTo>
                    <a:pt x="177383" y="296544"/>
                  </a:lnTo>
                  <a:lnTo>
                    <a:pt x="179847" y="296504"/>
                  </a:lnTo>
                  <a:lnTo>
                    <a:pt x="182310" y="296487"/>
                  </a:lnTo>
                  <a:lnTo>
                    <a:pt x="184774" y="296491"/>
                  </a:lnTo>
                  <a:lnTo>
                    <a:pt x="187237" y="296517"/>
                  </a:lnTo>
                  <a:lnTo>
                    <a:pt x="189701" y="296566"/>
                  </a:lnTo>
                  <a:lnTo>
                    <a:pt x="192165" y="296639"/>
                  </a:lnTo>
                  <a:lnTo>
                    <a:pt x="194628" y="296739"/>
                  </a:lnTo>
                  <a:lnTo>
                    <a:pt x="197092" y="296869"/>
                  </a:lnTo>
                  <a:lnTo>
                    <a:pt x="199556" y="297025"/>
                  </a:lnTo>
                  <a:lnTo>
                    <a:pt x="202019" y="297208"/>
                  </a:lnTo>
                  <a:lnTo>
                    <a:pt x="204483" y="297417"/>
                  </a:lnTo>
                  <a:lnTo>
                    <a:pt x="206947" y="297651"/>
                  </a:lnTo>
                  <a:lnTo>
                    <a:pt x="209410" y="297914"/>
                  </a:lnTo>
                  <a:lnTo>
                    <a:pt x="211874" y="298204"/>
                  </a:lnTo>
                  <a:lnTo>
                    <a:pt x="214338" y="298515"/>
                  </a:lnTo>
                  <a:lnTo>
                    <a:pt x="216801" y="298847"/>
                  </a:lnTo>
                  <a:lnTo>
                    <a:pt x="219265" y="299199"/>
                  </a:lnTo>
                  <a:lnTo>
                    <a:pt x="221729" y="299567"/>
                  </a:lnTo>
                  <a:lnTo>
                    <a:pt x="224192" y="299954"/>
                  </a:lnTo>
                  <a:lnTo>
                    <a:pt x="226656" y="300352"/>
                  </a:lnTo>
                  <a:lnTo>
                    <a:pt x="229120" y="300758"/>
                  </a:lnTo>
                  <a:lnTo>
                    <a:pt x="231583" y="301171"/>
                  </a:lnTo>
                  <a:lnTo>
                    <a:pt x="234047" y="301588"/>
                  </a:lnTo>
                  <a:lnTo>
                    <a:pt x="236511" y="302005"/>
                  </a:lnTo>
                  <a:lnTo>
                    <a:pt x="238974" y="302419"/>
                  </a:lnTo>
                  <a:lnTo>
                    <a:pt x="241438" y="302827"/>
                  </a:lnTo>
                  <a:lnTo>
                    <a:pt x="243902" y="303226"/>
                  </a:lnTo>
                  <a:lnTo>
                    <a:pt x="246365" y="303613"/>
                  </a:lnTo>
                  <a:lnTo>
                    <a:pt x="248829" y="303987"/>
                  </a:lnTo>
                  <a:lnTo>
                    <a:pt x="251293" y="304343"/>
                  </a:lnTo>
                  <a:lnTo>
                    <a:pt x="253756" y="304677"/>
                  </a:lnTo>
                  <a:lnTo>
                    <a:pt x="256220" y="304990"/>
                  </a:lnTo>
                  <a:lnTo>
                    <a:pt x="258684" y="305281"/>
                  </a:lnTo>
                  <a:lnTo>
                    <a:pt x="261147" y="305549"/>
                  </a:lnTo>
                  <a:lnTo>
                    <a:pt x="263611" y="305792"/>
                  </a:lnTo>
                  <a:lnTo>
                    <a:pt x="266075" y="306004"/>
                  </a:lnTo>
                  <a:lnTo>
                    <a:pt x="268538" y="306189"/>
                  </a:lnTo>
                  <a:lnTo>
                    <a:pt x="271002" y="306348"/>
                  </a:lnTo>
                  <a:lnTo>
                    <a:pt x="273465" y="306481"/>
                  </a:lnTo>
                  <a:lnTo>
                    <a:pt x="275929" y="306589"/>
                  </a:lnTo>
                  <a:lnTo>
                    <a:pt x="278393" y="306672"/>
                  </a:lnTo>
                  <a:lnTo>
                    <a:pt x="280856" y="306726"/>
                  </a:lnTo>
                  <a:lnTo>
                    <a:pt x="283320" y="306758"/>
                  </a:lnTo>
                  <a:lnTo>
                    <a:pt x="285784" y="306770"/>
                  </a:lnTo>
                  <a:lnTo>
                    <a:pt x="288247" y="306763"/>
                  </a:lnTo>
                  <a:lnTo>
                    <a:pt x="290711" y="306738"/>
                  </a:lnTo>
                  <a:lnTo>
                    <a:pt x="293175" y="306696"/>
                  </a:lnTo>
                  <a:lnTo>
                    <a:pt x="295638" y="306639"/>
                  </a:lnTo>
                  <a:lnTo>
                    <a:pt x="298102" y="306570"/>
                  </a:lnTo>
                  <a:lnTo>
                    <a:pt x="300566" y="306493"/>
                  </a:lnTo>
                  <a:lnTo>
                    <a:pt x="303029" y="306407"/>
                  </a:lnTo>
                  <a:lnTo>
                    <a:pt x="305493" y="306315"/>
                  </a:lnTo>
                  <a:lnTo>
                    <a:pt x="307957" y="306218"/>
                  </a:lnTo>
                  <a:lnTo>
                    <a:pt x="310420" y="306118"/>
                  </a:lnTo>
                  <a:lnTo>
                    <a:pt x="312884" y="306017"/>
                  </a:lnTo>
                  <a:lnTo>
                    <a:pt x="315348" y="305916"/>
                  </a:lnTo>
                  <a:lnTo>
                    <a:pt x="317811" y="305816"/>
                  </a:lnTo>
                  <a:lnTo>
                    <a:pt x="320275" y="305716"/>
                  </a:lnTo>
                  <a:lnTo>
                    <a:pt x="322739" y="305620"/>
                  </a:lnTo>
                  <a:lnTo>
                    <a:pt x="325202" y="305525"/>
                  </a:lnTo>
                  <a:lnTo>
                    <a:pt x="327666" y="305433"/>
                  </a:lnTo>
                  <a:lnTo>
                    <a:pt x="330130" y="305343"/>
                  </a:lnTo>
                  <a:lnTo>
                    <a:pt x="332593" y="305255"/>
                  </a:lnTo>
                  <a:lnTo>
                    <a:pt x="335057" y="305169"/>
                  </a:lnTo>
                  <a:lnTo>
                    <a:pt x="337521" y="305083"/>
                  </a:lnTo>
                  <a:lnTo>
                    <a:pt x="339984" y="304997"/>
                  </a:lnTo>
                  <a:lnTo>
                    <a:pt x="342448" y="304910"/>
                  </a:lnTo>
                  <a:lnTo>
                    <a:pt x="344912" y="304820"/>
                  </a:lnTo>
                  <a:lnTo>
                    <a:pt x="347375" y="304727"/>
                  </a:lnTo>
                  <a:lnTo>
                    <a:pt x="349839" y="304629"/>
                  </a:lnTo>
                  <a:lnTo>
                    <a:pt x="352303" y="304524"/>
                  </a:lnTo>
                  <a:lnTo>
                    <a:pt x="354766" y="304411"/>
                  </a:lnTo>
                  <a:lnTo>
                    <a:pt x="357230" y="304290"/>
                  </a:lnTo>
                  <a:lnTo>
                    <a:pt x="359694" y="304158"/>
                  </a:lnTo>
                  <a:lnTo>
                    <a:pt x="362157" y="304015"/>
                  </a:lnTo>
                  <a:lnTo>
                    <a:pt x="364621" y="303857"/>
                  </a:lnTo>
                  <a:lnTo>
                    <a:pt x="367084" y="303684"/>
                  </a:lnTo>
                  <a:lnTo>
                    <a:pt x="369548" y="303495"/>
                  </a:lnTo>
                  <a:lnTo>
                    <a:pt x="372012" y="303290"/>
                  </a:lnTo>
                  <a:lnTo>
                    <a:pt x="374475" y="303067"/>
                  </a:lnTo>
                  <a:lnTo>
                    <a:pt x="376939" y="302824"/>
                  </a:lnTo>
                  <a:lnTo>
                    <a:pt x="379403" y="302556"/>
                  </a:lnTo>
                  <a:lnTo>
                    <a:pt x="381866" y="302266"/>
                  </a:lnTo>
                  <a:lnTo>
                    <a:pt x="384330" y="301953"/>
                  </a:lnTo>
                  <a:lnTo>
                    <a:pt x="386794" y="301616"/>
                  </a:lnTo>
                  <a:lnTo>
                    <a:pt x="389257" y="301254"/>
                  </a:lnTo>
                  <a:lnTo>
                    <a:pt x="391721" y="300862"/>
                  </a:lnTo>
                  <a:lnTo>
                    <a:pt x="394185" y="300437"/>
                  </a:lnTo>
                  <a:lnTo>
                    <a:pt x="396648" y="299982"/>
                  </a:lnTo>
                  <a:lnTo>
                    <a:pt x="399112" y="299496"/>
                  </a:lnTo>
                  <a:lnTo>
                    <a:pt x="401576" y="298977"/>
                  </a:lnTo>
                  <a:lnTo>
                    <a:pt x="404039" y="298425"/>
                  </a:lnTo>
                  <a:lnTo>
                    <a:pt x="406503" y="297829"/>
                  </a:lnTo>
                  <a:lnTo>
                    <a:pt x="408967" y="297193"/>
                  </a:lnTo>
                  <a:lnTo>
                    <a:pt x="411430" y="296518"/>
                  </a:lnTo>
                  <a:lnTo>
                    <a:pt x="413894" y="295802"/>
                  </a:lnTo>
                  <a:lnTo>
                    <a:pt x="416358" y="295044"/>
                  </a:lnTo>
                  <a:lnTo>
                    <a:pt x="418821" y="294242"/>
                  </a:lnTo>
                  <a:lnTo>
                    <a:pt x="421285" y="293383"/>
                  </a:lnTo>
                  <a:lnTo>
                    <a:pt x="423749" y="292477"/>
                  </a:lnTo>
                  <a:lnTo>
                    <a:pt x="426212" y="291524"/>
                  </a:lnTo>
                  <a:lnTo>
                    <a:pt x="428676" y="290521"/>
                  </a:lnTo>
                  <a:lnTo>
                    <a:pt x="431140" y="289468"/>
                  </a:lnTo>
                  <a:lnTo>
                    <a:pt x="433603" y="288360"/>
                  </a:lnTo>
                  <a:lnTo>
                    <a:pt x="436067" y="287190"/>
                  </a:lnTo>
                  <a:lnTo>
                    <a:pt x="438531" y="285967"/>
                  </a:lnTo>
                  <a:lnTo>
                    <a:pt x="440994" y="284690"/>
                  </a:lnTo>
                  <a:lnTo>
                    <a:pt x="443458" y="283360"/>
                  </a:lnTo>
                  <a:lnTo>
                    <a:pt x="445922" y="281974"/>
                  </a:lnTo>
                  <a:lnTo>
                    <a:pt x="448385" y="280525"/>
                  </a:lnTo>
                  <a:lnTo>
                    <a:pt x="450849" y="279015"/>
                  </a:lnTo>
                  <a:lnTo>
                    <a:pt x="453312" y="277449"/>
                  </a:lnTo>
                  <a:lnTo>
                    <a:pt x="455776" y="275827"/>
                  </a:lnTo>
                  <a:lnTo>
                    <a:pt x="458240" y="274150"/>
                  </a:lnTo>
                  <a:lnTo>
                    <a:pt x="460703" y="272418"/>
                  </a:lnTo>
                  <a:lnTo>
                    <a:pt x="463167" y="270615"/>
                  </a:lnTo>
                  <a:lnTo>
                    <a:pt x="465631" y="268756"/>
                  </a:lnTo>
                  <a:lnTo>
                    <a:pt x="468094" y="266841"/>
                  </a:lnTo>
                  <a:lnTo>
                    <a:pt x="470558" y="264871"/>
                  </a:lnTo>
                  <a:lnTo>
                    <a:pt x="473022" y="262845"/>
                  </a:lnTo>
                  <a:lnTo>
                    <a:pt x="475485" y="260761"/>
                  </a:lnTo>
                  <a:lnTo>
                    <a:pt x="477949" y="258610"/>
                  </a:lnTo>
                  <a:lnTo>
                    <a:pt x="480413" y="256404"/>
                  </a:lnTo>
                  <a:lnTo>
                    <a:pt x="482876" y="254143"/>
                  </a:lnTo>
                  <a:lnTo>
                    <a:pt x="485340" y="251828"/>
                  </a:lnTo>
                  <a:lnTo>
                    <a:pt x="487804" y="249458"/>
                  </a:lnTo>
                  <a:lnTo>
                    <a:pt x="490267" y="247026"/>
                  </a:lnTo>
                  <a:lnTo>
                    <a:pt x="492731" y="244533"/>
                  </a:lnTo>
                  <a:lnTo>
                    <a:pt x="495195" y="241984"/>
                  </a:lnTo>
                  <a:lnTo>
                    <a:pt x="497658" y="239380"/>
                  </a:lnTo>
                  <a:lnTo>
                    <a:pt x="500122" y="236720"/>
                  </a:lnTo>
                  <a:lnTo>
                    <a:pt x="502586" y="234004"/>
                  </a:lnTo>
                  <a:lnTo>
                    <a:pt x="505049" y="231216"/>
                  </a:lnTo>
                  <a:lnTo>
                    <a:pt x="507513" y="228366"/>
                  </a:lnTo>
                  <a:lnTo>
                    <a:pt x="509977" y="225454"/>
                  </a:lnTo>
                  <a:lnTo>
                    <a:pt x="512440" y="222478"/>
                  </a:lnTo>
                  <a:lnTo>
                    <a:pt x="514904" y="219436"/>
                  </a:lnTo>
                  <a:lnTo>
                    <a:pt x="517368" y="216321"/>
                  </a:lnTo>
                  <a:lnTo>
                    <a:pt x="519831" y="213114"/>
                  </a:lnTo>
                  <a:lnTo>
                    <a:pt x="522295" y="209828"/>
                  </a:lnTo>
                  <a:lnTo>
                    <a:pt x="524759" y="206457"/>
                  </a:lnTo>
                  <a:lnTo>
                    <a:pt x="527222" y="202998"/>
                  </a:lnTo>
                  <a:lnTo>
                    <a:pt x="529686" y="199445"/>
                  </a:lnTo>
                  <a:lnTo>
                    <a:pt x="532150" y="195781"/>
                  </a:lnTo>
                  <a:lnTo>
                    <a:pt x="534613" y="191994"/>
                  </a:lnTo>
                  <a:lnTo>
                    <a:pt x="537077" y="188094"/>
                  </a:lnTo>
                  <a:lnTo>
                    <a:pt x="539541" y="184076"/>
                  </a:lnTo>
                  <a:lnTo>
                    <a:pt x="542004" y="179935"/>
                  </a:lnTo>
                  <a:lnTo>
                    <a:pt x="544468" y="175668"/>
                  </a:lnTo>
                  <a:lnTo>
                    <a:pt x="546931" y="171242"/>
                  </a:lnTo>
                  <a:lnTo>
                    <a:pt x="549395" y="166670"/>
                  </a:lnTo>
                  <a:lnTo>
                    <a:pt x="551859" y="161960"/>
                  </a:lnTo>
                  <a:lnTo>
                    <a:pt x="554322" y="157112"/>
                  </a:lnTo>
                  <a:lnTo>
                    <a:pt x="556786" y="152125"/>
                  </a:lnTo>
                  <a:lnTo>
                    <a:pt x="559250" y="147000"/>
                  </a:lnTo>
                  <a:lnTo>
                    <a:pt x="561713" y="141706"/>
                  </a:lnTo>
                  <a:lnTo>
                    <a:pt x="564177" y="136285"/>
                  </a:lnTo>
                  <a:lnTo>
                    <a:pt x="566641" y="130744"/>
                  </a:lnTo>
                  <a:lnTo>
                    <a:pt x="569104" y="125090"/>
                  </a:lnTo>
                  <a:lnTo>
                    <a:pt x="571568" y="119333"/>
                  </a:lnTo>
                  <a:lnTo>
                    <a:pt x="574032" y="113477"/>
                  </a:lnTo>
                  <a:lnTo>
                    <a:pt x="576495" y="107533"/>
                  </a:lnTo>
                  <a:lnTo>
                    <a:pt x="578959" y="101533"/>
                  </a:lnTo>
                  <a:lnTo>
                    <a:pt x="581423" y="95493"/>
                  </a:lnTo>
                  <a:lnTo>
                    <a:pt x="583886" y="89430"/>
                  </a:lnTo>
                  <a:lnTo>
                    <a:pt x="586350" y="83363"/>
                  </a:lnTo>
                  <a:lnTo>
                    <a:pt x="588814" y="77318"/>
                  </a:lnTo>
                  <a:lnTo>
                    <a:pt x="591277" y="71325"/>
                  </a:lnTo>
                  <a:lnTo>
                    <a:pt x="593741" y="65403"/>
                  </a:lnTo>
                  <a:lnTo>
                    <a:pt x="596205" y="59575"/>
                  </a:lnTo>
                  <a:lnTo>
                    <a:pt x="598668" y="53864"/>
                  </a:lnTo>
                  <a:lnTo>
                    <a:pt x="601132" y="48291"/>
                  </a:lnTo>
                  <a:lnTo>
                    <a:pt x="603596" y="42928"/>
                  </a:lnTo>
                  <a:lnTo>
                    <a:pt x="606059" y="37771"/>
                  </a:lnTo>
                  <a:lnTo>
                    <a:pt x="608523" y="32837"/>
                  </a:lnTo>
                  <a:lnTo>
                    <a:pt x="610987" y="28149"/>
                  </a:lnTo>
                  <a:lnTo>
                    <a:pt x="613450" y="23727"/>
                  </a:lnTo>
                  <a:lnTo>
                    <a:pt x="615914" y="19611"/>
                  </a:lnTo>
                  <a:lnTo>
                    <a:pt x="618378" y="15879"/>
                  </a:lnTo>
                  <a:lnTo>
                    <a:pt x="620841" y="12488"/>
                  </a:lnTo>
                  <a:lnTo>
                    <a:pt x="623305" y="9455"/>
                  </a:lnTo>
                  <a:lnTo>
                    <a:pt x="625769" y="6795"/>
                  </a:lnTo>
                  <a:lnTo>
                    <a:pt x="628232" y="4524"/>
                  </a:lnTo>
                  <a:lnTo>
                    <a:pt x="630696" y="2713"/>
                  </a:lnTo>
                  <a:lnTo>
                    <a:pt x="633159" y="1379"/>
                  </a:lnTo>
                  <a:lnTo>
                    <a:pt x="635623" y="478"/>
                  </a:lnTo>
                  <a:lnTo>
                    <a:pt x="638087" y="16"/>
                  </a:lnTo>
                  <a:lnTo>
                    <a:pt x="640550" y="0"/>
                  </a:lnTo>
                  <a:lnTo>
                    <a:pt x="643014" y="434"/>
                  </a:lnTo>
                  <a:lnTo>
                    <a:pt x="645478" y="1420"/>
                  </a:lnTo>
                  <a:lnTo>
                    <a:pt x="647941" y="2884"/>
                  </a:lnTo>
                  <a:lnTo>
                    <a:pt x="650405" y="4800"/>
                  </a:lnTo>
                  <a:lnTo>
                    <a:pt x="652869" y="7162"/>
                  </a:lnTo>
                  <a:lnTo>
                    <a:pt x="655332" y="9966"/>
                  </a:lnTo>
                  <a:lnTo>
                    <a:pt x="657796" y="13212"/>
                  </a:lnTo>
                  <a:lnTo>
                    <a:pt x="660260" y="16980"/>
                  </a:lnTo>
                  <a:lnTo>
                    <a:pt x="662723" y="21150"/>
                  </a:lnTo>
                  <a:lnTo>
                    <a:pt x="665187" y="25706"/>
                  </a:lnTo>
                  <a:lnTo>
                    <a:pt x="667651" y="30632"/>
                  </a:lnTo>
                  <a:lnTo>
                    <a:pt x="670114" y="35910"/>
                  </a:lnTo>
                  <a:lnTo>
                    <a:pt x="672578" y="41552"/>
                  </a:lnTo>
                  <a:lnTo>
                    <a:pt x="675042" y="47542"/>
                  </a:lnTo>
                  <a:lnTo>
                    <a:pt x="677505" y="53804"/>
                  </a:lnTo>
                  <a:lnTo>
                    <a:pt x="679969" y="60312"/>
                  </a:lnTo>
                  <a:lnTo>
                    <a:pt x="682433" y="67042"/>
                  </a:lnTo>
                  <a:lnTo>
                    <a:pt x="684896" y="73966"/>
                  </a:lnTo>
                  <a:lnTo>
                    <a:pt x="687360" y="81083"/>
                  </a:lnTo>
                  <a:lnTo>
                    <a:pt x="689824" y="88336"/>
                  </a:lnTo>
                  <a:lnTo>
                    <a:pt x="692287" y="95684"/>
                  </a:lnTo>
                  <a:lnTo>
                    <a:pt x="694751" y="103101"/>
                  </a:lnTo>
                  <a:lnTo>
                    <a:pt x="697215" y="110562"/>
                  </a:lnTo>
                  <a:lnTo>
                    <a:pt x="699678" y="118039"/>
                  </a:lnTo>
                  <a:lnTo>
                    <a:pt x="702142" y="125497"/>
                  </a:lnTo>
                  <a:lnTo>
                    <a:pt x="704606" y="132909"/>
                  </a:lnTo>
                  <a:lnTo>
                    <a:pt x="707069" y="140252"/>
                  </a:lnTo>
                  <a:lnTo>
                    <a:pt x="709533" y="147509"/>
                  </a:lnTo>
                  <a:lnTo>
                    <a:pt x="711997" y="154660"/>
                  </a:lnTo>
                  <a:lnTo>
                    <a:pt x="714460" y="161678"/>
                  </a:lnTo>
                  <a:lnTo>
                    <a:pt x="716924" y="168524"/>
                  </a:lnTo>
                  <a:lnTo>
                    <a:pt x="719388" y="175212"/>
                  </a:lnTo>
                  <a:lnTo>
                    <a:pt x="721851" y="181732"/>
                  </a:lnTo>
                  <a:lnTo>
                    <a:pt x="724315" y="188076"/>
                  </a:lnTo>
                  <a:lnTo>
                    <a:pt x="726778" y="194235"/>
                  </a:lnTo>
                  <a:lnTo>
                    <a:pt x="729242" y="200175"/>
                  </a:lnTo>
                  <a:lnTo>
                    <a:pt x="731706" y="205898"/>
                  </a:lnTo>
                  <a:lnTo>
                    <a:pt x="734169" y="211426"/>
                  </a:lnTo>
                  <a:lnTo>
                    <a:pt x="736633" y="216756"/>
                  </a:lnTo>
                  <a:lnTo>
                    <a:pt x="739097" y="221891"/>
                  </a:lnTo>
                  <a:lnTo>
                    <a:pt x="741560" y="226831"/>
                  </a:lnTo>
                  <a:lnTo>
                    <a:pt x="744024" y="231533"/>
                  </a:lnTo>
                  <a:lnTo>
                    <a:pt x="746488" y="236042"/>
                  </a:lnTo>
                  <a:lnTo>
                    <a:pt x="748951" y="240367"/>
                  </a:lnTo>
                  <a:lnTo>
                    <a:pt x="751415" y="244511"/>
                  </a:lnTo>
                  <a:lnTo>
                    <a:pt x="753879" y="248480"/>
                  </a:lnTo>
                  <a:lnTo>
                    <a:pt x="756342" y="252268"/>
                  </a:lnTo>
                  <a:lnTo>
                    <a:pt x="758806" y="255854"/>
                  </a:lnTo>
                  <a:lnTo>
                    <a:pt x="761270" y="259280"/>
                  </a:lnTo>
                  <a:lnTo>
                    <a:pt x="763733" y="262549"/>
                  </a:lnTo>
                  <a:lnTo>
                    <a:pt x="766197" y="265667"/>
                  </a:lnTo>
                  <a:lnTo>
                    <a:pt x="768661" y="268636"/>
                  </a:lnTo>
                  <a:lnTo>
                    <a:pt x="771124" y="271444"/>
                  </a:lnTo>
                  <a:lnTo>
                    <a:pt x="773588" y="274094"/>
                  </a:lnTo>
                  <a:lnTo>
                    <a:pt x="776052" y="276610"/>
                  </a:lnTo>
                  <a:lnTo>
                    <a:pt x="778515" y="278997"/>
                  </a:lnTo>
                  <a:lnTo>
                    <a:pt x="780979" y="281257"/>
                  </a:lnTo>
                  <a:lnTo>
                    <a:pt x="783443" y="283394"/>
                  </a:lnTo>
                  <a:lnTo>
                    <a:pt x="785906" y="285388"/>
                  </a:lnTo>
                  <a:lnTo>
                    <a:pt x="788370" y="287261"/>
                  </a:lnTo>
                  <a:lnTo>
                    <a:pt x="790834" y="289025"/>
                  </a:lnTo>
                  <a:lnTo>
                    <a:pt x="793297" y="290683"/>
                  </a:lnTo>
                  <a:lnTo>
                    <a:pt x="795761" y="292239"/>
                  </a:lnTo>
                  <a:lnTo>
                    <a:pt x="798225" y="293695"/>
                  </a:lnTo>
                  <a:lnTo>
                    <a:pt x="800688" y="295033"/>
                  </a:lnTo>
                  <a:lnTo>
                    <a:pt x="803152" y="296283"/>
                  </a:lnTo>
                  <a:lnTo>
                    <a:pt x="805616" y="297448"/>
                  </a:lnTo>
                  <a:lnTo>
                    <a:pt x="808079" y="298531"/>
                  </a:lnTo>
                  <a:lnTo>
                    <a:pt x="810543" y="299538"/>
                  </a:lnTo>
                  <a:lnTo>
                    <a:pt x="813006" y="300464"/>
                  </a:lnTo>
                  <a:lnTo>
                    <a:pt x="815470" y="301310"/>
                  </a:lnTo>
                  <a:lnTo>
                    <a:pt x="817934" y="302092"/>
                  </a:lnTo>
                  <a:lnTo>
                    <a:pt x="820397" y="302813"/>
                  </a:lnTo>
                  <a:lnTo>
                    <a:pt x="822861" y="303477"/>
                  </a:lnTo>
                  <a:lnTo>
                    <a:pt x="825325" y="304088"/>
                  </a:lnTo>
                  <a:lnTo>
                    <a:pt x="827788" y="304639"/>
                  </a:lnTo>
                  <a:lnTo>
                    <a:pt x="830252" y="305139"/>
                  </a:lnTo>
                  <a:lnTo>
                    <a:pt x="832716" y="305597"/>
                  </a:lnTo>
                  <a:lnTo>
                    <a:pt x="835179" y="306015"/>
                  </a:lnTo>
                  <a:lnTo>
                    <a:pt x="837643" y="306394"/>
                  </a:lnTo>
                  <a:lnTo>
                    <a:pt x="840107" y="306739"/>
                  </a:lnTo>
                  <a:lnTo>
                    <a:pt x="842570" y="307042"/>
                  </a:lnTo>
                  <a:lnTo>
                    <a:pt x="845034" y="307316"/>
                  </a:lnTo>
                  <a:lnTo>
                    <a:pt x="847498" y="307562"/>
                  </a:lnTo>
                  <a:lnTo>
                    <a:pt x="849961" y="307783"/>
                  </a:lnTo>
                  <a:lnTo>
                    <a:pt x="852425" y="307979"/>
                  </a:lnTo>
                  <a:lnTo>
                    <a:pt x="854889" y="308152"/>
                  </a:lnTo>
                  <a:lnTo>
                    <a:pt x="857352" y="308300"/>
                  </a:lnTo>
                  <a:lnTo>
                    <a:pt x="859816" y="308430"/>
                  </a:lnTo>
                  <a:lnTo>
                    <a:pt x="862280" y="308542"/>
                  </a:lnTo>
                  <a:lnTo>
                    <a:pt x="864743" y="308638"/>
                  </a:lnTo>
                  <a:lnTo>
                    <a:pt x="867207" y="308718"/>
                  </a:lnTo>
                  <a:lnTo>
                    <a:pt x="869671" y="308782"/>
                  </a:lnTo>
                  <a:lnTo>
                    <a:pt x="872134" y="308832"/>
                  </a:lnTo>
                  <a:lnTo>
                    <a:pt x="874598" y="308870"/>
                  </a:lnTo>
                  <a:lnTo>
                    <a:pt x="877062" y="308896"/>
                  </a:lnTo>
                  <a:lnTo>
                    <a:pt x="879525" y="308912"/>
                  </a:lnTo>
                  <a:lnTo>
                    <a:pt x="881989" y="308918"/>
                  </a:lnTo>
                  <a:lnTo>
                    <a:pt x="884453" y="308912"/>
                  </a:lnTo>
                  <a:lnTo>
                    <a:pt x="886916" y="308898"/>
                  </a:lnTo>
                  <a:lnTo>
                    <a:pt x="889380" y="308875"/>
                  </a:lnTo>
                  <a:lnTo>
                    <a:pt x="891844" y="308846"/>
                  </a:lnTo>
                  <a:lnTo>
                    <a:pt x="894307" y="308809"/>
                  </a:lnTo>
                  <a:lnTo>
                    <a:pt x="896771" y="308766"/>
                  </a:lnTo>
                  <a:lnTo>
                    <a:pt x="899235" y="308716"/>
                  </a:lnTo>
                  <a:lnTo>
                    <a:pt x="901698" y="308661"/>
                  </a:lnTo>
                  <a:lnTo>
                    <a:pt x="904162" y="308602"/>
                  </a:lnTo>
                  <a:lnTo>
                    <a:pt x="906625" y="308540"/>
                  </a:lnTo>
                  <a:lnTo>
                    <a:pt x="909089" y="308474"/>
                  </a:lnTo>
                  <a:lnTo>
                    <a:pt x="911553" y="308406"/>
                  </a:lnTo>
                  <a:lnTo>
                    <a:pt x="914016" y="308336"/>
                  </a:lnTo>
                  <a:lnTo>
                    <a:pt x="916480" y="308266"/>
                  </a:lnTo>
                  <a:lnTo>
                    <a:pt x="918944" y="308195"/>
                  </a:lnTo>
                  <a:lnTo>
                    <a:pt x="921407" y="308126"/>
                  </a:lnTo>
                  <a:lnTo>
                    <a:pt x="923871" y="308058"/>
                  </a:lnTo>
                  <a:lnTo>
                    <a:pt x="926335" y="307994"/>
                  </a:lnTo>
                  <a:lnTo>
                    <a:pt x="928798" y="307933"/>
                  </a:lnTo>
                  <a:lnTo>
                    <a:pt x="931262" y="307876"/>
                  </a:lnTo>
                  <a:lnTo>
                    <a:pt x="933726" y="307824"/>
                  </a:lnTo>
                  <a:lnTo>
                    <a:pt x="936189" y="307777"/>
                  </a:lnTo>
                  <a:lnTo>
                    <a:pt x="938653" y="307736"/>
                  </a:lnTo>
                  <a:lnTo>
                    <a:pt x="941117" y="307703"/>
                  </a:lnTo>
                  <a:lnTo>
                    <a:pt x="943580" y="307678"/>
                  </a:lnTo>
                  <a:lnTo>
                    <a:pt x="946044" y="307660"/>
                  </a:lnTo>
                  <a:lnTo>
                    <a:pt x="948508" y="307649"/>
                  </a:lnTo>
                  <a:lnTo>
                    <a:pt x="950971" y="307646"/>
                  </a:lnTo>
                  <a:lnTo>
                    <a:pt x="953435" y="307652"/>
                  </a:lnTo>
                  <a:lnTo>
                    <a:pt x="955899" y="307667"/>
                  </a:lnTo>
                  <a:lnTo>
                    <a:pt x="958362" y="307689"/>
                  </a:lnTo>
                  <a:lnTo>
                    <a:pt x="960826" y="307718"/>
                  </a:lnTo>
                  <a:lnTo>
                    <a:pt x="963290" y="307754"/>
                  </a:lnTo>
                  <a:lnTo>
                    <a:pt x="965753" y="307797"/>
                  </a:lnTo>
                  <a:lnTo>
                    <a:pt x="968217" y="307846"/>
                  </a:lnTo>
                  <a:lnTo>
                    <a:pt x="970681" y="307902"/>
                  </a:lnTo>
                  <a:lnTo>
                    <a:pt x="973144" y="307962"/>
                  </a:lnTo>
                  <a:lnTo>
                    <a:pt x="975608" y="308026"/>
                  </a:lnTo>
                  <a:lnTo>
                    <a:pt x="978072" y="308093"/>
                  </a:lnTo>
                  <a:lnTo>
                    <a:pt x="980535" y="308163"/>
                  </a:lnTo>
                  <a:lnTo>
                    <a:pt x="982999" y="308235"/>
                  </a:lnTo>
                  <a:lnTo>
                    <a:pt x="985463" y="308308"/>
                  </a:lnTo>
                  <a:lnTo>
                    <a:pt x="987926" y="308382"/>
                  </a:lnTo>
                  <a:lnTo>
                    <a:pt x="990390" y="308455"/>
                  </a:lnTo>
                  <a:lnTo>
                    <a:pt x="992853" y="308528"/>
                  </a:lnTo>
                  <a:lnTo>
                    <a:pt x="995317" y="308599"/>
                  </a:lnTo>
                  <a:lnTo>
                    <a:pt x="997781" y="308668"/>
                  </a:lnTo>
                  <a:lnTo>
                    <a:pt x="1000244" y="308735"/>
                  </a:lnTo>
                  <a:lnTo>
                    <a:pt x="1002708" y="308799"/>
                  </a:lnTo>
                  <a:lnTo>
                    <a:pt x="1005172" y="308860"/>
                  </a:lnTo>
                  <a:lnTo>
                    <a:pt x="1007635" y="308918"/>
                  </a:lnTo>
                  <a:lnTo>
                    <a:pt x="1010099" y="308972"/>
                  </a:lnTo>
                  <a:lnTo>
                    <a:pt x="1012563" y="309022"/>
                  </a:lnTo>
                  <a:lnTo>
                    <a:pt x="1015026" y="309068"/>
                  </a:lnTo>
                  <a:lnTo>
                    <a:pt x="1017490" y="309111"/>
                  </a:lnTo>
                  <a:lnTo>
                    <a:pt x="1019954" y="309150"/>
                  </a:lnTo>
                  <a:lnTo>
                    <a:pt x="1022417" y="309186"/>
                  </a:lnTo>
                  <a:lnTo>
                    <a:pt x="1024881" y="309218"/>
                  </a:lnTo>
                  <a:lnTo>
                    <a:pt x="1027345" y="309247"/>
                  </a:lnTo>
                  <a:lnTo>
                    <a:pt x="1029808" y="309273"/>
                  </a:lnTo>
                  <a:lnTo>
                    <a:pt x="1032272" y="309295"/>
                  </a:lnTo>
                  <a:lnTo>
                    <a:pt x="1034736" y="309316"/>
                  </a:lnTo>
                  <a:lnTo>
                    <a:pt x="1037199" y="309334"/>
                  </a:lnTo>
                  <a:lnTo>
                    <a:pt x="1039663" y="309349"/>
                  </a:lnTo>
                  <a:lnTo>
                    <a:pt x="1042127" y="309362"/>
                  </a:lnTo>
                  <a:lnTo>
                    <a:pt x="1044590" y="309373"/>
                  </a:lnTo>
                  <a:lnTo>
                    <a:pt x="1047054" y="309383"/>
                  </a:lnTo>
                  <a:lnTo>
                    <a:pt x="1049518" y="309392"/>
                  </a:lnTo>
                  <a:lnTo>
                    <a:pt x="1051981" y="309399"/>
                  </a:lnTo>
                  <a:lnTo>
                    <a:pt x="1054445" y="309405"/>
                  </a:lnTo>
                  <a:lnTo>
                    <a:pt x="1056909" y="309410"/>
                  </a:lnTo>
                  <a:lnTo>
                    <a:pt x="1059372" y="309414"/>
                  </a:lnTo>
                  <a:lnTo>
                    <a:pt x="1061836" y="309417"/>
                  </a:lnTo>
                  <a:lnTo>
                    <a:pt x="1064300" y="309420"/>
                  </a:lnTo>
                  <a:lnTo>
                    <a:pt x="1066763" y="309422"/>
                  </a:lnTo>
                  <a:lnTo>
                    <a:pt x="1069227" y="309424"/>
                  </a:lnTo>
                  <a:lnTo>
                    <a:pt x="1071691" y="309426"/>
                  </a:lnTo>
                  <a:lnTo>
                    <a:pt x="1074154" y="309427"/>
                  </a:lnTo>
                  <a:lnTo>
                    <a:pt x="1076618" y="309428"/>
                  </a:lnTo>
                  <a:lnTo>
                    <a:pt x="1079082" y="309429"/>
                  </a:lnTo>
                  <a:lnTo>
                    <a:pt x="1081545" y="309429"/>
                  </a:lnTo>
                  <a:lnTo>
                    <a:pt x="1084009" y="309430"/>
                  </a:lnTo>
                  <a:lnTo>
                    <a:pt x="1086472" y="309430"/>
                  </a:lnTo>
                  <a:lnTo>
                    <a:pt x="1088936" y="309431"/>
                  </a:lnTo>
                  <a:lnTo>
                    <a:pt x="1091400" y="309431"/>
                  </a:lnTo>
                  <a:lnTo>
                    <a:pt x="1093863" y="309431"/>
                  </a:lnTo>
                  <a:lnTo>
                    <a:pt x="1096327" y="309431"/>
                  </a:lnTo>
                  <a:lnTo>
                    <a:pt x="1098791" y="309431"/>
                  </a:lnTo>
                  <a:lnTo>
                    <a:pt x="1101254" y="309431"/>
                  </a:lnTo>
                  <a:lnTo>
                    <a:pt x="1103718" y="309431"/>
                  </a:lnTo>
                  <a:lnTo>
                    <a:pt x="1106182" y="309431"/>
                  </a:lnTo>
                  <a:lnTo>
                    <a:pt x="1108645" y="309431"/>
                  </a:lnTo>
                  <a:lnTo>
                    <a:pt x="1111109" y="309431"/>
                  </a:lnTo>
                  <a:lnTo>
                    <a:pt x="1113573" y="309431"/>
                  </a:lnTo>
                  <a:lnTo>
                    <a:pt x="1116036" y="309431"/>
                  </a:lnTo>
                  <a:lnTo>
                    <a:pt x="1118500" y="309431"/>
                  </a:lnTo>
                  <a:lnTo>
                    <a:pt x="1120964" y="309430"/>
                  </a:lnTo>
                  <a:lnTo>
                    <a:pt x="1123427" y="309430"/>
                  </a:lnTo>
                  <a:lnTo>
                    <a:pt x="1125891" y="309429"/>
                  </a:lnTo>
                  <a:lnTo>
                    <a:pt x="1128355" y="309429"/>
                  </a:lnTo>
                  <a:lnTo>
                    <a:pt x="1130818" y="309428"/>
                  </a:lnTo>
                  <a:lnTo>
                    <a:pt x="1133282" y="309427"/>
                  </a:lnTo>
                  <a:lnTo>
                    <a:pt x="1135746" y="309426"/>
                  </a:lnTo>
                  <a:lnTo>
                    <a:pt x="1138209" y="309424"/>
                  </a:lnTo>
                  <a:lnTo>
                    <a:pt x="1140673" y="309422"/>
                  </a:lnTo>
                  <a:lnTo>
                    <a:pt x="1143137" y="309420"/>
                  </a:lnTo>
                  <a:lnTo>
                    <a:pt x="1145600" y="309417"/>
                  </a:lnTo>
                  <a:lnTo>
                    <a:pt x="1148064" y="309414"/>
                  </a:lnTo>
                  <a:lnTo>
                    <a:pt x="1150528" y="309410"/>
                  </a:lnTo>
                  <a:lnTo>
                    <a:pt x="1152991" y="309405"/>
                  </a:lnTo>
                  <a:lnTo>
                    <a:pt x="1155455" y="309400"/>
                  </a:lnTo>
                  <a:lnTo>
                    <a:pt x="1157919" y="309393"/>
                  </a:lnTo>
                  <a:lnTo>
                    <a:pt x="1160382" y="309385"/>
                  </a:lnTo>
                  <a:lnTo>
                    <a:pt x="1162846" y="309377"/>
                  </a:lnTo>
                  <a:lnTo>
                    <a:pt x="1165310" y="309366"/>
                  </a:lnTo>
                  <a:lnTo>
                    <a:pt x="1167773" y="309354"/>
                  </a:lnTo>
                  <a:lnTo>
                    <a:pt x="1170237" y="309340"/>
                  </a:lnTo>
                  <a:lnTo>
                    <a:pt x="1172701" y="309325"/>
                  </a:lnTo>
                  <a:lnTo>
                    <a:pt x="1175164" y="309308"/>
                  </a:lnTo>
                  <a:lnTo>
                    <a:pt x="1177628" y="309288"/>
                  </a:lnTo>
                  <a:lnTo>
                    <a:pt x="1180091" y="309266"/>
                  </a:lnTo>
                  <a:lnTo>
                    <a:pt x="1182555" y="309242"/>
                  </a:lnTo>
                  <a:lnTo>
                    <a:pt x="1185019" y="309216"/>
                  </a:lnTo>
                  <a:lnTo>
                    <a:pt x="1187482" y="309187"/>
                  </a:lnTo>
                  <a:lnTo>
                    <a:pt x="1189946" y="309157"/>
                  </a:lnTo>
                  <a:lnTo>
                    <a:pt x="1192410" y="309123"/>
                  </a:lnTo>
                  <a:lnTo>
                    <a:pt x="1194873" y="309088"/>
                  </a:lnTo>
                  <a:lnTo>
                    <a:pt x="1197337" y="309051"/>
                  </a:lnTo>
                  <a:lnTo>
                    <a:pt x="1199801" y="309012"/>
                  </a:lnTo>
                  <a:lnTo>
                    <a:pt x="1202264" y="308971"/>
                  </a:lnTo>
                  <a:lnTo>
                    <a:pt x="1204728" y="308930"/>
                  </a:lnTo>
                  <a:lnTo>
                    <a:pt x="1207192" y="308887"/>
                  </a:lnTo>
                  <a:lnTo>
                    <a:pt x="1209655" y="308844"/>
                  </a:lnTo>
                  <a:lnTo>
                    <a:pt x="1212119" y="308801"/>
                  </a:lnTo>
                  <a:lnTo>
                    <a:pt x="1214583" y="308759"/>
                  </a:lnTo>
                  <a:lnTo>
                    <a:pt x="1217046" y="308717"/>
                  </a:lnTo>
                  <a:lnTo>
                    <a:pt x="1219510" y="308677"/>
                  </a:lnTo>
                  <a:lnTo>
                    <a:pt x="1221974" y="308639"/>
                  </a:lnTo>
                  <a:lnTo>
                    <a:pt x="1224437" y="308604"/>
                  </a:lnTo>
                  <a:lnTo>
                    <a:pt x="1226901" y="308572"/>
                  </a:lnTo>
                  <a:lnTo>
                    <a:pt x="1229365" y="308544"/>
                  </a:lnTo>
                  <a:lnTo>
                    <a:pt x="1231828" y="308519"/>
                  </a:lnTo>
                  <a:lnTo>
                    <a:pt x="1234292" y="308498"/>
                  </a:lnTo>
                  <a:lnTo>
                    <a:pt x="1236756" y="308483"/>
                  </a:lnTo>
                  <a:lnTo>
                    <a:pt x="1239219" y="308473"/>
                  </a:lnTo>
                  <a:lnTo>
                    <a:pt x="1241683" y="308468"/>
                  </a:lnTo>
                  <a:lnTo>
                    <a:pt x="1244147" y="308467"/>
                  </a:lnTo>
                  <a:lnTo>
                    <a:pt x="1246610" y="308472"/>
                  </a:lnTo>
                  <a:lnTo>
                    <a:pt x="1249074" y="308482"/>
                  </a:lnTo>
                  <a:lnTo>
                    <a:pt x="1251538" y="308497"/>
                  </a:lnTo>
                  <a:lnTo>
                    <a:pt x="1254001" y="308517"/>
                  </a:lnTo>
                  <a:lnTo>
                    <a:pt x="1256465" y="308541"/>
                  </a:lnTo>
                  <a:lnTo>
                    <a:pt x="1258929" y="308569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7005616" y="3972589"/>
              <a:ext cx="1258929" cy="167253"/>
            </a:xfrm>
            <a:custGeom>
              <a:avLst/>
              <a:pathLst>
                <a:path w="1258929" h="167253">
                  <a:moveTo>
                    <a:pt x="0" y="167053"/>
                  </a:moveTo>
                  <a:lnTo>
                    <a:pt x="2463" y="167034"/>
                  </a:lnTo>
                  <a:lnTo>
                    <a:pt x="4927" y="167015"/>
                  </a:lnTo>
                  <a:lnTo>
                    <a:pt x="7390" y="166994"/>
                  </a:lnTo>
                  <a:lnTo>
                    <a:pt x="9854" y="166972"/>
                  </a:lnTo>
                  <a:lnTo>
                    <a:pt x="12318" y="166947"/>
                  </a:lnTo>
                  <a:lnTo>
                    <a:pt x="14781" y="166922"/>
                  </a:lnTo>
                  <a:lnTo>
                    <a:pt x="17245" y="166895"/>
                  </a:lnTo>
                  <a:lnTo>
                    <a:pt x="19709" y="166866"/>
                  </a:lnTo>
                  <a:lnTo>
                    <a:pt x="22172" y="166836"/>
                  </a:lnTo>
                  <a:lnTo>
                    <a:pt x="24636" y="166803"/>
                  </a:lnTo>
                  <a:lnTo>
                    <a:pt x="27100" y="166770"/>
                  </a:lnTo>
                  <a:lnTo>
                    <a:pt x="29563" y="166734"/>
                  </a:lnTo>
                  <a:lnTo>
                    <a:pt x="32027" y="166696"/>
                  </a:lnTo>
                  <a:lnTo>
                    <a:pt x="34491" y="166656"/>
                  </a:lnTo>
                  <a:lnTo>
                    <a:pt x="36954" y="166615"/>
                  </a:lnTo>
                  <a:lnTo>
                    <a:pt x="39418" y="166571"/>
                  </a:lnTo>
                  <a:lnTo>
                    <a:pt x="41882" y="166526"/>
                  </a:lnTo>
                  <a:lnTo>
                    <a:pt x="44345" y="166479"/>
                  </a:lnTo>
                  <a:lnTo>
                    <a:pt x="46809" y="166430"/>
                  </a:lnTo>
                  <a:lnTo>
                    <a:pt x="49273" y="166378"/>
                  </a:lnTo>
                  <a:lnTo>
                    <a:pt x="51736" y="166325"/>
                  </a:lnTo>
                  <a:lnTo>
                    <a:pt x="54200" y="166270"/>
                  </a:lnTo>
                  <a:lnTo>
                    <a:pt x="56664" y="166213"/>
                  </a:lnTo>
                  <a:lnTo>
                    <a:pt x="59127" y="166154"/>
                  </a:lnTo>
                  <a:lnTo>
                    <a:pt x="61591" y="166093"/>
                  </a:lnTo>
                  <a:lnTo>
                    <a:pt x="64055" y="166030"/>
                  </a:lnTo>
                  <a:lnTo>
                    <a:pt x="66518" y="165966"/>
                  </a:lnTo>
                  <a:lnTo>
                    <a:pt x="68982" y="165900"/>
                  </a:lnTo>
                  <a:lnTo>
                    <a:pt x="71446" y="165832"/>
                  </a:lnTo>
                  <a:lnTo>
                    <a:pt x="73909" y="165763"/>
                  </a:lnTo>
                  <a:lnTo>
                    <a:pt x="76373" y="165692"/>
                  </a:lnTo>
                  <a:lnTo>
                    <a:pt x="78837" y="165620"/>
                  </a:lnTo>
                  <a:lnTo>
                    <a:pt x="81300" y="165547"/>
                  </a:lnTo>
                  <a:lnTo>
                    <a:pt x="83764" y="165472"/>
                  </a:lnTo>
                  <a:lnTo>
                    <a:pt x="86228" y="165396"/>
                  </a:lnTo>
                  <a:lnTo>
                    <a:pt x="88691" y="165319"/>
                  </a:lnTo>
                  <a:lnTo>
                    <a:pt x="91155" y="165242"/>
                  </a:lnTo>
                  <a:lnTo>
                    <a:pt x="93618" y="165163"/>
                  </a:lnTo>
                  <a:lnTo>
                    <a:pt x="96082" y="165084"/>
                  </a:lnTo>
                  <a:lnTo>
                    <a:pt x="98546" y="165004"/>
                  </a:lnTo>
                  <a:lnTo>
                    <a:pt x="101009" y="164923"/>
                  </a:lnTo>
                  <a:lnTo>
                    <a:pt x="103473" y="164842"/>
                  </a:lnTo>
                  <a:lnTo>
                    <a:pt x="105937" y="164761"/>
                  </a:lnTo>
                  <a:lnTo>
                    <a:pt x="108400" y="164680"/>
                  </a:lnTo>
                  <a:lnTo>
                    <a:pt x="110864" y="164599"/>
                  </a:lnTo>
                  <a:lnTo>
                    <a:pt x="113328" y="164517"/>
                  </a:lnTo>
                  <a:lnTo>
                    <a:pt x="115791" y="164436"/>
                  </a:lnTo>
                  <a:lnTo>
                    <a:pt x="118255" y="164355"/>
                  </a:lnTo>
                  <a:lnTo>
                    <a:pt x="120719" y="164275"/>
                  </a:lnTo>
                  <a:lnTo>
                    <a:pt x="123182" y="164194"/>
                  </a:lnTo>
                  <a:lnTo>
                    <a:pt x="125646" y="164115"/>
                  </a:lnTo>
                  <a:lnTo>
                    <a:pt x="128110" y="164036"/>
                  </a:lnTo>
                  <a:lnTo>
                    <a:pt x="130573" y="163957"/>
                  </a:lnTo>
                  <a:lnTo>
                    <a:pt x="133037" y="163879"/>
                  </a:lnTo>
                  <a:lnTo>
                    <a:pt x="135501" y="163802"/>
                  </a:lnTo>
                  <a:lnTo>
                    <a:pt x="137964" y="163726"/>
                  </a:lnTo>
                  <a:lnTo>
                    <a:pt x="140428" y="163651"/>
                  </a:lnTo>
                  <a:lnTo>
                    <a:pt x="142892" y="163577"/>
                  </a:lnTo>
                  <a:lnTo>
                    <a:pt x="145355" y="163504"/>
                  </a:lnTo>
                  <a:lnTo>
                    <a:pt x="147819" y="163431"/>
                  </a:lnTo>
                  <a:lnTo>
                    <a:pt x="150283" y="163360"/>
                  </a:lnTo>
                  <a:lnTo>
                    <a:pt x="152746" y="163290"/>
                  </a:lnTo>
                  <a:lnTo>
                    <a:pt x="155210" y="163222"/>
                  </a:lnTo>
                  <a:lnTo>
                    <a:pt x="157674" y="163154"/>
                  </a:lnTo>
                  <a:lnTo>
                    <a:pt x="160137" y="163087"/>
                  </a:lnTo>
                  <a:lnTo>
                    <a:pt x="162601" y="163022"/>
                  </a:lnTo>
                  <a:lnTo>
                    <a:pt x="165065" y="162959"/>
                  </a:lnTo>
                  <a:lnTo>
                    <a:pt x="167528" y="162896"/>
                  </a:lnTo>
                  <a:lnTo>
                    <a:pt x="169992" y="162834"/>
                  </a:lnTo>
                  <a:lnTo>
                    <a:pt x="172456" y="162774"/>
                  </a:lnTo>
                  <a:lnTo>
                    <a:pt x="174919" y="162716"/>
                  </a:lnTo>
                  <a:lnTo>
                    <a:pt x="177383" y="162658"/>
                  </a:lnTo>
                  <a:lnTo>
                    <a:pt x="179847" y="162602"/>
                  </a:lnTo>
                  <a:lnTo>
                    <a:pt x="182310" y="162547"/>
                  </a:lnTo>
                  <a:lnTo>
                    <a:pt x="184774" y="162493"/>
                  </a:lnTo>
                  <a:lnTo>
                    <a:pt x="187237" y="162440"/>
                  </a:lnTo>
                  <a:lnTo>
                    <a:pt x="189701" y="162389"/>
                  </a:lnTo>
                  <a:lnTo>
                    <a:pt x="192165" y="162340"/>
                  </a:lnTo>
                  <a:lnTo>
                    <a:pt x="194628" y="162291"/>
                  </a:lnTo>
                  <a:lnTo>
                    <a:pt x="197092" y="162243"/>
                  </a:lnTo>
                  <a:lnTo>
                    <a:pt x="199556" y="162198"/>
                  </a:lnTo>
                  <a:lnTo>
                    <a:pt x="202019" y="162153"/>
                  </a:lnTo>
                  <a:lnTo>
                    <a:pt x="204483" y="162109"/>
                  </a:lnTo>
                  <a:lnTo>
                    <a:pt x="206947" y="162066"/>
                  </a:lnTo>
                  <a:lnTo>
                    <a:pt x="209410" y="162025"/>
                  </a:lnTo>
                  <a:lnTo>
                    <a:pt x="211874" y="161985"/>
                  </a:lnTo>
                  <a:lnTo>
                    <a:pt x="214338" y="161946"/>
                  </a:lnTo>
                  <a:lnTo>
                    <a:pt x="216801" y="161909"/>
                  </a:lnTo>
                  <a:lnTo>
                    <a:pt x="219265" y="161872"/>
                  </a:lnTo>
                  <a:lnTo>
                    <a:pt x="221729" y="161836"/>
                  </a:lnTo>
                  <a:lnTo>
                    <a:pt x="224192" y="161802"/>
                  </a:lnTo>
                  <a:lnTo>
                    <a:pt x="226656" y="161769"/>
                  </a:lnTo>
                  <a:lnTo>
                    <a:pt x="229120" y="161736"/>
                  </a:lnTo>
                  <a:lnTo>
                    <a:pt x="231583" y="161705"/>
                  </a:lnTo>
                  <a:lnTo>
                    <a:pt x="234047" y="161675"/>
                  </a:lnTo>
                  <a:lnTo>
                    <a:pt x="236511" y="161646"/>
                  </a:lnTo>
                  <a:lnTo>
                    <a:pt x="238974" y="161617"/>
                  </a:lnTo>
                  <a:lnTo>
                    <a:pt x="241438" y="161589"/>
                  </a:lnTo>
                  <a:lnTo>
                    <a:pt x="243902" y="161563"/>
                  </a:lnTo>
                  <a:lnTo>
                    <a:pt x="246365" y="161537"/>
                  </a:lnTo>
                  <a:lnTo>
                    <a:pt x="248829" y="161512"/>
                  </a:lnTo>
                  <a:lnTo>
                    <a:pt x="251293" y="161488"/>
                  </a:lnTo>
                  <a:lnTo>
                    <a:pt x="253756" y="161464"/>
                  </a:lnTo>
                  <a:lnTo>
                    <a:pt x="256220" y="161441"/>
                  </a:lnTo>
                  <a:lnTo>
                    <a:pt x="258684" y="161419"/>
                  </a:lnTo>
                  <a:lnTo>
                    <a:pt x="261147" y="161398"/>
                  </a:lnTo>
                  <a:lnTo>
                    <a:pt x="263611" y="161378"/>
                  </a:lnTo>
                  <a:lnTo>
                    <a:pt x="266075" y="161358"/>
                  </a:lnTo>
                  <a:lnTo>
                    <a:pt x="268538" y="161338"/>
                  </a:lnTo>
                  <a:lnTo>
                    <a:pt x="271002" y="161320"/>
                  </a:lnTo>
                  <a:lnTo>
                    <a:pt x="273465" y="161302"/>
                  </a:lnTo>
                  <a:lnTo>
                    <a:pt x="275929" y="161285"/>
                  </a:lnTo>
                  <a:lnTo>
                    <a:pt x="278393" y="161269"/>
                  </a:lnTo>
                  <a:lnTo>
                    <a:pt x="280856" y="161253"/>
                  </a:lnTo>
                  <a:lnTo>
                    <a:pt x="283320" y="161238"/>
                  </a:lnTo>
                  <a:lnTo>
                    <a:pt x="285784" y="161225"/>
                  </a:lnTo>
                  <a:lnTo>
                    <a:pt x="288247" y="161212"/>
                  </a:lnTo>
                  <a:lnTo>
                    <a:pt x="290711" y="161200"/>
                  </a:lnTo>
                  <a:lnTo>
                    <a:pt x="293175" y="161189"/>
                  </a:lnTo>
                  <a:lnTo>
                    <a:pt x="295638" y="161179"/>
                  </a:lnTo>
                  <a:lnTo>
                    <a:pt x="298102" y="161171"/>
                  </a:lnTo>
                  <a:lnTo>
                    <a:pt x="300566" y="161164"/>
                  </a:lnTo>
                  <a:lnTo>
                    <a:pt x="303029" y="161158"/>
                  </a:lnTo>
                  <a:lnTo>
                    <a:pt x="305493" y="161153"/>
                  </a:lnTo>
                  <a:lnTo>
                    <a:pt x="307957" y="161151"/>
                  </a:lnTo>
                  <a:lnTo>
                    <a:pt x="310420" y="161149"/>
                  </a:lnTo>
                  <a:lnTo>
                    <a:pt x="312884" y="161150"/>
                  </a:lnTo>
                  <a:lnTo>
                    <a:pt x="315348" y="161153"/>
                  </a:lnTo>
                  <a:lnTo>
                    <a:pt x="317811" y="161157"/>
                  </a:lnTo>
                  <a:lnTo>
                    <a:pt x="320275" y="161163"/>
                  </a:lnTo>
                  <a:lnTo>
                    <a:pt x="322739" y="161172"/>
                  </a:lnTo>
                  <a:lnTo>
                    <a:pt x="325202" y="161182"/>
                  </a:lnTo>
                  <a:lnTo>
                    <a:pt x="327666" y="161195"/>
                  </a:lnTo>
                  <a:lnTo>
                    <a:pt x="330130" y="161210"/>
                  </a:lnTo>
                  <a:lnTo>
                    <a:pt x="332593" y="161228"/>
                  </a:lnTo>
                  <a:lnTo>
                    <a:pt x="335057" y="161248"/>
                  </a:lnTo>
                  <a:lnTo>
                    <a:pt x="337521" y="161270"/>
                  </a:lnTo>
                  <a:lnTo>
                    <a:pt x="339984" y="161295"/>
                  </a:lnTo>
                  <a:lnTo>
                    <a:pt x="342448" y="161323"/>
                  </a:lnTo>
                  <a:lnTo>
                    <a:pt x="344912" y="161352"/>
                  </a:lnTo>
                  <a:lnTo>
                    <a:pt x="347375" y="161385"/>
                  </a:lnTo>
                  <a:lnTo>
                    <a:pt x="349839" y="161420"/>
                  </a:lnTo>
                  <a:lnTo>
                    <a:pt x="352303" y="161457"/>
                  </a:lnTo>
                  <a:lnTo>
                    <a:pt x="354766" y="161496"/>
                  </a:lnTo>
                  <a:lnTo>
                    <a:pt x="357230" y="161538"/>
                  </a:lnTo>
                  <a:lnTo>
                    <a:pt x="359694" y="161582"/>
                  </a:lnTo>
                  <a:lnTo>
                    <a:pt x="362157" y="161628"/>
                  </a:lnTo>
                  <a:lnTo>
                    <a:pt x="364621" y="161676"/>
                  </a:lnTo>
                  <a:lnTo>
                    <a:pt x="367084" y="161727"/>
                  </a:lnTo>
                  <a:lnTo>
                    <a:pt x="369548" y="161778"/>
                  </a:lnTo>
                  <a:lnTo>
                    <a:pt x="372012" y="161831"/>
                  </a:lnTo>
                  <a:lnTo>
                    <a:pt x="374475" y="161886"/>
                  </a:lnTo>
                  <a:lnTo>
                    <a:pt x="376939" y="161942"/>
                  </a:lnTo>
                  <a:lnTo>
                    <a:pt x="379403" y="161999"/>
                  </a:lnTo>
                  <a:lnTo>
                    <a:pt x="381866" y="162057"/>
                  </a:lnTo>
                  <a:lnTo>
                    <a:pt x="384330" y="162116"/>
                  </a:lnTo>
                  <a:lnTo>
                    <a:pt x="386794" y="162175"/>
                  </a:lnTo>
                  <a:lnTo>
                    <a:pt x="389257" y="162234"/>
                  </a:lnTo>
                  <a:lnTo>
                    <a:pt x="391721" y="162294"/>
                  </a:lnTo>
                  <a:lnTo>
                    <a:pt x="394185" y="162353"/>
                  </a:lnTo>
                  <a:lnTo>
                    <a:pt x="396648" y="162412"/>
                  </a:lnTo>
                  <a:lnTo>
                    <a:pt x="399112" y="162471"/>
                  </a:lnTo>
                  <a:lnTo>
                    <a:pt x="401576" y="162529"/>
                  </a:lnTo>
                  <a:lnTo>
                    <a:pt x="404039" y="162586"/>
                  </a:lnTo>
                  <a:lnTo>
                    <a:pt x="406503" y="162642"/>
                  </a:lnTo>
                  <a:lnTo>
                    <a:pt x="408967" y="162697"/>
                  </a:lnTo>
                  <a:lnTo>
                    <a:pt x="411430" y="162750"/>
                  </a:lnTo>
                  <a:lnTo>
                    <a:pt x="413894" y="162802"/>
                  </a:lnTo>
                  <a:lnTo>
                    <a:pt x="416358" y="162852"/>
                  </a:lnTo>
                  <a:lnTo>
                    <a:pt x="418821" y="162900"/>
                  </a:lnTo>
                  <a:lnTo>
                    <a:pt x="421285" y="162945"/>
                  </a:lnTo>
                  <a:lnTo>
                    <a:pt x="423749" y="162989"/>
                  </a:lnTo>
                  <a:lnTo>
                    <a:pt x="426212" y="163030"/>
                  </a:lnTo>
                  <a:lnTo>
                    <a:pt x="428676" y="163068"/>
                  </a:lnTo>
                  <a:lnTo>
                    <a:pt x="431140" y="163103"/>
                  </a:lnTo>
                  <a:lnTo>
                    <a:pt x="433603" y="163136"/>
                  </a:lnTo>
                  <a:lnTo>
                    <a:pt x="436067" y="163165"/>
                  </a:lnTo>
                  <a:lnTo>
                    <a:pt x="438531" y="163191"/>
                  </a:lnTo>
                  <a:lnTo>
                    <a:pt x="440994" y="163214"/>
                  </a:lnTo>
                  <a:lnTo>
                    <a:pt x="443458" y="163234"/>
                  </a:lnTo>
                  <a:lnTo>
                    <a:pt x="445922" y="163250"/>
                  </a:lnTo>
                  <a:lnTo>
                    <a:pt x="448385" y="163262"/>
                  </a:lnTo>
                  <a:lnTo>
                    <a:pt x="450849" y="163271"/>
                  </a:lnTo>
                  <a:lnTo>
                    <a:pt x="453312" y="163276"/>
                  </a:lnTo>
                  <a:lnTo>
                    <a:pt x="455776" y="163276"/>
                  </a:lnTo>
                  <a:lnTo>
                    <a:pt x="458240" y="163272"/>
                  </a:lnTo>
                  <a:lnTo>
                    <a:pt x="460703" y="163265"/>
                  </a:lnTo>
                  <a:lnTo>
                    <a:pt x="463167" y="163253"/>
                  </a:lnTo>
                  <a:lnTo>
                    <a:pt x="465631" y="163236"/>
                  </a:lnTo>
                  <a:lnTo>
                    <a:pt x="468094" y="163215"/>
                  </a:lnTo>
                  <a:lnTo>
                    <a:pt x="470558" y="163190"/>
                  </a:lnTo>
                  <a:lnTo>
                    <a:pt x="473022" y="163158"/>
                  </a:lnTo>
                  <a:lnTo>
                    <a:pt x="475485" y="163122"/>
                  </a:lnTo>
                  <a:lnTo>
                    <a:pt x="477949" y="163082"/>
                  </a:lnTo>
                  <a:lnTo>
                    <a:pt x="480413" y="163035"/>
                  </a:lnTo>
                  <a:lnTo>
                    <a:pt x="482876" y="162982"/>
                  </a:lnTo>
                  <a:lnTo>
                    <a:pt x="485340" y="162925"/>
                  </a:lnTo>
                  <a:lnTo>
                    <a:pt x="487804" y="162862"/>
                  </a:lnTo>
                  <a:lnTo>
                    <a:pt x="490267" y="162791"/>
                  </a:lnTo>
                  <a:lnTo>
                    <a:pt x="492731" y="162714"/>
                  </a:lnTo>
                  <a:lnTo>
                    <a:pt x="495195" y="162632"/>
                  </a:lnTo>
                  <a:lnTo>
                    <a:pt x="497658" y="162543"/>
                  </a:lnTo>
                  <a:lnTo>
                    <a:pt x="500122" y="162444"/>
                  </a:lnTo>
                  <a:lnTo>
                    <a:pt x="502586" y="162340"/>
                  </a:lnTo>
                  <a:lnTo>
                    <a:pt x="505049" y="162229"/>
                  </a:lnTo>
                  <a:lnTo>
                    <a:pt x="507513" y="162108"/>
                  </a:lnTo>
                  <a:lnTo>
                    <a:pt x="509977" y="161978"/>
                  </a:lnTo>
                  <a:lnTo>
                    <a:pt x="512440" y="161842"/>
                  </a:lnTo>
                  <a:lnTo>
                    <a:pt x="514904" y="161696"/>
                  </a:lnTo>
                  <a:lnTo>
                    <a:pt x="517368" y="161539"/>
                  </a:lnTo>
                  <a:lnTo>
                    <a:pt x="519831" y="161373"/>
                  </a:lnTo>
                  <a:lnTo>
                    <a:pt x="522295" y="161198"/>
                  </a:lnTo>
                  <a:lnTo>
                    <a:pt x="524759" y="161011"/>
                  </a:lnTo>
                  <a:lnTo>
                    <a:pt x="527222" y="160812"/>
                  </a:lnTo>
                  <a:lnTo>
                    <a:pt x="529686" y="160603"/>
                  </a:lnTo>
                  <a:lnTo>
                    <a:pt x="532150" y="160384"/>
                  </a:lnTo>
                  <a:lnTo>
                    <a:pt x="534613" y="160148"/>
                  </a:lnTo>
                  <a:lnTo>
                    <a:pt x="537077" y="159901"/>
                  </a:lnTo>
                  <a:lnTo>
                    <a:pt x="539541" y="159642"/>
                  </a:lnTo>
                  <a:lnTo>
                    <a:pt x="542004" y="159368"/>
                  </a:lnTo>
                  <a:lnTo>
                    <a:pt x="544468" y="159078"/>
                  </a:lnTo>
                  <a:lnTo>
                    <a:pt x="546931" y="158774"/>
                  </a:lnTo>
                  <a:lnTo>
                    <a:pt x="549395" y="158458"/>
                  </a:lnTo>
                  <a:lnTo>
                    <a:pt x="551859" y="158121"/>
                  </a:lnTo>
                  <a:lnTo>
                    <a:pt x="554322" y="157768"/>
                  </a:lnTo>
                  <a:lnTo>
                    <a:pt x="556786" y="157400"/>
                  </a:lnTo>
                  <a:lnTo>
                    <a:pt x="559250" y="157015"/>
                  </a:lnTo>
                  <a:lnTo>
                    <a:pt x="561713" y="156606"/>
                  </a:lnTo>
                  <a:lnTo>
                    <a:pt x="564177" y="156182"/>
                  </a:lnTo>
                  <a:lnTo>
                    <a:pt x="566641" y="155740"/>
                  </a:lnTo>
                  <a:lnTo>
                    <a:pt x="569104" y="155275"/>
                  </a:lnTo>
                  <a:lnTo>
                    <a:pt x="571568" y="154788"/>
                  </a:lnTo>
                  <a:lnTo>
                    <a:pt x="574032" y="154283"/>
                  </a:lnTo>
                  <a:lnTo>
                    <a:pt x="576495" y="153759"/>
                  </a:lnTo>
                  <a:lnTo>
                    <a:pt x="578959" y="153204"/>
                  </a:lnTo>
                  <a:lnTo>
                    <a:pt x="581423" y="152629"/>
                  </a:lnTo>
                  <a:lnTo>
                    <a:pt x="583886" y="152034"/>
                  </a:lnTo>
                  <a:lnTo>
                    <a:pt x="586350" y="151413"/>
                  </a:lnTo>
                  <a:lnTo>
                    <a:pt x="588814" y="150763"/>
                  </a:lnTo>
                  <a:lnTo>
                    <a:pt x="591277" y="150091"/>
                  </a:lnTo>
                  <a:lnTo>
                    <a:pt x="593741" y="149398"/>
                  </a:lnTo>
                  <a:lnTo>
                    <a:pt x="596205" y="148670"/>
                  </a:lnTo>
                  <a:lnTo>
                    <a:pt x="598668" y="147917"/>
                  </a:lnTo>
                  <a:lnTo>
                    <a:pt x="601132" y="147141"/>
                  </a:lnTo>
                  <a:lnTo>
                    <a:pt x="603596" y="146338"/>
                  </a:lnTo>
                  <a:lnTo>
                    <a:pt x="606059" y="145499"/>
                  </a:lnTo>
                  <a:lnTo>
                    <a:pt x="608523" y="144636"/>
                  </a:lnTo>
                  <a:lnTo>
                    <a:pt x="610987" y="143749"/>
                  </a:lnTo>
                  <a:lnTo>
                    <a:pt x="613450" y="142826"/>
                  </a:lnTo>
                  <a:lnTo>
                    <a:pt x="615914" y="141874"/>
                  </a:lnTo>
                  <a:lnTo>
                    <a:pt x="618378" y="140896"/>
                  </a:lnTo>
                  <a:lnTo>
                    <a:pt x="620841" y="139891"/>
                  </a:lnTo>
                  <a:lnTo>
                    <a:pt x="623305" y="138847"/>
                  </a:lnTo>
                  <a:lnTo>
                    <a:pt x="625769" y="137777"/>
                  </a:lnTo>
                  <a:lnTo>
                    <a:pt x="628232" y="136681"/>
                  </a:lnTo>
                  <a:lnTo>
                    <a:pt x="630696" y="135553"/>
                  </a:lnTo>
                  <a:lnTo>
                    <a:pt x="633159" y="134390"/>
                  </a:lnTo>
                  <a:lnTo>
                    <a:pt x="635623" y="133203"/>
                  </a:lnTo>
                  <a:lnTo>
                    <a:pt x="638087" y="131990"/>
                  </a:lnTo>
                  <a:lnTo>
                    <a:pt x="640550" y="130739"/>
                  </a:lnTo>
                  <a:lnTo>
                    <a:pt x="643014" y="129461"/>
                  </a:lnTo>
                  <a:lnTo>
                    <a:pt x="645478" y="128160"/>
                  </a:lnTo>
                  <a:lnTo>
                    <a:pt x="647941" y="126829"/>
                  </a:lnTo>
                  <a:lnTo>
                    <a:pt x="650405" y="125465"/>
                  </a:lnTo>
                  <a:lnTo>
                    <a:pt x="652869" y="124078"/>
                  </a:lnTo>
                  <a:lnTo>
                    <a:pt x="655332" y="122668"/>
                  </a:lnTo>
                  <a:lnTo>
                    <a:pt x="657796" y="121227"/>
                  </a:lnTo>
                  <a:lnTo>
                    <a:pt x="660260" y="119761"/>
                  </a:lnTo>
                  <a:lnTo>
                    <a:pt x="662723" y="118274"/>
                  </a:lnTo>
                  <a:lnTo>
                    <a:pt x="665187" y="116765"/>
                  </a:lnTo>
                  <a:lnTo>
                    <a:pt x="667651" y="115227"/>
                  </a:lnTo>
                  <a:lnTo>
                    <a:pt x="670114" y="113670"/>
                  </a:lnTo>
                  <a:lnTo>
                    <a:pt x="672578" y="112096"/>
                  </a:lnTo>
                  <a:lnTo>
                    <a:pt x="675042" y="110499"/>
                  </a:lnTo>
                  <a:lnTo>
                    <a:pt x="677505" y="108882"/>
                  </a:lnTo>
                  <a:lnTo>
                    <a:pt x="679969" y="107250"/>
                  </a:lnTo>
                  <a:lnTo>
                    <a:pt x="682433" y="105604"/>
                  </a:lnTo>
                  <a:lnTo>
                    <a:pt x="684896" y="103936"/>
                  </a:lnTo>
                  <a:lnTo>
                    <a:pt x="687360" y="102257"/>
                  </a:lnTo>
                  <a:lnTo>
                    <a:pt x="689824" y="100566"/>
                  </a:lnTo>
                  <a:lnTo>
                    <a:pt x="692287" y="98862"/>
                  </a:lnTo>
                  <a:lnTo>
                    <a:pt x="694751" y="97145"/>
                  </a:lnTo>
                  <a:lnTo>
                    <a:pt x="697215" y="95421"/>
                  </a:lnTo>
                  <a:lnTo>
                    <a:pt x="699678" y="93688"/>
                  </a:lnTo>
                  <a:lnTo>
                    <a:pt x="702142" y="91946"/>
                  </a:lnTo>
                  <a:lnTo>
                    <a:pt x="704606" y="90198"/>
                  </a:lnTo>
                  <a:lnTo>
                    <a:pt x="707069" y="88446"/>
                  </a:lnTo>
                  <a:lnTo>
                    <a:pt x="709533" y="86689"/>
                  </a:lnTo>
                  <a:lnTo>
                    <a:pt x="711997" y="84928"/>
                  </a:lnTo>
                  <a:lnTo>
                    <a:pt x="714460" y="83165"/>
                  </a:lnTo>
                  <a:lnTo>
                    <a:pt x="716924" y="81402"/>
                  </a:lnTo>
                  <a:lnTo>
                    <a:pt x="719388" y="79637"/>
                  </a:lnTo>
                  <a:lnTo>
                    <a:pt x="721851" y="77874"/>
                  </a:lnTo>
                  <a:lnTo>
                    <a:pt x="724315" y="76112"/>
                  </a:lnTo>
                  <a:lnTo>
                    <a:pt x="726778" y="74351"/>
                  </a:lnTo>
                  <a:lnTo>
                    <a:pt x="729242" y="72595"/>
                  </a:lnTo>
                  <a:lnTo>
                    <a:pt x="731706" y="70842"/>
                  </a:lnTo>
                  <a:lnTo>
                    <a:pt x="734169" y="69094"/>
                  </a:lnTo>
                  <a:lnTo>
                    <a:pt x="736633" y="67350"/>
                  </a:lnTo>
                  <a:lnTo>
                    <a:pt x="739097" y="65614"/>
                  </a:lnTo>
                  <a:lnTo>
                    <a:pt x="741560" y="63884"/>
                  </a:lnTo>
                  <a:lnTo>
                    <a:pt x="744024" y="62160"/>
                  </a:lnTo>
                  <a:lnTo>
                    <a:pt x="746488" y="60446"/>
                  </a:lnTo>
                  <a:lnTo>
                    <a:pt x="748951" y="58740"/>
                  </a:lnTo>
                  <a:lnTo>
                    <a:pt x="751415" y="57042"/>
                  </a:lnTo>
                  <a:lnTo>
                    <a:pt x="753879" y="55353"/>
                  </a:lnTo>
                  <a:lnTo>
                    <a:pt x="756342" y="53676"/>
                  </a:lnTo>
                  <a:lnTo>
                    <a:pt x="758806" y="52009"/>
                  </a:lnTo>
                  <a:lnTo>
                    <a:pt x="761270" y="50351"/>
                  </a:lnTo>
                  <a:lnTo>
                    <a:pt x="763733" y="48708"/>
                  </a:lnTo>
                  <a:lnTo>
                    <a:pt x="766197" y="47076"/>
                  </a:lnTo>
                  <a:lnTo>
                    <a:pt x="768661" y="45456"/>
                  </a:lnTo>
                  <a:lnTo>
                    <a:pt x="771124" y="43848"/>
                  </a:lnTo>
                  <a:lnTo>
                    <a:pt x="773588" y="42258"/>
                  </a:lnTo>
                  <a:lnTo>
                    <a:pt x="776052" y="40681"/>
                  </a:lnTo>
                  <a:lnTo>
                    <a:pt x="778515" y="39116"/>
                  </a:lnTo>
                  <a:lnTo>
                    <a:pt x="780979" y="37569"/>
                  </a:lnTo>
                  <a:lnTo>
                    <a:pt x="783443" y="36041"/>
                  </a:lnTo>
                  <a:lnTo>
                    <a:pt x="785906" y="34527"/>
                  </a:lnTo>
                  <a:lnTo>
                    <a:pt x="788370" y="33029"/>
                  </a:lnTo>
                  <a:lnTo>
                    <a:pt x="790834" y="31555"/>
                  </a:lnTo>
                  <a:lnTo>
                    <a:pt x="793297" y="30099"/>
                  </a:lnTo>
                  <a:lnTo>
                    <a:pt x="795761" y="28661"/>
                  </a:lnTo>
                  <a:lnTo>
                    <a:pt x="798225" y="27244"/>
                  </a:lnTo>
                  <a:lnTo>
                    <a:pt x="800688" y="25855"/>
                  </a:lnTo>
                  <a:lnTo>
                    <a:pt x="803152" y="24485"/>
                  </a:lnTo>
                  <a:lnTo>
                    <a:pt x="805616" y="23137"/>
                  </a:lnTo>
                  <a:lnTo>
                    <a:pt x="808079" y="21819"/>
                  </a:lnTo>
                  <a:lnTo>
                    <a:pt x="810543" y="20528"/>
                  </a:lnTo>
                  <a:lnTo>
                    <a:pt x="813006" y="19261"/>
                  </a:lnTo>
                  <a:lnTo>
                    <a:pt x="815470" y="18019"/>
                  </a:lnTo>
                  <a:lnTo>
                    <a:pt x="817934" y="16817"/>
                  </a:lnTo>
                  <a:lnTo>
                    <a:pt x="820397" y="15643"/>
                  </a:lnTo>
                  <a:lnTo>
                    <a:pt x="822861" y="14495"/>
                  </a:lnTo>
                  <a:lnTo>
                    <a:pt x="825325" y="13385"/>
                  </a:lnTo>
                  <a:lnTo>
                    <a:pt x="827788" y="12315"/>
                  </a:lnTo>
                  <a:lnTo>
                    <a:pt x="830252" y="11275"/>
                  </a:lnTo>
                  <a:lnTo>
                    <a:pt x="832716" y="10266"/>
                  </a:lnTo>
                  <a:lnTo>
                    <a:pt x="835179" y="9310"/>
                  </a:lnTo>
                  <a:lnTo>
                    <a:pt x="837643" y="8390"/>
                  </a:lnTo>
                  <a:lnTo>
                    <a:pt x="840107" y="7505"/>
                  </a:lnTo>
                  <a:lnTo>
                    <a:pt x="842570" y="6663"/>
                  </a:lnTo>
                  <a:lnTo>
                    <a:pt x="845034" y="5875"/>
                  </a:lnTo>
                  <a:lnTo>
                    <a:pt x="847498" y="5125"/>
                  </a:lnTo>
                  <a:lnTo>
                    <a:pt x="849961" y="4414"/>
                  </a:lnTo>
                  <a:lnTo>
                    <a:pt x="852425" y="3762"/>
                  </a:lnTo>
                  <a:lnTo>
                    <a:pt x="854889" y="3159"/>
                  </a:lnTo>
                  <a:lnTo>
                    <a:pt x="857352" y="2598"/>
                  </a:lnTo>
                  <a:lnTo>
                    <a:pt x="859816" y="2085"/>
                  </a:lnTo>
                  <a:lnTo>
                    <a:pt x="862280" y="1639"/>
                  </a:lnTo>
                  <a:lnTo>
                    <a:pt x="864743" y="1239"/>
                  </a:lnTo>
                  <a:lnTo>
                    <a:pt x="867207" y="885"/>
                  </a:lnTo>
                  <a:lnTo>
                    <a:pt x="869671" y="595"/>
                  </a:lnTo>
                  <a:lnTo>
                    <a:pt x="872134" y="365"/>
                  </a:lnTo>
                  <a:lnTo>
                    <a:pt x="874598" y="184"/>
                  </a:lnTo>
                  <a:lnTo>
                    <a:pt x="877062" y="52"/>
                  </a:lnTo>
                  <a:lnTo>
                    <a:pt x="879525" y="0"/>
                  </a:lnTo>
                  <a:lnTo>
                    <a:pt x="881989" y="0"/>
                  </a:lnTo>
                  <a:lnTo>
                    <a:pt x="884453" y="50"/>
                  </a:lnTo>
                  <a:lnTo>
                    <a:pt x="886916" y="164"/>
                  </a:lnTo>
                  <a:lnTo>
                    <a:pt x="889380" y="351"/>
                  </a:lnTo>
                  <a:lnTo>
                    <a:pt x="891844" y="590"/>
                  </a:lnTo>
                  <a:lnTo>
                    <a:pt x="894307" y="881"/>
                  </a:lnTo>
                  <a:lnTo>
                    <a:pt x="896771" y="1252"/>
                  </a:lnTo>
                  <a:lnTo>
                    <a:pt x="899235" y="1683"/>
                  </a:lnTo>
                  <a:lnTo>
                    <a:pt x="901698" y="2167"/>
                  </a:lnTo>
                  <a:lnTo>
                    <a:pt x="904162" y="2711"/>
                  </a:lnTo>
                  <a:lnTo>
                    <a:pt x="906625" y="3335"/>
                  </a:lnTo>
                  <a:lnTo>
                    <a:pt x="909089" y="4012"/>
                  </a:lnTo>
                  <a:lnTo>
                    <a:pt x="911553" y="4743"/>
                  </a:lnTo>
                  <a:lnTo>
                    <a:pt x="914016" y="5546"/>
                  </a:lnTo>
                  <a:lnTo>
                    <a:pt x="916480" y="6415"/>
                  </a:lnTo>
                  <a:lnTo>
                    <a:pt x="918944" y="7335"/>
                  </a:lnTo>
                  <a:lnTo>
                    <a:pt x="921407" y="8308"/>
                  </a:lnTo>
                  <a:lnTo>
                    <a:pt x="923871" y="9363"/>
                  </a:lnTo>
                  <a:lnTo>
                    <a:pt x="926335" y="10469"/>
                  </a:lnTo>
                  <a:lnTo>
                    <a:pt x="928798" y="11624"/>
                  </a:lnTo>
                  <a:lnTo>
                    <a:pt x="931262" y="12841"/>
                  </a:lnTo>
                  <a:lnTo>
                    <a:pt x="933726" y="14122"/>
                  </a:lnTo>
                  <a:lnTo>
                    <a:pt x="936189" y="15451"/>
                  </a:lnTo>
                  <a:lnTo>
                    <a:pt x="938653" y="16825"/>
                  </a:lnTo>
                  <a:lnTo>
                    <a:pt x="941117" y="18267"/>
                  </a:lnTo>
                  <a:lnTo>
                    <a:pt x="943580" y="19757"/>
                  </a:lnTo>
                  <a:lnTo>
                    <a:pt x="946044" y="21288"/>
                  </a:lnTo>
                  <a:lnTo>
                    <a:pt x="948508" y="22867"/>
                  </a:lnTo>
                  <a:lnTo>
                    <a:pt x="950971" y="24503"/>
                  </a:lnTo>
                  <a:lnTo>
                    <a:pt x="953435" y="26176"/>
                  </a:lnTo>
                  <a:lnTo>
                    <a:pt x="955899" y="27885"/>
                  </a:lnTo>
                  <a:lnTo>
                    <a:pt x="958362" y="29643"/>
                  </a:lnTo>
                  <a:lnTo>
                    <a:pt x="960826" y="31439"/>
                  </a:lnTo>
                  <a:lnTo>
                    <a:pt x="963290" y="33266"/>
                  </a:lnTo>
                  <a:lnTo>
                    <a:pt x="965753" y="35124"/>
                  </a:lnTo>
                  <a:lnTo>
                    <a:pt x="968217" y="37024"/>
                  </a:lnTo>
                  <a:lnTo>
                    <a:pt x="970681" y="38948"/>
                  </a:lnTo>
                  <a:lnTo>
                    <a:pt x="973144" y="40895"/>
                  </a:lnTo>
                  <a:lnTo>
                    <a:pt x="975608" y="42871"/>
                  </a:lnTo>
                  <a:lnTo>
                    <a:pt x="978072" y="44871"/>
                  </a:lnTo>
                  <a:lnTo>
                    <a:pt x="980535" y="46887"/>
                  </a:lnTo>
                  <a:lnTo>
                    <a:pt x="982999" y="48920"/>
                  </a:lnTo>
                  <a:lnTo>
                    <a:pt x="985463" y="50972"/>
                  </a:lnTo>
                  <a:lnTo>
                    <a:pt x="987926" y="53035"/>
                  </a:lnTo>
                  <a:lnTo>
                    <a:pt x="990390" y="55108"/>
                  </a:lnTo>
                  <a:lnTo>
                    <a:pt x="992853" y="57189"/>
                  </a:lnTo>
                  <a:lnTo>
                    <a:pt x="995317" y="59277"/>
                  </a:lnTo>
                  <a:lnTo>
                    <a:pt x="997781" y="61367"/>
                  </a:lnTo>
                  <a:lnTo>
                    <a:pt x="1000244" y="63459"/>
                  </a:lnTo>
                  <a:lnTo>
                    <a:pt x="1002708" y="65550"/>
                  </a:lnTo>
                  <a:lnTo>
                    <a:pt x="1005172" y="67638"/>
                  </a:lnTo>
                  <a:lnTo>
                    <a:pt x="1007635" y="69721"/>
                  </a:lnTo>
                  <a:lnTo>
                    <a:pt x="1010099" y="71798"/>
                  </a:lnTo>
                  <a:lnTo>
                    <a:pt x="1012563" y="73863"/>
                  </a:lnTo>
                  <a:lnTo>
                    <a:pt x="1015026" y="75917"/>
                  </a:lnTo>
                  <a:lnTo>
                    <a:pt x="1017490" y="77962"/>
                  </a:lnTo>
                  <a:lnTo>
                    <a:pt x="1019954" y="79990"/>
                  </a:lnTo>
                  <a:lnTo>
                    <a:pt x="1022417" y="82000"/>
                  </a:lnTo>
                  <a:lnTo>
                    <a:pt x="1024881" y="83995"/>
                  </a:lnTo>
                  <a:lnTo>
                    <a:pt x="1027345" y="85973"/>
                  </a:lnTo>
                  <a:lnTo>
                    <a:pt x="1029808" y="87924"/>
                  </a:lnTo>
                  <a:lnTo>
                    <a:pt x="1032272" y="89856"/>
                  </a:lnTo>
                  <a:lnTo>
                    <a:pt x="1034736" y="91767"/>
                  </a:lnTo>
                  <a:lnTo>
                    <a:pt x="1037199" y="93654"/>
                  </a:lnTo>
                  <a:lnTo>
                    <a:pt x="1039663" y="95510"/>
                  </a:lnTo>
                  <a:lnTo>
                    <a:pt x="1042127" y="97344"/>
                  </a:lnTo>
                  <a:lnTo>
                    <a:pt x="1044590" y="99155"/>
                  </a:lnTo>
                  <a:lnTo>
                    <a:pt x="1047054" y="100931"/>
                  </a:lnTo>
                  <a:lnTo>
                    <a:pt x="1049518" y="102679"/>
                  </a:lnTo>
                  <a:lnTo>
                    <a:pt x="1051981" y="104403"/>
                  </a:lnTo>
                  <a:lnTo>
                    <a:pt x="1054445" y="106098"/>
                  </a:lnTo>
                  <a:lnTo>
                    <a:pt x="1056909" y="107755"/>
                  </a:lnTo>
                  <a:lnTo>
                    <a:pt x="1059372" y="109385"/>
                  </a:lnTo>
                  <a:lnTo>
                    <a:pt x="1061836" y="110990"/>
                  </a:lnTo>
                  <a:lnTo>
                    <a:pt x="1064300" y="112558"/>
                  </a:lnTo>
                  <a:lnTo>
                    <a:pt x="1066763" y="114093"/>
                  </a:lnTo>
                  <a:lnTo>
                    <a:pt x="1069227" y="115602"/>
                  </a:lnTo>
                  <a:lnTo>
                    <a:pt x="1071691" y="117084"/>
                  </a:lnTo>
                  <a:lnTo>
                    <a:pt x="1074154" y="118523"/>
                  </a:lnTo>
                  <a:lnTo>
                    <a:pt x="1076618" y="119936"/>
                  </a:lnTo>
                  <a:lnTo>
                    <a:pt x="1079082" y="121322"/>
                  </a:lnTo>
                  <a:lnTo>
                    <a:pt x="1081545" y="122675"/>
                  </a:lnTo>
                  <a:lnTo>
                    <a:pt x="1084009" y="123993"/>
                  </a:lnTo>
                  <a:lnTo>
                    <a:pt x="1086472" y="125285"/>
                  </a:lnTo>
                  <a:lnTo>
                    <a:pt x="1088936" y="126552"/>
                  </a:lnTo>
                  <a:lnTo>
                    <a:pt x="1091400" y="127780"/>
                  </a:lnTo>
                  <a:lnTo>
                    <a:pt x="1093863" y="128981"/>
                  </a:lnTo>
                  <a:lnTo>
                    <a:pt x="1096327" y="130157"/>
                  </a:lnTo>
                  <a:lnTo>
                    <a:pt x="1098791" y="131306"/>
                  </a:lnTo>
                  <a:lnTo>
                    <a:pt x="1101254" y="132419"/>
                  </a:lnTo>
                  <a:lnTo>
                    <a:pt x="1103718" y="133509"/>
                  </a:lnTo>
                  <a:lnTo>
                    <a:pt x="1106182" y="134576"/>
                  </a:lnTo>
                  <a:lnTo>
                    <a:pt x="1108645" y="135611"/>
                  </a:lnTo>
                  <a:lnTo>
                    <a:pt x="1111109" y="136620"/>
                  </a:lnTo>
                  <a:lnTo>
                    <a:pt x="1113573" y="137606"/>
                  </a:lnTo>
                  <a:lnTo>
                    <a:pt x="1116036" y="138571"/>
                  </a:lnTo>
                  <a:lnTo>
                    <a:pt x="1118500" y="139502"/>
                  </a:lnTo>
                  <a:lnTo>
                    <a:pt x="1120964" y="140413"/>
                  </a:lnTo>
                  <a:lnTo>
                    <a:pt x="1123427" y="141304"/>
                  </a:lnTo>
                  <a:lnTo>
                    <a:pt x="1125891" y="142169"/>
                  </a:lnTo>
                  <a:lnTo>
                    <a:pt x="1128355" y="143009"/>
                  </a:lnTo>
                  <a:lnTo>
                    <a:pt x="1130818" y="143830"/>
                  </a:lnTo>
                  <a:lnTo>
                    <a:pt x="1133282" y="144633"/>
                  </a:lnTo>
                  <a:lnTo>
                    <a:pt x="1135746" y="145408"/>
                  </a:lnTo>
                  <a:lnTo>
                    <a:pt x="1138209" y="146164"/>
                  </a:lnTo>
                  <a:lnTo>
                    <a:pt x="1140673" y="146903"/>
                  </a:lnTo>
                  <a:lnTo>
                    <a:pt x="1143137" y="147622"/>
                  </a:lnTo>
                  <a:lnTo>
                    <a:pt x="1145600" y="148317"/>
                  </a:lnTo>
                  <a:lnTo>
                    <a:pt x="1148064" y="148995"/>
                  </a:lnTo>
                  <a:lnTo>
                    <a:pt x="1150528" y="149659"/>
                  </a:lnTo>
                  <a:lnTo>
                    <a:pt x="1152991" y="150299"/>
                  </a:lnTo>
                  <a:lnTo>
                    <a:pt x="1155455" y="150922"/>
                  </a:lnTo>
                  <a:lnTo>
                    <a:pt x="1157919" y="151530"/>
                  </a:lnTo>
                  <a:lnTo>
                    <a:pt x="1160382" y="152123"/>
                  </a:lnTo>
                  <a:lnTo>
                    <a:pt x="1162846" y="152693"/>
                  </a:lnTo>
                  <a:lnTo>
                    <a:pt x="1165310" y="153249"/>
                  </a:lnTo>
                  <a:lnTo>
                    <a:pt x="1167773" y="153791"/>
                  </a:lnTo>
                  <a:lnTo>
                    <a:pt x="1170237" y="154316"/>
                  </a:lnTo>
                  <a:lnTo>
                    <a:pt x="1172701" y="154823"/>
                  </a:lnTo>
                  <a:lnTo>
                    <a:pt x="1175164" y="155317"/>
                  </a:lnTo>
                  <a:lnTo>
                    <a:pt x="1177628" y="155799"/>
                  </a:lnTo>
                  <a:lnTo>
                    <a:pt x="1180091" y="156261"/>
                  </a:lnTo>
                  <a:lnTo>
                    <a:pt x="1182555" y="156710"/>
                  </a:lnTo>
                  <a:lnTo>
                    <a:pt x="1185019" y="157147"/>
                  </a:lnTo>
                  <a:lnTo>
                    <a:pt x="1187482" y="157570"/>
                  </a:lnTo>
                  <a:lnTo>
                    <a:pt x="1189946" y="157976"/>
                  </a:lnTo>
                  <a:lnTo>
                    <a:pt x="1192410" y="158371"/>
                  </a:lnTo>
                  <a:lnTo>
                    <a:pt x="1194873" y="158755"/>
                  </a:lnTo>
                  <a:lnTo>
                    <a:pt x="1197337" y="159123"/>
                  </a:lnTo>
                  <a:lnTo>
                    <a:pt x="1199801" y="159479"/>
                  </a:lnTo>
                  <a:lnTo>
                    <a:pt x="1202264" y="159824"/>
                  </a:lnTo>
                  <a:lnTo>
                    <a:pt x="1204728" y="160158"/>
                  </a:lnTo>
                  <a:lnTo>
                    <a:pt x="1207192" y="160477"/>
                  </a:lnTo>
                  <a:lnTo>
                    <a:pt x="1209655" y="160786"/>
                  </a:lnTo>
                  <a:lnTo>
                    <a:pt x="1212119" y="161086"/>
                  </a:lnTo>
                  <a:lnTo>
                    <a:pt x="1214583" y="161373"/>
                  </a:lnTo>
                  <a:lnTo>
                    <a:pt x="1217046" y="161648"/>
                  </a:lnTo>
                  <a:lnTo>
                    <a:pt x="1219510" y="161915"/>
                  </a:lnTo>
                  <a:lnTo>
                    <a:pt x="1221974" y="162172"/>
                  </a:lnTo>
                  <a:lnTo>
                    <a:pt x="1224437" y="162417"/>
                  </a:lnTo>
                  <a:lnTo>
                    <a:pt x="1226901" y="162653"/>
                  </a:lnTo>
                  <a:lnTo>
                    <a:pt x="1229365" y="162881"/>
                  </a:lnTo>
                  <a:lnTo>
                    <a:pt x="1231828" y="163099"/>
                  </a:lnTo>
                  <a:lnTo>
                    <a:pt x="1234292" y="163307"/>
                  </a:lnTo>
                  <a:lnTo>
                    <a:pt x="1236756" y="163508"/>
                  </a:lnTo>
                  <a:lnTo>
                    <a:pt x="1239219" y="163702"/>
                  </a:lnTo>
                  <a:lnTo>
                    <a:pt x="1241683" y="163885"/>
                  </a:lnTo>
                  <a:lnTo>
                    <a:pt x="1244147" y="164061"/>
                  </a:lnTo>
                  <a:lnTo>
                    <a:pt x="1246610" y="164230"/>
                  </a:lnTo>
                  <a:lnTo>
                    <a:pt x="1249074" y="164392"/>
                  </a:lnTo>
                  <a:lnTo>
                    <a:pt x="1251538" y="164545"/>
                  </a:lnTo>
                  <a:lnTo>
                    <a:pt x="1254001" y="164693"/>
                  </a:lnTo>
                  <a:lnTo>
                    <a:pt x="1256465" y="164835"/>
                  </a:lnTo>
                  <a:lnTo>
                    <a:pt x="1258929" y="164969"/>
                  </a:lnTo>
                  <a:lnTo>
                    <a:pt x="1258929" y="167253"/>
                  </a:lnTo>
                  <a:lnTo>
                    <a:pt x="1256465" y="167253"/>
                  </a:lnTo>
                  <a:lnTo>
                    <a:pt x="1254001" y="167253"/>
                  </a:lnTo>
                  <a:lnTo>
                    <a:pt x="1251538" y="167253"/>
                  </a:lnTo>
                  <a:lnTo>
                    <a:pt x="1249074" y="167253"/>
                  </a:lnTo>
                  <a:lnTo>
                    <a:pt x="1246610" y="167253"/>
                  </a:lnTo>
                  <a:lnTo>
                    <a:pt x="1244147" y="167253"/>
                  </a:lnTo>
                  <a:lnTo>
                    <a:pt x="1241683" y="167253"/>
                  </a:lnTo>
                  <a:lnTo>
                    <a:pt x="1239219" y="167253"/>
                  </a:lnTo>
                  <a:lnTo>
                    <a:pt x="1236756" y="167253"/>
                  </a:lnTo>
                  <a:lnTo>
                    <a:pt x="1234292" y="167253"/>
                  </a:lnTo>
                  <a:lnTo>
                    <a:pt x="1231828" y="167253"/>
                  </a:lnTo>
                  <a:lnTo>
                    <a:pt x="1229365" y="167253"/>
                  </a:lnTo>
                  <a:lnTo>
                    <a:pt x="1226901" y="167253"/>
                  </a:lnTo>
                  <a:lnTo>
                    <a:pt x="1224437" y="167253"/>
                  </a:lnTo>
                  <a:lnTo>
                    <a:pt x="1221974" y="167253"/>
                  </a:lnTo>
                  <a:lnTo>
                    <a:pt x="1219510" y="167253"/>
                  </a:lnTo>
                  <a:lnTo>
                    <a:pt x="1217046" y="167253"/>
                  </a:lnTo>
                  <a:lnTo>
                    <a:pt x="1214583" y="167253"/>
                  </a:lnTo>
                  <a:lnTo>
                    <a:pt x="1212119" y="167253"/>
                  </a:lnTo>
                  <a:lnTo>
                    <a:pt x="1209655" y="167253"/>
                  </a:lnTo>
                  <a:lnTo>
                    <a:pt x="1207192" y="167253"/>
                  </a:lnTo>
                  <a:lnTo>
                    <a:pt x="1204728" y="167253"/>
                  </a:lnTo>
                  <a:lnTo>
                    <a:pt x="1202264" y="167253"/>
                  </a:lnTo>
                  <a:lnTo>
                    <a:pt x="1199801" y="167253"/>
                  </a:lnTo>
                  <a:lnTo>
                    <a:pt x="1197337" y="167253"/>
                  </a:lnTo>
                  <a:lnTo>
                    <a:pt x="1194873" y="167253"/>
                  </a:lnTo>
                  <a:lnTo>
                    <a:pt x="1192410" y="167253"/>
                  </a:lnTo>
                  <a:lnTo>
                    <a:pt x="1189946" y="167253"/>
                  </a:lnTo>
                  <a:lnTo>
                    <a:pt x="1187482" y="167253"/>
                  </a:lnTo>
                  <a:lnTo>
                    <a:pt x="1185019" y="167253"/>
                  </a:lnTo>
                  <a:lnTo>
                    <a:pt x="1182555" y="167253"/>
                  </a:lnTo>
                  <a:lnTo>
                    <a:pt x="1180091" y="167253"/>
                  </a:lnTo>
                  <a:lnTo>
                    <a:pt x="1177628" y="167253"/>
                  </a:lnTo>
                  <a:lnTo>
                    <a:pt x="1175164" y="167253"/>
                  </a:lnTo>
                  <a:lnTo>
                    <a:pt x="1172701" y="167253"/>
                  </a:lnTo>
                  <a:lnTo>
                    <a:pt x="1170237" y="167253"/>
                  </a:lnTo>
                  <a:lnTo>
                    <a:pt x="1167773" y="167253"/>
                  </a:lnTo>
                  <a:lnTo>
                    <a:pt x="1165310" y="167253"/>
                  </a:lnTo>
                  <a:lnTo>
                    <a:pt x="1162846" y="167253"/>
                  </a:lnTo>
                  <a:lnTo>
                    <a:pt x="1160382" y="167253"/>
                  </a:lnTo>
                  <a:lnTo>
                    <a:pt x="1157919" y="167253"/>
                  </a:lnTo>
                  <a:lnTo>
                    <a:pt x="1155455" y="167253"/>
                  </a:lnTo>
                  <a:lnTo>
                    <a:pt x="1152991" y="167253"/>
                  </a:lnTo>
                  <a:lnTo>
                    <a:pt x="1150528" y="167253"/>
                  </a:lnTo>
                  <a:lnTo>
                    <a:pt x="1148064" y="167253"/>
                  </a:lnTo>
                  <a:lnTo>
                    <a:pt x="1145600" y="167253"/>
                  </a:lnTo>
                  <a:lnTo>
                    <a:pt x="1143137" y="167253"/>
                  </a:lnTo>
                  <a:lnTo>
                    <a:pt x="1140673" y="167253"/>
                  </a:lnTo>
                  <a:lnTo>
                    <a:pt x="1138209" y="167253"/>
                  </a:lnTo>
                  <a:lnTo>
                    <a:pt x="1135746" y="167253"/>
                  </a:lnTo>
                  <a:lnTo>
                    <a:pt x="1133282" y="167253"/>
                  </a:lnTo>
                  <a:lnTo>
                    <a:pt x="1130818" y="167253"/>
                  </a:lnTo>
                  <a:lnTo>
                    <a:pt x="1128355" y="167253"/>
                  </a:lnTo>
                  <a:lnTo>
                    <a:pt x="1125891" y="167253"/>
                  </a:lnTo>
                  <a:lnTo>
                    <a:pt x="1123427" y="167253"/>
                  </a:lnTo>
                  <a:lnTo>
                    <a:pt x="1120964" y="167253"/>
                  </a:lnTo>
                  <a:lnTo>
                    <a:pt x="1118500" y="167253"/>
                  </a:lnTo>
                  <a:lnTo>
                    <a:pt x="1116036" y="167253"/>
                  </a:lnTo>
                  <a:lnTo>
                    <a:pt x="1113573" y="167253"/>
                  </a:lnTo>
                  <a:lnTo>
                    <a:pt x="1111109" y="167253"/>
                  </a:lnTo>
                  <a:lnTo>
                    <a:pt x="1108645" y="167253"/>
                  </a:lnTo>
                  <a:lnTo>
                    <a:pt x="1106182" y="167253"/>
                  </a:lnTo>
                  <a:lnTo>
                    <a:pt x="1103718" y="167253"/>
                  </a:lnTo>
                  <a:lnTo>
                    <a:pt x="1101254" y="167253"/>
                  </a:lnTo>
                  <a:lnTo>
                    <a:pt x="1098791" y="167253"/>
                  </a:lnTo>
                  <a:lnTo>
                    <a:pt x="1096327" y="167253"/>
                  </a:lnTo>
                  <a:lnTo>
                    <a:pt x="1093863" y="167253"/>
                  </a:lnTo>
                  <a:lnTo>
                    <a:pt x="1091400" y="167253"/>
                  </a:lnTo>
                  <a:lnTo>
                    <a:pt x="1088936" y="167253"/>
                  </a:lnTo>
                  <a:lnTo>
                    <a:pt x="1086472" y="167253"/>
                  </a:lnTo>
                  <a:lnTo>
                    <a:pt x="1084009" y="167253"/>
                  </a:lnTo>
                  <a:lnTo>
                    <a:pt x="1081545" y="167253"/>
                  </a:lnTo>
                  <a:lnTo>
                    <a:pt x="1079082" y="167253"/>
                  </a:lnTo>
                  <a:lnTo>
                    <a:pt x="1076618" y="167253"/>
                  </a:lnTo>
                  <a:lnTo>
                    <a:pt x="1074154" y="167253"/>
                  </a:lnTo>
                  <a:lnTo>
                    <a:pt x="1071691" y="167253"/>
                  </a:lnTo>
                  <a:lnTo>
                    <a:pt x="1069227" y="167253"/>
                  </a:lnTo>
                  <a:lnTo>
                    <a:pt x="1066763" y="167253"/>
                  </a:lnTo>
                  <a:lnTo>
                    <a:pt x="1064300" y="167253"/>
                  </a:lnTo>
                  <a:lnTo>
                    <a:pt x="1061836" y="167253"/>
                  </a:lnTo>
                  <a:lnTo>
                    <a:pt x="1059372" y="167253"/>
                  </a:lnTo>
                  <a:lnTo>
                    <a:pt x="1056909" y="167253"/>
                  </a:lnTo>
                  <a:lnTo>
                    <a:pt x="1054445" y="167253"/>
                  </a:lnTo>
                  <a:lnTo>
                    <a:pt x="1051981" y="167253"/>
                  </a:lnTo>
                  <a:lnTo>
                    <a:pt x="1049518" y="167253"/>
                  </a:lnTo>
                  <a:lnTo>
                    <a:pt x="1047054" y="167253"/>
                  </a:lnTo>
                  <a:lnTo>
                    <a:pt x="1044590" y="167253"/>
                  </a:lnTo>
                  <a:lnTo>
                    <a:pt x="1042127" y="167253"/>
                  </a:lnTo>
                  <a:lnTo>
                    <a:pt x="1039663" y="167253"/>
                  </a:lnTo>
                  <a:lnTo>
                    <a:pt x="1037199" y="167253"/>
                  </a:lnTo>
                  <a:lnTo>
                    <a:pt x="1034736" y="167253"/>
                  </a:lnTo>
                  <a:lnTo>
                    <a:pt x="1032272" y="167253"/>
                  </a:lnTo>
                  <a:lnTo>
                    <a:pt x="1029808" y="167253"/>
                  </a:lnTo>
                  <a:lnTo>
                    <a:pt x="1027345" y="167253"/>
                  </a:lnTo>
                  <a:lnTo>
                    <a:pt x="1024881" y="167253"/>
                  </a:lnTo>
                  <a:lnTo>
                    <a:pt x="1022417" y="167253"/>
                  </a:lnTo>
                  <a:lnTo>
                    <a:pt x="1019954" y="167253"/>
                  </a:lnTo>
                  <a:lnTo>
                    <a:pt x="1017490" y="167253"/>
                  </a:lnTo>
                  <a:lnTo>
                    <a:pt x="1015026" y="167253"/>
                  </a:lnTo>
                  <a:lnTo>
                    <a:pt x="1012563" y="167253"/>
                  </a:lnTo>
                  <a:lnTo>
                    <a:pt x="1010099" y="167253"/>
                  </a:lnTo>
                  <a:lnTo>
                    <a:pt x="1007635" y="167253"/>
                  </a:lnTo>
                  <a:lnTo>
                    <a:pt x="1005172" y="167253"/>
                  </a:lnTo>
                  <a:lnTo>
                    <a:pt x="1002708" y="167253"/>
                  </a:lnTo>
                  <a:lnTo>
                    <a:pt x="1000244" y="167253"/>
                  </a:lnTo>
                  <a:lnTo>
                    <a:pt x="997781" y="167253"/>
                  </a:lnTo>
                  <a:lnTo>
                    <a:pt x="995317" y="167253"/>
                  </a:lnTo>
                  <a:lnTo>
                    <a:pt x="992853" y="167253"/>
                  </a:lnTo>
                  <a:lnTo>
                    <a:pt x="990390" y="167253"/>
                  </a:lnTo>
                  <a:lnTo>
                    <a:pt x="987926" y="167253"/>
                  </a:lnTo>
                  <a:lnTo>
                    <a:pt x="985463" y="167253"/>
                  </a:lnTo>
                  <a:lnTo>
                    <a:pt x="982999" y="167253"/>
                  </a:lnTo>
                  <a:lnTo>
                    <a:pt x="980535" y="167253"/>
                  </a:lnTo>
                  <a:lnTo>
                    <a:pt x="978072" y="167253"/>
                  </a:lnTo>
                  <a:lnTo>
                    <a:pt x="975608" y="167253"/>
                  </a:lnTo>
                  <a:lnTo>
                    <a:pt x="973144" y="167253"/>
                  </a:lnTo>
                  <a:lnTo>
                    <a:pt x="970681" y="167253"/>
                  </a:lnTo>
                  <a:lnTo>
                    <a:pt x="968217" y="167253"/>
                  </a:lnTo>
                  <a:lnTo>
                    <a:pt x="965753" y="167253"/>
                  </a:lnTo>
                  <a:lnTo>
                    <a:pt x="963290" y="167253"/>
                  </a:lnTo>
                  <a:lnTo>
                    <a:pt x="960826" y="167253"/>
                  </a:lnTo>
                  <a:lnTo>
                    <a:pt x="958362" y="167253"/>
                  </a:lnTo>
                  <a:lnTo>
                    <a:pt x="955899" y="167253"/>
                  </a:lnTo>
                  <a:lnTo>
                    <a:pt x="953435" y="167253"/>
                  </a:lnTo>
                  <a:lnTo>
                    <a:pt x="950971" y="167253"/>
                  </a:lnTo>
                  <a:lnTo>
                    <a:pt x="948508" y="167253"/>
                  </a:lnTo>
                  <a:lnTo>
                    <a:pt x="946044" y="167253"/>
                  </a:lnTo>
                  <a:lnTo>
                    <a:pt x="943580" y="167253"/>
                  </a:lnTo>
                  <a:lnTo>
                    <a:pt x="941117" y="167253"/>
                  </a:lnTo>
                  <a:lnTo>
                    <a:pt x="938653" y="167253"/>
                  </a:lnTo>
                  <a:lnTo>
                    <a:pt x="936189" y="167253"/>
                  </a:lnTo>
                  <a:lnTo>
                    <a:pt x="933726" y="167253"/>
                  </a:lnTo>
                  <a:lnTo>
                    <a:pt x="931262" y="167253"/>
                  </a:lnTo>
                  <a:lnTo>
                    <a:pt x="928798" y="167253"/>
                  </a:lnTo>
                  <a:lnTo>
                    <a:pt x="926335" y="167253"/>
                  </a:lnTo>
                  <a:lnTo>
                    <a:pt x="923871" y="167253"/>
                  </a:lnTo>
                  <a:lnTo>
                    <a:pt x="921407" y="167253"/>
                  </a:lnTo>
                  <a:lnTo>
                    <a:pt x="918944" y="167253"/>
                  </a:lnTo>
                  <a:lnTo>
                    <a:pt x="916480" y="167253"/>
                  </a:lnTo>
                  <a:lnTo>
                    <a:pt x="914016" y="167253"/>
                  </a:lnTo>
                  <a:lnTo>
                    <a:pt x="911553" y="167253"/>
                  </a:lnTo>
                  <a:lnTo>
                    <a:pt x="909089" y="167253"/>
                  </a:lnTo>
                  <a:lnTo>
                    <a:pt x="906625" y="167253"/>
                  </a:lnTo>
                  <a:lnTo>
                    <a:pt x="904162" y="167253"/>
                  </a:lnTo>
                  <a:lnTo>
                    <a:pt x="901698" y="167253"/>
                  </a:lnTo>
                  <a:lnTo>
                    <a:pt x="899235" y="167253"/>
                  </a:lnTo>
                  <a:lnTo>
                    <a:pt x="896771" y="167253"/>
                  </a:lnTo>
                  <a:lnTo>
                    <a:pt x="894307" y="167253"/>
                  </a:lnTo>
                  <a:lnTo>
                    <a:pt x="891844" y="167253"/>
                  </a:lnTo>
                  <a:lnTo>
                    <a:pt x="889380" y="167253"/>
                  </a:lnTo>
                  <a:lnTo>
                    <a:pt x="886916" y="167253"/>
                  </a:lnTo>
                  <a:lnTo>
                    <a:pt x="884453" y="167253"/>
                  </a:lnTo>
                  <a:lnTo>
                    <a:pt x="881989" y="167253"/>
                  </a:lnTo>
                  <a:lnTo>
                    <a:pt x="879525" y="167253"/>
                  </a:lnTo>
                  <a:lnTo>
                    <a:pt x="877062" y="167253"/>
                  </a:lnTo>
                  <a:lnTo>
                    <a:pt x="874598" y="167253"/>
                  </a:lnTo>
                  <a:lnTo>
                    <a:pt x="872134" y="167253"/>
                  </a:lnTo>
                  <a:lnTo>
                    <a:pt x="869671" y="167253"/>
                  </a:lnTo>
                  <a:lnTo>
                    <a:pt x="867207" y="167253"/>
                  </a:lnTo>
                  <a:lnTo>
                    <a:pt x="864743" y="167253"/>
                  </a:lnTo>
                  <a:lnTo>
                    <a:pt x="862280" y="167253"/>
                  </a:lnTo>
                  <a:lnTo>
                    <a:pt x="859816" y="167253"/>
                  </a:lnTo>
                  <a:lnTo>
                    <a:pt x="857352" y="167253"/>
                  </a:lnTo>
                  <a:lnTo>
                    <a:pt x="854889" y="167253"/>
                  </a:lnTo>
                  <a:lnTo>
                    <a:pt x="852425" y="167253"/>
                  </a:lnTo>
                  <a:lnTo>
                    <a:pt x="849961" y="167253"/>
                  </a:lnTo>
                  <a:lnTo>
                    <a:pt x="847498" y="167253"/>
                  </a:lnTo>
                  <a:lnTo>
                    <a:pt x="845034" y="167253"/>
                  </a:lnTo>
                  <a:lnTo>
                    <a:pt x="842570" y="167253"/>
                  </a:lnTo>
                  <a:lnTo>
                    <a:pt x="840107" y="167253"/>
                  </a:lnTo>
                  <a:lnTo>
                    <a:pt x="837643" y="167253"/>
                  </a:lnTo>
                  <a:lnTo>
                    <a:pt x="835179" y="167253"/>
                  </a:lnTo>
                  <a:lnTo>
                    <a:pt x="832716" y="167253"/>
                  </a:lnTo>
                  <a:lnTo>
                    <a:pt x="830252" y="167253"/>
                  </a:lnTo>
                  <a:lnTo>
                    <a:pt x="827788" y="167253"/>
                  </a:lnTo>
                  <a:lnTo>
                    <a:pt x="825325" y="167253"/>
                  </a:lnTo>
                  <a:lnTo>
                    <a:pt x="822861" y="167253"/>
                  </a:lnTo>
                  <a:lnTo>
                    <a:pt x="820397" y="167253"/>
                  </a:lnTo>
                  <a:lnTo>
                    <a:pt x="817934" y="167253"/>
                  </a:lnTo>
                  <a:lnTo>
                    <a:pt x="815470" y="167253"/>
                  </a:lnTo>
                  <a:lnTo>
                    <a:pt x="813006" y="167253"/>
                  </a:lnTo>
                  <a:lnTo>
                    <a:pt x="810543" y="167253"/>
                  </a:lnTo>
                  <a:lnTo>
                    <a:pt x="808079" y="167253"/>
                  </a:lnTo>
                  <a:lnTo>
                    <a:pt x="805616" y="167253"/>
                  </a:lnTo>
                  <a:lnTo>
                    <a:pt x="803152" y="167253"/>
                  </a:lnTo>
                  <a:lnTo>
                    <a:pt x="800688" y="167253"/>
                  </a:lnTo>
                  <a:lnTo>
                    <a:pt x="798225" y="167253"/>
                  </a:lnTo>
                  <a:lnTo>
                    <a:pt x="795761" y="167253"/>
                  </a:lnTo>
                  <a:lnTo>
                    <a:pt x="793297" y="167253"/>
                  </a:lnTo>
                  <a:lnTo>
                    <a:pt x="790834" y="167253"/>
                  </a:lnTo>
                  <a:lnTo>
                    <a:pt x="788370" y="167253"/>
                  </a:lnTo>
                  <a:lnTo>
                    <a:pt x="785906" y="167253"/>
                  </a:lnTo>
                  <a:lnTo>
                    <a:pt x="783443" y="167253"/>
                  </a:lnTo>
                  <a:lnTo>
                    <a:pt x="780979" y="167253"/>
                  </a:lnTo>
                  <a:lnTo>
                    <a:pt x="778515" y="167253"/>
                  </a:lnTo>
                  <a:lnTo>
                    <a:pt x="776052" y="167253"/>
                  </a:lnTo>
                  <a:lnTo>
                    <a:pt x="773588" y="167253"/>
                  </a:lnTo>
                  <a:lnTo>
                    <a:pt x="771124" y="167253"/>
                  </a:lnTo>
                  <a:lnTo>
                    <a:pt x="768661" y="167253"/>
                  </a:lnTo>
                  <a:lnTo>
                    <a:pt x="766197" y="167253"/>
                  </a:lnTo>
                  <a:lnTo>
                    <a:pt x="763733" y="167253"/>
                  </a:lnTo>
                  <a:lnTo>
                    <a:pt x="761270" y="167253"/>
                  </a:lnTo>
                  <a:lnTo>
                    <a:pt x="758806" y="167253"/>
                  </a:lnTo>
                  <a:lnTo>
                    <a:pt x="756342" y="167253"/>
                  </a:lnTo>
                  <a:lnTo>
                    <a:pt x="753879" y="167253"/>
                  </a:lnTo>
                  <a:lnTo>
                    <a:pt x="751415" y="167253"/>
                  </a:lnTo>
                  <a:lnTo>
                    <a:pt x="748951" y="167253"/>
                  </a:lnTo>
                  <a:lnTo>
                    <a:pt x="746488" y="167253"/>
                  </a:lnTo>
                  <a:lnTo>
                    <a:pt x="744024" y="167253"/>
                  </a:lnTo>
                  <a:lnTo>
                    <a:pt x="741560" y="167253"/>
                  </a:lnTo>
                  <a:lnTo>
                    <a:pt x="739097" y="167253"/>
                  </a:lnTo>
                  <a:lnTo>
                    <a:pt x="736633" y="167253"/>
                  </a:lnTo>
                  <a:lnTo>
                    <a:pt x="734169" y="167253"/>
                  </a:lnTo>
                  <a:lnTo>
                    <a:pt x="731706" y="167253"/>
                  </a:lnTo>
                  <a:lnTo>
                    <a:pt x="729242" y="167253"/>
                  </a:lnTo>
                  <a:lnTo>
                    <a:pt x="726778" y="167253"/>
                  </a:lnTo>
                  <a:lnTo>
                    <a:pt x="724315" y="167253"/>
                  </a:lnTo>
                  <a:lnTo>
                    <a:pt x="721851" y="167253"/>
                  </a:lnTo>
                  <a:lnTo>
                    <a:pt x="719388" y="167253"/>
                  </a:lnTo>
                  <a:lnTo>
                    <a:pt x="716924" y="167253"/>
                  </a:lnTo>
                  <a:lnTo>
                    <a:pt x="714460" y="167253"/>
                  </a:lnTo>
                  <a:lnTo>
                    <a:pt x="711997" y="167253"/>
                  </a:lnTo>
                  <a:lnTo>
                    <a:pt x="709533" y="167253"/>
                  </a:lnTo>
                  <a:lnTo>
                    <a:pt x="707069" y="167253"/>
                  </a:lnTo>
                  <a:lnTo>
                    <a:pt x="704606" y="167253"/>
                  </a:lnTo>
                  <a:lnTo>
                    <a:pt x="702142" y="167253"/>
                  </a:lnTo>
                  <a:lnTo>
                    <a:pt x="699678" y="167253"/>
                  </a:lnTo>
                  <a:lnTo>
                    <a:pt x="697215" y="167253"/>
                  </a:lnTo>
                  <a:lnTo>
                    <a:pt x="694751" y="167253"/>
                  </a:lnTo>
                  <a:lnTo>
                    <a:pt x="692287" y="167253"/>
                  </a:lnTo>
                  <a:lnTo>
                    <a:pt x="689824" y="167253"/>
                  </a:lnTo>
                  <a:lnTo>
                    <a:pt x="687360" y="167253"/>
                  </a:lnTo>
                  <a:lnTo>
                    <a:pt x="684896" y="167253"/>
                  </a:lnTo>
                  <a:lnTo>
                    <a:pt x="682433" y="167253"/>
                  </a:lnTo>
                  <a:lnTo>
                    <a:pt x="679969" y="167253"/>
                  </a:lnTo>
                  <a:lnTo>
                    <a:pt x="677505" y="167253"/>
                  </a:lnTo>
                  <a:lnTo>
                    <a:pt x="675042" y="167253"/>
                  </a:lnTo>
                  <a:lnTo>
                    <a:pt x="672578" y="167253"/>
                  </a:lnTo>
                  <a:lnTo>
                    <a:pt x="670114" y="167253"/>
                  </a:lnTo>
                  <a:lnTo>
                    <a:pt x="667651" y="167253"/>
                  </a:lnTo>
                  <a:lnTo>
                    <a:pt x="665187" y="167253"/>
                  </a:lnTo>
                  <a:lnTo>
                    <a:pt x="662723" y="167253"/>
                  </a:lnTo>
                  <a:lnTo>
                    <a:pt x="660260" y="167253"/>
                  </a:lnTo>
                  <a:lnTo>
                    <a:pt x="657796" y="167253"/>
                  </a:lnTo>
                  <a:lnTo>
                    <a:pt x="655332" y="167253"/>
                  </a:lnTo>
                  <a:lnTo>
                    <a:pt x="652869" y="167253"/>
                  </a:lnTo>
                  <a:lnTo>
                    <a:pt x="650405" y="167253"/>
                  </a:lnTo>
                  <a:lnTo>
                    <a:pt x="647941" y="167253"/>
                  </a:lnTo>
                  <a:lnTo>
                    <a:pt x="645478" y="167253"/>
                  </a:lnTo>
                  <a:lnTo>
                    <a:pt x="643014" y="167253"/>
                  </a:lnTo>
                  <a:lnTo>
                    <a:pt x="640550" y="167253"/>
                  </a:lnTo>
                  <a:lnTo>
                    <a:pt x="638087" y="167253"/>
                  </a:lnTo>
                  <a:lnTo>
                    <a:pt x="635623" y="167253"/>
                  </a:lnTo>
                  <a:lnTo>
                    <a:pt x="633159" y="167253"/>
                  </a:lnTo>
                  <a:lnTo>
                    <a:pt x="630696" y="167253"/>
                  </a:lnTo>
                  <a:lnTo>
                    <a:pt x="628232" y="167253"/>
                  </a:lnTo>
                  <a:lnTo>
                    <a:pt x="625769" y="167253"/>
                  </a:lnTo>
                  <a:lnTo>
                    <a:pt x="623305" y="167253"/>
                  </a:lnTo>
                  <a:lnTo>
                    <a:pt x="620841" y="167253"/>
                  </a:lnTo>
                  <a:lnTo>
                    <a:pt x="618378" y="167253"/>
                  </a:lnTo>
                  <a:lnTo>
                    <a:pt x="615914" y="167253"/>
                  </a:lnTo>
                  <a:lnTo>
                    <a:pt x="613450" y="167253"/>
                  </a:lnTo>
                  <a:lnTo>
                    <a:pt x="610987" y="167253"/>
                  </a:lnTo>
                  <a:lnTo>
                    <a:pt x="608523" y="167253"/>
                  </a:lnTo>
                  <a:lnTo>
                    <a:pt x="606059" y="167253"/>
                  </a:lnTo>
                  <a:lnTo>
                    <a:pt x="603596" y="167253"/>
                  </a:lnTo>
                  <a:lnTo>
                    <a:pt x="601132" y="167253"/>
                  </a:lnTo>
                  <a:lnTo>
                    <a:pt x="598668" y="167253"/>
                  </a:lnTo>
                  <a:lnTo>
                    <a:pt x="596205" y="167253"/>
                  </a:lnTo>
                  <a:lnTo>
                    <a:pt x="593741" y="167253"/>
                  </a:lnTo>
                  <a:lnTo>
                    <a:pt x="591277" y="167253"/>
                  </a:lnTo>
                  <a:lnTo>
                    <a:pt x="588814" y="167253"/>
                  </a:lnTo>
                  <a:lnTo>
                    <a:pt x="586350" y="167253"/>
                  </a:lnTo>
                  <a:lnTo>
                    <a:pt x="583886" y="167253"/>
                  </a:lnTo>
                  <a:lnTo>
                    <a:pt x="581423" y="167253"/>
                  </a:lnTo>
                  <a:lnTo>
                    <a:pt x="578959" y="167253"/>
                  </a:lnTo>
                  <a:lnTo>
                    <a:pt x="576495" y="167253"/>
                  </a:lnTo>
                  <a:lnTo>
                    <a:pt x="574032" y="167253"/>
                  </a:lnTo>
                  <a:lnTo>
                    <a:pt x="571568" y="167253"/>
                  </a:lnTo>
                  <a:lnTo>
                    <a:pt x="569104" y="167253"/>
                  </a:lnTo>
                  <a:lnTo>
                    <a:pt x="566641" y="167253"/>
                  </a:lnTo>
                  <a:lnTo>
                    <a:pt x="564177" y="167253"/>
                  </a:lnTo>
                  <a:lnTo>
                    <a:pt x="561713" y="167253"/>
                  </a:lnTo>
                  <a:lnTo>
                    <a:pt x="559250" y="167253"/>
                  </a:lnTo>
                  <a:lnTo>
                    <a:pt x="556786" y="167253"/>
                  </a:lnTo>
                  <a:lnTo>
                    <a:pt x="554322" y="167253"/>
                  </a:lnTo>
                  <a:lnTo>
                    <a:pt x="551859" y="167253"/>
                  </a:lnTo>
                  <a:lnTo>
                    <a:pt x="549395" y="167253"/>
                  </a:lnTo>
                  <a:lnTo>
                    <a:pt x="546931" y="167253"/>
                  </a:lnTo>
                  <a:lnTo>
                    <a:pt x="544468" y="167253"/>
                  </a:lnTo>
                  <a:lnTo>
                    <a:pt x="542004" y="167253"/>
                  </a:lnTo>
                  <a:lnTo>
                    <a:pt x="539541" y="167253"/>
                  </a:lnTo>
                  <a:lnTo>
                    <a:pt x="537077" y="167253"/>
                  </a:lnTo>
                  <a:lnTo>
                    <a:pt x="534613" y="167253"/>
                  </a:lnTo>
                  <a:lnTo>
                    <a:pt x="532150" y="167253"/>
                  </a:lnTo>
                  <a:lnTo>
                    <a:pt x="529686" y="167253"/>
                  </a:lnTo>
                  <a:lnTo>
                    <a:pt x="527222" y="167253"/>
                  </a:lnTo>
                  <a:lnTo>
                    <a:pt x="524759" y="167253"/>
                  </a:lnTo>
                  <a:lnTo>
                    <a:pt x="522295" y="167253"/>
                  </a:lnTo>
                  <a:lnTo>
                    <a:pt x="519831" y="167253"/>
                  </a:lnTo>
                  <a:lnTo>
                    <a:pt x="517368" y="167253"/>
                  </a:lnTo>
                  <a:lnTo>
                    <a:pt x="514904" y="167253"/>
                  </a:lnTo>
                  <a:lnTo>
                    <a:pt x="512440" y="167253"/>
                  </a:lnTo>
                  <a:lnTo>
                    <a:pt x="509977" y="167253"/>
                  </a:lnTo>
                  <a:lnTo>
                    <a:pt x="507513" y="167253"/>
                  </a:lnTo>
                  <a:lnTo>
                    <a:pt x="505049" y="167253"/>
                  </a:lnTo>
                  <a:lnTo>
                    <a:pt x="502586" y="167253"/>
                  </a:lnTo>
                  <a:lnTo>
                    <a:pt x="500122" y="167253"/>
                  </a:lnTo>
                  <a:lnTo>
                    <a:pt x="497658" y="167253"/>
                  </a:lnTo>
                  <a:lnTo>
                    <a:pt x="495195" y="167253"/>
                  </a:lnTo>
                  <a:lnTo>
                    <a:pt x="492731" y="167253"/>
                  </a:lnTo>
                  <a:lnTo>
                    <a:pt x="490267" y="167253"/>
                  </a:lnTo>
                  <a:lnTo>
                    <a:pt x="487804" y="167253"/>
                  </a:lnTo>
                  <a:lnTo>
                    <a:pt x="485340" y="167253"/>
                  </a:lnTo>
                  <a:lnTo>
                    <a:pt x="482876" y="167253"/>
                  </a:lnTo>
                  <a:lnTo>
                    <a:pt x="480413" y="167253"/>
                  </a:lnTo>
                  <a:lnTo>
                    <a:pt x="477949" y="167253"/>
                  </a:lnTo>
                  <a:lnTo>
                    <a:pt x="475485" y="167253"/>
                  </a:lnTo>
                  <a:lnTo>
                    <a:pt x="473022" y="167253"/>
                  </a:lnTo>
                  <a:lnTo>
                    <a:pt x="470558" y="167253"/>
                  </a:lnTo>
                  <a:lnTo>
                    <a:pt x="468094" y="167253"/>
                  </a:lnTo>
                  <a:lnTo>
                    <a:pt x="465631" y="167253"/>
                  </a:lnTo>
                  <a:lnTo>
                    <a:pt x="463167" y="167253"/>
                  </a:lnTo>
                  <a:lnTo>
                    <a:pt x="460703" y="167253"/>
                  </a:lnTo>
                  <a:lnTo>
                    <a:pt x="458240" y="167253"/>
                  </a:lnTo>
                  <a:lnTo>
                    <a:pt x="455776" y="167253"/>
                  </a:lnTo>
                  <a:lnTo>
                    <a:pt x="453312" y="167253"/>
                  </a:lnTo>
                  <a:lnTo>
                    <a:pt x="450849" y="167253"/>
                  </a:lnTo>
                  <a:lnTo>
                    <a:pt x="448385" y="167253"/>
                  </a:lnTo>
                  <a:lnTo>
                    <a:pt x="445922" y="167253"/>
                  </a:lnTo>
                  <a:lnTo>
                    <a:pt x="443458" y="167253"/>
                  </a:lnTo>
                  <a:lnTo>
                    <a:pt x="440994" y="167253"/>
                  </a:lnTo>
                  <a:lnTo>
                    <a:pt x="438531" y="167253"/>
                  </a:lnTo>
                  <a:lnTo>
                    <a:pt x="436067" y="167253"/>
                  </a:lnTo>
                  <a:lnTo>
                    <a:pt x="433603" y="167253"/>
                  </a:lnTo>
                  <a:lnTo>
                    <a:pt x="431140" y="167253"/>
                  </a:lnTo>
                  <a:lnTo>
                    <a:pt x="428676" y="167253"/>
                  </a:lnTo>
                  <a:lnTo>
                    <a:pt x="426212" y="167253"/>
                  </a:lnTo>
                  <a:lnTo>
                    <a:pt x="423749" y="167253"/>
                  </a:lnTo>
                  <a:lnTo>
                    <a:pt x="421285" y="167253"/>
                  </a:lnTo>
                  <a:lnTo>
                    <a:pt x="418821" y="167253"/>
                  </a:lnTo>
                  <a:lnTo>
                    <a:pt x="416358" y="167253"/>
                  </a:lnTo>
                  <a:lnTo>
                    <a:pt x="413894" y="167253"/>
                  </a:lnTo>
                  <a:lnTo>
                    <a:pt x="411430" y="167253"/>
                  </a:lnTo>
                  <a:lnTo>
                    <a:pt x="408967" y="167253"/>
                  </a:lnTo>
                  <a:lnTo>
                    <a:pt x="406503" y="167253"/>
                  </a:lnTo>
                  <a:lnTo>
                    <a:pt x="404039" y="167253"/>
                  </a:lnTo>
                  <a:lnTo>
                    <a:pt x="401576" y="167253"/>
                  </a:lnTo>
                  <a:lnTo>
                    <a:pt x="399112" y="167253"/>
                  </a:lnTo>
                  <a:lnTo>
                    <a:pt x="396648" y="167253"/>
                  </a:lnTo>
                  <a:lnTo>
                    <a:pt x="394185" y="167253"/>
                  </a:lnTo>
                  <a:lnTo>
                    <a:pt x="391721" y="167253"/>
                  </a:lnTo>
                  <a:lnTo>
                    <a:pt x="389257" y="167253"/>
                  </a:lnTo>
                  <a:lnTo>
                    <a:pt x="386794" y="167253"/>
                  </a:lnTo>
                  <a:lnTo>
                    <a:pt x="384330" y="167253"/>
                  </a:lnTo>
                  <a:lnTo>
                    <a:pt x="381866" y="167253"/>
                  </a:lnTo>
                  <a:lnTo>
                    <a:pt x="379403" y="167253"/>
                  </a:lnTo>
                  <a:lnTo>
                    <a:pt x="376939" y="167253"/>
                  </a:lnTo>
                  <a:lnTo>
                    <a:pt x="374475" y="167253"/>
                  </a:lnTo>
                  <a:lnTo>
                    <a:pt x="372012" y="167253"/>
                  </a:lnTo>
                  <a:lnTo>
                    <a:pt x="369548" y="167253"/>
                  </a:lnTo>
                  <a:lnTo>
                    <a:pt x="367084" y="167253"/>
                  </a:lnTo>
                  <a:lnTo>
                    <a:pt x="364621" y="167253"/>
                  </a:lnTo>
                  <a:lnTo>
                    <a:pt x="362157" y="167253"/>
                  </a:lnTo>
                  <a:lnTo>
                    <a:pt x="359694" y="167253"/>
                  </a:lnTo>
                  <a:lnTo>
                    <a:pt x="357230" y="167253"/>
                  </a:lnTo>
                  <a:lnTo>
                    <a:pt x="354766" y="167253"/>
                  </a:lnTo>
                  <a:lnTo>
                    <a:pt x="352303" y="167253"/>
                  </a:lnTo>
                  <a:lnTo>
                    <a:pt x="349839" y="167253"/>
                  </a:lnTo>
                  <a:lnTo>
                    <a:pt x="347375" y="167253"/>
                  </a:lnTo>
                  <a:lnTo>
                    <a:pt x="344912" y="167253"/>
                  </a:lnTo>
                  <a:lnTo>
                    <a:pt x="342448" y="167253"/>
                  </a:lnTo>
                  <a:lnTo>
                    <a:pt x="339984" y="167253"/>
                  </a:lnTo>
                  <a:lnTo>
                    <a:pt x="337521" y="167253"/>
                  </a:lnTo>
                  <a:lnTo>
                    <a:pt x="335057" y="167253"/>
                  </a:lnTo>
                  <a:lnTo>
                    <a:pt x="332593" y="167253"/>
                  </a:lnTo>
                  <a:lnTo>
                    <a:pt x="330130" y="167253"/>
                  </a:lnTo>
                  <a:lnTo>
                    <a:pt x="327666" y="167253"/>
                  </a:lnTo>
                  <a:lnTo>
                    <a:pt x="325202" y="167253"/>
                  </a:lnTo>
                  <a:lnTo>
                    <a:pt x="322739" y="167253"/>
                  </a:lnTo>
                  <a:lnTo>
                    <a:pt x="320275" y="167253"/>
                  </a:lnTo>
                  <a:lnTo>
                    <a:pt x="317811" y="167253"/>
                  </a:lnTo>
                  <a:lnTo>
                    <a:pt x="315348" y="167253"/>
                  </a:lnTo>
                  <a:lnTo>
                    <a:pt x="312884" y="167253"/>
                  </a:lnTo>
                  <a:lnTo>
                    <a:pt x="310420" y="167253"/>
                  </a:lnTo>
                  <a:lnTo>
                    <a:pt x="307957" y="167253"/>
                  </a:lnTo>
                  <a:lnTo>
                    <a:pt x="305493" y="167253"/>
                  </a:lnTo>
                  <a:lnTo>
                    <a:pt x="303029" y="167253"/>
                  </a:lnTo>
                  <a:lnTo>
                    <a:pt x="300566" y="167253"/>
                  </a:lnTo>
                  <a:lnTo>
                    <a:pt x="298102" y="167253"/>
                  </a:lnTo>
                  <a:lnTo>
                    <a:pt x="295638" y="167253"/>
                  </a:lnTo>
                  <a:lnTo>
                    <a:pt x="293175" y="167253"/>
                  </a:lnTo>
                  <a:lnTo>
                    <a:pt x="290711" y="167253"/>
                  </a:lnTo>
                  <a:lnTo>
                    <a:pt x="288247" y="167253"/>
                  </a:lnTo>
                  <a:lnTo>
                    <a:pt x="285784" y="167253"/>
                  </a:lnTo>
                  <a:lnTo>
                    <a:pt x="283320" y="167253"/>
                  </a:lnTo>
                  <a:lnTo>
                    <a:pt x="280856" y="167253"/>
                  </a:lnTo>
                  <a:lnTo>
                    <a:pt x="278393" y="167253"/>
                  </a:lnTo>
                  <a:lnTo>
                    <a:pt x="275929" y="167253"/>
                  </a:lnTo>
                  <a:lnTo>
                    <a:pt x="273465" y="167253"/>
                  </a:lnTo>
                  <a:lnTo>
                    <a:pt x="271002" y="167253"/>
                  </a:lnTo>
                  <a:lnTo>
                    <a:pt x="268538" y="167253"/>
                  </a:lnTo>
                  <a:lnTo>
                    <a:pt x="266075" y="167253"/>
                  </a:lnTo>
                  <a:lnTo>
                    <a:pt x="263611" y="167253"/>
                  </a:lnTo>
                  <a:lnTo>
                    <a:pt x="261147" y="167253"/>
                  </a:lnTo>
                  <a:lnTo>
                    <a:pt x="258684" y="167253"/>
                  </a:lnTo>
                  <a:lnTo>
                    <a:pt x="256220" y="167253"/>
                  </a:lnTo>
                  <a:lnTo>
                    <a:pt x="253756" y="167253"/>
                  </a:lnTo>
                  <a:lnTo>
                    <a:pt x="251293" y="167253"/>
                  </a:lnTo>
                  <a:lnTo>
                    <a:pt x="248829" y="167253"/>
                  </a:lnTo>
                  <a:lnTo>
                    <a:pt x="246365" y="167253"/>
                  </a:lnTo>
                  <a:lnTo>
                    <a:pt x="243902" y="167253"/>
                  </a:lnTo>
                  <a:lnTo>
                    <a:pt x="241438" y="167253"/>
                  </a:lnTo>
                  <a:lnTo>
                    <a:pt x="238974" y="167253"/>
                  </a:lnTo>
                  <a:lnTo>
                    <a:pt x="236511" y="167253"/>
                  </a:lnTo>
                  <a:lnTo>
                    <a:pt x="234047" y="167253"/>
                  </a:lnTo>
                  <a:lnTo>
                    <a:pt x="231583" y="167253"/>
                  </a:lnTo>
                  <a:lnTo>
                    <a:pt x="229120" y="167253"/>
                  </a:lnTo>
                  <a:lnTo>
                    <a:pt x="226656" y="167253"/>
                  </a:lnTo>
                  <a:lnTo>
                    <a:pt x="224192" y="167253"/>
                  </a:lnTo>
                  <a:lnTo>
                    <a:pt x="221729" y="167253"/>
                  </a:lnTo>
                  <a:lnTo>
                    <a:pt x="219265" y="167253"/>
                  </a:lnTo>
                  <a:lnTo>
                    <a:pt x="216801" y="167253"/>
                  </a:lnTo>
                  <a:lnTo>
                    <a:pt x="214338" y="167253"/>
                  </a:lnTo>
                  <a:lnTo>
                    <a:pt x="211874" y="167253"/>
                  </a:lnTo>
                  <a:lnTo>
                    <a:pt x="209410" y="167253"/>
                  </a:lnTo>
                  <a:lnTo>
                    <a:pt x="206947" y="167253"/>
                  </a:lnTo>
                  <a:lnTo>
                    <a:pt x="204483" y="167253"/>
                  </a:lnTo>
                  <a:lnTo>
                    <a:pt x="202019" y="167253"/>
                  </a:lnTo>
                  <a:lnTo>
                    <a:pt x="199556" y="167253"/>
                  </a:lnTo>
                  <a:lnTo>
                    <a:pt x="197092" y="167253"/>
                  </a:lnTo>
                  <a:lnTo>
                    <a:pt x="194628" y="167253"/>
                  </a:lnTo>
                  <a:lnTo>
                    <a:pt x="192165" y="167253"/>
                  </a:lnTo>
                  <a:lnTo>
                    <a:pt x="189701" y="167253"/>
                  </a:lnTo>
                  <a:lnTo>
                    <a:pt x="187237" y="167253"/>
                  </a:lnTo>
                  <a:lnTo>
                    <a:pt x="184774" y="167253"/>
                  </a:lnTo>
                  <a:lnTo>
                    <a:pt x="182310" y="167253"/>
                  </a:lnTo>
                  <a:lnTo>
                    <a:pt x="179847" y="167253"/>
                  </a:lnTo>
                  <a:lnTo>
                    <a:pt x="177383" y="167253"/>
                  </a:lnTo>
                  <a:lnTo>
                    <a:pt x="174919" y="167253"/>
                  </a:lnTo>
                  <a:lnTo>
                    <a:pt x="172456" y="167253"/>
                  </a:lnTo>
                  <a:lnTo>
                    <a:pt x="169992" y="167253"/>
                  </a:lnTo>
                  <a:lnTo>
                    <a:pt x="167528" y="167253"/>
                  </a:lnTo>
                  <a:lnTo>
                    <a:pt x="165065" y="167253"/>
                  </a:lnTo>
                  <a:lnTo>
                    <a:pt x="162601" y="167253"/>
                  </a:lnTo>
                  <a:lnTo>
                    <a:pt x="160137" y="167253"/>
                  </a:lnTo>
                  <a:lnTo>
                    <a:pt x="157674" y="167253"/>
                  </a:lnTo>
                  <a:lnTo>
                    <a:pt x="155210" y="167253"/>
                  </a:lnTo>
                  <a:lnTo>
                    <a:pt x="152746" y="167253"/>
                  </a:lnTo>
                  <a:lnTo>
                    <a:pt x="150283" y="167253"/>
                  </a:lnTo>
                  <a:lnTo>
                    <a:pt x="147819" y="167253"/>
                  </a:lnTo>
                  <a:lnTo>
                    <a:pt x="145355" y="167253"/>
                  </a:lnTo>
                  <a:lnTo>
                    <a:pt x="142892" y="167253"/>
                  </a:lnTo>
                  <a:lnTo>
                    <a:pt x="140428" y="167253"/>
                  </a:lnTo>
                  <a:lnTo>
                    <a:pt x="137964" y="167253"/>
                  </a:lnTo>
                  <a:lnTo>
                    <a:pt x="135501" y="167253"/>
                  </a:lnTo>
                  <a:lnTo>
                    <a:pt x="133037" y="167253"/>
                  </a:lnTo>
                  <a:lnTo>
                    <a:pt x="130573" y="167253"/>
                  </a:lnTo>
                  <a:lnTo>
                    <a:pt x="128110" y="167253"/>
                  </a:lnTo>
                  <a:lnTo>
                    <a:pt x="125646" y="167253"/>
                  </a:lnTo>
                  <a:lnTo>
                    <a:pt x="123182" y="167253"/>
                  </a:lnTo>
                  <a:lnTo>
                    <a:pt x="120719" y="167253"/>
                  </a:lnTo>
                  <a:lnTo>
                    <a:pt x="118255" y="167253"/>
                  </a:lnTo>
                  <a:lnTo>
                    <a:pt x="115791" y="167253"/>
                  </a:lnTo>
                  <a:lnTo>
                    <a:pt x="113328" y="167253"/>
                  </a:lnTo>
                  <a:lnTo>
                    <a:pt x="110864" y="167253"/>
                  </a:lnTo>
                  <a:lnTo>
                    <a:pt x="108400" y="167253"/>
                  </a:lnTo>
                  <a:lnTo>
                    <a:pt x="105937" y="167253"/>
                  </a:lnTo>
                  <a:lnTo>
                    <a:pt x="103473" y="167253"/>
                  </a:lnTo>
                  <a:lnTo>
                    <a:pt x="101009" y="167253"/>
                  </a:lnTo>
                  <a:lnTo>
                    <a:pt x="98546" y="167253"/>
                  </a:lnTo>
                  <a:lnTo>
                    <a:pt x="96082" y="167253"/>
                  </a:lnTo>
                  <a:lnTo>
                    <a:pt x="93618" y="167253"/>
                  </a:lnTo>
                  <a:lnTo>
                    <a:pt x="91155" y="167253"/>
                  </a:lnTo>
                  <a:lnTo>
                    <a:pt x="88691" y="167253"/>
                  </a:lnTo>
                  <a:lnTo>
                    <a:pt x="86228" y="167253"/>
                  </a:lnTo>
                  <a:lnTo>
                    <a:pt x="83764" y="167253"/>
                  </a:lnTo>
                  <a:lnTo>
                    <a:pt x="81300" y="167253"/>
                  </a:lnTo>
                  <a:lnTo>
                    <a:pt x="78837" y="167253"/>
                  </a:lnTo>
                  <a:lnTo>
                    <a:pt x="76373" y="167253"/>
                  </a:lnTo>
                  <a:lnTo>
                    <a:pt x="73909" y="167253"/>
                  </a:lnTo>
                  <a:lnTo>
                    <a:pt x="71446" y="167253"/>
                  </a:lnTo>
                  <a:lnTo>
                    <a:pt x="68982" y="167253"/>
                  </a:lnTo>
                  <a:lnTo>
                    <a:pt x="66518" y="167253"/>
                  </a:lnTo>
                  <a:lnTo>
                    <a:pt x="64055" y="167253"/>
                  </a:lnTo>
                  <a:lnTo>
                    <a:pt x="61591" y="167253"/>
                  </a:lnTo>
                  <a:lnTo>
                    <a:pt x="59127" y="167253"/>
                  </a:lnTo>
                  <a:lnTo>
                    <a:pt x="56664" y="167253"/>
                  </a:lnTo>
                  <a:lnTo>
                    <a:pt x="54200" y="167253"/>
                  </a:lnTo>
                  <a:lnTo>
                    <a:pt x="51736" y="167253"/>
                  </a:lnTo>
                  <a:lnTo>
                    <a:pt x="49273" y="167253"/>
                  </a:lnTo>
                  <a:lnTo>
                    <a:pt x="46809" y="167253"/>
                  </a:lnTo>
                  <a:lnTo>
                    <a:pt x="44345" y="167253"/>
                  </a:lnTo>
                  <a:lnTo>
                    <a:pt x="41882" y="167253"/>
                  </a:lnTo>
                  <a:lnTo>
                    <a:pt x="39418" y="167253"/>
                  </a:lnTo>
                  <a:lnTo>
                    <a:pt x="36954" y="167253"/>
                  </a:lnTo>
                  <a:lnTo>
                    <a:pt x="34491" y="167253"/>
                  </a:lnTo>
                  <a:lnTo>
                    <a:pt x="32027" y="167253"/>
                  </a:lnTo>
                  <a:lnTo>
                    <a:pt x="29563" y="167253"/>
                  </a:lnTo>
                  <a:lnTo>
                    <a:pt x="27100" y="167253"/>
                  </a:lnTo>
                  <a:lnTo>
                    <a:pt x="24636" y="167253"/>
                  </a:lnTo>
                  <a:lnTo>
                    <a:pt x="22172" y="167253"/>
                  </a:lnTo>
                  <a:lnTo>
                    <a:pt x="19709" y="167253"/>
                  </a:lnTo>
                  <a:lnTo>
                    <a:pt x="17245" y="167253"/>
                  </a:lnTo>
                  <a:lnTo>
                    <a:pt x="14781" y="167253"/>
                  </a:lnTo>
                  <a:lnTo>
                    <a:pt x="12318" y="167253"/>
                  </a:lnTo>
                  <a:lnTo>
                    <a:pt x="9854" y="167253"/>
                  </a:lnTo>
                  <a:lnTo>
                    <a:pt x="7390" y="167253"/>
                  </a:lnTo>
                  <a:lnTo>
                    <a:pt x="4927" y="167253"/>
                  </a:lnTo>
                  <a:lnTo>
                    <a:pt x="2463" y="167253"/>
                  </a:lnTo>
                  <a:lnTo>
                    <a:pt x="0" y="16725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7005616" y="3972589"/>
              <a:ext cx="1258929" cy="167053"/>
            </a:xfrm>
            <a:custGeom>
              <a:avLst/>
              <a:pathLst>
                <a:path w="1258929" h="167053">
                  <a:moveTo>
                    <a:pt x="0" y="167053"/>
                  </a:moveTo>
                  <a:lnTo>
                    <a:pt x="2463" y="167034"/>
                  </a:lnTo>
                  <a:lnTo>
                    <a:pt x="4927" y="167015"/>
                  </a:lnTo>
                  <a:lnTo>
                    <a:pt x="7390" y="166994"/>
                  </a:lnTo>
                  <a:lnTo>
                    <a:pt x="9854" y="166972"/>
                  </a:lnTo>
                  <a:lnTo>
                    <a:pt x="12318" y="166947"/>
                  </a:lnTo>
                  <a:lnTo>
                    <a:pt x="14781" y="166922"/>
                  </a:lnTo>
                  <a:lnTo>
                    <a:pt x="17245" y="166895"/>
                  </a:lnTo>
                  <a:lnTo>
                    <a:pt x="19709" y="166866"/>
                  </a:lnTo>
                  <a:lnTo>
                    <a:pt x="22172" y="166836"/>
                  </a:lnTo>
                  <a:lnTo>
                    <a:pt x="24636" y="166803"/>
                  </a:lnTo>
                  <a:lnTo>
                    <a:pt x="27100" y="166770"/>
                  </a:lnTo>
                  <a:lnTo>
                    <a:pt x="29563" y="166734"/>
                  </a:lnTo>
                  <a:lnTo>
                    <a:pt x="32027" y="166696"/>
                  </a:lnTo>
                  <a:lnTo>
                    <a:pt x="34491" y="166656"/>
                  </a:lnTo>
                  <a:lnTo>
                    <a:pt x="36954" y="166615"/>
                  </a:lnTo>
                  <a:lnTo>
                    <a:pt x="39418" y="166571"/>
                  </a:lnTo>
                  <a:lnTo>
                    <a:pt x="41882" y="166526"/>
                  </a:lnTo>
                  <a:lnTo>
                    <a:pt x="44345" y="166479"/>
                  </a:lnTo>
                  <a:lnTo>
                    <a:pt x="46809" y="166430"/>
                  </a:lnTo>
                  <a:lnTo>
                    <a:pt x="49273" y="166378"/>
                  </a:lnTo>
                  <a:lnTo>
                    <a:pt x="51736" y="166325"/>
                  </a:lnTo>
                  <a:lnTo>
                    <a:pt x="54200" y="166270"/>
                  </a:lnTo>
                  <a:lnTo>
                    <a:pt x="56664" y="166213"/>
                  </a:lnTo>
                  <a:lnTo>
                    <a:pt x="59127" y="166154"/>
                  </a:lnTo>
                  <a:lnTo>
                    <a:pt x="61591" y="166093"/>
                  </a:lnTo>
                  <a:lnTo>
                    <a:pt x="64055" y="166030"/>
                  </a:lnTo>
                  <a:lnTo>
                    <a:pt x="66518" y="165966"/>
                  </a:lnTo>
                  <a:lnTo>
                    <a:pt x="68982" y="165900"/>
                  </a:lnTo>
                  <a:lnTo>
                    <a:pt x="71446" y="165832"/>
                  </a:lnTo>
                  <a:lnTo>
                    <a:pt x="73909" y="165763"/>
                  </a:lnTo>
                  <a:lnTo>
                    <a:pt x="76373" y="165692"/>
                  </a:lnTo>
                  <a:lnTo>
                    <a:pt x="78837" y="165620"/>
                  </a:lnTo>
                  <a:lnTo>
                    <a:pt x="81300" y="165547"/>
                  </a:lnTo>
                  <a:lnTo>
                    <a:pt x="83764" y="165472"/>
                  </a:lnTo>
                  <a:lnTo>
                    <a:pt x="86228" y="165396"/>
                  </a:lnTo>
                  <a:lnTo>
                    <a:pt x="88691" y="165319"/>
                  </a:lnTo>
                  <a:lnTo>
                    <a:pt x="91155" y="165242"/>
                  </a:lnTo>
                  <a:lnTo>
                    <a:pt x="93618" y="165163"/>
                  </a:lnTo>
                  <a:lnTo>
                    <a:pt x="96082" y="165084"/>
                  </a:lnTo>
                  <a:lnTo>
                    <a:pt x="98546" y="165004"/>
                  </a:lnTo>
                  <a:lnTo>
                    <a:pt x="101009" y="164923"/>
                  </a:lnTo>
                  <a:lnTo>
                    <a:pt x="103473" y="164842"/>
                  </a:lnTo>
                  <a:lnTo>
                    <a:pt x="105937" y="164761"/>
                  </a:lnTo>
                  <a:lnTo>
                    <a:pt x="108400" y="164680"/>
                  </a:lnTo>
                  <a:lnTo>
                    <a:pt x="110864" y="164599"/>
                  </a:lnTo>
                  <a:lnTo>
                    <a:pt x="113328" y="164517"/>
                  </a:lnTo>
                  <a:lnTo>
                    <a:pt x="115791" y="164436"/>
                  </a:lnTo>
                  <a:lnTo>
                    <a:pt x="118255" y="164355"/>
                  </a:lnTo>
                  <a:lnTo>
                    <a:pt x="120719" y="164275"/>
                  </a:lnTo>
                  <a:lnTo>
                    <a:pt x="123182" y="164194"/>
                  </a:lnTo>
                  <a:lnTo>
                    <a:pt x="125646" y="164115"/>
                  </a:lnTo>
                  <a:lnTo>
                    <a:pt x="128110" y="164036"/>
                  </a:lnTo>
                  <a:lnTo>
                    <a:pt x="130573" y="163957"/>
                  </a:lnTo>
                  <a:lnTo>
                    <a:pt x="133037" y="163879"/>
                  </a:lnTo>
                  <a:lnTo>
                    <a:pt x="135501" y="163802"/>
                  </a:lnTo>
                  <a:lnTo>
                    <a:pt x="137964" y="163726"/>
                  </a:lnTo>
                  <a:lnTo>
                    <a:pt x="140428" y="163651"/>
                  </a:lnTo>
                  <a:lnTo>
                    <a:pt x="142892" y="163577"/>
                  </a:lnTo>
                  <a:lnTo>
                    <a:pt x="145355" y="163504"/>
                  </a:lnTo>
                  <a:lnTo>
                    <a:pt x="147819" y="163431"/>
                  </a:lnTo>
                  <a:lnTo>
                    <a:pt x="150283" y="163360"/>
                  </a:lnTo>
                  <a:lnTo>
                    <a:pt x="152746" y="163290"/>
                  </a:lnTo>
                  <a:lnTo>
                    <a:pt x="155210" y="163222"/>
                  </a:lnTo>
                  <a:lnTo>
                    <a:pt x="157674" y="163154"/>
                  </a:lnTo>
                  <a:lnTo>
                    <a:pt x="160137" y="163087"/>
                  </a:lnTo>
                  <a:lnTo>
                    <a:pt x="162601" y="163022"/>
                  </a:lnTo>
                  <a:lnTo>
                    <a:pt x="165065" y="162959"/>
                  </a:lnTo>
                  <a:lnTo>
                    <a:pt x="167528" y="162896"/>
                  </a:lnTo>
                  <a:lnTo>
                    <a:pt x="169992" y="162834"/>
                  </a:lnTo>
                  <a:lnTo>
                    <a:pt x="172456" y="162774"/>
                  </a:lnTo>
                  <a:lnTo>
                    <a:pt x="174919" y="162716"/>
                  </a:lnTo>
                  <a:lnTo>
                    <a:pt x="177383" y="162658"/>
                  </a:lnTo>
                  <a:lnTo>
                    <a:pt x="179847" y="162602"/>
                  </a:lnTo>
                  <a:lnTo>
                    <a:pt x="182310" y="162547"/>
                  </a:lnTo>
                  <a:lnTo>
                    <a:pt x="184774" y="162493"/>
                  </a:lnTo>
                  <a:lnTo>
                    <a:pt x="187237" y="162440"/>
                  </a:lnTo>
                  <a:lnTo>
                    <a:pt x="189701" y="162389"/>
                  </a:lnTo>
                  <a:lnTo>
                    <a:pt x="192165" y="162340"/>
                  </a:lnTo>
                  <a:lnTo>
                    <a:pt x="194628" y="162291"/>
                  </a:lnTo>
                  <a:lnTo>
                    <a:pt x="197092" y="162243"/>
                  </a:lnTo>
                  <a:lnTo>
                    <a:pt x="199556" y="162198"/>
                  </a:lnTo>
                  <a:lnTo>
                    <a:pt x="202019" y="162153"/>
                  </a:lnTo>
                  <a:lnTo>
                    <a:pt x="204483" y="162109"/>
                  </a:lnTo>
                  <a:lnTo>
                    <a:pt x="206947" y="162066"/>
                  </a:lnTo>
                  <a:lnTo>
                    <a:pt x="209410" y="162025"/>
                  </a:lnTo>
                  <a:lnTo>
                    <a:pt x="211874" y="161985"/>
                  </a:lnTo>
                  <a:lnTo>
                    <a:pt x="214338" y="161946"/>
                  </a:lnTo>
                  <a:lnTo>
                    <a:pt x="216801" y="161909"/>
                  </a:lnTo>
                  <a:lnTo>
                    <a:pt x="219265" y="161872"/>
                  </a:lnTo>
                  <a:lnTo>
                    <a:pt x="221729" y="161836"/>
                  </a:lnTo>
                  <a:lnTo>
                    <a:pt x="224192" y="161802"/>
                  </a:lnTo>
                  <a:lnTo>
                    <a:pt x="226656" y="161769"/>
                  </a:lnTo>
                  <a:lnTo>
                    <a:pt x="229120" y="161736"/>
                  </a:lnTo>
                  <a:lnTo>
                    <a:pt x="231583" y="161705"/>
                  </a:lnTo>
                  <a:lnTo>
                    <a:pt x="234047" y="161675"/>
                  </a:lnTo>
                  <a:lnTo>
                    <a:pt x="236511" y="161646"/>
                  </a:lnTo>
                  <a:lnTo>
                    <a:pt x="238974" y="161617"/>
                  </a:lnTo>
                  <a:lnTo>
                    <a:pt x="241438" y="161589"/>
                  </a:lnTo>
                  <a:lnTo>
                    <a:pt x="243902" y="161563"/>
                  </a:lnTo>
                  <a:lnTo>
                    <a:pt x="246365" y="161537"/>
                  </a:lnTo>
                  <a:lnTo>
                    <a:pt x="248829" y="161512"/>
                  </a:lnTo>
                  <a:lnTo>
                    <a:pt x="251293" y="161488"/>
                  </a:lnTo>
                  <a:lnTo>
                    <a:pt x="253756" y="161464"/>
                  </a:lnTo>
                  <a:lnTo>
                    <a:pt x="256220" y="161441"/>
                  </a:lnTo>
                  <a:lnTo>
                    <a:pt x="258684" y="161419"/>
                  </a:lnTo>
                  <a:lnTo>
                    <a:pt x="261147" y="161398"/>
                  </a:lnTo>
                  <a:lnTo>
                    <a:pt x="263611" y="161378"/>
                  </a:lnTo>
                  <a:lnTo>
                    <a:pt x="266075" y="161358"/>
                  </a:lnTo>
                  <a:lnTo>
                    <a:pt x="268538" y="161338"/>
                  </a:lnTo>
                  <a:lnTo>
                    <a:pt x="271002" y="161320"/>
                  </a:lnTo>
                  <a:lnTo>
                    <a:pt x="273465" y="161302"/>
                  </a:lnTo>
                  <a:lnTo>
                    <a:pt x="275929" y="161285"/>
                  </a:lnTo>
                  <a:lnTo>
                    <a:pt x="278393" y="161269"/>
                  </a:lnTo>
                  <a:lnTo>
                    <a:pt x="280856" y="161253"/>
                  </a:lnTo>
                  <a:lnTo>
                    <a:pt x="283320" y="161238"/>
                  </a:lnTo>
                  <a:lnTo>
                    <a:pt x="285784" y="161225"/>
                  </a:lnTo>
                  <a:lnTo>
                    <a:pt x="288247" y="161212"/>
                  </a:lnTo>
                  <a:lnTo>
                    <a:pt x="290711" y="161200"/>
                  </a:lnTo>
                  <a:lnTo>
                    <a:pt x="293175" y="161189"/>
                  </a:lnTo>
                  <a:lnTo>
                    <a:pt x="295638" y="161179"/>
                  </a:lnTo>
                  <a:lnTo>
                    <a:pt x="298102" y="161171"/>
                  </a:lnTo>
                  <a:lnTo>
                    <a:pt x="300566" y="161164"/>
                  </a:lnTo>
                  <a:lnTo>
                    <a:pt x="303029" y="161158"/>
                  </a:lnTo>
                  <a:lnTo>
                    <a:pt x="305493" y="161153"/>
                  </a:lnTo>
                  <a:lnTo>
                    <a:pt x="307957" y="161151"/>
                  </a:lnTo>
                  <a:lnTo>
                    <a:pt x="310420" y="161149"/>
                  </a:lnTo>
                  <a:lnTo>
                    <a:pt x="312884" y="161150"/>
                  </a:lnTo>
                  <a:lnTo>
                    <a:pt x="315348" y="161153"/>
                  </a:lnTo>
                  <a:lnTo>
                    <a:pt x="317811" y="161157"/>
                  </a:lnTo>
                  <a:lnTo>
                    <a:pt x="320275" y="161163"/>
                  </a:lnTo>
                  <a:lnTo>
                    <a:pt x="322739" y="161172"/>
                  </a:lnTo>
                  <a:lnTo>
                    <a:pt x="325202" y="161182"/>
                  </a:lnTo>
                  <a:lnTo>
                    <a:pt x="327666" y="161195"/>
                  </a:lnTo>
                  <a:lnTo>
                    <a:pt x="330130" y="161210"/>
                  </a:lnTo>
                  <a:lnTo>
                    <a:pt x="332593" y="161228"/>
                  </a:lnTo>
                  <a:lnTo>
                    <a:pt x="335057" y="161248"/>
                  </a:lnTo>
                  <a:lnTo>
                    <a:pt x="337521" y="161270"/>
                  </a:lnTo>
                  <a:lnTo>
                    <a:pt x="339984" y="161295"/>
                  </a:lnTo>
                  <a:lnTo>
                    <a:pt x="342448" y="161323"/>
                  </a:lnTo>
                  <a:lnTo>
                    <a:pt x="344912" y="161352"/>
                  </a:lnTo>
                  <a:lnTo>
                    <a:pt x="347375" y="161385"/>
                  </a:lnTo>
                  <a:lnTo>
                    <a:pt x="349839" y="161420"/>
                  </a:lnTo>
                  <a:lnTo>
                    <a:pt x="352303" y="161457"/>
                  </a:lnTo>
                  <a:lnTo>
                    <a:pt x="354766" y="161496"/>
                  </a:lnTo>
                  <a:lnTo>
                    <a:pt x="357230" y="161538"/>
                  </a:lnTo>
                  <a:lnTo>
                    <a:pt x="359694" y="161582"/>
                  </a:lnTo>
                  <a:lnTo>
                    <a:pt x="362157" y="161628"/>
                  </a:lnTo>
                  <a:lnTo>
                    <a:pt x="364621" y="161676"/>
                  </a:lnTo>
                  <a:lnTo>
                    <a:pt x="367084" y="161727"/>
                  </a:lnTo>
                  <a:lnTo>
                    <a:pt x="369548" y="161778"/>
                  </a:lnTo>
                  <a:lnTo>
                    <a:pt x="372012" y="161831"/>
                  </a:lnTo>
                  <a:lnTo>
                    <a:pt x="374475" y="161886"/>
                  </a:lnTo>
                  <a:lnTo>
                    <a:pt x="376939" y="161942"/>
                  </a:lnTo>
                  <a:lnTo>
                    <a:pt x="379403" y="161999"/>
                  </a:lnTo>
                  <a:lnTo>
                    <a:pt x="381866" y="162057"/>
                  </a:lnTo>
                  <a:lnTo>
                    <a:pt x="384330" y="162116"/>
                  </a:lnTo>
                  <a:lnTo>
                    <a:pt x="386794" y="162175"/>
                  </a:lnTo>
                  <a:lnTo>
                    <a:pt x="389257" y="162234"/>
                  </a:lnTo>
                  <a:lnTo>
                    <a:pt x="391721" y="162294"/>
                  </a:lnTo>
                  <a:lnTo>
                    <a:pt x="394185" y="162353"/>
                  </a:lnTo>
                  <a:lnTo>
                    <a:pt x="396648" y="162412"/>
                  </a:lnTo>
                  <a:lnTo>
                    <a:pt x="399112" y="162471"/>
                  </a:lnTo>
                  <a:lnTo>
                    <a:pt x="401576" y="162529"/>
                  </a:lnTo>
                  <a:lnTo>
                    <a:pt x="404039" y="162586"/>
                  </a:lnTo>
                  <a:lnTo>
                    <a:pt x="406503" y="162642"/>
                  </a:lnTo>
                  <a:lnTo>
                    <a:pt x="408967" y="162697"/>
                  </a:lnTo>
                  <a:lnTo>
                    <a:pt x="411430" y="162750"/>
                  </a:lnTo>
                  <a:lnTo>
                    <a:pt x="413894" y="162802"/>
                  </a:lnTo>
                  <a:lnTo>
                    <a:pt x="416358" y="162852"/>
                  </a:lnTo>
                  <a:lnTo>
                    <a:pt x="418821" y="162900"/>
                  </a:lnTo>
                  <a:lnTo>
                    <a:pt x="421285" y="162945"/>
                  </a:lnTo>
                  <a:lnTo>
                    <a:pt x="423749" y="162989"/>
                  </a:lnTo>
                  <a:lnTo>
                    <a:pt x="426212" y="163030"/>
                  </a:lnTo>
                  <a:lnTo>
                    <a:pt x="428676" y="163068"/>
                  </a:lnTo>
                  <a:lnTo>
                    <a:pt x="431140" y="163103"/>
                  </a:lnTo>
                  <a:lnTo>
                    <a:pt x="433603" y="163136"/>
                  </a:lnTo>
                  <a:lnTo>
                    <a:pt x="436067" y="163165"/>
                  </a:lnTo>
                  <a:lnTo>
                    <a:pt x="438531" y="163191"/>
                  </a:lnTo>
                  <a:lnTo>
                    <a:pt x="440994" y="163214"/>
                  </a:lnTo>
                  <a:lnTo>
                    <a:pt x="443458" y="163234"/>
                  </a:lnTo>
                  <a:lnTo>
                    <a:pt x="445922" y="163250"/>
                  </a:lnTo>
                  <a:lnTo>
                    <a:pt x="448385" y="163262"/>
                  </a:lnTo>
                  <a:lnTo>
                    <a:pt x="450849" y="163271"/>
                  </a:lnTo>
                  <a:lnTo>
                    <a:pt x="453312" y="163276"/>
                  </a:lnTo>
                  <a:lnTo>
                    <a:pt x="455776" y="163276"/>
                  </a:lnTo>
                  <a:lnTo>
                    <a:pt x="458240" y="163272"/>
                  </a:lnTo>
                  <a:lnTo>
                    <a:pt x="460703" y="163265"/>
                  </a:lnTo>
                  <a:lnTo>
                    <a:pt x="463167" y="163253"/>
                  </a:lnTo>
                  <a:lnTo>
                    <a:pt x="465631" y="163236"/>
                  </a:lnTo>
                  <a:lnTo>
                    <a:pt x="468094" y="163215"/>
                  </a:lnTo>
                  <a:lnTo>
                    <a:pt x="470558" y="163190"/>
                  </a:lnTo>
                  <a:lnTo>
                    <a:pt x="473022" y="163158"/>
                  </a:lnTo>
                  <a:lnTo>
                    <a:pt x="475485" y="163122"/>
                  </a:lnTo>
                  <a:lnTo>
                    <a:pt x="477949" y="163082"/>
                  </a:lnTo>
                  <a:lnTo>
                    <a:pt x="480413" y="163035"/>
                  </a:lnTo>
                  <a:lnTo>
                    <a:pt x="482876" y="162982"/>
                  </a:lnTo>
                  <a:lnTo>
                    <a:pt x="485340" y="162925"/>
                  </a:lnTo>
                  <a:lnTo>
                    <a:pt x="487804" y="162862"/>
                  </a:lnTo>
                  <a:lnTo>
                    <a:pt x="490267" y="162791"/>
                  </a:lnTo>
                  <a:lnTo>
                    <a:pt x="492731" y="162714"/>
                  </a:lnTo>
                  <a:lnTo>
                    <a:pt x="495195" y="162632"/>
                  </a:lnTo>
                  <a:lnTo>
                    <a:pt x="497658" y="162543"/>
                  </a:lnTo>
                  <a:lnTo>
                    <a:pt x="500122" y="162444"/>
                  </a:lnTo>
                  <a:lnTo>
                    <a:pt x="502586" y="162340"/>
                  </a:lnTo>
                  <a:lnTo>
                    <a:pt x="505049" y="162229"/>
                  </a:lnTo>
                  <a:lnTo>
                    <a:pt x="507513" y="162108"/>
                  </a:lnTo>
                  <a:lnTo>
                    <a:pt x="509977" y="161978"/>
                  </a:lnTo>
                  <a:lnTo>
                    <a:pt x="512440" y="161842"/>
                  </a:lnTo>
                  <a:lnTo>
                    <a:pt x="514904" y="161696"/>
                  </a:lnTo>
                  <a:lnTo>
                    <a:pt x="517368" y="161539"/>
                  </a:lnTo>
                  <a:lnTo>
                    <a:pt x="519831" y="161373"/>
                  </a:lnTo>
                  <a:lnTo>
                    <a:pt x="522295" y="161198"/>
                  </a:lnTo>
                  <a:lnTo>
                    <a:pt x="524759" y="161011"/>
                  </a:lnTo>
                  <a:lnTo>
                    <a:pt x="527222" y="160812"/>
                  </a:lnTo>
                  <a:lnTo>
                    <a:pt x="529686" y="160603"/>
                  </a:lnTo>
                  <a:lnTo>
                    <a:pt x="532150" y="160384"/>
                  </a:lnTo>
                  <a:lnTo>
                    <a:pt x="534613" y="160148"/>
                  </a:lnTo>
                  <a:lnTo>
                    <a:pt x="537077" y="159901"/>
                  </a:lnTo>
                  <a:lnTo>
                    <a:pt x="539541" y="159642"/>
                  </a:lnTo>
                  <a:lnTo>
                    <a:pt x="542004" y="159368"/>
                  </a:lnTo>
                  <a:lnTo>
                    <a:pt x="544468" y="159078"/>
                  </a:lnTo>
                  <a:lnTo>
                    <a:pt x="546931" y="158774"/>
                  </a:lnTo>
                  <a:lnTo>
                    <a:pt x="549395" y="158458"/>
                  </a:lnTo>
                  <a:lnTo>
                    <a:pt x="551859" y="158121"/>
                  </a:lnTo>
                  <a:lnTo>
                    <a:pt x="554322" y="157768"/>
                  </a:lnTo>
                  <a:lnTo>
                    <a:pt x="556786" y="157400"/>
                  </a:lnTo>
                  <a:lnTo>
                    <a:pt x="559250" y="157015"/>
                  </a:lnTo>
                  <a:lnTo>
                    <a:pt x="561713" y="156606"/>
                  </a:lnTo>
                  <a:lnTo>
                    <a:pt x="564177" y="156182"/>
                  </a:lnTo>
                  <a:lnTo>
                    <a:pt x="566641" y="155740"/>
                  </a:lnTo>
                  <a:lnTo>
                    <a:pt x="569104" y="155275"/>
                  </a:lnTo>
                  <a:lnTo>
                    <a:pt x="571568" y="154788"/>
                  </a:lnTo>
                  <a:lnTo>
                    <a:pt x="574032" y="154283"/>
                  </a:lnTo>
                  <a:lnTo>
                    <a:pt x="576495" y="153759"/>
                  </a:lnTo>
                  <a:lnTo>
                    <a:pt x="578959" y="153204"/>
                  </a:lnTo>
                  <a:lnTo>
                    <a:pt x="581423" y="152629"/>
                  </a:lnTo>
                  <a:lnTo>
                    <a:pt x="583886" y="152034"/>
                  </a:lnTo>
                  <a:lnTo>
                    <a:pt x="586350" y="151413"/>
                  </a:lnTo>
                  <a:lnTo>
                    <a:pt x="588814" y="150763"/>
                  </a:lnTo>
                  <a:lnTo>
                    <a:pt x="591277" y="150091"/>
                  </a:lnTo>
                  <a:lnTo>
                    <a:pt x="593741" y="149398"/>
                  </a:lnTo>
                  <a:lnTo>
                    <a:pt x="596205" y="148670"/>
                  </a:lnTo>
                  <a:lnTo>
                    <a:pt x="598668" y="147917"/>
                  </a:lnTo>
                  <a:lnTo>
                    <a:pt x="601132" y="147141"/>
                  </a:lnTo>
                  <a:lnTo>
                    <a:pt x="603596" y="146338"/>
                  </a:lnTo>
                  <a:lnTo>
                    <a:pt x="606059" y="145499"/>
                  </a:lnTo>
                  <a:lnTo>
                    <a:pt x="608523" y="144636"/>
                  </a:lnTo>
                  <a:lnTo>
                    <a:pt x="610987" y="143749"/>
                  </a:lnTo>
                  <a:lnTo>
                    <a:pt x="613450" y="142826"/>
                  </a:lnTo>
                  <a:lnTo>
                    <a:pt x="615914" y="141874"/>
                  </a:lnTo>
                  <a:lnTo>
                    <a:pt x="618378" y="140896"/>
                  </a:lnTo>
                  <a:lnTo>
                    <a:pt x="620841" y="139891"/>
                  </a:lnTo>
                  <a:lnTo>
                    <a:pt x="623305" y="138847"/>
                  </a:lnTo>
                  <a:lnTo>
                    <a:pt x="625769" y="137777"/>
                  </a:lnTo>
                  <a:lnTo>
                    <a:pt x="628232" y="136681"/>
                  </a:lnTo>
                  <a:lnTo>
                    <a:pt x="630696" y="135553"/>
                  </a:lnTo>
                  <a:lnTo>
                    <a:pt x="633159" y="134390"/>
                  </a:lnTo>
                  <a:lnTo>
                    <a:pt x="635623" y="133203"/>
                  </a:lnTo>
                  <a:lnTo>
                    <a:pt x="638087" y="131990"/>
                  </a:lnTo>
                  <a:lnTo>
                    <a:pt x="640550" y="130739"/>
                  </a:lnTo>
                  <a:lnTo>
                    <a:pt x="643014" y="129461"/>
                  </a:lnTo>
                  <a:lnTo>
                    <a:pt x="645478" y="128160"/>
                  </a:lnTo>
                  <a:lnTo>
                    <a:pt x="647941" y="126829"/>
                  </a:lnTo>
                  <a:lnTo>
                    <a:pt x="650405" y="125465"/>
                  </a:lnTo>
                  <a:lnTo>
                    <a:pt x="652869" y="124078"/>
                  </a:lnTo>
                  <a:lnTo>
                    <a:pt x="655332" y="122668"/>
                  </a:lnTo>
                  <a:lnTo>
                    <a:pt x="657796" y="121227"/>
                  </a:lnTo>
                  <a:lnTo>
                    <a:pt x="660260" y="119761"/>
                  </a:lnTo>
                  <a:lnTo>
                    <a:pt x="662723" y="118274"/>
                  </a:lnTo>
                  <a:lnTo>
                    <a:pt x="665187" y="116765"/>
                  </a:lnTo>
                  <a:lnTo>
                    <a:pt x="667651" y="115227"/>
                  </a:lnTo>
                  <a:lnTo>
                    <a:pt x="670114" y="113670"/>
                  </a:lnTo>
                  <a:lnTo>
                    <a:pt x="672578" y="112096"/>
                  </a:lnTo>
                  <a:lnTo>
                    <a:pt x="675042" y="110499"/>
                  </a:lnTo>
                  <a:lnTo>
                    <a:pt x="677505" y="108882"/>
                  </a:lnTo>
                  <a:lnTo>
                    <a:pt x="679969" y="107250"/>
                  </a:lnTo>
                  <a:lnTo>
                    <a:pt x="682433" y="105604"/>
                  </a:lnTo>
                  <a:lnTo>
                    <a:pt x="684896" y="103936"/>
                  </a:lnTo>
                  <a:lnTo>
                    <a:pt x="687360" y="102257"/>
                  </a:lnTo>
                  <a:lnTo>
                    <a:pt x="689824" y="100566"/>
                  </a:lnTo>
                  <a:lnTo>
                    <a:pt x="692287" y="98862"/>
                  </a:lnTo>
                  <a:lnTo>
                    <a:pt x="694751" y="97145"/>
                  </a:lnTo>
                  <a:lnTo>
                    <a:pt x="697215" y="95421"/>
                  </a:lnTo>
                  <a:lnTo>
                    <a:pt x="699678" y="93688"/>
                  </a:lnTo>
                  <a:lnTo>
                    <a:pt x="702142" y="91946"/>
                  </a:lnTo>
                  <a:lnTo>
                    <a:pt x="704606" y="90198"/>
                  </a:lnTo>
                  <a:lnTo>
                    <a:pt x="707069" y="88446"/>
                  </a:lnTo>
                  <a:lnTo>
                    <a:pt x="709533" y="86689"/>
                  </a:lnTo>
                  <a:lnTo>
                    <a:pt x="711997" y="84928"/>
                  </a:lnTo>
                  <a:lnTo>
                    <a:pt x="714460" y="83165"/>
                  </a:lnTo>
                  <a:lnTo>
                    <a:pt x="716924" y="81402"/>
                  </a:lnTo>
                  <a:lnTo>
                    <a:pt x="719388" y="79637"/>
                  </a:lnTo>
                  <a:lnTo>
                    <a:pt x="721851" y="77874"/>
                  </a:lnTo>
                  <a:lnTo>
                    <a:pt x="724315" y="76112"/>
                  </a:lnTo>
                  <a:lnTo>
                    <a:pt x="726778" y="74351"/>
                  </a:lnTo>
                  <a:lnTo>
                    <a:pt x="729242" y="72595"/>
                  </a:lnTo>
                  <a:lnTo>
                    <a:pt x="731706" y="70842"/>
                  </a:lnTo>
                  <a:lnTo>
                    <a:pt x="734169" y="69094"/>
                  </a:lnTo>
                  <a:lnTo>
                    <a:pt x="736633" y="67350"/>
                  </a:lnTo>
                  <a:lnTo>
                    <a:pt x="739097" y="65614"/>
                  </a:lnTo>
                  <a:lnTo>
                    <a:pt x="741560" y="63884"/>
                  </a:lnTo>
                  <a:lnTo>
                    <a:pt x="744024" y="62160"/>
                  </a:lnTo>
                  <a:lnTo>
                    <a:pt x="746488" y="60446"/>
                  </a:lnTo>
                  <a:lnTo>
                    <a:pt x="748951" y="58740"/>
                  </a:lnTo>
                  <a:lnTo>
                    <a:pt x="751415" y="57042"/>
                  </a:lnTo>
                  <a:lnTo>
                    <a:pt x="753879" y="55353"/>
                  </a:lnTo>
                  <a:lnTo>
                    <a:pt x="756342" y="53676"/>
                  </a:lnTo>
                  <a:lnTo>
                    <a:pt x="758806" y="52009"/>
                  </a:lnTo>
                  <a:lnTo>
                    <a:pt x="761270" y="50351"/>
                  </a:lnTo>
                  <a:lnTo>
                    <a:pt x="763733" y="48708"/>
                  </a:lnTo>
                  <a:lnTo>
                    <a:pt x="766197" y="47076"/>
                  </a:lnTo>
                  <a:lnTo>
                    <a:pt x="768661" y="45456"/>
                  </a:lnTo>
                  <a:lnTo>
                    <a:pt x="771124" y="43848"/>
                  </a:lnTo>
                  <a:lnTo>
                    <a:pt x="773588" y="42258"/>
                  </a:lnTo>
                  <a:lnTo>
                    <a:pt x="776052" y="40681"/>
                  </a:lnTo>
                  <a:lnTo>
                    <a:pt x="778515" y="39116"/>
                  </a:lnTo>
                  <a:lnTo>
                    <a:pt x="780979" y="37569"/>
                  </a:lnTo>
                  <a:lnTo>
                    <a:pt x="783443" y="36041"/>
                  </a:lnTo>
                  <a:lnTo>
                    <a:pt x="785906" y="34527"/>
                  </a:lnTo>
                  <a:lnTo>
                    <a:pt x="788370" y="33029"/>
                  </a:lnTo>
                  <a:lnTo>
                    <a:pt x="790834" y="31555"/>
                  </a:lnTo>
                  <a:lnTo>
                    <a:pt x="793297" y="30099"/>
                  </a:lnTo>
                  <a:lnTo>
                    <a:pt x="795761" y="28661"/>
                  </a:lnTo>
                  <a:lnTo>
                    <a:pt x="798225" y="27244"/>
                  </a:lnTo>
                  <a:lnTo>
                    <a:pt x="800688" y="25855"/>
                  </a:lnTo>
                  <a:lnTo>
                    <a:pt x="803152" y="24485"/>
                  </a:lnTo>
                  <a:lnTo>
                    <a:pt x="805616" y="23137"/>
                  </a:lnTo>
                  <a:lnTo>
                    <a:pt x="808079" y="21819"/>
                  </a:lnTo>
                  <a:lnTo>
                    <a:pt x="810543" y="20528"/>
                  </a:lnTo>
                  <a:lnTo>
                    <a:pt x="813006" y="19261"/>
                  </a:lnTo>
                  <a:lnTo>
                    <a:pt x="815470" y="18019"/>
                  </a:lnTo>
                  <a:lnTo>
                    <a:pt x="817934" y="16817"/>
                  </a:lnTo>
                  <a:lnTo>
                    <a:pt x="820397" y="15643"/>
                  </a:lnTo>
                  <a:lnTo>
                    <a:pt x="822861" y="14495"/>
                  </a:lnTo>
                  <a:lnTo>
                    <a:pt x="825325" y="13385"/>
                  </a:lnTo>
                  <a:lnTo>
                    <a:pt x="827788" y="12315"/>
                  </a:lnTo>
                  <a:lnTo>
                    <a:pt x="830252" y="11275"/>
                  </a:lnTo>
                  <a:lnTo>
                    <a:pt x="832716" y="10266"/>
                  </a:lnTo>
                  <a:lnTo>
                    <a:pt x="835179" y="9310"/>
                  </a:lnTo>
                  <a:lnTo>
                    <a:pt x="837643" y="8390"/>
                  </a:lnTo>
                  <a:lnTo>
                    <a:pt x="840107" y="7505"/>
                  </a:lnTo>
                  <a:lnTo>
                    <a:pt x="842570" y="6663"/>
                  </a:lnTo>
                  <a:lnTo>
                    <a:pt x="845034" y="5875"/>
                  </a:lnTo>
                  <a:lnTo>
                    <a:pt x="847498" y="5125"/>
                  </a:lnTo>
                  <a:lnTo>
                    <a:pt x="849961" y="4414"/>
                  </a:lnTo>
                  <a:lnTo>
                    <a:pt x="852425" y="3762"/>
                  </a:lnTo>
                  <a:lnTo>
                    <a:pt x="854889" y="3159"/>
                  </a:lnTo>
                  <a:lnTo>
                    <a:pt x="857352" y="2598"/>
                  </a:lnTo>
                  <a:lnTo>
                    <a:pt x="859816" y="2085"/>
                  </a:lnTo>
                  <a:lnTo>
                    <a:pt x="862280" y="1639"/>
                  </a:lnTo>
                  <a:lnTo>
                    <a:pt x="864743" y="1239"/>
                  </a:lnTo>
                  <a:lnTo>
                    <a:pt x="867207" y="885"/>
                  </a:lnTo>
                  <a:lnTo>
                    <a:pt x="869671" y="595"/>
                  </a:lnTo>
                  <a:lnTo>
                    <a:pt x="872134" y="365"/>
                  </a:lnTo>
                  <a:lnTo>
                    <a:pt x="874598" y="184"/>
                  </a:lnTo>
                  <a:lnTo>
                    <a:pt x="877062" y="52"/>
                  </a:lnTo>
                  <a:lnTo>
                    <a:pt x="879525" y="0"/>
                  </a:lnTo>
                  <a:lnTo>
                    <a:pt x="881989" y="0"/>
                  </a:lnTo>
                  <a:lnTo>
                    <a:pt x="884453" y="50"/>
                  </a:lnTo>
                  <a:lnTo>
                    <a:pt x="886916" y="164"/>
                  </a:lnTo>
                  <a:lnTo>
                    <a:pt x="889380" y="351"/>
                  </a:lnTo>
                  <a:lnTo>
                    <a:pt x="891844" y="590"/>
                  </a:lnTo>
                  <a:lnTo>
                    <a:pt x="894307" y="881"/>
                  </a:lnTo>
                  <a:lnTo>
                    <a:pt x="896771" y="1252"/>
                  </a:lnTo>
                  <a:lnTo>
                    <a:pt x="899235" y="1683"/>
                  </a:lnTo>
                  <a:lnTo>
                    <a:pt x="901698" y="2167"/>
                  </a:lnTo>
                  <a:lnTo>
                    <a:pt x="904162" y="2711"/>
                  </a:lnTo>
                  <a:lnTo>
                    <a:pt x="906625" y="3335"/>
                  </a:lnTo>
                  <a:lnTo>
                    <a:pt x="909089" y="4012"/>
                  </a:lnTo>
                  <a:lnTo>
                    <a:pt x="911553" y="4743"/>
                  </a:lnTo>
                  <a:lnTo>
                    <a:pt x="914016" y="5546"/>
                  </a:lnTo>
                  <a:lnTo>
                    <a:pt x="916480" y="6415"/>
                  </a:lnTo>
                  <a:lnTo>
                    <a:pt x="918944" y="7335"/>
                  </a:lnTo>
                  <a:lnTo>
                    <a:pt x="921407" y="8308"/>
                  </a:lnTo>
                  <a:lnTo>
                    <a:pt x="923871" y="9363"/>
                  </a:lnTo>
                  <a:lnTo>
                    <a:pt x="926335" y="10469"/>
                  </a:lnTo>
                  <a:lnTo>
                    <a:pt x="928798" y="11624"/>
                  </a:lnTo>
                  <a:lnTo>
                    <a:pt x="931262" y="12841"/>
                  </a:lnTo>
                  <a:lnTo>
                    <a:pt x="933726" y="14122"/>
                  </a:lnTo>
                  <a:lnTo>
                    <a:pt x="936189" y="15451"/>
                  </a:lnTo>
                  <a:lnTo>
                    <a:pt x="938653" y="16825"/>
                  </a:lnTo>
                  <a:lnTo>
                    <a:pt x="941117" y="18267"/>
                  </a:lnTo>
                  <a:lnTo>
                    <a:pt x="943580" y="19757"/>
                  </a:lnTo>
                  <a:lnTo>
                    <a:pt x="946044" y="21288"/>
                  </a:lnTo>
                  <a:lnTo>
                    <a:pt x="948508" y="22867"/>
                  </a:lnTo>
                  <a:lnTo>
                    <a:pt x="950971" y="24503"/>
                  </a:lnTo>
                  <a:lnTo>
                    <a:pt x="953435" y="26176"/>
                  </a:lnTo>
                  <a:lnTo>
                    <a:pt x="955899" y="27885"/>
                  </a:lnTo>
                  <a:lnTo>
                    <a:pt x="958362" y="29643"/>
                  </a:lnTo>
                  <a:lnTo>
                    <a:pt x="960826" y="31439"/>
                  </a:lnTo>
                  <a:lnTo>
                    <a:pt x="963290" y="33266"/>
                  </a:lnTo>
                  <a:lnTo>
                    <a:pt x="965753" y="35124"/>
                  </a:lnTo>
                  <a:lnTo>
                    <a:pt x="968217" y="37024"/>
                  </a:lnTo>
                  <a:lnTo>
                    <a:pt x="970681" y="38948"/>
                  </a:lnTo>
                  <a:lnTo>
                    <a:pt x="973144" y="40895"/>
                  </a:lnTo>
                  <a:lnTo>
                    <a:pt x="975608" y="42871"/>
                  </a:lnTo>
                  <a:lnTo>
                    <a:pt x="978072" y="44871"/>
                  </a:lnTo>
                  <a:lnTo>
                    <a:pt x="980535" y="46887"/>
                  </a:lnTo>
                  <a:lnTo>
                    <a:pt x="982999" y="48920"/>
                  </a:lnTo>
                  <a:lnTo>
                    <a:pt x="985463" y="50972"/>
                  </a:lnTo>
                  <a:lnTo>
                    <a:pt x="987926" y="53035"/>
                  </a:lnTo>
                  <a:lnTo>
                    <a:pt x="990390" y="55108"/>
                  </a:lnTo>
                  <a:lnTo>
                    <a:pt x="992853" y="57189"/>
                  </a:lnTo>
                  <a:lnTo>
                    <a:pt x="995317" y="59277"/>
                  </a:lnTo>
                  <a:lnTo>
                    <a:pt x="997781" y="61367"/>
                  </a:lnTo>
                  <a:lnTo>
                    <a:pt x="1000244" y="63459"/>
                  </a:lnTo>
                  <a:lnTo>
                    <a:pt x="1002708" y="65550"/>
                  </a:lnTo>
                  <a:lnTo>
                    <a:pt x="1005172" y="67638"/>
                  </a:lnTo>
                  <a:lnTo>
                    <a:pt x="1007635" y="69721"/>
                  </a:lnTo>
                  <a:lnTo>
                    <a:pt x="1010099" y="71798"/>
                  </a:lnTo>
                  <a:lnTo>
                    <a:pt x="1012563" y="73863"/>
                  </a:lnTo>
                  <a:lnTo>
                    <a:pt x="1015026" y="75917"/>
                  </a:lnTo>
                  <a:lnTo>
                    <a:pt x="1017490" y="77962"/>
                  </a:lnTo>
                  <a:lnTo>
                    <a:pt x="1019954" y="79990"/>
                  </a:lnTo>
                  <a:lnTo>
                    <a:pt x="1022417" y="82000"/>
                  </a:lnTo>
                  <a:lnTo>
                    <a:pt x="1024881" y="83995"/>
                  </a:lnTo>
                  <a:lnTo>
                    <a:pt x="1027345" y="85973"/>
                  </a:lnTo>
                  <a:lnTo>
                    <a:pt x="1029808" y="87924"/>
                  </a:lnTo>
                  <a:lnTo>
                    <a:pt x="1032272" y="89856"/>
                  </a:lnTo>
                  <a:lnTo>
                    <a:pt x="1034736" y="91767"/>
                  </a:lnTo>
                  <a:lnTo>
                    <a:pt x="1037199" y="93654"/>
                  </a:lnTo>
                  <a:lnTo>
                    <a:pt x="1039663" y="95510"/>
                  </a:lnTo>
                  <a:lnTo>
                    <a:pt x="1042127" y="97344"/>
                  </a:lnTo>
                  <a:lnTo>
                    <a:pt x="1044590" y="99155"/>
                  </a:lnTo>
                  <a:lnTo>
                    <a:pt x="1047054" y="100931"/>
                  </a:lnTo>
                  <a:lnTo>
                    <a:pt x="1049518" y="102679"/>
                  </a:lnTo>
                  <a:lnTo>
                    <a:pt x="1051981" y="104403"/>
                  </a:lnTo>
                  <a:lnTo>
                    <a:pt x="1054445" y="106098"/>
                  </a:lnTo>
                  <a:lnTo>
                    <a:pt x="1056909" y="107755"/>
                  </a:lnTo>
                  <a:lnTo>
                    <a:pt x="1059372" y="109385"/>
                  </a:lnTo>
                  <a:lnTo>
                    <a:pt x="1061836" y="110990"/>
                  </a:lnTo>
                  <a:lnTo>
                    <a:pt x="1064300" y="112558"/>
                  </a:lnTo>
                  <a:lnTo>
                    <a:pt x="1066763" y="114093"/>
                  </a:lnTo>
                  <a:lnTo>
                    <a:pt x="1069227" y="115602"/>
                  </a:lnTo>
                  <a:lnTo>
                    <a:pt x="1071691" y="117084"/>
                  </a:lnTo>
                  <a:lnTo>
                    <a:pt x="1074154" y="118523"/>
                  </a:lnTo>
                  <a:lnTo>
                    <a:pt x="1076618" y="119936"/>
                  </a:lnTo>
                  <a:lnTo>
                    <a:pt x="1079082" y="121322"/>
                  </a:lnTo>
                  <a:lnTo>
                    <a:pt x="1081545" y="122675"/>
                  </a:lnTo>
                  <a:lnTo>
                    <a:pt x="1084009" y="123993"/>
                  </a:lnTo>
                  <a:lnTo>
                    <a:pt x="1086472" y="125285"/>
                  </a:lnTo>
                  <a:lnTo>
                    <a:pt x="1088936" y="126552"/>
                  </a:lnTo>
                  <a:lnTo>
                    <a:pt x="1091400" y="127780"/>
                  </a:lnTo>
                  <a:lnTo>
                    <a:pt x="1093863" y="128981"/>
                  </a:lnTo>
                  <a:lnTo>
                    <a:pt x="1096327" y="130157"/>
                  </a:lnTo>
                  <a:lnTo>
                    <a:pt x="1098791" y="131306"/>
                  </a:lnTo>
                  <a:lnTo>
                    <a:pt x="1101254" y="132419"/>
                  </a:lnTo>
                  <a:lnTo>
                    <a:pt x="1103718" y="133509"/>
                  </a:lnTo>
                  <a:lnTo>
                    <a:pt x="1106182" y="134576"/>
                  </a:lnTo>
                  <a:lnTo>
                    <a:pt x="1108645" y="135611"/>
                  </a:lnTo>
                  <a:lnTo>
                    <a:pt x="1111109" y="136620"/>
                  </a:lnTo>
                  <a:lnTo>
                    <a:pt x="1113573" y="137606"/>
                  </a:lnTo>
                  <a:lnTo>
                    <a:pt x="1116036" y="138571"/>
                  </a:lnTo>
                  <a:lnTo>
                    <a:pt x="1118500" y="139502"/>
                  </a:lnTo>
                  <a:lnTo>
                    <a:pt x="1120964" y="140413"/>
                  </a:lnTo>
                  <a:lnTo>
                    <a:pt x="1123427" y="141304"/>
                  </a:lnTo>
                  <a:lnTo>
                    <a:pt x="1125891" y="142169"/>
                  </a:lnTo>
                  <a:lnTo>
                    <a:pt x="1128355" y="143009"/>
                  </a:lnTo>
                  <a:lnTo>
                    <a:pt x="1130818" y="143830"/>
                  </a:lnTo>
                  <a:lnTo>
                    <a:pt x="1133282" y="144633"/>
                  </a:lnTo>
                  <a:lnTo>
                    <a:pt x="1135746" y="145408"/>
                  </a:lnTo>
                  <a:lnTo>
                    <a:pt x="1138209" y="146164"/>
                  </a:lnTo>
                  <a:lnTo>
                    <a:pt x="1140673" y="146903"/>
                  </a:lnTo>
                  <a:lnTo>
                    <a:pt x="1143137" y="147622"/>
                  </a:lnTo>
                  <a:lnTo>
                    <a:pt x="1145600" y="148317"/>
                  </a:lnTo>
                  <a:lnTo>
                    <a:pt x="1148064" y="148995"/>
                  </a:lnTo>
                  <a:lnTo>
                    <a:pt x="1150528" y="149659"/>
                  </a:lnTo>
                  <a:lnTo>
                    <a:pt x="1152991" y="150299"/>
                  </a:lnTo>
                  <a:lnTo>
                    <a:pt x="1155455" y="150922"/>
                  </a:lnTo>
                  <a:lnTo>
                    <a:pt x="1157919" y="151530"/>
                  </a:lnTo>
                  <a:lnTo>
                    <a:pt x="1160382" y="152123"/>
                  </a:lnTo>
                  <a:lnTo>
                    <a:pt x="1162846" y="152693"/>
                  </a:lnTo>
                  <a:lnTo>
                    <a:pt x="1165310" y="153249"/>
                  </a:lnTo>
                  <a:lnTo>
                    <a:pt x="1167773" y="153791"/>
                  </a:lnTo>
                  <a:lnTo>
                    <a:pt x="1170237" y="154316"/>
                  </a:lnTo>
                  <a:lnTo>
                    <a:pt x="1172701" y="154823"/>
                  </a:lnTo>
                  <a:lnTo>
                    <a:pt x="1175164" y="155317"/>
                  </a:lnTo>
                  <a:lnTo>
                    <a:pt x="1177628" y="155799"/>
                  </a:lnTo>
                  <a:lnTo>
                    <a:pt x="1180091" y="156261"/>
                  </a:lnTo>
                  <a:lnTo>
                    <a:pt x="1182555" y="156710"/>
                  </a:lnTo>
                  <a:lnTo>
                    <a:pt x="1185019" y="157147"/>
                  </a:lnTo>
                  <a:lnTo>
                    <a:pt x="1187482" y="157570"/>
                  </a:lnTo>
                  <a:lnTo>
                    <a:pt x="1189946" y="157976"/>
                  </a:lnTo>
                  <a:lnTo>
                    <a:pt x="1192410" y="158371"/>
                  </a:lnTo>
                  <a:lnTo>
                    <a:pt x="1194873" y="158755"/>
                  </a:lnTo>
                  <a:lnTo>
                    <a:pt x="1197337" y="159123"/>
                  </a:lnTo>
                  <a:lnTo>
                    <a:pt x="1199801" y="159479"/>
                  </a:lnTo>
                  <a:lnTo>
                    <a:pt x="1202264" y="159824"/>
                  </a:lnTo>
                  <a:lnTo>
                    <a:pt x="1204728" y="160158"/>
                  </a:lnTo>
                  <a:lnTo>
                    <a:pt x="1207192" y="160477"/>
                  </a:lnTo>
                  <a:lnTo>
                    <a:pt x="1209655" y="160786"/>
                  </a:lnTo>
                  <a:lnTo>
                    <a:pt x="1212119" y="161086"/>
                  </a:lnTo>
                  <a:lnTo>
                    <a:pt x="1214583" y="161373"/>
                  </a:lnTo>
                  <a:lnTo>
                    <a:pt x="1217046" y="161648"/>
                  </a:lnTo>
                  <a:lnTo>
                    <a:pt x="1219510" y="161915"/>
                  </a:lnTo>
                  <a:lnTo>
                    <a:pt x="1221974" y="162172"/>
                  </a:lnTo>
                  <a:lnTo>
                    <a:pt x="1224437" y="162417"/>
                  </a:lnTo>
                  <a:lnTo>
                    <a:pt x="1226901" y="162653"/>
                  </a:lnTo>
                  <a:lnTo>
                    <a:pt x="1229365" y="162881"/>
                  </a:lnTo>
                  <a:lnTo>
                    <a:pt x="1231828" y="163099"/>
                  </a:lnTo>
                  <a:lnTo>
                    <a:pt x="1234292" y="163307"/>
                  </a:lnTo>
                  <a:lnTo>
                    <a:pt x="1236756" y="163508"/>
                  </a:lnTo>
                  <a:lnTo>
                    <a:pt x="1239219" y="163702"/>
                  </a:lnTo>
                  <a:lnTo>
                    <a:pt x="1241683" y="163885"/>
                  </a:lnTo>
                  <a:lnTo>
                    <a:pt x="1244147" y="164061"/>
                  </a:lnTo>
                  <a:lnTo>
                    <a:pt x="1246610" y="164230"/>
                  </a:lnTo>
                  <a:lnTo>
                    <a:pt x="1249074" y="164392"/>
                  </a:lnTo>
                  <a:lnTo>
                    <a:pt x="1251538" y="164545"/>
                  </a:lnTo>
                  <a:lnTo>
                    <a:pt x="1254001" y="164693"/>
                  </a:lnTo>
                  <a:lnTo>
                    <a:pt x="1256465" y="164835"/>
                  </a:lnTo>
                  <a:lnTo>
                    <a:pt x="1258929" y="164969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6942670" y="4199246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700561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7320349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7635081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7949813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826454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tx262"/>
            <p:cNvSpPr/>
            <p:nvPr/>
          </p:nvSpPr>
          <p:spPr>
            <a:xfrm>
              <a:off x="6927936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7242668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7557400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7872132" y="4261549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8155787" y="426018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7592414" y="4410971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68" name="rc268"/>
            <p:cNvSpPr/>
            <p:nvPr/>
          </p:nvSpPr>
          <p:spPr>
            <a:xfrm>
              <a:off x="8397081" y="2595080"/>
              <a:ext cx="1523999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8466670" y="2892358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8529616" y="3643703"/>
              <a:ext cx="1258929" cy="496139"/>
            </a:xfrm>
            <a:custGeom>
              <a:avLst/>
              <a:pathLst>
                <a:path w="1258929" h="496139">
                  <a:moveTo>
                    <a:pt x="0" y="496137"/>
                  </a:moveTo>
                  <a:lnTo>
                    <a:pt x="2463" y="496135"/>
                  </a:lnTo>
                  <a:lnTo>
                    <a:pt x="4927" y="496133"/>
                  </a:lnTo>
                  <a:lnTo>
                    <a:pt x="7390" y="496130"/>
                  </a:lnTo>
                  <a:lnTo>
                    <a:pt x="9854" y="496126"/>
                  </a:lnTo>
                  <a:lnTo>
                    <a:pt x="12318" y="496119"/>
                  </a:lnTo>
                  <a:lnTo>
                    <a:pt x="14781" y="496108"/>
                  </a:lnTo>
                  <a:lnTo>
                    <a:pt x="17245" y="496093"/>
                  </a:lnTo>
                  <a:lnTo>
                    <a:pt x="19709" y="496071"/>
                  </a:lnTo>
                  <a:lnTo>
                    <a:pt x="22172" y="496038"/>
                  </a:lnTo>
                  <a:lnTo>
                    <a:pt x="24636" y="495989"/>
                  </a:lnTo>
                  <a:lnTo>
                    <a:pt x="27100" y="495919"/>
                  </a:lnTo>
                  <a:lnTo>
                    <a:pt x="29563" y="495821"/>
                  </a:lnTo>
                  <a:lnTo>
                    <a:pt x="32027" y="495686"/>
                  </a:lnTo>
                  <a:lnTo>
                    <a:pt x="34491" y="495500"/>
                  </a:lnTo>
                  <a:lnTo>
                    <a:pt x="36954" y="495249"/>
                  </a:lnTo>
                  <a:lnTo>
                    <a:pt x="39418" y="494900"/>
                  </a:lnTo>
                  <a:lnTo>
                    <a:pt x="41882" y="494422"/>
                  </a:lnTo>
                  <a:lnTo>
                    <a:pt x="44345" y="493788"/>
                  </a:lnTo>
                  <a:lnTo>
                    <a:pt x="46809" y="492956"/>
                  </a:lnTo>
                  <a:lnTo>
                    <a:pt x="49273" y="491878"/>
                  </a:lnTo>
                  <a:lnTo>
                    <a:pt x="51736" y="490498"/>
                  </a:lnTo>
                  <a:lnTo>
                    <a:pt x="54200" y="488751"/>
                  </a:lnTo>
                  <a:lnTo>
                    <a:pt x="56664" y="486532"/>
                  </a:lnTo>
                  <a:lnTo>
                    <a:pt x="59127" y="483684"/>
                  </a:lnTo>
                  <a:lnTo>
                    <a:pt x="61591" y="480169"/>
                  </a:lnTo>
                  <a:lnTo>
                    <a:pt x="64055" y="475879"/>
                  </a:lnTo>
                  <a:lnTo>
                    <a:pt x="66518" y="470701"/>
                  </a:lnTo>
                  <a:lnTo>
                    <a:pt x="68982" y="464520"/>
                  </a:lnTo>
                  <a:lnTo>
                    <a:pt x="71446" y="457219"/>
                  </a:lnTo>
                  <a:lnTo>
                    <a:pt x="73909" y="448677"/>
                  </a:lnTo>
                  <a:lnTo>
                    <a:pt x="76373" y="438515"/>
                  </a:lnTo>
                  <a:lnTo>
                    <a:pt x="78837" y="426874"/>
                  </a:lnTo>
                  <a:lnTo>
                    <a:pt x="81300" y="413689"/>
                  </a:lnTo>
                  <a:lnTo>
                    <a:pt x="83764" y="398919"/>
                  </a:lnTo>
                  <a:lnTo>
                    <a:pt x="86228" y="382550"/>
                  </a:lnTo>
                  <a:lnTo>
                    <a:pt x="88691" y="364603"/>
                  </a:lnTo>
                  <a:lnTo>
                    <a:pt x="91155" y="345131"/>
                  </a:lnTo>
                  <a:lnTo>
                    <a:pt x="93618" y="324057"/>
                  </a:lnTo>
                  <a:lnTo>
                    <a:pt x="96082" y="301712"/>
                  </a:lnTo>
                  <a:lnTo>
                    <a:pt x="98546" y="278372"/>
                  </a:lnTo>
                  <a:lnTo>
                    <a:pt x="101009" y="254279"/>
                  </a:lnTo>
                  <a:lnTo>
                    <a:pt x="103473" y="229706"/>
                  </a:lnTo>
                  <a:lnTo>
                    <a:pt x="105937" y="204952"/>
                  </a:lnTo>
                  <a:lnTo>
                    <a:pt x="108400" y="180332"/>
                  </a:lnTo>
                  <a:lnTo>
                    <a:pt x="110864" y="156254"/>
                  </a:lnTo>
                  <a:lnTo>
                    <a:pt x="113328" y="133161"/>
                  </a:lnTo>
                  <a:lnTo>
                    <a:pt x="115791" y="111305"/>
                  </a:lnTo>
                  <a:lnTo>
                    <a:pt x="118255" y="90958"/>
                  </a:lnTo>
                  <a:lnTo>
                    <a:pt x="120719" y="72356"/>
                  </a:lnTo>
                  <a:lnTo>
                    <a:pt x="123182" y="55694"/>
                  </a:lnTo>
                  <a:lnTo>
                    <a:pt x="125646" y="41119"/>
                  </a:lnTo>
                  <a:lnTo>
                    <a:pt x="128110" y="28809"/>
                  </a:lnTo>
                  <a:lnTo>
                    <a:pt x="130573" y="19050"/>
                  </a:lnTo>
                  <a:lnTo>
                    <a:pt x="133037" y="11451"/>
                  </a:lnTo>
                  <a:lnTo>
                    <a:pt x="135501" y="5909"/>
                  </a:lnTo>
                  <a:lnTo>
                    <a:pt x="137964" y="2277"/>
                  </a:lnTo>
                  <a:lnTo>
                    <a:pt x="140428" y="377"/>
                  </a:lnTo>
                  <a:lnTo>
                    <a:pt x="142892" y="0"/>
                  </a:lnTo>
                  <a:lnTo>
                    <a:pt x="145355" y="916"/>
                  </a:lnTo>
                  <a:lnTo>
                    <a:pt x="147819" y="3008"/>
                  </a:lnTo>
                  <a:lnTo>
                    <a:pt x="150283" y="5815"/>
                  </a:lnTo>
                  <a:lnTo>
                    <a:pt x="152746" y="9096"/>
                  </a:lnTo>
                  <a:lnTo>
                    <a:pt x="155210" y="12644"/>
                  </a:lnTo>
                  <a:lnTo>
                    <a:pt x="157674" y="16278"/>
                  </a:lnTo>
                  <a:lnTo>
                    <a:pt x="160137" y="19841"/>
                  </a:lnTo>
                  <a:lnTo>
                    <a:pt x="162601" y="23208"/>
                  </a:lnTo>
                  <a:lnTo>
                    <a:pt x="165065" y="26243"/>
                  </a:lnTo>
                  <a:lnTo>
                    <a:pt x="167528" y="28902"/>
                  </a:lnTo>
                  <a:lnTo>
                    <a:pt x="169992" y="31205"/>
                  </a:lnTo>
                  <a:lnTo>
                    <a:pt x="172456" y="33177"/>
                  </a:lnTo>
                  <a:lnTo>
                    <a:pt x="174919" y="34870"/>
                  </a:lnTo>
                  <a:lnTo>
                    <a:pt x="177383" y="36354"/>
                  </a:lnTo>
                  <a:lnTo>
                    <a:pt x="179847" y="37721"/>
                  </a:lnTo>
                  <a:lnTo>
                    <a:pt x="182310" y="39086"/>
                  </a:lnTo>
                  <a:lnTo>
                    <a:pt x="184774" y="40611"/>
                  </a:lnTo>
                  <a:lnTo>
                    <a:pt x="187237" y="42418"/>
                  </a:lnTo>
                  <a:lnTo>
                    <a:pt x="189701" y="44630"/>
                  </a:lnTo>
                  <a:lnTo>
                    <a:pt x="192165" y="47363"/>
                  </a:lnTo>
                  <a:lnTo>
                    <a:pt x="194628" y="50727"/>
                  </a:lnTo>
                  <a:lnTo>
                    <a:pt x="197092" y="54822"/>
                  </a:lnTo>
                  <a:lnTo>
                    <a:pt x="199556" y="59753"/>
                  </a:lnTo>
                  <a:lnTo>
                    <a:pt x="202019" y="65748"/>
                  </a:lnTo>
                  <a:lnTo>
                    <a:pt x="204483" y="72712"/>
                  </a:lnTo>
                  <a:lnTo>
                    <a:pt x="206947" y="80675"/>
                  </a:lnTo>
                  <a:lnTo>
                    <a:pt x="209410" y="89649"/>
                  </a:lnTo>
                  <a:lnTo>
                    <a:pt x="211874" y="99633"/>
                  </a:lnTo>
                  <a:lnTo>
                    <a:pt x="214338" y="110606"/>
                  </a:lnTo>
                  <a:lnTo>
                    <a:pt x="216801" y="122534"/>
                  </a:lnTo>
                  <a:lnTo>
                    <a:pt x="219265" y="135494"/>
                  </a:lnTo>
                  <a:lnTo>
                    <a:pt x="221729" y="149289"/>
                  </a:lnTo>
                  <a:lnTo>
                    <a:pt x="224192" y="163802"/>
                  </a:lnTo>
                  <a:lnTo>
                    <a:pt x="226656" y="178940"/>
                  </a:lnTo>
                  <a:lnTo>
                    <a:pt x="229120" y="194601"/>
                  </a:lnTo>
                  <a:lnTo>
                    <a:pt x="231583" y="210678"/>
                  </a:lnTo>
                  <a:lnTo>
                    <a:pt x="234047" y="227057"/>
                  </a:lnTo>
                  <a:lnTo>
                    <a:pt x="236511" y="243625"/>
                  </a:lnTo>
                  <a:lnTo>
                    <a:pt x="238974" y="260222"/>
                  </a:lnTo>
                  <a:lnTo>
                    <a:pt x="241438" y="276719"/>
                  </a:lnTo>
                  <a:lnTo>
                    <a:pt x="243902" y="293006"/>
                  </a:lnTo>
                  <a:lnTo>
                    <a:pt x="246365" y="308978"/>
                  </a:lnTo>
                  <a:lnTo>
                    <a:pt x="248829" y="324535"/>
                  </a:lnTo>
                  <a:lnTo>
                    <a:pt x="251293" y="339587"/>
                  </a:lnTo>
                  <a:lnTo>
                    <a:pt x="253756" y="354017"/>
                  </a:lnTo>
                  <a:lnTo>
                    <a:pt x="256220" y="367680"/>
                  </a:lnTo>
                  <a:lnTo>
                    <a:pt x="258684" y="380604"/>
                  </a:lnTo>
                  <a:lnTo>
                    <a:pt x="261147" y="392752"/>
                  </a:lnTo>
                  <a:lnTo>
                    <a:pt x="263611" y="404093"/>
                  </a:lnTo>
                  <a:lnTo>
                    <a:pt x="266075" y="414611"/>
                  </a:lnTo>
                  <a:lnTo>
                    <a:pt x="268538" y="424299"/>
                  </a:lnTo>
                  <a:lnTo>
                    <a:pt x="271002" y="433161"/>
                  </a:lnTo>
                  <a:lnTo>
                    <a:pt x="273465" y="441063"/>
                  </a:lnTo>
                  <a:lnTo>
                    <a:pt x="275929" y="448190"/>
                  </a:lnTo>
                  <a:lnTo>
                    <a:pt x="278393" y="454576"/>
                  </a:lnTo>
                  <a:lnTo>
                    <a:pt x="280856" y="460261"/>
                  </a:lnTo>
                  <a:lnTo>
                    <a:pt x="283320" y="465288"/>
                  </a:lnTo>
                  <a:lnTo>
                    <a:pt x="285784" y="469704"/>
                  </a:lnTo>
                  <a:lnTo>
                    <a:pt x="288247" y="473556"/>
                  </a:lnTo>
                  <a:lnTo>
                    <a:pt x="290711" y="476832"/>
                  </a:lnTo>
                  <a:lnTo>
                    <a:pt x="293175" y="479638"/>
                  </a:lnTo>
                  <a:lnTo>
                    <a:pt x="295638" y="482047"/>
                  </a:lnTo>
                  <a:lnTo>
                    <a:pt x="298102" y="484103"/>
                  </a:lnTo>
                  <a:lnTo>
                    <a:pt x="300566" y="485847"/>
                  </a:lnTo>
                  <a:lnTo>
                    <a:pt x="303029" y="487320"/>
                  </a:lnTo>
                  <a:lnTo>
                    <a:pt x="305493" y="488556"/>
                  </a:lnTo>
                  <a:lnTo>
                    <a:pt x="307957" y="489574"/>
                  </a:lnTo>
                  <a:lnTo>
                    <a:pt x="310420" y="490410"/>
                  </a:lnTo>
                  <a:lnTo>
                    <a:pt x="312884" y="491109"/>
                  </a:lnTo>
                  <a:lnTo>
                    <a:pt x="315348" y="491691"/>
                  </a:lnTo>
                  <a:lnTo>
                    <a:pt x="317811" y="492175"/>
                  </a:lnTo>
                  <a:lnTo>
                    <a:pt x="320275" y="492579"/>
                  </a:lnTo>
                  <a:lnTo>
                    <a:pt x="322739" y="492916"/>
                  </a:lnTo>
                  <a:lnTo>
                    <a:pt x="325202" y="493197"/>
                  </a:lnTo>
                  <a:lnTo>
                    <a:pt x="327666" y="493430"/>
                  </a:lnTo>
                  <a:lnTo>
                    <a:pt x="330130" y="493631"/>
                  </a:lnTo>
                  <a:lnTo>
                    <a:pt x="332593" y="493807"/>
                  </a:lnTo>
                  <a:lnTo>
                    <a:pt x="335057" y="493963"/>
                  </a:lnTo>
                  <a:lnTo>
                    <a:pt x="337521" y="494104"/>
                  </a:lnTo>
                  <a:lnTo>
                    <a:pt x="339984" y="494233"/>
                  </a:lnTo>
                  <a:lnTo>
                    <a:pt x="342448" y="494354"/>
                  </a:lnTo>
                  <a:lnTo>
                    <a:pt x="344912" y="494469"/>
                  </a:lnTo>
                  <a:lnTo>
                    <a:pt x="347375" y="494579"/>
                  </a:lnTo>
                  <a:lnTo>
                    <a:pt x="349839" y="494687"/>
                  </a:lnTo>
                  <a:lnTo>
                    <a:pt x="352303" y="494793"/>
                  </a:lnTo>
                  <a:lnTo>
                    <a:pt x="354766" y="494897"/>
                  </a:lnTo>
                  <a:lnTo>
                    <a:pt x="357230" y="494998"/>
                  </a:lnTo>
                  <a:lnTo>
                    <a:pt x="359694" y="495098"/>
                  </a:lnTo>
                  <a:lnTo>
                    <a:pt x="362157" y="495194"/>
                  </a:lnTo>
                  <a:lnTo>
                    <a:pt x="364621" y="495288"/>
                  </a:lnTo>
                  <a:lnTo>
                    <a:pt x="367084" y="495377"/>
                  </a:lnTo>
                  <a:lnTo>
                    <a:pt x="369548" y="495462"/>
                  </a:lnTo>
                  <a:lnTo>
                    <a:pt x="372012" y="495542"/>
                  </a:lnTo>
                  <a:lnTo>
                    <a:pt x="374475" y="495617"/>
                  </a:lnTo>
                  <a:lnTo>
                    <a:pt x="376939" y="495687"/>
                  </a:lnTo>
                  <a:lnTo>
                    <a:pt x="379403" y="495750"/>
                  </a:lnTo>
                  <a:lnTo>
                    <a:pt x="381866" y="495807"/>
                  </a:lnTo>
                  <a:lnTo>
                    <a:pt x="384330" y="495858"/>
                  </a:lnTo>
                  <a:lnTo>
                    <a:pt x="386794" y="495903"/>
                  </a:lnTo>
                  <a:lnTo>
                    <a:pt x="389257" y="495943"/>
                  </a:lnTo>
                  <a:lnTo>
                    <a:pt x="391721" y="495977"/>
                  </a:lnTo>
                  <a:lnTo>
                    <a:pt x="394185" y="496007"/>
                  </a:lnTo>
                  <a:lnTo>
                    <a:pt x="396648" y="496033"/>
                  </a:lnTo>
                  <a:lnTo>
                    <a:pt x="399112" y="496053"/>
                  </a:lnTo>
                  <a:lnTo>
                    <a:pt x="401576" y="496071"/>
                  </a:lnTo>
                  <a:lnTo>
                    <a:pt x="404039" y="496085"/>
                  </a:lnTo>
                  <a:lnTo>
                    <a:pt x="406503" y="496097"/>
                  </a:lnTo>
                  <a:lnTo>
                    <a:pt x="408967" y="496107"/>
                  </a:lnTo>
                  <a:lnTo>
                    <a:pt x="411430" y="496114"/>
                  </a:lnTo>
                  <a:lnTo>
                    <a:pt x="413894" y="496120"/>
                  </a:lnTo>
                  <a:lnTo>
                    <a:pt x="416358" y="496125"/>
                  </a:lnTo>
                  <a:lnTo>
                    <a:pt x="418821" y="496128"/>
                  </a:lnTo>
                  <a:lnTo>
                    <a:pt x="421285" y="496131"/>
                  </a:lnTo>
                  <a:lnTo>
                    <a:pt x="423749" y="496133"/>
                  </a:lnTo>
                  <a:lnTo>
                    <a:pt x="426212" y="496135"/>
                  </a:lnTo>
                  <a:lnTo>
                    <a:pt x="428676" y="496136"/>
                  </a:lnTo>
                  <a:lnTo>
                    <a:pt x="431140" y="496137"/>
                  </a:lnTo>
                  <a:lnTo>
                    <a:pt x="433603" y="496137"/>
                  </a:lnTo>
                  <a:lnTo>
                    <a:pt x="436067" y="496138"/>
                  </a:lnTo>
                  <a:lnTo>
                    <a:pt x="438531" y="496138"/>
                  </a:lnTo>
                  <a:lnTo>
                    <a:pt x="440994" y="496138"/>
                  </a:lnTo>
                  <a:lnTo>
                    <a:pt x="443458" y="496138"/>
                  </a:lnTo>
                  <a:lnTo>
                    <a:pt x="445922" y="496138"/>
                  </a:lnTo>
                  <a:lnTo>
                    <a:pt x="448385" y="496138"/>
                  </a:lnTo>
                  <a:lnTo>
                    <a:pt x="450849" y="496138"/>
                  </a:lnTo>
                  <a:lnTo>
                    <a:pt x="453312" y="496138"/>
                  </a:lnTo>
                  <a:lnTo>
                    <a:pt x="455776" y="496138"/>
                  </a:lnTo>
                  <a:lnTo>
                    <a:pt x="458240" y="496137"/>
                  </a:lnTo>
                  <a:lnTo>
                    <a:pt x="460703" y="496137"/>
                  </a:lnTo>
                  <a:lnTo>
                    <a:pt x="463167" y="496136"/>
                  </a:lnTo>
                  <a:lnTo>
                    <a:pt x="465631" y="496135"/>
                  </a:lnTo>
                  <a:lnTo>
                    <a:pt x="468094" y="496133"/>
                  </a:lnTo>
                  <a:lnTo>
                    <a:pt x="470558" y="496131"/>
                  </a:lnTo>
                  <a:lnTo>
                    <a:pt x="473022" y="496128"/>
                  </a:lnTo>
                  <a:lnTo>
                    <a:pt x="475485" y="496125"/>
                  </a:lnTo>
                  <a:lnTo>
                    <a:pt x="477949" y="496120"/>
                  </a:lnTo>
                  <a:lnTo>
                    <a:pt x="480413" y="496114"/>
                  </a:lnTo>
                  <a:lnTo>
                    <a:pt x="482876" y="496106"/>
                  </a:lnTo>
                  <a:lnTo>
                    <a:pt x="485340" y="496096"/>
                  </a:lnTo>
                  <a:lnTo>
                    <a:pt x="487804" y="496083"/>
                  </a:lnTo>
                  <a:lnTo>
                    <a:pt x="490267" y="496067"/>
                  </a:lnTo>
                  <a:lnTo>
                    <a:pt x="492731" y="496047"/>
                  </a:lnTo>
                  <a:lnTo>
                    <a:pt x="495195" y="496023"/>
                  </a:lnTo>
                  <a:lnTo>
                    <a:pt x="497658" y="495994"/>
                  </a:lnTo>
                  <a:lnTo>
                    <a:pt x="500122" y="495960"/>
                  </a:lnTo>
                  <a:lnTo>
                    <a:pt x="502586" y="495919"/>
                  </a:lnTo>
                  <a:lnTo>
                    <a:pt x="505049" y="495871"/>
                  </a:lnTo>
                  <a:lnTo>
                    <a:pt x="507513" y="495816"/>
                  </a:lnTo>
                  <a:lnTo>
                    <a:pt x="509977" y="495752"/>
                  </a:lnTo>
                  <a:lnTo>
                    <a:pt x="512440" y="495680"/>
                  </a:lnTo>
                  <a:lnTo>
                    <a:pt x="514904" y="495600"/>
                  </a:lnTo>
                  <a:lnTo>
                    <a:pt x="517368" y="495512"/>
                  </a:lnTo>
                  <a:lnTo>
                    <a:pt x="519831" y="495416"/>
                  </a:lnTo>
                  <a:lnTo>
                    <a:pt x="522295" y="495313"/>
                  </a:lnTo>
                  <a:lnTo>
                    <a:pt x="524759" y="495202"/>
                  </a:lnTo>
                  <a:lnTo>
                    <a:pt x="527222" y="495087"/>
                  </a:lnTo>
                  <a:lnTo>
                    <a:pt x="529686" y="494968"/>
                  </a:lnTo>
                  <a:lnTo>
                    <a:pt x="532150" y="494848"/>
                  </a:lnTo>
                  <a:lnTo>
                    <a:pt x="534613" y="494727"/>
                  </a:lnTo>
                  <a:lnTo>
                    <a:pt x="537077" y="494609"/>
                  </a:lnTo>
                  <a:lnTo>
                    <a:pt x="539541" y="494494"/>
                  </a:lnTo>
                  <a:lnTo>
                    <a:pt x="542004" y="494388"/>
                  </a:lnTo>
                  <a:lnTo>
                    <a:pt x="544468" y="494292"/>
                  </a:lnTo>
                  <a:lnTo>
                    <a:pt x="546931" y="494207"/>
                  </a:lnTo>
                  <a:lnTo>
                    <a:pt x="549395" y="494135"/>
                  </a:lnTo>
                  <a:lnTo>
                    <a:pt x="551859" y="494078"/>
                  </a:lnTo>
                  <a:lnTo>
                    <a:pt x="554322" y="494036"/>
                  </a:lnTo>
                  <a:lnTo>
                    <a:pt x="556786" y="494012"/>
                  </a:lnTo>
                  <a:lnTo>
                    <a:pt x="559250" y="494006"/>
                  </a:lnTo>
                  <a:lnTo>
                    <a:pt x="561713" y="494018"/>
                  </a:lnTo>
                  <a:lnTo>
                    <a:pt x="564177" y="494046"/>
                  </a:lnTo>
                  <a:lnTo>
                    <a:pt x="566641" y="494088"/>
                  </a:lnTo>
                  <a:lnTo>
                    <a:pt x="569104" y="494143"/>
                  </a:lnTo>
                  <a:lnTo>
                    <a:pt x="571568" y="494209"/>
                  </a:lnTo>
                  <a:lnTo>
                    <a:pt x="574032" y="494283"/>
                  </a:lnTo>
                  <a:lnTo>
                    <a:pt x="576495" y="494362"/>
                  </a:lnTo>
                  <a:lnTo>
                    <a:pt x="578959" y="494443"/>
                  </a:lnTo>
                  <a:lnTo>
                    <a:pt x="581423" y="494523"/>
                  </a:lnTo>
                  <a:lnTo>
                    <a:pt x="583886" y="494599"/>
                  </a:lnTo>
                  <a:lnTo>
                    <a:pt x="586350" y="494668"/>
                  </a:lnTo>
                  <a:lnTo>
                    <a:pt x="588814" y="494727"/>
                  </a:lnTo>
                  <a:lnTo>
                    <a:pt x="591277" y="494774"/>
                  </a:lnTo>
                  <a:lnTo>
                    <a:pt x="593741" y="494807"/>
                  </a:lnTo>
                  <a:lnTo>
                    <a:pt x="596205" y="494821"/>
                  </a:lnTo>
                  <a:lnTo>
                    <a:pt x="598668" y="494817"/>
                  </a:lnTo>
                  <a:lnTo>
                    <a:pt x="601132" y="494796"/>
                  </a:lnTo>
                  <a:lnTo>
                    <a:pt x="603596" y="494755"/>
                  </a:lnTo>
                  <a:lnTo>
                    <a:pt x="606059" y="494697"/>
                  </a:lnTo>
                  <a:lnTo>
                    <a:pt x="608523" y="494621"/>
                  </a:lnTo>
                  <a:lnTo>
                    <a:pt x="610987" y="494527"/>
                  </a:lnTo>
                  <a:lnTo>
                    <a:pt x="613450" y="494416"/>
                  </a:lnTo>
                  <a:lnTo>
                    <a:pt x="615914" y="494291"/>
                  </a:lnTo>
                  <a:lnTo>
                    <a:pt x="618378" y="494154"/>
                  </a:lnTo>
                  <a:lnTo>
                    <a:pt x="620841" y="494007"/>
                  </a:lnTo>
                  <a:lnTo>
                    <a:pt x="623305" y="493853"/>
                  </a:lnTo>
                  <a:lnTo>
                    <a:pt x="625769" y="493695"/>
                  </a:lnTo>
                  <a:lnTo>
                    <a:pt x="628232" y="493535"/>
                  </a:lnTo>
                  <a:lnTo>
                    <a:pt x="630696" y="493375"/>
                  </a:lnTo>
                  <a:lnTo>
                    <a:pt x="633159" y="493221"/>
                  </a:lnTo>
                  <a:lnTo>
                    <a:pt x="635623" y="493073"/>
                  </a:lnTo>
                  <a:lnTo>
                    <a:pt x="638087" y="492936"/>
                  </a:lnTo>
                  <a:lnTo>
                    <a:pt x="640550" y="492811"/>
                  </a:lnTo>
                  <a:lnTo>
                    <a:pt x="643014" y="492701"/>
                  </a:lnTo>
                  <a:lnTo>
                    <a:pt x="645478" y="492608"/>
                  </a:lnTo>
                  <a:lnTo>
                    <a:pt x="647941" y="492535"/>
                  </a:lnTo>
                  <a:lnTo>
                    <a:pt x="650405" y="492486"/>
                  </a:lnTo>
                  <a:lnTo>
                    <a:pt x="652869" y="492459"/>
                  </a:lnTo>
                  <a:lnTo>
                    <a:pt x="655332" y="492454"/>
                  </a:lnTo>
                  <a:lnTo>
                    <a:pt x="657796" y="492474"/>
                  </a:lnTo>
                  <a:lnTo>
                    <a:pt x="660260" y="492516"/>
                  </a:lnTo>
                  <a:lnTo>
                    <a:pt x="662723" y="492581"/>
                  </a:lnTo>
                  <a:lnTo>
                    <a:pt x="665187" y="492667"/>
                  </a:lnTo>
                  <a:lnTo>
                    <a:pt x="667651" y="492777"/>
                  </a:lnTo>
                  <a:lnTo>
                    <a:pt x="670114" y="492905"/>
                  </a:lnTo>
                  <a:lnTo>
                    <a:pt x="672578" y="493049"/>
                  </a:lnTo>
                  <a:lnTo>
                    <a:pt x="675042" y="493206"/>
                  </a:lnTo>
                  <a:lnTo>
                    <a:pt x="677505" y="493373"/>
                  </a:lnTo>
                  <a:lnTo>
                    <a:pt x="679969" y="493548"/>
                  </a:lnTo>
                  <a:lnTo>
                    <a:pt x="682433" y="493727"/>
                  </a:lnTo>
                  <a:lnTo>
                    <a:pt x="684896" y="493908"/>
                  </a:lnTo>
                  <a:lnTo>
                    <a:pt x="687360" y="494086"/>
                  </a:lnTo>
                  <a:lnTo>
                    <a:pt x="689824" y="494260"/>
                  </a:lnTo>
                  <a:lnTo>
                    <a:pt x="692287" y="494425"/>
                  </a:lnTo>
                  <a:lnTo>
                    <a:pt x="694751" y="494581"/>
                  </a:lnTo>
                  <a:lnTo>
                    <a:pt x="697215" y="494726"/>
                  </a:lnTo>
                  <a:lnTo>
                    <a:pt x="699678" y="494857"/>
                  </a:lnTo>
                  <a:lnTo>
                    <a:pt x="702142" y="494972"/>
                  </a:lnTo>
                  <a:lnTo>
                    <a:pt x="704606" y="495069"/>
                  </a:lnTo>
                  <a:lnTo>
                    <a:pt x="707069" y="495150"/>
                  </a:lnTo>
                  <a:lnTo>
                    <a:pt x="709533" y="495214"/>
                  </a:lnTo>
                  <a:lnTo>
                    <a:pt x="711997" y="495262"/>
                  </a:lnTo>
                  <a:lnTo>
                    <a:pt x="714460" y="495295"/>
                  </a:lnTo>
                  <a:lnTo>
                    <a:pt x="716924" y="495313"/>
                  </a:lnTo>
                  <a:lnTo>
                    <a:pt x="719388" y="495318"/>
                  </a:lnTo>
                  <a:lnTo>
                    <a:pt x="721851" y="495309"/>
                  </a:lnTo>
                  <a:lnTo>
                    <a:pt x="724315" y="495291"/>
                  </a:lnTo>
                  <a:lnTo>
                    <a:pt x="726778" y="495265"/>
                  </a:lnTo>
                  <a:lnTo>
                    <a:pt x="729242" y="495233"/>
                  </a:lnTo>
                  <a:lnTo>
                    <a:pt x="731706" y="495199"/>
                  </a:lnTo>
                  <a:lnTo>
                    <a:pt x="734169" y="495162"/>
                  </a:lnTo>
                  <a:lnTo>
                    <a:pt x="736633" y="495127"/>
                  </a:lnTo>
                  <a:lnTo>
                    <a:pt x="739097" y="495095"/>
                  </a:lnTo>
                  <a:lnTo>
                    <a:pt x="741560" y="495067"/>
                  </a:lnTo>
                  <a:lnTo>
                    <a:pt x="744024" y="495047"/>
                  </a:lnTo>
                  <a:lnTo>
                    <a:pt x="746488" y="495033"/>
                  </a:lnTo>
                  <a:lnTo>
                    <a:pt x="748951" y="495028"/>
                  </a:lnTo>
                  <a:lnTo>
                    <a:pt x="751415" y="495032"/>
                  </a:lnTo>
                  <a:lnTo>
                    <a:pt x="753879" y="495045"/>
                  </a:lnTo>
                  <a:lnTo>
                    <a:pt x="756342" y="495069"/>
                  </a:lnTo>
                  <a:lnTo>
                    <a:pt x="758806" y="495102"/>
                  </a:lnTo>
                  <a:lnTo>
                    <a:pt x="761270" y="495143"/>
                  </a:lnTo>
                  <a:lnTo>
                    <a:pt x="763733" y="495190"/>
                  </a:lnTo>
                  <a:lnTo>
                    <a:pt x="766197" y="495244"/>
                  </a:lnTo>
                  <a:lnTo>
                    <a:pt x="768661" y="495303"/>
                  </a:lnTo>
                  <a:lnTo>
                    <a:pt x="771124" y="495365"/>
                  </a:lnTo>
                  <a:lnTo>
                    <a:pt x="773588" y="495430"/>
                  </a:lnTo>
                  <a:lnTo>
                    <a:pt x="776052" y="495495"/>
                  </a:lnTo>
                  <a:lnTo>
                    <a:pt x="778515" y="495560"/>
                  </a:lnTo>
                  <a:lnTo>
                    <a:pt x="780979" y="495623"/>
                  </a:lnTo>
                  <a:lnTo>
                    <a:pt x="783443" y="495684"/>
                  </a:lnTo>
                  <a:lnTo>
                    <a:pt x="785906" y="495741"/>
                  </a:lnTo>
                  <a:lnTo>
                    <a:pt x="788370" y="495795"/>
                  </a:lnTo>
                  <a:lnTo>
                    <a:pt x="790834" y="495844"/>
                  </a:lnTo>
                  <a:lnTo>
                    <a:pt x="793297" y="495889"/>
                  </a:lnTo>
                  <a:lnTo>
                    <a:pt x="795761" y="495928"/>
                  </a:lnTo>
                  <a:lnTo>
                    <a:pt x="798225" y="495963"/>
                  </a:lnTo>
                  <a:lnTo>
                    <a:pt x="800688" y="495994"/>
                  </a:lnTo>
                  <a:lnTo>
                    <a:pt x="803152" y="496020"/>
                  </a:lnTo>
                  <a:lnTo>
                    <a:pt x="805616" y="496043"/>
                  </a:lnTo>
                  <a:lnTo>
                    <a:pt x="808079" y="496062"/>
                  </a:lnTo>
                  <a:lnTo>
                    <a:pt x="810543" y="496078"/>
                  </a:lnTo>
                  <a:lnTo>
                    <a:pt x="813006" y="496091"/>
                  </a:lnTo>
                  <a:lnTo>
                    <a:pt x="815470" y="496101"/>
                  </a:lnTo>
                  <a:lnTo>
                    <a:pt x="817934" y="496110"/>
                  </a:lnTo>
                  <a:lnTo>
                    <a:pt x="820397" y="496117"/>
                  </a:lnTo>
                  <a:lnTo>
                    <a:pt x="822861" y="496122"/>
                  </a:lnTo>
                  <a:lnTo>
                    <a:pt x="825325" y="496126"/>
                  </a:lnTo>
                  <a:lnTo>
                    <a:pt x="827788" y="496129"/>
                  </a:lnTo>
                  <a:lnTo>
                    <a:pt x="830252" y="496132"/>
                  </a:lnTo>
                  <a:lnTo>
                    <a:pt x="832716" y="496134"/>
                  </a:lnTo>
                  <a:lnTo>
                    <a:pt x="835179" y="496135"/>
                  </a:lnTo>
                  <a:lnTo>
                    <a:pt x="837643" y="496136"/>
                  </a:lnTo>
                  <a:lnTo>
                    <a:pt x="840107" y="496137"/>
                  </a:lnTo>
                  <a:lnTo>
                    <a:pt x="842570" y="496137"/>
                  </a:lnTo>
                  <a:lnTo>
                    <a:pt x="845034" y="496138"/>
                  </a:lnTo>
                  <a:lnTo>
                    <a:pt x="847498" y="496138"/>
                  </a:lnTo>
                  <a:lnTo>
                    <a:pt x="849961" y="496138"/>
                  </a:lnTo>
                  <a:lnTo>
                    <a:pt x="852425" y="496138"/>
                  </a:lnTo>
                  <a:lnTo>
                    <a:pt x="854889" y="496138"/>
                  </a:lnTo>
                  <a:lnTo>
                    <a:pt x="857352" y="496138"/>
                  </a:lnTo>
                  <a:lnTo>
                    <a:pt x="859816" y="496139"/>
                  </a:lnTo>
                  <a:lnTo>
                    <a:pt x="862280" y="496139"/>
                  </a:lnTo>
                  <a:lnTo>
                    <a:pt x="864743" y="496139"/>
                  </a:lnTo>
                  <a:lnTo>
                    <a:pt x="867207" y="496139"/>
                  </a:lnTo>
                  <a:lnTo>
                    <a:pt x="869671" y="496139"/>
                  </a:lnTo>
                  <a:lnTo>
                    <a:pt x="872134" y="496139"/>
                  </a:lnTo>
                  <a:lnTo>
                    <a:pt x="874598" y="496139"/>
                  </a:lnTo>
                  <a:lnTo>
                    <a:pt x="877062" y="496139"/>
                  </a:lnTo>
                  <a:lnTo>
                    <a:pt x="879525" y="496139"/>
                  </a:lnTo>
                  <a:lnTo>
                    <a:pt x="881989" y="496139"/>
                  </a:lnTo>
                  <a:lnTo>
                    <a:pt x="884453" y="496139"/>
                  </a:lnTo>
                  <a:lnTo>
                    <a:pt x="886916" y="496139"/>
                  </a:lnTo>
                  <a:lnTo>
                    <a:pt x="889380" y="496139"/>
                  </a:lnTo>
                  <a:lnTo>
                    <a:pt x="891844" y="496138"/>
                  </a:lnTo>
                  <a:lnTo>
                    <a:pt x="894307" y="496138"/>
                  </a:lnTo>
                  <a:lnTo>
                    <a:pt x="896771" y="496138"/>
                  </a:lnTo>
                  <a:lnTo>
                    <a:pt x="899235" y="496138"/>
                  </a:lnTo>
                  <a:lnTo>
                    <a:pt x="901698" y="496138"/>
                  </a:lnTo>
                  <a:lnTo>
                    <a:pt x="904162" y="496138"/>
                  </a:lnTo>
                  <a:lnTo>
                    <a:pt x="906625" y="496137"/>
                  </a:lnTo>
                  <a:lnTo>
                    <a:pt x="909089" y="496137"/>
                  </a:lnTo>
                  <a:lnTo>
                    <a:pt x="911553" y="496136"/>
                  </a:lnTo>
                  <a:lnTo>
                    <a:pt x="914016" y="496135"/>
                  </a:lnTo>
                  <a:lnTo>
                    <a:pt x="916480" y="496134"/>
                  </a:lnTo>
                  <a:lnTo>
                    <a:pt x="918944" y="496132"/>
                  </a:lnTo>
                  <a:lnTo>
                    <a:pt x="921407" y="496129"/>
                  </a:lnTo>
                  <a:lnTo>
                    <a:pt x="923871" y="496126"/>
                  </a:lnTo>
                  <a:lnTo>
                    <a:pt x="926335" y="496122"/>
                  </a:lnTo>
                  <a:lnTo>
                    <a:pt x="928798" y="496116"/>
                  </a:lnTo>
                  <a:lnTo>
                    <a:pt x="931262" y="496109"/>
                  </a:lnTo>
                  <a:lnTo>
                    <a:pt x="933726" y="496101"/>
                  </a:lnTo>
                  <a:lnTo>
                    <a:pt x="936189" y="496090"/>
                  </a:lnTo>
                  <a:lnTo>
                    <a:pt x="938653" y="496077"/>
                  </a:lnTo>
                  <a:lnTo>
                    <a:pt x="941117" y="496061"/>
                  </a:lnTo>
                  <a:lnTo>
                    <a:pt x="943580" y="496041"/>
                  </a:lnTo>
                  <a:lnTo>
                    <a:pt x="946044" y="496019"/>
                  </a:lnTo>
                  <a:lnTo>
                    <a:pt x="948508" y="495992"/>
                  </a:lnTo>
                  <a:lnTo>
                    <a:pt x="950971" y="495961"/>
                  </a:lnTo>
                  <a:lnTo>
                    <a:pt x="953435" y="495926"/>
                  </a:lnTo>
                  <a:lnTo>
                    <a:pt x="955899" y="495885"/>
                  </a:lnTo>
                  <a:lnTo>
                    <a:pt x="958362" y="495840"/>
                  </a:lnTo>
                  <a:lnTo>
                    <a:pt x="960826" y="495791"/>
                  </a:lnTo>
                  <a:lnTo>
                    <a:pt x="963290" y="495737"/>
                  </a:lnTo>
                  <a:lnTo>
                    <a:pt x="965753" y="495679"/>
                  </a:lnTo>
                  <a:lnTo>
                    <a:pt x="968217" y="495619"/>
                  </a:lnTo>
                  <a:lnTo>
                    <a:pt x="970681" y="495555"/>
                  </a:lnTo>
                  <a:lnTo>
                    <a:pt x="973144" y="495490"/>
                  </a:lnTo>
                  <a:lnTo>
                    <a:pt x="975608" y="495425"/>
                  </a:lnTo>
                  <a:lnTo>
                    <a:pt x="978072" y="495361"/>
                  </a:lnTo>
                  <a:lnTo>
                    <a:pt x="980535" y="495299"/>
                  </a:lnTo>
                  <a:lnTo>
                    <a:pt x="982999" y="495241"/>
                  </a:lnTo>
                  <a:lnTo>
                    <a:pt x="985463" y="495187"/>
                  </a:lnTo>
                  <a:lnTo>
                    <a:pt x="987926" y="495140"/>
                  </a:lnTo>
                  <a:lnTo>
                    <a:pt x="990390" y="495102"/>
                  </a:lnTo>
                  <a:lnTo>
                    <a:pt x="992853" y="495072"/>
                  </a:lnTo>
                  <a:lnTo>
                    <a:pt x="995317" y="495052"/>
                  </a:lnTo>
                  <a:lnTo>
                    <a:pt x="997781" y="495042"/>
                  </a:lnTo>
                  <a:lnTo>
                    <a:pt x="1000244" y="495041"/>
                  </a:lnTo>
                  <a:lnTo>
                    <a:pt x="1002708" y="495051"/>
                  </a:lnTo>
                  <a:lnTo>
                    <a:pt x="1005172" y="495070"/>
                  </a:lnTo>
                  <a:lnTo>
                    <a:pt x="1007635" y="495100"/>
                  </a:lnTo>
                  <a:lnTo>
                    <a:pt x="1010099" y="495138"/>
                  </a:lnTo>
                  <a:lnTo>
                    <a:pt x="1012563" y="495183"/>
                  </a:lnTo>
                  <a:lnTo>
                    <a:pt x="1015026" y="495234"/>
                  </a:lnTo>
                  <a:lnTo>
                    <a:pt x="1017490" y="495288"/>
                  </a:lnTo>
                  <a:lnTo>
                    <a:pt x="1019954" y="495345"/>
                  </a:lnTo>
                  <a:lnTo>
                    <a:pt x="1022417" y="495403"/>
                  </a:lnTo>
                  <a:lnTo>
                    <a:pt x="1024881" y="495460"/>
                  </a:lnTo>
                  <a:lnTo>
                    <a:pt x="1027345" y="495515"/>
                  </a:lnTo>
                  <a:lnTo>
                    <a:pt x="1029808" y="495566"/>
                  </a:lnTo>
                  <a:lnTo>
                    <a:pt x="1032272" y="495611"/>
                  </a:lnTo>
                  <a:lnTo>
                    <a:pt x="1034736" y="495651"/>
                  </a:lnTo>
                  <a:lnTo>
                    <a:pt x="1037199" y="495683"/>
                  </a:lnTo>
                  <a:lnTo>
                    <a:pt x="1039663" y="495707"/>
                  </a:lnTo>
                  <a:lnTo>
                    <a:pt x="1042127" y="495722"/>
                  </a:lnTo>
                  <a:lnTo>
                    <a:pt x="1044590" y="495728"/>
                  </a:lnTo>
                  <a:lnTo>
                    <a:pt x="1047054" y="495723"/>
                  </a:lnTo>
                  <a:lnTo>
                    <a:pt x="1049518" y="495710"/>
                  </a:lnTo>
                  <a:lnTo>
                    <a:pt x="1051981" y="495688"/>
                  </a:lnTo>
                  <a:lnTo>
                    <a:pt x="1054445" y="495658"/>
                  </a:lnTo>
                  <a:lnTo>
                    <a:pt x="1056909" y="495620"/>
                  </a:lnTo>
                  <a:lnTo>
                    <a:pt x="1059372" y="495575"/>
                  </a:lnTo>
                  <a:lnTo>
                    <a:pt x="1061836" y="495523"/>
                  </a:lnTo>
                  <a:lnTo>
                    <a:pt x="1064300" y="495467"/>
                  </a:lnTo>
                  <a:lnTo>
                    <a:pt x="1066763" y="495407"/>
                  </a:lnTo>
                  <a:lnTo>
                    <a:pt x="1069227" y="495345"/>
                  </a:lnTo>
                  <a:lnTo>
                    <a:pt x="1071691" y="495282"/>
                  </a:lnTo>
                  <a:lnTo>
                    <a:pt x="1074154" y="495220"/>
                  </a:lnTo>
                  <a:lnTo>
                    <a:pt x="1076618" y="495159"/>
                  </a:lnTo>
                  <a:lnTo>
                    <a:pt x="1079082" y="495102"/>
                  </a:lnTo>
                  <a:lnTo>
                    <a:pt x="1081545" y="495049"/>
                  </a:lnTo>
                  <a:lnTo>
                    <a:pt x="1084009" y="495001"/>
                  </a:lnTo>
                  <a:lnTo>
                    <a:pt x="1086472" y="494959"/>
                  </a:lnTo>
                  <a:lnTo>
                    <a:pt x="1088936" y="494922"/>
                  </a:lnTo>
                  <a:lnTo>
                    <a:pt x="1091400" y="494890"/>
                  </a:lnTo>
                  <a:lnTo>
                    <a:pt x="1093863" y="494864"/>
                  </a:lnTo>
                  <a:lnTo>
                    <a:pt x="1096327" y="494842"/>
                  </a:lnTo>
                  <a:lnTo>
                    <a:pt x="1098791" y="494824"/>
                  </a:lnTo>
                  <a:lnTo>
                    <a:pt x="1101254" y="494809"/>
                  </a:lnTo>
                  <a:lnTo>
                    <a:pt x="1103718" y="494794"/>
                  </a:lnTo>
                  <a:lnTo>
                    <a:pt x="1106182" y="494779"/>
                  </a:lnTo>
                  <a:lnTo>
                    <a:pt x="1108645" y="494763"/>
                  </a:lnTo>
                  <a:lnTo>
                    <a:pt x="1111109" y="494744"/>
                  </a:lnTo>
                  <a:lnTo>
                    <a:pt x="1113573" y="494722"/>
                  </a:lnTo>
                  <a:lnTo>
                    <a:pt x="1116036" y="494694"/>
                  </a:lnTo>
                  <a:lnTo>
                    <a:pt x="1118500" y="494661"/>
                  </a:lnTo>
                  <a:lnTo>
                    <a:pt x="1120964" y="494622"/>
                  </a:lnTo>
                  <a:lnTo>
                    <a:pt x="1123427" y="494579"/>
                  </a:lnTo>
                  <a:lnTo>
                    <a:pt x="1125891" y="494532"/>
                  </a:lnTo>
                  <a:lnTo>
                    <a:pt x="1128355" y="494480"/>
                  </a:lnTo>
                  <a:lnTo>
                    <a:pt x="1130818" y="494426"/>
                  </a:lnTo>
                  <a:lnTo>
                    <a:pt x="1133282" y="494371"/>
                  </a:lnTo>
                  <a:lnTo>
                    <a:pt x="1135746" y="494317"/>
                  </a:lnTo>
                  <a:lnTo>
                    <a:pt x="1138209" y="494265"/>
                  </a:lnTo>
                  <a:lnTo>
                    <a:pt x="1140673" y="494218"/>
                  </a:lnTo>
                  <a:lnTo>
                    <a:pt x="1143137" y="494177"/>
                  </a:lnTo>
                  <a:lnTo>
                    <a:pt x="1145600" y="494143"/>
                  </a:lnTo>
                  <a:lnTo>
                    <a:pt x="1148064" y="494119"/>
                  </a:lnTo>
                  <a:lnTo>
                    <a:pt x="1150528" y="494106"/>
                  </a:lnTo>
                  <a:lnTo>
                    <a:pt x="1152991" y="494106"/>
                  </a:lnTo>
                  <a:lnTo>
                    <a:pt x="1155455" y="494118"/>
                  </a:lnTo>
                  <a:lnTo>
                    <a:pt x="1157919" y="494142"/>
                  </a:lnTo>
                  <a:lnTo>
                    <a:pt x="1160382" y="494180"/>
                  </a:lnTo>
                  <a:lnTo>
                    <a:pt x="1162846" y="494229"/>
                  </a:lnTo>
                  <a:lnTo>
                    <a:pt x="1165310" y="494291"/>
                  </a:lnTo>
                  <a:lnTo>
                    <a:pt x="1167773" y="494363"/>
                  </a:lnTo>
                  <a:lnTo>
                    <a:pt x="1170237" y="494446"/>
                  </a:lnTo>
                  <a:lnTo>
                    <a:pt x="1172701" y="494538"/>
                  </a:lnTo>
                  <a:lnTo>
                    <a:pt x="1175164" y="494635"/>
                  </a:lnTo>
                  <a:lnTo>
                    <a:pt x="1177628" y="494737"/>
                  </a:lnTo>
                  <a:lnTo>
                    <a:pt x="1180091" y="494843"/>
                  </a:lnTo>
                  <a:lnTo>
                    <a:pt x="1182555" y="494950"/>
                  </a:lnTo>
                  <a:lnTo>
                    <a:pt x="1185019" y="495057"/>
                  </a:lnTo>
                  <a:lnTo>
                    <a:pt x="1187482" y="495162"/>
                  </a:lnTo>
                  <a:lnTo>
                    <a:pt x="1189946" y="495264"/>
                  </a:lnTo>
                  <a:lnTo>
                    <a:pt x="1192410" y="495362"/>
                  </a:lnTo>
                  <a:lnTo>
                    <a:pt x="1194873" y="495455"/>
                  </a:lnTo>
                  <a:lnTo>
                    <a:pt x="1197337" y="495541"/>
                  </a:lnTo>
                  <a:lnTo>
                    <a:pt x="1199801" y="495622"/>
                  </a:lnTo>
                  <a:lnTo>
                    <a:pt x="1202264" y="495695"/>
                  </a:lnTo>
                  <a:lnTo>
                    <a:pt x="1204728" y="495761"/>
                  </a:lnTo>
                  <a:lnTo>
                    <a:pt x="1207192" y="495820"/>
                  </a:lnTo>
                  <a:lnTo>
                    <a:pt x="1209655" y="495872"/>
                  </a:lnTo>
                  <a:lnTo>
                    <a:pt x="1212119" y="495917"/>
                  </a:lnTo>
                  <a:lnTo>
                    <a:pt x="1214583" y="495957"/>
                  </a:lnTo>
                  <a:lnTo>
                    <a:pt x="1217046" y="495991"/>
                  </a:lnTo>
                  <a:lnTo>
                    <a:pt x="1219510" y="496019"/>
                  </a:lnTo>
                  <a:lnTo>
                    <a:pt x="1221974" y="496043"/>
                  </a:lnTo>
                  <a:lnTo>
                    <a:pt x="1224437" y="496063"/>
                  </a:lnTo>
                  <a:lnTo>
                    <a:pt x="1226901" y="496079"/>
                  </a:lnTo>
                  <a:lnTo>
                    <a:pt x="1229365" y="496092"/>
                  </a:lnTo>
                  <a:lnTo>
                    <a:pt x="1231828" y="496103"/>
                  </a:lnTo>
                  <a:lnTo>
                    <a:pt x="1234292" y="496111"/>
                  </a:lnTo>
                  <a:lnTo>
                    <a:pt x="1236756" y="496118"/>
                  </a:lnTo>
                  <a:lnTo>
                    <a:pt x="1239219" y="496123"/>
                  </a:lnTo>
                  <a:lnTo>
                    <a:pt x="1241683" y="496127"/>
                  </a:lnTo>
                  <a:lnTo>
                    <a:pt x="1244147" y="496130"/>
                  </a:lnTo>
                  <a:lnTo>
                    <a:pt x="1246610" y="496132"/>
                  </a:lnTo>
                  <a:lnTo>
                    <a:pt x="1249074" y="496134"/>
                  </a:lnTo>
                  <a:lnTo>
                    <a:pt x="1251538" y="496135"/>
                  </a:lnTo>
                  <a:lnTo>
                    <a:pt x="1254001" y="496136"/>
                  </a:lnTo>
                  <a:lnTo>
                    <a:pt x="1256465" y="496137"/>
                  </a:lnTo>
                  <a:lnTo>
                    <a:pt x="1258929" y="496139"/>
                  </a:lnTo>
                  <a:lnTo>
                    <a:pt x="1256465" y="496139"/>
                  </a:lnTo>
                  <a:lnTo>
                    <a:pt x="1254001" y="496139"/>
                  </a:lnTo>
                  <a:lnTo>
                    <a:pt x="1251538" y="496139"/>
                  </a:lnTo>
                  <a:lnTo>
                    <a:pt x="1249074" y="496139"/>
                  </a:lnTo>
                  <a:lnTo>
                    <a:pt x="1246610" y="496139"/>
                  </a:lnTo>
                  <a:lnTo>
                    <a:pt x="1244147" y="496139"/>
                  </a:lnTo>
                  <a:lnTo>
                    <a:pt x="1241683" y="496139"/>
                  </a:lnTo>
                  <a:lnTo>
                    <a:pt x="1239219" y="496139"/>
                  </a:lnTo>
                  <a:lnTo>
                    <a:pt x="1236756" y="496139"/>
                  </a:lnTo>
                  <a:lnTo>
                    <a:pt x="1234292" y="496139"/>
                  </a:lnTo>
                  <a:lnTo>
                    <a:pt x="1231828" y="496139"/>
                  </a:lnTo>
                  <a:lnTo>
                    <a:pt x="1229365" y="496139"/>
                  </a:lnTo>
                  <a:lnTo>
                    <a:pt x="1226901" y="496139"/>
                  </a:lnTo>
                  <a:lnTo>
                    <a:pt x="1224437" y="496139"/>
                  </a:lnTo>
                  <a:lnTo>
                    <a:pt x="1221974" y="496139"/>
                  </a:lnTo>
                  <a:lnTo>
                    <a:pt x="1219510" y="496139"/>
                  </a:lnTo>
                  <a:lnTo>
                    <a:pt x="1217046" y="496139"/>
                  </a:lnTo>
                  <a:lnTo>
                    <a:pt x="1214583" y="496139"/>
                  </a:lnTo>
                  <a:lnTo>
                    <a:pt x="1212119" y="496139"/>
                  </a:lnTo>
                  <a:lnTo>
                    <a:pt x="1209655" y="496139"/>
                  </a:lnTo>
                  <a:lnTo>
                    <a:pt x="1207192" y="496139"/>
                  </a:lnTo>
                  <a:lnTo>
                    <a:pt x="1204728" y="496139"/>
                  </a:lnTo>
                  <a:lnTo>
                    <a:pt x="1202264" y="496139"/>
                  </a:lnTo>
                  <a:lnTo>
                    <a:pt x="1199801" y="496139"/>
                  </a:lnTo>
                  <a:lnTo>
                    <a:pt x="1197337" y="496139"/>
                  </a:lnTo>
                  <a:lnTo>
                    <a:pt x="1194873" y="496139"/>
                  </a:lnTo>
                  <a:lnTo>
                    <a:pt x="1192410" y="496139"/>
                  </a:lnTo>
                  <a:lnTo>
                    <a:pt x="1189946" y="496139"/>
                  </a:lnTo>
                  <a:lnTo>
                    <a:pt x="1187482" y="496139"/>
                  </a:lnTo>
                  <a:lnTo>
                    <a:pt x="1185019" y="496139"/>
                  </a:lnTo>
                  <a:lnTo>
                    <a:pt x="1182555" y="496139"/>
                  </a:lnTo>
                  <a:lnTo>
                    <a:pt x="1180091" y="496139"/>
                  </a:lnTo>
                  <a:lnTo>
                    <a:pt x="1177628" y="496139"/>
                  </a:lnTo>
                  <a:lnTo>
                    <a:pt x="1175164" y="496139"/>
                  </a:lnTo>
                  <a:lnTo>
                    <a:pt x="1172701" y="496139"/>
                  </a:lnTo>
                  <a:lnTo>
                    <a:pt x="1170237" y="496139"/>
                  </a:lnTo>
                  <a:lnTo>
                    <a:pt x="1167773" y="496139"/>
                  </a:lnTo>
                  <a:lnTo>
                    <a:pt x="1165310" y="496139"/>
                  </a:lnTo>
                  <a:lnTo>
                    <a:pt x="1162846" y="496139"/>
                  </a:lnTo>
                  <a:lnTo>
                    <a:pt x="1160382" y="496139"/>
                  </a:lnTo>
                  <a:lnTo>
                    <a:pt x="1157919" y="496139"/>
                  </a:lnTo>
                  <a:lnTo>
                    <a:pt x="1155455" y="496139"/>
                  </a:lnTo>
                  <a:lnTo>
                    <a:pt x="1152991" y="496139"/>
                  </a:lnTo>
                  <a:lnTo>
                    <a:pt x="1150528" y="496139"/>
                  </a:lnTo>
                  <a:lnTo>
                    <a:pt x="1148064" y="496139"/>
                  </a:lnTo>
                  <a:lnTo>
                    <a:pt x="1145600" y="496139"/>
                  </a:lnTo>
                  <a:lnTo>
                    <a:pt x="1143137" y="496139"/>
                  </a:lnTo>
                  <a:lnTo>
                    <a:pt x="1140673" y="496139"/>
                  </a:lnTo>
                  <a:lnTo>
                    <a:pt x="1138209" y="496139"/>
                  </a:lnTo>
                  <a:lnTo>
                    <a:pt x="1135746" y="496139"/>
                  </a:lnTo>
                  <a:lnTo>
                    <a:pt x="1133282" y="496139"/>
                  </a:lnTo>
                  <a:lnTo>
                    <a:pt x="1130818" y="496139"/>
                  </a:lnTo>
                  <a:lnTo>
                    <a:pt x="1128355" y="496139"/>
                  </a:lnTo>
                  <a:lnTo>
                    <a:pt x="1125891" y="496139"/>
                  </a:lnTo>
                  <a:lnTo>
                    <a:pt x="1123427" y="496139"/>
                  </a:lnTo>
                  <a:lnTo>
                    <a:pt x="1120964" y="496139"/>
                  </a:lnTo>
                  <a:lnTo>
                    <a:pt x="1118500" y="496139"/>
                  </a:lnTo>
                  <a:lnTo>
                    <a:pt x="1116036" y="496139"/>
                  </a:lnTo>
                  <a:lnTo>
                    <a:pt x="1113573" y="496139"/>
                  </a:lnTo>
                  <a:lnTo>
                    <a:pt x="1111109" y="496139"/>
                  </a:lnTo>
                  <a:lnTo>
                    <a:pt x="1108645" y="496139"/>
                  </a:lnTo>
                  <a:lnTo>
                    <a:pt x="1106182" y="496139"/>
                  </a:lnTo>
                  <a:lnTo>
                    <a:pt x="1103718" y="496139"/>
                  </a:lnTo>
                  <a:lnTo>
                    <a:pt x="1101254" y="496139"/>
                  </a:lnTo>
                  <a:lnTo>
                    <a:pt x="1098791" y="496139"/>
                  </a:lnTo>
                  <a:lnTo>
                    <a:pt x="1096327" y="496139"/>
                  </a:lnTo>
                  <a:lnTo>
                    <a:pt x="1093863" y="496139"/>
                  </a:lnTo>
                  <a:lnTo>
                    <a:pt x="1091400" y="496139"/>
                  </a:lnTo>
                  <a:lnTo>
                    <a:pt x="1088936" y="496139"/>
                  </a:lnTo>
                  <a:lnTo>
                    <a:pt x="1086472" y="496139"/>
                  </a:lnTo>
                  <a:lnTo>
                    <a:pt x="1084009" y="496139"/>
                  </a:lnTo>
                  <a:lnTo>
                    <a:pt x="1081545" y="496139"/>
                  </a:lnTo>
                  <a:lnTo>
                    <a:pt x="1079082" y="496139"/>
                  </a:lnTo>
                  <a:lnTo>
                    <a:pt x="1076618" y="496139"/>
                  </a:lnTo>
                  <a:lnTo>
                    <a:pt x="1074154" y="496139"/>
                  </a:lnTo>
                  <a:lnTo>
                    <a:pt x="1071691" y="496139"/>
                  </a:lnTo>
                  <a:lnTo>
                    <a:pt x="1069227" y="496139"/>
                  </a:lnTo>
                  <a:lnTo>
                    <a:pt x="1066763" y="496139"/>
                  </a:lnTo>
                  <a:lnTo>
                    <a:pt x="1064300" y="496139"/>
                  </a:lnTo>
                  <a:lnTo>
                    <a:pt x="1061836" y="496139"/>
                  </a:lnTo>
                  <a:lnTo>
                    <a:pt x="1059372" y="496139"/>
                  </a:lnTo>
                  <a:lnTo>
                    <a:pt x="1056909" y="496139"/>
                  </a:lnTo>
                  <a:lnTo>
                    <a:pt x="1054445" y="496139"/>
                  </a:lnTo>
                  <a:lnTo>
                    <a:pt x="1051981" y="496139"/>
                  </a:lnTo>
                  <a:lnTo>
                    <a:pt x="1049518" y="496139"/>
                  </a:lnTo>
                  <a:lnTo>
                    <a:pt x="1047054" y="496139"/>
                  </a:lnTo>
                  <a:lnTo>
                    <a:pt x="1044590" y="496139"/>
                  </a:lnTo>
                  <a:lnTo>
                    <a:pt x="1042127" y="496139"/>
                  </a:lnTo>
                  <a:lnTo>
                    <a:pt x="1039663" y="496139"/>
                  </a:lnTo>
                  <a:lnTo>
                    <a:pt x="1037199" y="496139"/>
                  </a:lnTo>
                  <a:lnTo>
                    <a:pt x="1034736" y="496139"/>
                  </a:lnTo>
                  <a:lnTo>
                    <a:pt x="1032272" y="496139"/>
                  </a:lnTo>
                  <a:lnTo>
                    <a:pt x="1029808" y="496139"/>
                  </a:lnTo>
                  <a:lnTo>
                    <a:pt x="1027345" y="496139"/>
                  </a:lnTo>
                  <a:lnTo>
                    <a:pt x="1024881" y="496139"/>
                  </a:lnTo>
                  <a:lnTo>
                    <a:pt x="1022417" y="496139"/>
                  </a:lnTo>
                  <a:lnTo>
                    <a:pt x="1019954" y="496139"/>
                  </a:lnTo>
                  <a:lnTo>
                    <a:pt x="1017490" y="496139"/>
                  </a:lnTo>
                  <a:lnTo>
                    <a:pt x="1015026" y="496139"/>
                  </a:lnTo>
                  <a:lnTo>
                    <a:pt x="1012563" y="496139"/>
                  </a:lnTo>
                  <a:lnTo>
                    <a:pt x="1010099" y="496139"/>
                  </a:lnTo>
                  <a:lnTo>
                    <a:pt x="1007635" y="496139"/>
                  </a:lnTo>
                  <a:lnTo>
                    <a:pt x="1005172" y="496139"/>
                  </a:lnTo>
                  <a:lnTo>
                    <a:pt x="1002708" y="496139"/>
                  </a:lnTo>
                  <a:lnTo>
                    <a:pt x="1000244" y="496139"/>
                  </a:lnTo>
                  <a:lnTo>
                    <a:pt x="997781" y="496139"/>
                  </a:lnTo>
                  <a:lnTo>
                    <a:pt x="995317" y="496139"/>
                  </a:lnTo>
                  <a:lnTo>
                    <a:pt x="992853" y="496139"/>
                  </a:lnTo>
                  <a:lnTo>
                    <a:pt x="990390" y="496139"/>
                  </a:lnTo>
                  <a:lnTo>
                    <a:pt x="987926" y="496139"/>
                  </a:lnTo>
                  <a:lnTo>
                    <a:pt x="985463" y="496139"/>
                  </a:lnTo>
                  <a:lnTo>
                    <a:pt x="982999" y="496139"/>
                  </a:lnTo>
                  <a:lnTo>
                    <a:pt x="980535" y="496139"/>
                  </a:lnTo>
                  <a:lnTo>
                    <a:pt x="978072" y="496139"/>
                  </a:lnTo>
                  <a:lnTo>
                    <a:pt x="975608" y="496139"/>
                  </a:lnTo>
                  <a:lnTo>
                    <a:pt x="973144" y="496139"/>
                  </a:lnTo>
                  <a:lnTo>
                    <a:pt x="970681" y="496139"/>
                  </a:lnTo>
                  <a:lnTo>
                    <a:pt x="968217" y="496139"/>
                  </a:lnTo>
                  <a:lnTo>
                    <a:pt x="965753" y="496139"/>
                  </a:lnTo>
                  <a:lnTo>
                    <a:pt x="963290" y="496139"/>
                  </a:lnTo>
                  <a:lnTo>
                    <a:pt x="960826" y="496139"/>
                  </a:lnTo>
                  <a:lnTo>
                    <a:pt x="958362" y="496139"/>
                  </a:lnTo>
                  <a:lnTo>
                    <a:pt x="955899" y="496139"/>
                  </a:lnTo>
                  <a:lnTo>
                    <a:pt x="953435" y="496139"/>
                  </a:lnTo>
                  <a:lnTo>
                    <a:pt x="950971" y="496139"/>
                  </a:lnTo>
                  <a:lnTo>
                    <a:pt x="948508" y="496139"/>
                  </a:lnTo>
                  <a:lnTo>
                    <a:pt x="946044" y="496139"/>
                  </a:lnTo>
                  <a:lnTo>
                    <a:pt x="943580" y="496139"/>
                  </a:lnTo>
                  <a:lnTo>
                    <a:pt x="941117" y="496139"/>
                  </a:lnTo>
                  <a:lnTo>
                    <a:pt x="938653" y="496139"/>
                  </a:lnTo>
                  <a:lnTo>
                    <a:pt x="936189" y="496139"/>
                  </a:lnTo>
                  <a:lnTo>
                    <a:pt x="933726" y="496139"/>
                  </a:lnTo>
                  <a:lnTo>
                    <a:pt x="931262" y="496139"/>
                  </a:lnTo>
                  <a:lnTo>
                    <a:pt x="928798" y="496139"/>
                  </a:lnTo>
                  <a:lnTo>
                    <a:pt x="926335" y="496139"/>
                  </a:lnTo>
                  <a:lnTo>
                    <a:pt x="923871" y="496139"/>
                  </a:lnTo>
                  <a:lnTo>
                    <a:pt x="921407" y="496139"/>
                  </a:lnTo>
                  <a:lnTo>
                    <a:pt x="918944" y="496139"/>
                  </a:lnTo>
                  <a:lnTo>
                    <a:pt x="916480" y="496139"/>
                  </a:lnTo>
                  <a:lnTo>
                    <a:pt x="914016" y="496139"/>
                  </a:lnTo>
                  <a:lnTo>
                    <a:pt x="911553" y="496139"/>
                  </a:lnTo>
                  <a:lnTo>
                    <a:pt x="909089" y="496139"/>
                  </a:lnTo>
                  <a:lnTo>
                    <a:pt x="906625" y="496139"/>
                  </a:lnTo>
                  <a:lnTo>
                    <a:pt x="904162" y="496139"/>
                  </a:lnTo>
                  <a:lnTo>
                    <a:pt x="901698" y="496139"/>
                  </a:lnTo>
                  <a:lnTo>
                    <a:pt x="899235" y="496139"/>
                  </a:lnTo>
                  <a:lnTo>
                    <a:pt x="896771" y="496139"/>
                  </a:lnTo>
                  <a:lnTo>
                    <a:pt x="894307" y="496139"/>
                  </a:lnTo>
                  <a:lnTo>
                    <a:pt x="891844" y="496139"/>
                  </a:lnTo>
                  <a:lnTo>
                    <a:pt x="889380" y="496139"/>
                  </a:lnTo>
                  <a:lnTo>
                    <a:pt x="886916" y="496139"/>
                  </a:lnTo>
                  <a:lnTo>
                    <a:pt x="884453" y="496139"/>
                  </a:lnTo>
                  <a:lnTo>
                    <a:pt x="881989" y="496139"/>
                  </a:lnTo>
                  <a:lnTo>
                    <a:pt x="879525" y="496139"/>
                  </a:lnTo>
                  <a:lnTo>
                    <a:pt x="877062" y="496139"/>
                  </a:lnTo>
                  <a:lnTo>
                    <a:pt x="874598" y="496139"/>
                  </a:lnTo>
                  <a:lnTo>
                    <a:pt x="872134" y="496139"/>
                  </a:lnTo>
                  <a:lnTo>
                    <a:pt x="869671" y="496139"/>
                  </a:lnTo>
                  <a:lnTo>
                    <a:pt x="867207" y="496139"/>
                  </a:lnTo>
                  <a:lnTo>
                    <a:pt x="864743" y="496139"/>
                  </a:lnTo>
                  <a:lnTo>
                    <a:pt x="862280" y="496139"/>
                  </a:lnTo>
                  <a:lnTo>
                    <a:pt x="859816" y="496139"/>
                  </a:lnTo>
                  <a:lnTo>
                    <a:pt x="857352" y="496139"/>
                  </a:lnTo>
                  <a:lnTo>
                    <a:pt x="854889" y="496139"/>
                  </a:lnTo>
                  <a:lnTo>
                    <a:pt x="852425" y="496139"/>
                  </a:lnTo>
                  <a:lnTo>
                    <a:pt x="849961" y="496139"/>
                  </a:lnTo>
                  <a:lnTo>
                    <a:pt x="847498" y="496139"/>
                  </a:lnTo>
                  <a:lnTo>
                    <a:pt x="845034" y="496139"/>
                  </a:lnTo>
                  <a:lnTo>
                    <a:pt x="842570" y="496139"/>
                  </a:lnTo>
                  <a:lnTo>
                    <a:pt x="840107" y="496139"/>
                  </a:lnTo>
                  <a:lnTo>
                    <a:pt x="837643" y="496139"/>
                  </a:lnTo>
                  <a:lnTo>
                    <a:pt x="835179" y="496139"/>
                  </a:lnTo>
                  <a:lnTo>
                    <a:pt x="832716" y="496139"/>
                  </a:lnTo>
                  <a:lnTo>
                    <a:pt x="830252" y="496139"/>
                  </a:lnTo>
                  <a:lnTo>
                    <a:pt x="827788" y="496139"/>
                  </a:lnTo>
                  <a:lnTo>
                    <a:pt x="825325" y="496139"/>
                  </a:lnTo>
                  <a:lnTo>
                    <a:pt x="822861" y="496139"/>
                  </a:lnTo>
                  <a:lnTo>
                    <a:pt x="820397" y="496139"/>
                  </a:lnTo>
                  <a:lnTo>
                    <a:pt x="817934" y="496139"/>
                  </a:lnTo>
                  <a:lnTo>
                    <a:pt x="815470" y="496139"/>
                  </a:lnTo>
                  <a:lnTo>
                    <a:pt x="813006" y="496139"/>
                  </a:lnTo>
                  <a:lnTo>
                    <a:pt x="810543" y="496139"/>
                  </a:lnTo>
                  <a:lnTo>
                    <a:pt x="808079" y="496139"/>
                  </a:lnTo>
                  <a:lnTo>
                    <a:pt x="805616" y="496139"/>
                  </a:lnTo>
                  <a:lnTo>
                    <a:pt x="803152" y="496139"/>
                  </a:lnTo>
                  <a:lnTo>
                    <a:pt x="800688" y="496139"/>
                  </a:lnTo>
                  <a:lnTo>
                    <a:pt x="798225" y="496139"/>
                  </a:lnTo>
                  <a:lnTo>
                    <a:pt x="795761" y="496139"/>
                  </a:lnTo>
                  <a:lnTo>
                    <a:pt x="793297" y="496139"/>
                  </a:lnTo>
                  <a:lnTo>
                    <a:pt x="790834" y="496139"/>
                  </a:lnTo>
                  <a:lnTo>
                    <a:pt x="788370" y="496139"/>
                  </a:lnTo>
                  <a:lnTo>
                    <a:pt x="785906" y="496139"/>
                  </a:lnTo>
                  <a:lnTo>
                    <a:pt x="783443" y="496139"/>
                  </a:lnTo>
                  <a:lnTo>
                    <a:pt x="780979" y="496139"/>
                  </a:lnTo>
                  <a:lnTo>
                    <a:pt x="778515" y="496139"/>
                  </a:lnTo>
                  <a:lnTo>
                    <a:pt x="776052" y="496139"/>
                  </a:lnTo>
                  <a:lnTo>
                    <a:pt x="773588" y="496139"/>
                  </a:lnTo>
                  <a:lnTo>
                    <a:pt x="771124" y="496139"/>
                  </a:lnTo>
                  <a:lnTo>
                    <a:pt x="768661" y="496139"/>
                  </a:lnTo>
                  <a:lnTo>
                    <a:pt x="766197" y="496139"/>
                  </a:lnTo>
                  <a:lnTo>
                    <a:pt x="763733" y="496139"/>
                  </a:lnTo>
                  <a:lnTo>
                    <a:pt x="761270" y="496139"/>
                  </a:lnTo>
                  <a:lnTo>
                    <a:pt x="758806" y="496139"/>
                  </a:lnTo>
                  <a:lnTo>
                    <a:pt x="756342" y="496139"/>
                  </a:lnTo>
                  <a:lnTo>
                    <a:pt x="753879" y="496139"/>
                  </a:lnTo>
                  <a:lnTo>
                    <a:pt x="751415" y="496139"/>
                  </a:lnTo>
                  <a:lnTo>
                    <a:pt x="748951" y="496139"/>
                  </a:lnTo>
                  <a:lnTo>
                    <a:pt x="746488" y="496139"/>
                  </a:lnTo>
                  <a:lnTo>
                    <a:pt x="744024" y="496139"/>
                  </a:lnTo>
                  <a:lnTo>
                    <a:pt x="741560" y="496139"/>
                  </a:lnTo>
                  <a:lnTo>
                    <a:pt x="739097" y="496139"/>
                  </a:lnTo>
                  <a:lnTo>
                    <a:pt x="736633" y="496139"/>
                  </a:lnTo>
                  <a:lnTo>
                    <a:pt x="734169" y="496139"/>
                  </a:lnTo>
                  <a:lnTo>
                    <a:pt x="731706" y="496139"/>
                  </a:lnTo>
                  <a:lnTo>
                    <a:pt x="729242" y="496139"/>
                  </a:lnTo>
                  <a:lnTo>
                    <a:pt x="726778" y="496139"/>
                  </a:lnTo>
                  <a:lnTo>
                    <a:pt x="724315" y="496139"/>
                  </a:lnTo>
                  <a:lnTo>
                    <a:pt x="721851" y="496139"/>
                  </a:lnTo>
                  <a:lnTo>
                    <a:pt x="719388" y="496139"/>
                  </a:lnTo>
                  <a:lnTo>
                    <a:pt x="716924" y="496139"/>
                  </a:lnTo>
                  <a:lnTo>
                    <a:pt x="714460" y="496139"/>
                  </a:lnTo>
                  <a:lnTo>
                    <a:pt x="711997" y="496139"/>
                  </a:lnTo>
                  <a:lnTo>
                    <a:pt x="709533" y="496139"/>
                  </a:lnTo>
                  <a:lnTo>
                    <a:pt x="707069" y="496139"/>
                  </a:lnTo>
                  <a:lnTo>
                    <a:pt x="704606" y="496139"/>
                  </a:lnTo>
                  <a:lnTo>
                    <a:pt x="702142" y="496139"/>
                  </a:lnTo>
                  <a:lnTo>
                    <a:pt x="699678" y="496139"/>
                  </a:lnTo>
                  <a:lnTo>
                    <a:pt x="697215" y="496139"/>
                  </a:lnTo>
                  <a:lnTo>
                    <a:pt x="694751" y="496139"/>
                  </a:lnTo>
                  <a:lnTo>
                    <a:pt x="692287" y="496139"/>
                  </a:lnTo>
                  <a:lnTo>
                    <a:pt x="689824" y="496139"/>
                  </a:lnTo>
                  <a:lnTo>
                    <a:pt x="687360" y="496139"/>
                  </a:lnTo>
                  <a:lnTo>
                    <a:pt x="684896" y="496139"/>
                  </a:lnTo>
                  <a:lnTo>
                    <a:pt x="682433" y="496139"/>
                  </a:lnTo>
                  <a:lnTo>
                    <a:pt x="679969" y="496139"/>
                  </a:lnTo>
                  <a:lnTo>
                    <a:pt x="677505" y="496139"/>
                  </a:lnTo>
                  <a:lnTo>
                    <a:pt x="675042" y="496139"/>
                  </a:lnTo>
                  <a:lnTo>
                    <a:pt x="672578" y="496139"/>
                  </a:lnTo>
                  <a:lnTo>
                    <a:pt x="670114" y="496139"/>
                  </a:lnTo>
                  <a:lnTo>
                    <a:pt x="667651" y="496139"/>
                  </a:lnTo>
                  <a:lnTo>
                    <a:pt x="665187" y="496139"/>
                  </a:lnTo>
                  <a:lnTo>
                    <a:pt x="662723" y="496139"/>
                  </a:lnTo>
                  <a:lnTo>
                    <a:pt x="660260" y="496139"/>
                  </a:lnTo>
                  <a:lnTo>
                    <a:pt x="657796" y="496139"/>
                  </a:lnTo>
                  <a:lnTo>
                    <a:pt x="655332" y="496139"/>
                  </a:lnTo>
                  <a:lnTo>
                    <a:pt x="652869" y="496139"/>
                  </a:lnTo>
                  <a:lnTo>
                    <a:pt x="650405" y="496139"/>
                  </a:lnTo>
                  <a:lnTo>
                    <a:pt x="647941" y="496139"/>
                  </a:lnTo>
                  <a:lnTo>
                    <a:pt x="645478" y="496139"/>
                  </a:lnTo>
                  <a:lnTo>
                    <a:pt x="643014" y="496139"/>
                  </a:lnTo>
                  <a:lnTo>
                    <a:pt x="640550" y="496139"/>
                  </a:lnTo>
                  <a:lnTo>
                    <a:pt x="638087" y="496139"/>
                  </a:lnTo>
                  <a:lnTo>
                    <a:pt x="635623" y="496139"/>
                  </a:lnTo>
                  <a:lnTo>
                    <a:pt x="633159" y="496139"/>
                  </a:lnTo>
                  <a:lnTo>
                    <a:pt x="630696" y="496139"/>
                  </a:lnTo>
                  <a:lnTo>
                    <a:pt x="628232" y="496139"/>
                  </a:lnTo>
                  <a:lnTo>
                    <a:pt x="625769" y="496139"/>
                  </a:lnTo>
                  <a:lnTo>
                    <a:pt x="623305" y="496139"/>
                  </a:lnTo>
                  <a:lnTo>
                    <a:pt x="620841" y="496139"/>
                  </a:lnTo>
                  <a:lnTo>
                    <a:pt x="618378" y="496139"/>
                  </a:lnTo>
                  <a:lnTo>
                    <a:pt x="615914" y="496139"/>
                  </a:lnTo>
                  <a:lnTo>
                    <a:pt x="613450" y="496139"/>
                  </a:lnTo>
                  <a:lnTo>
                    <a:pt x="610987" y="496139"/>
                  </a:lnTo>
                  <a:lnTo>
                    <a:pt x="608523" y="496139"/>
                  </a:lnTo>
                  <a:lnTo>
                    <a:pt x="606059" y="496139"/>
                  </a:lnTo>
                  <a:lnTo>
                    <a:pt x="603596" y="496139"/>
                  </a:lnTo>
                  <a:lnTo>
                    <a:pt x="601132" y="496139"/>
                  </a:lnTo>
                  <a:lnTo>
                    <a:pt x="598668" y="496139"/>
                  </a:lnTo>
                  <a:lnTo>
                    <a:pt x="596205" y="496139"/>
                  </a:lnTo>
                  <a:lnTo>
                    <a:pt x="593741" y="496139"/>
                  </a:lnTo>
                  <a:lnTo>
                    <a:pt x="591277" y="496139"/>
                  </a:lnTo>
                  <a:lnTo>
                    <a:pt x="588814" y="496139"/>
                  </a:lnTo>
                  <a:lnTo>
                    <a:pt x="586350" y="496139"/>
                  </a:lnTo>
                  <a:lnTo>
                    <a:pt x="583886" y="496139"/>
                  </a:lnTo>
                  <a:lnTo>
                    <a:pt x="581423" y="496139"/>
                  </a:lnTo>
                  <a:lnTo>
                    <a:pt x="578959" y="496139"/>
                  </a:lnTo>
                  <a:lnTo>
                    <a:pt x="576495" y="496139"/>
                  </a:lnTo>
                  <a:lnTo>
                    <a:pt x="574032" y="496139"/>
                  </a:lnTo>
                  <a:lnTo>
                    <a:pt x="571568" y="496139"/>
                  </a:lnTo>
                  <a:lnTo>
                    <a:pt x="569104" y="496139"/>
                  </a:lnTo>
                  <a:lnTo>
                    <a:pt x="566641" y="496139"/>
                  </a:lnTo>
                  <a:lnTo>
                    <a:pt x="564177" y="496139"/>
                  </a:lnTo>
                  <a:lnTo>
                    <a:pt x="561713" y="496139"/>
                  </a:lnTo>
                  <a:lnTo>
                    <a:pt x="559250" y="496139"/>
                  </a:lnTo>
                  <a:lnTo>
                    <a:pt x="556786" y="496139"/>
                  </a:lnTo>
                  <a:lnTo>
                    <a:pt x="554322" y="496139"/>
                  </a:lnTo>
                  <a:lnTo>
                    <a:pt x="551859" y="496139"/>
                  </a:lnTo>
                  <a:lnTo>
                    <a:pt x="549395" y="496139"/>
                  </a:lnTo>
                  <a:lnTo>
                    <a:pt x="546931" y="496139"/>
                  </a:lnTo>
                  <a:lnTo>
                    <a:pt x="544468" y="496139"/>
                  </a:lnTo>
                  <a:lnTo>
                    <a:pt x="542004" y="496139"/>
                  </a:lnTo>
                  <a:lnTo>
                    <a:pt x="539541" y="496139"/>
                  </a:lnTo>
                  <a:lnTo>
                    <a:pt x="537077" y="496139"/>
                  </a:lnTo>
                  <a:lnTo>
                    <a:pt x="534613" y="496139"/>
                  </a:lnTo>
                  <a:lnTo>
                    <a:pt x="532150" y="496139"/>
                  </a:lnTo>
                  <a:lnTo>
                    <a:pt x="529686" y="496139"/>
                  </a:lnTo>
                  <a:lnTo>
                    <a:pt x="527222" y="496139"/>
                  </a:lnTo>
                  <a:lnTo>
                    <a:pt x="524759" y="496139"/>
                  </a:lnTo>
                  <a:lnTo>
                    <a:pt x="522295" y="496139"/>
                  </a:lnTo>
                  <a:lnTo>
                    <a:pt x="519831" y="496139"/>
                  </a:lnTo>
                  <a:lnTo>
                    <a:pt x="517368" y="496139"/>
                  </a:lnTo>
                  <a:lnTo>
                    <a:pt x="514904" y="496139"/>
                  </a:lnTo>
                  <a:lnTo>
                    <a:pt x="512440" y="496139"/>
                  </a:lnTo>
                  <a:lnTo>
                    <a:pt x="509977" y="496139"/>
                  </a:lnTo>
                  <a:lnTo>
                    <a:pt x="507513" y="496139"/>
                  </a:lnTo>
                  <a:lnTo>
                    <a:pt x="505049" y="496139"/>
                  </a:lnTo>
                  <a:lnTo>
                    <a:pt x="502586" y="496139"/>
                  </a:lnTo>
                  <a:lnTo>
                    <a:pt x="500122" y="496139"/>
                  </a:lnTo>
                  <a:lnTo>
                    <a:pt x="497658" y="496139"/>
                  </a:lnTo>
                  <a:lnTo>
                    <a:pt x="495195" y="496139"/>
                  </a:lnTo>
                  <a:lnTo>
                    <a:pt x="492731" y="496139"/>
                  </a:lnTo>
                  <a:lnTo>
                    <a:pt x="490267" y="496139"/>
                  </a:lnTo>
                  <a:lnTo>
                    <a:pt x="487804" y="496139"/>
                  </a:lnTo>
                  <a:lnTo>
                    <a:pt x="485340" y="496139"/>
                  </a:lnTo>
                  <a:lnTo>
                    <a:pt x="482876" y="496139"/>
                  </a:lnTo>
                  <a:lnTo>
                    <a:pt x="480413" y="496139"/>
                  </a:lnTo>
                  <a:lnTo>
                    <a:pt x="477949" y="496139"/>
                  </a:lnTo>
                  <a:lnTo>
                    <a:pt x="475485" y="496139"/>
                  </a:lnTo>
                  <a:lnTo>
                    <a:pt x="473022" y="496139"/>
                  </a:lnTo>
                  <a:lnTo>
                    <a:pt x="470558" y="496139"/>
                  </a:lnTo>
                  <a:lnTo>
                    <a:pt x="468094" y="496139"/>
                  </a:lnTo>
                  <a:lnTo>
                    <a:pt x="465631" y="496139"/>
                  </a:lnTo>
                  <a:lnTo>
                    <a:pt x="463167" y="496139"/>
                  </a:lnTo>
                  <a:lnTo>
                    <a:pt x="460703" y="496139"/>
                  </a:lnTo>
                  <a:lnTo>
                    <a:pt x="458240" y="496139"/>
                  </a:lnTo>
                  <a:lnTo>
                    <a:pt x="455776" y="496139"/>
                  </a:lnTo>
                  <a:lnTo>
                    <a:pt x="453312" y="496139"/>
                  </a:lnTo>
                  <a:lnTo>
                    <a:pt x="450849" y="496139"/>
                  </a:lnTo>
                  <a:lnTo>
                    <a:pt x="448385" y="496139"/>
                  </a:lnTo>
                  <a:lnTo>
                    <a:pt x="445922" y="496139"/>
                  </a:lnTo>
                  <a:lnTo>
                    <a:pt x="443458" y="496139"/>
                  </a:lnTo>
                  <a:lnTo>
                    <a:pt x="440994" y="496139"/>
                  </a:lnTo>
                  <a:lnTo>
                    <a:pt x="438531" y="496139"/>
                  </a:lnTo>
                  <a:lnTo>
                    <a:pt x="436067" y="496139"/>
                  </a:lnTo>
                  <a:lnTo>
                    <a:pt x="433603" y="496139"/>
                  </a:lnTo>
                  <a:lnTo>
                    <a:pt x="431140" y="496139"/>
                  </a:lnTo>
                  <a:lnTo>
                    <a:pt x="428676" y="496139"/>
                  </a:lnTo>
                  <a:lnTo>
                    <a:pt x="426212" y="496139"/>
                  </a:lnTo>
                  <a:lnTo>
                    <a:pt x="423749" y="496139"/>
                  </a:lnTo>
                  <a:lnTo>
                    <a:pt x="421285" y="496139"/>
                  </a:lnTo>
                  <a:lnTo>
                    <a:pt x="418821" y="496139"/>
                  </a:lnTo>
                  <a:lnTo>
                    <a:pt x="416358" y="496139"/>
                  </a:lnTo>
                  <a:lnTo>
                    <a:pt x="413894" y="496139"/>
                  </a:lnTo>
                  <a:lnTo>
                    <a:pt x="411430" y="496139"/>
                  </a:lnTo>
                  <a:lnTo>
                    <a:pt x="408967" y="496139"/>
                  </a:lnTo>
                  <a:lnTo>
                    <a:pt x="406503" y="496139"/>
                  </a:lnTo>
                  <a:lnTo>
                    <a:pt x="404039" y="496139"/>
                  </a:lnTo>
                  <a:lnTo>
                    <a:pt x="401576" y="496139"/>
                  </a:lnTo>
                  <a:lnTo>
                    <a:pt x="399112" y="496139"/>
                  </a:lnTo>
                  <a:lnTo>
                    <a:pt x="396648" y="496139"/>
                  </a:lnTo>
                  <a:lnTo>
                    <a:pt x="394185" y="496139"/>
                  </a:lnTo>
                  <a:lnTo>
                    <a:pt x="391721" y="496139"/>
                  </a:lnTo>
                  <a:lnTo>
                    <a:pt x="389257" y="496139"/>
                  </a:lnTo>
                  <a:lnTo>
                    <a:pt x="386794" y="496139"/>
                  </a:lnTo>
                  <a:lnTo>
                    <a:pt x="384330" y="496139"/>
                  </a:lnTo>
                  <a:lnTo>
                    <a:pt x="381866" y="496139"/>
                  </a:lnTo>
                  <a:lnTo>
                    <a:pt x="379403" y="496139"/>
                  </a:lnTo>
                  <a:lnTo>
                    <a:pt x="376939" y="496139"/>
                  </a:lnTo>
                  <a:lnTo>
                    <a:pt x="374475" y="496139"/>
                  </a:lnTo>
                  <a:lnTo>
                    <a:pt x="372012" y="496139"/>
                  </a:lnTo>
                  <a:lnTo>
                    <a:pt x="369548" y="496139"/>
                  </a:lnTo>
                  <a:lnTo>
                    <a:pt x="367084" y="496139"/>
                  </a:lnTo>
                  <a:lnTo>
                    <a:pt x="364621" y="496139"/>
                  </a:lnTo>
                  <a:lnTo>
                    <a:pt x="362157" y="496139"/>
                  </a:lnTo>
                  <a:lnTo>
                    <a:pt x="359694" y="496139"/>
                  </a:lnTo>
                  <a:lnTo>
                    <a:pt x="357230" y="496139"/>
                  </a:lnTo>
                  <a:lnTo>
                    <a:pt x="354766" y="496139"/>
                  </a:lnTo>
                  <a:lnTo>
                    <a:pt x="352303" y="496139"/>
                  </a:lnTo>
                  <a:lnTo>
                    <a:pt x="349839" y="496139"/>
                  </a:lnTo>
                  <a:lnTo>
                    <a:pt x="347375" y="496139"/>
                  </a:lnTo>
                  <a:lnTo>
                    <a:pt x="344912" y="496139"/>
                  </a:lnTo>
                  <a:lnTo>
                    <a:pt x="342448" y="496139"/>
                  </a:lnTo>
                  <a:lnTo>
                    <a:pt x="339984" y="496139"/>
                  </a:lnTo>
                  <a:lnTo>
                    <a:pt x="337521" y="496139"/>
                  </a:lnTo>
                  <a:lnTo>
                    <a:pt x="335057" y="496139"/>
                  </a:lnTo>
                  <a:lnTo>
                    <a:pt x="332593" y="496139"/>
                  </a:lnTo>
                  <a:lnTo>
                    <a:pt x="330130" y="496139"/>
                  </a:lnTo>
                  <a:lnTo>
                    <a:pt x="327666" y="496139"/>
                  </a:lnTo>
                  <a:lnTo>
                    <a:pt x="325202" y="496139"/>
                  </a:lnTo>
                  <a:lnTo>
                    <a:pt x="322739" y="496139"/>
                  </a:lnTo>
                  <a:lnTo>
                    <a:pt x="320275" y="496139"/>
                  </a:lnTo>
                  <a:lnTo>
                    <a:pt x="317811" y="496139"/>
                  </a:lnTo>
                  <a:lnTo>
                    <a:pt x="315348" y="496139"/>
                  </a:lnTo>
                  <a:lnTo>
                    <a:pt x="312884" y="496139"/>
                  </a:lnTo>
                  <a:lnTo>
                    <a:pt x="310420" y="496139"/>
                  </a:lnTo>
                  <a:lnTo>
                    <a:pt x="307957" y="496139"/>
                  </a:lnTo>
                  <a:lnTo>
                    <a:pt x="305493" y="496139"/>
                  </a:lnTo>
                  <a:lnTo>
                    <a:pt x="303029" y="496139"/>
                  </a:lnTo>
                  <a:lnTo>
                    <a:pt x="300566" y="496139"/>
                  </a:lnTo>
                  <a:lnTo>
                    <a:pt x="298102" y="496139"/>
                  </a:lnTo>
                  <a:lnTo>
                    <a:pt x="295638" y="496139"/>
                  </a:lnTo>
                  <a:lnTo>
                    <a:pt x="293175" y="496139"/>
                  </a:lnTo>
                  <a:lnTo>
                    <a:pt x="290711" y="496139"/>
                  </a:lnTo>
                  <a:lnTo>
                    <a:pt x="288247" y="496139"/>
                  </a:lnTo>
                  <a:lnTo>
                    <a:pt x="285784" y="496139"/>
                  </a:lnTo>
                  <a:lnTo>
                    <a:pt x="283320" y="496139"/>
                  </a:lnTo>
                  <a:lnTo>
                    <a:pt x="280856" y="496139"/>
                  </a:lnTo>
                  <a:lnTo>
                    <a:pt x="278393" y="496139"/>
                  </a:lnTo>
                  <a:lnTo>
                    <a:pt x="275929" y="496139"/>
                  </a:lnTo>
                  <a:lnTo>
                    <a:pt x="273465" y="496139"/>
                  </a:lnTo>
                  <a:lnTo>
                    <a:pt x="271002" y="496139"/>
                  </a:lnTo>
                  <a:lnTo>
                    <a:pt x="268538" y="496139"/>
                  </a:lnTo>
                  <a:lnTo>
                    <a:pt x="266075" y="496139"/>
                  </a:lnTo>
                  <a:lnTo>
                    <a:pt x="263611" y="496139"/>
                  </a:lnTo>
                  <a:lnTo>
                    <a:pt x="261147" y="496139"/>
                  </a:lnTo>
                  <a:lnTo>
                    <a:pt x="258684" y="496139"/>
                  </a:lnTo>
                  <a:lnTo>
                    <a:pt x="256220" y="496139"/>
                  </a:lnTo>
                  <a:lnTo>
                    <a:pt x="253756" y="496139"/>
                  </a:lnTo>
                  <a:lnTo>
                    <a:pt x="251293" y="496139"/>
                  </a:lnTo>
                  <a:lnTo>
                    <a:pt x="248829" y="496139"/>
                  </a:lnTo>
                  <a:lnTo>
                    <a:pt x="246365" y="496139"/>
                  </a:lnTo>
                  <a:lnTo>
                    <a:pt x="243902" y="496139"/>
                  </a:lnTo>
                  <a:lnTo>
                    <a:pt x="241438" y="496139"/>
                  </a:lnTo>
                  <a:lnTo>
                    <a:pt x="238974" y="496139"/>
                  </a:lnTo>
                  <a:lnTo>
                    <a:pt x="236511" y="496139"/>
                  </a:lnTo>
                  <a:lnTo>
                    <a:pt x="234047" y="496139"/>
                  </a:lnTo>
                  <a:lnTo>
                    <a:pt x="231583" y="496139"/>
                  </a:lnTo>
                  <a:lnTo>
                    <a:pt x="229120" y="496139"/>
                  </a:lnTo>
                  <a:lnTo>
                    <a:pt x="226656" y="496139"/>
                  </a:lnTo>
                  <a:lnTo>
                    <a:pt x="224192" y="496139"/>
                  </a:lnTo>
                  <a:lnTo>
                    <a:pt x="221729" y="496139"/>
                  </a:lnTo>
                  <a:lnTo>
                    <a:pt x="219265" y="496139"/>
                  </a:lnTo>
                  <a:lnTo>
                    <a:pt x="216801" y="496139"/>
                  </a:lnTo>
                  <a:lnTo>
                    <a:pt x="214338" y="496139"/>
                  </a:lnTo>
                  <a:lnTo>
                    <a:pt x="211874" y="496139"/>
                  </a:lnTo>
                  <a:lnTo>
                    <a:pt x="209410" y="496139"/>
                  </a:lnTo>
                  <a:lnTo>
                    <a:pt x="206947" y="496139"/>
                  </a:lnTo>
                  <a:lnTo>
                    <a:pt x="204483" y="496139"/>
                  </a:lnTo>
                  <a:lnTo>
                    <a:pt x="202019" y="496139"/>
                  </a:lnTo>
                  <a:lnTo>
                    <a:pt x="199556" y="496139"/>
                  </a:lnTo>
                  <a:lnTo>
                    <a:pt x="197092" y="496139"/>
                  </a:lnTo>
                  <a:lnTo>
                    <a:pt x="194628" y="496139"/>
                  </a:lnTo>
                  <a:lnTo>
                    <a:pt x="192165" y="496139"/>
                  </a:lnTo>
                  <a:lnTo>
                    <a:pt x="189701" y="496139"/>
                  </a:lnTo>
                  <a:lnTo>
                    <a:pt x="187237" y="496139"/>
                  </a:lnTo>
                  <a:lnTo>
                    <a:pt x="184774" y="496139"/>
                  </a:lnTo>
                  <a:lnTo>
                    <a:pt x="182310" y="496139"/>
                  </a:lnTo>
                  <a:lnTo>
                    <a:pt x="179847" y="496139"/>
                  </a:lnTo>
                  <a:lnTo>
                    <a:pt x="177383" y="496139"/>
                  </a:lnTo>
                  <a:lnTo>
                    <a:pt x="174919" y="496139"/>
                  </a:lnTo>
                  <a:lnTo>
                    <a:pt x="172456" y="496139"/>
                  </a:lnTo>
                  <a:lnTo>
                    <a:pt x="169992" y="496139"/>
                  </a:lnTo>
                  <a:lnTo>
                    <a:pt x="167528" y="496139"/>
                  </a:lnTo>
                  <a:lnTo>
                    <a:pt x="165065" y="496139"/>
                  </a:lnTo>
                  <a:lnTo>
                    <a:pt x="162601" y="496139"/>
                  </a:lnTo>
                  <a:lnTo>
                    <a:pt x="160137" y="496139"/>
                  </a:lnTo>
                  <a:lnTo>
                    <a:pt x="157674" y="496139"/>
                  </a:lnTo>
                  <a:lnTo>
                    <a:pt x="155210" y="496139"/>
                  </a:lnTo>
                  <a:lnTo>
                    <a:pt x="152746" y="496139"/>
                  </a:lnTo>
                  <a:lnTo>
                    <a:pt x="150283" y="496139"/>
                  </a:lnTo>
                  <a:lnTo>
                    <a:pt x="147819" y="496139"/>
                  </a:lnTo>
                  <a:lnTo>
                    <a:pt x="145355" y="496139"/>
                  </a:lnTo>
                  <a:lnTo>
                    <a:pt x="142892" y="496139"/>
                  </a:lnTo>
                  <a:lnTo>
                    <a:pt x="140428" y="496139"/>
                  </a:lnTo>
                  <a:lnTo>
                    <a:pt x="137964" y="496139"/>
                  </a:lnTo>
                  <a:lnTo>
                    <a:pt x="135501" y="496139"/>
                  </a:lnTo>
                  <a:lnTo>
                    <a:pt x="133037" y="496139"/>
                  </a:lnTo>
                  <a:lnTo>
                    <a:pt x="130573" y="496139"/>
                  </a:lnTo>
                  <a:lnTo>
                    <a:pt x="128110" y="496139"/>
                  </a:lnTo>
                  <a:lnTo>
                    <a:pt x="125646" y="496139"/>
                  </a:lnTo>
                  <a:lnTo>
                    <a:pt x="123182" y="496139"/>
                  </a:lnTo>
                  <a:lnTo>
                    <a:pt x="120719" y="496139"/>
                  </a:lnTo>
                  <a:lnTo>
                    <a:pt x="118255" y="496139"/>
                  </a:lnTo>
                  <a:lnTo>
                    <a:pt x="115791" y="496139"/>
                  </a:lnTo>
                  <a:lnTo>
                    <a:pt x="113328" y="496139"/>
                  </a:lnTo>
                  <a:lnTo>
                    <a:pt x="110864" y="496139"/>
                  </a:lnTo>
                  <a:lnTo>
                    <a:pt x="108400" y="496139"/>
                  </a:lnTo>
                  <a:lnTo>
                    <a:pt x="105937" y="496139"/>
                  </a:lnTo>
                  <a:lnTo>
                    <a:pt x="103473" y="496139"/>
                  </a:lnTo>
                  <a:lnTo>
                    <a:pt x="101009" y="496139"/>
                  </a:lnTo>
                  <a:lnTo>
                    <a:pt x="98546" y="496139"/>
                  </a:lnTo>
                  <a:lnTo>
                    <a:pt x="96082" y="496139"/>
                  </a:lnTo>
                  <a:lnTo>
                    <a:pt x="93618" y="496139"/>
                  </a:lnTo>
                  <a:lnTo>
                    <a:pt x="91155" y="496139"/>
                  </a:lnTo>
                  <a:lnTo>
                    <a:pt x="88691" y="496139"/>
                  </a:lnTo>
                  <a:lnTo>
                    <a:pt x="86228" y="496139"/>
                  </a:lnTo>
                  <a:lnTo>
                    <a:pt x="83764" y="496139"/>
                  </a:lnTo>
                  <a:lnTo>
                    <a:pt x="81300" y="496139"/>
                  </a:lnTo>
                  <a:lnTo>
                    <a:pt x="78837" y="496139"/>
                  </a:lnTo>
                  <a:lnTo>
                    <a:pt x="76373" y="496139"/>
                  </a:lnTo>
                  <a:lnTo>
                    <a:pt x="73909" y="496139"/>
                  </a:lnTo>
                  <a:lnTo>
                    <a:pt x="71446" y="496139"/>
                  </a:lnTo>
                  <a:lnTo>
                    <a:pt x="68982" y="496139"/>
                  </a:lnTo>
                  <a:lnTo>
                    <a:pt x="66518" y="496139"/>
                  </a:lnTo>
                  <a:lnTo>
                    <a:pt x="64055" y="496139"/>
                  </a:lnTo>
                  <a:lnTo>
                    <a:pt x="61591" y="496139"/>
                  </a:lnTo>
                  <a:lnTo>
                    <a:pt x="59127" y="496139"/>
                  </a:lnTo>
                  <a:lnTo>
                    <a:pt x="56664" y="496139"/>
                  </a:lnTo>
                  <a:lnTo>
                    <a:pt x="54200" y="496139"/>
                  </a:lnTo>
                  <a:lnTo>
                    <a:pt x="51736" y="496139"/>
                  </a:lnTo>
                  <a:lnTo>
                    <a:pt x="49273" y="496139"/>
                  </a:lnTo>
                  <a:lnTo>
                    <a:pt x="46809" y="496139"/>
                  </a:lnTo>
                  <a:lnTo>
                    <a:pt x="44345" y="496139"/>
                  </a:lnTo>
                  <a:lnTo>
                    <a:pt x="41882" y="496139"/>
                  </a:lnTo>
                  <a:lnTo>
                    <a:pt x="39418" y="496139"/>
                  </a:lnTo>
                  <a:lnTo>
                    <a:pt x="36954" y="496139"/>
                  </a:lnTo>
                  <a:lnTo>
                    <a:pt x="34491" y="496139"/>
                  </a:lnTo>
                  <a:lnTo>
                    <a:pt x="32027" y="496139"/>
                  </a:lnTo>
                  <a:lnTo>
                    <a:pt x="29563" y="496139"/>
                  </a:lnTo>
                  <a:lnTo>
                    <a:pt x="27100" y="496139"/>
                  </a:lnTo>
                  <a:lnTo>
                    <a:pt x="24636" y="496139"/>
                  </a:lnTo>
                  <a:lnTo>
                    <a:pt x="22172" y="496139"/>
                  </a:lnTo>
                  <a:lnTo>
                    <a:pt x="19709" y="496139"/>
                  </a:lnTo>
                  <a:lnTo>
                    <a:pt x="17245" y="496139"/>
                  </a:lnTo>
                  <a:lnTo>
                    <a:pt x="14781" y="496139"/>
                  </a:lnTo>
                  <a:lnTo>
                    <a:pt x="12318" y="496139"/>
                  </a:lnTo>
                  <a:lnTo>
                    <a:pt x="9854" y="496139"/>
                  </a:lnTo>
                  <a:lnTo>
                    <a:pt x="7390" y="496139"/>
                  </a:lnTo>
                  <a:lnTo>
                    <a:pt x="4927" y="496139"/>
                  </a:lnTo>
                  <a:lnTo>
                    <a:pt x="2463" y="49613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8529616" y="3643703"/>
              <a:ext cx="1258929" cy="496139"/>
            </a:xfrm>
            <a:custGeom>
              <a:avLst/>
              <a:pathLst>
                <a:path w="1258929" h="496139">
                  <a:moveTo>
                    <a:pt x="0" y="496137"/>
                  </a:moveTo>
                  <a:lnTo>
                    <a:pt x="2463" y="496135"/>
                  </a:lnTo>
                  <a:lnTo>
                    <a:pt x="4927" y="496133"/>
                  </a:lnTo>
                  <a:lnTo>
                    <a:pt x="7390" y="496130"/>
                  </a:lnTo>
                  <a:lnTo>
                    <a:pt x="9854" y="496126"/>
                  </a:lnTo>
                  <a:lnTo>
                    <a:pt x="12318" y="496119"/>
                  </a:lnTo>
                  <a:lnTo>
                    <a:pt x="14781" y="496108"/>
                  </a:lnTo>
                  <a:lnTo>
                    <a:pt x="17245" y="496093"/>
                  </a:lnTo>
                  <a:lnTo>
                    <a:pt x="19709" y="496071"/>
                  </a:lnTo>
                  <a:lnTo>
                    <a:pt x="22172" y="496038"/>
                  </a:lnTo>
                  <a:lnTo>
                    <a:pt x="24636" y="495989"/>
                  </a:lnTo>
                  <a:lnTo>
                    <a:pt x="27100" y="495919"/>
                  </a:lnTo>
                  <a:lnTo>
                    <a:pt x="29563" y="495821"/>
                  </a:lnTo>
                  <a:lnTo>
                    <a:pt x="32027" y="495686"/>
                  </a:lnTo>
                  <a:lnTo>
                    <a:pt x="34491" y="495500"/>
                  </a:lnTo>
                  <a:lnTo>
                    <a:pt x="36954" y="495249"/>
                  </a:lnTo>
                  <a:lnTo>
                    <a:pt x="39418" y="494900"/>
                  </a:lnTo>
                  <a:lnTo>
                    <a:pt x="41882" y="494422"/>
                  </a:lnTo>
                  <a:lnTo>
                    <a:pt x="44345" y="493788"/>
                  </a:lnTo>
                  <a:lnTo>
                    <a:pt x="46809" y="492956"/>
                  </a:lnTo>
                  <a:lnTo>
                    <a:pt x="49273" y="491878"/>
                  </a:lnTo>
                  <a:lnTo>
                    <a:pt x="51736" y="490498"/>
                  </a:lnTo>
                  <a:lnTo>
                    <a:pt x="54200" y="488751"/>
                  </a:lnTo>
                  <a:lnTo>
                    <a:pt x="56664" y="486532"/>
                  </a:lnTo>
                  <a:lnTo>
                    <a:pt x="59127" y="483684"/>
                  </a:lnTo>
                  <a:lnTo>
                    <a:pt x="61591" y="480169"/>
                  </a:lnTo>
                  <a:lnTo>
                    <a:pt x="64055" y="475879"/>
                  </a:lnTo>
                  <a:lnTo>
                    <a:pt x="66518" y="470701"/>
                  </a:lnTo>
                  <a:lnTo>
                    <a:pt x="68982" y="464520"/>
                  </a:lnTo>
                  <a:lnTo>
                    <a:pt x="71446" y="457219"/>
                  </a:lnTo>
                  <a:lnTo>
                    <a:pt x="73909" y="448677"/>
                  </a:lnTo>
                  <a:lnTo>
                    <a:pt x="76373" y="438515"/>
                  </a:lnTo>
                  <a:lnTo>
                    <a:pt x="78837" y="426874"/>
                  </a:lnTo>
                  <a:lnTo>
                    <a:pt x="81300" y="413689"/>
                  </a:lnTo>
                  <a:lnTo>
                    <a:pt x="83764" y="398919"/>
                  </a:lnTo>
                  <a:lnTo>
                    <a:pt x="86228" y="382550"/>
                  </a:lnTo>
                  <a:lnTo>
                    <a:pt x="88691" y="364603"/>
                  </a:lnTo>
                  <a:lnTo>
                    <a:pt x="91155" y="345131"/>
                  </a:lnTo>
                  <a:lnTo>
                    <a:pt x="93618" y="324057"/>
                  </a:lnTo>
                  <a:lnTo>
                    <a:pt x="96082" y="301712"/>
                  </a:lnTo>
                  <a:lnTo>
                    <a:pt x="98546" y="278372"/>
                  </a:lnTo>
                  <a:lnTo>
                    <a:pt x="101009" y="254279"/>
                  </a:lnTo>
                  <a:lnTo>
                    <a:pt x="103473" y="229706"/>
                  </a:lnTo>
                  <a:lnTo>
                    <a:pt x="105937" y="204952"/>
                  </a:lnTo>
                  <a:lnTo>
                    <a:pt x="108400" y="180332"/>
                  </a:lnTo>
                  <a:lnTo>
                    <a:pt x="110864" y="156254"/>
                  </a:lnTo>
                  <a:lnTo>
                    <a:pt x="113328" y="133161"/>
                  </a:lnTo>
                  <a:lnTo>
                    <a:pt x="115791" y="111305"/>
                  </a:lnTo>
                  <a:lnTo>
                    <a:pt x="118255" y="90958"/>
                  </a:lnTo>
                  <a:lnTo>
                    <a:pt x="120719" y="72356"/>
                  </a:lnTo>
                  <a:lnTo>
                    <a:pt x="123182" y="55694"/>
                  </a:lnTo>
                  <a:lnTo>
                    <a:pt x="125646" y="41119"/>
                  </a:lnTo>
                  <a:lnTo>
                    <a:pt x="128110" y="28809"/>
                  </a:lnTo>
                  <a:lnTo>
                    <a:pt x="130573" y="19050"/>
                  </a:lnTo>
                  <a:lnTo>
                    <a:pt x="133037" y="11451"/>
                  </a:lnTo>
                  <a:lnTo>
                    <a:pt x="135501" y="5909"/>
                  </a:lnTo>
                  <a:lnTo>
                    <a:pt x="137964" y="2277"/>
                  </a:lnTo>
                  <a:lnTo>
                    <a:pt x="140428" y="377"/>
                  </a:lnTo>
                  <a:lnTo>
                    <a:pt x="142892" y="0"/>
                  </a:lnTo>
                  <a:lnTo>
                    <a:pt x="145355" y="916"/>
                  </a:lnTo>
                  <a:lnTo>
                    <a:pt x="147819" y="3008"/>
                  </a:lnTo>
                  <a:lnTo>
                    <a:pt x="150283" y="5815"/>
                  </a:lnTo>
                  <a:lnTo>
                    <a:pt x="152746" y="9096"/>
                  </a:lnTo>
                  <a:lnTo>
                    <a:pt x="155210" y="12644"/>
                  </a:lnTo>
                  <a:lnTo>
                    <a:pt x="157674" y="16278"/>
                  </a:lnTo>
                  <a:lnTo>
                    <a:pt x="160137" y="19841"/>
                  </a:lnTo>
                  <a:lnTo>
                    <a:pt x="162601" y="23208"/>
                  </a:lnTo>
                  <a:lnTo>
                    <a:pt x="165065" y="26243"/>
                  </a:lnTo>
                  <a:lnTo>
                    <a:pt x="167528" y="28902"/>
                  </a:lnTo>
                  <a:lnTo>
                    <a:pt x="169992" y="31205"/>
                  </a:lnTo>
                  <a:lnTo>
                    <a:pt x="172456" y="33177"/>
                  </a:lnTo>
                  <a:lnTo>
                    <a:pt x="174919" y="34870"/>
                  </a:lnTo>
                  <a:lnTo>
                    <a:pt x="177383" y="36354"/>
                  </a:lnTo>
                  <a:lnTo>
                    <a:pt x="179847" y="37721"/>
                  </a:lnTo>
                  <a:lnTo>
                    <a:pt x="182310" y="39086"/>
                  </a:lnTo>
                  <a:lnTo>
                    <a:pt x="184774" y="40611"/>
                  </a:lnTo>
                  <a:lnTo>
                    <a:pt x="187237" y="42418"/>
                  </a:lnTo>
                  <a:lnTo>
                    <a:pt x="189701" y="44630"/>
                  </a:lnTo>
                  <a:lnTo>
                    <a:pt x="192165" y="47363"/>
                  </a:lnTo>
                  <a:lnTo>
                    <a:pt x="194628" y="50727"/>
                  </a:lnTo>
                  <a:lnTo>
                    <a:pt x="197092" y="54822"/>
                  </a:lnTo>
                  <a:lnTo>
                    <a:pt x="199556" y="59753"/>
                  </a:lnTo>
                  <a:lnTo>
                    <a:pt x="202019" y="65748"/>
                  </a:lnTo>
                  <a:lnTo>
                    <a:pt x="204483" y="72712"/>
                  </a:lnTo>
                  <a:lnTo>
                    <a:pt x="206947" y="80675"/>
                  </a:lnTo>
                  <a:lnTo>
                    <a:pt x="209410" y="89649"/>
                  </a:lnTo>
                  <a:lnTo>
                    <a:pt x="211874" y="99633"/>
                  </a:lnTo>
                  <a:lnTo>
                    <a:pt x="214338" y="110606"/>
                  </a:lnTo>
                  <a:lnTo>
                    <a:pt x="216801" y="122534"/>
                  </a:lnTo>
                  <a:lnTo>
                    <a:pt x="219265" y="135494"/>
                  </a:lnTo>
                  <a:lnTo>
                    <a:pt x="221729" y="149289"/>
                  </a:lnTo>
                  <a:lnTo>
                    <a:pt x="224192" y="163802"/>
                  </a:lnTo>
                  <a:lnTo>
                    <a:pt x="226656" y="178940"/>
                  </a:lnTo>
                  <a:lnTo>
                    <a:pt x="229120" y="194601"/>
                  </a:lnTo>
                  <a:lnTo>
                    <a:pt x="231583" y="210678"/>
                  </a:lnTo>
                  <a:lnTo>
                    <a:pt x="234047" y="227057"/>
                  </a:lnTo>
                  <a:lnTo>
                    <a:pt x="236511" y="243625"/>
                  </a:lnTo>
                  <a:lnTo>
                    <a:pt x="238974" y="260222"/>
                  </a:lnTo>
                  <a:lnTo>
                    <a:pt x="241438" y="276719"/>
                  </a:lnTo>
                  <a:lnTo>
                    <a:pt x="243902" y="293006"/>
                  </a:lnTo>
                  <a:lnTo>
                    <a:pt x="246365" y="308978"/>
                  </a:lnTo>
                  <a:lnTo>
                    <a:pt x="248829" y="324535"/>
                  </a:lnTo>
                  <a:lnTo>
                    <a:pt x="251293" y="339587"/>
                  </a:lnTo>
                  <a:lnTo>
                    <a:pt x="253756" y="354017"/>
                  </a:lnTo>
                  <a:lnTo>
                    <a:pt x="256220" y="367680"/>
                  </a:lnTo>
                  <a:lnTo>
                    <a:pt x="258684" y="380604"/>
                  </a:lnTo>
                  <a:lnTo>
                    <a:pt x="261147" y="392752"/>
                  </a:lnTo>
                  <a:lnTo>
                    <a:pt x="263611" y="404093"/>
                  </a:lnTo>
                  <a:lnTo>
                    <a:pt x="266075" y="414611"/>
                  </a:lnTo>
                  <a:lnTo>
                    <a:pt x="268538" y="424299"/>
                  </a:lnTo>
                  <a:lnTo>
                    <a:pt x="271002" y="433161"/>
                  </a:lnTo>
                  <a:lnTo>
                    <a:pt x="273465" y="441063"/>
                  </a:lnTo>
                  <a:lnTo>
                    <a:pt x="275929" y="448190"/>
                  </a:lnTo>
                  <a:lnTo>
                    <a:pt x="278393" y="454576"/>
                  </a:lnTo>
                  <a:lnTo>
                    <a:pt x="280856" y="460261"/>
                  </a:lnTo>
                  <a:lnTo>
                    <a:pt x="283320" y="465288"/>
                  </a:lnTo>
                  <a:lnTo>
                    <a:pt x="285784" y="469704"/>
                  </a:lnTo>
                  <a:lnTo>
                    <a:pt x="288247" y="473556"/>
                  </a:lnTo>
                  <a:lnTo>
                    <a:pt x="290711" y="476832"/>
                  </a:lnTo>
                  <a:lnTo>
                    <a:pt x="293175" y="479638"/>
                  </a:lnTo>
                  <a:lnTo>
                    <a:pt x="295638" y="482047"/>
                  </a:lnTo>
                  <a:lnTo>
                    <a:pt x="298102" y="484103"/>
                  </a:lnTo>
                  <a:lnTo>
                    <a:pt x="300566" y="485847"/>
                  </a:lnTo>
                  <a:lnTo>
                    <a:pt x="303029" y="487320"/>
                  </a:lnTo>
                  <a:lnTo>
                    <a:pt x="305493" y="488556"/>
                  </a:lnTo>
                  <a:lnTo>
                    <a:pt x="307957" y="489574"/>
                  </a:lnTo>
                  <a:lnTo>
                    <a:pt x="310420" y="490410"/>
                  </a:lnTo>
                  <a:lnTo>
                    <a:pt x="312884" y="491109"/>
                  </a:lnTo>
                  <a:lnTo>
                    <a:pt x="315348" y="491691"/>
                  </a:lnTo>
                  <a:lnTo>
                    <a:pt x="317811" y="492175"/>
                  </a:lnTo>
                  <a:lnTo>
                    <a:pt x="320275" y="492579"/>
                  </a:lnTo>
                  <a:lnTo>
                    <a:pt x="322739" y="492916"/>
                  </a:lnTo>
                  <a:lnTo>
                    <a:pt x="325202" y="493197"/>
                  </a:lnTo>
                  <a:lnTo>
                    <a:pt x="327666" y="493430"/>
                  </a:lnTo>
                  <a:lnTo>
                    <a:pt x="330130" y="493631"/>
                  </a:lnTo>
                  <a:lnTo>
                    <a:pt x="332593" y="493807"/>
                  </a:lnTo>
                  <a:lnTo>
                    <a:pt x="335057" y="493963"/>
                  </a:lnTo>
                  <a:lnTo>
                    <a:pt x="337521" y="494104"/>
                  </a:lnTo>
                  <a:lnTo>
                    <a:pt x="339984" y="494233"/>
                  </a:lnTo>
                  <a:lnTo>
                    <a:pt x="342448" y="494354"/>
                  </a:lnTo>
                  <a:lnTo>
                    <a:pt x="344912" y="494469"/>
                  </a:lnTo>
                  <a:lnTo>
                    <a:pt x="347375" y="494579"/>
                  </a:lnTo>
                  <a:lnTo>
                    <a:pt x="349839" y="494687"/>
                  </a:lnTo>
                  <a:lnTo>
                    <a:pt x="352303" y="494793"/>
                  </a:lnTo>
                  <a:lnTo>
                    <a:pt x="354766" y="494897"/>
                  </a:lnTo>
                  <a:lnTo>
                    <a:pt x="357230" y="494998"/>
                  </a:lnTo>
                  <a:lnTo>
                    <a:pt x="359694" y="495098"/>
                  </a:lnTo>
                  <a:lnTo>
                    <a:pt x="362157" y="495194"/>
                  </a:lnTo>
                  <a:lnTo>
                    <a:pt x="364621" y="495288"/>
                  </a:lnTo>
                  <a:lnTo>
                    <a:pt x="367084" y="495377"/>
                  </a:lnTo>
                  <a:lnTo>
                    <a:pt x="369548" y="495462"/>
                  </a:lnTo>
                  <a:lnTo>
                    <a:pt x="372012" y="495542"/>
                  </a:lnTo>
                  <a:lnTo>
                    <a:pt x="374475" y="495617"/>
                  </a:lnTo>
                  <a:lnTo>
                    <a:pt x="376939" y="495687"/>
                  </a:lnTo>
                  <a:lnTo>
                    <a:pt x="379403" y="495750"/>
                  </a:lnTo>
                  <a:lnTo>
                    <a:pt x="381866" y="495807"/>
                  </a:lnTo>
                  <a:lnTo>
                    <a:pt x="384330" y="495858"/>
                  </a:lnTo>
                  <a:lnTo>
                    <a:pt x="386794" y="495903"/>
                  </a:lnTo>
                  <a:lnTo>
                    <a:pt x="389257" y="495943"/>
                  </a:lnTo>
                  <a:lnTo>
                    <a:pt x="391721" y="495977"/>
                  </a:lnTo>
                  <a:lnTo>
                    <a:pt x="394185" y="496007"/>
                  </a:lnTo>
                  <a:lnTo>
                    <a:pt x="396648" y="496033"/>
                  </a:lnTo>
                  <a:lnTo>
                    <a:pt x="399112" y="496053"/>
                  </a:lnTo>
                  <a:lnTo>
                    <a:pt x="401576" y="496071"/>
                  </a:lnTo>
                  <a:lnTo>
                    <a:pt x="404039" y="496085"/>
                  </a:lnTo>
                  <a:lnTo>
                    <a:pt x="406503" y="496097"/>
                  </a:lnTo>
                  <a:lnTo>
                    <a:pt x="408967" y="496107"/>
                  </a:lnTo>
                  <a:lnTo>
                    <a:pt x="411430" y="496114"/>
                  </a:lnTo>
                  <a:lnTo>
                    <a:pt x="413894" y="496120"/>
                  </a:lnTo>
                  <a:lnTo>
                    <a:pt x="416358" y="496125"/>
                  </a:lnTo>
                  <a:lnTo>
                    <a:pt x="418821" y="496128"/>
                  </a:lnTo>
                  <a:lnTo>
                    <a:pt x="421285" y="496131"/>
                  </a:lnTo>
                  <a:lnTo>
                    <a:pt x="423749" y="496133"/>
                  </a:lnTo>
                  <a:lnTo>
                    <a:pt x="426212" y="496135"/>
                  </a:lnTo>
                  <a:lnTo>
                    <a:pt x="428676" y="496136"/>
                  </a:lnTo>
                  <a:lnTo>
                    <a:pt x="431140" y="496137"/>
                  </a:lnTo>
                  <a:lnTo>
                    <a:pt x="433603" y="496137"/>
                  </a:lnTo>
                  <a:lnTo>
                    <a:pt x="436067" y="496138"/>
                  </a:lnTo>
                  <a:lnTo>
                    <a:pt x="438531" y="496138"/>
                  </a:lnTo>
                  <a:lnTo>
                    <a:pt x="440994" y="496138"/>
                  </a:lnTo>
                  <a:lnTo>
                    <a:pt x="443458" y="496138"/>
                  </a:lnTo>
                  <a:lnTo>
                    <a:pt x="445922" y="496138"/>
                  </a:lnTo>
                  <a:lnTo>
                    <a:pt x="448385" y="496138"/>
                  </a:lnTo>
                  <a:lnTo>
                    <a:pt x="450849" y="496138"/>
                  </a:lnTo>
                  <a:lnTo>
                    <a:pt x="453312" y="496138"/>
                  </a:lnTo>
                  <a:lnTo>
                    <a:pt x="455776" y="496138"/>
                  </a:lnTo>
                  <a:lnTo>
                    <a:pt x="458240" y="496137"/>
                  </a:lnTo>
                  <a:lnTo>
                    <a:pt x="460703" y="496137"/>
                  </a:lnTo>
                  <a:lnTo>
                    <a:pt x="463167" y="496136"/>
                  </a:lnTo>
                  <a:lnTo>
                    <a:pt x="465631" y="496135"/>
                  </a:lnTo>
                  <a:lnTo>
                    <a:pt x="468094" y="496133"/>
                  </a:lnTo>
                  <a:lnTo>
                    <a:pt x="470558" y="496131"/>
                  </a:lnTo>
                  <a:lnTo>
                    <a:pt x="473022" y="496128"/>
                  </a:lnTo>
                  <a:lnTo>
                    <a:pt x="475485" y="496125"/>
                  </a:lnTo>
                  <a:lnTo>
                    <a:pt x="477949" y="496120"/>
                  </a:lnTo>
                  <a:lnTo>
                    <a:pt x="480413" y="496114"/>
                  </a:lnTo>
                  <a:lnTo>
                    <a:pt x="482876" y="496106"/>
                  </a:lnTo>
                  <a:lnTo>
                    <a:pt x="485340" y="496096"/>
                  </a:lnTo>
                  <a:lnTo>
                    <a:pt x="487804" y="496083"/>
                  </a:lnTo>
                  <a:lnTo>
                    <a:pt x="490267" y="496067"/>
                  </a:lnTo>
                  <a:lnTo>
                    <a:pt x="492731" y="496047"/>
                  </a:lnTo>
                  <a:lnTo>
                    <a:pt x="495195" y="496023"/>
                  </a:lnTo>
                  <a:lnTo>
                    <a:pt x="497658" y="495994"/>
                  </a:lnTo>
                  <a:lnTo>
                    <a:pt x="500122" y="495960"/>
                  </a:lnTo>
                  <a:lnTo>
                    <a:pt x="502586" y="495919"/>
                  </a:lnTo>
                  <a:lnTo>
                    <a:pt x="505049" y="495871"/>
                  </a:lnTo>
                  <a:lnTo>
                    <a:pt x="507513" y="495816"/>
                  </a:lnTo>
                  <a:lnTo>
                    <a:pt x="509977" y="495752"/>
                  </a:lnTo>
                  <a:lnTo>
                    <a:pt x="512440" y="495680"/>
                  </a:lnTo>
                  <a:lnTo>
                    <a:pt x="514904" y="495600"/>
                  </a:lnTo>
                  <a:lnTo>
                    <a:pt x="517368" y="495512"/>
                  </a:lnTo>
                  <a:lnTo>
                    <a:pt x="519831" y="495416"/>
                  </a:lnTo>
                  <a:lnTo>
                    <a:pt x="522295" y="495313"/>
                  </a:lnTo>
                  <a:lnTo>
                    <a:pt x="524759" y="495202"/>
                  </a:lnTo>
                  <a:lnTo>
                    <a:pt x="527222" y="495087"/>
                  </a:lnTo>
                  <a:lnTo>
                    <a:pt x="529686" y="494968"/>
                  </a:lnTo>
                  <a:lnTo>
                    <a:pt x="532150" y="494848"/>
                  </a:lnTo>
                  <a:lnTo>
                    <a:pt x="534613" y="494727"/>
                  </a:lnTo>
                  <a:lnTo>
                    <a:pt x="537077" y="494609"/>
                  </a:lnTo>
                  <a:lnTo>
                    <a:pt x="539541" y="494494"/>
                  </a:lnTo>
                  <a:lnTo>
                    <a:pt x="542004" y="494388"/>
                  </a:lnTo>
                  <a:lnTo>
                    <a:pt x="544468" y="494292"/>
                  </a:lnTo>
                  <a:lnTo>
                    <a:pt x="546931" y="494207"/>
                  </a:lnTo>
                  <a:lnTo>
                    <a:pt x="549395" y="494135"/>
                  </a:lnTo>
                  <a:lnTo>
                    <a:pt x="551859" y="494078"/>
                  </a:lnTo>
                  <a:lnTo>
                    <a:pt x="554322" y="494036"/>
                  </a:lnTo>
                  <a:lnTo>
                    <a:pt x="556786" y="494012"/>
                  </a:lnTo>
                  <a:lnTo>
                    <a:pt x="559250" y="494006"/>
                  </a:lnTo>
                  <a:lnTo>
                    <a:pt x="561713" y="494018"/>
                  </a:lnTo>
                  <a:lnTo>
                    <a:pt x="564177" y="494046"/>
                  </a:lnTo>
                  <a:lnTo>
                    <a:pt x="566641" y="494088"/>
                  </a:lnTo>
                  <a:lnTo>
                    <a:pt x="569104" y="494143"/>
                  </a:lnTo>
                  <a:lnTo>
                    <a:pt x="571568" y="494209"/>
                  </a:lnTo>
                  <a:lnTo>
                    <a:pt x="574032" y="494283"/>
                  </a:lnTo>
                  <a:lnTo>
                    <a:pt x="576495" y="494362"/>
                  </a:lnTo>
                  <a:lnTo>
                    <a:pt x="578959" y="494443"/>
                  </a:lnTo>
                  <a:lnTo>
                    <a:pt x="581423" y="494523"/>
                  </a:lnTo>
                  <a:lnTo>
                    <a:pt x="583886" y="494599"/>
                  </a:lnTo>
                  <a:lnTo>
                    <a:pt x="586350" y="494668"/>
                  </a:lnTo>
                  <a:lnTo>
                    <a:pt x="588814" y="494727"/>
                  </a:lnTo>
                  <a:lnTo>
                    <a:pt x="591277" y="494774"/>
                  </a:lnTo>
                  <a:lnTo>
                    <a:pt x="593741" y="494807"/>
                  </a:lnTo>
                  <a:lnTo>
                    <a:pt x="596205" y="494821"/>
                  </a:lnTo>
                  <a:lnTo>
                    <a:pt x="598668" y="494817"/>
                  </a:lnTo>
                  <a:lnTo>
                    <a:pt x="601132" y="494796"/>
                  </a:lnTo>
                  <a:lnTo>
                    <a:pt x="603596" y="494755"/>
                  </a:lnTo>
                  <a:lnTo>
                    <a:pt x="606059" y="494697"/>
                  </a:lnTo>
                  <a:lnTo>
                    <a:pt x="608523" y="494621"/>
                  </a:lnTo>
                  <a:lnTo>
                    <a:pt x="610987" y="494527"/>
                  </a:lnTo>
                  <a:lnTo>
                    <a:pt x="613450" y="494416"/>
                  </a:lnTo>
                  <a:lnTo>
                    <a:pt x="615914" y="494291"/>
                  </a:lnTo>
                  <a:lnTo>
                    <a:pt x="618378" y="494154"/>
                  </a:lnTo>
                  <a:lnTo>
                    <a:pt x="620841" y="494007"/>
                  </a:lnTo>
                  <a:lnTo>
                    <a:pt x="623305" y="493853"/>
                  </a:lnTo>
                  <a:lnTo>
                    <a:pt x="625769" y="493695"/>
                  </a:lnTo>
                  <a:lnTo>
                    <a:pt x="628232" y="493535"/>
                  </a:lnTo>
                  <a:lnTo>
                    <a:pt x="630696" y="493375"/>
                  </a:lnTo>
                  <a:lnTo>
                    <a:pt x="633159" y="493221"/>
                  </a:lnTo>
                  <a:lnTo>
                    <a:pt x="635623" y="493073"/>
                  </a:lnTo>
                  <a:lnTo>
                    <a:pt x="638087" y="492936"/>
                  </a:lnTo>
                  <a:lnTo>
                    <a:pt x="640550" y="492811"/>
                  </a:lnTo>
                  <a:lnTo>
                    <a:pt x="643014" y="492701"/>
                  </a:lnTo>
                  <a:lnTo>
                    <a:pt x="645478" y="492608"/>
                  </a:lnTo>
                  <a:lnTo>
                    <a:pt x="647941" y="492535"/>
                  </a:lnTo>
                  <a:lnTo>
                    <a:pt x="650405" y="492486"/>
                  </a:lnTo>
                  <a:lnTo>
                    <a:pt x="652869" y="492459"/>
                  </a:lnTo>
                  <a:lnTo>
                    <a:pt x="655332" y="492454"/>
                  </a:lnTo>
                  <a:lnTo>
                    <a:pt x="657796" y="492474"/>
                  </a:lnTo>
                  <a:lnTo>
                    <a:pt x="660260" y="492516"/>
                  </a:lnTo>
                  <a:lnTo>
                    <a:pt x="662723" y="492581"/>
                  </a:lnTo>
                  <a:lnTo>
                    <a:pt x="665187" y="492667"/>
                  </a:lnTo>
                  <a:lnTo>
                    <a:pt x="667651" y="492777"/>
                  </a:lnTo>
                  <a:lnTo>
                    <a:pt x="670114" y="492905"/>
                  </a:lnTo>
                  <a:lnTo>
                    <a:pt x="672578" y="493049"/>
                  </a:lnTo>
                  <a:lnTo>
                    <a:pt x="675042" y="493206"/>
                  </a:lnTo>
                  <a:lnTo>
                    <a:pt x="677505" y="493373"/>
                  </a:lnTo>
                  <a:lnTo>
                    <a:pt x="679969" y="493548"/>
                  </a:lnTo>
                  <a:lnTo>
                    <a:pt x="682433" y="493727"/>
                  </a:lnTo>
                  <a:lnTo>
                    <a:pt x="684896" y="493908"/>
                  </a:lnTo>
                  <a:lnTo>
                    <a:pt x="687360" y="494086"/>
                  </a:lnTo>
                  <a:lnTo>
                    <a:pt x="689824" y="494260"/>
                  </a:lnTo>
                  <a:lnTo>
                    <a:pt x="692287" y="494425"/>
                  </a:lnTo>
                  <a:lnTo>
                    <a:pt x="694751" y="494581"/>
                  </a:lnTo>
                  <a:lnTo>
                    <a:pt x="697215" y="494726"/>
                  </a:lnTo>
                  <a:lnTo>
                    <a:pt x="699678" y="494857"/>
                  </a:lnTo>
                  <a:lnTo>
                    <a:pt x="702142" y="494972"/>
                  </a:lnTo>
                  <a:lnTo>
                    <a:pt x="704606" y="495069"/>
                  </a:lnTo>
                  <a:lnTo>
                    <a:pt x="707069" y="495150"/>
                  </a:lnTo>
                  <a:lnTo>
                    <a:pt x="709533" y="495214"/>
                  </a:lnTo>
                  <a:lnTo>
                    <a:pt x="711997" y="495262"/>
                  </a:lnTo>
                  <a:lnTo>
                    <a:pt x="714460" y="495295"/>
                  </a:lnTo>
                  <a:lnTo>
                    <a:pt x="716924" y="495313"/>
                  </a:lnTo>
                  <a:lnTo>
                    <a:pt x="719388" y="495318"/>
                  </a:lnTo>
                  <a:lnTo>
                    <a:pt x="721851" y="495309"/>
                  </a:lnTo>
                  <a:lnTo>
                    <a:pt x="724315" y="495291"/>
                  </a:lnTo>
                  <a:lnTo>
                    <a:pt x="726778" y="495265"/>
                  </a:lnTo>
                  <a:lnTo>
                    <a:pt x="729242" y="495233"/>
                  </a:lnTo>
                  <a:lnTo>
                    <a:pt x="731706" y="495199"/>
                  </a:lnTo>
                  <a:lnTo>
                    <a:pt x="734169" y="495162"/>
                  </a:lnTo>
                  <a:lnTo>
                    <a:pt x="736633" y="495127"/>
                  </a:lnTo>
                  <a:lnTo>
                    <a:pt x="739097" y="495095"/>
                  </a:lnTo>
                  <a:lnTo>
                    <a:pt x="741560" y="495067"/>
                  </a:lnTo>
                  <a:lnTo>
                    <a:pt x="744024" y="495047"/>
                  </a:lnTo>
                  <a:lnTo>
                    <a:pt x="746488" y="495033"/>
                  </a:lnTo>
                  <a:lnTo>
                    <a:pt x="748951" y="495028"/>
                  </a:lnTo>
                  <a:lnTo>
                    <a:pt x="751415" y="495032"/>
                  </a:lnTo>
                  <a:lnTo>
                    <a:pt x="753879" y="495045"/>
                  </a:lnTo>
                  <a:lnTo>
                    <a:pt x="756342" y="495069"/>
                  </a:lnTo>
                  <a:lnTo>
                    <a:pt x="758806" y="495102"/>
                  </a:lnTo>
                  <a:lnTo>
                    <a:pt x="761270" y="495143"/>
                  </a:lnTo>
                  <a:lnTo>
                    <a:pt x="763733" y="495190"/>
                  </a:lnTo>
                  <a:lnTo>
                    <a:pt x="766197" y="495244"/>
                  </a:lnTo>
                  <a:lnTo>
                    <a:pt x="768661" y="495303"/>
                  </a:lnTo>
                  <a:lnTo>
                    <a:pt x="771124" y="495365"/>
                  </a:lnTo>
                  <a:lnTo>
                    <a:pt x="773588" y="495430"/>
                  </a:lnTo>
                  <a:lnTo>
                    <a:pt x="776052" y="495495"/>
                  </a:lnTo>
                  <a:lnTo>
                    <a:pt x="778515" y="495560"/>
                  </a:lnTo>
                  <a:lnTo>
                    <a:pt x="780979" y="495623"/>
                  </a:lnTo>
                  <a:lnTo>
                    <a:pt x="783443" y="495684"/>
                  </a:lnTo>
                  <a:lnTo>
                    <a:pt x="785906" y="495741"/>
                  </a:lnTo>
                  <a:lnTo>
                    <a:pt x="788370" y="495795"/>
                  </a:lnTo>
                  <a:lnTo>
                    <a:pt x="790834" y="495844"/>
                  </a:lnTo>
                  <a:lnTo>
                    <a:pt x="793297" y="495889"/>
                  </a:lnTo>
                  <a:lnTo>
                    <a:pt x="795761" y="495928"/>
                  </a:lnTo>
                  <a:lnTo>
                    <a:pt x="798225" y="495963"/>
                  </a:lnTo>
                  <a:lnTo>
                    <a:pt x="800688" y="495994"/>
                  </a:lnTo>
                  <a:lnTo>
                    <a:pt x="803152" y="496020"/>
                  </a:lnTo>
                  <a:lnTo>
                    <a:pt x="805616" y="496043"/>
                  </a:lnTo>
                  <a:lnTo>
                    <a:pt x="808079" y="496062"/>
                  </a:lnTo>
                  <a:lnTo>
                    <a:pt x="810543" y="496078"/>
                  </a:lnTo>
                  <a:lnTo>
                    <a:pt x="813006" y="496091"/>
                  </a:lnTo>
                  <a:lnTo>
                    <a:pt x="815470" y="496101"/>
                  </a:lnTo>
                  <a:lnTo>
                    <a:pt x="817934" y="496110"/>
                  </a:lnTo>
                  <a:lnTo>
                    <a:pt x="820397" y="496117"/>
                  </a:lnTo>
                  <a:lnTo>
                    <a:pt x="822861" y="496122"/>
                  </a:lnTo>
                  <a:lnTo>
                    <a:pt x="825325" y="496126"/>
                  </a:lnTo>
                  <a:lnTo>
                    <a:pt x="827788" y="496129"/>
                  </a:lnTo>
                  <a:lnTo>
                    <a:pt x="830252" y="496132"/>
                  </a:lnTo>
                  <a:lnTo>
                    <a:pt x="832716" y="496134"/>
                  </a:lnTo>
                  <a:lnTo>
                    <a:pt x="835179" y="496135"/>
                  </a:lnTo>
                  <a:lnTo>
                    <a:pt x="837643" y="496136"/>
                  </a:lnTo>
                  <a:lnTo>
                    <a:pt x="840107" y="496137"/>
                  </a:lnTo>
                  <a:lnTo>
                    <a:pt x="842570" y="496137"/>
                  </a:lnTo>
                  <a:lnTo>
                    <a:pt x="845034" y="496138"/>
                  </a:lnTo>
                  <a:lnTo>
                    <a:pt x="847498" y="496138"/>
                  </a:lnTo>
                  <a:lnTo>
                    <a:pt x="849961" y="496138"/>
                  </a:lnTo>
                  <a:lnTo>
                    <a:pt x="852425" y="496138"/>
                  </a:lnTo>
                  <a:lnTo>
                    <a:pt x="854889" y="496138"/>
                  </a:lnTo>
                  <a:lnTo>
                    <a:pt x="857352" y="496138"/>
                  </a:lnTo>
                  <a:lnTo>
                    <a:pt x="859816" y="496139"/>
                  </a:lnTo>
                  <a:lnTo>
                    <a:pt x="862280" y="496139"/>
                  </a:lnTo>
                  <a:lnTo>
                    <a:pt x="864743" y="496139"/>
                  </a:lnTo>
                  <a:lnTo>
                    <a:pt x="867207" y="496139"/>
                  </a:lnTo>
                  <a:lnTo>
                    <a:pt x="869671" y="496139"/>
                  </a:lnTo>
                  <a:lnTo>
                    <a:pt x="872134" y="496139"/>
                  </a:lnTo>
                  <a:lnTo>
                    <a:pt x="874598" y="496139"/>
                  </a:lnTo>
                  <a:lnTo>
                    <a:pt x="877062" y="496139"/>
                  </a:lnTo>
                  <a:lnTo>
                    <a:pt x="879525" y="496139"/>
                  </a:lnTo>
                  <a:lnTo>
                    <a:pt x="881989" y="496139"/>
                  </a:lnTo>
                  <a:lnTo>
                    <a:pt x="884453" y="496139"/>
                  </a:lnTo>
                  <a:lnTo>
                    <a:pt x="886916" y="496139"/>
                  </a:lnTo>
                  <a:lnTo>
                    <a:pt x="889380" y="496139"/>
                  </a:lnTo>
                  <a:lnTo>
                    <a:pt x="891844" y="496138"/>
                  </a:lnTo>
                  <a:lnTo>
                    <a:pt x="894307" y="496138"/>
                  </a:lnTo>
                  <a:lnTo>
                    <a:pt x="896771" y="496138"/>
                  </a:lnTo>
                  <a:lnTo>
                    <a:pt x="899235" y="496138"/>
                  </a:lnTo>
                  <a:lnTo>
                    <a:pt x="901698" y="496138"/>
                  </a:lnTo>
                  <a:lnTo>
                    <a:pt x="904162" y="496138"/>
                  </a:lnTo>
                  <a:lnTo>
                    <a:pt x="906625" y="496137"/>
                  </a:lnTo>
                  <a:lnTo>
                    <a:pt x="909089" y="496137"/>
                  </a:lnTo>
                  <a:lnTo>
                    <a:pt x="911553" y="496136"/>
                  </a:lnTo>
                  <a:lnTo>
                    <a:pt x="914016" y="496135"/>
                  </a:lnTo>
                  <a:lnTo>
                    <a:pt x="916480" y="496134"/>
                  </a:lnTo>
                  <a:lnTo>
                    <a:pt x="918944" y="496132"/>
                  </a:lnTo>
                  <a:lnTo>
                    <a:pt x="921407" y="496129"/>
                  </a:lnTo>
                  <a:lnTo>
                    <a:pt x="923871" y="496126"/>
                  </a:lnTo>
                  <a:lnTo>
                    <a:pt x="926335" y="496122"/>
                  </a:lnTo>
                  <a:lnTo>
                    <a:pt x="928798" y="496116"/>
                  </a:lnTo>
                  <a:lnTo>
                    <a:pt x="931262" y="496109"/>
                  </a:lnTo>
                  <a:lnTo>
                    <a:pt x="933726" y="496101"/>
                  </a:lnTo>
                  <a:lnTo>
                    <a:pt x="936189" y="496090"/>
                  </a:lnTo>
                  <a:lnTo>
                    <a:pt x="938653" y="496077"/>
                  </a:lnTo>
                  <a:lnTo>
                    <a:pt x="941117" y="496061"/>
                  </a:lnTo>
                  <a:lnTo>
                    <a:pt x="943580" y="496041"/>
                  </a:lnTo>
                  <a:lnTo>
                    <a:pt x="946044" y="496019"/>
                  </a:lnTo>
                  <a:lnTo>
                    <a:pt x="948508" y="495992"/>
                  </a:lnTo>
                  <a:lnTo>
                    <a:pt x="950971" y="495961"/>
                  </a:lnTo>
                  <a:lnTo>
                    <a:pt x="953435" y="495926"/>
                  </a:lnTo>
                  <a:lnTo>
                    <a:pt x="955899" y="495885"/>
                  </a:lnTo>
                  <a:lnTo>
                    <a:pt x="958362" y="495840"/>
                  </a:lnTo>
                  <a:lnTo>
                    <a:pt x="960826" y="495791"/>
                  </a:lnTo>
                  <a:lnTo>
                    <a:pt x="963290" y="495737"/>
                  </a:lnTo>
                  <a:lnTo>
                    <a:pt x="965753" y="495679"/>
                  </a:lnTo>
                  <a:lnTo>
                    <a:pt x="968217" y="495619"/>
                  </a:lnTo>
                  <a:lnTo>
                    <a:pt x="970681" y="495555"/>
                  </a:lnTo>
                  <a:lnTo>
                    <a:pt x="973144" y="495490"/>
                  </a:lnTo>
                  <a:lnTo>
                    <a:pt x="975608" y="495425"/>
                  </a:lnTo>
                  <a:lnTo>
                    <a:pt x="978072" y="495361"/>
                  </a:lnTo>
                  <a:lnTo>
                    <a:pt x="980535" y="495299"/>
                  </a:lnTo>
                  <a:lnTo>
                    <a:pt x="982999" y="495241"/>
                  </a:lnTo>
                  <a:lnTo>
                    <a:pt x="985463" y="495187"/>
                  </a:lnTo>
                  <a:lnTo>
                    <a:pt x="987926" y="495140"/>
                  </a:lnTo>
                  <a:lnTo>
                    <a:pt x="990390" y="495102"/>
                  </a:lnTo>
                  <a:lnTo>
                    <a:pt x="992853" y="495072"/>
                  </a:lnTo>
                  <a:lnTo>
                    <a:pt x="995317" y="495052"/>
                  </a:lnTo>
                  <a:lnTo>
                    <a:pt x="997781" y="495042"/>
                  </a:lnTo>
                  <a:lnTo>
                    <a:pt x="1000244" y="495041"/>
                  </a:lnTo>
                  <a:lnTo>
                    <a:pt x="1002708" y="495051"/>
                  </a:lnTo>
                  <a:lnTo>
                    <a:pt x="1005172" y="495070"/>
                  </a:lnTo>
                  <a:lnTo>
                    <a:pt x="1007635" y="495100"/>
                  </a:lnTo>
                  <a:lnTo>
                    <a:pt x="1010099" y="495138"/>
                  </a:lnTo>
                  <a:lnTo>
                    <a:pt x="1012563" y="495183"/>
                  </a:lnTo>
                  <a:lnTo>
                    <a:pt x="1015026" y="495234"/>
                  </a:lnTo>
                  <a:lnTo>
                    <a:pt x="1017490" y="495288"/>
                  </a:lnTo>
                  <a:lnTo>
                    <a:pt x="1019954" y="495345"/>
                  </a:lnTo>
                  <a:lnTo>
                    <a:pt x="1022417" y="495403"/>
                  </a:lnTo>
                  <a:lnTo>
                    <a:pt x="1024881" y="495460"/>
                  </a:lnTo>
                  <a:lnTo>
                    <a:pt x="1027345" y="495515"/>
                  </a:lnTo>
                  <a:lnTo>
                    <a:pt x="1029808" y="495566"/>
                  </a:lnTo>
                  <a:lnTo>
                    <a:pt x="1032272" y="495611"/>
                  </a:lnTo>
                  <a:lnTo>
                    <a:pt x="1034736" y="495651"/>
                  </a:lnTo>
                  <a:lnTo>
                    <a:pt x="1037199" y="495683"/>
                  </a:lnTo>
                  <a:lnTo>
                    <a:pt x="1039663" y="495707"/>
                  </a:lnTo>
                  <a:lnTo>
                    <a:pt x="1042127" y="495722"/>
                  </a:lnTo>
                  <a:lnTo>
                    <a:pt x="1044590" y="495728"/>
                  </a:lnTo>
                  <a:lnTo>
                    <a:pt x="1047054" y="495723"/>
                  </a:lnTo>
                  <a:lnTo>
                    <a:pt x="1049518" y="495710"/>
                  </a:lnTo>
                  <a:lnTo>
                    <a:pt x="1051981" y="495688"/>
                  </a:lnTo>
                  <a:lnTo>
                    <a:pt x="1054445" y="495658"/>
                  </a:lnTo>
                  <a:lnTo>
                    <a:pt x="1056909" y="495620"/>
                  </a:lnTo>
                  <a:lnTo>
                    <a:pt x="1059372" y="495575"/>
                  </a:lnTo>
                  <a:lnTo>
                    <a:pt x="1061836" y="495523"/>
                  </a:lnTo>
                  <a:lnTo>
                    <a:pt x="1064300" y="495467"/>
                  </a:lnTo>
                  <a:lnTo>
                    <a:pt x="1066763" y="495407"/>
                  </a:lnTo>
                  <a:lnTo>
                    <a:pt x="1069227" y="495345"/>
                  </a:lnTo>
                  <a:lnTo>
                    <a:pt x="1071691" y="495282"/>
                  </a:lnTo>
                  <a:lnTo>
                    <a:pt x="1074154" y="495220"/>
                  </a:lnTo>
                  <a:lnTo>
                    <a:pt x="1076618" y="495159"/>
                  </a:lnTo>
                  <a:lnTo>
                    <a:pt x="1079082" y="495102"/>
                  </a:lnTo>
                  <a:lnTo>
                    <a:pt x="1081545" y="495049"/>
                  </a:lnTo>
                  <a:lnTo>
                    <a:pt x="1084009" y="495001"/>
                  </a:lnTo>
                  <a:lnTo>
                    <a:pt x="1086472" y="494959"/>
                  </a:lnTo>
                  <a:lnTo>
                    <a:pt x="1088936" y="494922"/>
                  </a:lnTo>
                  <a:lnTo>
                    <a:pt x="1091400" y="494890"/>
                  </a:lnTo>
                  <a:lnTo>
                    <a:pt x="1093863" y="494864"/>
                  </a:lnTo>
                  <a:lnTo>
                    <a:pt x="1096327" y="494842"/>
                  </a:lnTo>
                  <a:lnTo>
                    <a:pt x="1098791" y="494824"/>
                  </a:lnTo>
                  <a:lnTo>
                    <a:pt x="1101254" y="494809"/>
                  </a:lnTo>
                  <a:lnTo>
                    <a:pt x="1103718" y="494794"/>
                  </a:lnTo>
                  <a:lnTo>
                    <a:pt x="1106182" y="494779"/>
                  </a:lnTo>
                  <a:lnTo>
                    <a:pt x="1108645" y="494763"/>
                  </a:lnTo>
                  <a:lnTo>
                    <a:pt x="1111109" y="494744"/>
                  </a:lnTo>
                  <a:lnTo>
                    <a:pt x="1113573" y="494722"/>
                  </a:lnTo>
                  <a:lnTo>
                    <a:pt x="1116036" y="494694"/>
                  </a:lnTo>
                  <a:lnTo>
                    <a:pt x="1118500" y="494661"/>
                  </a:lnTo>
                  <a:lnTo>
                    <a:pt x="1120964" y="494622"/>
                  </a:lnTo>
                  <a:lnTo>
                    <a:pt x="1123427" y="494579"/>
                  </a:lnTo>
                  <a:lnTo>
                    <a:pt x="1125891" y="494532"/>
                  </a:lnTo>
                  <a:lnTo>
                    <a:pt x="1128355" y="494480"/>
                  </a:lnTo>
                  <a:lnTo>
                    <a:pt x="1130818" y="494426"/>
                  </a:lnTo>
                  <a:lnTo>
                    <a:pt x="1133282" y="494371"/>
                  </a:lnTo>
                  <a:lnTo>
                    <a:pt x="1135746" y="494317"/>
                  </a:lnTo>
                  <a:lnTo>
                    <a:pt x="1138209" y="494265"/>
                  </a:lnTo>
                  <a:lnTo>
                    <a:pt x="1140673" y="494218"/>
                  </a:lnTo>
                  <a:lnTo>
                    <a:pt x="1143137" y="494177"/>
                  </a:lnTo>
                  <a:lnTo>
                    <a:pt x="1145600" y="494143"/>
                  </a:lnTo>
                  <a:lnTo>
                    <a:pt x="1148064" y="494119"/>
                  </a:lnTo>
                  <a:lnTo>
                    <a:pt x="1150528" y="494106"/>
                  </a:lnTo>
                  <a:lnTo>
                    <a:pt x="1152991" y="494106"/>
                  </a:lnTo>
                  <a:lnTo>
                    <a:pt x="1155455" y="494118"/>
                  </a:lnTo>
                  <a:lnTo>
                    <a:pt x="1157919" y="494142"/>
                  </a:lnTo>
                  <a:lnTo>
                    <a:pt x="1160382" y="494180"/>
                  </a:lnTo>
                  <a:lnTo>
                    <a:pt x="1162846" y="494229"/>
                  </a:lnTo>
                  <a:lnTo>
                    <a:pt x="1165310" y="494291"/>
                  </a:lnTo>
                  <a:lnTo>
                    <a:pt x="1167773" y="494363"/>
                  </a:lnTo>
                  <a:lnTo>
                    <a:pt x="1170237" y="494446"/>
                  </a:lnTo>
                  <a:lnTo>
                    <a:pt x="1172701" y="494538"/>
                  </a:lnTo>
                  <a:lnTo>
                    <a:pt x="1175164" y="494635"/>
                  </a:lnTo>
                  <a:lnTo>
                    <a:pt x="1177628" y="494737"/>
                  </a:lnTo>
                  <a:lnTo>
                    <a:pt x="1180091" y="494843"/>
                  </a:lnTo>
                  <a:lnTo>
                    <a:pt x="1182555" y="494950"/>
                  </a:lnTo>
                  <a:lnTo>
                    <a:pt x="1185019" y="495057"/>
                  </a:lnTo>
                  <a:lnTo>
                    <a:pt x="1187482" y="495162"/>
                  </a:lnTo>
                  <a:lnTo>
                    <a:pt x="1189946" y="495264"/>
                  </a:lnTo>
                  <a:lnTo>
                    <a:pt x="1192410" y="495362"/>
                  </a:lnTo>
                  <a:lnTo>
                    <a:pt x="1194873" y="495455"/>
                  </a:lnTo>
                  <a:lnTo>
                    <a:pt x="1197337" y="495541"/>
                  </a:lnTo>
                  <a:lnTo>
                    <a:pt x="1199801" y="495622"/>
                  </a:lnTo>
                  <a:lnTo>
                    <a:pt x="1202264" y="495695"/>
                  </a:lnTo>
                  <a:lnTo>
                    <a:pt x="1204728" y="495761"/>
                  </a:lnTo>
                  <a:lnTo>
                    <a:pt x="1207192" y="495820"/>
                  </a:lnTo>
                  <a:lnTo>
                    <a:pt x="1209655" y="495872"/>
                  </a:lnTo>
                  <a:lnTo>
                    <a:pt x="1212119" y="495917"/>
                  </a:lnTo>
                  <a:lnTo>
                    <a:pt x="1214583" y="495957"/>
                  </a:lnTo>
                  <a:lnTo>
                    <a:pt x="1217046" y="495991"/>
                  </a:lnTo>
                  <a:lnTo>
                    <a:pt x="1219510" y="496019"/>
                  </a:lnTo>
                  <a:lnTo>
                    <a:pt x="1221974" y="496043"/>
                  </a:lnTo>
                  <a:lnTo>
                    <a:pt x="1224437" y="496063"/>
                  </a:lnTo>
                  <a:lnTo>
                    <a:pt x="1226901" y="496079"/>
                  </a:lnTo>
                  <a:lnTo>
                    <a:pt x="1229365" y="496092"/>
                  </a:lnTo>
                  <a:lnTo>
                    <a:pt x="1231828" y="496103"/>
                  </a:lnTo>
                  <a:lnTo>
                    <a:pt x="1234292" y="496111"/>
                  </a:lnTo>
                  <a:lnTo>
                    <a:pt x="1236756" y="496118"/>
                  </a:lnTo>
                  <a:lnTo>
                    <a:pt x="1239219" y="496123"/>
                  </a:lnTo>
                  <a:lnTo>
                    <a:pt x="1241683" y="496127"/>
                  </a:lnTo>
                  <a:lnTo>
                    <a:pt x="1244147" y="496130"/>
                  </a:lnTo>
                  <a:lnTo>
                    <a:pt x="1246610" y="496132"/>
                  </a:lnTo>
                  <a:lnTo>
                    <a:pt x="1249074" y="496134"/>
                  </a:lnTo>
                  <a:lnTo>
                    <a:pt x="1251538" y="496135"/>
                  </a:lnTo>
                  <a:lnTo>
                    <a:pt x="1254001" y="496136"/>
                  </a:lnTo>
                  <a:lnTo>
                    <a:pt x="1256465" y="496137"/>
                  </a:lnTo>
                  <a:lnTo>
                    <a:pt x="1258929" y="496137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8529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79"/>
                  </a:lnTo>
                  <a:lnTo>
                    <a:pt x="59127" y="1188078"/>
                  </a:lnTo>
                  <a:lnTo>
                    <a:pt x="61591" y="1188077"/>
                  </a:lnTo>
                  <a:lnTo>
                    <a:pt x="64055" y="1188073"/>
                  </a:lnTo>
                  <a:lnTo>
                    <a:pt x="66518" y="1188065"/>
                  </a:lnTo>
                  <a:lnTo>
                    <a:pt x="68982" y="1188049"/>
                  </a:lnTo>
                  <a:lnTo>
                    <a:pt x="71446" y="1188018"/>
                  </a:lnTo>
                  <a:lnTo>
                    <a:pt x="73909" y="1187960"/>
                  </a:lnTo>
                  <a:lnTo>
                    <a:pt x="76373" y="1187855"/>
                  </a:lnTo>
                  <a:lnTo>
                    <a:pt x="78837" y="1187672"/>
                  </a:lnTo>
                  <a:lnTo>
                    <a:pt x="81300" y="1187366"/>
                  </a:lnTo>
                  <a:lnTo>
                    <a:pt x="83764" y="1186872"/>
                  </a:lnTo>
                  <a:lnTo>
                    <a:pt x="86228" y="1186103"/>
                  </a:lnTo>
                  <a:lnTo>
                    <a:pt x="88691" y="1184948"/>
                  </a:lnTo>
                  <a:lnTo>
                    <a:pt x="91155" y="1183273"/>
                  </a:lnTo>
                  <a:lnTo>
                    <a:pt x="93618" y="1180912"/>
                  </a:lnTo>
                  <a:lnTo>
                    <a:pt x="96082" y="1177646"/>
                  </a:lnTo>
                  <a:lnTo>
                    <a:pt x="98546" y="1173399"/>
                  </a:lnTo>
                  <a:lnTo>
                    <a:pt x="101009" y="1168096"/>
                  </a:lnTo>
                  <a:lnTo>
                    <a:pt x="103473" y="1161741"/>
                  </a:lnTo>
                  <a:lnTo>
                    <a:pt x="105937" y="1154438"/>
                  </a:lnTo>
                  <a:lnTo>
                    <a:pt x="108400" y="1146398"/>
                  </a:lnTo>
                  <a:lnTo>
                    <a:pt x="110864" y="1137937"/>
                  </a:lnTo>
                  <a:lnTo>
                    <a:pt x="113328" y="1129448"/>
                  </a:lnTo>
                  <a:lnTo>
                    <a:pt x="115791" y="1121367"/>
                  </a:lnTo>
                  <a:lnTo>
                    <a:pt x="118255" y="1114118"/>
                  </a:lnTo>
                  <a:lnTo>
                    <a:pt x="120719" y="1108060"/>
                  </a:lnTo>
                  <a:lnTo>
                    <a:pt x="123182" y="1103441"/>
                  </a:lnTo>
                  <a:lnTo>
                    <a:pt x="125646" y="1100415"/>
                  </a:lnTo>
                  <a:lnTo>
                    <a:pt x="128110" y="1098929"/>
                  </a:lnTo>
                  <a:lnTo>
                    <a:pt x="130573" y="1098676"/>
                  </a:lnTo>
                  <a:lnTo>
                    <a:pt x="133037" y="1099363"/>
                  </a:lnTo>
                  <a:lnTo>
                    <a:pt x="135501" y="1100682"/>
                  </a:lnTo>
                  <a:lnTo>
                    <a:pt x="137964" y="1102359"/>
                  </a:lnTo>
                  <a:lnTo>
                    <a:pt x="140428" y="1104188"/>
                  </a:lnTo>
                  <a:lnTo>
                    <a:pt x="142892" y="1106051"/>
                  </a:lnTo>
                  <a:lnTo>
                    <a:pt x="145355" y="1107914"/>
                  </a:lnTo>
                  <a:lnTo>
                    <a:pt x="147819" y="1109804"/>
                  </a:lnTo>
                  <a:lnTo>
                    <a:pt x="150283" y="1111785"/>
                  </a:lnTo>
                  <a:lnTo>
                    <a:pt x="152746" y="1113915"/>
                  </a:lnTo>
                  <a:lnTo>
                    <a:pt x="155210" y="1116222"/>
                  </a:lnTo>
                  <a:lnTo>
                    <a:pt x="157674" y="1118682"/>
                  </a:lnTo>
                  <a:lnTo>
                    <a:pt x="160137" y="1121186"/>
                  </a:lnTo>
                  <a:lnTo>
                    <a:pt x="162601" y="1123587"/>
                  </a:lnTo>
                  <a:lnTo>
                    <a:pt x="165065" y="1125724"/>
                  </a:lnTo>
                  <a:lnTo>
                    <a:pt x="167528" y="1127450"/>
                  </a:lnTo>
                  <a:lnTo>
                    <a:pt x="169992" y="1128647"/>
                  </a:lnTo>
                  <a:lnTo>
                    <a:pt x="172456" y="1129251"/>
                  </a:lnTo>
                  <a:lnTo>
                    <a:pt x="174919" y="1129255"/>
                  </a:lnTo>
                  <a:lnTo>
                    <a:pt x="177383" y="1128714"/>
                  </a:lnTo>
                  <a:lnTo>
                    <a:pt x="179847" y="1127733"/>
                  </a:lnTo>
                  <a:lnTo>
                    <a:pt x="182310" y="1126455"/>
                  </a:lnTo>
                  <a:lnTo>
                    <a:pt x="184774" y="1125041"/>
                  </a:lnTo>
                  <a:lnTo>
                    <a:pt x="187237" y="1123650"/>
                  </a:lnTo>
                  <a:lnTo>
                    <a:pt x="189701" y="1122436"/>
                  </a:lnTo>
                  <a:lnTo>
                    <a:pt x="192165" y="1121485"/>
                  </a:lnTo>
                  <a:lnTo>
                    <a:pt x="194628" y="1120814"/>
                  </a:lnTo>
                  <a:lnTo>
                    <a:pt x="197092" y="1120386"/>
                  </a:lnTo>
                  <a:lnTo>
                    <a:pt x="199556" y="1120113"/>
                  </a:lnTo>
                  <a:lnTo>
                    <a:pt x="202019" y="1119869"/>
                  </a:lnTo>
                  <a:lnTo>
                    <a:pt x="204483" y="1119508"/>
                  </a:lnTo>
                  <a:lnTo>
                    <a:pt x="206947" y="1118880"/>
                  </a:lnTo>
                  <a:lnTo>
                    <a:pt x="209410" y="1117850"/>
                  </a:lnTo>
                  <a:lnTo>
                    <a:pt x="211874" y="1116313"/>
                  </a:lnTo>
                  <a:lnTo>
                    <a:pt x="214338" y="1114199"/>
                  </a:lnTo>
                  <a:lnTo>
                    <a:pt x="216801" y="1111478"/>
                  </a:lnTo>
                  <a:lnTo>
                    <a:pt x="219265" y="1108156"/>
                  </a:lnTo>
                  <a:lnTo>
                    <a:pt x="221729" y="1104223"/>
                  </a:lnTo>
                  <a:lnTo>
                    <a:pt x="224192" y="1099790"/>
                  </a:lnTo>
                  <a:lnTo>
                    <a:pt x="226656" y="1094922"/>
                  </a:lnTo>
                  <a:lnTo>
                    <a:pt x="229120" y="1089685"/>
                  </a:lnTo>
                  <a:lnTo>
                    <a:pt x="231583" y="1084143"/>
                  </a:lnTo>
                  <a:lnTo>
                    <a:pt x="234047" y="1078356"/>
                  </a:lnTo>
                  <a:lnTo>
                    <a:pt x="236511" y="1072385"/>
                  </a:lnTo>
                  <a:lnTo>
                    <a:pt x="238974" y="1066290"/>
                  </a:lnTo>
                  <a:lnTo>
                    <a:pt x="241438" y="1060138"/>
                  </a:lnTo>
                  <a:lnTo>
                    <a:pt x="243902" y="1054005"/>
                  </a:lnTo>
                  <a:lnTo>
                    <a:pt x="246365" y="1047971"/>
                  </a:lnTo>
                  <a:lnTo>
                    <a:pt x="248829" y="1042127"/>
                  </a:lnTo>
                  <a:lnTo>
                    <a:pt x="251293" y="1036565"/>
                  </a:lnTo>
                  <a:lnTo>
                    <a:pt x="253756" y="1031378"/>
                  </a:lnTo>
                  <a:lnTo>
                    <a:pt x="256220" y="1026559"/>
                  </a:lnTo>
                  <a:lnTo>
                    <a:pt x="258684" y="1022035"/>
                  </a:lnTo>
                  <a:lnTo>
                    <a:pt x="261147" y="1017622"/>
                  </a:lnTo>
                  <a:lnTo>
                    <a:pt x="263611" y="1012986"/>
                  </a:lnTo>
                  <a:lnTo>
                    <a:pt x="266075" y="1007628"/>
                  </a:lnTo>
                  <a:lnTo>
                    <a:pt x="268538" y="1000875"/>
                  </a:lnTo>
                  <a:lnTo>
                    <a:pt x="271002" y="991894"/>
                  </a:lnTo>
                  <a:lnTo>
                    <a:pt x="273465" y="979729"/>
                  </a:lnTo>
                  <a:lnTo>
                    <a:pt x="275929" y="963350"/>
                  </a:lnTo>
                  <a:lnTo>
                    <a:pt x="278393" y="941722"/>
                  </a:lnTo>
                  <a:lnTo>
                    <a:pt x="280856" y="913881"/>
                  </a:lnTo>
                  <a:lnTo>
                    <a:pt x="283320" y="878742"/>
                  </a:lnTo>
                  <a:lnTo>
                    <a:pt x="285784" y="835442"/>
                  </a:lnTo>
                  <a:lnTo>
                    <a:pt x="288247" y="784118"/>
                  </a:lnTo>
                  <a:lnTo>
                    <a:pt x="290711" y="724789"/>
                  </a:lnTo>
                  <a:lnTo>
                    <a:pt x="293175" y="657811"/>
                  </a:lnTo>
                  <a:lnTo>
                    <a:pt x="295638" y="583922"/>
                  </a:lnTo>
                  <a:lnTo>
                    <a:pt x="298102" y="504317"/>
                  </a:lnTo>
                  <a:lnTo>
                    <a:pt x="300566" y="420727"/>
                  </a:lnTo>
                  <a:lnTo>
                    <a:pt x="303029" y="335504"/>
                  </a:lnTo>
                  <a:lnTo>
                    <a:pt x="305493" y="251671"/>
                  </a:lnTo>
                  <a:lnTo>
                    <a:pt x="307957" y="172920"/>
                  </a:lnTo>
                  <a:lnTo>
                    <a:pt x="310420" y="103500"/>
                  </a:lnTo>
                  <a:lnTo>
                    <a:pt x="312884" y="47990"/>
                  </a:lnTo>
                  <a:lnTo>
                    <a:pt x="315348" y="12102"/>
                  </a:lnTo>
                  <a:lnTo>
                    <a:pt x="317811" y="0"/>
                  </a:lnTo>
                  <a:lnTo>
                    <a:pt x="320275" y="13290"/>
                  </a:lnTo>
                  <a:lnTo>
                    <a:pt x="322739" y="52614"/>
                  </a:lnTo>
                  <a:lnTo>
                    <a:pt x="325202" y="116659"/>
                  </a:lnTo>
                  <a:lnTo>
                    <a:pt x="327666" y="202198"/>
                  </a:lnTo>
                  <a:lnTo>
                    <a:pt x="330130" y="304392"/>
                  </a:lnTo>
                  <a:lnTo>
                    <a:pt x="332593" y="417299"/>
                  </a:lnTo>
                  <a:lnTo>
                    <a:pt x="335057" y="534526"/>
                  </a:lnTo>
                  <a:lnTo>
                    <a:pt x="337521" y="649910"/>
                  </a:lnTo>
                  <a:lnTo>
                    <a:pt x="339984" y="758127"/>
                  </a:lnTo>
                  <a:lnTo>
                    <a:pt x="342448" y="855134"/>
                  </a:lnTo>
                  <a:lnTo>
                    <a:pt x="344912" y="938405"/>
                  </a:lnTo>
                  <a:lnTo>
                    <a:pt x="347375" y="1005945"/>
                  </a:lnTo>
                  <a:lnTo>
                    <a:pt x="349839" y="1058984"/>
                  </a:lnTo>
                  <a:lnTo>
                    <a:pt x="352303" y="1099349"/>
                  </a:lnTo>
                  <a:lnTo>
                    <a:pt x="354766" y="1128980"/>
                  </a:lnTo>
                  <a:lnTo>
                    <a:pt x="357230" y="1149962"/>
                  </a:lnTo>
                  <a:lnTo>
                    <a:pt x="359694" y="1164292"/>
                  </a:lnTo>
                  <a:lnTo>
                    <a:pt x="362157" y="1173728"/>
                  </a:lnTo>
                  <a:lnTo>
                    <a:pt x="364621" y="1179714"/>
                  </a:lnTo>
                  <a:lnTo>
                    <a:pt x="367084" y="1183373"/>
                  </a:lnTo>
                  <a:lnTo>
                    <a:pt x="369548" y="1185525"/>
                  </a:lnTo>
                  <a:lnTo>
                    <a:pt x="372012" y="1186743"/>
                  </a:lnTo>
                  <a:lnTo>
                    <a:pt x="374475" y="1187406"/>
                  </a:lnTo>
                  <a:lnTo>
                    <a:pt x="376939" y="1187752"/>
                  </a:lnTo>
                  <a:lnTo>
                    <a:pt x="379403" y="1187920"/>
                  </a:lnTo>
                  <a:lnTo>
                    <a:pt x="381866" y="1188004"/>
                  </a:lnTo>
                  <a:lnTo>
                    <a:pt x="384330" y="1188045"/>
                  </a:lnTo>
                  <a:lnTo>
                    <a:pt x="386794" y="1188065"/>
                  </a:lnTo>
                  <a:lnTo>
                    <a:pt x="389257" y="1188073"/>
                  </a:lnTo>
                  <a:lnTo>
                    <a:pt x="391721" y="1188077"/>
                  </a:lnTo>
                  <a:lnTo>
                    <a:pt x="394185" y="1188079"/>
                  </a:lnTo>
                  <a:lnTo>
                    <a:pt x="396648" y="1188079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79"/>
                  </a:lnTo>
                  <a:lnTo>
                    <a:pt x="810543" y="1188079"/>
                  </a:lnTo>
                  <a:lnTo>
                    <a:pt x="813006" y="1188078"/>
                  </a:lnTo>
                  <a:lnTo>
                    <a:pt x="815470" y="1188077"/>
                  </a:lnTo>
                  <a:lnTo>
                    <a:pt x="817934" y="1188075"/>
                  </a:lnTo>
                  <a:lnTo>
                    <a:pt x="820397" y="1188070"/>
                  </a:lnTo>
                  <a:lnTo>
                    <a:pt x="822861" y="1188062"/>
                  </a:lnTo>
                  <a:lnTo>
                    <a:pt x="825325" y="1188049"/>
                  </a:lnTo>
                  <a:lnTo>
                    <a:pt x="827788" y="1188029"/>
                  </a:lnTo>
                  <a:lnTo>
                    <a:pt x="830252" y="1187997"/>
                  </a:lnTo>
                  <a:lnTo>
                    <a:pt x="832716" y="1187950"/>
                  </a:lnTo>
                  <a:lnTo>
                    <a:pt x="835179" y="1187884"/>
                  </a:lnTo>
                  <a:lnTo>
                    <a:pt x="837643" y="1187793"/>
                  </a:lnTo>
                  <a:lnTo>
                    <a:pt x="840107" y="1187676"/>
                  </a:lnTo>
                  <a:lnTo>
                    <a:pt x="842570" y="1187528"/>
                  </a:lnTo>
                  <a:lnTo>
                    <a:pt x="845034" y="1187351"/>
                  </a:lnTo>
                  <a:lnTo>
                    <a:pt x="847498" y="1187148"/>
                  </a:lnTo>
                  <a:lnTo>
                    <a:pt x="849961" y="1186927"/>
                  </a:lnTo>
                  <a:lnTo>
                    <a:pt x="852425" y="1186700"/>
                  </a:lnTo>
                  <a:lnTo>
                    <a:pt x="854889" y="1186484"/>
                  </a:lnTo>
                  <a:lnTo>
                    <a:pt x="857352" y="1186297"/>
                  </a:lnTo>
                  <a:lnTo>
                    <a:pt x="859816" y="1186155"/>
                  </a:lnTo>
                  <a:lnTo>
                    <a:pt x="862280" y="1186069"/>
                  </a:lnTo>
                  <a:lnTo>
                    <a:pt x="864743" y="1186048"/>
                  </a:lnTo>
                  <a:lnTo>
                    <a:pt x="867207" y="1186095"/>
                  </a:lnTo>
                  <a:lnTo>
                    <a:pt x="869671" y="1186203"/>
                  </a:lnTo>
                  <a:lnTo>
                    <a:pt x="872134" y="1186364"/>
                  </a:lnTo>
                  <a:lnTo>
                    <a:pt x="874598" y="1186563"/>
                  </a:lnTo>
                  <a:lnTo>
                    <a:pt x="877062" y="1186784"/>
                  </a:lnTo>
                  <a:lnTo>
                    <a:pt x="879525" y="1187010"/>
                  </a:lnTo>
                  <a:lnTo>
                    <a:pt x="881989" y="1187227"/>
                  </a:lnTo>
                  <a:lnTo>
                    <a:pt x="884453" y="1187421"/>
                  </a:lnTo>
                  <a:lnTo>
                    <a:pt x="886916" y="1187587"/>
                  </a:lnTo>
                  <a:lnTo>
                    <a:pt x="889380" y="1187723"/>
                  </a:lnTo>
                  <a:lnTo>
                    <a:pt x="891844" y="1187830"/>
                  </a:lnTo>
                  <a:lnTo>
                    <a:pt x="894307" y="1187911"/>
                  </a:lnTo>
                  <a:lnTo>
                    <a:pt x="896771" y="1187969"/>
                  </a:lnTo>
                  <a:lnTo>
                    <a:pt x="899235" y="1188010"/>
                  </a:lnTo>
                  <a:lnTo>
                    <a:pt x="901698" y="1188037"/>
                  </a:lnTo>
                  <a:lnTo>
                    <a:pt x="904162" y="1188055"/>
                  </a:lnTo>
                  <a:lnTo>
                    <a:pt x="906625" y="1188066"/>
                  </a:lnTo>
                  <a:lnTo>
                    <a:pt x="909089" y="1188072"/>
                  </a:lnTo>
                  <a:lnTo>
                    <a:pt x="911553" y="1188076"/>
                  </a:lnTo>
                  <a:lnTo>
                    <a:pt x="914016" y="1188078"/>
                  </a:lnTo>
                  <a:lnTo>
                    <a:pt x="916480" y="1188079"/>
                  </a:lnTo>
                  <a:lnTo>
                    <a:pt x="918944" y="1188079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8529616" y="2951762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79"/>
                  </a:lnTo>
                  <a:lnTo>
                    <a:pt x="59127" y="1188078"/>
                  </a:lnTo>
                  <a:lnTo>
                    <a:pt x="61591" y="1188077"/>
                  </a:lnTo>
                  <a:lnTo>
                    <a:pt x="64055" y="1188073"/>
                  </a:lnTo>
                  <a:lnTo>
                    <a:pt x="66518" y="1188065"/>
                  </a:lnTo>
                  <a:lnTo>
                    <a:pt x="68982" y="1188049"/>
                  </a:lnTo>
                  <a:lnTo>
                    <a:pt x="71446" y="1188018"/>
                  </a:lnTo>
                  <a:lnTo>
                    <a:pt x="73909" y="1187960"/>
                  </a:lnTo>
                  <a:lnTo>
                    <a:pt x="76373" y="1187855"/>
                  </a:lnTo>
                  <a:lnTo>
                    <a:pt x="78837" y="1187672"/>
                  </a:lnTo>
                  <a:lnTo>
                    <a:pt x="81300" y="1187366"/>
                  </a:lnTo>
                  <a:lnTo>
                    <a:pt x="83764" y="1186872"/>
                  </a:lnTo>
                  <a:lnTo>
                    <a:pt x="86228" y="1186103"/>
                  </a:lnTo>
                  <a:lnTo>
                    <a:pt x="88691" y="1184948"/>
                  </a:lnTo>
                  <a:lnTo>
                    <a:pt x="91155" y="1183273"/>
                  </a:lnTo>
                  <a:lnTo>
                    <a:pt x="93618" y="1180912"/>
                  </a:lnTo>
                  <a:lnTo>
                    <a:pt x="96082" y="1177646"/>
                  </a:lnTo>
                  <a:lnTo>
                    <a:pt x="98546" y="1173399"/>
                  </a:lnTo>
                  <a:lnTo>
                    <a:pt x="101009" y="1168096"/>
                  </a:lnTo>
                  <a:lnTo>
                    <a:pt x="103473" y="1161741"/>
                  </a:lnTo>
                  <a:lnTo>
                    <a:pt x="105937" y="1154438"/>
                  </a:lnTo>
                  <a:lnTo>
                    <a:pt x="108400" y="1146398"/>
                  </a:lnTo>
                  <a:lnTo>
                    <a:pt x="110864" y="1137937"/>
                  </a:lnTo>
                  <a:lnTo>
                    <a:pt x="113328" y="1129448"/>
                  </a:lnTo>
                  <a:lnTo>
                    <a:pt x="115791" y="1121367"/>
                  </a:lnTo>
                  <a:lnTo>
                    <a:pt x="118255" y="1114118"/>
                  </a:lnTo>
                  <a:lnTo>
                    <a:pt x="120719" y="1108060"/>
                  </a:lnTo>
                  <a:lnTo>
                    <a:pt x="123182" y="1103441"/>
                  </a:lnTo>
                  <a:lnTo>
                    <a:pt x="125646" y="1100415"/>
                  </a:lnTo>
                  <a:lnTo>
                    <a:pt x="128110" y="1098929"/>
                  </a:lnTo>
                  <a:lnTo>
                    <a:pt x="130573" y="1098676"/>
                  </a:lnTo>
                  <a:lnTo>
                    <a:pt x="133037" y="1099363"/>
                  </a:lnTo>
                  <a:lnTo>
                    <a:pt x="135501" y="1100682"/>
                  </a:lnTo>
                  <a:lnTo>
                    <a:pt x="137964" y="1102359"/>
                  </a:lnTo>
                  <a:lnTo>
                    <a:pt x="140428" y="1104188"/>
                  </a:lnTo>
                  <a:lnTo>
                    <a:pt x="142892" y="1106051"/>
                  </a:lnTo>
                  <a:lnTo>
                    <a:pt x="145355" y="1107914"/>
                  </a:lnTo>
                  <a:lnTo>
                    <a:pt x="147819" y="1109804"/>
                  </a:lnTo>
                  <a:lnTo>
                    <a:pt x="150283" y="1111785"/>
                  </a:lnTo>
                  <a:lnTo>
                    <a:pt x="152746" y="1113915"/>
                  </a:lnTo>
                  <a:lnTo>
                    <a:pt x="155210" y="1116222"/>
                  </a:lnTo>
                  <a:lnTo>
                    <a:pt x="157674" y="1118682"/>
                  </a:lnTo>
                  <a:lnTo>
                    <a:pt x="160137" y="1121186"/>
                  </a:lnTo>
                  <a:lnTo>
                    <a:pt x="162601" y="1123587"/>
                  </a:lnTo>
                  <a:lnTo>
                    <a:pt x="165065" y="1125724"/>
                  </a:lnTo>
                  <a:lnTo>
                    <a:pt x="167528" y="1127450"/>
                  </a:lnTo>
                  <a:lnTo>
                    <a:pt x="169992" y="1128647"/>
                  </a:lnTo>
                  <a:lnTo>
                    <a:pt x="172456" y="1129251"/>
                  </a:lnTo>
                  <a:lnTo>
                    <a:pt x="174919" y="1129255"/>
                  </a:lnTo>
                  <a:lnTo>
                    <a:pt x="177383" y="1128714"/>
                  </a:lnTo>
                  <a:lnTo>
                    <a:pt x="179847" y="1127733"/>
                  </a:lnTo>
                  <a:lnTo>
                    <a:pt x="182310" y="1126455"/>
                  </a:lnTo>
                  <a:lnTo>
                    <a:pt x="184774" y="1125041"/>
                  </a:lnTo>
                  <a:lnTo>
                    <a:pt x="187237" y="1123650"/>
                  </a:lnTo>
                  <a:lnTo>
                    <a:pt x="189701" y="1122436"/>
                  </a:lnTo>
                  <a:lnTo>
                    <a:pt x="192165" y="1121485"/>
                  </a:lnTo>
                  <a:lnTo>
                    <a:pt x="194628" y="1120814"/>
                  </a:lnTo>
                  <a:lnTo>
                    <a:pt x="197092" y="1120386"/>
                  </a:lnTo>
                  <a:lnTo>
                    <a:pt x="199556" y="1120113"/>
                  </a:lnTo>
                  <a:lnTo>
                    <a:pt x="202019" y="1119869"/>
                  </a:lnTo>
                  <a:lnTo>
                    <a:pt x="204483" y="1119508"/>
                  </a:lnTo>
                  <a:lnTo>
                    <a:pt x="206947" y="1118880"/>
                  </a:lnTo>
                  <a:lnTo>
                    <a:pt x="209410" y="1117850"/>
                  </a:lnTo>
                  <a:lnTo>
                    <a:pt x="211874" y="1116313"/>
                  </a:lnTo>
                  <a:lnTo>
                    <a:pt x="214338" y="1114199"/>
                  </a:lnTo>
                  <a:lnTo>
                    <a:pt x="216801" y="1111478"/>
                  </a:lnTo>
                  <a:lnTo>
                    <a:pt x="219265" y="1108156"/>
                  </a:lnTo>
                  <a:lnTo>
                    <a:pt x="221729" y="1104223"/>
                  </a:lnTo>
                  <a:lnTo>
                    <a:pt x="224192" y="1099790"/>
                  </a:lnTo>
                  <a:lnTo>
                    <a:pt x="226656" y="1094922"/>
                  </a:lnTo>
                  <a:lnTo>
                    <a:pt x="229120" y="1089685"/>
                  </a:lnTo>
                  <a:lnTo>
                    <a:pt x="231583" y="1084143"/>
                  </a:lnTo>
                  <a:lnTo>
                    <a:pt x="234047" y="1078356"/>
                  </a:lnTo>
                  <a:lnTo>
                    <a:pt x="236511" y="1072385"/>
                  </a:lnTo>
                  <a:lnTo>
                    <a:pt x="238974" y="1066290"/>
                  </a:lnTo>
                  <a:lnTo>
                    <a:pt x="241438" y="1060138"/>
                  </a:lnTo>
                  <a:lnTo>
                    <a:pt x="243902" y="1054005"/>
                  </a:lnTo>
                  <a:lnTo>
                    <a:pt x="246365" y="1047971"/>
                  </a:lnTo>
                  <a:lnTo>
                    <a:pt x="248829" y="1042127"/>
                  </a:lnTo>
                  <a:lnTo>
                    <a:pt x="251293" y="1036565"/>
                  </a:lnTo>
                  <a:lnTo>
                    <a:pt x="253756" y="1031378"/>
                  </a:lnTo>
                  <a:lnTo>
                    <a:pt x="256220" y="1026559"/>
                  </a:lnTo>
                  <a:lnTo>
                    <a:pt x="258684" y="1022035"/>
                  </a:lnTo>
                  <a:lnTo>
                    <a:pt x="261147" y="1017622"/>
                  </a:lnTo>
                  <a:lnTo>
                    <a:pt x="263611" y="1012986"/>
                  </a:lnTo>
                  <a:lnTo>
                    <a:pt x="266075" y="1007628"/>
                  </a:lnTo>
                  <a:lnTo>
                    <a:pt x="268538" y="1000875"/>
                  </a:lnTo>
                  <a:lnTo>
                    <a:pt x="271002" y="991894"/>
                  </a:lnTo>
                  <a:lnTo>
                    <a:pt x="273465" y="979729"/>
                  </a:lnTo>
                  <a:lnTo>
                    <a:pt x="275929" y="963350"/>
                  </a:lnTo>
                  <a:lnTo>
                    <a:pt x="278393" y="941722"/>
                  </a:lnTo>
                  <a:lnTo>
                    <a:pt x="280856" y="913881"/>
                  </a:lnTo>
                  <a:lnTo>
                    <a:pt x="283320" y="878742"/>
                  </a:lnTo>
                  <a:lnTo>
                    <a:pt x="285784" y="835442"/>
                  </a:lnTo>
                  <a:lnTo>
                    <a:pt x="288247" y="784118"/>
                  </a:lnTo>
                  <a:lnTo>
                    <a:pt x="290711" y="724789"/>
                  </a:lnTo>
                  <a:lnTo>
                    <a:pt x="293175" y="657811"/>
                  </a:lnTo>
                  <a:lnTo>
                    <a:pt x="295638" y="583922"/>
                  </a:lnTo>
                  <a:lnTo>
                    <a:pt x="298102" y="504317"/>
                  </a:lnTo>
                  <a:lnTo>
                    <a:pt x="300566" y="420727"/>
                  </a:lnTo>
                  <a:lnTo>
                    <a:pt x="303029" y="335504"/>
                  </a:lnTo>
                  <a:lnTo>
                    <a:pt x="305493" y="251671"/>
                  </a:lnTo>
                  <a:lnTo>
                    <a:pt x="307957" y="172920"/>
                  </a:lnTo>
                  <a:lnTo>
                    <a:pt x="310420" y="103500"/>
                  </a:lnTo>
                  <a:lnTo>
                    <a:pt x="312884" y="47990"/>
                  </a:lnTo>
                  <a:lnTo>
                    <a:pt x="315348" y="12102"/>
                  </a:lnTo>
                  <a:lnTo>
                    <a:pt x="317811" y="0"/>
                  </a:lnTo>
                  <a:lnTo>
                    <a:pt x="320275" y="13290"/>
                  </a:lnTo>
                  <a:lnTo>
                    <a:pt x="322739" y="52614"/>
                  </a:lnTo>
                  <a:lnTo>
                    <a:pt x="325202" y="116659"/>
                  </a:lnTo>
                  <a:lnTo>
                    <a:pt x="327666" y="202198"/>
                  </a:lnTo>
                  <a:lnTo>
                    <a:pt x="330130" y="304392"/>
                  </a:lnTo>
                  <a:lnTo>
                    <a:pt x="332593" y="417299"/>
                  </a:lnTo>
                  <a:lnTo>
                    <a:pt x="335057" y="534526"/>
                  </a:lnTo>
                  <a:lnTo>
                    <a:pt x="337521" y="649910"/>
                  </a:lnTo>
                  <a:lnTo>
                    <a:pt x="339984" y="758127"/>
                  </a:lnTo>
                  <a:lnTo>
                    <a:pt x="342448" y="855134"/>
                  </a:lnTo>
                  <a:lnTo>
                    <a:pt x="344912" y="938405"/>
                  </a:lnTo>
                  <a:lnTo>
                    <a:pt x="347375" y="1005945"/>
                  </a:lnTo>
                  <a:lnTo>
                    <a:pt x="349839" y="1058984"/>
                  </a:lnTo>
                  <a:lnTo>
                    <a:pt x="352303" y="1099349"/>
                  </a:lnTo>
                  <a:lnTo>
                    <a:pt x="354766" y="1128980"/>
                  </a:lnTo>
                  <a:lnTo>
                    <a:pt x="357230" y="1149962"/>
                  </a:lnTo>
                  <a:lnTo>
                    <a:pt x="359694" y="1164292"/>
                  </a:lnTo>
                  <a:lnTo>
                    <a:pt x="362157" y="1173728"/>
                  </a:lnTo>
                  <a:lnTo>
                    <a:pt x="364621" y="1179714"/>
                  </a:lnTo>
                  <a:lnTo>
                    <a:pt x="367084" y="1183373"/>
                  </a:lnTo>
                  <a:lnTo>
                    <a:pt x="369548" y="1185525"/>
                  </a:lnTo>
                  <a:lnTo>
                    <a:pt x="372012" y="1186743"/>
                  </a:lnTo>
                  <a:lnTo>
                    <a:pt x="374475" y="1187406"/>
                  </a:lnTo>
                  <a:lnTo>
                    <a:pt x="376939" y="1187752"/>
                  </a:lnTo>
                  <a:lnTo>
                    <a:pt x="379403" y="1187920"/>
                  </a:lnTo>
                  <a:lnTo>
                    <a:pt x="381866" y="1188004"/>
                  </a:lnTo>
                  <a:lnTo>
                    <a:pt x="384330" y="1188045"/>
                  </a:lnTo>
                  <a:lnTo>
                    <a:pt x="386794" y="1188065"/>
                  </a:lnTo>
                  <a:lnTo>
                    <a:pt x="389257" y="1188073"/>
                  </a:lnTo>
                  <a:lnTo>
                    <a:pt x="391721" y="1188077"/>
                  </a:lnTo>
                  <a:lnTo>
                    <a:pt x="394185" y="1188079"/>
                  </a:lnTo>
                  <a:lnTo>
                    <a:pt x="396648" y="1188079"/>
                  </a:lnTo>
                  <a:lnTo>
                    <a:pt x="399112" y="1188080"/>
                  </a:lnTo>
                  <a:lnTo>
                    <a:pt x="401576" y="1188080"/>
                  </a:lnTo>
                  <a:lnTo>
                    <a:pt x="404039" y="1188080"/>
                  </a:lnTo>
                  <a:lnTo>
                    <a:pt x="406503" y="1188080"/>
                  </a:lnTo>
                  <a:lnTo>
                    <a:pt x="408967" y="1188080"/>
                  </a:lnTo>
                  <a:lnTo>
                    <a:pt x="411430" y="1188080"/>
                  </a:lnTo>
                  <a:lnTo>
                    <a:pt x="413894" y="1188080"/>
                  </a:lnTo>
                  <a:lnTo>
                    <a:pt x="416358" y="1188080"/>
                  </a:lnTo>
                  <a:lnTo>
                    <a:pt x="418821" y="1188080"/>
                  </a:lnTo>
                  <a:lnTo>
                    <a:pt x="421285" y="1188080"/>
                  </a:lnTo>
                  <a:lnTo>
                    <a:pt x="423749" y="1188080"/>
                  </a:lnTo>
                  <a:lnTo>
                    <a:pt x="426212" y="1188080"/>
                  </a:lnTo>
                  <a:lnTo>
                    <a:pt x="428676" y="1188080"/>
                  </a:lnTo>
                  <a:lnTo>
                    <a:pt x="431140" y="1188080"/>
                  </a:lnTo>
                  <a:lnTo>
                    <a:pt x="433603" y="1188080"/>
                  </a:lnTo>
                  <a:lnTo>
                    <a:pt x="436067" y="1188080"/>
                  </a:lnTo>
                  <a:lnTo>
                    <a:pt x="438531" y="1188080"/>
                  </a:lnTo>
                  <a:lnTo>
                    <a:pt x="440994" y="1188080"/>
                  </a:lnTo>
                  <a:lnTo>
                    <a:pt x="443458" y="1188080"/>
                  </a:lnTo>
                  <a:lnTo>
                    <a:pt x="445922" y="1188080"/>
                  </a:lnTo>
                  <a:lnTo>
                    <a:pt x="448385" y="1188080"/>
                  </a:lnTo>
                  <a:lnTo>
                    <a:pt x="450849" y="1188080"/>
                  </a:lnTo>
                  <a:lnTo>
                    <a:pt x="453312" y="1188080"/>
                  </a:lnTo>
                  <a:lnTo>
                    <a:pt x="455776" y="1188080"/>
                  </a:lnTo>
                  <a:lnTo>
                    <a:pt x="458240" y="1188080"/>
                  </a:lnTo>
                  <a:lnTo>
                    <a:pt x="460703" y="1188080"/>
                  </a:lnTo>
                  <a:lnTo>
                    <a:pt x="463167" y="1188080"/>
                  </a:lnTo>
                  <a:lnTo>
                    <a:pt x="465631" y="1188080"/>
                  </a:lnTo>
                  <a:lnTo>
                    <a:pt x="468094" y="1188080"/>
                  </a:lnTo>
                  <a:lnTo>
                    <a:pt x="470558" y="1188080"/>
                  </a:lnTo>
                  <a:lnTo>
                    <a:pt x="473022" y="1188080"/>
                  </a:lnTo>
                  <a:lnTo>
                    <a:pt x="475485" y="1188080"/>
                  </a:lnTo>
                  <a:lnTo>
                    <a:pt x="477949" y="1188080"/>
                  </a:lnTo>
                  <a:lnTo>
                    <a:pt x="480413" y="1188080"/>
                  </a:lnTo>
                  <a:lnTo>
                    <a:pt x="482876" y="1188080"/>
                  </a:lnTo>
                  <a:lnTo>
                    <a:pt x="485340" y="1188080"/>
                  </a:lnTo>
                  <a:lnTo>
                    <a:pt x="487804" y="1188080"/>
                  </a:lnTo>
                  <a:lnTo>
                    <a:pt x="490267" y="1188080"/>
                  </a:lnTo>
                  <a:lnTo>
                    <a:pt x="492731" y="1188080"/>
                  </a:lnTo>
                  <a:lnTo>
                    <a:pt x="495195" y="1188080"/>
                  </a:lnTo>
                  <a:lnTo>
                    <a:pt x="497658" y="1188080"/>
                  </a:lnTo>
                  <a:lnTo>
                    <a:pt x="500122" y="1188080"/>
                  </a:lnTo>
                  <a:lnTo>
                    <a:pt x="502586" y="1188080"/>
                  </a:lnTo>
                  <a:lnTo>
                    <a:pt x="505049" y="1188080"/>
                  </a:lnTo>
                  <a:lnTo>
                    <a:pt x="507513" y="1188080"/>
                  </a:lnTo>
                  <a:lnTo>
                    <a:pt x="509977" y="1188080"/>
                  </a:lnTo>
                  <a:lnTo>
                    <a:pt x="512440" y="1188080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80"/>
                  </a:lnTo>
                  <a:lnTo>
                    <a:pt x="739097" y="1188080"/>
                  </a:lnTo>
                  <a:lnTo>
                    <a:pt x="741560" y="1188080"/>
                  </a:lnTo>
                  <a:lnTo>
                    <a:pt x="744024" y="1188080"/>
                  </a:lnTo>
                  <a:lnTo>
                    <a:pt x="746488" y="1188080"/>
                  </a:lnTo>
                  <a:lnTo>
                    <a:pt x="748951" y="1188080"/>
                  </a:lnTo>
                  <a:lnTo>
                    <a:pt x="751415" y="1188080"/>
                  </a:lnTo>
                  <a:lnTo>
                    <a:pt x="753879" y="1188080"/>
                  </a:lnTo>
                  <a:lnTo>
                    <a:pt x="756342" y="1188080"/>
                  </a:lnTo>
                  <a:lnTo>
                    <a:pt x="758806" y="1188080"/>
                  </a:lnTo>
                  <a:lnTo>
                    <a:pt x="761270" y="1188080"/>
                  </a:lnTo>
                  <a:lnTo>
                    <a:pt x="763733" y="1188080"/>
                  </a:lnTo>
                  <a:lnTo>
                    <a:pt x="766197" y="1188080"/>
                  </a:lnTo>
                  <a:lnTo>
                    <a:pt x="768661" y="1188080"/>
                  </a:lnTo>
                  <a:lnTo>
                    <a:pt x="771124" y="1188080"/>
                  </a:lnTo>
                  <a:lnTo>
                    <a:pt x="773588" y="1188080"/>
                  </a:lnTo>
                  <a:lnTo>
                    <a:pt x="776052" y="1188080"/>
                  </a:lnTo>
                  <a:lnTo>
                    <a:pt x="778515" y="1188080"/>
                  </a:lnTo>
                  <a:lnTo>
                    <a:pt x="780979" y="1188080"/>
                  </a:lnTo>
                  <a:lnTo>
                    <a:pt x="783443" y="1188080"/>
                  </a:lnTo>
                  <a:lnTo>
                    <a:pt x="785906" y="1188080"/>
                  </a:lnTo>
                  <a:lnTo>
                    <a:pt x="788370" y="1188080"/>
                  </a:lnTo>
                  <a:lnTo>
                    <a:pt x="790834" y="1188080"/>
                  </a:lnTo>
                  <a:lnTo>
                    <a:pt x="793297" y="1188080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79"/>
                  </a:lnTo>
                  <a:lnTo>
                    <a:pt x="810543" y="1188079"/>
                  </a:lnTo>
                  <a:lnTo>
                    <a:pt x="813006" y="1188078"/>
                  </a:lnTo>
                  <a:lnTo>
                    <a:pt x="815470" y="1188077"/>
                  </a:lnTo>
                  <a:lnTo>
                    <a:pt x="817934" y="1188075"/>
                  </a:lnTo>
                  <a:lnTo>
                    <a:pt x="820397" y="1188070"/>
                  </a:lnTo>
                  <a:lnTo>
                    <a:pt x="822861" y="1188062"/>
                  </a:lnTo>
                  <a:lnTo>
                    <a:pt x="825325" y="1188049"/>
                  </a:lnTo>
                  <a:lnTo>
                    <a:pt x="827788" y="1188029"/>
                  </a:lnTo>
                  <a:lnTo>
                    <a:pt x="830252" y="1187997"/>
                  </a:lnTo>
                  <a:lnTo>
                    <a:pt x="832716" y="1187950"/>
                  </a:lnTo>
                  <a:lnTo>
                    <a:pt x="835179" y="1187884"/>
                  </a:lnTo>
                  <a:lnTo>
                    <a:pt x="837643" y="1187793"/>
                  </a:lnTo>
                  <a:lnTo>
                    <a:pt x="840107" y="1187676"/>
                  </a:lnTo>
                  <a:lnTo>
                    <a:pt x="842570" y="1187528"/>
                  </a:lnTo>
                  <a:lnTo>
                    <a:pt x="845034" y="1187351"/>
                  </a:lnTo>
                  <a:lnTo>
                    <a:pt x="847498" y="1187148"/>
                  </a:lnTo>
                  <a:lnTo>
                    <a:pt x="849961" y="1186927"/>
                  </a:lnTo>
                  <a:lnTo>
                    <a:pt x="852425" y="1186700"/>
                  </a:lnTo>
                  <a:lnTo>
                    <a:pt x="854889" y="1186484"/>
                  </a:lnTo>
                  <a:lnTo>
                    <a:pt x="857352" y="1186297"/>
                  </a:lnTo>
                  <a:lnTo>
                    <a:pt x="859816" y="1186155"/>
                  </a:lnTo>
                  <a:lnTo>
                    <a:pt x="862280" y="1186069"/>
                  </a:lnTo>
                  <a:lnTo>
                    <a:pt x="864743" y="1186048"/>
                  </a:lnTo>
                  <a:lnTo>
                    <a:pt x="867207" y="1186095"/>
                  </a:lnTo>
                  <a:lnTo>
                    <a:pt x="869671" y="1186203"/>
                  </a:lnTo>
                  <a:lnTo>
                    <a:pt x="872134" y="1186364"/>
                  </a:lnTo>
                  <a:lnTo>
                    <a:pt x="874598" y="1186563"/>
                  </a:lnTo>
                  <a:lnTo>
                    <a:pt x="877062" y="1186784"/>
                  </a:lnTo>
                  <a:lnTo>
                    <a:pt x="879525" y="1187010"/>
                  </a:lnTo>
                  <a:lnTo>
                    <a:pt x="881989" y="1187227"/>
                  </a:lnTo>
                  <a:lnTo>
                    <a:pt x="884453" y="1187421"/>
                  </a:lnTo>
                  <a:lnTo>
                    <a:pt x="886916" y="1187587"/>
                  </a:lnTo>
                  <a:lnTo>
                    <a:pt x="889380" y="1187723"/>
                  </a:lnTo>
                  <a:lnTo>
                    <a:pt x="891844" y="1187830"/>
                  </a:lnTo>
                  <a:lnTo>
                    <a:pt x="894307" y="1187911"/>
                  </a:lnTo>
                  <a:lnTo>
                    <a:pt x="896771" y="1187969"/>
                  </a:lnTo>
                  <a:lnTo>
                    <a:pt x="899235" y="1188010"/>
                  </a:lnTo>
                  <a:lnTo>
                    <a:pt x="901698" y="1188037"/>
                  </a:lnTo>
                  <a:lnTo>
                    <a:pt x="904162" y="1188055"/>
                  </a:lnTo>
                  <a:lnTo>
                    <a:pt x="906625" y="1188066"/>
                  </a:lnTo>
                  <a:lnTo>
                    <a:pt x="909089" y="1188072"/>
                  </a:lnTo>
                  <a:lnTo>
                    <a:pt x="911553" y="1188076"/>
                  </a:lnTo>
                  <a:lnTo>
                    <a:pt x="914016" y="1188078"/>
                  </a:lnTo>
                  <a:lnTo>
                    <a:pt x="916480" y="1188079"/>
                  </a:lnTo>
                  <a:lnTo>
                    <a:pt x="918944" y="1188079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8529616" y="3569776"/>
              <a:ext cx="1258929" cy="570066"/>
            </a:xfrm>
            <a:custGeom>
              <a:avLst/>
              <a:pathLst>
                <a:path w="1258929" h="570066">
                  <a:moveTo>
                    <a:pt x="0" y="570066"/>
                  </a:moveTo>
                  <a:lnTo>
                    <a:pt x="2463" y="570066"/>
                  </a:lnTo>
                  <a:lnTo>
                    <a:pt x="4927" y="570066"/>
                  </a:lnTo>
                  <a:lnTo>
                    <a:pt x="7390" y="570066"/>
                  </a:lnTo>
                  <a:lnTo>
                    <a:pt x="9854" y="570065"/>
                  </a:lnTo>
                  <a:lnTo>
                    <a:pt x="12318" y="570065"/>
                  </a:lnTo>
                  <a:lnTo>
                    <a:pt x="14781" y="570065"/>
                  </a:lnTo>
                  <a:lnTo>
                    <a:pt x="17245" y="570065"/>
                  </a:lnTo>
                  <a:lnTo>
                    <a:pt x="19709" y="570065"/>
                  </a:lnTo>
                  <a:lnTo>
                    <a:pt x="22172" y="570065"/>
                  </a:lnTo>
                  <a:lnTo>
                    <a:pt x="24636" y="570065"/>
                  </a:lnTo>
                  <a:lnTo>
                    <a:pt x="27100" y="570064"/>
                  </a:lnTo>
                  <a:lnTo>
                    <a:pt x="29563" y="570064"/>
                  </a:lnTo>
                  <a:lnTo>
                    <a:pt x="32027" y="570062"/>
                  </a:lnTo>
                  <a:lnTo>
                    <a:pt x="34491" y="570061"/>
                  </a:lnTo>
                  <a:lnTo>
                    <a:pt x="36954" y="570058"/>
                  </a:lnTo>
                  <a:lnTo>
                    <a:pt x="39418" y="570054"/>
                  </a:lnTo>
                  <a:lnTo>
                    <a:pt x="41882" y="570048"/>
                  </a:lnTo>
                  <a:lnTo>
                    <a:pt x="44345" y="570039"/>
                  </a:lnTo>
                  <a:lnTo>
                    <a:pt x="46809" y="570027"/>
                  </a:lnTo>
                  <a:lnTo>
                    <a:pt x="49273" y="570009"/>
                  </a:lnTo>
                  <a:lnTo>
                    <a:pt x="51736" y="569984"/>
                  </a:lnTo>
                  <a:lnTo>
                    <a:pt x="54200" y="569950"/>
                  </a:lnTo>
                  <a:lnTo>
                    <a:pt x="56664" y="569903"/>
                  </a:lnTo>
                  <a:lnTo>
                    <a:pt x="59127" y="569839"/>
                  </a:lnTo>
                  <a:lnTo>
                    <a:pt x="61591" y="569756"/>
                  </a:lnTo>
                  <a:lnTo>
                    <a:pt x="64055" y="569648"/>
                  </a:lnTo>
                  <a:lnTo>
                    <a:pt x="66518" y="569507"/>
                  </a:lnTo>
                  <a:lnTo>
                    <a:pt x="68982" y="569323"/>
                  </a:lnTo>
                  <a:lnTo>
                    <a:pt x="71446" y="569089"/>
                  </a:lnTo>
                  <a:lnTo>
                    <a:pt x="73909" y="568799"/>
                  </a:lnTo>
                  <a:lnTo>
                    <a:pt x="76373" y="568444"/>
                  </a:lnTo>
                  <a:lnTo>
                    <a:pt x="78837" y="568014"/>
                  </a:lnTo>
                  <a:lnTo>
                    <a:pt x="81300" y="567499"/>
                  </a:lnTo>
                  <a:lnTo>
                    <a:pt x="83764" y="566892"/>
                  </a:lnTo>
                  <a:lnTo>
                    <a:pt x="86228" y="566184"/>
                  </a:lnTo>
                  <a:lnTo>
                    <a:pt x="88691" y="565349"/>
                  </a:lnTo>
                  <a:lnTo>
                    <a:pt x="91155" y="564398"/>
                  </a:lnTo>
                  <a:lnTo>
                    <a:pt x="93618" y="563330"/>
                  </a:lnTo>
                  <a:lnTo>
                    <a:pt x="96082" y="562144"/>
                  </a:lnTo>
                  <a:lnTo>
                    <a:pt x="98546" y="560842"/>
                  </a:lnTo>
                  <a:lnTo>
                    <a:pt x="101009" y="559429"/>
                  </a:lnTo>
                  <a:lnTo>
                    <a:pt x="103473" y="557914"/>
                  </a:lnTo>
                  <a:lnTo>
                    <a:pt x="105937" y="556307"/>
                  </a:lnTo>
                  <a:lnTo>
                    <a:pt x="108400" y="554613"/>
                  </a:lnTo>
                  <a:lnTo>
                    <a:pt x="110864" y="552861"/>
                  </a:lnTo>
                  <a:lnTo>
                    <a:pt x="113328" y="551073"/>
                  </a:lnTo>
                  <a:lnTo>
                    <a:pt x="115791" y="549270"/>
                  </a:lnTo>
                  <a:lnTo>
                    <a:pt x="118255" y="547475"/>
                  </a:lnTo>
                  <a:lnTo>
                    <a:pt x="120719" y="545711"/>
                  </a:lnTo>
                  <a:lnTo>
                    <a:pt x="123182" y="544004"/>
                  </a:lnTo>
                  <a:lnTo>
                    <a:pt x="125646" y="542377"/>
                  </a:lnTo>
                  <a:lnTo>
                    <a:pt x="128110" y="540872"/>
                  </a:lnTo>
                  <a:lnTo>
                    <a:pt x="130573" y="539512"/>
                  </a:lnTo>
                  <a:lnTo>
                    <a:pt x="133037" y="538314"/>
                  </a:lnTo>
                  <a:lnTo>
                    <a:pt x="135501" y="537298"/>
                  </a:lnTo>
                  <a:lnTo>
                    <a:pt x="137964" y="536481"/>
                  </a:lnTo>
                  <a:lnTo>
                    <a:pt x="140428" y="535879"/>
                  </a:lnTo>
                  <a:lnTo>
                    <a:pt x="142892" y="535501"/>
                  </a:lnTo>
                  <a:lnTo>
                    <a:pt x="145355" y="535352"/>
                  </a:lnTo>
                  <a:lnTo>
                    <a:pt x="147819" y="535452"/>
                  </a:lnTo>
                  <a:lnTo>
                    <a:pt x="150283" y="535789"/>
                  </a:lnTo>
                  <a:lnTo>
                    <a:pt x="152746" y="536331"/>
                  </a:lnTo>
                  <a:lnTo>
                    <a:pt x="155210" y="537055"/>
                  </a:lnTo>
                  <a:lnTo>
                    <a:pt x="157674" y="537935"/>
                  </a:lnTo>
                  <a:lnTo>
                    <a:pt x="160137" y="538939"/>
                  </a:lnTo>
                  <a:lnTo>
                    <a:pt x="162601" y="540031"/>
                  </a:lnTo>
                  <a:lnTo>
                    <a:pt x="165065" y="541175"/>
                  </a:lnTo>
                  <a:lnTo>
                    <a:pt x="167528" y="542329"/>
                  </a:lnTo>
                  <a:lnTo>
                    <a:pt x="169992" y="543441"/>
                  </a:lnTo>
                  <a:lnTo>
                    <a:pt x="172456" y="544474"/>
                  </a:lnTo>
                  <a:lnTo>
                    <a:pt x="174919" y="545398"/>
                  </a:lnTo>
                  <a:lnTo>
                    <a:pt x="177383" y="546185"/>
                  </a:lnTo>
                  <a:lnTo>
                    <a:pt x="179847" y="546814"/>
                  </a:lnTo>
                  <a:lnTo>
                    <a:pt x="182310" y="547269"/>
                  </a:lnTo>
                  <a:lnTo>
                    <a:pt x="184774" y="547543"/>
                  </a:lnTo>
                  <a:lnTo>
                    <a:pt x="187237" y="547629"/>
                  </a:lnTo>
                  <a:lnTo>
                    <a:pt x="189701" y="547516"/>
                  </a:lnTo>
                  <a:lnTo>
                    <a:pt x="192165" y="547244"/>
                  </a:lnTo>
                  <a:lnTo>
                    <a:pt x="194628" y="546833"/>
                  </a:lnTo>
                  <a:lnTo>
                    <a:pt x="197092" y="546308"/>
                  </a:lnTo>
                  <a:lnTo>
                    <a:pt x="199556" y="545695"/>
                  </a:lnTo>
                  <a:lnTo>
                    <a:pt x="202019" y="545024"/>
                  </a:lnTo>
                  <a:lnTo>
                    <a:pt x="204483" y="544326"/>
                  </a:lnTo>
                  <a:lnTo>
                    <a:pt x="206947" y="543633"/>
                  </a:lnTo>
                  <a:lnTo>
                    <a:pt x="209410" y="542986"/>
                  </a:lnTo>
                  <a:lnTo>
                    <a:pt x="211874" y="542412"/>
                  </a:lnTo>
                  <a:lnTo>
                    <a:pt x="214338" y="541934"/>
                  </a:lnTo>
                  <a:lnTo>
                    <a:pt x="216801" y="541573"/>
                  </a:lnTo>
                  <a:lnTo>
                    <a:pt x="219265" y="541343"/>
                  </a:lnTo>
                  <a:lnTo>
                    <a:pt x="221729" y="541254"/>
                  </a:lnTo>
                  <a:lnTo>
                    <a:pt x="224192" y="541311"/>
                  </a:lnTo>
                  <a:lnTo>
                    <a:pt x="226656" y="541515"/>
                  </a:lnTo>
                  <a:lnTo>
                    <a:pt x="229120" y="541876"/>
                  </a:lnTo>
                  <a:lnTo>
                    <a:pt x="231583" y="542364"/>
                  </a:lnTo>
                  <a:lnTo>
                    <a:pt x="234047" y="542958"/>
                  </a:lnTo>
                  <a:lnTo>
                    <a:pt x="236511" y="543637"/>
                  </a:lnTo>
                  <a:lnTo>
                    <a:pt x="238974" y="544378"/>
                  </a:lnTo>
                  <a:lnTo>
                    <a:pt x="241438" y="545157"/>
                  </a:lnTo>
                  <a:lnTo>
                    <a:pt x="243902" y="545949"/>
                  </a:lnTo>
                  <a:lnTo>
                    <a:pt x="246365" y="546729"/>
                  </a:lnTo>
                  <a:lnTo>
                    <a:pt x="248829" y="547466"/>
                  </a:lnTo>
                  <a:lnTo>
                    <a:pt x="251293" y="548134"/>
                  </a:lnTo>
                  <a:lnTo>
                    <a:pt x="253756" y="548716"/>
                  </a:lnTo>
                  <a:lnTo>
                    <a:pt x="256220" y="549196"/>
                  </a:lnTo>
                  <a:lnTo>
                    <a:pt x="258684" y="549558"/>
                  </a:lnTo>
                  <a:lnTo>
                    <a:pt x="261147" y="549790"/>
                  </a:lnTo>
                  <a:lnTo>
                    <a:pt x="263611" y="549880"/>
                  </a:lnTo>
                  <a:lnTo>
                    <a:pt x="266075" y="549820"/>
                  </a:lnTo>
                  <a:lnTo>
                    <a:pt x="268538" y="549588"/>
                  </a:lnTo>
                  <a:lnTo>
                    <a:pt x="271002" y="549173"/>
                  </a:lnTo>
                  <a:lnTo>
                    <a:pt x="273465" y="548581"/>
                  </a:lnTo>
                  <a:lnTo>
                    <a:pt x="275929" y="547808"/>
                  </a:lnTo>
                  <a:lnTo>
                    <a:pt x="278393" y="546847"/>
                  </a:lnTo>
                  <a:lnTo>
                    <a:pt x="280856" y="545693"/>
                  </a:lnTo>
                  <a:lnTo>
                    <a:pt x="283320" y="544343"/>
                  </a:lnTo>
                  <a:lnTo>
                    <a:pt x="285784" y="542795"/>
                  </a:lnTo>
                  <a:lnTo>
                    <a:pt x="288247" y="541038"/>
                  </a:lnTo>
                  <a:lnTo>
                    <a:pt x="290711" y="539066"/>
                  </a:lnTo>
                  <a:lnTo>
                    <a:pt x="293175" y="536909"/>
                  </a:lnTo>
                  <a:lnTo>
                    <a:pt x="295638" y="534577"/>
                  </a:lnTo>
                  <a:lnTo>
                    <a:pt x="298102" y="532088"/>
                  </a:lnTo>
                  <a:lnTo>
                    <a:pt x="300566" y="529459"/>
                  </a:lnTo>
                  <a:lnTo>
                    <a:pt x="303029" y="526714"/>
                  </a:lnTo>
                  <a:lnTo>
                    <a:pt x="305493" y="523879"/>
                  </a:lnTo>
                  <a:lnTo>
                    <a:pt x="307957" y="520982"/>
                  </a:lnTo>
                  <a:lnTo>
                    <a:pt x="310420" y="518058"/>
                  </a:lnTo>
                  <a:lnTo>
                    <a:pt x="312884" y="515147"/>
                  </a:lnTo>
                  <a:lnTo>
                    <a:pt x="315348" y="512280"/>
                  </a:lnTo>
                  <a:lnTo>
                    <a:pt x="317811" y="509484"/>
                  </a:lnTo>
                  <a:lnTo>
                    <a:pt x="320275" y="506785"/>
                  </a:lnTo>
                  <a:lnTo>
                    <a:pt x="322739" y="504200"/>
                  </a:lnTo>
                  <a:lnTo>
                    <a:pt x="325202" y="501746"/>
                  </a:lnTo>
                  <a:lnTo>
                    <a:pt x="327666" y="499430"/>
                  </a:lnTo>
                  <a:lnTo>
                    <a:pt x="330130" y="497274"/>
                  </a:lnTo>
                  <a:lnTo>
                    <a:pt x="332593" y="495244"/>
                  </a:lnTo>
                  <a:lnTo>
                    <a:pt x="335057" y="493323"/>
                  </a:lnTo>
                  <a:lnTo>
                    <a:pt x="337521" y="491488"/>
                  </a:lnTo>
                  <a:lnTo>
                    <a:pt x="339984" y="489708"/>
                  </a:lnTo>
                  <a:lnTo>
                    <a:pt x="342448" y="487950"/>
                  </a:lnTo>
                  <a:lnTo>
                    <a:pt x="344912" y="486179"/>
                  </a:lnTo>
                  <a:lnTo>
                    <a:pt x="347375" y="484357"/>
                  </a:lnTo>
                  <a:lnTo>
                    <a:pt x="349839" y="482426"/>
                  </a:lnTo>
                  <a:lnTo>
                    <a:pt x="352303" y="480351"/>
                  </a:lnTo>
                  <a:lnTo>
                    <a:pt x="354766" y="478102"/>
                  </a:lnTo>
                  <a:lnTo>
                    <a:pt x="357230" y="475647"/>
                  </a:lnTo>
                  <a:lnTo>
                    <a:pt x="359694" y="472959"/>
                  </a:lnTo>
                  <a:lnTo>
                    <a:pt x="362157" y="470013"/>
                  </a:lnTo>
                  <a:lnTo>
                    <a:pt x="364621" y="466788"/>
                  </a:lnTo>
                  <a:lnTo>
                    <a:pt x="367084" y="463262"/>
                  </a:lnTo>
                  <a:lnTo>
                    <a:pt x="369548" y="459379"/>
                  </a:lnTo>
                  <a:lnTo>
                    <a:pt x="372012" y="455130"/>
                  </a:lnTo>
                  <a:lnTo>
                    <a:pt x="374475" y="450508"/>
                  </a:lnTo>
                  <a:lnTo>
                    <a:pt x="376939" y="445488"/>
                  </a:lnTo>
                  <a:lnTo>
                    <a:pt x="379403" y="440038"/>
                  </a:lnTo>
                  <a:lnTo>
                    <a:pt x="381866" y="434124"/>
                  </a:lnTo>
                  <a:lnTo>
                    <a:pt x="384330" y="427707"/>
                  </a:lnTo>
                  <a:lnTo>
                    <a:pt x="386794" y="420746"/>
                  </a:lnTo>
                  <a:lnTo>
                    <a:pt x="389257" y="413142"/>
                  </a:lnTo>
                  <a:lnTo>
                    <a:pt x="391721" y="404835"/>
                  </a:lnTo>
                  <a:lnTo>
                    <a:pt x="394185" y="395826"/>
                  </a:lnTo>
                  <a:lnTo>
                    <a:pt x="396648" y="386075"/>
                  </a:lnTo>
                  <a:lnTo>
                    <a:pt x="399112" y="375541"/>
                  </a:lnTo>
                  <a:lnTo>
                    <a:pt x="401576" y="364194"/>
                  </a:lnTo>
                  <a:lnTo>
                    <a:pt x="404039" y="352007"/>
                  </a:lnTo>
                  <a:lnTo>
                    <a:pt x="406503" y="338967"/>
                  </a:lnTo>
                  <a:lnTo>
                    <a:pt x="408967" y="325020"/>
                  </a:lnTo>
                  <a:lnTo>
                    <a:pt x="411430" y="310134"/>
                  </a:lnTo>
                  <a:lnTo>
                    <a:pt x="413894" y="294428"/>
                  </a:lnTo>
                  <a:lnTo>
                    <a:pt x="416358" y="277943"/>
                  </a:lnTo>
                  <a:lnTo>
                    <a:pt x="418821" y="260736"/>
                  </a:lnTo>
                  <a:lnTo>
                    <a:pt x="421285" y="242879"/>
                  </a:lnTo>
                  <a:lnTo>
                    <a:pt x="423749" y="224458"/>
                  </a:lnTo>
                  <a:lnTo>
                    <a:pt x="426212" y="205579"/>
                  </a:lnTo>
                  <a:lnTo>
                    <a:pt x="428676" y="186359"/>
                  </a:lnTo>
                  <a:lnTo>
                    <a:pt x="431140" y="166960"/>
                  </a:lnTo>
                  <a:lnTo>
                    <a:pt x="433603" y="147599"/>
                  </a:lnTo>
                  <a:lnTo>
                    <a:pt x="436067" y="128465"/>
                  </a:lnTo>
                  <a:lnTo>
                    <a:pt x="438531" y="109764"/>
                  </a:lnTo>
                  <a:lnTo>
                    <a:pt x="440994" y="91714"/>
                  </a:lnTo>
                  <a:lnTo>
                    <a:pt x="443458" y="74546"/>
                  </a:lnTo>
                  <a:lnTo>
                    <a:pt x="445922" y="58501"/>
                  </a:lnTo>
                  <a:lnTo>
                    <a:pt x="448385" y="43821"/>
                  </a:lnTo>
                  <a:lnTo>
                    <a:pt x="450849" y="31060"/>
                  </a:lnTo>
                  <a:lnTo>
                    <a:pt x="453312" y="20228"/>
                  </a:lnTo>
                  <a:lnTo>
                    <a:pt x="455776" y="11534"/>
                  </a:lnTo>
                  <a:lnTo>
                    <a:pt x="458240" y="5165"/>
                  </a:lnTo>
                  <a:lnTo>
                    <a:pt x="460703" y="1278"/>
                  </a:lnTo>
                  <a:lnTo>
                    <a:pt x="463167" y="0"/>
                  </a:lnTo>
                  <a:lnTo>
                    <a:pt x="465631" y="1415"/>
                  </a:lnTo>
                  <a:lnTo>
                    <a:pt x="468094" y="5571"/>
                  </a:lnTo>
                  <a:lnTo>
                    <a:pt x="470558" y="12827"/>
                  </a:lnTo>
                  <a:lnTo>
                    <a:pt x="473022" y="22815"/>
                  </a:lnTo>
                  <a:lnTo>
                    <a:pt x="475485" y="35341"/>
                  </a:lnTo>
                  <a:lnTo>
                    <a:pt x="477949" y="50246"/>
                  </a:lnTo>
                  <a:lnTo>
                    <a:pt x="480413" y="67334"/>
                  </a:lnTo>
                  <a:lnTo>
                    <a:pt x="482876" y="86377"/>
                  </a:lnTo>
                  <a:lnTo>
                    <a:pt x="485340" y="107118"/>
                  </a:lnTo>
                  <a:lnTo>
                    <a:pt x="487804" y="129282"/>
                  </a:lnTo>
                  <a:lnTo>
                    <a:pt x="490267" y="152652"/>
                  </a:lnTo>
                  <a:lnTo>
                    <a:pt x="492731" y="176794"/>
                  </a:lnTo>
                  <a:lnTo>
                    <a:pt x="495195" y="201350"/>
                  </a:lnTo>
                  <a:lnTo>
                    <a:pt x="497658" y="226035"/>
                  </a:lnTo>
                  <a:lnTo>
                    <a:pt x="500122" y="250579"/>
                  </a:lnTo>
                  <a:lnTo>
                    <a:pt x="502586" y="274735"/>
                  </a:lnTo>
                  <a:lnTo>
                    <a:pt x="505049" y="298278"/>
                  </a:lnTo>
                  <a:lnTo>
                    <a:pt x="507513" y="321016"/>
                  </a:lnTo>
                  <a:lnTo>
                    <a:pt x="509977" y="342692"/>
                  </a:lnTo>
                  <a:lnTo>
                    <a:pt x="512440" y="363150"/>
                  </a:lnTo>
                  <a:lnTo>
                    <a:pt x="514904" y="382393"/>
                  </a:lnTo>
                  <a:lnTo>
                    <a:pt x="517368" y="400374"/>
                  </a:lnTo>
                  <a:lnTo>
                    <a:pt x="519831" y="417073"/>
                  </a:lnTo>
                  <a:lnTo>
                    <a:pt x="522295" y="432495"/>
                  </a:lnTo>
                  <a:lnTo>
                    <a:pt x="524759" y="446666"/>
                  </a:lnTo>
                  <a:lnTo>
                    <a:pt x="527222" y="459630"/>
                  </a:lnTo>
                  <a:lnTo>
                    <a:pt x="529686" y="471390"/>
                  </a:lnTo>
                  <a:lnTo>
                    <a:pt x="532150" y="481976"/>
                  </a:lnTo>
                  <a:lnTo>
                    <a:pt x="534613" y="491589"/>
                  </a:lnTo>
                  <a:lnTo>
                    <a:pt x="537077" y="500307"/>
                  </a:lnTo>
                  <a:lnTo>
                    <a:pt x="539541" y="508205"/>
                  </a:lnTo>
                  <a:lnTo>
                    <a:pt x="542004" y="515355"/>
                  </a:lnTo>
                  <a:lnTo>
                    <a:pt x="544468" y="521825"/>
                  </a:lnTo>
                  <a:lnTo>
                    <a:pt x="546931" y="527675"/>
                  </a:lnTo>
                  <a:lnTo>
                    <a:pt x="549395" y="532947"/>
                  </a:lnTo>
                  <a:lnTo>
                    <a:pt x="551859" y="537644"/>
                  </a:lnTo>
                  <a:lnTo>
                    <a:pt x="554322" y="541881"/>
                  </a:lnTo>
                  <a:lnTo>
                    <a:pt x="556786" y="545692"/>
                  </a:lnTo>
                  <a:lnTo>
                    <a:pt x="559250" y="549109"/>
                  </a:lnTo>
                  <a:lnTo>
                    <a:pt x="561713" y="552160"/>
                  </a:lnTo>
                  <a:lnTo>
                    <a:pt x="564177" y="554870"/>
                  </a:lnTo>
                  <a:lnTo>
                    <a:pt x="566641" y="557264"/>
                  </a:lnTo>
                  <a:lnTo>
                    <a:pt x="569104" y="559365"/>
                  </a:lnTo>
                  <a:lnTo>
                    <a:pt x="571568" y="561157"/>
                  </a:lnTo>
                  <a:lnTo>
                    <a:pt x="574032" y="562707"/>
                  </a:lnTo>
                  <a:lnTo>
                    <a:pt x="576495" y="564039"/>
                  </a:lnTo>
                  <a:lnTo>
                    <a:pt x="578959" y="565174"/>
                  </a:lnTo>
                  <a:lnTo>
                    <a:pt x="581423" y="566131"/>
                  </a:lnTo>
                  <a:lnTo>
                    <a:pt x="583886" y="566932"/>
                  </a:lnTo>
                  <a:lnTo>
                    <a:pt x="586350" y="567594"/>
                  </a:lnTo>
                  <a:lnTo>
                    <a:pt x="588814" y="568137"/>
                  </a:lnTo>
                  <a:lnTo>
                    <a:pt x="591277" y="568565"/>
                  </a:lnTo>
                  <a:lnTo>
                    <a:pt x="593741" y="568908"/>
                  </a:lnTo>
                  <a:lnTo>
                    <a:pt x="596205" y="569182"/>
                  </a:lnTo>
                  <a:lnTo>
                    <a:pt x="598668" y="569398"/>
                  </a:lnTo>
                  <a:lnTo>
                    <a:pt x="601132" y="569567"/>
                  </a:lnTo>
                  <a:lnTo>
                    <a:pt x="603596" y="569698"/>
                  </a:lnTo>
                  <a:lnTo>
                    <a:pt x="606059" y="569797"/>
                  </a:lnTo>
                  <a:lnTo>
                    <a:pt x="608523" y="569872"/>
                  </a:lnTo>
                  <a:lnTo>
                    <a:pt x="610987" y="569926"/>
                  </a:lnTo>
                  <a:lnTo>
                    <a:pt x="613450" y="569966"/>
                  </a:lnTo>
                  <a:lnTo>
                    <a:pt x="615914" y="569995"/>
                  </a:lnTo>
                  <a:lnTo>
                    <a:pt x="618378" y="570016"/>
                  </a:lnTo>
                  <a:lnTo>
                    <a:pt x="620841" y="570032"/>
                  </a:lnTo>
                  <a:lnTo>
                    <a:pt x="623305" y="570043"/>
                  </a:lnTo>
                  <a:lnTo>
                    <a:pt x="625769" y="570050"/>
                  </a:lnTo>
                  <a:lnTo>
                    <a:pt x="628232" y="570055"/>
                  </a:lnTo>
                  <a:lnTo>
                    <a:pt x="630696" y="570059"/>
                  </a:lnTo>
                  <a:lnTo>
                    <a:pt x="633159" y="570061"/>
                  </a:lnTo>
                  <a:lnTo>
                    <a:pt x="635623" y="570063"/>
                  </a:lnTo>
                  <a:lnTo>
                    <a:pt x="638087" y="570064"/>
                  </a:lnTo>
                  <a:lnTo>
                    <a:pt x="640550" y="570064"/>
                  </a:lnTo>
                  <a:lnTo>
                    <a:pt x="643014" y="570065"/>
                  </a:lnTo>
                  <a:lnTo>
                    <a:pt x="645478" y="570065"/>
                  </a:lnTo>
                  <a:lnTo>
                    <a:pt x="647941" y="570065"/>
                  </a:lnTo>
                  <a:lnTo>
                    <a:pt x="650405" y="570065"/>
                  </a:lnTo>
                  <a:lnTo>
                    <a:pt x="652869" y="570065"/>
                  </a:lnTo>
                  <a:lnTo>
                    <a:pt x="655332" y="570065"/>
                  </a:lnTo>
                  <a:lnTo>
                    <a:pt x="657796" y="570065"/>
                  </a:lnTo>
                  <a:lnTo>
                    <a:pt x="660260" y="570066"/>
                  </a:lnTo>
                  <a:lnTo>
                    <a:pt x="662723" y="570066"/>
                  </a:lnTo>
                  <a:lnTo>
                    <a:pt x="665187" y="570066"/>
                  </a:lnTo>
                  <a:lnTo>
                    <a:pt x="667651" y="570066"/>
                  </a:lnTo>
                  <a:lnTo>
                    <a:pt x="670114" y="570066"/>
                  </a:lnTo>
                  <a:lnTo>
                    <a:pt x="672578" y="570066"/>
                  </a:lnTo>
                  <a:lnTo>
                    <a:pt x="675042" y="570066"/>
                  </a:lnTo>
                  <a:lnTo>
                    <a:pt x="677505" y="570066"/>
                  </a:lnTo>
                  <a:lnTo>
                    <a:pt x="679969" y="570066"/>
                  </a:lnTo>
                  <a:lnTo>
                    <a:pt x="682433" y="570066"/>
                  </a:lnTo>
                  <a:lnTo>
                    <a:pt x="684896" y="570066"/>
                  </a:lnTo>
                  <a:lnTo>
                    <a:pt x="687360" y="570066"/>
                  </a:lnTo>
                  <a:lnTo>
                    <a:pt x="689824" y="570066"/>
                  </a:lnTo>
                  <a:lnTo>
                    <a:pt x="692287" y="570066"/>
                  </a:lnTo>
                  <a:lnTo>
                    <a:pt x="694751" y="570066"/>
                  </a:lnTo>
                  <a:lnTo>
                    <a:pt x="697215" y="570066"/>
                  </a:lnTo>
                  <a:lnTo>
                    <a:pt x="699678" y="570066"/>
                  </a:lnTo>
                  <a:lnTo>
                    <a:pt x="702142" y="570066"/>
                  </a:lnTo>
                  <a:lnTo>
                    <a:pt x="704606" y="570066"/>
                  </a:lnTo>
                  <a:lnTo>
                    <a:pt x="707069" y="570066"/>
                  </a:lnTo>
                  <a:lnTo>
                    <a:pt x="709533" y="570066"/>
                  </a:lnTo>
                  <a:lnTo>
                    <a:pt x="711997" y="570066"/>
                  </a:lnTo>
                  <a:lnTo>
                    <a:pt x="714460" y="570066"/>
                  </a:lnTo>
                  <a:lnTo>
                    <a:pt x="716924" y="570066"/>
                  </a:lnTo>
                  <a:lnTo>
                    <a:pt x="719388" y="570066"/>
                  </a:lnTo>
                  <a:lnTo>
                    <a:pt x="721851" y="570066"/>
                  </a:lnTo>
                  <a:lnTo>
                    <a:pt x="724315" y="570066"/>
                  </a:lnTo>
                  <a:lnTo>
                    <a:pt x="726778" y="570066"/>
                  </a:lnTo>
                  <a:lnTo>
                    <a:pt x="729242" y="570066"/>
                  </a:lnTo>
                  <a:lnTo>
                    <a:pt x="731706" y="570066"/>
                  </a:lnTo>
                  <a:lnTo>
                    <a:pt x="734169" y="570066"/>
                  </a:lnTo>
                  <a:lnTo>
                    <a:pt x="736633" y="570066"/>
                  </a:lnTo>
                  <a:lnTo>
                    <a:pt x="739097" y="570066"/>
                  </a:lnTo>
                  <a:lnTo>
                    <a:pt x="741560" y="570066"/>
                  </a:lnTo>
                  <a:lnTo>
                    <a:pt x="744024" y="570066"/>
                  </a:lnTo>
                  <a:lnTo>
                    <a:pt x="746488" y="570066"/>
                  </a:lnTo>
                  <a:lnTo>
                    <a:pt x="748951" y="570066"/>
                  </a:lnTo>
                  <a:lnTo>
                    <a:pt x="751415" y="570066"/>
                  </a:lnTo>
                  <a:lnTo>
                    <a:pt x="753879" y="570066"/>
                  </a:lnTo>
                  <a:lnTo>
                    <a:pt x="756342" y="570066"/>
                  </a:lnTo>
                  <a:lnTo>
                    <a:pt x="758806" y="570066"/>
                  </a:lnTo>
                  <a:lnTo>
                    <a:pt x="761270" y="570066"/>
                  </a:lnTo>
                  <a:lnTo>
                    <a:pt x="763733" y="570066"/>
                  </a:lnTo>
                  <a:lnTo>
                    <a:pt x="766197" y="570065"/>
                  </a:lnTo>
                  <a:lnTo>
                    <a:pt x="768661" y="570065"/>
                  </a:lnTo>
                  <a:lnTo>
                    <a:pt x="771124" y="570065"/>
                  </a:lnTo>
                  <a:lnTo>
                    <a:pt x="773588" y="570065"/>
                  </a:lnTo>
                  <a:lnTo>
                    <a:pt x="776052" y="570065"/>
                  </a:lnTo>
                  <a:lnTo>
                    <a:pt x="778515" y="570065"/>
                  </a:lnTo>
                  <a:lnTo>
                    <a:pt x="780979" y="570065"/>
                  </a:lnTo>
                  <a:lnTo>
                    <a:pt x="783443" y="570065"/>
                  </a:lnTo>
                  <a:lnTo>
                    <a:pt x="785906" y="570064"/>
                  </a:lnTo>
                  <a:lnTo>
                    <a:pt x="788370" y="570064"/>
                  </a:lnTo>
                  <a:lnTo>
                    <a:pt x="790834" y="570063"/>
                  </a:lnTo>
                  <a:lnTo>
                    <a:pt x="793297" y="570061"/>
                  </a:lnTo>
                  <a:lnTo>
                    <a:pt x="795761" y="570059"/>
                  </a:lnTo>
                  <a:lnTo>
                    <a:pt x="798225" y="570056"/>
                  </a:lnTo>
                  <a:lnTo>
                    <a:pt x="800688" y="570053"/>
                  </a:lnTo>
                  <a:lnTo>
                    <a:pt x="803152" y="570047"/>
                  </a:lnTo>
                  <a:lnTo>
                    <a:pt x="805616" y="570040"/>
                  </a:lnTo>
                  <a:lnTo>
                    <a:pt x="808079" y="570031"/>
                  </a:lnTo>
                  <a:lnTo>
                    <a:pt x="810543" y="570019"/>
                  </a:lnTo>
                  <a:lnTo>
                    <a:pt x="813006" y="570003"/>
                  </a:lnTo>
                  <a:lnTo>
                    <a:pt x="815470" y="569983"/>
                  </a:lnTo>
                  <a:lnTo>
                    <a:pt x="817934" y="569958"/>
                  </a:lnTo>
                  <a:lnTo>
                    <a:pt x="820397" y="569926"/>
                  </a:lnTo>
                  <a:lnTo>
                    <a:pt x="822861" y="569889"/>
                  </a:lnTo>
                  <a:lnTo>
                    <a:pt x="825325" y="569843"/>
                  </a:lnTo>
                  <a:lnTo>
                    <a:pt x="827788" y="569790"/>
                  </a:lnTo>
                  <a:lnTo>
                    <a:pt x="830252" y="569729"/>
                  </a:lnTo>
                  <a:lnTo>
                    <a:pt x="832716" y="569657"/>
                  </a:lnTo>
                  <a:lnTo>
                    <a:pt x="835179" y="569576"/>
                  </a:lnTo>
                  <a:lnTo>
                    <a:pt x="837643" y="569488"/>
                  </a:lnTo>
                  <a:lnTo>
                    <a:pt x="840107" y="569392"/>
                  </a:lnTo>
                  <a:lnTo>
                    <a:pt x="842570" y="569290"/>
                  </a:lnTo>
                  <a:lnTo>
                    <a:pt x="845034" y="569183"/>
                  </a:lnTo>
                  <a:lnTo>
                    <a:pt x="847498" y="569075"/>
                  </a:lnTo>
                  <a:lnTo>
                    <a:pt x="849961" y="568966"/>
                  </a:lnTo>
                  <a:lnTo>
                    <a:pt x="852425" y="568861"/>
                  </a:lnTo>
                  <a:lnTo>
                    <a:pt x="854889" y="568762"/>
                  </a:lnTo>
                  <a:lnTo>
                    <a:pt x="857352" y="568674"/>
                  </a:lnTo>
                  <a:lnTo>
                    <a:pt x="859816" y="568597"/>
                  </a:lnTo>
                  <a:lnTo>
                    <a:pt x="862280" y="568535"/>
                  </a:lnTo>
                  <a:lnTo>
                    <a:pt x="864743" y="568489"/>
                  </a:lnTo>
                  <a:lnTo>
                    <a:pt x="867207" y="568460"/>
                  </a:lnTo>
                  <a:lnTo>
                    <a:pt x="869671" y="568451"/>
                  </a:lnTo>
                  <a:lnTo>
                    <a:pt x="872134" y="568461"/>
                  </a:lnTo>
                  <a:lnTo>
                    <a:pt x="874598" y="568489"/>
                  </a:lnTo>
                  <a:lnTo>
                    <a:pt x="877062" y="568533"/>
                  </a:lnTo>
                  <a:lnTo>
                    <a:pt x="879525" y="568590"/>
                  </a:lnTo>
                  <a:lnTo>
                    <a:pt x="881989" y="568656"/>
                  </a:lnTo>
                  <a:lnTo>
                    <a:pt x="884453" y="568727"/>
                  </a:lnTo>
                  <a:lnTo>
                    <a:pt x="886916" y="568800"/>
                  </a:lnTo>
                  <a:lnTo>
                    <a:pt x="889380" y="568870"/>
                  </a:lnTo>
                  <a:lnTo>
                    <a:pt x="891844" y="568932"/>
                  </a:lnTo>
                  <a:lnTo>
                    <a:pt x="894307" y="568979"/>
                  </a:lnTo>
                  <a:lnTo>
                    <a:pt x="896771" y="569008"/>
                  </a:lnTo>
                  <a:lnTo>
                    <a:pt x="899235" y="569015"/>
                  </a:lnTo>
                  <a:lnTo>
                    <a:pt x="901698" y="568997"/>
                  </a:lnTo>
                  <a:lnTo>
                    <a:pt x="904162" y="568949"/>
                  </a:lnTo>
                  <a:lnTo>
                    <a:pt x="906625" y="568871"/>
                  </a:lnTo>
                  <a:lnTo>
                    <a:pt x="909089" y="568759"/>
                  </a:lnTo>
                  <a:lnTo>
                    <a:pt x="911553" y="568614"/>
                  </a:lnTo>
                  <a:lnTo>
                    <a:pt x="914016" y="568432"/>
                  </a:lnTo>
                  <a:lnTo>
                    <a:pt x="916480" y="568218"/>
                  </a:lnTo>
                  <a:lnTo>
                    <a:pt x="918944" y="567978"/>
                  </a:lnTo>
                  <a:lnTo>
                    <a:pt x="921407" y="567714"/>
                  </a:lnTo>
                  <a:lnTo>
                    <a:pt x="923871" y="567432"/>
                  </a:lnTo>
                  <a:lnTo>
                    <a:pt x="926335" y="567139"/>
                  </a:lnTo>
                  <a:lnTo>
                    <a:pt x="928798" y="566842"/>
                  </a:lnTo>
                  <a:lnTo>
                    <a:pt x="931262" y="566548"/>
                  </a:lnTo>
                  <a:lnTo>
                    <a:pt x="933726" y="566270"/>
                  </a:lnTo>
                  <a:lnTo>
                    <a:pt x="936189" y="566016"/>
                  </a:lnTo>
                  <a:lnTo>
                    <a:pt x="938653" y="565794"/>
                  </a:lnTo>
                  <a:lnTo>
                    <a:pt x="941117" y="565610"/>
                  </a:lnTo>
                  <a:lnTo>
                    <a:pt x="943580" y="565472"/>
                  </a:lnTo>
                  <a:lnTo>
                    <a:pt x="946044" y="565384"/>
                  </a:lnTo>
                  <a:lnTo>
                    <a:pt x="948508" y="565349"/>
                  </a:lnTo>
                  <a:lnTo>
                    <a:pt x="950971" y="565370"/>
                  </a:lnTo>
                  <a:lnTo>
                    <a:pt x="953435" y="565452"/>
                  </a:lnTo>
                  <a:lnTo>
                    <a:pt x="955899" y="565587"/>
                  </a:lnTo>
                  <a:lnTo>
                    <a:pt x="958362" y="565768"/>
                  </a:lnTo>
                  <a:lnTo>
                    <a:pt x="960826" y="565990"/>
                  </a:lnTo>
                  <a:lnTo>
                    <a:pt x="963290" y="566246"/>
                  </a:lnTo>
                  <a:lnTo>
                    <a:pt x="965753" y="566529"/>
                  </a:lnTo>
                  <a:lnTo>
                    <a:pt x="968217" y="566830"/>
                  </a:lnTo>
                  <a:lnTo>
                    <a:pt x="970681" y="567141"/>
                  </a:lnTo>
                  <a:lnTo>
                    <a:pt x="973144" y="567455"/>
                  </a:lnTo>
                  <a:lnTo>
                    <a:pt x="975608" y="567762"/>
                  </a:lnTo>
                  <a:lnTo>
                    <a:pt x="978072" y="568057"/>
                  </a:lnTo>
                  <a:lnTo>
                    <a:pt x="980535" y="568336"/>
                  </a:lnTo>
                  <a:lnTo>
                    <a:pt x="982999" y="568593"/>
                  </a:lnTo>
                  <a:lnTo>
                    <a:pt x="985463" y="568828"/>
                  </a:lnTo>
                  <a:lnTo>
                    <a:pt x="987926" y="569039"/>
                  </a:lnTo>
                  <a:lnTo>
                    <a:pt x="990390" y="569224"/>
                  </a:lnTo>
                  <a:lnTo>
                    <a:pt x="992853" y="569383"/>
                  </a:lnTo>
                  <a:lnTo>
                    <a:pt x="995317" y="569517"/>
                  </a:lnTo>
                  <a:lnTo>
                    <a:pt x="997781" y="569629"/>
                  </a:lnTo>
                  <a:lnTo>
                    <a:pt x="1000244" y="569722"/>
                  </a:lnTo>
                  <a:lnTo>
                    <a:pt x="1002708" y="569796"/>
                  </a:lnTo>
                  <a:lnTo>
                    <a:pt x="1005172" y="569855"/>
                  </a:lnTo>
                  <a:lnTo>
                    <a:pt x="1007635" y="569900"/>
                  </a:lnTo>
                  <a:lnTo>
                    <a:pt x="1010099" y="569933"/>
                  </a:lnTo>
                  <a:lnTo>
                    <a:pt x="1012563" y="569954"/>
                  </a:lnTo>
                  <a:lnTo>
                    <a:pt x="1015026" y="569965"/>
                  </a:lnTo>
                  <a:lnTo>
                    <a:pt x="1017490" y="569967"/>
                  </a:lnTo>
                  <a:lnTo>
                    <a:pt x="1019954" y="569962"/>
                  </a:lnTo>
                  <a:lnTo>
                    <a:pt x="1022417" y="569948"/>
                  </a:lnTo>
                  <a:lnTo>
                    <a:pt x="1024881" y="569926"/>
                  </a:lnTo>
                  <a:lnTo>
                    <a:pt x="1027345" y="569895"/>
                  </a:lnTo>
                  <a:lnTo>
                    <a:pt x="1029808" y="569857"/>
                  </a:lnTo>
                  <a:lnTo>
                    <a:pt x="1032272" y="569809"/>
                  </a:lnTo>
                  <a:lnTo>
                    <a:pt x="1034736" y="569751"/>
                  </a:lnTo>
                  <a:lnTo>
                    <a:pt x="1037199" y="569683"/>
                  </a:lnTo>
                  <a:lnTo>
                    <a:pt x="1039663" y="569606"/>
                  </a:lnTo>
                  <a:lnTo>
                    <a:pt x="1042127" y="569519"/>
                  </a:lnTo>
                  <a:lnTo>
                    <a:pt x="1044590" y="569423"/>
                  </a:lnTo>
                  <a:lnTo>
                    <a:pt x="1047054" y="569320"/>
                  </a:lnTo>
                  <a:lnTo>
                    <a:pt x="1049518" y="569210"/>
                  </a:lnTo>
                  <a:lnTo>
                    <a:pt x="1051981" y="569094"/>
                  </a:lnTo>
                  <a:lnTo>
                    <a:pt x="1054445" y="568974"/>
                  </a:lnTo>
                  <a:lnTo>
                    <a:pt x="1056909" y="568853"/>
                  </a:lnTo>
                  <a:lnTo>
                    <a:pt x="1059372" y="568732"/>
                  </a:lnTo>
                  <a:lnTo>
                    <a:pt x="1061836" y="568614"/>
                  </a:lnTo>
                  <a:lnTo>
                    <a:pt x="1064300" y="568499"/>
                  </a:lnTo>
                  <a:lnTo>
                    <a:pt x="1066763" y="568389"/>
                  </a:lnTo>
                  <a:lnTo>
                    <a:pt x="1069227" y="568284"/>
                  </a:lnTo>
                  <a:lnTo>
                    <a:pt x="1071691" y="568184"/>
                  </a:lnTo>
                  <a:lnTo>
                    <a:pt x="1074154" y="568089"/>
                  </a:lnTo>
                  <a:lnTo>
                    <a:pt x="1076618" y="567997"/>
                  </a:lnTo>
                  <a:lnTo>
                    <a:pt x="1079082" y="567906"/>
                  </a:lnTo>
                  <a:lnTo>
                    <a:pt x="1081545" y="567812"/>
                  </a:lnTo>
                  <a:lnTo>
                    <a:pt x="1084009" y="567713"/>
                  </a:lnTo>
                  <a:lnTo>
                    <a:pt x="1086472" y="567605"/>
                  </a:lnTo>
                  <a:lnTo>
                    <a:pt x="1088936" y="567486"/>
                  </a:lnTo>
                  <a:lnTo>
                    <a:pt x="1091400" y="567353"/>
                  </a:lnTo>
                  <a:lnTo>
                    <a:pt x="1093863" y="567202"/>
                  </a:lnTo>
                  <a:lnTo>
                    <a:pt x="1096327" y="567032"/>
                  </a:lnTo>
                  <a:lnTo>
                    <a:pt x="1098791" y="566843"/>
                  </a:lnTo>
                  <a:lnTo>
                    <a:pt x="1101254" y="566636"/>
                  </a:lnTo>
                  <a:lnTo>
                    <a:pt x="1103718" y="566413"/>
                  </a:lnTo>
                  <a:lnTo>
                    <a:pt x="1106182" y="566177"/>
                  </a:lnTo>
                  <a:lnTo>
                    <a:pt x="1108645" y="565930"/>
                  </a:lnTo>
                  <a:lnTo>
                    <a:pt x="1111109" y="565675"/>
                  </a:lnTo>
                  <a:lnTo>
                    <a:pt x="1113573" y="565418"/>
                  </a:lnTo>
                  <a:lnTo>
                    <a:pt x="1116036" y="565164"/>
                  </a:lnTo>
                  <a:lnTo>
                    <a:pt x="1118500" y="564917"/>
                  </a:lnTo>
                  <a:lnTo>
                    <a:pt x="1120964" y="564681"/>
                  </a:lnTo>
                  <a:lnTo>
                    <a:pt x="1123427" y="564459"/>
                  </a:lnTo>
                  <a:lnTo>
                    <a:pt x="1125891" y="564256"/>
                  </a:lnTo>
                  <a:lnTo>
                    <a:pt x="1128355" y="564072"/>
                  </a:lnTo>
                  <a:lnTo>
                    <a:pt x="1130818" y="563910"/>
                  </a:lnTo>
                  <a:lnTo>
                    <a:pt x="1133282" y="563773"/>
                  </a:lnTo>
                  <a:lnTo>
                    <a:pt x="1135746" y="563661"/>
                  </a:lnTo>
                  <a:lnTo>
                    <a:pt x="1138209" y="563571"/>
                  </a:lnTo>
                  <a:lnTo>
                    <a:pt x="1140673" y="563501"/>
                  </a:lnTo>
                  <a:lnTo>
                    <a:pt x="1143137" y="563450"/>
                  </a:lnTo>
                  <a:lnTo>
                    <a:pt x="1145600" y="563415"/>
                  </a:lnTo>
                  <a:lnTo>
                    <a:pt x="1148064" y="563391"/>
                  </a:lnTo>
                  <a:lnTo>
                    <a:pt x="1150528" y="563374"/>
                  </a:lnTo>
                  <a:lnTo>
                    <a:pt x="1152991" y="563359"/>
                  </a:lnTo>
                  <a:lnTo>
                    <a:pt x="1155455" y="563339"/>
                  </a:lnTo>
                  <a:lnTo>
                    <a:pt x="1157919" y="563308"/>
                  </a:lnTo>
                  <a:lnTo>
                    <a:pt x="1160382" y="563259"/>
                  </a:lnTo>
                  <a:lnTo>
                    <a:pt x="1162846" y="563187"/>
                  </a:lnTo>
                  <a:lnTo>
                    <a:pt x="1165310" y="563087"/>
                  </a:lnTo>
                  <a:lnTo>
                    <a:pt x="1167773" y="562955"/>
                  </a:lnTo>
                  <a:lnTo>
                    <a:pt x="1170237" y="562788"/>
                  </a:lnTo>
                  <a:lnTo>
                    <a:pt x="1172701" y="562584"/>
                  </a:lnTo>
                  <a:lnTo>
                    <a:pt x="1175164" y="562337"/>
                  </a:lnTo>
                  <a:lnTo>
                    <a:pt x="1177628" y="562057"/>
                  </a:lnTo>
                  <a:lnTo>
                    <a:pt x="1180091" y="561746"/>
                  </a:lnTo>
                  <a:lnTo>
                    <a:pt x="1182555" y="561412"/>
                  </a:lnTo>
                  <a:lnTo>
                    <a:pt x="1185019" y="561059"/>
                  </a:lnTo>
                  <a:lnTo>
                    <a:pt x="1187482" y="560695"/>
                  </a:lnTo>
                  <a:lnTo>
                    <a:pt x="1189946" y="560328"/>
                  </a:lnTo>
                  <a:lnTo>
                    <a:pt x="1192410" y="559963"/>
                  </a:lnTo>
                  <a:lnTo>
                    <a:pt x="1194873" y="559609"/>
                  </a:lnTo>
                  <a:lnTo>
                    <a:pt x="1197337" y="559270"/>
                  </a:lnTo>
                  <a:lnTo>
                    <a:pt x="1199801" y="558945"/>
                  </a:lnTo>
                  <a:lnTo>
                    <a:pt x="1202264" y="558636"/>
                  </a:lnTo>
                  <a:lnTo>
                    <a:pt x="1204728" y="558339"/>
                  </a:lnTo>
                  <a:lnTo>
                    <a:pt x="1207192" y="558050"/>
                  </a:lnTo>
                  <a:lnTo>
                    <a:pt x="1209655" y="557763"/>
                  </a:lnTo>
                  <a:lnTo>
                    <a:pt x="1212119" y="557474"/>
                  </a:lnTo>
                  <a:lnTo>
                    <a:pt x="1214583" y="557173"/>
                  </a:lnTo>
                  <a:lnTo>
                    <a:pt x="1217046" y="556854"/>
                  </a:lnTo>
                  <a:lnTo>
                    <a:pt x="1219510" y="556515"/>
                  </a:lnTo>
                  <a:lnTo>
                    <a:pt x="1221974" y="556155"/>
                  </a:lnTo>
                  <a:lnTo>
                    <a:pt x="1224437" y="555777"/>
                  </a:lnTo>
                  <a:lnTo>
                    <a:pt x="1226901" y="555387"/>
                  </a:lnTo>
                  <a:lnTo>
                    <a:pt x="1229365" y="554993"/>
                  </a:lnTo>
                  <a:lnTo>
                    <a:pt x="1231828" y="554606"/>
                  </a:lnTo>
                  <a:lnTo>
                    <a:pt x="1234292" y="554247"/>
                  </a:lnTo>
                  <a:lnTo>
                    <a:pt x="1236756" y="553936"/>
                  </a:lnTo>
                  <a:lnTo>
                    <a:pt x="1239219" y="553690"/>
                  </a:lnTo>
                  <a:lnTo>
                    <a:pt x="1241683" y="553526"/>
                  </a:lnTo>
                  <a:lnTo>
                    <a:pt x="1244147" y="553461"/>
                  </a:lnTo>
                  <a:lnTo>
                    <a:pt x="1246610" y="553507"/>
                  </a:lnTo>
                  <a:lnTo>
                    <a:pt x="1249074" y="553677"/>
                  </a:lnTo>
                  <a:lnTo>
                    <a:pt x="1251538" y="553975"/>
                  </a:lnTo>
                  <a:lnTo>
                    <a:pt x="1254001" y="554411"/>
                  </a:lnTo>
                  <a:lnTo>
                    <a:pt x="1256465" y="554988"/>
                  </a:lnTo>
                  <a:lnTo>
                    <a:pt x="1258929" y="555680"/>
                  </a:lnTo>
                  <a:lnTo>
                    <a:pt x="1258929" y="570066"/>
                  </a:lnTo>
                  <a:lnTo>
                    <a:pt x="1256465" y="570066"/>
                  </a:lnTo>
                  <a:lnTo>
                    <a:pt x="1254001" y="570066"/>
                  </a:lnTo>
                  <a:lnTo>
                    <a:pt x="1251538" y="570066"/>
                  </a:lnTo>
                  <a:lnTo>
                    <a:pt x="1249074" y="570066"/>
                  </a:lnTo>
                  <a:lnTo>
                    <a:pt x="1246610" y="570066"/>
                  </a:lnTo>
                  <a:lnTo>
                    <a:pt x="1244147" y="570066"/>
                  </a:lnTo>
                  <a:lnTo>
                    <a:pt x="1241683" y="570066"/>
                  </a:lnTo>
                  <a:lnTo>
                    <a:pt x="1239219" y="570066"/>
                  </a:lnTo>
                  <a:lnTo>
                    <a:pt x="1236756" y="570066"/>
                  </a:lnTo>
                  <a:lnTo>
                    <a:pt x="1234292" y="570066"/>
                  </a:lnTo>
                  <a:lnTo>
                    <a:pt x="1231828" y="570066"/>
                  </a:lnTo>
                  <a:lnTo>
                    <a:pt x="1229365" y="570066"/>
                  </a:lnTo>
                  <a:lnTo>
                    <a:pt x="1226901" y="570066"/>
                  </a:lnTo>
                  <a:lnTo>
                    <a:pt x="1224437" y="570066"/>
                  </a:lnTo>
                  <a:lnTo>
                    <a:pt x="1221974" y="570066"/>
                  </a:lnTo>
                  <a:lnTo>
                    <a:pt x="1219510" y="570066"/>
                  </a:lnTo>
                  <a:lnTo>
                    <a:pt x="1217046" y="570066"/>
                  </a:lnTo>
                  <a:lnTo>
                    <a:pt x="1214583" y="570066"/>
                  </a:lnTo>
                  <a:lnTo>
                    <a:pt x="1212119" y="570066"/>
                  </a:lnTo>
                  <a:lnTo>
                    <a:pt x="1209655" y="570066"/>
                  </a:lnTo>
                  <a:lnTo>
                    <a:pt x="1207192" y="570066"/>
                  </a:lnTo>
                  <a:lnTo>
                    <a:pt x="1204728" y="570066"/>
                  </a:lnTo>
                  <a:lnTo>
                    <a:pt x="1202264" y="570066"/>
                  </a:lnTo>
                  <a:lnTo>
                    <a:pt x="1199801" y="570066"/>
                  </a:lnTo>
                  <a:lnTo>
                    <a:pt x="1197337" y="570066"/>
                  </a:lnTo>
                  <a:lnTo>
                    <a:pt x="1194873" y="570066"/>
                  </a:lnTo>
                  <a:lnTo>
                    <a:pt x="1192410" y="570066"/>
                  </a:lnTo>
                  <a:lnTo>
                    <a:pt x="1189946" y="570066"/>
                  </a:lnTo>
                  <a:lnTo>
                    <a:pt x="1187482" y="570066"/>
                  </a:lnTo>
                  <a:lnTo>
                    <a:pt x="1185019" y="570066"/>
                  </a:lnTo>
                  <a:lnTo>
                    <a:pt x="1182555" y="570066"/>
                  </a:lnTo>
                  <a:lnTo>
                    <a:pt x="1180091" y="570066"/>
                  </a:lnTo>
                  <a:lnTo>
                    <a:pt x="1177628" y="570066"/>
                  </a:lnTo>
                  <a:lnTo>
                    <a:pt x="1175164" y="570066"/>
                  </a:lnTo>
                  <a:lnTo>
                    <a:pt x="1172701" y="570066"/>
                  </a:lnTo>
                  <a:lnTo>
                    <a:pt x="1170237" y="570066"/>
                  </a:lnTo>
                  <a:lnTo>
                    <a:pt x="1167773" y="570066"/>
                  </a:lnTo>
                  <a:lnTo>
                    <a:pt x="1165310" y="570066"/>
                  </a:lnTo>
                  <a:lnTo>
                    <a:pt x="1162846" y="570066"/>
                  </a:lnTo>
                  <a:lnTo>
                    <a:pt x="1160382" y="570066"/>
                  </a:lnTo>
                  <a:lnTo>
                    <a:pt x="1157919" y="570066"/>
                  </a:lnTo>
                  <a:lnTo>
                    <a:pt x="1155455" y="570066"/>
                  </a:lnTo>
                  <a:lnTo>
                    <a:pt x="1152991" y="570066"/>
                  </a:lnTo>
                  <a:lnTo>
                    <a:pt x="1150528" y="570066"/>
                  </a:lnTo>
                  <a:lnTo>
                    <a:pt x="1148064" y="570066"/>
                  </a:lnTo>
                  <a:lnTo>
                    <a:pt x="1145600" y="570066"/>
                  </a:lnTo>
                  <a:lnTo>
                    <a:pt x="1143137" y="570066"/>
                  </a:lnTo>
                  <a:lnTo>
                    <a:pt x="1140673" y="570066"/>
                  </a:lnTo>
                  <a:lnTo>
                    <a:pt x="1138209" y="570066"/>
                  </a:lnTo>
                  <a:lnTo>
                    <a:pt x="1135746" y="570066"/>
                  </a:lnTo>
                  <a:lnTo>
                    <a:pt x="1133282" y="570066"/>
                  </a:lnTo>
                  <a:lnTo>
                    <a:pt x="1130818" y="570066"/>
                  </a:lnTo>
                  <a:lnTo>
                    <a:pt x="1128355" y="570066"/>
                  </a:lnTo>
                  <a:lnTo>
                    <a:pt x="1125891" y="570066"/>
                  </a:lnTo>
                  <a:lnTo>
                    <a:pt x="1123427" y="570066"/>
                  </a:lnTo>
                  <a:lnTo>
                    <a:pt x="1120964" y="570066"/>
                  </a:lnTo>
                  <a:lnTo>
                    <a:pt x="1118500" y="570066"/>
                  </a:lnTo>
                  <a:lnTo>
                    <a:pt x="1116036" y="570066"/>
                  </a:lnTo>
                  <a:lnTo>
                    <a:pt x="1113573" y="570066"/>
                  </a:lnTo>
                  <a:lnTo>
                    <a:pt x="1111109" y="570066"/>
                  </a:lnTo>
                  <a:lnTo>
                    <a:pt x="1108645" y="570066"/>
                  </a:lnTo>
                  <a:lnTo>
                    <a:pt x="1106182" y="570066"/>
                  </a:lnTo>
                  <a:lnTo>
                    <a:pt x="1103718" y="570066"/>
                  </a:lnTo>
                  <a:lnTo>
                    <a:pt x="1101254" y="570066"/>
                  </a:lnTo>
                  <a:lnTo>
                    <a:pt x="1098791" y="570066"/>
                  </a:lnTo>
                  <a:lnTo>
                    <a:pt x="1096327" y="570066"/>
                  </a:lnTo>
                  <a:lnTo>
                    <a:pt x="1093863" y="570066"/>
                  </a:lnTo>
                  <a:lnTo>
                    <a:pt x="1091400" y="570066"/>
                  </a:lnTo>
                  <a:lnTo>
                    <a:pt x="1088936" y="570066"/>
                  </a:lnTo>
                  <a:lnTo>
                    <a:pt x="1086472" y="570066"/>
                  </a:lnTo>
                  <a:lnTo>
                    <a:pt x="1084009" y="570066"/>
                  </a:lnTo>
                  <a:lnTo>
                    <a:pt x="1081545" y="570066"/>
                  </a:lnTo>
                  <a:lnTo>
                    <a:pt x="1079082" y="570066"/>
                  </a:lnTo>
                  <a:lnTo>
                    <a:pt x="1076618" y="570066"/>
                  </a:lnTo>
                  <a:lnTo>
                    <a:pt x="1074154" y="570066"/>
                  </a:lnTo>
                  <a:lnTo>
                    <a:pt x="1071691" y="570066"/>
                  </a:lnTo>
                  <a:lnTo>
                    <a:pt x="1069227" y="570066"/>
                  </a:lnTo>
                  <a:lnTo>
                    <a:pt x="1066763" y="570066"/>
                  </a:lnTo>
                  <a:lnTo>
                    <a:pt x="1064300" y="570066"/>
                  </a:lnTo>
                  <a:lnTo>
                    <a:pt x="1061836" y="570066"/>
                  </a:lnTo>
                  <a:lnTo>
                    <a:pt x="1059372" y="570066"/>
                  </a:lnTo>
                  <a:lnTo>
                    <a:pt x="1056909" y="570066"/>
                  </a:lnTo>
                  <a:lnTo>
                    <a:pt x="1054445" y="570066"/>
                  </a:lnTo>
                  <a:lnTo>
                    <a:pt x="1051981" y="570066"/>
                  </a:lnTo>
                  <a:lnTo>
                    <a:pt x="1049518" y="570066"/>
                  </a:lnTo>
                  <a:lnTo>
                    <a:pt x="1047054" y="570066"/>
                  </a:lnTo>
                  <a:lnTo>
                    <a:pt x="1044590" y="570066"/>
                  </a:lnTo>
                  <a:lnTo>
                    <a:pt x="1042127" y="570066"/>
                  </a:lnTo>
                  <a:lnTo>
                    <a:pt x="1039663" y="570066"/>
                  </a:lnTo>
                  <a:lnTo>
                    <a:pt x="1037199" y="570066"/>
                  </a:lnTo>
                  <a:lnTo>
                    <a:pt x="1034736" y="570066"/>
                  </a:lnTo>
                  <a:lnTo>
                    <a:pt x="1032272" y="570066"/>
                  </a:lnTo>
                  <a:lnTo>
                    <a:pt x="1029808" y="570066"/>
                  </a:lnTo>
                  <a:lnTo>
                    <a:pt x="1027345" y="570066"/>
                  </a:lnTo>
                  <a:lnTo>
                    <a:pt x="1024881" y="570066"/>
                  </a:lnTo>
                  <a:lnTo>
                    <a:pt x="1022417" y="570066"/>
                  </a:lnTo>
                  <a:lnTo>
                    <a:pt x="1019954" y="570066"/>
                  </a:lnTo>
                  <a:lnTo>
                    <a:pt x="1017490" y="570066"/>
                  </a:lnTo>
                  <a:lnTo>
                    <a:pt x="1015026" y="570066"/>
                  </a:lnTo>
                  <a:lnTo>
                    <a:pt x="1012563" y="570066"/>
                  </a:lnTo>
                  <a:lnTo>
                    <a:pt x="1010099" y="570066"/>
                  </a:lnTo>
                  <a:lnTo>
                    <a:pt x="1007635" y="570066"/>
                  </a:lnTo>
                  <a:lnTo>
                    <a:pt x="1005172" y="570066"/>
                  </a:lnTo>
                  <a:lnTo>
                    <a:pt x="1002708" y="570066"/>
                  </a:lnTo>
                  <a:lnTo>
                    <a:pt x="1000244" y="570066"/>
                  </a:lnTo>
                  <a:lnTo>
                    <a:pt x="997781" y="570066"/>
                  </a:lnTo>
                  <a:lnTo>
                    <a:pt x="995317" y="570066"/>
                  </a:lnTo>
                  <a:lnTo>
                    <a:pt x="992853" y="570066"/>
                  </a:lnTo>
                  <a:lnTo>
                    <a:pt x="990390" y="570066"/>
                  </a:lnTo>
                  <a:lnTo>
                    <a:pt x="987926" y="570066"/>
                  </a:lnTo>
                  <a:lnTo>
                    <a:pt x="985463" y="570066"/>
                  </a:lnTo>
                  <a:lnTo>
                    <a:pt x="982999" y="570066"/>
                  </a:lnTo>
                  <a:lnTo>
                    <a:pt x="980535" y="570066"/>
                  </a:lnTo>
                  <a:lnTo>
                    <a:pt x="978072" y="570066"/>
                  </a:lnTo>
                  <a:lnTo>
                    <a:pt x="975608" y="570066"/>
                  </a:lnTo>
                  <a:lnTo>
                    <a:pt x="973144" y="570066"/>
                  </a:lnTo>
                  <a:lnTo>
                    <a:pt x="970681" y="570066"/>
                  </a:lnTo>
                  <a:lnTo>
                    <a:pt x="968217" y="570066"/>
                  </a:lnTo>
                  <a:lnTo>
                    <a:pt x="965753" y="570066"/>
                  </a:lnTo>
                  <a:lnTo>
                    <a:pt x="963290" y="570066"/>
                  </a:lnTo>
                  <a:lnTo>
                    <a:pt x="960826" y="570066"/>
                  </a:lnTo>
                  <a:lnTo>
                    <a:pt x="958362" y="570066"/>
                  </a:lnTo>
                  <a:lnTo>
                    <a:pt x="955899" y="570066"/>
                  </a:lnTo>
                  <a:lnTo>
                    <a:pt x="953435" y="570066"/>
                  </a:lnTo>
                  <a:lnTo>
                    <a:pt x="950971" y="570066"/>
                  </a:lnTo>
                  <a:lnTo>
                    <a:pt x="948508" y="570066"/>
                  </a:lnTo>
                  <a:lnTo>
                    <a:pt x="946044" y="570066"/>
                  </a:lnTo>
                  <a:lnTo>
                    <a:pt x="943580" y="570066"/>
                  </a:lnTo>
                  <a:lnTo>
                    <a:pt x="941117" y="570066"/>
                  </a:lnTo>
                  <a:lnTo>
                    <a:pt x="938653" y="570066"/>
                  </a:lnTo>
                  <a:lnTo>
                    <a:pt x="936189" y="570066"/>
                  </a:lnTo>
                  <a:lnTo>
                    <a:pt x="933726" y="570066"/>
                  </a:lnTo>
                  <a:lnTo>
                    <a:pt x="931262" y="570066"/>
                  </a:lnTo>
                  <a:lnTo>
                    <a:pt x="928798" y="570066"/>
                  </a:lnTo>
                  <a:lnTo>
                    <a:pt x="926335" y="570066"/>
                  </a:lnTo>
                  <a:lnTo>
                    <a:pt x="923871" y="570066"/>
                  </a:lnTo>
                  <a:lnTo>
                    <a:pt x="921407" y="570066"/>
                  </a:lnTo>
                  <a:lnTo>
                    <a:pt x="918944" y="570066"/>
                  </a:lnTo>
                  <a:lnTo>
                    <a:pt x="916480" y="570066"/>
                  </a:lnTo>
                  <a:lnTo>
                    <a:pt x="914016" y="570066"/>
                  </a:lnTo>
                  <a:lnTo>
                    <a:pt x="911553" y="570066"/>
                  </a:lnTo>
                  <a:lnTo>
                    <a:pt x="909089" y="570066"/>
                  </a:lnTo>
                  <a:lnTo>
                    <a:pt x="906625" y="570066"/>
                  </a:lnTo>
                  <a:lnTo>
                    <a:pt x="904162" y="570066"/>
                  </a:lnTo>
                  <a:lnTo>
                    <a:pt x="901698" y="570066"/>
                  </a:lnTo>
                  <a:lnTo>
                    <a:pt x="899235" y="570066"/>
                  </a:lnTo>
                  <a:lnTo>
                    <a:pt x="896771" y="570066"/>
                  </a:lnTo>
                  <a:lnTo>
                    <a:pt x="894307" y="570066"/>
                  </a:lnTo>
                  <a:lnTo>
                    <a:pt x="891844" y="570066"/>
                  </a:lnTo>
                  <a:lnTo>
                    <a:pt x="889380" y="570066"/>
                  </a:lnTo>
                  <a:lnTo>
                    <a:pt x="886916" y="570066"/>
                  </a:lnTo>
                  <a:lnTo>
                    <a:pt x="884453" y="570066"/>
                  </a:lnTo>
                  <a:lnTo>
                    <a:pt x="881989" y="570066"/>
                  </a:lnTo>
                  <a:lnTo>
                    <a:pt x="879525" y="570066"/>
                  </a:lnTo>
                  <a:lnTo>
                    <a:pt x="877062" y="570066"/>
                  </a:lnTo>
                  <a:lnTo>
                    <a:pt x="874598" y="570066"/>
                  </a:lnTo>
                  <a:lnTo>
                    <a:pt x="872134" y="570066"/>
                  </a:lnTo>
                  <a:lnTo>
                    <a:pt x="869671" y="570066"/>
                  </a:lnTo>
                  <a:lnTo>
                    <a:pt x="867207" y="570066"/>
                  </a:lnTo>
                  <a:lnTo>
                    <a:pt x="864743" y="570066"/>
                  </a:lnTo>
                  <a:lnTo>
                    <a:pt x="862280" y="570066"/>
                  </a:lnTo>
                  <a:lnTo>
                    <a:pt x="859816" y="570066"/>
                  </a:lnTo>
                  <a:lnTo>
                    <a:pt x="857352" y="570066"/>
                  </a:lnTo>
                  <a:lnTo>
                    <a:pt x="854889" y="570066"/>
                  </a:lnTo>
                  <a:lnTo>
                    <a:pt x="852425" y="570066"/>
                  </a:lnTo>
                  <a:lnTo>
                    <a:pt x="849961" y="570066"/>
                  </a:lnTo>
                  <a:lnTo>
                    <a:pt x="847498" y="570066"/>
                  </a:lnTo>
                  <a:lnTo>
                    <a:pt x="845034" y="570066"/>
                  </a:lnTo>
                  <a:lnTo>
                    <a:pt x="842570" y="570066"/>
                  </a:lnTo>
                  <a:lnTo>
                    <a:pt x="840107" y="570066"/>
                  </a:lnTo>
                  <a:lnTo>
                    <a:pt x="837643" y="570066"/>
                  </a:lnTo>
                  <a:lnTo>
                    <a:pt x="835179" y="570066"/>
                  </a:lnTo>
                  <a:lnTo>
                    <a:pt x="832716" y="570066"/>
                  </a:lnTo>
                  <a:lnTo>
                    <a:pt x="830252" y="570066"/>
                  </a:lnTo>
                  <a:lnTo>
                    <a:pt x="827788" y="570066"/>
                  </a:lnTo>
                  <a:lnTo>
                    <a:pt x="825325" y="570066"/>
                  </a:lnTo>
                  <a:lnTo>
                    <a:pt x="822861" y="570066"/>
                  </a:lnTo>
                  <a:lnTo>
                    <a:pt x="820397" y="570066"/>
                  </a:lnTo>
                  <a:lnTo>
                    <a:pt x="817934" y="570066"/>
                  </a:lnTo>
                  <a:lnTo>
                    <a:pt x="815470" y="570066"/>
                  </a:lnTo>
                  <a:lnTo>
                    <a:pt x="813006" y="570066"/>
                  </a:lnTo>
                  <a:lnTo>
                    <a:pt x="810543" y="570066"/>
                  </a:lnTo>
                  <a:lnTo>
                    <a:pt x="808079" y="570066"/>
                  </a:lnTo>
                  <a:lnTo>
                    <a:pt x="805616" y="570066"/>
                  </a:lnTo>
                  <a:lnTo>
                    <a:pt x="803152" y="570066"/>
                  </a:lnTo>
                  <a:lnTo>
                    <a:pt x="800688" y="570066"/>
                  </a:lnTo>
                  <a:lnTo>
                    <a:pt x="798225" y="570066"/>
                  </a:lnTo>
                  <a:lnTo>
                    <a:pt x="795761" y="570066"/>
                  </a:lnTo>
                  <a:lnTo>
                    <a:pt x="793297" y="570066"/>
                  </a:lnTo>
                  <a:lnTo>
                    <a:pt x="790834" y="570066"/>
                  </a:lnTo>
                  <a:lnTo>
                    <a:pt x="788370" y="570066"/>
                  </a:lnTo>
                  <a:lnTo>
                    <a:pt x="785906" y="570066"/>
                  </a:lnTo>
                  <a:lnTo>
                    <a:pt x="783443" y="570066"/>
                  </a:lnTo>
                  <a:lnTo>
                    <a:pt x="780979" y="570066"/>
                  </a:lnTo>
                  <a:lnTo>
                    <a:pt x="778515" y="570066"/>
                  </a:lnTo>
                  <a:lnTo>
                    <a:pt x="776052" y="570066"/>
                  </a:lnTo>
                  <a:lnTo>
                    <a:pt x="773588" y="570066"/>
                  </a:lnTo>
                  <a:lnTo>
                    <a:pt x="771124" y="570066"/>
                  </a:lnTo>
                  <a:lnTo>
                    <a:pt x="768661" y="570066"/>
                  </a:lnTo>
                  <a:lnTo>
                    <a:pt x="766197" y="570066"/>
                  </a:lnTo>
                  <a:lnTo>
                    <a:pt x="763733" y="570066"/>
                  </a:lnTo>
                  <a:lnTo>
                    <a:pt x="761270" y="570066"/>
                  </a:lnTo>
                  <a:lnTo>
                    <a:pt x="758806" y="570066"/>
                  </a:lnTo>
                  <a:lnTo>
                    <a:pt x="756342" y="570066"/>
                  </a:lnTo>
                  <a:lnTo>
                    <a:pt x="753879" y="570066"/>
                  </a:lnTo>
                  <a:lnTo>
                    <a:pt x="751415" y="570066"/>
                  </a:lnTo>
                  <a:lnTo>
                    <a:pt x="748951" y="570066"/>
                  </a:lnTo>
                  <a:lnTo>
                    <a:pt x="746488" y="570066"/>
                  </a:lnTo>
                  <a:lnTo>
                    <a:pt x="744024" y="570066"/>
                  </a:lnTo>
                  <a:lnTo>
                    <a:pt x="741560" y="570066"/>
                  </a:lnTo>
                  <a:lnTo>
                    <a:pt x="739097" y="570066"/>
                  </a:lnTo>
                  <a:lnTo>
                    <a:pt x="736633" y="570066"/>
                  </a:lnTo>
                  <a:lnTo>
                    <a:pt x="734169" y="570066"/>
                  </a:lnTo>
                  <a:lnTo>
                    <a:pt x="731706" y="570066"/>
                  </a:lnTo>
                  <a:lnTo>
                    <a:pt x="729242" y="570066"/>
                  </a:lnTo>
                  <a:lnTo>
                    <a:pt x="726778" y="570066"/>
                  </a:lnTo>
                  <a:lnTo>
                    <a:pt x="724315" y="570066"/>
                  </a:lnTo>
                  <a:lnTo>
                    <a:pt x="721851" y="570066"/>
                  </a:lnTo>
                  <a:lnTo>
                    <a:pt x="719388" y="570066"/>
                  </a:lnTo>
                  <a:lnTo>
                    <a:pt x="716924" y="570066"/>
                  </a:lnTo>
                  <a:lnTo>
                    <a:pt x="714460" y="570066"/>
                  </a:lnTo>
                  <a:lnTo>
                    <a:pt x="711997" y="570066"/>
                  </a:lnTo>
                  <a:lnTo>
                    <a:pt x="709533" y="570066"/>
                  </a:lnTo>
                  <a:lnTo>
                    <a:pt x="707069" y="570066"/>
                  </a:lnTo>
                  <a:lnTo>
                    <a:pt x="704606" y="570066"/>
                  </a:lnTo>
                  <a:lnTo>
                    <a:pt x="702142" y="570066"/>
                  </a:lnTo>
                  <a:lnTo>
                    <a:pt x="699678" y="570066"/>
                  </a:lnTo>
                  <a:lnTo>
                    <a:pt x="697215" y="570066"/>
                  </a:lnTo>
                  <a:lnTo>
                    <a:pt x="694751" y="570066"/>
                  </a:lnTo>
                  <a:lnTo>
                    <a:pt x="692287" y="570066"/>
                  </a:lnTo>
                  <a:lnTo>
                    <a:pt x="689824" y="570066"/>
                  </a:lnTo>
                  <a:lnTo>
                    <a:pt x="687360" y="570066"/>
                  </a:lnTo>
                  <a:lnTo>
                    <a:pt x="684896" y="570066"/>
                  </a:lnTo>
                  <a:lnTo>
                    <a:pt x="682433" y="570066"/>
                  </a:lnTo>
                  <a:lnTo>
                    <a:pt x="679969" y="570066"/>
                  </a:lnTo>
                  <a:lnTo>
                    <a:pt x="677505" y="570066"/>
                  </a:lnTo>
                  <a:lnTo>
                    <a:pt x="675042" y="570066"/>
                  </a:lnTo>
                  <a:lnTo>
                    <a:pt x="672578" y="570066"/>
                  </a:lnTo>
                  <a:lnTo>
                    <a:pt x="670114" y="570066"/>
                  </a:lnTo>
                  <a:lnTo>
                    <a:pt x="667651" y="570066"/>
                  </a:lnTo>
                  <a:lnTo>
                    <a:pt x="665187" y="570066"/>
                  </a:lnTo>
                  <a:lnTo>
                    <a:pt x="662723" y="570066"/>
                  </a:lnTo>
                  <a:lnTo>
                    <a:pt x="660260" y="570066"/>
                  </a:lnTo>
                  <a:lnTo>
                    <a:pt x="657796" y="570066"/>
                  </a:lnTo>
                  <a:lnTo>
                    <a:pt x="655332" y="570066"/>
                  </a:lnTo>
                  <a:lnTo>
                    <a:pt x="652869" y="570066"/>
                  </a:lnTo>
                  <a:lnTo>
                    <a:pt x="650405" y="570066"/>
                  </a:lnTo>
                  <a:lnTo>
                    <a:pt x="647941" y="570066"/>
                  </a:lnTo>
                  <a:lnTo>
                    <a:pt x="645478" y="570066"/>
                  </a:lnTo>
                  <a:lnTo>
                    <a:pt x="643014" y="570066"/>
                  </a:lnTo>
                  <a:lnTo>
                    <a:pt x="640550" y="570066"/>
                  </a:lnTo>
                  <a:lnTo>
                    <a:pt x="638087" y="570066"/>
                  </a:lnTo>
                  <a:lnTo>
                    <a:pt x="635623" y="570066"/>
                  </a:lnTo>
                  <a:lnTo>
                    <a:pt x="633159" y="570066"/>
                  </a:lnTo>
                  <a:lnTo>
                    <a:pt x="630696" y="570066"/>
                  </a:lnTo>
                  <a:lnTo>
                    <a:pt x="628232" y="570066"/>
                  </a:lnTo>
                  <a:lnTo>
                    <a:pt x="625769" y="570066"/>
                  </a:lnTo>
                  <a:lnTo>
                    <a:pt x="623305" y="570066"/>
                  </a:lnTo>
                  <a:lnTo>
                    <a:pt x="620841" y="570066"/>
                  </a:lnTo>
                  <a:lnTo>
                    <a:pt x="618378" y="570066"/>
                  </a:lnTo>
                  <a:lnTo>
                    <a:pt x="615914" y="570066"/>
                  </a:lnTo>
                  <a:lnTo>
                    <a:pt x="613450" y="570066"/>
                  </a:lnTo>
                  <a:lnTo>
                    <a:pt x="610987" y="570066"/>
                  </a:lnTo>
                  <a:lnTo>
                    <a:pt x="608523" y="570066"/>
                  </a:lnTo>
                  <a:lnTo>
                    <a:pt x="606059" y="570066"/>
                  </a:lnTo>
                  <a:lnTo>
                    <a:pt x="603596" y="570066"/>
                  </a:lnTo>
                  <a:lnTo>
                    <a:pt x="601132" y="570066"/>
                  </a:lnTo>
                  <a:lnTo>
                    <a:pt x="598668" y="570066"/>
                  </a:lnTo>
                  <a:lnTo>
                    <a:pt x="596205" y="570066"/>
                  </a:lnTo>
                  <a:lnTo>
                    <a:pt x="593741" y="570066"/>
                  </a:lnTo>
                  <a:lnTo>
                    <a:pt x="591277" y="570066"/>
                  </a:lnTo>
                  <a:lnTo>
                    <a:pt x="588814" y="570066"/>
                  </a:lnTo>
                  <a:lnTo>
                    <a:pt x="586350" y="570066"/>
                  </a:lnTo>
                  <a:lnTo>
                    <a:pt x="583886" y="570066"/>
                  </a:lnTo>
                  <a:lnTo>
                    <a:pt x="581423" y="570066"/>
                  </a:lnTo>
                  <a:lnTo>
                    <a:pt x="578959" y="570066"/>
                  </a:lnTo>
                  <a:lnTo>
                    <a:pt x="576495" y="570066"/>
                  </a:lnTo>
                  <a:lnTo>
                    <a:pt x="574032" y="570066"/>
                  </a:lnTo>
                  <a:lnTo>
                    <a:pt x="571568" y="570066"/>
                  </a:lnTo>
                  <a:lnTo>
                    <a:pt x="569104" y="570066"/>
                  </a:lnTo>
                  <a:lnTo>
                    <a:pt x="566641" y="570066"/>
                  </a:lnTo>
                  <a:lnTo>
                    <a:pt x="564177" y="570066"/>
                  </a:lnTo>
                  <a:lnTo>
                    <a:pt x="561713" y="570066"/>
                  </a:lnTo>
                  <a:lnTo>
                    <a:pt x="559250" y="570066"/>
                  </a:lnTo>
                  <a:lnTo>
                    <a:pt x="556786" y="570066"/>
                  </a:lnTo>
                  <a:lnTo>
                    <a:pt x="554322" y="570066"/>
                  </a:lnTo>
                  <a:lnTo>
                    <a:pt x="551859" y="570066"/>
                  </a:lnTo>
                  <a:lnTo>
                    <a:pt x="549395" y="570066"/>
                  </a:lnTo>
                  <a:lnTo>
                    <a:pt x="546931" y="570066"/>
                  </a:lnTo>
                  <a:lnTo>
                    <a:pt x="544468" y="570066"/>
                  </a:lnTo>
                  <a:lnTo>
                    <a:pt x="542004" y="570066"/>
                  </a:lnTo>
                  <a:lnTo>
                    <a:pt x="539541" y="570066"/>
                  </a:lnTo>
                  <a:lnTo>
                    <a:pt x="537077" y="570066"/>
                  </a:lnTo>
                  <a:lnTo>
                    <a:pt x="534613" y="570066"/>
                  </a:lnTo>
                  <a:lnTo>
                    <a:pt x="532150" y="570066"/>
                  </a:lnTo>
                  <a:lnTo>
                    <a:pt x="529686" y="570066"/>
                  </a:lnTo>
                  <a:lnTo>
                    <a:pt x="527222" y="570066"/>
                  </a:lnTo>
                  <a:lnTo>
                    <a:pt x="524759" y="570066"/>
                  </a:lnTo>
                  <a:lnTo>
                    <a:pt x="522295" y="570066"/>
                  </a:lnTo>
                  <a:lnTo>
                    <a:pt x="519831" y="570066"/>
                  </a:lnTo>
                  <a:lnTo>
                    <a:pt x="517368" y="570066"/>
                  </a:lnTo>
                  <a:lnTo>
                    <a:pt x="514904" y="570066"/>
                  </a:lnTo>
                  <a:lnTo>
                    <a:pt x="512440" y="570066"/>
                  </a:lnTo>
                  <a:lnTo>
                    <a:pt x="509977" y="570066"/>
                  </a:lnTo>
                  <a:lnTo>
                    <a:pt x="507513" y="570066"/>
                  </a:lnTo>
                  <a:lnTo>
                    <a:pt x="505049" y="570066"/>
                  </a:lnTo>
                  <a:lnTo>
                    <a:pt x="502586" y="570066"/>
                  </a:lnTo>
                  <a:lnTo>
                    <a:pt x="500122" y="570066"/>
                  </a:lnTo>
                  <a:lnTo>
                    <a:pt x="497658" y="570066"/>
                  </a:lnTo>
                  <a:lnTo>
                    <a:pt x="495195" y="570066"/>
                  </a:lnTo>
                  <a:lnTo>
                    <a:pt x="492731" y="570066"/>
                  </a:lnTo>
                  <a:lnTo>
                    <a:pt x="490267" y="570066"/>
                  </a:lnTo>
                  <a:lnTo>
                    <a:pt x="487804" y="570066"/>
                  </a:lnTo>
                  <a:lnTo>
                    <a:pt x="485340" y="570066"/>
                  </a:lnTo>
                  <a:lnTo>
                    <a:pt x="482876" y="570066"/>
                  </a:lnTo>
                  <a:lnTo>
                    <a:pt x="480413" y="570066"/>
                  </a:lnTo>
                  <a:lnTo>
                    <a:pt x="477949" y="570066"/>
                  </a:lnTo>
                  <a:lnTo>
                    <a:pt x="475485" y="570066"/>
                  </a:lnTo>
                  <a:lnTo>
                    <a:pt x="473022" y="570066"/>
                  </a:lnTo>
                  <a:lnTo>
                    <a:pt x="470558" y="570066"/>
                  </a:lnTo>
                  <a:lnTo>
                    <a:pt x="468094" y="570066"/>
                  </a:lnTo>
                  <a:lnTo>
                    <a:pt x="465631" y="570066"/>
                  </a:lnTo>
                  <a:lnTo>
                    <a:pt x="463167" y="570066"/>
                  </a:lnTo>
                  <a:lnTo>
                    <a:pt x="460703" y="570066"/>
                  </a:lnTo>
                  <a:lnTo>
                    <a:pt x="458240" y="570066"/>
                  </a:lnTo>
                  <a:lnTo>
                    <a:pt x="455776" y="570066"/>
                  </a:lnTo>
                  <a:lnTo>
                    <a:pt x="453312" y="570066"/>
                  </a:lnTo>
                  <a:lnTo>
                    <a:pt x="450849" y="570066"/>
                  </a:lnTo>
                  <a:lnTo>
                    <a:pt x="448385" y="570066"/>
                  </a:lnTo>
                  <a:lnTo>
                    <a:pt x="445922" y="570066"/>
                  </a:lnTo>
                  <a:lnTo>
                    <a:pt x="443458" y="570066"/>
                  </a:lnTo>
                  <a:lnTo>
                    <a:pt x="440994" y="570066"/>
                  </a:lnTo>
                  <a:lnTo>
                    <a:pt x="438531" y="570066"/>
                  </a:lnTo>
                  <a:lnTo>
                    <a:pt x="436067" y="570066"/>
                  </a:lnTo>
                  <a:lnTo>
                    <a:pt x="433603" y="570066"/>
                  </a:lnTo>
                  <a:lnTo>
                    <a:pt x="431140" y="570066"/>
                  </a:lnTo>
                  <a:lnTo>
                    <a:pt x="428676" y="570066"/>
                  </a:lnTo>
                  <a:lnTo>
                    <a:pt x="426212" y="570066"/>
                  </a:lnTo>
                  <a:lnTo>
                    <a:pt x="423749" y="570066"/>
                  </a:lnTo>
                  <a:lnTo>
                    <a:pt x="421285" y="570066"/>
                  </a:lnTo>
                  <a:lnTo>
                    <a:pt x="418821" y="570066"/>
                  </a:lnTo>
                  <a:lnTo>
                    <a:pt x="416358" y="570066"/>
                  </a:lnTo>
                  <a:lnTo>
                    <a:pt x="413894" y="570066"/>
                  </a:lnTo>
                  <a:lnTo>
                    <a:pt x="411430" y="570066"/>
                  </a:lnTo>
                  <a:lnTo>
                    <a:pt x="408967" y="570066"/>
                  </a:lnTo>
                  <a:lnTo>
                    <a:pt x="406503" y="570066"/>
                  </a:lnTo>
                  <a:lnTo>
                    <a:pt x="404039" y="570066"/>
                  </a:lnTo>
                  <a:lnTo>
                    <a:pt x="401576" y="570066"/>
                  </a:lnTo>
                  <a:lnTo>
                    <a:pt x="399112" y="570066"/>
                  </a:lnTo>
                  <a:lnTo>
                    <a:pt x="396648" y="570066"/>
                  </a:lnTo>
                  <a:lnTo>
                    <a:pt x="394185" y="570066"/>
                  </a:lnTo>
                  <a:lnTo>
                    <a:pt x="391721" y="570066"/>
                  </a:lnTo>
                  <a:lnTo>
                    <a:pt x="389257" y="570066"/>
                  </a:lnTo>
                  <a:lnTo>
                    <a:pt x="386794" y="570066"/>
                  </a:lnTo>
                  <a:lnTo>
                    <a:pt x="384330" y="570066"/>
                  </a:lnTo>
                  <a:lnTo>
                    <a:pt x="381866" y="570066"/>
                  </a:lnTo>
                  <a:lnTo>
                    <a:pt x="379403" y="570066"/>
                  </a:lnTo>
                  <a:lnTo>
                    <a:pt x="376939" y="570066"/>
                  </a:lnTo>
                  <a:lnTo>
                    <a:pt x="374475" y="570066"/>
                  </a:lnTo>
                  <a:lnTo>
                    <a:pt x="372012" y="570066"/>
                  </a:lnTo>
                  <a:lnTo>
                    <a:pt x="369548" y="570066"/>
                  </a:lnTo>
                  <a:lnTo>
                    <a:pt x="367084" y="570066"/>
                  </a:lnTo>
                  <a:lnTo>
                    <a:pt x="364621" y="570066"/>
                  </a:lnTo>
                  <a:lnTo>
                    <a:pt x="362157" y="570066"/>
                  </a:lnTo>
                  <a:lnTo>
                    <a:pt x="359694" y="570066"/>
                  </a:lnTo>
                  <a:lnTo>
                    <a:pt x="357230" y="570066"/>
                  </a:lnTo>
                  <a:lnTo>
                    <a:pt x="354766" y="570066"/>
                  </a:lnTo>
                  <a:lnTo>
                    <a:pt x="352303" y="570066"/>
                  </a:lnTo>
                  <a:lnTo>
                    <a:pt x="349839" y="570066"/>
                  </a:lnTo>
                  <a:lnTo>
                    <a:pt x="347375" y="570066"/>
                  </a:lnTo>
                  <a:lnTo>
                    <a:pt x="344912" y="570066"/>
                  </a:lnTo>
                  <a:lnTo>
                    <a:pt x="342448" y="570066"/>
                  </a:lnTo>
                  <a:lnTo>
                    <a:pt x="339984" y="570066"/>
                  </a:lnTo>
                  <a:lnTo>
                    <a:pt x="337521" y="570066"/>
                  </a:lnTo>
                  <a:lnTo>
                    <a:pt x="335057" y="570066"/>
                  </a:lnTo>
                  <a:lnTo>
                    <a:pt x="332593" y="570066"/>
                  </a:lnTo>
                  <a:lnTo>
                    <a:pt x="330130" y="570066"/>
                  </a:lnTo>
                  <a:lnTo>
                    <a:pt x="327666" y="570066"/>
                  </a:lnTo>
                  <a:lnTo>
                    <a:pt x="325202" y="570066"/>
                  </a:lnTo>
                  <a:lnTo>
                    <a:pt x="322739" y="570066"/>
                  </a:lnTo>
                  <a:lnTo>
                    <a:pt x="320275" y="570066"/>
                  </a:lnTo>
                  <a:lnTo>
                    <a:pt x="317811" y="570066"/>
                  </a:lnTo>
                  <a:lnTo>
                    <a:pt x="315348" y="570066"/>
                  </a:lnTo>
                  <a:lnTo>
                    <a:pt x="312884" y="570066"/>
                  </a:lnTo>
                  <a:lnTo>
                    <a:pt x="310420" y="570066"/>
                  </a:lnTo>
                  <a:lnTo>
                    <a:pt x="307957" y="570066"/>
                  </a:lnTo>
                  <a:lnTo>
                    <a:pt x="305493" y="570066"/>
                  </a:lnTo>
                  <a:lnTo>
                    <a:pt x="303029" y="570066"/>
                  </a:lnTo>
                  <a:lnTo>
                    <a:pt x="300566" y="570066"/>
                  </a:lnTo>
                  <a:lnTo>
                    <a:pt x="298102" y="570066"/>
                  </a:lnTo>
                  <a:lnTo>
                    <a:pt x="295638" y="570066"/>
                  </a:lnTo>
                  <a:lnTo>
                    <a:pt x="293175" y="570066"/>
                  </a:lnTo>
                  <a:lnTo>
                    <a:pt x="290711" y="570066"/>
                  </a:lnTo>
                  <a:lnTo>
                    <a:pt x="288247" y="570066"/>
                  </a:lnTo>
                  <a:lnTo>
                    <a:pt x="285784" y="570066"/>
                  </a:lnTo>
                  <a:lnTo>
                    <a:pt x="283320" y="570066"/>
                  </a:lnTo>
                  <a:lnTo>
                    <a:pt x="280856" y="570066"/>
                  </a:lnTo>
                  <a:lnTo>
                    <a:pt x="278393" y="570066"/>
                  </a:lnTo>
                  <a:lnTo>
                    <a:pt x="275929" y="570066"/>
                  </a:lnTo>
                  <a:lnTo>
                    <a:pt x="273465" y="570066"/>
                  </a:lnTo>
                  <a:lnTo>
                    <a:pt x="271002" y="570066"/>
                  </a:lnTo>
                  <a:lnTo>
                    <a:pt x="268538" y="570066"/>
                  </a:lnTo>
                  <a:lnTo>
                    <a:pt x="266075" y="570066"/>
                  </a:lnTo>
                  <a:lnTo>
                    <a:pt x="263611" y="570066"/>
                  </a:lnTo>
                  <a:lnTo>
                    <a:pt x="261147" y="570066"/>
                  </a:lnTo>
                  <a:lnTo>
                    <a:pt x="258684" y="570066"/>
                  </a:lnTo>
                  <a:lnTo>
                    <a:pt x="256220" y="570066"/>
                  </a:lnTo>
                  <a:lnTo>
                    <a:pt x="253756" y="570066"/>
                  </a:lnTo>
                  <a:lnTo>
                    <a:pt x="251293" y="570066"/>
                  </a:lnTo>
                  <a:lnTo>
                    <a:pt x="248829" y="570066"/>
                  </a:lnTo>
                  <a:lnTo>
                    <a:pt x="246365" y="570066"/>
                  </a:lnTo>
                  <a:lnTo>
                    <a:pt x="243902" y="570066"/>
                  </a:lnTo>
                  <a:lnTo>
                    <a:pt x="241438" y="570066"/>
                  </a:lnTo>
                  <a:lnTo>
                    <a:pt x="238974" y="570066"/>
                  </a:lnTo>
                  <a:lnTo>
                    <a:pt x="236511" y="570066"/>
                  </a:lnTo>
                  <a:lnTo>
                    <a:pt x="234047" y="570066"/>
                  </a:lnTo>
                  <a:lnTo>
                    <a:pt x="231583" y="570066"/>
                  </a:lnTo>
                  <a:lnTo>
                    <a:pt x="229120" y="570066"/>
                  </a:lnTo>
                  <a:lnTo>
                    <a:pt x="226656" y="570066"/>
                  </a:lnTo>
                  <a:lnTo>
                    <a:pt x="224192" y="570066"/>
                  </a:lnTo>
                  <a:lnTo>
                    <a:pt x="221729" y="570066"/>
                  </a:lnTo>
                  <a:lnTo>
                    <a:pt x="219265" y="570066"/>
                  </a:lnTo>
                  <a:lnTo>
                    <a:pt x="216801" y="570066"/>
                  </a:lnTo>
                  <a:lnTo>
                    <a:pt x="214338" y="570066"/>
                  </a:lnTo>
                  <a:lnTo>
                    <a:pt x="211874" y="570066"/>
                  </a:lnTo>
                  <a:lnTo>
                    <a:pt x="209410" y="570066"/>
                  </a:lnTo>
                  <a:lnTo>
                    <a:pt x="206947" y="570066"/>
                  </a:lnTo>
                  <a:lnTo>
                    <a:pt x="204483" y="570066"/>
                  </a:lnTo>
                  <a:lnTo>
                    <a:pt x="202019" y="570066"/>
                  </a:lnTo>
                  <a:lnTo>
                    <a:pt x="199556" y="570066"/>
                  </a:lnTo>
                  <a:lnTo>
                    <a:pt x="197092" y="570066"/>
                  </a:lnTo>
                  <a:lnTo>
                    <a:pt x="194628" y="570066"/>
                  </a:lnTo>
                  <a:lnTo>
                    <a:pt x="192165" y="570066"/>
                  </a:lnTo>
                  <a:lnTo>
                    <a:pt x="189701" y="570066"/>
                  </a:lnTo>
                  <a:lnTo>
                    <a:pt x="187237" y="570066"/>
                  </a:lnTo>
                  <a:lnTo>
                    <a:pt x="184774" y="570066"/>
                  </a:lnTo>
                  <a:lnTo>
                    <a:pt x="182310" y="570066"/>
                  </a:lnTo>
                  <a:lnTo>
                    <a:pt x="179847" y="570066"/>
                  </a:lnTo>
                  <a:lnTo>
                    <a:pt x="177383" y="570066"/>
                  </a:lnTo>
                  <a:lnTo>
                    <a:pt x="174919" y="570066"/>
                  </a:lnTo>
                  <a:lnTo>
                    <a:pt x="172456" y="570066"/>
                  </a:lnTo>
                  <a:lnTo>
                    <a:pt x="169992" y="570066"/>
                  </a:lnTo>
                  <a:lnTo>
                    <a:pt x="167528" y="570066"/>
                  </a:lnTo>
                  <a:lnTo>
                    <a:pt x="165065" y="570066"/>
                  </a:lnTo>
                  <a:lnTo>
                    <a:pt x="162601" y="570066"/>
                  </a:lnTo>
                  <a:lnTo>
                    <a:pt x="160137" y="570066"/>
                  </a:lnTo>
                  <a:lnTo>
                    <a:pt x="157674" y="570066"/>
                  </a:lnTo>
                  <a:lnTo>
                    <a:pt x="155210" y="570066"/>
                  </a:lnTo>
                  <a:lnTo>
                    <a:pt x="152746" y="570066"/>
                  </a:lnTo>
                  <a:lnTo>
                    <a:pt x="150283" y="570066"/>
                  </a:lnTo>
                  <a:lnTo>
                    <a:pt x="147819" y="570066"/>
                  </a:lnTo>
                  <a:lnTo>
                    <a:pt x="145355" y="570066"/>
                  </a:lnTo>
                  <a:lnTo>
                    <a:pt x="142892" y="570066"/>
                  </a:lnTo>
                  <a:lnTo>
                    <a:pt x="140428" y="570066"/>
                  </a:lnTo>
                  <a:lnTo>
                    <a:pt x="137964" y="570066"/>
                  </a:lnTo>
                  <a:lnTo>
                    <a:pt x="135501" y="570066"/>
                  </a:lnTo>
                  <a:lnTo>
                    <a:pt x="133037" y="570066"/>
                  </a:lnTo>
                  <a:lnTo>
                    <a:pt x="130573" y="570066"/>
                  </a:lnTo>
                  <a:lnTo>
                    <a:pt x="128110" y="570066"/>
                  </a:lnTo>
                  <a:lnTo>
                    <a:pt x="125646" y="570066"/>
                  </a:lnTo>
                  <a:lnTo>
                    <a:pt x="123182" y="570066"/>
                  </a:lnTo>
                  <a:lnTo>
                    <a:pt x="120719" y="570066"/>
                  </a:lnTo>
                  <a:lnTo>
                    <a:pt x="118255" y="570066"/>
                  </a:lnTo>
                  <a:lnTo>
                    <a:pt x="115791" y="570066"/>
                  </a:lnTo>
                  <a:lnTo>
                    <a:pt x="113328" y="570066"/>
                  </a:lnTo>
                  <a:lnTo>
                    <a:pt x="110864" y="570066"/>
                  </a:lnTo>
                  <a:lnTo>
                    <a:pt x="108400" y="570066"/>
                  </a:lnTo>
                  <a:lnTo>
                    <a:pt x="105937" y="570066"/>
                  </a:lnTo>
                  <a:lnTo>
                    <a:pt x="103473" y="570066"/>
                  </a:lnTo>
                  <a:lnTo>
                    <a:pt x="101009" y="570066"/>
                  </a:lnTo>
                  <a:lnTo>
                    <a:pt x="98546" y="570066"/>
                  </a:lnTo>
                  <a:lnTo>
                    <a:pt x="96082" y="570066"/>
                  </a:lnTo>
                  <a:lnTo>
                    <a:pt x="93618" y="570066"/>
                  </a:lnTo>
                  <a:lnTo>
                    <a:pt x="91155" y="570066"/>
                  </a:lnTo>
                  <a:lnTo>
                    <a:pt x="88691" y="570066"/>
                  </a:lnTo>
                  <a:lnTo>
                    <a:pt x="86228" y="570066"/>
                  </a:lnTo>
                  <a:lnTo>
                    <a:pt x="83764" y="570066"/>
                  </a:lnTo>
                  <a:lnTo>
                    <a:pt x="81300" y="570066"/>
                  </a:lnTo>
                  <a:lnTo>
                    <a:pt x="78837" y="570066"/>
                  </a:lnTo>
                  <a:lnTo>
                    <a:pt x="76373" y="570066"/>
                  </a:lnTo>
                  <a:lnTo>
                    <a:pt x="73909" y="570066"/>
                  </a:lnTo>
                  <a:lnTo>
                    <a:pt x="71446" y="570066"/>
                  </a:lnTo>
                  <a:lnTo>
                    <a:pt x="68982" y="570066"/>
                  </a:lnTo>
                  <a:lnTo>
                    <a:pt x="66518" y="570066"/>
                  </a:lnTo>
                  <a:lnTo>
                    <a:pt x="64055" y="570066"/>
                  </a:lnTo>
                  <a:lnTo>
                    <a:pt x="61591" y="570066"/>
                  </a:lnTo>
                  <a:lnTo>
                    <a:pt x="59127" y="570066"/>
                  </a:lnTo>
                  <a:lnTo>
                    <a:pt x="56664" y="570066"/>
                  </a:lnTo>
                  <a:lnTo>
                    <a:pt x="54200" y="570066"/>
                  </a:lnTo>
                  <a:lnTo>
                    <a:pt x="51736" y="570066"/>
                  </a:lnTo>
                  <a:lnTo>
                    <a:pt x="49273" y="570066"/>
                  </a:lnTo>
                  <a:lnTo>
                    <a:pt x="46809" y="570066"/>
                  </a:lnTo>
                  <a:lnTo>
                    <a:pt x="44345" y="570066"/>
                  </a:lnTo>
                  <a:lnTo>
                    <a:pt x="41882" y="570066"/>
                  </a:lnTo>
                  <a:lnTo>
                    <a:pt x="39418" y="570066"/>
                  </a:lnTo>
                  <a:lnTo>
                    <a:pt x="36954" y="570066"/>
                  </a:lnTo>
                  <a:lnTo>
                    <a:pt x="34491" y="570066"/>
                  </a:lnTo>
                  <a:lnTo>
                    <a:pt x="32027" y="570066"/>
                  </a:lnTo>
                  <a:lnTo>
                    <a:pt x="29563" y="570066"/>
                  </a:lnTo>
                  <a:lnTo>
                    <a:pt x="27100" y="570066"/>
                  </a:lnTo>
                  <a:lnTo>
                    <a:pt x="24636" y="570066"/>
                  </a:lnTo>
                  <a:lnTo>
                    <a:pt x="22172" y="570066"/>
                  </a:lnTo>
                  <a:lnTo>
                    <a:pt x="19709" y="570066"/>
                  </a:lnTo>
                  <a:lnTo>
                    <a:pt x="17245" y="570066"/>
                  </a:lnTo>
                  <a:lnTo>
                    <a:pt x="14781" y="570066"/>
                  </a:lnTo>
                  <a:lnTo>
                    <a:pt x="12318" y="570066"/>
                  </a:lnTo>
                  <a:lnTo>
                    <a:pt x="9854" y="570066"/>
                  </a:lnTo>
                  <a:lnTo>
                    <a:pt x="7390" y="570066"/>
                  </a:lnTo>
                  <a:lnTo>
                    <a:pt x="4927" y="570066"/>
                  </a:lnTo>
                  <a:lnTo>
                    <a:pt x="2463" y="57006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8529616" y="3569776"/>
              <a:ext cx="1258929" cy="570066"/>
            </a:xfrm>
            <a:custGeom>
              <a:avLst/>
              <a:pathLst>
                <a:path w="1258929" h="570066">
                  <a:moveTo>
                    <a:pt x="0" y="570066"/>
                  </a:moveTo>
                  <a:lnTo>
                    <a:pt x="2463" y="570066"/>
                  </a:lnTo>
                  <a:lnTo>
                    <a:pt x="4927" y="570066"/>
                  </a:lnTo>
                  <a:lnTo>
                    <a:pt x="7390" y="570066"/>
                  </a:lnTo>
                  <a:lnTo>
                    <a:pt x="9854" y="570065"/>
                  </a:lnTo>
                  <a:lnTo>
                    <a:pt x="12318" y="570065"/>
                  </a:lnTo>
                  <a:lnTo>
                    <a:pt x="14781" y="570065"/>
                  </a:lnTo>
                  <a:lnTo>
                    <a:pt x="17245" y="570065"/>
                  </a:lnTo>
                  <a:lnTo>
                    <a:pt x="19709" y="570065"/>
                  </a:lnTo>
                  <a:lnTo>
                    <a:pt x="22172" y="570065"/>
                  </a:lnTo>
                  <a:lnTo>
                    <a:pt x="24636" y="570065"/>
                  </a:lnTo>
                  <a:lnTo>
                    <a:pt x="27100" y="570064"/>
                  </a:lnTo>
                  <a:lnTo>
                    <a:pt x="29563" y="570064"/>
                  </a:lnTo>
                  <a:lnTo>
                    <a:pt x="32027" y="570062"/>
                  </a:lnTo>
                  <a:lnTo>
                    <a:pt x="34491" y="570061"/>
                  </a:lnTo>
                  <a:lnTo>
                    <a:pt x="36954" y="570058"/>
                  </a:lnTo>
                  <a:lnTo>
                    <a:pt x="39418" y="570054"/>
                  </a:lnTo>
                  <a:lnTo>
                    <a:pt x="41882" y="570048"/>
                  </a:lnTo>
                  <a:lnTo>
                    <a:pt x="44345" y="570039"/>
                  </a:lnTo>
                  <a:lnTo>
                    <a:pt x="46809" y="570027"/>
                  </a:lnTo>
                  <a:lnTo>
                    <a:pt x="49273" y="570009"/>
                  </a:lnTo>
                  <a:lnTo>
                    <a:pt x="51736" y="569984"/>
                  </a:lnTo>
                  <a:lnTo>
                    <a:pt x="54200" y="569950"/>
                  </a:lnTo>
                  <a:lnTo>
                    <a:pt x="56664" y="569903"/>
                  </a:lnTo>
                  <a:lnTo>
                    <a:pt x="59127" y="569839"/>
                  </a:lnTo>
                  <a:lnTo>
                    <a:pt x="61591" y="569756"/>
                  </a:lnTo>
                  <a:lnTo>
                    <a:pt x="64055" y="569648"/>
                  </a:lnTo>
                  <a:lnTo>
                    <a:pt x="66518" y="569507"/>
                  </a:lnTo>
                  <a:lnTo>
                    <a:pt x="68982" y="569323"/>
                  </a:lnTo>
                  <a:lnTo>
                    <a:pt x="71446" y="569089"/>
                  </a:lnTo>
                  <a:lnTo>
                    <a:pt x="73909" y="568799"/>
                  </a:lnTo>
                  <a:lnTo>
                    <a:pt x="76373" y="568444"/>
                  </a:lnTo>
                  <a:lnTo>
                    <a:pt x="78837" y="568014"/>
                  </a:lnTo>
                  <a:lnTo>
                    <a:pt x="81300" y="567499"/>
                  </a:lnTo>
                  <a:lnTo>
                    <a:pt x="83764" y="566892"/>
                  </a:lnTo>
                  <a:lnTo>
                    <a:pt x="86228" y="566184"/>
                  </a:lnTo>
                  <a:lnTo>
                    <a:pt x="88691" y="565349"/>
                  </a:lnTo>
                  <a:lnTo>
                    <a:pt x="91155" y="564398"/>
                  </a:lnTo>
                  <a:lnTo>
                    <a:pt x="93618" y="563330"/>
                  </a:lnTo>
                  <a:lnTo>
                    <a:pt x="96082" y="562144"/>
                  </a:lnTo>
                  <a:lnTo>
                    <a:pt x="98546" y="560842"/>
                  </a:lnTo>
                  <a:lnTo>
                    <a:pt x="101009" y="559429"/>
                  </a:lnTo>
                  <a:lnTo>
                    <a:pt x="103473" y="557914"/>
                  </a:lnTo>
                  <a:lnTo>
                    <a:pt x="105937" y="556307"/>
                  </a:lnTo>
                  <a:lnTo>
                    <a:pt x="108400" y="554613"/>
                  </a:lnTo>
                  <a:lnTo>
                    <a:pt x="110864" y="552861"/>
                  </a:lnTo>
                  <a:lnTo>
                    <a:pt x="113328" y="551073"/>
                  </a:lnTo>
                  <a:lnTo>
                    <a:pt x="115791" y="549270"/>
                  </a:lnTo>
                  <a:lnTo>
                    <a:pt x="118255" y="547475"/>
                  </a:lnTo>
                  <a:lnTo>
                    <a:pt x="120719" y="545711"/>
                  </a:lnTo>
                  <a:lnTo>
                    <a:pt x="123182" y="544004"/>
                  </a:lnTo>
                  <a:lnTo>
                    <a:pt x="125646" y="542377"/>
                  </a:lnTo>
                  <a:lnTo>
                    <a:pt x="128110" y="540872"/>
                  </a:lnTo>
                  <a:lnTo>
                    <a:pt x="130573" y="539512"/>
                  </a:lnTo>
                  <a:lnTo>
                    <a:pt x="133037" y="538314"/>
                  </a:lnTo>
                  <a:lnTo>
                    <a:pt x="135501" y="537298"/>
                  </a:lnTo>
                  <a:lnTo>
                    <a:pt x="137964" y="536481"/>
                  </a:lnTo>
                  <a:lnTo>
                    <a:pt x="140428" y="535879"/>
                  </a:lnTo>
                  <a:lnTo>
                    <a:pt x="142892" y="535501"/>
                  </a:lnTo>
                  <a:lnTo>
                    <a:pt x="145355" y="535352"/>
                  </a:lnTo>
                  <a:lnTo>
                    <a:pt x="147819" y="535452"/>
                  </a:lnTo>
                  <a:lnTo>
                    <a:pt x="150283" y="535789"/>
                  </a:lnTo>
                  <a:lnTo>
                    <a:pt x="152746" y="536331"/>
                  </a:lnTo>
                  <a:lnTo>
                    <a:pt x="155210" y="537055"/>
                  </a:lnTo>
                  <a:lnTo>
                    <a:pt x="157674" y="537935"/>
                  </a:lnTo>
                  <a:lnTo>
                    <a:pt x="160137" y="538939"/>
                  </a:lnTo>
                  <a:lnTo>
                    <a:pt x="162601" y="540031"/>
                  </a:lnTo>
                  <a:lnTo>
                    <a:pt x="165065" y="541175"/>
                  </a:lnTo>
                  <a:lnTo>
                    <a:pt x="167528" y="542329"/>
                  </a:lnTo>
                  <a:lnTo>
                    <a:pt x="169992" y="543441"/>
                  </a:lnTo>
                  <a:lnTo>
                    <a:pt x="172456" y="544474"/>
                  </a:lnTo>
                  <a:lnTo>
                    <a:pt x="174919" y="545398"/>
                  </a:lnTo>
                  <a:lnTo>
                    <a:pt x="177383" y="546185"/>
                  </a:lnTo>
                  <a:lnTo>
                    <a:pt x="179847" y="546814"/>
                  </a:lnTo>
                  <a:lnTo>
                    <a:pt x="182310" y="547269"/>
                  </a:lnTo>
                  <a:lnTo>
                    <a:pt x="184774" y="547543"/>
                  </a:lnTo>
                  <a:lnTo>
                    <a:pt x="187237" y="547629"/>
                  </a:lnTo>
                  <a:lnTo>
                    <a:pt x="189701" y="547516"/>
                  </a:lnTo>
                  <a:lnTo>
                    <a:pt x="192165" y="547244"/>
                  </a:lnTo>
                  <a:lnTo>
                    <a:pt x="194628" y="546833"/>
                  </a:lnTo>
                  <a:lnTo>
                    <a:pt x="197092" y="546308"/>
                  </a:lnTo>
                  <a:lnTo>
                    <a:pt x="199556" y="545695"/>
                  </a:lnTo>
                  <a:lnTo>
                    <a:pt x="202019" y="545024"/>
                  </a:lnTo>
                  <a:lnTo>
                    <a:pt x="204483" y="544326"/>
                  </a:lnTo>
                  <a:lnTo>
                    <a:pt x="206947" y="543633"/>
                  </a:lnTo>
                  <a:lnTo>
                    <a:pt x="209410" y="542986"/>
                  </a:lnTo>
                  <a:lnTo>
                    <a:pt x="211874" y="542412"/>
                  </a:lnTo>
                  <a:lnTo>
                    <a:pt x="214338" y="541934"/>
                  </a:lnTo>
                  <a:lnTo>
                    <a:pt x="216801" y="541573"/>
                  </a:lnTo>
                  <a:lnTo>
                    <a:pt x="219265" y="541343"/>
                  </a:lnTo>
                  <a:lnTo>
                    <a:pt x="221729" y="541254"/>
                  </a:lnTo>
                  <a:lnTo>
                    <a:pt x="224192" y="541311"/>
                  </a:lnTo>
                  <a:lnTo>
                    <a:pt x="226656" y="541515"/>
                  </a:lnTo>
                  <a:lnTo>
                    <a:pt x="229120" y="541876"/>
                  </a:lnTo>
                  <a:lnTo>
                    <a:pt x="231583" y="542364"/>
                  </a:lnTo>
                  <a:lnTo>
                    <a:pt x="234047" y="542958"/>
                  </a:lnTo>
                  <a:lnTo>
                    <a:pt x="236511" y="543637"/>
                  </a:lnTo>
                  <a:lnTo>
                    <a:pt x="238974" y="544378"/>
                  </a:lnTo>
                  <a:lnTo>
                    <a:pt x="241438" y="545157"/>
                  </a:lnTo>
                  <a:lnTo>
                    <a:pt x="243902" y="545949"/>
                  </a:lnTo>
                  <a:lnTo>
                    <a:pt x="246365" y="546729"/>
                  </a:lnTo>
                  <a:lnTo>
                    <a:pt x="248829" y="547466"/>
                  </a:lnTo>
                  <a:lnTo>
                    <a:pt x="251293" y="548134"/>
                  </a:lnTo>
                  <a:lnTo>
                    <a:pt x="253756" y="548716"/>
                  </a:lnTo>
                  <a:lnTo>
                    <a:pt x="256220" y="549196"/>
                  </a:lnTo>
                  <a:lnTo>
                    <a:pt x="258684" y="549558"/>
                  </a:lnTo>
                  <a:lnTo>
                    <a:pt x="261147" y="549790"/>
                  </a:lnTo>
                  <a:lnTo>
                    <a:pt x="263611" y="549880"/>
                  </a:lnTo>
                  <a:lnTo>
                    <a:pt x="266075" y="549820"/>
                  </a:lnTo>
                  <a:lnTo>
                    <a:pt x="268538" y="549588"/>
                  </a:lnTo>
                  <a:lnTo>
                    <a:pt x="271002" y="549173"/>
                  </a:lnTo>
                  <a:lnTo>
                    <a:pt x="273465" y="548581"/>
                  </a:lnTo>
                  <a:lnTo>
                    <a:pt x="275929" y="547808"/>
                  </a:lnTo>
                  <a:lnTo>
                    <a:pt x="278393" y="546847"/>
                  </a:lnTo>
                  <a:lnTo>
                    <a:pt x="280856" y="545693"/>
                  </a:lnTo>
                  <a:lnTo>
                    <a:pt x="283320" y="544343"/>
                  </a:lnTo>
                  <a:lnTo>
                    <a:pt x="285784" y="542795"/>
                  </a:lnTo>
                  <a:lnTo>
                    <a:pt x="288247" y="541038"/>
                  </a:lnTo>
                  <a:lnTo>
                    <a:pt x="290711" y="539066"/>
                  </a:lnTo>
                  <a:lnTo>
                    <a:pt x="293175" y="536909"/>
                  </a:lnTo>
                  <a:lnTo>
                    <a:pt x="295638" y="534577"/>
                  </a:lnTo>
                  <a:lnTo>
                    <a:pt x="298102" y="532088"/>
                  </a:lnTo>
                  <a:lnTo>
                    <a:pt x="300566" y="529459"/>
                  </a:lnTo>
                  <a:lnTo>
                    <a:pt x="303029" y="526714"/>
                  </a:lnTo>
                  <a:lnTo>
                    <a:pt x="305493" y="523879"/>
                  </a:lnTo>
                  <a:lnTo>
                    <a:pt x="307957" y="520982"/>
                  </a:lnTo>
                  <a:lnTo>
                    <a:pt x="310420" y="518058"/>
                  </a:lnTo>
                  <a:lnTo>
                    <a:pt x="312884" y="515147"/>
                  </a:lnTo>
                  <a:lnTo>
                    <a:pt x="315348" y="512280"/>
                  </a:lnTo>
                  <a:lnTo>
                    <a:pt x="317811" y="509484"/>
                  </a:lnTo>
                  <a:lnTo>
                    <a:pt x="320275" y="506785"/>
                  </a:lnTo>
                  <a:lnTo>
                    <a:pt x="322739" y="504200"/>
                  </a:lnTo>
                  <a:lnTo>
                    <a:pt x="325202" y="501746"/>
                  </a:lnTo>
                  <a:lnTo>
                    <a:pt x="327666" y="499430"/>
                  </a:lnTo>
                  <a:lnTo>
                    <a:pt x="330130" y="497274"/>
                  </a:lnTo>
                  <a:lnTo>
                    <a:pt x="332593" y="495244"/>
                  </a:lnTo>
                  <a:lnTo>
                    <a:pt x="335057" y="493323"/>
                  </a:lnTo>
                  <a:lnTo>
                    <a:pt x="337521" y="491488"/>
                  </a:lnTo>
                  <a:lnTo>
                    <a:pt x="339984" y="489708"/>
                  </a:lnTo>
                  <a:lnTo>
                    <a:pt x="342448" y="487950"/>
                  </a:lnTo>
                  <a:lnTo>
                    <a:pt x="344912" y="486179"/>
                  </a:lnTo>
                  <a:lnTo>
                    <a:pt x="347375" y="484357"/>
                  </a:lnTo>
                  <a:lnTo>
                    <a:pt x="349839" y="482426"/>
                  </a:lnTo>
                  <a:lnTo>
                    <a:pt x="352303" y="480351"/>
                  </a:lnTo>
                  <a:lnTo>
                    <a:pt x="354766" y="478102"/>
                  </a:lnTo>
                  <a:lnTo>
                    <a:pt x="357230" y="475647"/>
                  </a:lnTo>
                  <a:lnTo>
                    <a:pt x="359694" y="472959"/>
                  </a:lnTo>
                  <a:lnTo>
                    <a:pt x="362157" y="470013"/>
                  </a:lnTo>
                  <a:lnTo>
                    <a:pt x="364621" y="466788"/>
                  </a:lnTo>
                  <a:lnTo>
                    <a:pt x="367084" y="463262"/>
                  </a:lnTo>
                  <a:lnTo>
                    <a:pt x="369548" y="459379"/>
                  </a:lnTo>
                  <a:lnTo>
                    <a:pt x="372012" y="455130"/>
                  </a:lnTo>
                  <a:lnTo>
                    <a:pt x="374475" y="450508"/>
                  </a:lnTo>
                  <a:lnTo>
                    <a:pt x="376939" y="445488"/>
                  </a:lnTo>
                  <a:lnTo>
                    <a:pt x="379403" y="440038"/>
                  </a:lnTo>
                  <a:lnTo>
                    <a:pt x="381866" y="434124"/>
                  </a:lnTo>
                  <a:lnTo>
                    <a:pt x="384330" y="427707"/>
                  </a:lnTo>
                  <a:lnTo>
                    <a:pt x="386794" y="420746"/>
                  </a:lnTo>
                  <a:lnTo>
                    <a:pt x="389257" y="413142"/>
                  </a:lnTo>
                  <a:lnTo>
                    <a:pt x="391721" y="404835"/>
                  </a:lnTo>
                  <a:lnTo>
                    <a:pt x="394185" y="395826"/>
                  </a:lnTo>
                  <a:lnTo>
                    <a:pt x="396648" y="386075"/>
                  </a:lnTo>
                  <a:lnTo>
                    <a:pt x="399112" y="375541"/>
                  </a:lnTo>
                  <a:lnTo>
                    <a:pt x="401576" y="364194"/>
                  </a:lnTo>
                  <a:lnTo>
                    <a:pt x="404039" y="352007"/>
                  </a:lnTo>
                  <a:lnTo>
                    <a:pt x="406503" y="338967"/>
                  </a:lnTo>
                  <a:lnTo>
                    <a:pt x="408967" y="325020"/>
                  </a:lnTo>
                  <a:lnTo>
                    <a:pt x="411430" y="310134"/>
                  </a:lnTo>
                  <a:lnTo>
                    <a:pt x="413894" y="294428"/>
                  </a:lnTo>
                  <a:lnTo>
                    <a:pt x="416358" y="277943"/>
                  </a:lnTo>
                  <a:lnTo>
                    <a:pt x="418821" y="260736"/>
                  </a:lnTo>
                  <a:lnTo>
                    <a:pt x="421285" y="242879"/>
                  </a:lnTo>
                  <a:lnTo>
                    <a:pt x="423749" y="224458"/>
                  </a:lnTo>
                  <a:lnTo>
                    <a:pt x="426212" y="205579"/>
                  </a:lnTo>
                  <a:lnTo>
                    <a:pt x="428676" y="186359"/>
                  </a:lnTo>
                  <a:lnTo>
                    <a:pt x="431140" y="166960"/>
                  </a:lnTo>
                  <a:lnTo>
                    <a:pt x="433603" y="147599"/>
                  </a:lnTo>
                  <a:lnTo>
                    <a:pt x="436067" y="128465"/>
                  </a:lnTo>
                  <a:lnTo>
                    <a:pt x="438531" y="109764"/>
                  </a:lnTo>
                  <a:lnTo>
                    <a:pt x="440994" y="91714"/>
                  </a:lnTo>
                  <a:lnTo>
                    <a:pt x="443458" y="74546"/>
                  </a:lnTo>
                  <a:lnTo>
                    <a:pt x="445922" y="58501"/>
                  </a:lnTo>
                  <a:lnTo>
                    <a:pt x="448385" y="43821"/>
                  </a:lnTo>
                  <a:lnTo>
                    <a:pt x="450849" y="31060"/>
                  </a:lnTo>
                  <a:lnTo>
                    <a:pt x="453312" y="20228"/>
                  </a:lnTo>
                  <a:lnTo>
                    <a:pt x="455776" y="11534"/>
                  </a:lnTo>
                  <a:lnTo>
                    <a:pt x="458240" y="5165"/>
                  </a:lnTo>
                  <a:lnTo>
                    <a:pt x="460703" y="1278"/>
                  </a:lnTo>
                  <a:lnTo>
                    <a:pt x="463167" y="0"/>
                  </a:lnTo>
                  <a:lnTo>
                    <a:pt x="465631" y="1415"/>
                  </a:lnTo>
                  <a:lnTo>
                    <a:pt x="468094" y="5571"/>
                  </a:lnTo>
                  <a:lnTo>
                    <a:pt x="470558" y="12827"/>
                  </a:lnTo>
                  <a:lnTo>
                    <a:pt x="473022" y="22815"/>
                  </a:lnTo>
                  <a:lnTo>
                    <a:pt x="475485" y="35341"/>
                  </a:lnTo>
                  <a:lnTo>
                    <a:pt x="477949" y="50246"/>
                  </a:lnTo>
                  <a:lnTo>
                    <a:pt x="480413" y="67334"/>
                  </a:lnTo>
                  <a:lnTo>
                    <a:pt x="482876" y="86377"/>
                  </a:lnTo>
                  <a:lnTo>
                    <a:pt x="485340" y="107118"/>
                  </a:lnTo>
                  <a:lnTo>
                    <a:pt x="487804" y="129282"/>
                  </a:lnTo>
                  <a:lnTo>
                    <a:pt x="490267" y="152652"/>
                  </a:lnTo>
                  <a:lnTo>
                    <a:pt x="492731" y="176794"/>
                  </a:lnTo>
                  <a:lnTo>
                    <a:pt x="495195" y="201350"/>
                  </a:lnTo>
                  <a:lnTo>
                    <a:pt x="497658" y="226035"/>
                  </a:lnTo>
                  <a:lnTo>
                    <a:pt x="500122" y="250579"/>
                  </a:lnTo>
                  <a:lnTo>
                    <a:pt x="502586" y="274735"/>
                  </a:lnTo>
                  <a:lnTo>
                    <a:pt x="505049" y="298278"/>
                  </a:lnTo>
                  <a:lnTo>
                    <a:pt x="507513" y="321016"/>
                  </a:lnTo>
                  <a:lnTo>
                    <a:pt x="509977" y="342692"/>
                  </a:lnTo>
                  <a:lnTo>
                    <a:pt x="512440" y="363150"/>
                  </a:lnTo>
                  <a:lnTo>
                    <a:pt x="514904" y="382393"/>
                  </a:lnTo>
                  <a:lnTo>
                    <a:pt x="517368" y="400374"/>
                  </a:lnTo>
                  <a:lnTo>
                    <a:pt x="519831" y="417073"/>
                  </a:lnTo>
                  <a:lnTo>
                    <a:pt x="522295" y="432495"/>
                  </a:lnTo>
                  <a:lnTo>
                    <a:pt x="524759" y="446666"/>
                  </a:lnTo>
                  <a:lnTo>
                    <a:pt x="527222" y="459630"/>
                  </a:lnTo>
                  <a:lnTo>
                    <a:pt x="529686" y="471390"/>
                  </a:lnTo>
                  <a:lnTo>
                    <a:pt x="532150" y="481976"/>
                  </a:lnTo>
                  <a:lnTo>
                    <a:pt x="534613" y="491589"/>
                  </a:lnTo>
                  <a:lnTo>
                    <a:pt x="537077" y="500307"/>
                  </a:lnTo>
                  <a:lnTo>
                    <a:pt x="539541" y="508205"/>
                  </a:lnTo>
                  <a:lnTo>
                    <a:pt x="542004" y="515355"/>
                  </a:lnTo>
                  <a:lnTo>
                    <a:pt x="544468" y="521825"/>
                  </a:lnTo>
                  <a:lnTo>
                    <a:pt x="546931" y="527675"/>
                  </a:lnTo>
                  <a:lnTo>
                    <a:pt x="549395" y="532947"/>
                  </a:lnTo>
                  <a:lnTo>
                    <a:pt x="551859" y="537644"/>
                  </a:lnTo>
                  <a:lnTo>
                    <a:pt x="554322" y="541881"/>
                  </a:lnTo>
                  <a:lnTo>
                    <a:pt x="556786" y="545692"/>
                  </a:lnTo>
                  <a:lnTo>
                    <a:pt x="559250" y="549109"/>
                  </a:lnTo>
                  <a:lnTo>
                    <a:pt x="561713" y="552160"/>
                  </a:lnTo>
                  <a:lnTo>
                    <a:pt x="564177" y="554870"/>
                  </a:lnTo>
                  <a:lnTo>
                    <a:pt x="566641" y="557264"/>
                  </a:lnTo>
                  <a:lnTo>
                    <a:pt x="569104" y="559365"/>
                  </a:lnTo>
                  <a:lnTo>
                    <a:pt x="571568" y="561157"/>
                  </a:lnTo>
                  <a:lnTo>
                    <a:pt x="574032" y="562707"/>
                  </a:lnTo>
                  <a:lnTo>
                    <a:pt x="576495" y="564039"/>
                  </a:lnTo>
                  <a:lnTo>
                    <a:pt x="578959" y="565174"/>
                  </a:lnTo>
                  <a:lnTo>
                    <a:pt x="581423" y="566131"/>
                  </a:lnTo>
                  <a:lnTo>
                    <a:pt x="583886" y="566932"/>
                  </a:lnTo>
                  <a:lnTo>
                    <a:pt x="586350" y="567594"/>
                  </a:lnTo>
                  <a:lnTo>
                    <a:pt x="588814" y="568137"/>
                  </a:lnTo>
                  <a:lnTo>
                    <a:pt x="591277" y="568565"/>
                  </a:lnTo>
                  <a:lnTo>
                    <a:pt x="593741" y="568908"/>
                  </a:lnTo>
                  <a:lnTo>
                    <a:pt x="596205" y="569182"/>
                  </a:lnTo>
                  <a:lnTo>
                    <a:pt x="598668" y="569398"/>
                  </a:lnTo>
                  <a:lnTo>
                    <a:pt x="601132" y="569567"/>
                  </a:lnTo>
                  <a:lnTo>
                    <a:pt x="603596" y="569698"/>
                  </a:lnTo>
                  <a:lnTo>
                    <a:pt x="606059" y="569797"/>
                  </a:lnTo>
                  <a:lnTo>
                    <a:pt x="608523" y="569872"/>
                  </a:lnTo>
                  <a:lnTo>
                    <a:pt x="610987" y="569926"/>
                  </a:lnTo>
                  <a:lnTo>
                    <a:pt x="613450" y="569966"/>
                  </a:lnTo>
                  <a:lnTo>
                    <a:pt x="615914" y="569995"/>
                  </a:lnTo>
                  <a:lnTo>
                    <a:pt x="618378" y="570016"/>
                  </a:lnTo>
                  <a:lnTo>
                    <a:pt x="620841" y="570032"/>
                  </a:lnTo>
                  <a:lnTo>
                    <a:pt x="623305" y="570043"/>
                  </a:lnTo>
                  <a:lnTo>
                    <a:pt x="625769" y="570050"/>
                  </a:lnTo>
                  <a:lnTo>
                    <a:pt x="628232" y="570055"/>
                  </a:lnTo>
                  <a:lnTo>
                    <a:pt x="630696" y="570059"/>
                  </a:lnTo>
                  <a:lnTo>
                    <a:pt x="633159" y="570061"/>
                  </a:lnTo>
                  <a:lnTo>
                    <a:pt x="635623" y="570063"/>
                  </a:lnTo>
                  <a:lnTo>
                    <a:pt x="638087" y="570064"/>
                  </a:lnTo>
                  <a:lnTo>
                    <a:pt x="640550" y="570064"/>
                  </a:lnTo>
                  <a:lnTo>
                    <a:pt x="643014" y="570065"/>
                  </a:lnTo>
                  <a:lnTo>
                    <a:pt x="645478" y="570065"/>
                  </a:lnTo>
                  <a:lnTo>
                    <a:pt x="647941" y="570065"/>
                  </a:lnTo>
                  <a:lnTo>
                    <a:pt x="650405" y="570065"/>
                  </a:lnTo>
                  <a:lnTo>
                    <a:pt x="652869" y="570065"/>
                  </a:lnTo>
                  <a:lnTo>
                    <a:pt x="655332" y="570065"/>
                  </a:lnTo>
                  <a:lnTo>
                    <a:pt x="657796" y="570065"/>
                  </a:lnTo>
                  <a:lnTo>
                    <a:pt x="660260" y="570066"/>
                  </a:lnTo>
                  <a:lnTo>
                    <a:pt x="662723" y="570066"/>
                  </a:lnTo>
                  <a:lnTo>
                    <a:pt x="665187" y="570066"/>
                  </a:lnTo>
                  <a:lnTo>
                    <a:pt x="667651" y="570066"/>
                  </a:lnTo>
                  <a:lnTo>
                    <a:pt x="670114" y="570066"/>
                  </a:lnTo>
                  <a:lnTo>
                    <a:pt x="672578" y="570066"/>
                  </a:lnTo>
                  <a:lnTo>
                    <a:pt x="675042" y="570066"/>
                  </a:lnTo>
                  <a:lnTo>
                    <a:pt x="677505" y="570066"/>
                  </a:lnTo>
                  <a:lnTo>
                    <a:pt x="679969" y="570066"/>
                  </a:lnTo>
                  <a:lnTo>
                    <a:pt x="682433" y="570066"/>
                  </a:lnTo>
                  <a:lnTo>
                    <a:pt x="684896" y="570066"/>
                  </a:lnTo>
                  <a:lnTo>
                    <a:pt x="687360" y="570066"/>
                  </a:lnTo>
                  <a:lnTo>
                    <a:pt x="689824" y="570066"/>
                  </a:lnTo>
                  <a:lnTo>
                    <a:pt x="692287" y="570066"/>
                  </a:lnTo>
                  <a:lnTo>
                    <a:pt x="694751" y="570066"/>
                  </a:lnTo>
                  <a:lnTo>
                    <a:pt x="697215" y="570066"/>
                  </a:lnTo>
                  <a:lnTo>
                    <a:pt x="699678" y="570066"/>
                  </a:lnTo>
                  <a:lnTo>
                    <a:pt x="702142" y="570066"/>
                  </a:lnTo>
                  <a:lnTo>
                    <a:pt x="704606" y="570066"/>
                  </a:lnTo>
                  <a:lnTo>
                    <a:pt x="707069" y="570066"/>
                  </a:lnTo>
                  <a:lnTo>
                    <a:pt x="709533" y="570066"/>
                  </a:lnTo>
                  <a:lnTo>
                    <a:pt x="711997" y="570066"/>
                  </a:lnTo>
                  <a:lnTo>
                    <a:pt x="714460" y="570066"/>
                  </a:lnTo>
                  <a:lnTo>
                    <a:pt x="716924" y="570066"/>
                  </a:lnTo>
                  <a:lnTo>
                    <a:pt x="719388" y="570066"/>
                  </a:lnTo>
                  <a:lnTo>
                    <a:pt x="721851" y="570066"/>
                  </a:lnTo>
                  <a:lnTo>
                    <a:pt x="724315" y="570066"/>
                  </a:lnTo>
                  <a:lnTo>
                    <a:pt x="726778" y="570066"/>
                  </a:lnTo>
                  <a:lnTo>
                    <a:pt x="729242" y="570066"/>
                  </a:lnTo>
                  <a:lnTo>
                    <a:pt x="731706" y="570066"/>
                  </a:lnTo>
                  <a:lnTo>
                    <a:pt x="734169" y="570066"/>
                  </a:lnTo>
                  <a:lnTo>
                    <a:pt x="736633" y="570066"/>
                  </a:lnTo>
                  <a:lnTo>
                    <a:pt x="739097" y="570066"/>
                  </a:lnTo>
                  <a:lnTo>
                    <a:pt x="741560" y="570066"/>
                  </a:lnTo>
                  <a:lnTo>
                    <a:pt x="744024" y="570066"/>
                  </a:lnTo>
                  <a:lnTo>
                    <a:pt x="746488" y="570066"/>
                  </a:lnTo>
                  <a:lnTo>
                    <a:pt x="748951" y="570066"/>
                  </a:lnTo>
                  <a:lnTo>
                    <a:pt x="751415" y="570066"/>
                  </a:lnTo>
                  <a:lnTo>
                    <a:pt x="753879" y="570066"/>
                  </a:lnTo>
                  <a:lnTo>
                    <a:pt x="756342" y="570066"/>
                  </a:lnTo>
                  <a:lnTo>
                    <a:pt x="758806" y="570066"/>
                  </a:lnTo>
                  <a:lnTo>
                    <a:pt x="761270" y="570066"/>
                  </a:lnTo>
                  <a:lnTo>
                    <a:pt x="763733" y="570066"/>
                  </a:lnTo>
                  <a:lnTo>
                    <a:pt x="766197" y="570065"/>
                  </a:lnTo>
                  <a:lnTo>
                    <a:pt x="768661" y="570065"/>
                  </a:lnTo>
                  <a:lnTo>
                    <a:pt x="771124" y="570065"/>
                  </a:lnTo>
                  <a:lnTo>
                    <a:pt x="773588" y="570065"/>
                  </a:lnTo>
                  <a:lnTo>
                    <a:pt x="776052" y="570065"/>
                  </a:lnTo>
                  <a:lnTo>
                    <a:pt x="778515" y="570065"/>
                  </a:lnTo>
                  <a:lnTo>
                    <a:pt x="780979" y="570065"/>
                  </a:lnTo>
                  <a:lnTo>
                    <a:pt x="783443" y="570065"/>
                  </a:lnTo>
                  <a:lnTo>
                    <a:pt x="785906" y="570064"/>
                  </a:lnTo>
                  <a:lnTo>
                    <a:pt x="788370" y="570064"/>
                  </a:lnTo>
                  <a:lnTo>
                    <a:pt x="790834" y="570063"/>
                  </a:lnTo>
                  <a:lnTo>
                    <a:pt x="793297" y="570061"/>
                  </a:lnTo>
                  <a:lnTo>
                    <a:pt x="795761" y="570059"/>
                  </a:lnTo>
                  <a:lnTo>
                    <a:pt x="798225" y="570056"/>
                  </a:lnTo>
                  <a:lnTo>
                    <a:pt x="800688" y="570053"/>
                  </a:lnTo>
                  <a:lnTo>
                    <a:pt x="803152" y="570047"/>
                  </a:lnTo>
                  <a:lnTo>
                    <a:pt x="805616" y="570040"/>
                  </a:lnTo>
                  <a:lnTo>
                    <a:pt x="808079" y="570031"/>
                  </a:lnTo>
                  <a:lnTo>
                    <a:pt x="810543" y="570019"/>
                  </a:lnTo>
                  <a:lnTo>
                    <a:pt x="813006" y="570003"/>
                  </a:lnTo>
                  <a:lnTo>
                    <a:pt x="815470" y="569983"/>
                  </a:lnTo>
                  <a:lnTo>
                    <a:pt x="817934" y="569958"/>
                  </a:lnTo>
                  <a:lnTo>
                    <a:pt x="820397" y="569926"/>
                  </a:lnTo>
                  <a:lnTo>
                    <a:pt x="822861" y="569889"/>
                  </a:lnTo>
                  <a:lnTo>
                    <a:pt x="825325" y="569843"/>
                  </a:lnTo>
                  <a:lnTo>
                    <a:pt x="827788" y="569790"/>
                  </a:lnTo>
                  <a:lnTo>
                    <a:pt x="830252" y="569729"/>
                  </a:lnTo>
                  <a:lnTo>
                    <a:pt x="832716" y="569657"/>
                  </a:lnTo>
                  <a:lnTo>
                    <a:pt x="835179" y="569576"/>
                  </a:lnTo>
                  <a:lnTo>
                    <a:pt x="837643" y="569488"/>
                  </a:lnTo>
                  <a:lnTo>
                    <a:pt x="840107" y="569392"/>
                  </a:lnTo>
                  <a:lnTo>
                    <a:pt x="842570" y="569290"/>
                  </a:lnTo>
                  <a:lnTo>
                    <a:pt x="845034" y="569183"/>
                  </a:lnTo>
                  <a:lnTo>
                    <a:pt x="847498" y="569075"/>
                  </a:lnTo>
                  <a:lnTo>
                    <a:pt x="849961" y="568966"/>
                  </a:lnTo>
                  <a:lnTo>
                    <a:pt x="852425" y="568861"/>
                  </a:lnTo>
                  <a:lnTo>
                    <a:pt x="854889" y="568762"/>
                  </a:lnTo>
                  <a:lnTo>
                    <a:pt x="857352" y="568674"/>
                  </a:lnTo>
                  <a:lnTo>
                    <a:pt x="859816" y="568597"/>
                  </a:lnTo>
                  <a:lnTo>
                    <a:pt x="862280" y="568535"/>
                  </a:lnTo>
                  <a:lnTo>
                    <a:pt x="864743" y="568489"/>
                  </a:lnTo>
                  <a:lnTo>
                    <a:pt x="867207" y="568460"/>
                  </a:lnTo>
                  <a:lnTo>
                    <a:pt x="869671" y="568451"/>
                  </a:lnTo>
                  <a:lnTo>
                    <a:pt x="872134" y="568461"/>
                  </a:lnTo>
                  <a:lnTo>
                    <a:pt x="874598" y="568489"/>
                  </a:lnTo>
                  <a:lnTo>
                    <a:pt x="877062" y="568533"/>
                  </a:lnTo>
                  <a:lnTo>
                    <a:pt x="879525" y="568590"/>
                  </a:lnTo>
                  <a:lnTo>
                    <a:pt x="881989" y="568656"/>
                  </a:lnTo>
                  <a:lnTo>
                    <a:pt x="884453" y="568727"/>
                  </a:lnTo>
                  <a:lnTo>
                    <a:pt x="886916" y="568800"/>
                  </a:lnTo>
                  <a:lnTo>
                    <a:pt x="889380" y="568870"/>
                  </a:lnTo>
                  <a:lnTo>
                    <a:pt x="891844" y="568932"/>
                  </a:lnTo>
                  <a:lnTo>
                    <a:pt x="894307" y="568979"/>
                  </a:lnTo>
                  <a:lnTo>
                    <a:pt x="896771" y="569008"/>
                  </a:lnTo>
                  <a:lnTo>
                    <a:pt x="899235" y="569015"/>
                  </a:lnTo>
                  <a:lnTo>
                    <a:pt x="901698" y="568997"/>
                  </a:lnTo>
                  <a:lnTo>
                    <a:pt x="904162" y="568949"/>
                  </a:lnTo>
                  <a:lnTo>
                    <a:pt x="906625" y="568871"/>
                  </a:lnTo>
                  <a:lnTo>
                    <a:pt x="909089" y="568759"/>
                  </a:lnTo>
                  <a:lnTo>
                    <a:pt x="911553" y="568614"/>
                  </a:lnTo>
                  <a:lnTo>
                    <a:pt x="914016" y="568432"/>
                  </a:lnTo>
                  <a:lnTo>
                    <a:pt x="916480" y="568218"/>
                  </a:lnTo>
                  <a:lnTo>
                    <a:pt x="918944" y="567978"/>
                  </a:lnTo>
                  <a:lnTo>
                    <a:pt x="921407" y="567714"/>
                  </a:lnTo>
                  <a:lnTo>
                    <a:pt x="923871" y="567432"/>
                  </a:lnTo>
                  <a:lnTo>
                    <a:pt x="926335" y="567139"/>
                  </a:lnTo>
                  <a:lnTo>
                    <a:pt x="928798" y="566842"/>
                  </a:lnTo>
                  <a:lnTo>
                    <a:pt x="931262" y="566548"/>
                  </a:lnTo>
                  <a:lnTo>
                    <a:pt x="933726" y="566270"/>
                  </a:lnTo>
                  <a:lnTo>
                    <a:pt x="936189" y="566016"/>
                  </a:lnTo>
                  <a:lnTo>
                    <a:pt x="938653" y="565794"/>
                  </a:lnTo>
                  <a:lnTo>
                    <a:pt x="941117" y="565610"/>
                  </a:lnTo>
                  <a:lnTo>
                    <a:pt x="943580" y="565472"/>
                  </a:lnTo>
                  <a:lnTo>
                    <a:pt x="946044" y="565384"/>
                  </a:lnTo>
                  <a:lnTo>
                    <a:pt x="948508" y="565349"/>
                  </a:lnTo>
                  <a:lnTo>
                    <a:pt x="950971" y="565370"/>
                  </a:lnTo>
                  <a:lnTo>
                    <a:pt x="953435" y="565452"/>
                  </a:lnTo>
                  <a:lnTo>
                    <a:pt x="955899" y="565587"/>
                  </a:lnTo>
                  <a:lnTo>
                    <a:pt x="958362" y="565768"/>
                  </a:lnTo>
                  <a:lnTo>
                    <a:pt x="960826" y="565990"/>
                  </a:lnTo>
                  <a:lnTo>
                    <a:pt x="963290" y="566246"/>
                  </a:lnTo>
                  <a:lnTo>
                    <a:pt x="965753" y="566529"/>
                  </a:lnTo>
                  <a:lnTo>
                    <a:pt x="968217" y="566830"/>
                  </a:lnTo>
                  <a:lnTo>
                    <a:pt x="970681" y="567141"/>
                  </a:lnTo>
                  <a:lnTo>
                    <a:pt x="973144" y="567455"/>
                  </a:lnTo>
                  <a:lnTo>
                    <a:pt x="975608" y="567762"/>
                  </a:lnTo>
                  <a:lnTo>
                    <a:pt x="978072" y="568057"/>
                  </a:lnTo>
                  <a:lnTo>
                    <a:pt x="980535" y="568336"/>
                  </a:lnTo>
                  <a:lnTo>
                    <a:pt x="982999" y="568593"/>
                  </a:lnTo>
                  <a:lnTo>
                    <a:pt x="985463" y="568828"/>
                  </a:lnTo>
                  <a:lnTo>
                    <a:pt x="987926" y="569039"/>
                  </a:lnTo>
                  <a:lnTo>
                    <a:pt x="990390" y="569224"/>
                  </a:lnTo>
                  <a:lnTo>
                    <a:pt x="992853" y="569383"/>
                  </a:lnTo>
                  <a:lnTo>
                    <a:pt x="995317" y="569517"/>
                  </a:lnTo>
                  <a:lnTo>
                    <a:pt x="997781" y="569629"/>
                  </a:lnTo>
                  <a:lnTo>
                    <a:pt x="1000244" y="569722"/>
                  </a:lnTo>
                  <a:lnTo>
                    <a:pt x="1002708" y="569796"/>
                  </a:lnTo>
                  <a:lnTo>
                    <a:pt x="1005172" y="569855"/>
                  </a:lnTo>
                  <a:lnTo>
                    <a:pt x="1007635" y="569900"/>
                  </a:lnTo>
                  <a:lnTo>
                    <a:pt x="1010099" y="569933"/>
                  </a:lnTo>
                  <a:lnTo>
                    <a:pt x="1012563" y="569954"/>
                  </a:lnTo>
                  <a:lnTo>
                    <a:pt x="1015026" y="569965"/>
                  </a:lnTo>
                  <a:lnTo>
                    <a:pt x="1017490" y="569967"/>
                  </a:lnTo>
                  <a:lnTo>
                    <a:pt x="1019954" y="569962"/>
                  </a:lnTo>
                  <a:lnTo>
                    <a:pt x="1022417" y="569948"/>
                  </a:lnTo>
                  <a:lnTo>
                    <a:pt x="1024881" y="569926"/>
                  </a:lnTo>
                  <a:lnTo>
                    <a:pt x="1027345" y="569895"/>
                  </a:lnTo>
                  <a:lnTo>
                    <a:pt x="1029808" y="569857"/>
                  </a:lnTo>
                  <a:lnTo>
                    <a:pt x="1032272" y="569809"/>
                  </a:lnTo>
                  <a:lnTo>
                    <a:pt x="1034736" y="569751"/>
                  </a:lnTo>
                  <a:lnTo>
                    <a:pt x="1037199" y="569683"/>
                  </a:lnTo>
                  <a:lnTo>
                    <a:pt x="1039663" y="569606"/>
                  </a:lnTo>
                  <a:lnTo>
                    <a:pt x="1042127" y="569519"/>
                  </a:lnTo>
                  <a:lnTo>
                    <a:pt x="1044590" y="569423"/>
                  </a:lnTo>
                  <a:lnTo>
                    <a:pt x="1047054" y="569320"/>
                  </a:lnTo>
                  <a:lnTo>
                    <a:pt x="1049518" y="569210"/>
                  </a:lnTo>
                  <a:lnTo>
                    <a:pt x="1051981" y="569094"/>
                  </a:lnTo>
                  <a:lnTo>
                    <a:pt x="1054445" y="568974"/>
                  </a:lnTo>
                  <a:lnTo>
                    <a:pt x="1056909" y="568853"/>
                  </a:lnTo>
                  <a:lnTo>
                    <a:pt x="1059372" y="568732"/>
                  </a:lnTo>
                  <a:lnTo>
                    <a:pt x="1061836" y="568614"/>
                  </a:lnTo>
                  <a:lnTo>
                    <a:pt x="1064300" y="568499"/>
                  </a:lnTo>
                  <a:lnTo>
                    <a:pt x="1066763" y="568389"/>
                  </a:lnTo>
                  <a:lnTo>
                    <a:pt x="1069227" y="568284"/>
                  </a:lnTo>
                  <a:lnTo>
                    <a:pt x="1071691" y="568184"/>
                  </a:lnTo>
                  <a:lnTo>
                    <a:pt x="1074154" y="568089"/>
                  </a:lnTo>
                  <a:lnTo>
                    <a:pt x="1076618" y="567997"/>
                  </a:lnTo>
                  <a:lnTo>
                    <a:pt x="1079082" y="567906"/>
                  </a:lnTo>
                  <a:lnTo>
                    <a:pt x="1081545" y="567812"/>
                  </a:lnTo>
                  <a:lnTo>
                    <a:pt x="1084009" y="567713"/>
                  </a:lnTo>
                  <a:lnTo>
                    <a:pt x="1086472" y="567605"/>
                  </a:lnTo>
                  <a:lnTo>
                    <a:pt x="1088936" y="567486"/>
                  </a:lnTo>
                  <a:lnTo>
                    <a:pt x="1091400" y="567353"/>
                  </a:lnTo>
                  <a:lnTo>
                    <a:pt x="1093863" y="567202"/>
                  </a:lnTo>
                  <a:lnTo>
                    <a:pt x="1096327" y="567032"/>
                  </a:lnTo>
                  <a:lnTo>
                    <a:pt x="1098791" y="566843"/>
                  </a:lnTo>
                  <a:lnTo>
                    <a:pt x="1101254" y="566636"/>
                  </a:lnTo>
                  <a:lnTo>
                    <a:pt x="1103718" y="566413"/>
                  </a:lnTo>
                  <a:lnTo>
                    <a:pt x="1106182" y="566177"/>
                  </a:lnTo>
                  <a:lnTo>
                    <a:pt x="1108645" y="565930"/>
                  </a:lnTo>
                  <a:lnTo>
                    <a:pt x="1111109" y="565675"/>
                  </a:lnTo>
                  <a:lnTo>
                    <a:pt x="1113573" y="565418"/>
                  </a:lnTo>
                  <a:lnTo>
                    <a:pt x="1116036" y="565164"/>
                  </a:lnTo>
                  <a:lnTo>
                    <a:pt x="1118500" y="564917"/>
                  </a:lnTo>
                  <a:lnTo>
                    <a:pt x="1120964" y="564681"/>
                  </a:lnTo>
                  <a:lnTo>
                    <a:pt x="1123427" y="564459"/>
                  </a:lnTo>
                  <a:lnTo>
                    <a:pt x="1125891" y="564256"/>
                  </a:lnTo>
                  <a:lnTo>
                    <a:pt x="1128355" y="564072"/>
                  </a:lnTo>
                  <a:lnTo>
                    <a:pt x="1130818" y="563910"/>
                  </a:lnTo>
                  <a:lnTo>
                    <a:pt x="1133282" y="563773"/>
                  </a:lnTo>
                  <a:lnTo>
                    <a:pt x="1135746" y="563661"/>
                  </a:lnTo>
                  <a:lnTo>
                    <a:pt x="1138209" y="563571"/>
                  </a:lnTo>
                  <a:lnTo>
                    <a:pt x="1140673" y="563501"/>
                  </a:lnTo>
                  <a:lnTo>
                    <a:pt x="1143137" y="563450"/>
                  </a:lnTo>
                  <a:lnTo>
                    <a:pt x="1145600" y="563415"/>
                  </a:lnTo>
                  <a:lnTo>
                    <a:pt x="1148064" y="563391"/>
                  </a:lnTo>
                  <a:lnTo>
                    <a:pt x="1150528" y="563374"/>
                  </a:lnTo>
                  <a:lnTo>
                    <a:pt x="1152991" y="563359"/>
                  </a:lnTo>
                  <a:lnTo>
                    <a:pt x="1155455" y="563339"/>
                  </a:lnTo>
                  <a:lnTo>
                    <a:pt x="1157919" y="563308"/>
                  </a:lnTo>
                  <a:lnTo>
                    <a:pt x="1160382" y="563259"/>
                  </a:lnTo>
                  <a:lnTo>
                    <a:pt x="1162846" y="563187"/>
                  </a:lnTo>
                  <a:lnTo>
                    <a:pt x="1165310" y="563087"/>
                  </a:lnTo>
                  <a:lnTo>
                    <a:pt x="1167773" y="562955"/>
                  </a:lnTo>
                  <a:lnTo>
                    <a:pt x="1170237" y="562788"/>
                  </a:lnTo>
                  <a:lnTo>
                    <a:pt x="1172701" y="562584"/>
                  </a:lnTo>
                  <a:lnTo>
                    <a:pt x="1175164" y="562337"/>
                  </a:lnTo>
                  <a:lnTo>
                    <a:pt x="1177628" y="562057"/>
                  </a:lnTo>
                  <a:lnTo>
                    <a:pt x="1180091" y="561746"/>
                  </a:lnTo>
                  <a:lnTo>
                    <a:pt x="1182555" y="561412"/>
                  </a:lnTo>
                  <a:lnTo>
                    <a:pt x="1185019" y="561059"/>
                  </a:lnTo>
                  <a:lnTo>
                    <a:pt x="1187482" y="560695"/>
                  </a:lnTo>
                  <a:lnTo>
                    <a:pt x="1189946" y="560328"/>
                  </a:lnTo>
                  <a:lnTo>
                    <a:pt x="1192410" y="559963"/>
                  </a:lnTo>
                  <a:lnTo>
                    <a:pt x="1194873" y="559609"/>
                  </a:lnTo>
                  <a:lnTo>
                    <a:pt x="1197337" y="559270"/>
                  </a:lnTo>
                  <a:lnTo>
                    <a:pt x="1199801" y="558945"/>
                  </a:lnTo>
                  <a:lnTo>
                    <a:pt x="1202264" y="558636"/>
                  </a:lnTo>
                  <a:lnTo>
                    <a:pt x="1204728" y="558339"/>
                  </a:lnTo>
                  <a:lnTo>
                    <a:pt x="1207192" y="558050"/>
                  </a:lnTo>
                  <a:lnTo>
                    <a:pt x="1209655" y="557763"/>
                  </a:lnTo>
                  <a:lnTo>
                    <a:pt x="1212119" y="557474"/>
                  </a:lnTo>
                  <a:lnTo>
                    <a:pt x="1214583" y="557173"/>
                  </a:lnTo>
                  <a:lnTo>
                    <a:pt x="1217046" y="556854"/>
                  </a:lnTo>
                  <a:lnTo>
                    <a:pt x="1219510" y="556515"/>
                  </a:lnTo>
                  <a:lnTo>
                    <a:pt x="1221974" y="556155"/>
                  </a:lnTo>
                  <a:lnTo>
                    <a:pt x="1224437" y="555777"/>
                  </a:lnTo>
                  <a:lnTo>
                    <a:pt x="1226901" y="555387"/>
                  </a:lnTo>
                  <a:lnTo>
                    <a:pt x="1229365" y="554993"/>
                  </a:lnTo>
                  <a:lnTo>
                    <a:pt x="1231828" y="554606"/>
                  </a:lnTo>
                  <a:lnTo>
                    <a:pt x="1234292" y="554247"/>
                  </a:lnTo>
                  <a:lnTo>
                    <a:pt x="1236756" y="553936"/>
                  </a:lnTo>
                  <a:lnTo>
                    <a:pt x="1239219" y="553690"/>
                  </a:lnTo>
                  <a:lnTo>
                    <a:pt x="1241683" y="553526"/>
                  </a:lnTo>
                  <a:lnTo>
                    <a:pt x="1244147" y="553461"/>
                  </a:lnTo>
                  <a:lnTo>
                    <a:pt x="1246610" y="553507"/>
                  </a:lnTo>
                  <a:lnTo>
                    <a:pt x="1249074" y="553677"/>
                  </a:lnTo>
                  <a:lnTo>
                    <a:pt x="1251538" y="553975"/>
                  </a:lnTo>
                  <a:lnTo>
                    <a:pt x="1254001" y="554411"/>
                  </a:lnTo>
                  <a:lnTo>
                    <a:pt x="1256465" y="554988"/>
                  </a:lnTo>
                  <a:lnTo>
                    <a:pt x="1258929" y="555680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8529616" y="3854904"/>
              <a:ext cx="1258929" cy="284937"/>
            </a:xfrm>
            <a:custGeom>
              <a:avLst/>
              <a:pathLst>
                <a:path w="1258929" h="284937">
                  <a:moveTo>
                    <a:pt x="0" y="284915"/>
                  </a:moveTo>
                  <a:lnTo>
                    <a:pt x="2463" y="284910"/>
                  </a:lnTo>
                  <a:lnTo>
                    <a:pt x="4927" y="284904"/>
                  </a:lnTo>
                  <a:lnTo>
                    <a:pt x="7390" y="284897"/>
                  </a:lnTo>
                  <a:lnTo>
                    <a:pt x="9854" y="284889"/>
                  </a:lnTo>
                  <a:lnTo>
                    <a:pt x="12318" y="284879"/>
                  </a:lnTo>
                  <a:lnTo>
                    <a:pt x="14781" y="284868"/>
                  </a:lnTo>
                  <a:lnTo>
                    <a:pt x="17245" y="284855"/>
                  </a:lnTo>
                  <a:lnTo>
                    <a:pt x="19709" y="284839"/>
                  </a:lnTo>
                  <a:lnTo>
                    <a:pt x="22172" y="284821"/>
                  </a:lnTo>
                  <a:lnTo>
                    <a:pt x="24636" y="284800"/>
                  </a:lnTo>
                  <a:lnTo>
                    <a:pt x="27100" y="284777"/>
                  </a:lnTo>
                  <a:lnTo>
                    <a:pt x="29563" y="284749"/>
                  </a:lnTo>
                  <a:lnTo>
                    <a:pt x="32027" y="284716"/>
                  </a:lnTo>
                  <a:lnTo>
                    <a:pt x="34491" y="284680"/>
                  </a:lnTo>
                  <a:lnTo>
                    <a:pt x="36954" y="284638"/>
                  </a:lnTo>
                  <a:lnTo>
                    <a:pt x="39418" y="284591"/>
                  </a:lnTo>
                  <a:lnTo>
                    <a:pt x="41882" y="284538"/>
                  </a:lnTo>
                  <a:lnTo>
                    <a:pt x="44345" y="284477"/>
                  </a:lnTo>
                  <a:lnTo>
                    <a:pt x="46809" y="284409"/>
                  </a:lnTo>
                  <a:lnTo>
                    <a:pt x="49273" y="284333"/>
                  </a:lnTo>
                  <a:lnTo>
                    <a:pt x="51736" y="284249"/>
                  </a:lnTo>
                  <a:lnTo>
                    <a:pt x="54200" y="284154"/>
                  </a:lnTo>
                  <a:lnTo>
                    <a:pt x="56664" y="284049"/>
                  </a:lnTo>
                  <a:lnTo>
                    <a:pt x="59127" y="283933"/>
                  </a:lnTo>
                  <a:lnTo>
                    <a:pt x="61591" y="283806"/>
                  </a:lnTo>
                  <a:lnTo>
                    <a:pt x="64055" y="283668"/>
                  </a:lnTo>
                  <a:lnTo>
                    <a:pt x="66518" y="283515"/>
                  </a:lnTo>
                  <a:lnTo>
                    <a:pt x="68982" y="283348"/>
                  </a:lnTo>
                  <a:lnTo>
                    <a:pt x="71446" y="283168"/>
                  </a:lnTo>
                  <a:lnTo>
                    <a:pt x="73909" y="282974"/>
                  </a:lnTo>
                  <a:lnTo>
                    <a:pt x="76373" y="282766"/>
                  </a:lnTo>
                  <a:lnTo>
                    <a:pt x="78837" y="282539"/>
                  </a:lnTo>
                  <a:lnTo>
                    <a:pt x="81300" y="282297"/>
                  </a:lnTo>
                  <a:lnTo>
                    <a:pt x="83764" y="282040"/>
                  </a:lnTo>
                  <a:lnTo>
                    <a:pt x="86228" y="281769"/>
                  </a:lnTo>
                  <a:lnTo>
                    <a:pt x="88691" y="281481"/>
                  </a:lnTo>
                  <a:lnTo>
                    <a:pt x="91155" y="281174"/>
                  </a:lnTo>
                  <a:lnTo>
                    <a:pt x="93618" y="280853"/>
                  </a:lnTo>
                  <a:lnTo>
                    <a:pt x="96082" y="280518"/>
                  </a:lnTo>
                  <a:lnTo>
                    <a:pt x="98546" y="280169"/>
                  </a:lnTo>
                  <a:lnTo>
                    <a:pt x="101009" y="279805"/>
                  </a:lnTo>
                  <a:lnTo>
                    <a:pt x="103473" y="279426"/>
                  </a:lnTo>
                  <a:lnTo>
                    <a:pt x="105937" y="279035"/>
                  </a:lnTo>
                  <a:lnTo>
                    <a:pt x="108400" y="278634"/>
                  </a:lnTo>
                  <a:lnTo>
                    <a:pt x="110864" y="278223"/>
                  </a:lnTo>
                  <a:lnTo>
                    <a:pt x="113328" y="277802"/>
                  </a:lnTo>
                  <a:lnTo>
                    <a:pt x="115791" y="277373"/>
                  </a:lnTo>
                  <a:lnTo>
                    <a:pt x="118255" y="276937"/>
                  </a:lnTo>
                  <a:lnTo>
                    <a:pt x="120719" y="276497"/>
                  </a:lnTo>
                  <a:lnTo>
                    <a:pt x="123182" y="276053"/>
                  </a:lnTo>
                  <a:lnTo>
                    <a:pt x="125646" y="275607"/>
                  </a:lnTo>
                  <a:lnTo>
                    <a:pt x="128110" y="275161"/>
                  </a:lnTo>
                  <a:lnTo>
                    <a:pt x="130573" y="274715"/>
                  </a:lnTo>
                  <a:lnTo>
                    <a:pt x="133037" y="274272"/>
                  </a:lnTo>
                  <a:lnTo>
                    <a:pt x="135501" y="273831"/>
                  </a:lnTo>
                  <a:lnTo>
                    <a:pt x="137964" y="273397"/>
                  </a:lnTo>
                  <a:lnTo>
                    <a:pt x="140428" y="272970"/>
                  </a:lnTo>
                  <a:lnTo>
                    <a:pt x="142892" y="272550"/>
                  </a:lnTo>
                  <a:lnTo>
                    <a:pt x="145355" y="272139"/>
                  </a:lnTo>
                  <a:lnTo>
                    <a:pt x="147819" y="271737"/>
                  </a:lnTo>
                  <a:lnTo>
                    <a:pt x="150283" y="271348"/>
                  </a:lnTo>
                  <a:lnTo>
                    <a:pt x="152746" y="270971"/>
                  </a:lnTo>
                  <a:lnTo>
                    <a:pt x="155210" y="270607"/>
                  </a:lnTo>
                  <a:lnTo>
                    <a:pt x="157674" y="270256"/>
                  </a:lnTo>
                  <a:lnTo>
                    <a:pt x="160137" y="269919"/>
                  </a:lnTo>
                  <a:lnTo>
                    <a:pt x="162601" y="269600"/>
                  </a:lnTo>
                  <a:lnTo>
                    <a:pt x="165065" y="269296"/>
                  </a:lnTo>
                  <a:lnTo>
                    <a:pt x="167528" y="269008"/>
                  </a:lnTo>
                  <a:lnTo>
                    <a:pt x="169992" y="268736"/>
                  </a:lnTo>
                  <a:lnTo>
                    <a:pt x="172456" y="268480"/>
                  </a:lnTo>
                  <a:lnTo>
                    <a:pt x="174919" y="268247"/>
                  </a:lnTo>
                  <a:lnTo>
                    <a:pt x="177383" y="268031"/>
                  </a:lnTo>
                  <a:lnTo>
                    <a:pt x="179847" y="267832"/>
                  </a:lnTo>
                  <a:lnTo>
                    <a:pt x="182310" y="267652"/>
                  </a:lnTo>
                  <a:lnTo>
                    <a:pt x="184774" y="267490"/>
                  </a:lnTo>
                  <a:lnTo>
                    <a:pt x="187237" y="267352"/>
                  </a:lnTo>
                  <a:lnTo>
                    <a:pt x="189701" y="267234"/>
                  </a:lnTo>
                  <a:lnTo>
                    <a:pt x="192165" y="267135"/>
                  </a:lnTo>
                  <a:lnTo>
                    <a:pt x="194628" y="267056"/>
                  </a:lnTo>
                  <a:lnTo>
                    <a:pt x="197092" y="266998"/>
                  </a:lnTo>
                  <a:lnTo>
                    <a:pt x="199556" y="266967"/>
                  </a:lnTo>
                  <a:lnTo>
                    <a:pt x="202019" y="266955"/>
                  </a:lnTo>
                  <a:lnTo>
                    <a:pt x="204483" y="266964"/>
                  </a:lnTo>
                  <a:lnTo>
                    <a:pt x="206947" y="266994"/>
                  </a:lnTo>
                  <a:lnTo>
                    <a:pt x="209410" y="267047"/>
                  </a:lnTo>
                  <a:lnTo>
                    <a:pt x="211874" y="267126"/>
                  </a:lnTo>
                  <a:lnTo>
                    <a:pt x="214338" y="267224"/>
                  </a:lnTo>
                  <a:lnTo>
                    <a:pt x="216801" y="267343"/>
                  </a:lnTo>
                  <a:lnTo>
                    <a:pt x="219265" y="267481"/>
                  </a:lnTo>
                  <a:lnTo>
                    <a:pt x="221729" y="267641"/>
                  </a:lnTo>
                  <a:lnTo>
                    <a:pt x="224192" y="267823"/>
                  </a:lnTo>
                  <a:lnTo>
                    <a:pt x="226656" y="268021"/>
                  </a:lnTo>
                  <a:lnTo>
                    <a:pt x="229120" y="268235"/>
                  </a:lnTo>
                  <a:lnTo>
                    <a:pt x="231583" y="268465"/>
                  </a:lnTo>
                  <a:lnTo>
                    <a:pt x="234047" y="268710"/>
                  </a:lnTo>
                  <a:lnTo>
                    <a:pt x="236511" y="268968"/>
                  </a:lnTo>
                  <a:lnTo>
                    <a:pt x="238974" y="269236"/>
                  </a:lnTo>
                  <a:lnTo>
                    <a:pt x="241438" y="269511"/>
                  </a:lnTo>
                  <a:lnTo>
                    <a:pt x="243902" y="269793"/>
                  </a:lnTo>
                  <a:lnTo>
                    <a:pt x="246365" y="270080"/>
                  </a:lnTo>
                  <a:lnTo>
                    <a:pt x="248829" y="270369"/>
                  </a:lnTo>
                  <a:lnTo>
                    <a:pt x="251293" y="270657"/>
                  </a:lnTo>
                  <a:lnTo>
                    <a:pt x="253756" y="270942"/>
                  </a:lnTo>
                  <a:lnTo>
                    <a:pt x="256220" y="271223"/>
                  </a:lnTo>
                  <a:lnTo>
                    <a:pt x="258684" y="271496"/>
                  </a:lnTo>
                  <a:lnTo>
                    <a:pt x="261147" y="271757"/>
                  </a:lnTo>
                  <a:lnTo>
                    <a:pt x="263611" y="272008"/>
                  </a:lnTo>
                  <a:lnTo>
                    <a:pt x="266075" y="272245"/>
                  </a:lnTo>
                  <a:lnTo>
                    <a:pt x="268538" y="272467"/>
                  </a:lnTo>
                  <a:lnTo>
                    <a:pt x="271002" y="272668"/>
                  </a:lnTo>
                  <a:lnTo>
                    <a:pt x="273465" y="272849"/>
                  </a:lnTo>
                  <a:lnTo>
                    <a:pt x="275929" y="273011"/>
                  </a:lnTo>
                  <a:lnTo>
                    <a:pt x="278393" y="273152"/>
                  </a:lnTo>
                  <a:lnTo>
                    <a:pt x="280856" y="273271"/>
                  </a:lnTo>
                  <a:lnTo>
                    <a:pt x="283320" y="273360"/>
                  </a:lnTo>
                  <a:lnTo>
                    <a:pt x="285784" y="273426"/>
                  </a:lnTo>
                  <a:lnTo>
                    <a:pt x="288247" y="273468"/>
                  </a:lnTo>
                  <a:lnTo>
                    <a:pt x="290711" y="273487"/>
                  </a:lnTo>
                  <a:lnTo>
                    <a:pt x="293175" y="273481"/>
                  </a:lnTo>
                  <a:lnTo>
                    <a:pt x="295638" y="273445"/>
                  </a:lnTo>
                  <a:lnTo>
                    <a:pt x="298102" y="273387"/>
                  </a:lnTo>
                  <a:lnTo>
                    <a:pt x="300566" y="273306"/>
                  </a:lnTo>
                  <a:lnTo>
                    <a:pt x="303029" y="273204"/>
                  </a:lnTo>
                  <a:lnTo>
                    <a:pt x="305493" y="273080"/>
                  </a:lnTo>
                  <a:lnTo>
                    <a:pt x="307957" y="272932"/>
                  </a:lnTo>
                  <a:lnTo>
                    <a:pt x="310420" y="272766"/>
                  </a:lnTo>
                  <a:lnTo>
                    <a:pt x="312884" y="272584"/>
                  </a:lnTo>
                  <a:lnTo>
                    <a:pt x="315348" y="272386"/>
                  </a:lnTo>
                  <a:lnTo>
                    <a:pt x="317811" y="272173"/>
                  </a:lnTo>
                  <a:lnTo>
                    <a:pt x="320275" y="271945"/>
                  </a:lnTo>
                  <a:lnTo>
                    <a:pt x="322739" y="271708"/>
                  </a:lnTo>
                  <a:lnTo>
                    <a:pt x="325202" y="271461"/>
                  </a:lnTo>
                  <a:lnTo>
                    <a:pt x="327666" y="271206"/>
                  </a:lnTo>
                  <a:lnTo>
                    <a:pt x="330130" y="270945"/>
                  </a:lnTo>
                  <a:lnTo>
                    <a:pt x="332593" y="270679"/>
                  </a:lnTo>
                  <a:lnTo>
                    <a:pt x="335057" y="270411"/>
                  </a:lnTo>
                  <a:lnTo>
                    <a:pt x="337521" y="270141"/>
                  </a:lnTo>
                  <a:lnTo>
                    <a:pt x="339984" y="269870"/>
                  </a:lnTo>
                  <a:lnTo>
                    <a:pt x="342448" y="269601"/>
                  </a:lnTo>
                  <a:lnTo>
                    <a:pt x="344912" y="269335"/>
                  </a:lnTo>
                  <a:lnTo>
                    <a:pt x="347375" y="269071"/>
                  </a:lnTo>
                  <a:lnTo>
                    <a:pt x="349839" y="268811"/>
                  </a:lnTo>
                  <a:lnTo>
                    <a:pt x="352303" y="268555"/>
                  </a:lnTo>
                  <a:lnTo>
                    <a:pt x="354766" y="268304"/>
                  </a:lnTo>
                  <a:lnTo>
                    <a:pt x="357230" y="268058"/>
                  </a:lnTo>
                  <a:lnTo>
                    <a:pt x="359694" y="267816"/>
                  </a:lnTo>
                  <a:lnTo>
                    <a:pt x="362157" y="267578"/>
                  </a:lnTo>
                  <a:lnTo>
                    <a:pt x="364621" y="267344"/>
                  </a:lnTo>
                  <a:lnTo>
                    <a:pt x="367084" y="267112"/>
                  </a:lnTo>
                  <a:lnTo>
                    <a:pt x="369548" y="266882"/>
                  </a:lnTo>
                  <a:lnTo>
                    <a:pt x="372012" y="266651"/>
                  </a:lnTo>
                  <a:lnTo>
                    <a:pt x="374475" y="266418"/>
                  </a:lnTo>
                  <a:lnTo>
                    <a:pt x="376939" y="266182"/>
                  </a:lnTo>
                  <a:lnTo>
                    <a:pt x="379403" y="265938"/>
                  </a:lnTo>
                  <a:lnTo>
                    <a:pt x="381866" y="265684"/>
                  </a:lnTo>
                  <a:lnTo>
                    <a:pt x="384330" y="265419"/>
                  </a:lnTo>
                  <a:lnTo>
                    <a:pt x="386794" y="265140"/>
                  </a:lnTo>
                  <a:lnTo>
                    <a:pt x="389257" y="264843"/>
                  </a:lnTo>
                  <a:lnTo>
                    <a:pt x="391721" y="264520"/>
                  </a:lnTo>
                  <a:lnTo>
                    <a:pt x="394185" y="264173"/>
                  </a:lnTo>
                  <a:lnTo>
                    <a:pt x="396648" y="263798"/>
                  </a:lnTo>
                  <a:lnTo>
                    <a:pt x="399112" y="263392"/>
                  </a:lnTo>
                  <a:lnTo>
                    <a:pt x="401576" y="262951"/>
                  </a:lnTo>
                  <a:lnTo>
                    <a:pt x="404039" y="262461"/>
                  </a:lnTo>
                  <a:lnTo>
                    <a:pt x="406503" y="261928"/>
                  </a:lnTo>
                  <a:lnTo>
                    <a:pt x="408967" y="261351"/>
                  </a:lnTo>
                  <a:lnTo>
                    <a:pt x="411430" y="260726"/>
                  </a:lnTo>
                  <a:lnTo>
                    <a:pt x="413894" y="260044"/>
                  </a:lnTo>
                  <a:lnTo>
                    <a:pt x="416358" y="259295"/>
                  </a:lnTo>
                  <a:lnTo>
                    <a:pt x="418821" y="258489"/>
                  </a:lnTo>
                  <a:lnTo>
                    <a:pt x="421285" y="257623"/>
                  </a:lnTo>
                  <a:lnTo>
                    <a:pt x="423749" y="256696"/>
                  </a:lnTo>
                  <a:lnTo>
                    <a:pt x="426212" y="255695"/>
                  </a:lnTo>
                  <a:lnTo>
                    <a:pt x="428676" y="254618"/>
                  </a:lnTo>
                  <a:lnTo>
                    <a:pt x="431140" y="253475"/>
                  </a:lnTo>
                  <a:lnTo>
                    <a:pt x="433603" y="252266"/>
                  </a:lnTo>
                  <a:lnTo>
                    <a:pt x="436067" y="250991"/>
                  </a:lnTo>
                  <a:lnTo>
                    <a:pt x="438531" y="249635"/>
                  </a:lnTo>
                  <a:lnTo>
                    <a:pt x="440994" y="248205"/>
                  </a:lnTo>
                  <a:lnTo>
                    <a:pt x="443458" y="246710"/>
                  </a:lnTo>
                  <a:lnTo>
                    <a:pt x="445922" y="245151"/>
                  </a:lnTo>
                  <a:lnTo>
                    <a:pt x="448385" y="243531"/>
                  </a:lnTo>
                  <a:lnTo>
                    <a:pt x="450849" y="241835"/>
                  </a:lnTo>
                  <a:lnTo>
                    <a:pt x="453312" y="240076"/>
                  </a:lnTo>
                  <a:lnTo>
                    <a:pt x="455776" y="238262"/>
                  </a:lnTo>
                  <a:lnTo>
                    <a:pt x="458240" y="236395"/>
                  </a:lnTo>
                  <a:lnTo>
                    <a:pt x="460703" y="234476"/>
                  </a:lnTo>
                  <a:lnTo>
                    <a:pt x="463167" y="232495"/>
                  </a:lnTo>
                  <a:lnTo>
                    <a:pt x="465631" y="230466"/>
                  </a:lnTo>
                  <a:lnTo>
                    <a:pt x="468094" y="228393"/>
                  </a:lnTo>
                  <a:lnTo>
                    <a:pt x="470558" y="226279"/>
                  </a:lnTo>
                  <a:lnTo>
                    <a:pt x="473022" y="224125"/>
                  </a:lnTo>
                  <a:lnTo>
                    <a:pt x="475485" y="221920"/>
                  </a:lnTo>
                  <a:lnTo>
                    <a:pt x="477949" y="219677"/>
                  </a:lnTo>
                  <a:lnTo>
                    <a:pt x="480413" y="217398"/>
                  </a:lnTo>
                  <a:lnTo>
                    <a:pt x="482876" y="215083"/>
                  </a:lnTo>
                  <a:lnTo>
                    <a:pt x="485340" y="212731"/>
                  </a:lnTo>
                  <a:lnTo>
                    <a:pt x="487804" y="210331"/>
                  </a:lnTo>
                  <a:lnTo>
                    <a:pt x="490267" y="207893"/>
                  </a:lnTo>
                  <a:lnTo>
                    <a:pt x="492731" y="205415"/>
                  </a:lnTo>
                  <a:lnTo>
                    <a:pt x="495195" y="202896"/>
                  </a:lnTo>
                  <a:lnTo>
                    <a:pt x="497658" y="200332"/>
                  </a:lnTo>
                  <a:lnTo>
                    <a:pt x="500122" y="197708"/>
                  </a:lnTo>
                  <a:lnTo>
                    <a:pt x="502586" y="195034"/>
                  </a:lnTo>
                  <a:lnTo>
                    <a:pt x="505049" y="192307"/>
                  </a:lnTo>
                  <a:lnTo>
                    <a:pt x="507513" y="189525"/>
                  </a:lnTo>
                  <a:lnTo>
                    <a:pt x="509977" y="186678"/>
                  </a:lnTo>
                  <a:lnTo>
                    <a:pt x="512440" y="183752"/>
                  </a:lnTo>
                  <a:lnTo>
                    <a:pt x="514904" y="180759"/>
                  </a:lnTo>
                  <a:lnTo>
                    <a:pt x="517368" y="177697"/>
                  </a:lnTo>
                  <a:lnTo>
                    <a:pt x="519831" y="174562"/>
                  </a:lnTo>
                  <a:lnTo>
                    <a:pt x="522295" y="171341"/>
                  </a:lnTo>
                  <a:lnTo>
                    <a:pt x="524759" y="168027"/>
                  </a:lnTo>
                  <a:lnTo>
                    <a:pt x="527222" y="164633"/>
                  </a:lnTo>
                  <a:lnTo>
                    <a:pt x="529686" y="161159"/>
                  </a:lnTo>
                  <a:lnTo>
                    <a:pt x="532150" y="157604"/>
                  </a:lnTo>
                  <a:lnTo>
                    <a:pt x="534613" y="153954"/>
                  </a:lnTo>
                  <a:lnTo>
                    <a:pt x="537077" y="150211"/>
                  </a:lnTo>
                  <a:lnTo>
                    <a:pt x="539541" y="146390"/>
                  </a:lnTo>
                  <a:lnTo>
                    <a:pt x="542004" y="142494"/>
                  </a:lnTo>
                  <a:lnTo>
                    <a:pt x="544468" y="138526"/>
                  </a:lnTo>
                  <a:lnTo>
                    <a:pt x="546931" y="134474"/>
                  </a:lnTo>
                  <a:lnTo>
                    <a:pt x="549395" y="130352"/>
                  </a:lnTo>
                  <a:lnTo>
                    <a:pt x="551859" y="126174"/>
                  </a:lnTo>
                  <a:lnTo>
                    <a:pt x="554322" y="121944"/>
                  </a:lnTo>
                  <a:lnTo>
                    <a:pt x="556786" y="117668"/>
                  </a:lnTo>
                  <a:lnTo>
                    <a:pt x="559250" y="113345"/>
                  </a:lnTo>
                  <a:lnTo>
                    <a:pt x="561713" y="108992"/>
                  </a:lnTo>
                  <a:lnTo>
                    <a:pt x="564177" y="104620"/>
                  </a:lnTo>
                  <a:lnTo>
                    <a:pt x="566641" y="100234"/>
                  </a:lnTo>
                  <a:lnTo>
                    <a:pt x="569104" y="95842"/>
                  </a:lnTo>
                  <a:lnTo>
                    <a:pt x="571568" y="91457"/>
                  </a:lnTo>
                  <a:lnTo>
                    <a:pt x="574032" y="87088"/>
                  </a:lnTo>
                  <a:lnTo>
                    <a:pt x="576495" y="82741"/>
                  </a:lnTo>
                  <a:lnTo>
                    <a:pt x="578959" y="78425"/>
                  </a:lnTo>
                  <a:lnTo>
                    <a:pt x="581423" y="74146"/>
                  </a:lnTo>
                  <a:lnTo>
                    <a:pt x="583886" y="69930"/>
                  </a:lnTo>
                  <a:lnTo>
                    <a:pt x="586350" y="65771"/>
                  </a:lnTo>
                  <a:lnTo>
                    <a:pt x="588814" y="61675"/>
                  </a:lnTo>
                  <a:lnTo>
                    <a:pt x="591277" y="57647"/>
                  </a:lnTo>
                  <a:lnTo>
                    <a:pt x="593741" y="53698"/>
                  </a:lnTo>
                  <a:lnTo>
                    <a:pt x="596205" y="49855"/>
                  </a:lnTo>
                  <a:lnTo>
                    <a:pt x="598668" y="46102"/>
                  </a:lnTo>
                  <a:lnTo>
                    <a:pt x="601132" y="42444"/>
                  </a:lnTo>
                  <a:lnTo>
                    <a:pt x="603596" y="38884"/>
                  </a:lnTo>
                  <a:lnTo>
                    <a:pt x="606059" y="35438"/>
                  </a:lnTo>
                  <a:lnTo>
                    <a:pt x="608523" y="32131"/>
                  </a:lnTo>
                  <a:lnTo>
                    <a:pt x="610987" y="28941"/>
                  </a:lnTo>
                  <a:lnTo>
                    <a:pt x="613450" y="25872"/>
                  </a:lnTo>
                  <a:lnTo>
                    <a:pt x="615914" y="22928"/>
                  </a:lnTo>
                  <a:lnTo>
                    <a:pt x="618378" y="20133"/>
                  </a:lnTo>
                  <a:lnTo>
                    <a:pt x="620841" y="17507"/>
                  </a:lnTo>
                  <a:lnTo>
                    <a:pt x="623305" y="15026"/>
                  </a:lnTo>
                  <a:lnTo>
                    <a:pt x="625769" y="12695"/>
                  </a:lnTo>
                  <a:lnTo>
                    <a:pt x="628232" y="10521"/>
                  </a:lnTo>
                  <a:lnTo>
                    <a:pt x="630696" y="8538"/>
                  </a:lnTo>
                  <a:lnTo>
                    <a:pt x="633159" y="6759"/>
                  </a:lnTo>
                  <a:lnTo>
                    <a:pt x="635623" y="5160"/>
                  </a:lnTo>
                  <a:lnTo>
                    <a:pt x="638087" y="3749"/>
                  </a:lnTo>
                  <a:lnTo>
                    <a:pt x="640550" y="2532"/>
                  </a:lnTo>
                  <a:lnTo>
                    <a:pt x="643014" y="1562"/>
                  </a:lnTo>
                  <a:lnTo>
                    <a:pt x="645478" y="834"/>
                  </a:lnTo>
                  <a:lnTo>
                    <a:pt x="647941" y="326"/>
                  </a:lnTo>
                  <a:lnTo>
                    <a:pt x="650405" y="46"/>
                  </a:lnTo>
                  <a:lnTo>
                    <a:pt x="652869" y="0"/>
                  </a:lnTo>
                  <a:lnTo>
                    <a:pt x="655332" y="256"/>
                  </a:lnTo>
                  <a:lnTo>
                    <a:pt x="657796" y="784"/>
                  </a:lnTo>
                  <a:lnTo>
                    <a:pt x="660260" y="1565"/>
                  </a:lnTo>
                  <a:lnTo>
                    <a:pt x="662723" y="2603"/>
                  </a:lnTo>
                  <a:lnTo>
                    <a:pt x="665187" y="3901"/>
                  </a:lnTo>
                  <a:lnTo>
                    <a:pt x="667651" y="5540"/>
                  </a:lnTo>
                  <a:lnTo>
                    <a:pt x="670114" y="7455"/>
                  </a:lnTo>
                  <a:lnTo>
                    <a:pt x="672578" y="9632"/>
                  </a:lnTo>
                  <a:lnTo>
                    <a:pt x="675042" y="12069"/>
                  </a:lnTo>
                  <a:lnTo>
                    <a:pt x="677505" y="14764"/>
                  </a:lnTo>
                  <a:lnTo>
                    <a:pt x="679969" y="17798"/>
                  </a:lnTo>
                  <a:lnTo>
                    <a:pt x="682433" y="21077"/>
                  </a:lnTo>
                  <a:lnTo>
                    <a:pt x="684896" y="24593"/>
                  </a:lnTo>
                  <a:lnTo>
                    <a:pt x="687360" y="28338"/>
                  </a:lnTo>
                  <a:lnTo>
                    <a:pt x="689824" y="32311"/>
                  </a:lnTo>
                  <a:lnTo>
                    <a:pt x="692287" y="36555"/>
                  </a:lnTo>
                  <a:lnTo>
                    <a:pt x="694751" y="40988"/>
                  </a:lnTo>
                  <a:lnTo>
                    <a:pt x="697215" y="45600"/>
                  </a:lnTo>
                  <a:lnTo>
                    <a:pt x="699678" y="50378"/>
                  </a:lnTo>
                  <a:lnTo>
                    <a:pt x="702142" y="55319"/>
                  </a:lnTo>
                  <a:lnTo>
                    <a:pt x="704606" y="60428"/>
                  </a:lnTo>
                  <a:lnTo>
                    <a:pt x="707069" y="65649"/>
                  </a:lnTo>
                  <a:lnTo>
                    <a:pt x="709533" y="70969"/>
                  </a:lnTo>
                  <a:lnTo>
                    <a:pt x="711997" y="76374"/>
                  </a:lnTo>
                  <a:lnTo>
                    <a:pt x="714460" y="81855"/>
                  </a:lnTo>
                  <a:lnTo>
                    <a:pt x="716924" y="87393"/>
                  </a:lnTo>
                  <a:lnTo>
                    <a:pt x="719388" y="92960"/>
                  </a:lnTo>
                  <a:lnTo>
                    <a:pt x="721851" y="98542"/>
                  </a:lnTo>
                  <a:lnTo>
                    <a:pt x="724315" y="104128"/>
                  </a:lnTo>
                  <a:lnTo>
                    <a:pt x="726778" y="109698"/>
                  </a:lnTo>
                  <a:lnTo>
                    <a:pt x="729242" y="115232"/>
                  </a:lnTo>
                  <a:lnTo>
                    <a:pt x="731706" y="120723"/>
                  </a:lnTo>
                  <a:lnTo>
                    <a:pt x="734169" y="126158"/>
                  </a:lnTo>
                  <a:lnTo>
                    <a:pt x="736633" y="131530"/>
                  </a:lnTo>
                  <a:lnTo>
                    <a:pt x="739097" y="136812"/>
                  </a:lnTo>
                  <a:lnTo>
                    <a:pt x="741560" y="141994"/>
                  </a:lnTo>
                  <a:lnTo>
                    <a:pt x="744024" y="147080"/>
                  </a:lnTo>
                  <a:lnTo>
                    <a:pt x="746488" y="152066"/>
                  </a:lnTo>
                  <a:lnTo>
                    <a:pt x="748951" y="156945"/>
                  </a:lnTo>
                  <a:lnTo>
                    <a:pt x="751415" y="161684"/>
                  </a:lnTo>
                  <a:lnTo>
                    <a:pt x="753879" y="166294"/>
                  </a:lnTo>
                  <a:lnTo>
                    <a:pt x="756342" y="170782"/>
                  </a:lnTo>
                  <a:lnTo>
                    <a:pt x="758806" y="175148"/>
                  </a:lnTo>
                  <a:lnTo>
                    <a:pt x="761270" y="179390"/>
                  </a:lnTo>
                  <a:lnTo>
                    <a:pt x="763733" y="183470"/>
                  </a:lnTo>
                  <a:lnTo>
                    <a:pt x="766197" y="187419"/>
                  </a:lnTo>
                  <a:lnTo>
                    <a:pt x="768661" y="191243"/>
                  </a:lnTo>
                  <a:lnTo>
                    <a:pt x="771124" y="194943"/>
                  </a:lnTo>
                  <a:lnTo>
                    <a:pt x="773588" y="198522"/>
                  </a:lnTo>
                  <a:lnTo>
                    <a:pt x="776052" y="201943"/>
                  </a:lnTo>
                  <a:lnTo>
                    <a:pt x="778515" y="205246"/>
                  </a:lnTo>
                  <a:lnTo>
                    <a:pt x="780979" y="208437"/>
                  </a:lnTo>
                  <a:lnTo>
                    <a:pt x="783443" y="211517"/>
                  </a:lnTo>
                  <a:lnTo>
                    <a:pt x="785906" y="214488"/>
                  </a:lnTo>
                  <a:lnTo>
                    <a:pt x="788370" y="217323"/>
                  </a:lnTo>
                  <a:lnTo>
                    <a:pt x="790834" y="220061"/>
                  </a:lnTo>
                  <a:lnTo>
                    <a:pt x="793297" y="222704"/>
                  </a:lnTo>
                  <a:lnTo>
                    <a:pt x="795761" y="225255"/>
                  </a:lnTo>
                  <a:lnTo>
                    <a:pt x="798225" y="227714"/>
                  </a:lnTo>
                  <a:lnTo>
                    <a:pt x="800688" y="230065"/>
                  </a:lnTo>
                  <a:lnTo>
                    <a:pt x="803152" y="232338"/>
                  </a:lnTo>
                  <a:lnTo>
                    <a:pt x="805616" y="234535"/>
                  </a:lnTo>
                  <a:lnTo>
                    <a:pt x="808079" y="236659"/>
                  </a:lnTo>
                  <a:lnTo>
                    <a:pt x="810543" y="238706"/>
                  </a:lnTo>
                  <a:lnTo>
                    <a:pt x="813006" y="240670"/>
                  </a:lnTo>
                  <a:lnTo>
                    <a:pt x="815470" y="242571"/>
                  </a:lnTo>
                  <a:lnTo>
                    <a:pt x="817934" y="244411"/>
                  </a:lnTo>
                  <a:lnTo>
                    <a:pt x="820397" y="246192"/>
                  </a:lnTo>
                  <a:lnTo>
                    <a:pt x="822861" y="247908"/>
                  </a:lnTo>
                  <a:lnTo>
                    <a:pt x="825325" y="249559"/>
                  </a:lnTo>
                  <a:lnTo>
                    <a:pt x="827788" y="251157"/>
                  </a:lnTo>
                  <a:lnTo>
                    <a:pt x="830252" y="252704"/>
                  </a:lnTo>
                  <a:lnTo>
                    <a:pt x="832716" y="254201"/>
                  </a:lnTo>
                  <a:lnTo>
                    <a:pt x="835179" y="255641"/>
                  </a:lnTo>
                  <a:lnTo>
                    <a:pt x="837643" y="257027"/>
                  </a:lnTo>
                  <a:lnTo>
                    <a:pt x="840107" y="258366"/>
                  </a:lnTo>
                  <a:lnTo>
                    <a:pt x="842570" y="259661"/>
                  </a:lnTo>
                  <a:lnTo>
                    <a:pt x="845034" y="260912"/>
                  </a:lnTo>
                  <a:lnTo>
                    <a:pt x="847498" y="262110"/>
                  </a:lnTo>
                  <a:lnTo>
                    <a:pt x="849961" y="263260"/>
                  </a:lnTo>
                  <a:lnTo>
                    <a:pt x="852425" y="264370"/>
                  </a:lnTo>
                  <a:lnTo>
                    <a:pt x="854889" y="265439"/>
                  </a:lnTo>
                  <a:lnTo>
                    <a:pt x="857352" y="266468"/>
                  </a:lnTo>
                  <a:lnTo>
                    <a:pt x="859816" y="267448"/>
                  </a:lnTo>
                  <a:lnTo>
                    <a:pt x="862280" y="268387"/>
                  </a:lnTo>
                  <a:lnTo>
                    <a:pt x="864743" y="269289"/>
                  </a:lnTo>
                  <a:lnTo>
                    <a:pt x="867207" y="270154"/>
                  </a:lnTo>
                  <a:lnTo>
                    <a:pt x="869671" y="270984"/>
                  </a:lnTo>
                  <a:lnTo>
                    <a:pt x="872134" y="271768"/>
                  </a:lnTo>
                  <a:lnTo>
                    <a:pt x="874598" y="272517"/>
                  </a:lnTo>
                  <a:lnTo>
                    <a:pt x="877062" y="273234"/>
                  </a:lnTo>
                  <a:lnTo>
                    <a:pt x="879525" y="273918"/>
                  </a:lnTo>
                  <a:lnTo>
                    <a:pt x="881989" y="274571"/>
                  </a:lnTo>
                  <a:lnTo>
                    <a:pt x="884453" y="275184"/>
                  </a:lnTo>
                  <a:lnTo>
                    <a:pt x="886916" y="275767"/>
                  </a:lnTo>
                  <a:lnTo>
                    <a:pt x="889380" y="276323"/>
                  </a:lnTo>
                  <a:lnTo>
                    <a:pt x="891844" y="276851"/>
                  </a:lnTo>
                  <a:lnTo>
                    <a:pt x="894307" y="277351"/>
                  </a:lnTo>
                  <a:lnTo>
                    <a:pt x="896771" y="277818"/>
                  </a:lnTo>
                  <a:lnTo>
                    <a:pt x="899235" y="278261"/>
                  </a:lnTo>
                  <a:lnTo>
                    <a:pt x="901698" y="278680"/>
                  </a:lnTo>
                  <a:lnTo>
                    <a:pt x="904162" y="279076"/>
                  </a:lnTo>
                  <a:lnTo>
                    <a:pt x="906625" y="279449"/>
                  </a:lnTo>
                  <a:lnTo>
                    <a:pt x="909089" y="279795"/>
                  </a:lnTo>
                  <a:lnTo>
                    <a:pt x="911553" y="280122"/>
                  </a:lnTo>
                  <a:lnTo>
                    <a:pt x="914016" y="280429"/>
                  </a:lnTo>
                  <a:lnTo>
                    <a:pt x="916480" y="280718"/>
                  </a:lnTo>
                  <a:lnTo>
                    <a:pt x="918944" y="280987"/>
                  </a:lnTo>
                  <a:lnTo>
                    <a:pt x="921407" y="281237"/>
                  </a:lnTo>
                  <a:lnTo>
                    <a:pt x="923871" y="281471"/>
                  </a:lnTo>
                  <a:lnTo>
                    <a:pt x="926335" y="281691"/>
                  </a:lnTo>
                  <a:lnTo>
                    <a:pt x="928798" y="281896"/>
                  </a:lnTo>
                  <a:lnTo>
                    <a:pt x="931262" y="282087"/>
                  </a:lnTo>
                  <a:lnTo>
                    <a:pt x="933726" y="282263"/>
                  </a:lnTo>
                  <a:lnTo>
                    <a:pt x="936189" y="282429"/>
                  </a:lnTo>
                  <a:lnTo>
                    <a:pt x="938653" y="282584"/>
                  </a:lnTo>
                  <a:lnTo>
                    <a:pt x="941117" y="282729"/>
                  </a:lnTo>
                  <a:lnTo>
                    <a:pt x="943580" y="282863"/>
                  </a:lnTo>
                  <a:lnTo>
                    <a:pt x="946044" y="282988"/>
                  </a:lnTo>
                  <a:lnTo>
                    <a:pt x="948508" y="283106"/>
                  </a:lnTo>
                  <a:lnTo>
                    <a:pt x="950971" y="283217"/>
                  </a:lnTo>
                  <a:lnTo>
                    <a:pt x="953435" y="283322"/>
                  </a:lnTo>
                  <a:lnTo>
                    <a:pt x="955899" y="283419"/>
                  </a:lnTo>
                  <a:lnTo>
                    <a:pt x="958362" y="283510"/>
                  </a:lnTo>
                  <a:lnTo>
                    <a:pt x="960826" y="283597"/>
                  </a:lnTo>
                  <a:lnTo>
                    <a:pt x="963290" y="283680"/>
                  </a:lnTo>
                  <a:lnTo>
                    <a:pt x="965753" y="283758"/>
                  </a:lnTo>
                  <a:lnTo>
                    <a:pt x="968217" y="283832"/>
                  </a:lnTo>
                  <a:lnTo>
                    <a:pt x="970681" y="283902"/>
                  </a:lnTo>
                  <a:lnTo>
                    <a:pt x="973144" y="283969"/>
                  </a:lnTo>
                  <a:lnTo>
                    <a:pt x="975608" y="284033"/>
                  </a:lnTo>
                  <a:lnTo>
                    <a:pt x="978072" y="284094"/>
                  </a:lnTo>
                  <a:lnTo>
                    <a:pt x="980535" y="284151"/>
                  </a:lnTo>
                  <a:lnTo>
                    <a:pt x="982999" y="284207"/>
                  </a:lnTo>
                  <a:lnTo>
                    <a:pt x="985463" y="284259"/>
                  </a:lnTo>
                  <a:lnTo>
                    <a:pt x="987926" y="284310"/>
                  </a:lnTo>
                  <a:lnTo>
                    <a:pt x="990390" y="284358"/>
                  </a:lnTo>
                  <a:lnTo>
                    <a:pt x="992853" y="284403"/>
                  </a:lnTo>
                  <a:lnTo>
                    <a:pt x="995317" y="284445"/>
                  </a:lnTo>
                  <a:lnTo>
                    <a:pt x="997781" y="284486"/>
                  </a:lnTo>
                  <a:lnTo>
                    <a:pt x="1000244" y="284525"/>
                  </a:lnTo>
                  <a:lnTo>
                    <a:pt x="1002708" y="284561"/>
                  </a:lnTo>
                  <a:lnTo>
                    <a:pt x="1005172" y="284595"/>
                  </a:lnTo>
                  <a:lnTo>
                    <a:pt x="1007635" y="284626"/>
                  </a:lnTo>
                  <a:lnTo>
                    <a:pt x="1010099" y="284656"/>
                  </a:lnTo>
                  <a:lnTo>
                    <a:pt x="1012563" y="284684"/>
                  </a:lnTo>
                  <a:lnTo>
                    <a:pt x="1015026" y="284710"/>
                  </a:lnTo>
                  <a:lnTo>
                    <a:pt x="1017490" y="284733"/>
                  </a:lnTo>
                  <a:lnTo>
                    <a:pt x="1019954" y="284755"/>
                  </a:lnTo>
                  <a:lnTo>
                    <a:pt x="1022417" y="284775"/>
                  </a:lnTo>
                  <a:lnTo>
                    <a:pt x="1024881" y="284793"/>
                  </a:lnTo>
                  <a:lnTo>
                    <a:pt x="1027345" y="284810"/>
                  </a:lnTo>
                  <a:lnTo>
                    <a:pt x="1029808" y="284825"/>
                  </a:lnTo>
                  <a:lnTo>
                    <a:pt x="1032272" y="284838"/>
                  </a:lnTo>
                  <a:lnTo>
                    <a:pt x="1034736" y="284851"/>
                  </a:lnTo>
                  <a:lnTo>
                    <a:pt x="1037199" y="284862"/>
                  </a:lnTo>
                  <a:lnTo>
                    <a:pt x="1039663" y="284872"/>
                  </a:lnTo>
                  <a:lnTo>
                    <a:pt x="1042127" y="284880"/>
                  </a:lnTo>
                  <a:lnTo>
                    <a:pt x="1044590" y="284888"/>
                  </a:lnTo>
                  <a:lnTo>
                    <a:pt x="1047054" y="284895"/>
                  </a:lnTo>
                  <a:lnTo>
                    <a:pt x="1049518" y="284901"/>
                  </a:lnTo>
                  <a:lnTo>
                    <a:pt x="1051981" y="284906"/>
                  </a:lnTo>
                  <a:lnTo>
                    <a:pt x="1054445" y="284911"/>
                  </a:lnTo>
                  <a:lnTo>
                    <a:pt x="1056909" y="284915"/>
                  </a:lnTo>
                  <a:lnTo>
                    <a:pt x="1059372" y="284919"/>
                  </a:lnTo>
                  <a:lnTo>
                    <a:pt x="1061836" y="284922"/>
                  </a:lnTo>
                  <a:lnTo>
                    <a:pt x="1064300" y="284924"/>
                  </a:lnTo>
                  <a:lnTo>
                    <a:pt x="1066763" y="284926"/>
                  </a:lnTo>
                  <a:lnTo>
                    <a:pt x="1069227" y="284928"/>
                  </a:lnTo>
                  <a:lnTo>
                    <a:pt x="1071691" y="284930"/>
                  </a:lnTo>
                  <a:lnTo>
                    <a:pt x="1074154" y="284931"/>
                  </a:lnTo>
                  <a:lnTo>
                    <a:pt x="1076618" y="284932"/>
                  </a:lnTo>
                  <a:lnTo>
                    <a:pt x="1079082" y="284933"/>
                  </a:lnTo>
                  <a:lnTo>
                    <a:pt x="1081545" y="284934"/>
                  </a:lnTo>
                  <a:lnTo>
                    <a:pt x="1084009" y="284935"/>
                  </a:lnTo>
                  <a:lnTo>
                    <a:pt x="1086472" y="284935"/>
                  </a:lnTo>
                  <a:lnTo>
                    <a:pt x="1088936" y="284936"/>
                  </a:lnTo>
                  <a:lnTo>
                    <a:pt x="1091400" y="284936"/>
                  </a:lnTo>
                  <a:lnTo>
                    <a:pt x="1093863" y="284936"/>
                  </a:lnTo>
                  <a:lnTo>
                    <a:pt x="1096327" y="284936"/>
                  </a:lnTo>
                  <a:lnTo>
                    <a:pt x="1098791" y="284937"/>
                  </a:lnTo>
                  <a:lnTo>
                    <a:pt x="1101254" y="284937"/>
                  </a:lnTo>
                  <a:lnTo>
                    <a:pt x="1103718" y="284937"/>
                  </a:lnTo>
                  <a:lnTo>
                    <a:pt x="1106182" y="284937"/>
                  </a:lnTo>
                  <a:lnTo>
                    <a:pt x="1108645" y="284937"/>
                  </a:lnTo>
                  <a:lnTo>
                    <a:pt x="1111109" y="284937"/>
                  </a:lnTo>
                  <a:lnTo>
                    <a:pt x="1113573" y="284937"/>
                  </a:lnTo>
                  <a:lnTo>
                    <a:pt x="1116036" y="284937"/>
                  </a:lnTo>
                  <a:lnTo>
                    <a:pt x="1118500" y="284937"/>
                  </a:lnTo>
                  <a:lnTo>
                    <a:pt x="1120964" y="284937"/>
                  </a:lnTo>
                  <a:lnTo>
                    <a:pt x="1123427" y="284937"/>
                  </a:lnTo>
                  <a:lnTo>
                    <a:pt x="1125891" y="284937"/>
                  </a:lnTo>
                  <a:lnTo>
                    <a:pt x="1128355" y="284937"/>
                  </a:lnTo>
                  <a:lnTo>
                    <a:pt x="1130818" y="284937"/>
                  </a:lnTo>
                  <a:lnTo>
                    <a:pt x="1133282" y="284937"/>
                  </a:lnTo>
                  <a:lnTo>
                    <a:pt x="1135746" y="284937"/>
                  </a:lnTo>
                  <a:lnTo>
                    <a:pt x="1138209" y="284937"/>
                  </a:lnTo>
                  <a:lnTo>
                    <a:pt x="1140673" y="284937"/>
                  </a:lnTo>
                  <a:lnTo>
                    <a:pt x="1143137" y="284937"/>
                  </a:lnTo>
                  <a:lnTo>
                    <a:pt x="1145600" y="284937"/>
                  </a:lnTo>
                  <a:lnTo>
                    <a:pt x="1148064" y="284937"/>
                  </a:lnTo>
                  <a:lnTo>
                    <a:pt x="1150528" y="284937"/>
                  </a:lnTo>
                  <a:lnTo>
                    <a:pt x="1152991" y="284937"/>
                  </a:lnTo>
                  <a:lnTo>
                    <a:pt x="1155455" y="284937"/>
                  </a:lnTo>
                  <a:lnTo>
                    <a:pt x="1157919" y="284937"/>
                  </a:lnTo>
                  <a:lnTo>
                    <a:pt x="1160382" y="284937"/>
                  </a:lnTo>
                  <a:lnTo>
                    <a:pt x="1162846" y="284937"/>
                  </a:lnTo>
                  <a:lnTo>
                    <a:pt x="1165310" y="284937"/>
                  </a:lnTo>
                  <a:lnTo>
                    <a:pt x="1167773" y="284937"/>
                  </a:lnTo>
                  <a:lnTo>
                    <a:pt x="1170237" y="284937"/>
                  </a:lnTo>
                  <a:lnTo>
                    <a:pt x="1172701" y="284937"/>
                  </a:lnTo>
                  <a:lnTo>
                    <a:pt x="1175164" y="284937"/>
                  </a:lnTo>
                  <a:lnTo>
                    <a:pt x="1177628" y="284937"/>
                  </a:lnTo>
                  <a:lnTo>
                    <a:pt x="1180091" y="284937"/>
                  </a:lnTo>
                  <a:lnTo>
                    <a:pt x="1182555" y="284937"/>
                  </a:lnTo>
                  <a:lnTo>
                    <a:pt x="1185019" y="284937"/>
                  </a:lnTo>
                  <a:lnTo>
                    <a:pt x="1187482" y="284937"/>
                  </a:lnTo>
                  <a:lnTo>
                    <a:pt x="1189946" y="284937"/>
                  </a:lnTo>
                  <a:lnTo>
                    <a:pt x="1192410" y="284937"/>
                  </a:lnTo>
                  <a:lnTo>
                    <a:pt x="1194873" y="284937"/>
                  </a:lnTo>
                  <a:lnTo>
                    <a:pt x="1197337" y="284937"/>
                  </a:lnTo>
                  <a:lnTo>
                    <a:pt x="1199801" y="284937"/>
                  </a:lnTo>
                  <a:lnTo>
                    <a:pt x="1202264" y="284937"/>
                  </a:lnTo>
                  <a:lnTo>
                    <a:pt x="1204728" y="284937"/>
                  </a:lnTo>
                  <a:lnTo>
                    <a:pt x="1207192" y="284937"/>
                  </a:lnTo>
                  <a:lnTo>
                    <a:pt x="1209655" y="284937"/>
                  </a:lnTo>
                  <a:lnTo>
                    <a:pt x="1212119" y="284937"/>
                  </a:lnTo>
                  <a:lnTo>
                    <a:pt x="1214583" y="284937"/>
                  </a:lnTo>
                  <a:lnTo>
                    <a:pt x="1217046" y="284937"/>
                  </a:lnTo>
                  <a:lnTo>
                    <a:pt x="1219510" y="284937"/>
                  </a:lnTo>
                  <a:lnTo>
                    <a:pt x="1221974" y="284937"/>
                  </a:lnTo>
                  <a:lnTo>
                    <a:pt x="1224437" y="284937"/>
                  </a:lnTo>
                  <a:lnTo>
                    <a:pt x="1226901" y="284937"/>
                  </a:lnTo>
                  <a:lnTo>
                    <a:pt x="1229365" y="284937"/>
                  </a:lnTo>
                  <a:lnTo>
                    <a:pt x="1231828" y="284937"/>
                  </a:lnTo>
                  <a:lnTo>
                    <a:pt x="1234292" y="284937"/>
                  </a:lnTo>
                  <a:lnTo>
                    <a:pt x="1236756" y="284937"/>
                  </a:lnTo>
                  <a:lnTo>
                    <a:pt x="1239219" y="284937"/>
                  </a:lnTo>
                  <a:lnTo>
                    <a:pt x="1241683" y="284937"/>
                  </a:lnTo>
                  <a:lnTo>
                    <a:pt x="1244147" y="284937"/>
                  </a:lnTo>
                  <a:lnTo>
                    <a:pt x="1246610" y="284937"/>
                  </a:lnTo>
                  <a:lnTo>
                    <a:pt x="1249074" y="284937"/>
                  </a:lnTo>
                  <a:lnTo>
                    <a:pt x="1251538" y="284937"/>
                  </a:lnTo>
                  <a:lnTo>
                    <a:pt x="1254001" y="284937"/>
                  </a:lnTo>
                  <a:lnTo>
                    <a:pt x="1256465" y="284937"/>
                  </a:lnTo>
                  <a:lnTo>
                    <a:pt x="1258929" y="284937"/>
                  </a:lnTo>
                  <a:lnTo>
                    <a:pt x="1256465" y="284937"/>
                  </a:lnTo>
                  <a:lnTo>
                    <a:pt x="1254001" y="284937"/>
                  </a:lnTo>
                  <a:lnTo>
                    <a:pt x="1251538" y="284937"/>
                  </a:lnTo>
                  <a:lnTo>
                    <a:pt x="1249074" y="284937"/>
                  </a:lnTo>
                  <a:lnTo>
                    <a:pt x="1246610" y="284937"/>
                  </a:lnTo>
                  <a:lnTo>
                    <a:pt x="1244147" y="284937"/>
                  </a:lnTo>
                  <a:lnTo>
                    <a:pt x="1241683" y="284937"/>
                  </a:lnTo>
                  <a:lnTo>
                    <a:pt x="1239219" y="284937"/>
                  </a:lnTo>
                  <a:lnTo>
                    <a:pt x="1236756" y="284937"/>
                  </a:lnTo>
                  <a:lnTo>
                    <a:pt x="1234292" y="284937"/>
                  </a:lnTo>
                  <a:lnTo>
                    <a:pt x="1231828" y="284937"/>
                  </a:lnTo>
                  <a:lnTo>
                    <a:pt x="1229365" y="284937"/>
                  </a:lnTo>
                  <a:lnTo>
                    <a:pt x="1226901" y="284937"/>
                  </a:lnTo>
                  <a:lnTo>
                    <a:pt x="1224437" y="284937"/>
                  </a:lnTo>
                  <a:lnTo>
                    <a:pt x="1221974" y="284937"/>
                  </a:lnTo>
                  <a:lnTo>
                    <a:pt x="1219510" y="284937"/>
                  </a:lnTo>
                  <a:lnTo>
                    <a:pt x="1217046" y="284937"/>
                  </a:lnTo>
                  <a:lnTo>
                    <a:pt x="1214583" y="284937"/>
                  </a:lnTo>
                  <a:lnTo>
                    <a:pt x="1212119" y="284937"/>
                  </a:lnTo>
                  <a:lnTo>
                    <a:pt x="1209655" y="284937"/>
                  </a:lnTo>
                  <a:lnTo>
                    <a:pt x="1207192" y="284937"/>
                  </a:lnTo>
                  <a:lnTo>
                    <a:pt x="1204728" y="284937"/>
                  </a:lnTo>
                  <a:lnTo>
                    <a:pt x="1202264" y="284937"/>
                  </a:lnTo>
                  <a:lnTo>
                    <a:pt x="1199801" y="284937"/>
                  </a:lnTo>
                  <a:lnTo>
                    <a:pt x="1197337" y="284937"/>
                  </a:lnTo>
                  <a:lnTo>
                    <a:pt x="1194873" y="284937"/>
                  </a:lnTo>
                  <a:lnTo>
                    <a:pt x="1192410" y="284937"/>
                  </a:lnTo>
                  <a:lnTo>
                    <a:pt x="1189946" y="284937"/>
                  </a:lnTo>
                  <a:lnTo>
                    <a:pt x="1187482" y="284937"/>
                  </a:lnTo>
                  <a:lnTo>
                    <a:pt x="1185019" y="284937"/>
                  </a:lnTo>
                  <a:lnTo>
                    <a:pt x="1182555" y="284937"/>
                  </a:lnTo>
                  <a:lnTo>
                    <a:pt x="1180091" y="284937"/>
                  </a:lnTo>
                  <a:lnTo>
                    <a:pt x="1177628" y="284937"/>
                  </a:lnTo>
                  <a:lnTo>
                    <a:pt x="1175164" y="284937"/>
                  </a:lnTo>
                  <a:lnTo>
                    <a:pt x="1172701" y="284937"/>
                  </a:lnTo>
                  <a:lnTo>
                    <a:pt x="1170237" y="284937"/>
                  </a:lnTo>
                  <a:lnTo>
                    <a:pt x="1167773" y="284937"/>
                  </a:lnTo>
                  <a:lnTo>
                    <a:pt x="1165310" y="284937"/>
                  </a:lnTo>
                  <a:lnTo>
                    <a:pt x="1162846" y="284937"/>
                  </a:lnTo>
                  <a:lnTo>
                    <a:pt x="1160382" y="284937"/>
                  </a:lnTo>
                  <a:lnTo>
                    <a:pt x="1157919" y="284937"/>
                  </a:lnTo>
                  <a:lnTo>
                    <a:pt x="1155455" y="284937"/>
                  </a:lnTo>
                  <a:lnTo>
                    <a:pt x="1152991" y="284937"/>
                  </a:lnTo>
                  <a:lnTo>
                    <a:pt x="1150528" y="284937"/>
                  </a:lnTo>
                  <a:lnTo>
                    <a:pt x="1148064" y="284937"/>
                  </a:lnTo>
                  <a:lnTo>
                    <a:pt x="1145600" y="284937"/>
                  </a:lnTo>
                  <a:lnTo>
                    <a:pt x="1143137" y="284937"/>
                  </a:lnTo>
                  <a:lnTo>
                    <a:pt x="1140673" y="284937"/>
                  </a:lnTo>
                  <a:lnTo>
                    <a:pt x="1138209" y="284937"/>
                  </a:lnTo>
                  <a:lnTo>
                    <a:pt x="1135746" y="284937"/>
                  </a:lnTo>
                  <a:lnTo>
                    <a:pt x="1133282" y="284937"/>
                  </a:lnTo>
                  <a:lnTo>
                    <a:pt x="1130818" y="284937"/>
                  </a:lnTo>
                  <a:lnTo>
                    <a:pt x="1128355" y="284937"/>
                  </a:lnTo>
                  <a:lnTo>
                    <a:pt x="1125891" y="284937"/>
                  </a:lnTo>
                  <a:lnTo>
                    <a:pt x="1123427" y="284937"/>
                  </a:lnTo>
                  <a:lnTo>
                    <a:pt x="1120964" y="284937"/>
                  </a:lnTo>
                  <a:lnTo>
                    <a:pt x="1118500" y="284937"/>
                  </a:lnTo>
                  <a:lnTo>
                    <a:pt x="1116036" y="284937"/>
                  </a:lnTo>
                  <a:lnTo>
                    <a:pt x="1113573" y="284937"/>
                  </a:lnTo>
                  <a:lnTo>
                    <a:pt x="1111109" y="284937"/>
                  </a:lnTo>
                  <a:lnTo>
                    <a:pt x="1108645" y="284937"/>
                  </a:lnTo>
                  <a:lnTo>
                    <a:pt x="1106182" y="284937"/>
                  </a:lnTo>
                  <a:lnTo>
                    <a:pt x="1103718" y="284937"/>
                  </a:lnTo>
                  <a:lnTo>
                    <a:pt x="1101254" y="284937"/>
                  </a:lnTo>
                  <a:lnTo>
                    <a:pt x="1098791" y="284937"/>
                  </a:lnTo>
                  <a:lnTo>
                    <a:pt x="1096327" y="284937"/>
                  </a:lnTo>
                  <a:lnTo>
                    <a:pt x="1093863" y="284937"/>
                  </a:lnTo>
                  <a:lnTo>
                    <a:pt x="1091400" y="284937"/>
                  </a:lnTo>
                  <a:lnTo>
                    <a:pt x="1088936" y="284937"/>
                  </a:lnTo>
                  <a:lnTo>
                    <a:pt x="1086472" y="284937"/>
                  </a:lnTo>
                  <a:lnTo>
                    <a:pt x="1084009" y="284937"/>
                  </a:lnTo>
                  <a:lnTo>
                    <a:pt x="1081545" y="284937"/>
                  </a:lnTo>
                  <a:lnTo>
                    <a:pt x="1079082" y="284937"/>
                  </a:lnTo>
                  <a:lnTo>
                    <a:pt x="1076618" y="284937"/>
                  </a:lnTo>
                  <a:lnTo>
                    <a:pt x="1074154" y="284937"/>
                  </a:lnTo>
                  <a:lnTo>
                    <a:pt x="1071691" y="284937"/>
                  </a:lnTo>
                  <a:lnTo>
                    <a:pt x="1069227" y="284937"/>
                  </a:lnTo>
                  <a:lnTo>
                    <a:pt x="1066763" y="284937"/>
                  </a:lnTo>
                  <a:lnTo>
                    <a:pt x="1064300" y="284937"/>
                  </a:lnTo>
                  <a:lnTo>
                    <a:pt x="1061836" y="284937"/>
                  </a:lnTo>
                  <a:lnTo>
                    <a:pt x="1059372" y="284937"/>
                  </a:lnTo>
                  <a:lnTo>
                    <a:pt x="1056909" y="284937"/>
                  </a:lnTo>
                  <a:lnTo>
                    <a:pt x="1054445" y="284937"/>
                  </a:lnTo>
                  <a:lnTo>
                    <a:pt x="1051981" y="284937"/>
                  </a:lnTo>
                  <a:lnTo>
                    <a:pt x="1049518" y="284937"/>
                  </a:lnTo>
                  <a:lnTo>
                    <a:pt x="1047054" y="284937"/>
                  </a:lnTo>
                  <a:lnTo>
                    <a:pt x="1044590" y="284937"/>
                  </a:lnTo>
                  <a:lnTo>
                    <a:pt x="1042127" y="284937"/>
                  </a:lnTo>
                  <a:lnTo>
                    <a:pt x="1039663" y="284937"/>
                  </a:lnTo>
                  <a:lnTo>
                    <a:pt x="1037199" y="284937"/>
                  </a:lnTo>
                  <a:lnTo>
                    <a:pt x="1034736" y="284937"/>
                  </a:lnTo>
                  <a:lnTo>
                    <a:pt x="1032272" y="284937"/>
                  </a:lnTo>
                  <a:lnTo>
                    <a:pt x="1029808" y="284937"/>
                  </a:lnTo>
                  <a:lnTo>
                    <a:pt x="1027345" y="284937"/>
                  </a:lnTo>
                  <a:lnTo>
                    <a:pt x="1024881" y="284937"/>
                  </a:lnTo>
                  <a:lnTo>
                    <a:pt x="1022417" y="284937"/>
                  </a:lnTo>
                  <a:lnTo>
                    <a:pt x="1019954" y="284937"/>
                  </a:lnTo>
                  <a:lnTo>
                    <a:pt x="1017490" y="284937"/>
                  </a:lnTo>
                  <a:lnTo>
                    <a:pt x="1015026" y="284937"/>
                  </a:lnTo>
                  <a:lnTo>
                    <a:pt x="1012563" y="284937"/>
                  </a:lnTo>
                  <a:lnTo>
                    <a:pt x="1010099" y="284937"/>
                  </a:lnTo>
                  <a:lnTo>
                    <a:pt x="1007635" y="284937"/>
                  </a:lnTo>
                  <a:lnTo>
                    <a:pt x="1005172" y="284937"/>
                  </a:lnTo>
                  <a:lnTo>
                    <a:pt x="1002708" y="284937"/>
                  </a:lnTo>
                  <a:lnTo>
                    <a:pt x="1000244" y="284937"/>
                  </a:lnTo>
                  <a:lnTo>
                    <a:pt x="997781" y="284937"/>
                  </a:lnTo>
                  <a:lnTo>
                    <a:pt x="995317" y="284937"/>
                  </a:lnTo>
                  <a:lnTo>
                    <a:pt x="992853" y="284937"/>
                  </a:lnTo>
                  <a:lnTo>
                    <a:pt x="990390" y="284937"/>
                  </a:lnTo>
                  <a:lnTo>
                    <a:pt x="987926" y="284937"/>
                  </a:lnTo>
                  <a:lnTo>
                    <a:pt x="985463" y="284937"/>
                  </a:lnTo>
                  <a:lnTo>
                    <a:pt x="982999" y="284937"/>
                  </a:lnTo>
                  <a:lnTo>
                    <a:pt x="980535" y="284937"/>
                  </a:lnTo>
                  <a:lnTo>
                    <a:pt x="978072" y="284937"/>
                  </a:lnTo>
                  <a:lnTo>
                    <a:pt x="975608" y="284937"/>
                  </a:lnTo>
                  <a:lnTo>
                    <a:pt x="973144" y="284937"/>
                  </a:lnTo>
                  <a:lnTo>
                    <a:pt x="970681" y="284937"/>
                  </a:lnTo>
                  <a:lnTo>
                    <a:pt x="968217" y="284937"/>
                  </a:lnTo>
                  <a:lnTo>
                    <a:pt x="965753" y="284937"/>
                  </a:lnTo>
                  <a:lnTo>
                    <a:pt x="963290" y="284937"/>
                  </a:lnTo>
                  <a:lnTo>
                    <a:pt x="960826" y="284937"/>
                  </a:lnTo>
                  <a:lnTo>
                    <a:pt x="958362" y="284937"/>
                  </a:lnTo>
                  <a:lnTo>
                    <a:pt x="955899" y="284937"/>
                  </a:lnTo>
                  <a:lnTo>
                    <a:pt x="953435" y="284937"/>
                  </a:lnTo>
                  <a:lnTo>
                    <a:pt x="950971" y="284937"/>
                  </a:lnTo>
                  <a:lnTo>
                    <a:pt x="948508" y="284937"/>
                  </a:lnTo>
                  <a:lnTo>
                    <a:pt x="946044" y="284937"/>
                  </a:lnTo>
                  <a:lnTo>
                    <a:pt x="943580" y="284937"/>
                  </a:lnTo>
                  <a:lnTo>
                    <a:pt x="941117" y="284937"/>
                  </a:lnTo>
                  <a:lnTo>
                    <a:pt x="938653" y="284937"/>
                  </a:lnTo>
                  <a:lnTo>
                    <a:pt x="936189" y="284937"/>
                  </a:lnTo>
                  <a:lnTo>
                    <a:pt x="933726" y="284937"/>
                  </a:lnTo>
                  <a:lnTo>
                    <a:pt x="931262" y="284937"/>
                  </a:lnTo>
                  <a:lnTo>
                    <a:pt x="928798" y="284937"/>
                  </a:lnTo>
                  <a:lnTo>
                    <a:pt x="926335" y="284937"/>
                  </a:lnTo>
                  <a:lnTo>
                    <a:pt x="923871" y="284937"/>
                  </a:lnTo>
                  <a:lnTo>
                    <a:pt x="921407" y="284937"/>
                  </a:lnTo>
                  <a:lnTo>
                    <a:pt x="918944" y="284937"/>
                  </a:lnTo>
                  <a:lnTo>
                    <a:pt x="916480" y="284937"/>
                  </a:lnTo>
                  <a:lnTo>
                    <a:pt x="914016" y="284937"/>
                  </a:lnTo>
                  <a:lnTo>
                    <a:pt x="911553" y="284937"/>
                  </a:lnTo>
                  <a:lnTo>
                    <a:pt x="909089" y="284937"/>
                  </a:lnTo>
                  <a:lnTo>
                    <a:pt x="906625" y="284937"/>
                  </a:lnTo>
                  <a:lnTo>
                    <a:pt x="904162" y="284937"/>
                  </a:lnTo>
                  <a:lnTo>
                    <a:pt x="901698" y="284937"/>
                  </a:lnTo>
                  <a:lnTo>
                    <a:pt x="899235" y="284937"/>
                  </a:lnTo>
                  <a:lnTo>
                    <a:pt x="896771" y="284937"/>
                  </a:lnTo>
                  <a:lnTo>
                    <a:pt x="894307" y="284937"/>
                  </a:lnTo>
                  <a:lnTo>
                    <a:pt x="891844" y="284937"/>
                  </a:lnTo>
                  <a:lnTo>
                    <a:pt x="889380" y="284937"/>
                  </a:lnTo>
                  <a:lnTo>
                    <a:pt x="886916" y="284937"/>
                  </a:lnTo>
                  <a:lnTo>
                    <a:pt x="884453" y="284937"/>
                  </a:lnTo>
                  <a:lnTo>
                    <a:pt x="881989" y="284937"/>
                  </a:lnTo>
                  <a:lnTo>
                    <a:pt x="879525" y="284937"/>
                  </a:lnTo>
                  <a:lnTo>
                    <a:pt x="877062" y="284937"/>
                  </a:lnTo>
                  <a:lnTo>
                    <a:pt x="874598" y="284937"/>
                  </a:lnTo>
                  <a:lnTo>
                    <a:pt x="872134" y="284937"/>
                  </a:lnTo>
                  <a:lnTo>
                    <a:pt x="869671" y="284937"/>
                  </a:lnTo>
                  <a:lnTo>
                    <a:pt x="867207" y="284937"/>
                  </a:lnTo>
                  <a:lnTo>
                    <a:pt x="864743" y="284937"/>
                  </a:lnTo>
                  <a:lnTo>
                    <a:pt x="862280" y="284937"/>
                  </a:lnTo>
                  <a:lnTo>
                    <a:pt x="859816" y="284937"/>
                  </a:lnTo>
                  <a:lnTo>
                    <a:pt x="857352" y="284937"/>
                  </a:lnTo>
                  <a:lnTo>
                    <a:pt x="854889" y="284937"/>
                  </a:lnTo>
                  <a:lnTo>
                    <a:pt x="852425" y="284937"/>
                  </a:lnTo>
                  <a:lnTo>
                    <a:pt x="849961" y="284937"/>
                  </a:lnTo>
                  <a:lnTo>
                    <a:pt x="847498" y="284937"/>
                  </a:lnTo>
                  <a:lnTo>
                    <a:pt x="845034" y="284937"/>
                  </a:lnTo>
                  <a:lnTo>
                    <a:pt x="842570" y="284937"/>
                  </a:lnTo>
                  <a:lnTo>
                    <a:pt x="840107" y="284937"/>
                  </a:lnTo>
                  <a:lnTo>
                    <a:pt x="837643" y="284937"/>
                  </a:lnTo>
                  <a:lnTo>
                    <a:pt x="835179" y="284937"/>
                  </a:lnTo>
                  <a:lnTo>
                    <a:pt x="832716" y="284937"/>
                  </a:lnTo>
                  <a:lnTo>
                    <a:pt x="830252" y="284937"/>
                  </a:lnTo>
                  <a:lnTo>
                    <a:pt x="827788" y="284937"/>
                  </a:lnTo>
                  <a:lnTo>
                    <a:pt x="825325" y="284937"/>
                  </a:lnTo>
                  <a:lnTo>
                    <a:pt x="822861" y="284937"/>
                  </a:lnTo>
                  <a:lnTo>
                    <a:pt x="820397" y="284937"/>
                  </a:lnTo>
                  <a:lnTo>
                    <a:pt x="817934" y="284937"/>
                  </a:lnTo>
                  <a:lnTo>
                    <a:pt x="815470" y="284937"/>
                  </a:lnTo>
                  <a:lnTo>
                    <a:pt x="813006" y="284937"/>
                  </a:lnTo>
                  <a:lnTo>
                    <a:pt x="810543" y="284937"/>
                  </a:lnTo>
                  <a:lnTo>
                    <a:pt x="808079" y="284937"/>
                  </a:lnTo>
                  <a:lnTo>
                    <a:pt x="805616" y="284937"/>
                  </a:lnTo>
                  <a:lnTo>
                    <a:pt x="803152" y="284937"/>
                  </a:lnTo>
                  <a:lnTo>
                    <a:pt x="800688" y="284937"/>
                  </a:lnTo>
                  <a:lnTo>
                    <a:pt x="798225" y="284937"/>
                  </a:lnTo>
                  <a:lnTo>
                    <a:pt x="795761" y="284937"/>
                  </a:lnTo>
                  <a:lnTo>
                    <a:pt x="793297" y="284937"/>
                  </a:lnTo>
                  <a:lnTo>
                    <a:pt x="790834" y="284937"/>
                  </a:lnTo>
                  <a:lnTo>
                    <a:pt x="788370" y="284937"/>
                  </a:lnTo>
                  <a:lnTo>
                    <a:pt x="785906" y="284937"/>
                  </a:lnTo>
                  <a:lnTo>
                    <a:pt x="783443" y="284937"/>
                  </a:lnTo>
                  <a:lnTo>
                    <a:pt x="780979" y="284937"/>
                  </a:lnTo>
                  <a:lnTo>
                    <a:pt x="778515" y="284937"/>
                  </a:lnTo>
                  <a:lnTo>
                    <a:pt x="776052" y="284937"/>
                  </a:lnTo>
                  <a:lnTo>
                    <a:pt x="773588" y="284937"/>
                  </a:lnTo>
                  <a:lnTo>
                    <a:pt x="771124" y="284937"/>
                  </a:lnTo>
                  <a:lnTo>
                    <a:pt x="768661" y="284937"/>
                  </a:lnTo>
                  <a:lnTo>
                    <a:pt x="766197" y="284937"/>
                  </a:lnTo>
                  <a:lnTo>
                    <a:pt x="763733" y="284937"/>
                  </a:lnTo>
                  <a:lnTo>
                    <a:pt x="761270" y="284937"/>
                  </a:lnTo>
                  <a:lnTo>
                    <a:pt x="758806" y="284937"/>
                  </a:lnTo>
                  <a:lnTo>
                    <a:pt x="756342" y="284937"/>
                  </a:lnTo>
                  <a:lnTo>
                    <a:pt x="753879" y="284937"/>
                  </a:lnTo>
                  <a:lnTo>
                    <a:pt x="751415" y="284937"/>
                  </a:lnTo>
                  <a:lnTo>
                    <a:pt x="748951" y="284937"/>
                  </a:lnTo>
                  <a:lnTo>
                    <a:pt x="746488" y="284937"/>
                  </a:lnTo>
                  <a:lnTo>
                    <a:pt x="744024" y="284937"/>
                  </a:lnTo>
                  <a:lnTo>
                    <a:pt x="741560" y="284937"/>
                  </a:lnTo>
                  <a:lnTo>
                    <a:pt x="739097" y="284937"/>
                  </a:lnTo>
                  <a:lnTo>
                    <a:pt x="736633" y="284937"/>
                  </a:lnTo>
                  <a:lnTo>
                    <a:pt x="734169" y="284937"/>
                  </a:lnTo>
                  <a:lnTo>
                    <a:pt x="731706" y="284937"/>
                  </a:lnTo>
                  <a:lnTo>
                    <a:pt x="729242" y="284937"/>
                  </a:lnTo>
                  <a:lnTo>
                    <a:pt x="726778" y="284937"/>
                  </a:lnTo>
                  <a:lnTo>
                    <a:pt x="724315" y="284937"/>
                  </a:lnTo>
                  <a:lnTo>
                    <a:pt x="721851" y="284937"/>
                  </a:lnTo>
                  <a:lnTo>
                    <a:pt x="719388" y="284937"/>
                  </a:lnTo>
                  <a:lnTo>
                    <a:pt x="716924" y="284937"/>
                  </a:lnTo>
                  <a:lnTo>
                    <a:pt x="714460" y="284937"/>
                  </a:lnTo>
                  <a:lnTo>
                    <a:pt x="711997" y="284937"/>
                  </a:lnTo>
                  <a:lnTo>
                    <a:pt x="709533" y="284937"/>
                  </a:lnTo>
                  <a:lnTo>
                    <a:pt x="707069" y="284937"/>
                  </a:lnTo>
                  <a:lnTo>
                    <a:pt x="704606" y="284937"/>
                  </a:lnTo>
                  <a:lnTo>
                    <a:pt x="702142" y="284937"/>
                  </a:lnTo>
                  <a:lnTo>
                    <a:pt x="699678" y="284937"/>
                  </a:lnTo>
                  <a:lnTo>
                    <a:pt x="697215" y="284937"/>
                  </a:lnTo>
                  <a:lnTo>
                    <a:pt x="694751" y="284937"/>
                  </a:lnTo>
                  <a:lnTo>
                    <a:pt x="692287" y="284937"/>
                  </a:lnTo>
                  <a:lnTo>
                    <a:pt x="689824" y="284937"/>
                  </a:lnTo>
                  <a:lnTo>
                    <a:pt x="687360" y="284937"/>
                  </a:lnTo>
                  <a:lnTo>
                    <a:pt x="684896" y="284937"/>
                  </a:lnTo>
                  <a:lnTo>
                    <a:pt x="682433" y="284937"/>
                  </a:lnTo>
                  <a:lnTo>
                    <a:pt x="679969" y="284937"/>
                  </a:lnTo>
                  <a:lnTo>
                    <a:pt x="677505" y="284937"/>
                  </a:lnTo>
                  <a:lnTo>
                    <a:pt x="675042" y="284937"/>
                  </a:lnTo>
                  <a:lnTo>
                    <a:pt x="672578" y="284937"/>
                  </a:lnTo>
                  <a:lnTo>
                    <a:pt x="670114" y="284937"/>
                  </a:lnTo>
                  <a:lnTo>
                    <a:pt x="667651" y="284937"/>
                  </a:lnTo>
                  <a:lnTo>
                    <a:pt x="665187" y="284937"/>
                  </a:lnTo>
                  <a:lnTo>
                    <a:pt x="662723" y="284937"/>
                  </a:lnTo>
                  <a:lnTo>
                    <a:pt x="660260" y="284937"/>
                  </a:lnTo>
                  <a:lnTo>
                    <a:pt x="657796" y="284937"/>
                  </a:lnTo>
                  <a:lnTo>
                    <a:pt x="655332" y="284937"/>
                  </a:lnTo>
                  <a:lnTo>
                    <a:pt x="652869" y="284937"/>
                  </a:lnTo>
                  <a:lnTo>
                    <a:pt x="650405" y="284937"/>
                  </a:lnTo>
                  <a:lnTo>
                    <a:pt x="647941" y="284937"/>
                  </a:lnTo>
                  <a:lnTo>
                    <a:pt x="645478" y="284937"/>
                  </a:lnTo>
                  <a:lnTo>
                    <a:pt x="643014" y="284937"/>
                  </a:lnTo>
                  <a:lnTo>
                    <a:pt x="640550" y="284937"/>
                  </a:lnTo>
                  <a:lnTo>
                    <a:pt x="638087" y="284937"/>
                  </a:lnTo>
                  <a:lnTo>
                    <a:pt x="635623" y="284937"/>
                  </a:lnTo>
                  <a:lnTo>
                    <a:pt x="633159" y="284937"/>
                  </a:lnTo>
                  <a:lnTo>
                    <a:pt x="630696" y="284937"/>
                  </a:lnTo>
                  <a:lnTo>
                    <a:pt x="628232" y="284937"/>
                  </a:lnTo>
                  <a:lnTo>
                    <a:pt x="625769" y="284937"/>
                  </a:lnTo>
                  <a:lnTo>
                    <a:pt x="623305" y="284937"/>
                  </a:lnTo>
                  <a:lnTo>
                    <a:pt x="620841" y="284937"/>
                  </a:lnTo>
                  <a:lnTo>
                    <a:pt x="618378" y="284937"/>
                  </a:lnTo>
                  <a:lnTo>
                    <a:pt x="615914" y="284937"/>
                  </a:lnTo>
                  <a:lnTo>
                    <a:pt x="613450" y="284937"/>
                  </a:lnTo>
                  <a:lnTo>
                    <a:pt x="610987" y="284937"/>
                  </a:lnTo>
                  <a:lnTo>
                    <a:pt x="608523" y="284937"/>
                  </a:lnTo>
                  <a:lnTo>
                    <a:pt x="606059" y="284937"/>
                  </a:lnTo>
                  <a:lnTo>
                    <a:pt x="603596" y="284937"/>
                  </a:lnTo>
                  <a:lnTo>
                    <a:pt x="601132" y="284937"/>
                  </a:lnTo>
                  <a:lnTo>
                    <a:pt x="598668" y="284937"/>
                  </a:lnTo>
                  <a:lnTo>
                    <a:pt x="596205" y="284937"/>
                  </a:lnTo>
                  <a:lnTo>
                    <a:pt x="593741" y="284937"/>
                  </a:lnTo>
                  <a:lnTo>
                    <a:pt x="591277" y="284937"/>
                  </a:lnTo>
                  <a:lnTo>
                    <a:pt x="588814" y="284937"/>
                  </a:lnTo>
                  <a:lnTo>
                    <a:pt x="586350" y="284937"/>
                  </a:lnTo>
                  <a:lnTo>
                    <a:pt x="583886" y="284937"/>
                  </a:lnTo>
                  <a:lnTo>
                    <a:pt x="581423" y="284937"/>
                  </a:lnTo>
                  <a:lnTo>
                    <a:pt x="578959" y="284937"/>
                  </a:lnTo>
                  <a:lnTo>
                    <a:pt x="576495" y="284937"/>
                  </a:lnTo>
                  <a:lnTo>
                    <a:pt x="574032" y="284937"/>
                  </a:lnTo>
                  <a:lnTo>
                    <a:pt x="571568" y="284937"/>
                  </a:lnTo>
                  <a:lnTo>
                    <a:pt x="569104" y="284937"/>
                  </a:lnTo>
                  <a:lnTo>
                    <a:pt x="566641" y="284937"/>
                  </a:lnTo>
                  <a:lnTo>
                    <a:pt x="564177" y="284937"/>
                  </a:lnTo>
                  <a:lnTo>
                    <a:pt x="561713" y="284937"/>
                  </a:lnTo>
                  <a:lnTo>
                    <a:pt x="559250" y="284937"/>
                  </a:lnTo>
                  <a:lnTo>
                    <a:pt x="556786" y="284937"/>
                  </a:lnTo>
                  <a:lnTo>
                    <a:pt x="554322" y="284937"/>
                  </a:lnTo>
                  <a:lnTo>
                    <a:pt x="551859" y="284937"/>
                  </a:lnTo>
                  <a:lnTo>
                    <a:pt x="549395" y="284937"/>
                  </a:lnTo>
                  <a:lnTo>
                    <a:pt x="546931" y="284937"/>
                  </a:lnTo>
                  <a:lnTo>
                    <a:pt x="544468" y="284937"/>
                  </a:lnTo>
                  <a:lnTo>
                    <a:pt x="542004" y="284937"/>
                  </a:lnTo>
                  <a:lnTo>
                    <a:pt x="539541" y="284937"/>
                  </a:lnTo>
                  <a:lnTo>
                    <a:pt x="537077" y="284937"/>
                  </a:lnTo>
                  <a:lnTo>
                    <a:pt x="534613" y="284937"/>
                  </a:lnTo>
                  <a:lnTo>
                    <a:pt x="532150" y="284937"/>
                  </a:lnTo>
                  <a:lnTo>
                    <a:pt x="529686" y="284937"/>
                  </a:lnTo>
                  <a:lnTo>
                    <a:pt x="527222" y="284937"/>
                  </a:lnTo>
                  <a:lnTo>
                    <a:pt x="524759" y="284937"/>
                  </a:lnTo>
                  <a:lnTo>
                    <a:pt x="522295" y="284937"/>
                  </a:lnTo>
                  <a:lnTo>
                    <a:pt x="519831" y="284937"/>
                  </a:lnTo>
                  <a:lnTo>
                    <a:pt x="517368" y="284937"/>
                  </a:lnTo>
                  <a:lnTo>
                    <a:pt x="514904" y="284937"/>
                  </a:lnTo>
                  <a:lnTo>
                    <a:pt x="512440" y="284937"/>
                  </a:lnTo>
                  <a:lnTo>
                    <a:pt x="509977" y="284937"/>
                  </a:lnTo>
                  <a:lnTo>
                    <a:pt x="507513" y="284937"/>
                  </a:lnTo>
                  <a:lnTo>
                    <a:pt x="505049" y="284937"/>
                  </a:lnTo>
                  <a:lnTo>
                    <a:pt x="502586" y="284937"/>
                  </a:lnTo>
                  <a:lnTo>
                    <a:pt x="500122" y="284937"/>
                  </a:lnTo>
                  <a:lnTo>
                    <a:pt x="497658" y="284937"/>
                  </a:lnTo>
                  <a:lnTo>
                    <a:pt x="495195" y="284937"/>
                  </a:lnTo>
                  <a:lnTo>
                    <a:pt x="492731" y="284937"/>
                  </a:lnTo>
                  <a:lnTo>
                    <a:pt x="490267" y="284937"/>
                  </a:lnTo>
                  <a:lnTo>
                    <a:pt x="487804" y="284937"/>
                  </a:lnTo>
                  <a:lnTo>
                    <a:pt x="485340" y="284937"/>
                  </a:lnTo>
                  <a:lnTo>
                    <a:pt x="482876" y="284937"/>
                  </a:lnTo>
                  <a:lnTo>
                    <a:pt x="480413" y="284937"/>
                  </a:lnTo>
                  <a:lnTo>
                    <a:pt x="477949" y="284937"/>
                  </a:lnTo>
                  <a:lnTo>
                    <a:pt x="475485" y="284937"/>
                  </a:lnTo>
                  <a:lnTo>
                    <a:pt x="473022" y="284937"/>
                  </a:lnTo>
                  <a:lnTo>
                    <a:pt x="470558" y="284937"/>
                  </a:lnTo>
                  <a:lnTo>
                    <a:pt x="468094" y="284937"/>
                  </a:lnTo>
                  <a:lnTo>
                    <a:pt x="465631" y="284937"/>
                  </a:lnTo>
                  <a:lnTo>
                    <a:pt x="463167" y="284937"/>
                  </a:lnTo>
                  <a:lnTo>
                    <a:pt x="460703" y="284937"/>
                  </a:lnTo>
                  <a:lnTo>
                    <a:pt x="458240" y="284937"/>
                  </a:lnTo>
                  <a:lnTo>
                    <a:pt x="455776" y="284937"/>
                  </a:lnTo>
                  <a:lnTo>
                    <a:pt x="453312" y="284937"/>
                  </a:lnTo>
                  <a:lnTo>
                    <a:pt x="450849" y="284937"/>
                  </a:lnTo>
                  <a:lnTo>
                    <a:pt x="448385" y="284937"/>
                  </a:lnTo>
                  <a:lnTo>
                    <a:pt x="445922" y="284937"/>
                  </a:lnTo>
                  <a:lnTo>
                    <a:pt x="443458" y="284937"/>
                  </a:lnTo>
                  <a:lnTo>
                    <a:pt x="440994" y="284937"/>
                  </a:lnTo>
                  <a:lnTo>
                    <a:pt x="438531" y="284937"/>
                  </a:lnTo>
                  <a:lnTo>
                    <a:pt x="436067" y="284937"/>
                  </a:lnTo>
                  <a:lnTo>
                    <a:pt x="433603" y="284937"/>
                  </a:lnTo>
                  <a:lnTo>
                    <a:pt x="431140" y="284937"/>
                  </a:lnTo>
                  <a:lnTo>
                    <a:pt x="428676" y="284937"/>
                  </a:lnTo>
                  <a:lnTo>
                    <a:pt x="426212" y="284937"/>
                  </a:lnTo>
                  <a:lnTo>
                    <a:pt x="423749" y="284937"/>
                  </a:lnTo>
                  <a:lnTo>
                    <a:pt x="421285" y="284937"/>
                  </a:lnTo>
                  <a:lnTo>
                    <a:pt x="418821" y="284937"/>
                  </a:lnTo>
                  <a:lnTo>
                    <a:pt x="416358" y="284937"/>
                  </a:lnTo>
                  <a:lnTo>
                    <a:pt x="413894" y="284937"/>
                  </a:lnTo>
                  <a:lnTo>
                    <a:pt x="411430" y="284937"/>
                  </a:lnTo>
                  <a:lnTo>
                    <a:pt x="408967" y="284937"/>
                  </a:lnTo>
                  <a:lnTo>
                    <a:pt x="406503" y="284937"/>
                  </a:lnTo>
                  <a:lnTo>
                    <a:pt x="404039" y="284937"/>
                  </a:lnTo>
                  <a:lnTo>
                    <a:pt x="401576" y="284937"/>
                  </a:lnTo>
                  <a:lnTo>
                    <a:pt x="399112" y="284937"/>
                  </a:lnTo>
                  <a:lnTo>
                    <a:pt x="396648" y="284937"/>
                  </a:lnTo>
                  <a:lnTo>
                    <a:pt x="394185" y="284937"/>
                  </a:lnTo>
                  <a:lnTo>
                    <a:pt x="391721" y="284937"/>
                  </a:lnTo>
                  <a:lnTo>
                    <a:pt x="389257" y="284937"/>
                  </a:lnTo>
                  <a:lnTo>
                    <a:pt x="386794" y="284937"/>
                  </a:lnTo>
                  <a:lnTo>
                    <a:pt x="384330" y="284937"/>
                  </a:lnTo>
                  <a:lnTo>
                    <a:pt x="381866" y="284937"/>
                  </a:lnTo>
                  <a:lnTo>
                    <a:pt x="379403" y="284937"/>
                  </a:lnTo>
                  <a:lnTo>
                    <a:pt x="376939" y="284937"/>
                  </a:lnTo>
                  <a:lnTo>
                    <a:pt x="374475" y="284937"/>
                  </a:lnTo>
                  <a:lnTo>
                    <a:pt x="372012" y="284937"/>
                  </a:lnTo>
                  <a:lnTo>
                    <a:pt x="369548" y="284937"/>
                  </a:lnTo>
                  <a:lnTo>
                    <a:pt x="367084" y="284937"/>
                  </a:lnTo>
                  <a:lnTo>
                    <a:pt x="364621" y="284937"/>
                  </a:lnTo>
                  <a:lnTo>
                    <a:pt x="362157" y="284937"/>
                  </a:lnTo>
                  <a:lnTo>
                    <a:pt x="359694" y="284937"/>
                  </a:lnTo>
                  <a:lnTo>
                    <a:pt x="357230" y="284937"/>
                  </a:lnTo>
                  <a:lnTo>
                    <a:pt x="354766" y="284937"/>
                  </a:lnTo>
                  <a:lnTo>
                    <a:pt x="352303" y="284937"/>
                  </a:lnTo>
                  <a:lnTo>
                    <a:pt x="349839" y="284937"/>
                  </a:lnTo>
                  <a:lnTo>
                    <a:pt x="347375" y="284937"/>
                  </a:lnTo>
                  <a:lnTo>
                    <a:pt x="344912" y="284937"/>
                  </a:lnTo>
                  <a:lnTo>
                    <a:pt x="342448" y="284937"/>
                  </a:lnTo>
                  <a:lnTo>
                    <a:pt x="339984" y="284937"/>
                  </a:lnTo>
                  <a:lnTo>
                    <a:pt x="337521" y="284937"/>
                  </a:lnTo>
                  <a:lnTo>
                    <a:pt x="335057" y="284937"/>
                  </a:lnTo>
                  <a:lnTo>
                    <a:pt x="332593" y="284937"/>
                  </a:lnTo>
                  <a:lnTo>
                    <a:pt x="330130" y="284937"/>
                  </a:lnTo>
                  <a:lnTo>
                    <a:pt x="327666" y="284937"/>
                  </a:lnTo>
                  <a:lnTo>
                    <a:pt x="325202" y="284937"/>
                  </a:lnTo>
                  <a:lnTo>
                    <a:pt x="322739" y="284937"/>
                  </a:lnTo>
                  <a:lnTo>
                    <a:pt x="320275" y="284937"/>
                  </a:lnTo>
                  <a:lnTo>
                    <a:pt x="317811" y="284937"/>
                  </a:lnTo>
                  <a:lnTo>
                    <a:pt x="315348" y="284937"/>
                  </a:lnTo>
                  <a:lnTo>
                    <a:pt x="312884" y="284937"/>
                  </a:lnTo>
                  <a:lnTo>
                    <a:pt x="310420" y="284937"/>
                  </a:lnTo>
                  <a:lnTo>
                    <a:pt x="307957" y="284937"/>
                  </a:lnTo>
                  <a:lnTo>
                    <a:pt x="305493" y="284937"/>
                  </a:lnTo>
                  <a:lnTo>
                    <a:pt x="303029" y="284937"/>
                  </a:lnTo>
                  <a:lnTo>
                    <a:pt x="300566" y="284937"/>
                  </a:lnTo>
                  <a:lnTo>
                    <a:pt x="298102" y="284937"/>
                  </a:lnTo>
                  <a:lnTo>
                    <a:pt x="295638" y="284937"/>
                  </a:lnTo>
                  <a:lnTo>
                    <a:pt x="293175" y="284937"/>
                  </a:lnTo>
                  <a:lnTo>
                    <a:pt x="290711" y="284937"/>
                  </a:lnTo>
                  <a:lnTo>
                    <a:pt x="288247" y="284937"/>
                  </a:lnTo>
                  <a:lnTo>
                    <a:pt x="285784" y="284937"/>
                  </a:lnTo>
                  <a:lnTo>
                    <a:pt x="283320" y="284937"/>
                  </a:lnTo>
                  <a:lnTo>
                    <a:pt x="280856" y="284937"/>
                  </a:lnTo>
                  <a:lnTo>
                    <a:pt x="278393" y="284937"/>
                  </a:lnTo>
                  <a:lnTo>
                    <a:pt x="275929" y="284937"/>
                  </a:lnTo>
                  <a:lnTo>
                    <a:pt x="273465" y="284937"/>
                  </a:lnTo>
                  <a:lnTo>
                    <a:pt x="271002" y="284937"/>
                  </a:lnTo>
                  <a:lnTo>
                    <a:pt x="268538" y="284937"/>
                  </a:lnTo>
                  <a:lnTo>
                    <a:pt x="266075" y="284937"/>
                  </a:lnTo>
                  <a:lnTo>
                    <a:pt x="263611" y="284937"/>
                  </a:lnTo>
                  <a:lnTo>
                    <a:pt x="261147" y="284937"/>
                  </a:lnTo>
                  <a:lnTo>
                    <a:pt x="258684" y="284937"/>
                  </a:lnTo>
                  <a:lnTo>
                    <a:pt x="256220" y="284937"/>
                  </a:lnTo>
                  <a:lnTo>
                    <a:pt x="253756" y="284937"/>
                  </a:lnTo>
                  <a:lnTo>
                    <a:pt x="251293" y="284937"/>
                  </a:lnTo>
                  <a:lnTo>
                    <a:pt x="248829" y="284937"/>
                  </a:lnTo>
                  <a:lnTo>
                    <a:pt x="246365" y="284937"/>
                  </a:lnTo>
                  <a:lnTo>
                    <a:pt x="243902" y="284937"/>
                  </a:lnTo>
                  <a:lnTo>
                    <a:pt x="241438" y="284937"/>
                  </a:lnTo>
                  <a:lnTo>
                    <a:pt x="238974" y="284937"/>
                  </a:lnTo>
                  <a:lnTo>
                    <a:pt x="236511" y="284937"/>
                  </a:lnTo>
                  <a:lnTo>
                    <a:pt x="234047" y="284937"/>
                  </a:lnTo>
                  <a:lnTo>
                    <a:pt x="231583" y="284937"/>
                  </a:lnTo>
                  <a:lnTo>
                    <a:pt x="229120" y="284937"/>
                  </a:lnTo>
                  <a:lnTo>
                    <a:pt x="226656" y="284937"/>
                  </a:lnTo>
                  <a:lnTo>
                    <a:pt x="224192" y="284937"/>
                  </a:lnTo>
                  <a:lnTo>
                    <a:pt x="221729" y="284937"/>
                  </a:lnTo>
                  <a:lnTo>
                    <a:pt x="219265" y="284937"/>
                  </a:lnTo>
                  <a:lnTo>
                    <a:pt x="216801" y="284937"/>
                  </a:lnTo>
                  <a:lnTo>
                    <a:pt x="214338" y="284937"/>
                  </a:lnTo>
                  <a:lnTo>
                    <a:pt x="211874" y="284937"/>
                  </a:lnTo>
                  <a:lnTo>
                    <a:pt x="209410" y="284937"/>
                  </a:lnTo>
                  <a:lnTo>
                    <a:pt x="206947" y="284937"/>
                  </a:lnTo>
                  <a:lnTo>
                    <a:pt x="204483" y="284937"/>
                  </a:lnTo>
                  <a:lnTo>
                    <a:pt x="202019" y="284937"/>
                  </a:lnTo>
                  <a:lnTo>
                    <a:pt x="199556" y="284937"/>
                  </a:lnTo>
                  <a:lnTo>
                    <a:pt x="197092" y="284937"/>
                  </a:lnTo>
                  <a:lnTo>
                    <a:pt x="194628" y="284937"/>
                  </a:lnTo>
                  <a:lnTo>
                    <a:pt x="192165" y="284937"/>
                  </a:lnTo>
                  <a:lnTo>
                    <a:pt x="189701" y="284937"/>
                  </a:lnTo>
                  <a:lnTo>
                    <a:pt x="187237" y="284937"/>
                  </a:lnTo>
                  <a:lnTo>
                    <a:pt x="184774" y="284937"/>
                  </a:lnTo>
                  <a:lnTo>
                    <a:pt x="182310" y="284937"/>
                  </a:lnTo>
                  <a:lnTo>
                    <a:pt x="179847" y="284937"/>
                  </a:lnTo>
                  <a:lnTo>
                    <a:pt x="177383" y="284937"/>
                  </a:lnTo>
                  <a:lnTo>
                    <a:pt x="174919" y="284937"/>
                  </a:lnTo>
                  <a:lnTo>
                    <a:pt x="172456" y="284937"/>
                  </a:lnTo>
                  <a:lnTo>
                    <a:pt x="169992" y="284937"/>
                  </a:lnTo>
                  <a:lnTo>
                    <a:pt x="167528" y="284937"/>
                  </a:lnTo>
                  <a:lnTo>
                    <a:pt x="165065" y="284937"/>
                  </a:lnTo>
                  <a:lnTo>
                    <a:pt x="162601" y="284937"/>
                  </a:lnTo>
                  <a:lnTo>
                    <a:pt x="160137" y="284937"/>
                  </a:lnTo>
                  <a:lnTo>
                    <a:pt x="157674" y="284937"/>
                  </a:lnTo>
                  <a:lnTo>
                    <a:pt x="155210" y="284937"/>
                  </a:lnTo>
                  <a:lnTo>
                    <a:pt x="152746" y="284937"/>
                  </a:lnTo>
                  <a:lnTo>
                    <a:pt x="150283" y="284937"/>
                  </a:lnTo>
                  <a:lnTo>
                    <a:pt x="147819" y="284937"/>
                  </a:lnTo>
                  <a:lnTo>
                    <a:pt x="145355" y="284937"/>
                  </a:lnTo>
                  <a:lnTo>
                    <a:pt x="142892" y="284937"/>
                  </a:lnTo>
                  <a:lnTo>
                    <a:pt x="140428" y="284937"/>
                  </a:lnTo>
                  <a:lnTo>
                    <a:pt x="137964" y="284937"/>
                  </a:lnTo>
                  <a:lnTo>
                    <a:pt x="135501" y="284937"/>
                  </a:lnTo>
                  <a:lnTo>
                    <a:pt x="133037" y="284937"/>
                  </a:lnTo>
                  <a:lnTo>
                    <a:pt x="130573" y="284937"/>
                  </a:lnTo>
                  <a:lnTo>
                    <a:pt x="128110" y="284937"/>
                  </a:lnTo>
                  <a:lnTo>
                    <a:pt x="125646" y="284937"/>
                  </a:lnTo>
                  <a:lnTo>
                    <a:pt x="123182" y="284937"/>
                  </a:lnTo>
                  <a:lnTo>
                    <a:pt x="120719" y="284937"/>
                  </a:lnTo>
                  <a:lnTo>
                    <a:pt x="118255" y="284937"/>
                  </a:lnTo>
                  <a:lnTo>
                    <a:pt x="115791" y="284937"/>
                  </a:lnTo>
                  <a:lnTo>
                    <a:pt x="113328" y="284937"/>
                  </a:lnTo>
                  <a:lnTo>
                    <a:pt x="110864" y="284937"/>
                  </a:lnTo>
                  <a:lnTo>
                    <a:pt x="108400" y="284937"/>
                  </a:lnTo>
                  <a:lnTo>
                    <a:pt x="105937" y="284937"/>
                  </a:lnTo>
                  <a:lnTo>
                    <a:pt x="103473" y="284937"/>
                  </a:lnTo>
                  <a:lnTo>
                    <a:pt x="101009" y="284937"/>
                  </a:lnTo>
                  <a:lnTo>
                    <a:pt x="98546" y="284937"/>
                  </a:lnTo>
                  <a:lnTo>
                    <a:pt x="96082" y="284937"/>
                  </a:lnTo>
                  <a:lnTo>
                    <a:pt x="93618" y="284937"/>
                  </a:lnTo>
                  <a:lnTo>
                    <a:pt x="91155" y="284937"/>
                  </a:lnTo>
                  <a:lnTo>
                    <a:pt x="88691" y="284937"/>
                  </a:lnTo>
                  <a:lnTo>
                    <a:pt x="86228" y="284937"/>
                  </a:lnTo>
                  <a:lnTo>
                    <a:pt x="83764" y="284937"/>
                  </a:lnTo>
                  <a:lnTo>
                    <a:pt x="81300" y="284937"/>
                  </a:lnTo>
                  <a:lnTo>
                    <a:pt x="78837" y="284937"/>
                  </a:lnTo>
                  <a:lnTo>
                    <a:pt x="76373" y="284937"/>
                  </a:lnTo>
                  <a:lnTo>
                    <a:pt x="73909" y="284937"/>
                  </a:lnTo>
                  <a:lnTo>
                    <a:pt x="71446" y="284937"/>
                  </a:lnTo>
                  <a:lnTo>
                    <a:pt x="68982" y="284937"/>
                  </a:lnTo>
                  <a:lnTo>
                    <a:pt x="66518" y="284937"/>
                  </a:lnTo>
                  <a:lnTo>
                    <a:pt x="64055" y="284937"/>
                  </a:lnTo>
                  <a:lnTo>
                    <a:pt x="61591" y="284937"/>
                  </a:lnTo>
                  <a:lnTo>
                    <a:pt x="59127" y="284937"/>
                  </a:lnTo>
                  <a:lnTo>
                    <a:pt x="56664" y="284937"/>
                  </a:lnTo>
                  <a:lnTo>
                    <a:pt x="54200" y="284937"/>
                  </a:lnTo>
                  <a:lnTo>
                    <a:pt x="51736" y="284937"/>
                  </a:lnTo>
                  <a:lnTo>
                    <a:pt x="49273" y="284937"/>
                  </a:lnTo>
                  <a:lnTo>
                    <a:pt x="46809" y="284937"/>
                  </a:lnTo>
                  <a:lnTo>
                    <a:pt x="44345" y="284937"/>
                  </a:lnTo>
                  <a:lnTo>
                    <a:pt x="41882" y="284937"/>
                  </a:lnTo>
                  <a:lnTo>
                    <a:pt x="39418" y="284937"/>
                  </a:lnTo>
                  <a:lnTo>
                    <a:pt x="36954" y="284937"/>
                  </a:lnTo>
                  <a:lnTo>
                    <a:pt x="34491" y="284937"/>
                  </a:lnTo>
                  <a:lnTo>
                    <a:pt x="32027" y="284937"/>
                  </a:lnTo>
                  <a:lnTo>
                    <a:pt x="29563" y="284937"/>
                  </a:lnTo>
                  <a:lnTo>
                    <a:pt x="27100" y="284937"/>
                  </a:lnTo>
                  <a:lnTo>
                    <a:pt x="24636" y="284937"/>
                  </a:lnTo>
                  <a:lnTo>
                    <a:pt x="22172" y="284937"/>
                  </a:lnTo>
                  <a:lnTo>
                    <a:pt x="19709" y="284937"/>
                  </a:lnTo>
                  <a:lnTo>
                    <a:pt x="17245" y="284937"/>
                  </a:lnTo>
                  <a:lnTo>
                    <a:pt x="14781" y="284937"/>
                  </a:lnTo>
                  <a:lnTo>
                    <a:pt x="12318" y="284937"/>
                  </a:lnTo>
                  <a:lnTo>
                    <a:pt x="9854" y="284937"/>
                  </a:lnTo>
                  <a:lnTo>
                    <a:pt x="7390" y="284937"/>
                  </a:lnTo>
                  <a:lnTo>
                    <a:pt x="4927" y="284937"/>
                  </a:lnTo>
                  <a:lnTo>
                    <a:pt x="2463" y="28493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8529616" y="3854904"/>
              <a:ext cx="1258929" cy="284937"/>
            </a:xfrm>
            <a:custGeom>
              <a:avLst/>
              <a:pathLst>
                <a:path w="1258929" h="284937">
                  <a:moveTo>
                    <a:pt x="0" y="284915"/>
                  </a:moveTo>
                  <a:lnTo>
                    <a:pt x="2463" y="284910"/>
                  </a:lnTo>
                  <a:lnTo>
                    <a:pt x="4927" y="284904"/>
                  </a:lnTo>
                  <a:lnTo>
                    <a:pt x="7390" y="284897"/>
                  </a:lnTo>
                  <a:lnTo>
                    <a:pt x="9854" y="284889"/>
                  </a:lnTo>
                  <a:lnTo>
                    <a:pt x="12318" y="284879"/>
                  </a:lnTo>
                  <a:lnTo>
                    <a:pt x="14781" y="284868"/>
                  </a:lnTo>
                  <a:lnTo>
                    <a:pt x="17245" y="284855"/>
                  </a:lnTo>
                  <a:lnTo>
                    <a:pt x="19709" y="284839"/>
                  </a:lnTo>
                  <a:lnTo>
                    <a:pt x="22172" y="284821"/>
                  </a:lnTo>
                  <a:lnTo>
                    <a:pt x="24636" y="284800"/>
                  </a:lnTo>
                  <a:lnTo>
                    <a:pt x="27100" y="284777"/>
                  </a:lnTo>
                  <a:lnTo>
                    <a:pt x="29563" y="284749"/>
                  </a:lnTo>
                  <a:lnTo>
                    <a:pt x="32027" y="284716"/>
                  </a:lnTo>
                  <a:lnTo>
                    <a:pt x="34491" y="284680"/>
                  </a:lnTo>
                  <a:lnTo>
                    <a:pt x="36954" y="284638"/>
                  </a:lnTo>
                  <a:lnTo>
                    <a:pt x="39418" y="284591"/>
                  </a:lnTo>
                  <a:lnTo>
                    <a:pt x="41882" y="284538"/>
                  </a:lnTo>
                  <a:lnTo>
                    <a:pt x="44345" y="284477"/>
                  </a:lnTo>
                  <a:lnTo>
                    <a:pt x="46809" y="284409"/>
                  </a:lnTo>
                  <a:lnTo>
                    <a:pt x="49273" y="284333"/>
                  </a:lnTo>
                  <a:lnTo>
                    <a:pt x="51736" y="284249"/>
                  </a:lnTo>
                  <a:lnTo>
                    <a:pt x="54200" y="284154"/>
                  </a:lnTo>
                  <a:lnTo>
                    <a:pt x="56664" y="284049"/>
                  </a:lnTo>
                  <a:lnTo>
                    <a:pt x="59127" y="283933"/>
                  </a:lnTo>
                  <a:lnTo>
                    <a:pt x="61591" y="283806"/>
                  </a:lnTo>
                  <a:lnTo>
                    <a:pt x="64055" y="283668"/>
                  </a:lnTo>
                  <a:lnTo>
                    <a:pt x="66518" y="283515"/>
                  </a:lnTo>
                  <a:lnTo>
                    <a:pt x="68982" y="283348"/>
                  </a:lnTo>
                  <a:lnTo>
                    <a:pt x="71446" y="283168"/>
                  </a:lnTo>
                  <a:lnTo>
                    <a:pt x="73909" y="282974"/>
                  </a:lnTo>
                  <a:lnTo>
                    <a:pt x="76373" y="282766"/>
                  </a:lnTo>
                  <a:lnTo>
                    <a:pt x="78837" y="282539"/>
                  </a:lnTo>
                  <a:lnTo>
                    <a:pt x="81300" y="282297"/>
                  </a:lnTo>
                  <a:lnTo>
                    <a:pt x="83764" y="282040"/>
                  </a:lnTo>
                  <a:lnTo>
                    <a:pt x="86228" y="281769"/>
                  </a:lnTo>
                  <a:lnTo>
                    <a:pt x="88691" y="281481"/>
                  </a:lnTo>
                  <a:lnTo>
                    <a:pt x="91155" y="281174"/>
                  </a:lnTo>
                  <a:lnTo>
                    <a:pt x="93618" y="280853"/>
                  </a:lnTo>
                  <a:lnTo>
                    <a:pt x="96082" y="280518"/>
                  </a:lnTo>
                  <a:lnTo>
                    <a:pt x="98546" y="280169"/>
                  </a:lnTo>
                  <a:lnTo>
                    <a:pt x="101009" y="279805"/>
                  </a:lnTo>
                  <a:lnTo>
                    <a:pt x="103473" y="279426"/>
                  </a:lnTo>
                  <a:lnTo>
                    <a:pt x="105937" y="279035"/>
                  </a:lnTo>
                  <a:lnTo>
                    <a:pt x="108400" y="278634"/>
                  </a:lnTo>
                  <a:lnTo>
                    <a:pt x="110864" y="278223"/>
                  </a:lnTo>
                  <a:lnTo>
                    <a:pt x="113328" y="277802"/>
                  </a:lnTo>
                  <a:lnTo>
                    <a:pt x="115791" y="277373"/>
                  </a:lnTo>
                  <a:lnTo>
                    <a:pt x="118255" y="276937"/>
                  </a:lnTo>
                  <a:lnTo>
                    <a:pt x="120719" y="276497"/>
                  </a:lnTo>
                  <a:lnTo>
                    <a:pt x="123182" y="276053"/>
                  </a:lnTo>
                  <a:lnTo>
                    <a:pt x="125646" y="275607"/>
                  </a:lnTo>
                  <a:lnTo>
                    <a:pt x="128110" y="275161"/>
                  </a:lnTo>
                  <a:lnTo>
                    <a:pt x="130573" y="274715"/>
                  </a:lnTo>
                  <a:lnTo>
                    <a:pt x="133037" y="274272"/>
                  </a:lnTo>
                  <a:lnTo>
                    <a:pt x="135501" y="273831"/>
                  </a:lnTo>
                  <a:lnTo>
                    <a:pt x="137964" y="273397"/>
                  </a:lnTo>
                  <a:lnTo>
                    <a:pt x="140428" y="272970"/>
                  </a:lnTo>
                  <a:lnTo>
                    <a:pt x="142892" y="272550"/>
                  </a:lnTo>
                  <a:lnTo>
                    <a:pt x="145355" y="272139"/>
                  </a:lnTo>
                  <a:lnTo>
                    <a:pt x="147819" y="271737"/>
                  </a:lnTo>
                  <a:lnTo>
                    <a:pt x="150283" y="271348"/>
                  </a:lnTo>
                  <a:lnTo>
                    <a:pt x="152746" y="270971"/>
                  </a:lnTo>
                  <a:lnTo>
                    <a:pt x="155210" y="270607"/>
                  </a:lnTo>
                  <a:lnTo>
                    <a:pt x="157674" y="270256"/>
                  </a:lnTo>
                  <a:lnTo>
                    <a:pt x="160137" y="269919"/>
                  </a:lnTo>
                  <a:lnTo>
                    <a:pt x="162601" y="269600"/>
                  </a:lnTo>
                  <a:lnTo>
                    <a:pt x="165065" y="269296"/>
                  </a:lnTo>
                  <a:lnTo>
                    <a:pt x="167528" y="269008"/>
                  </a:lnTo>
                  <a:lnTo>
                    <a:pt x="169992" y="268736"/>
                  </a:lnTo>
                  <a:lnTo>
                    <a:pt x="172456" y="268480"/>
                  </a:lnTo>
                  <a:lnTo>
                    <a:pt x="174919" y="268247"/>
                  </a:lnTo>
                  <a:lnTo>
                    <a:pt x="177383" y="268031"/>
                  </a:lnTo>
                  <a:lnTo>
                    <a:pt x="179847" y="267832"/>
                  </a:lnTo>
                  <a:lnTo>
                    <a:pt x="182310" y="267652"/>
                  </a:lnTo>
                  <a:lnTo>
                    <a:pt x="184774" y="267490"/>
                  </a:lnTo>
                  <a:lnTo>
                    <a:pt x="187237" y="267352"/>
                  </a:lnTo>
                  <a:lnTo>
                    <a:pt x="189701" y="267234"/>
                  </a:lnTo>
                  <a:lnTo>
                    <a:pt x="192165" y="267135"/>
                  </a:lnTo>
                  <a:lnTo>
                    <a:pt x="194628" y="267056"/>
                  </a:lnTo>
                  <a:lnTo>
                    <a:pt x="197092" y="266998"/>
                  </a:lnTo>
                  <a:lnTo>
                    <a:pt x="199556" y="266967"/>
                  </a:lnTo>
                  <a:lnTo>
                    <a:pt x="202019" y="266955"/>
                  </a:lnTo>
                  <a:lnTo>
                    <a:pt x="204483" y="266964"/>
                  </a:lnTo>
                  <a:lnTo>
                    <a:pt x="206947" y="266994"/>
                  </a:lnTo>
                  <a:lnTo>
                    <a:pt x="209410" y="267047"/>
                  </a:lnTo>
                  <a:lnTo>
                    <a:pt x="211874" y="267126"/>
                  </a:lnTo>
                  <a:lnTo>
                    <a:pt x="214338" y="267224"/>
                  </a:lnTo>
                  <a:lnTo>
                    <a:pt x="216801" y="267343"/>
                  </a:lnTo>
                  <a:lnTo>
                    <a:pt x="219265" y="267481"/>
                  </a:lnTo>
                  <a:lnTo>
                    <a:pt x="221729" y="267641"/>
                  </a:lnTo>
                  <a:lnTo>
                    <a:pt x="224192" y="267823"/>
                  </a:lnTo>
                  <a:lnTo>
                    <a:pt x="226656" y="268021"/>
                  </a:lnTo>
                  <a:lnTo>
                    <a:pt x="229120" y="268235"/>
                  </a:lnTo>
                  <a:lnTo>
                    <a:pt x="231583" y="268465"/>
                  </a:lnTo>
                  <a:lnTo>
                    <a:pt x="234047" y="268710"/>
                  </a:lnTo>
                  <a:lnTo>
                    <a:pt x="236511" y="268968"/>
                  </a:lnTo>
                  <a:lnTo>
                    <a:pt x="238974" y="269236"/>
                  </a:lnTo>
                  <a:lnTo>
                    <a:pt x="241438" y="269511"/>
                  </a:lnTo>
                  <a:lnTo>
                    <a:pt x="243902" y="269793"/>
                  </a:lnTo>
                  <a:lnTo>
                    <a:pt x="246365" y="270080"/>
                  </a:lnTo>
                  <a:lnTo>
                    <a:pt x="248829" y="270369"/>
                  </a:lnTo>
                  <a:lnTo>
                    <a:pt x="251293" y="270657"/>
                  </a:lnTo>
                  <a:lnTo>
                    <a:pt x="253756" y="270942"/>
                  </a:lnTo>
                  <a:lnTo>
                    <a:pt x="256220" y="271223"/>
                  </a:lnTo>
                  <a:lnTo>
                    <a:pt x="258684" y="271496"/>
                  </a:lnTo>
                  <a:lnTo>
                    <a:pt x="261147" y="271757"/>
                  </a:lnTo>
                  <a:lnTo>
                    <a:pt x="263611" y="272008"/>
                  </a:lnTo>
                  <a:lnTo>
                    <a:pt x="266075" y="272245"/>
                  </a:lnTo>
                  <a:lnTo>
                    <a:pt x="268538" y="272467"/>
                  </a:lnTo>
                  <a:lnTo>
                    <a:pt x="271002" y="272668"/>
                  </a:lnTo>
                  <a:lnTo>
                    <a:pt x="273465" y="272849"/>
                  </a:lnTo>
                  <a:lnTo>
                    <a:pt x="275929" y="273011"/>
                  </a:lnTo>
                  <a:lnTo>
                    <a:pt x="278393" y="273152"/>
                  </a:lnTo>
                  <a:lnTo>
                    <a:pt x="280856" y="273271"/>
                  </a:lnTo>
                  <a:lnTo>
                    <a:pt x="283320" y="273360"/>
                  </a:lnTo>
                  <a:lnTo>
                    <a:pt x="285784" y="273426"/>
                  </a:lnTo>
                  <a:lnTo>
                    <a:pt x="288247" y="273468"/>
                  </a:lnTo>
                  <a:lnTo>
                    <a:pt x="290711" y="273487"/>
                  </a:lnTo>
                  <a:lnTo>
                    <a:pt x="293175" y="273481"/>
                  </a:lnTo>
                  <a:lnTo>
                    <a:pt x="295638" y="273445"/>
                  </a:lnTo>
                  <a:lnTo>
                    <a:pt x="298102" y="273387"/>
                  </a:lnTo>
                  <a:lnTo>
                    <a:pt x="300566" y="273306"/>
                  </a:lnTo>
                  <a:lnTo>
                    <a:pt x="303029" y="273204"/>
                  </a:lnTo>
                  <a:lnTo>
                    <a:pt x="305493" y="273080"/>
                  </a:lnTo>
                  <a:lnTo>
                    <a:pt x="307957" y="272932"/>
                  </a:lnTo>
                  <a:lnTo>
                    <a:pt x="310420" y="272766"/>
                  </a:lnTo>
                  <a:lnTo>
                    <a:pt x="312884" y="272584"/>
                  </a:lnTo>
                  <a:lnTo>
                    <a:pt x="315348" y="272386"/>
                  </a:lnTo>
                  <a:lnTo>
                    <a:pt x="317811" y="272173"/>
                  </a:lnTo>
                  <a:lnTo>
                    <a:pt x="320275" y="271945"/>
                  </a:lnTo>
                  <a:lnTo>
                    <a:pt x="322739" y="271708"/>
                  </a:lnTo>
                  <a:lnTo>
                    <a:pt x="325202" y="271461"/>
                  </a:lnTo>
                  <a:lnTo>
                    <a:pt x="327666" y="271206"/>
                  </a:lnTo>
                  <a:lnTo>
                    <a:pt x="330130" y="270945"/>
                  </a:lnTo>
                  <a:lnTo>
                    <a:pt x="332593" y="270679"/>
                  </a:lnTo>
                  <a:lnTo>
                    <a:pt x="335057" y="270411"/>
                  </a:lnTo>
                  <a:lnTo>
                    <a:pt x="337521" y="270141"/>
                  </a:lnTo>
                  <a:lnTo>
                    <a:pt x="339984" y="269870"/>
                  </a:lnTo>
                  <a:lnTo>
                    <a:pt x="342448" y="269601"/>
                  </a:lnTo>
                  <a:lnTo>
                    <a:pt x="344912" y="269335"/>
                  </a:lnTo>
                  <a:lnTo>
                    <a:pt x="347375" y="269071"/>
                  </a:lnTo>
                  <a:lnTo>
                    <a:pt x="349839" y="268811"/>
                  </a:lnTo>
                  <a:lnTo>
                    <a:pt x="352303" y="268555"/>
                  </a:lnTo>
                  <a:lnTo>
                    <a:pt x="354766" y="268304"/>
                  </a:lnTo>
                  <a:lnTo>
                    <a:pt x="357230" y="268058"/>
                  </a:lnTo>
                  <a:lnTo>
                    <a:pt x="359694" y="267816"/>
                  </a:lnTo>
                  <a:lnTo>
                    <a:pt x="362157" y="267578"/>
                  </a:lnTo>
                  <a:lnTo>
                    <a:pt x="364621" y="267344"/>
                  </a:lnTo>
                  <a:lnTo>
                    <a:pt x="367084" y="267112"/>
                  </a:lnTo>
                  <a:lnTo>
                    <a:pt x="369548" y="266882"/>
                  </a:lnTo>
                  <a:lnTo>
                    <a:pt x="372012" y="266651"/>
                  </a:lnTo>
                  <a:lnTo>
                    <a:pt x="374475" y="266418"/>
                  </a:lnTo>
                  <a:lnTo>
                    <a:pt x="376939" y="266182"/>
                  </a:lnTo>
                  <a:lnTo>
                    <a:pt x="379403" y="265938"/>
                  </a:lnTo>
                  <a:lnTo>
                    <a:pt x="381866" y="265684"/>
                  </a:lnTo>
                  <a:lnTo>
                    <a:pt x="384330" y="265419"/>
                  </a:lnTo>
                  <a:lnTo>
                    <a:pt x="386794" y="265140"/>
                  </a:lnTo>
                  <a:lnTo>
                    <a:pt x="389257" y="264843"/>
                  </a:lnTo>
                  <a:lnTo>
                    <a:pt x="391721" y="264520"/>
                  </a:lnTo>
                  <a:lnTo>
                    <a:pt x="394185" y="264173"/>
                  </a:lnTo>
                  <a:lnTo>
                    <a:pt x="396648" y="263798"/>
                  </a:lnTo>
                  <a:lnTo>
                    <a:pt x="399112" y="263392"/>
                  </a:lnTo>
                  <a:lnTo>
                    <a:pt x="401576" y="262951"/>
                  </a:lnTo>
                  <a:lnTo>
                    <a:pt x="404039" y="262461"/>
                  </a:lnTo>
                  <a:lnTo>
                    <a:pt x="406503" y="261928"/>
                  </a:lnTo>
                  <a:lnTo>
                    <a:pt x="408967" y="261351"/>
                  </a:lnTo>
                  <a:lnTo>
                    <a:pt x="411430" y="260726"/>
                  </a:lnTo>
                  <a:lnTo>
                    <a:pt x="413894" y="260044"/>
                  </a:lnTo>
                  <a:lnTo>
                    <a:pt x="416358" y="259295"/>
                  </a:lnTo>
                  <a:lnTo>
                    <a:pt x="418821" y="258489"/>
                  </a:lnTo>
                  <a:lnTo>
                    <a:pt x="421285" y="257623"/>
                  </a:lnTo>
                  <a:lnTo>
                    <a:pt x="423749" y="256696"/>
                  </a:lnTo>
                  <a:lnTo>
                    <a:pt x="426212" y="255695"/>
                  </a:lnTo>
                  <a:lnTo>
                    <a:pt x="428676" y="254618"/>
                  </a:lnTo>
                  <a:lnTo>
                    <a:pt x="431140" y="253475"/>
                  </a:lnTo>
                  <a:lnTo>
                    <a:pt x="433603" y="252266"/>
                  </a:lnTo>
                  <a:lnTo>
                    <a:pt x="436067" y="250991"/>
                  </a:lnTo>
                  <a:lnTo>
                    <a:pt x="438531" y="249635"/>
                  </a:lnTo>
                  <a:lnTo>
                    <a:pt x="440994" y="248205"/>
                  </a:lnTo>
                  <a:lnTo>
                    <a:pt x="443458" y="246710"/>
                  </a:lnTo>
                  <a:lnTo>
                    <a:pt x="445922" y="245151"/>
                  </a:lnTo>
                  <a:lnTo>
                    <a:pt x="448385" y="243531"/>
                  </a:lnTo>
                  <a:lnTo>
                    <a:pt x="450849" y="241835"/>
                  </a:lnTo>
                  <a:lnTo>
                    <a:pt x="453312" y="240076"/>
                  </a:lnTo>
                  <a:lnTo>
                    <a:pt x="455776" y="238262"/>
                  </a:lnTo>
                  <a:lnTo>
                    <a:pt x="458240" y="236395"/>
                  </a:lnTo>
                  <a:lnTo>
                    <a:pt x="460703" y="234476"/>
                  </a:lnTo>
                  <a:lnTo>
                    <a:pt x="463167" y="232495"/>
                  </a:lnTo>
                  <a:lnTo>
                    <a:pt x="465631" y="230466"/>
                  </a:lnTo>
                  <a:lnTo>
                    <a:pt x="468094" y="228393"/>
                  </a:lnTo>
                  <a:lnTo>
                    <a:pt x="470558" y="226279"/>
                  </a:lnTo>
                  <a:lnTo>
                    <a:pt x="473022" y="224125"/>
                  </a:lnTo>
                  <a:lnTo>
                    <a:pt x="475485" y="221920"/>
                  </a:lnTo>
                  <a:lnTo>
                    <a:pt x="477949" y="219677"/>
                  </a:lnTo>
                  <a:lnTo>
                    <a:pt x="480413" y="217398"/>
                  </a:lnTo>
                  <a:lnTo>
                    <a:pt x="482876" y="215083"/>
                  </a:lnTo>
                  <a:lnTo>
                    <a:pt x="485340" y="212731"/>
                  </a:lnTo>
                  <a:lnTo>
                    <a:pt x="487804" y="210331"/>
                  </a:lnTo>
                  <a:lnTo>
                    <a:pt x="490267" y="207893"/>
                  </a:lnTo>
                  <a:lnTo>
                    <a:pt x="492731" y="205415"/>
                  </a:lnTo>
                  <a:lnTo>
                    <a:pt x="495195" y="202896"/>
                  </a:lnTo>
                  <a:lnTo>
                    <a:pt x="497658" y="200332"/>
                  </a:lnTo>
                  <a:lnTo>
                    <a:pt x="500122" y="197708"/>
                  </a:lnTo>
                  <a:lnTo>
                    <a:pt x="502586" y="195034"/>
                  </a:lnTo>
                  <a:lnTo>
                    <a:pt x="505049" y="192307"/>
                  </a:lnTo>
                  <a:lnTo>
                    <a:pt x="507513" y="189525"/>
                  </a:lnTo>
                  <a:lnTo>
                    <a:pt x="509977" y="186678"/>
                  </a:lnTo>
                  <a:lnTo>
                    <a:pt x="512440" y="183752"/>
                  </a:lnTo>
                  <a:lnTo>
                    <a:pt x="514904" y="180759"/>
                  </a:lnTo>
                  <a:lnTo>
                    <a:pt x="517368" y="177697"/>
                  </a:lnTo>
                  <a:lnTo>
                    <a:pt x="519831" y="174562"/>
                  </a:lnTo>
                  <a:lnTo>
                    <a:pt x="522295" y="171341"/>
                  </a:lnTo>
                  <a:lnTo>
                    <a:pt x="524759" y="168027"/>
                  </a:lnTo>
                  <a:lnTo>
                    <a:pt x="527222" y="164633"/>
                  </a:lnTo>
                  <a:lnTo>
                    <a:pt x="529686" y="161159"/>
                  </a:lnTo>
                  <a:lnTo>
                    <a:pt x="532150" y="157604"/>
                  </a:lnTo>
                  <a:lnTo>
                    <a:pt x="534613" y="153954"/>
                  </a:lnTo>
                  <a:lnTo>
                    <a:pt x="537077" y="150211"/>
                  </a:lnTo>
                  <a:lnTo>
                    <a:pt x="539541" y="146390"/>
                  </a:lnTo>
                  <a:lnTo>
                    <a:pt x="542004" y="142494"/>
                  </a:lnTo>
                  <a:lnTo>
                    <a:pt x="544468" y="138526"/>
                  </a:lnTo>
                  <a:lnTo>
                    <a:pt x="546931" y="134474"/>
                  </a:lnTo>
                  <a:lnTo>
                    <a:pt x="549395" y="130352"/>
                  </a:lnTo>
                  <a:lnTo>
                    <a:pt x="551859" y="126174"/>
                  </a:lnTo>
                  <a:lnTo>
                    <a:pt x="554322" y="121944"/>
                  </a:lnTo>
                  <a:lnTo>
                    <a:pt x="556786" y="117668"/>
                  </a:lnTo>
                  <a:lnTo>
                    <a:pt x="559250" y="113345"/>
                  </a:lnTo>
                  <a:lnTo>
                    <a:pt x="561713" y="108992"/>
                  </a:lnTo>
                  <a:lnTo>
                    <a:pt x="564177" y="104620"/>
                  </a:lnTo>
                  <a:lnTo>
                    <a:pt x="566641" y="100234"/>
                  </a:lnTo>
                  <a:lnTo>
                    <a:pt x="569104" y="95842"/>
                  </a:lnTo>
                  <a:lnTo>
                    <a:pt x="571568" y="91457"/>
                  </a:lnTo>
                  <a:lnTo>
                    <a:pt x="574032" y="87088"/>
                  </a:lnTo>
                  <a:lnTo>
                    <a:pt x="576495" y="82741"/>
                  </a:lnTo>
                  <a:lnTo>
                    <a:pt x="578959" y="78425"/>
                  </a:lnTo>
                  <a:lnTo>
                    <a:pt x="581423" y="74146"/>
                  </a:lnTo>
                  <a:lnTo>
                    <a:pt x="583886" y="69930"/>
                  </a:lnTo>
                  <a:lnTo>
                    <a:pt x="586350" y="65771"/>
                  </a:lnTo>
                  <a:lnTo>
                    <a:pt x="588814" y="61675"/>
                  </a:lnTo>
                  <a:lnTo>
                    <a:pt x="591277" y="57647"/>
                  </a:lnTo>
                  <a:lnTo>
                    <a:pt x="593741" y="53698"/>
                  </a:lnTo>
                  <a:lnTo>
                    <a:pt x="596205" y="49855"/>
                  </a:lnTo>
                  <a:lnTo>
                    <a:pt x="598668" y="46102"/>
                  </a:lnTo>
                  <a:lnTo>
                    <a:pt x="601132" y="42444"/>
                  </a:lnTo>
                  <a:lnTo>
                    <a:pt x="603596" y="38884"/>
                  </a:lnTo>
                  <a:lnTo>
                    <a:pt x="606059" y="35438"/>
                  </a:lnTo>
                  <a:lnTo>
                    <a:pt x="608523" y="32131"/>
                  </a:lnTo>
                  <a:lnTo>
                    <a:pt x="610987" y="28941"/>
                  </a:lnTo>
                  <a:lnTo>
                    <a:pt x="613450" y="25872"/>
                  </a:lnTo>
                  <a:lnTo>
                    <a:pt x="615914" y="22928"/>
                  </a:lnTo>
                  <a:lnTo>
                    <a:pt x="618378" y="20133"/>
                  </a:lnTo>
                  <a:lnTo>
                    <a:pt x="620841" y="17507"/>
                  </a:lnTo>
                  <a:lnTo>
                    <a:pt x="623305" y="15026"/>
                  </a:lnTo>
                  <a:lnTo>
                    <a:pt x="625769" y="12695"/>
                  </a:lnTo>
                  <a:lnTo>
                    <a:pt x="628232" y="10521"/>
                  </a:lnTo>
                  <a:lnTo>
                    <a:pt x="630696" y="8538"/>
                  </a:lnTo>
                  <a:lnTo>
                    <a:pt x="633159" y="6759"/>
                  </a:lnTo>
                  <a:lnTo>
                    <a:pt x="635623" y="5160"/>
                  </a:lnTo>
                  <a:lnTo>
                    <a:pt x="638087" y="3749"/>
                  </a:lnTo>
                  <a:lnTo>
                    <a:pt x="640550" y="2532"/>
                  </a:lnTo>
                  <a:lnTo>
                    <a:pt x="643014" y="1562"/>
                  </a:lnTo>
                  <a:lnTo>
                    <a:pt x="645478" y="834"/>
                  </a:lnTo>
                  <a:lnTo>
                    <a:pt x="647941" y="326"/>
                  </a:lnTo>
                  <a:lnTo>
                    <a:pt x="650405" y="46"/>
                  </a:lnTo>
                  <a:lnTo>
                    <a:pt x="652869" y="0"/>
                  </a:lnTo>
                  <a:lnTo>
                    <a:pt x="655332" y="256"/>
                  </a:lnTo>
                  <a:lnTo>
                    <a:pt x="657796" y="784"/>
                  </a:lnTo>
                  <a:lnTo>
                    <a:pt x="660260" y="1565"/>
                  </a:lnTo>
                  <a:lnTo>
                    <a:pt x="662723" y="2603"/>
                  </a:lnTo>
                  <a:lnTo>
                    <a:pt x="665187" y="3901"/>
                  </a:lnTo>
                  <a:lnTo>
                    <a:pt x="667651" y="5540"/>
                  </a:lnTo>
                  <a:lnTo>
                    <a:pt x="670114" y="7455"/>
                  </a:lnTo>
                  <a:lnTo>
                    <a:pt x="672578" y="9632"/>
                  </a:lnTo>
                  <a:lnTo>
                    <a:pt x="675042" y="12069"/>
                  </a:lnTo>
                  <a:lnTo>
                    <a:pt x="677505" y="14764"/>
                  </a:lnTo>
                  <a:lnTo>
                    <a:pt x="679969" y="17798"/>
                  </a:lnTo>
                  <a:lnTo>
                    <a:pt x="682433" y="21077"/>
                  </a:lnTo>
                  <a:lnTo>
                    <a:pt x="684896" y="24593"/>
                  </a:lnTo>
                  <a:lnTo>
                    <a:pt x="687360" y="28338"/>
                  </a:lnTo>
                  <a:lnTo>
                    <a:pt x="689824" y="32311"/>
                  </a:lnTo>
                  <a:lnTo>
                    <a:pt x="692287" y="36555"/>
                  </a:lnTo>
                  <a:lnTo>
                    <a:pt x="694751" y="40988"/>
                  </a:lnTo>
                  <a:lnTo>
                    <a:pt x="697215" y="45600"/>
                  </a:lnTo>
                  <a:lnTo>
                    <a:pt x="699678" y="50378"/>
                  </a:lnTo>
                  <a:lnTo>
                    <a:pt x="702142" y="55319"/>
                  </a:lnTo>
                  <a:lnTo>
                    <a:pt x="704606" y="60428"/>
                  </a:lnTo>
                  <a:lnTo>
                    <a:pt x="707069" y="65649"/>
                  </a:lnTo>
                  <a:lnTo>
                    <a:pt x="709533" y="70969"/>
                  </a:lnTo>
                  <a:lnTo>
                    <a:pt x="711997" y="76374"/>
                  </a:lnTo>
                  <a:lnTo>
                    <a:pt x="714460" y="81855"/>
                  </a:lnTo>
                  <a:lnTo>
                    <a:pt x="716924" y="87393"/>
                  </a:lnTo>
                  <a:lnTo>
                    <a:pt x="719388" y="92960"/>
                  </a:lnTo>
                  <a:lnTo>
                    <a:pt x="721851" y="98542"/>
                  </a:lnTo>
                  <a:lnTo>
                    <a:pt x="724315" y="104128"/>
                  </a:lnTo>
                  <a:lnTo>
                    <a:pt x="726778" y="109698"/>
                  </a:lnTo>
                  <a:lnTo>
                    <a:pt x="729242" y="115232"/>
                  </a:lnTo>
                  <a:lnTo>
                    <a:pt x="731706" y="120723"/>
                  </a:lnTo>
                  <a:lnTo>
                    <a:pt x="734169" y="126158"/>
                  </a:lnTo>
                  <a:lnTo>
                    <a:pt x="736633" y="131530"/>
                  </a:lnTo>
                  <a:lnTo>
                    <a:pt x="739097" y="136812"/>
                  </a:lnTo>
                  <a:lnTo>
                    <a:pt x="741560" y="141994"/>
                  </a:lnTo>
                  <a:lnTo>
                    <a:pt x="744024" y="147080"/>
                  </a:lnTo>
                  <a:lnTo>
                    <a:pt x="746488" y="152066"/>
                  </a:lnTo>
                  <a:lnTo>
                    <a:pt x="748951" y="156945"/>
                  </a:lnTo>
                  <a:lnTo>
                    <a:pt x="751415" y="161684"/>
                  </a:lnTo>
                  <a:lnTo>
                    <a:pt x="753879" y="166294"/>
                  </a:lnTo>
                  <a:lnTo>
                    <a:pt x="756342" y="170782"/>
                  </a:lnTo>
                  <a:lnTo>
                    <a:pt x="758806" y="175148"/>
                  </a:lnTo>
                  <a:lnTo>
                    <a:pt x="761270" y="179390"/>
                  </a:lnTo>
                  <a:lnTo>
                    <a:pt x="763733" y="183470"/>
                  </a:lnTo>
                  <a:lnTo>
                    <a:pt x="766197" y="187419"/>
                  </a:lnTo>
                  <a:lnTo>
                    <a:pt x="768661" y="191243"/>
                  </a:lnTo>
                  <a:lnTo>
                    <a:pt x="771124" y="194943"/>
                  </a:lnTo>
                  <a:lnTo>
                    <a:pt x="773588" y="198522"/>
                  </a:lnTo>
                  <a:lnTo>
                    <a:pt x="776052" y="201943"/>
                  </a:lnTo>
                  <a:lnTo>
                    <a:pt x="778515" y="205246"/>
                  </a:lnTo>
                  <a:lnTo>
                    <a:pt x="780979" y="208437"/>
                  </a:lnTo>
                  <a:lnTo>
                    <a:pt x="783443" y="211517"/>
                  </a:lnTo>
                  <a:lnTo>
                    <a:pt x="785906" y="214488"/>
                  </a:lnTo>
                  <a:lnTo>
                    <a:pt x="788370" y="217323"/>
                  </a:lnTo>
                  <a:lnTo>
                    <a:pt x="790834" y="220061"/>
                  </a:lnTo>
                  <a:lnTo>
                    <a:pt x="793297" y="222704"/>
                  </a:lnTo>
                  <a:lnTo>
                    <a:pt x="795761" y="225255"/>
                  </a:lnTo>
                  <a:lnTo>
                    <a:pt x="798225" y="227714"/>
                  </a:lnTo>
                  <a:lnTo>
                    <a:pt x="800688" y="230065"/>
                  </a:lnTo>
                  <a:lnTo>
                    <a:pt x="803152" y="232338"/>
                  </a:lnTo>
                  <a:lnTo>
                    <a:pt x="805616" y="234535"/>
                  </a:lnTo>
                  <a:lnTo>
                    <a:pt x="808079" y="236659"/>
                  </a:lnTo>
                  <a:lnTo>
                    <a:pt x="810543" y="238706"/>
                  </a:lnTo>
                  <a:lnTo>
                    <a:pt x="813006" y="240670"/>
                  </a:lnTo>
                  <a:lnTo>
                    <a:pt x="815470" y="242571"/>
                  </a:lnTo>
                  <a:lnTo>
                    <a:pt x="817934" y="244411"/>
                  </a:lnTo>
                  <a:lnTo>
                    <a:pt x="820397" y="246192"/>
                  </a:lnTo>
                  <a:lnTo>
                    <a:pt x="822861" y="247908"/>
                  </a:lnTo>
                  <a:lnTo>
                    <a:pt x="825325" y="249559"/>
                  </a:lnTo>
                  <a:lnTo>
                    <a:pt x="827788" y="251157"/>
                  </a:lnTo>
                  <a:lnTo>
                    <a:pt x="830252" y="252704"/>
                  </a:lnTo>
                  <a:lnTo>
                    <a:pt x="832716" y="254201"/>
                  </a:lnTo>
                  <a:lnTo>
                    <a:pt x="835179" y="255641"/>
                  </a:lnTo>
                  <a:lnTo>
                    <a:pt x="837643" y="257027"/>
                  </a:lnTo>
                  <a:lnTo>
                    <a:pt x="840107" y="258366"/>
                  </a:lnTo>
                  <a:lnTo>
                    <a:pt x="842570" y="259661"/>
                  </a:lnTo>
                  <a:lnTo>
                    <a:pt x="845034" y="260912"/>
                  </a:lnTo>
                  <a:lnTo>
                    <a:pt x="847498" y="262110"/>
                  </a:lnTo>
                  <a:lnTo>
                    <a:pt x="849961" y="263260"/>
                  </a:lnTo>
                  <a:lnTo>
                    <a:pt x="852425" y="264370"/>
                  </a:lnTo>
                  <a:lnTo>
                    <a:pt x="854889" y="265439"/>
                  </a:lnTo>
                  <a:lnTo>
                    <a:pt x="857352" y="266468"/>
                  </a:lnTo>
                  <a:lnTo>
                    <a:pt x="859816" y="267448"/>
                  </a:lnTo>
                  <a:lnTo>
                    <a:pt x="862280" y="268387"/>
                  </a:lnTo>
                  <a:lnTo>
                    <a:pt x="864743" y="269289"/>
                  </a:lnTo>
                  <a:lnTo>
                    <a:pt x="867207" y="270154"/>
                  </a:lnTo>
                  <a:lnTo>
                    <a:pt x="869671" y="270984"/>
                  </a:lnTo>
                  <a:lnTo>
                    <a:pt x="872134" y="271768"/>
                  </a:lnTo>
                  <a:lnTo>
                    <a:pt x="874598" y="272517"/>
                  </a:lnTo>
                  <a:lnTo>
                    <a:pt x="877062" y="273234"/>
                  </a:lnTo>
                  <a:lnTo>
                    <a:pt x="879525" y="273918"/>
                  </a:lnTo>
                  <a:lnTo>
                    <a:pt x="881989" y="274571"/>
                  </a:lnTo>
                  <a:lnTo>
                    <a:pt x="884453" y="275184"/>
                  </a:lnTo>
                  <a:lnTo>
                    <a:pt x="886916" y="275767"/>
                  </a:lnTo>
                  <a:lnTo>
                    <a:pt x="889380" y="276323"/>
                  </a:lnTo>
                  <a:lnTo>
                    <a:pt x="891844" y="276851"/>
                  </a:lnTo>
                  <a:lnTo>
                    <a:pt x="894307" y="277351"/>
                  </a:lnTo>
                  <a:lnTo>
                    <a:pt x="896771" y="277818"/>
                  </a:lnTo>
                  <a:lnTo>
                    <a:pt x="899235" y="278261"/>
                  </a:lnTo>
                  <a:lnTo>
                    <a:pt x="901698" y="278680"/>
                  </a:lnTo>
                  <a:lnTo>
                    <a:pt x="904162" y="279076"/>
                  </a:lnTo>
                  <a:lnTo>
                    <a:pt x="906625" y="279449"/>
                  </a:lnTo>
                  <a:lnTo>
                    <a:pt x="909089" y="279795"/>
                  </a:lnTo>
                  <a:lnTo>
                    <a:pt x="911553" y="280122"/>
                  </a:lnTo>
                  <a:lnTo>
                    <a:pt x="914016" y="280429"/>
                  </a:lnTo>
                  <a:lnTo>
                    <a:pt x="916480" y="280718"/>
                  </a:lnTo>
                  <a:lnTo>
                    <a:pt x="918944" y="280987"/>
                  </a:lnTo>
                  <a:lnTo>
                    <a:pt x="921407" y="281237"/>
                  </a:lnTo>
                  <a:lnTo>
                    <a:pt x="923871" y="281471"/>
                  </a:lnTo>
                  <a:lnTo>
                    <a:pt x="926335" y="281691"/>
                  </a:lnTo>
                  <a:lnTo>
                    <a:pt x="928798" y="281896"/>
                  </a:lnTo>
                  <a:lnTo>
                    <a:pt x="931262" y="282087"/>
                  </a:lnTo>
                  <a:lnTo>
                    <a:pt x="933726" y="282263"/>
                  </a:lnTo>
                  <a:lnTo>
                    <a:pt x="936189" y="282429"/>
                  </a:lnTo>
                  <a:lnTo>
                    <a:pt x="938653" y="282584"/>
                  </a:lnTo>
                  <a:lnTo>
                    <a:pt x="941117" y="282729"/>
                  </a:lnTo>
                  <a:lnTo>
                    <a:pt x="943580" y="282863"/>
                  </a:lnTo>
                  <a:lnTo>
                    <a:pt x="946044" y="282988"/>
                  </a:lnTo>
                  <a:lnTo>
                    <a:pt x="948508" y="283106"/>
                  </a:lnTo>
                  <a:lnTo>
                    <a:pt x="950971" y="283217"/>
                  </a:lnTo>
                  <a:lnTo>
                    <a:pt x="953435" y="283322"/>
                  </a:lnTo>
                  <a:lnTo>
                    <a:pt x="955899" y="283419"/>
                  </a:lnTo>
                  <a:lnTo>
                    <a:pt x="958362" y="283510"/>
                  </a:lnTo>
                  <a:lnTo>
                    <a:pt x="960826" y="283597"/>
                  </a:lnTo>
                  <a:lnTo>
                    <a:pt x="963290" y="283680"/>
                  </a:lnTo>
                  <a:lnTo>
                    <a:pt x="965753" y="283758"/>
                  </a:lnTo>
                  <a:lnTo>
                    <a:pt x="968217" y="283832"/>
                  </a:lnTo>
                  <a:lnTo>
                    <a:pt x="970681" y="283902"/>
                  </a:lnTo>
                  <a:lnTo>
                    <a:pt x="973144" y="283969"/>
                  </a:lnTo>
                  <a:lnTo>
                    <a:pt x="975608" y="284033"/>
                  </a:lnTo>
                  <a:lnTo>
                    <a:pt x="978072" y="284094"/>
                  </a:lnTo>
                  <a:lnTo>
                    <a:pt x="980535" y="284151"/>
                  </a:lnTo>
                  <a:lnTo>
                    <a:pt x="982999" y="284207"/>
                  </a:lnTo>
                  <a:lnTo>
                    <a:pt x="985463" y="284259"/>
                  </a:lnTo>
                  <a:lnTo>
                    <a:pt x="987926" y="284310"/>
                  </a:lnTo>
                  <a:lnTo>
                    <a:pt x="990390" y="284358"/>
                  </a:lnTo>
                  <a:lnTo>
                    <a:pt x="992853" y="284403"/>
                  </a:lnTo>
                  <a:lnTo>
                    <a:pt x="995317" y="284445"/>
                  </a:lnTo>
                  <a:lnTo>
                    <a:pt x="997781" y="284486"/>
                  </a:lnTo>
                  <a:lnTo>
                    <a:pt x="1000244" y="284525"/>
                  </a:lnTo>
                  <a:lnTo>
                    <a:pt x="1002708" y="284561"/>
                  </a:lnTo>
                  <a:lnTo>
                    <a:pt x="1005172" y="284595"/>
                  </a:lnTo>
                  <a:lnTo>
                    <a:pt x="1007635" y="284626"/>
                  </a:lnTo>
                  <a:lnTo>
                    <a:pt x="1010099" y="284656"/>
                  </a:lnTo>
                  <a:lnTo>
                    <a:pt x="1012563" y="284684"/>
                  </a:lnTo>
                  <a:lnTo>
                    <a:pt x="1015026" y="284710"/>
                  </a:lnTo>
                  <a:lnTo>
                    <a:pt x="1017490" y="284733"/>
                  </a:lnTo>
                  <a:lnTo>
                    <a:pt x="1019954" y="284755"/>
                  </a:lnTo>
                  <a:lnTo>
                    <a:pt x="1022417" y="284775"/>
                  </a:lnTo>
                  <a:lnTo>
                    <a:pt x="1024881" y="284793"/>
                  </a:lnTo>
                  <a:lnTo>
                    <a:pt x="1027345" y="284810"/>
                  </a:lnTo>
                  <a:lnTo>
                    <a:pt x="1029808" y="284825"/>
                  </a:lnTo>
                  <a:lnTo>
                    <a:pt x="1032272" y="284838"/>
                  </a:lnTo>
                  <a:lnTo>
                    <a:pt x="1034736" y="284851"/>
                  </a:lnTo>
                  <a:lnTo>
                    <a:pt x="1037199" y="284862"/>
                  </a:lnTo>
                  <a:lnTo>
                    <a:pt x="1039663" y="284872"/>
                  </a:lnTo>
                  <a:lnTo>
                    <a:pt x="1042127" y="284880"/>
                  </a:lnTo>
                  <a:lnTo>
                    <a:pt x="1044590" y="284888"/>
                  </a:lnTo>
                  <a:lnTo>
                    <a:pt x="1047054" y="284895"/>
                  </a:lnTo>
                  <a:lnTo>
                    <a:pt x="1049518" y="284901"/>
                  </a:lnTo>
                  <a:lnTo>
                    <a:pt x="1051981" y="284906"/>
                  </a:lnTo>
                  <a:lnTo>
                    <a:pt x="1054445" y="284911"/>
                  </a:lnTo>
                  <a:lnTo>
                    <a:pt x="1056909" y="284915"/>
                  </a:lnTo>
                  <a:lnTo>
                    <a:pt x="1059372" y="284919"/>
                  </a:lnTo>
                  <a:lnTo>
                    <a:pt x="1061836" y="284922"/>
                  </a:lnTo>
                  <a:lnTo>
                    <a:pt x="1064300" y="284924"/>
                  </a:lnTo>
                  <a:lnTo>
                    <a:pt x="1066763" y="284926"/>
                  </a:lnTo>
                  <a:lnTo>
                    <a:pt x="1069227" y="284928"/>
                  </a:lnTo>
                  <a:lnTo>
                    <a:pt x="1071691" y="284930"/>
                  </a:lnTo>
                  <a:lnTo>
                    <a:pt x="1074154" y="284931"/>
                  </a:lnTo>
                  <a:lnTo>
                    <a:pt x="1076618" y="284932"/>
                  </a:lnTo>
                  <a:lnTo>
                    <a:pt x="1079082" y="284933"/>
                  </a:lnTo>
                  <a:lnTo>
                    <a:pt x="1081545" y="284934"/>
                  </a:lnTo>
                  <a:lnTo>
                    <a:pt x="1084009" y="284935"/>
                  </a:lnTo>
                  <a:lnTo>
                    <a:pt x="1086472" y="284935"/>
                  </a:lnTo>
                  <a:lnTo>
                    <a:pt x="1088936" y="284936"/>
                  </a:lnTo>
                  <a:lnTo>
                    <a:pt x="1091400" y="284936"/>
                  </a:lnTo>
                  <a:lnTo>
                    <a:pt x="1093863" y="284936"/>
                  </a:lnTo>
                  <a:lnTo>
                    <a:pt x="1096327" y="284936"/>
                  </a:lnTo>
                  <a:lnTo>
                    <a:pt x="1098791" y="284937"/>
                  </a:lnTo>
                  <a:lnTo>
                    <a:pt x="1101254" y="284937"/>
                  </a:lnTo>
                  <a:lnTo>
                    <a:pt x="1103718" y="284937"/>
                  </a:lnTo>
                  <a:lnTo>
                    <a:pt x="1106182" y="284937"/>
                  </a:lnTo>
                  <a:lnTo>
                    <a:pt x="1108645" y="284937"/>
                  </a:lnTo>
                  <a:lnTo>
                    <a:pt x="1111109" y="284937"/>
                  </a:lnTo>
                  <a:lnTo>
                    <a:pt x="1113573" y="284937"/>
                  </a:lnTo>
                  <a:lnTo>
                    <a:pt x="1116036" y="284937"/>
                  </a:lnTo>
                  <a:lnTo>
                    <a:pt x="1118500" y="284937"/>
                  </a:lnTo>
                  <a:lnTo>
                    <a:pt x="1120964" y="284937"/>
                  </a:lnTo>
                  <a:lnTo>
                    <a:pt x="1123427" y="284937"/>
                  </a:lnTo>
                  <a:lnTo>
                    <a:pt x="1125891" y="284937"/>
                  </a:lnTo>
                  <a:lnTo>
                    <a:pt x="1128355" y="284937"/>
                  </a:lnTo>
                  <a:lnTo>
                    <a:pt x="1130818" y="284937"/>
                  </a:lnTo>
                  <a:lnTo>
                    <a:pt x="1133282" y="284937"/>
                  </a:lnTo>
                  <a:lnTo>
                    <a:pt x="1135746" y="284937"/>
                  </a:lnTo>
                  <a:lnTo>
                    <a:pt x="1138209" y="284937"/>
                  </a:lnTo>
                  <a:lnTo>
                    <a:pt x="1140673" y="284937"/>
                  </a:lnTo>
                  <a:lnTo>
                    <a:pt x="1143137" y="284937"/>
                  </a:lnTo>
                  <a:lnTo>
                    <a:pt x="1145600" y="284937"/>
                  </a:lnTo>
                  <a:lnTo>
                    <a:pt x="1148064" y="284937"/>
                  </a:lnTo>
                  <a:lnTo>
                    <a:pt x="1150528" y="284937"/>
                  </a:lnTo>
                  <a:lnTo>
                    <a:pt x="1152991" y="284937"/>
                  </a:lnTo>
                  <a:lnTo>
                    <a:pt x="1155455" y="284937"/>
                  </a:lnTo>
                  <a:lnTo>
                    <a:pt x="1157919" y="284937"/>
                  </a:lnTo>
                  <a:lnTo>
                    <a:pt x="1160382" y="284937"/>
                  </a:lnTo>
                  <a:lnTo>
                    <a:pt x="1162846" y="284937"/>
                  </a:lnTo>
                  <a:lnTo>
                    <a:pt x="1165310" y="284937"/>
                  </a:lnTo>
                  <a:lnTo>
                    <a:pt x="1167773" y="284937"/>
                  </a:lnTo>
                  <a:lnTo>
                    <a:pt x="1170237" y="284937"/>
                  </a:lnTo>
                  <a:lnTo>
                    <a:pt x="1172701" y="284937"/>
                  </a:lnTo>
                  <a:lnTo>
                    <a:pt x="1175164" y="284937"/>
                  </a:lnTo>
                  <a:lnTo>
                    <a:pt x="1177628" y="284937"/>
                  </a:lnTo>
                  <a:lnTo>
                    <a:pt x="1180091" y="284937"/>
                  </a:lnTo>
                  <a:lnTo>
                    <a:pt x="1182555" y="284937"/>
                  </a:lnTo>
                  <a:lnTo>
                    <a:pt x="1185019" y="284937"/>
                  </a:lnTo>
                  <a:lnTo>
                    <a:pt x="1187482" y="284937"/>
                  </a:lnTo>
                  <a:lnTo>
                    <a:pt x="1189946" y="284937"/>
                  </a:lnTo>
                  <a:lnTo>
                    <a:pt x="1192410" y="284937"/>
                  </a:lnTo>
                  <a:lnTo>
                    <a:pt x="1194873" y="284937"/>
                  </a:lnTo>
                  <a:lnTo>
                    <a:pt x="1197337" y="284937"/>
                  </a:lnTo>
                  <a:lnTo>
                    <a:pt x="1199801" y="284937"/>
                  </a:lnTo>
                  <a:lnTo>
                    <a:pt x="1202264" y="284937"/>
                  </a:lnTo>
                  <a:lnTo>
                    <a:pt x="1204728" y="284937"/>
                  </a:lnTo>
                  <a:lnTo>
                    <a:pt x="1207192" y="284937"/>
                  </a:lnTo>
                  <a:lnTo>
                    <a:pt x="1209655" y="284937"/>
                  </a:lnTo>
                  <a:lnTo>
                    <a:pt x="1212119" y="284937"/>
                  </a:lnTo>
                  <a:lnTo>
                    <a:pt x="1214583" y="284937"/>
                  </a:lnTo>
                  <a:lnTo>
                    <a:pt x="1217046" y="284937"/>
                  </a:lnTo>
                  <a:lnTo>
                    <a:pt x="1219510" y="284937"/>
                  </a:lnTo>
                  <a:lnTo>
                    <a:pt x="1221974" y="284937"/>
                  </a:lnTo>
                  <a:lnTo>
                    <a:pt x="1224437" y="284937"/>
                  </a:lnTo>
                  <a:lnTo>
                    <a:pt x="1226901" y="284937"/>
                  </a:lnTo>
                  <a:lnTo>
                    <a:pt x="1229365" y="284937"/>
                  </a:lnTo>
                  <a:lnTo>
                    <a:pt x="1231828" y="284937"/>
                  </a:lnTo>
                  <a:lnTo>
                    <a:pt x="1234292" y="284937"/>
                  </a:lnTo>
                  <a:lnTo>
                    <a:pt x="1236756" y="284937"/>
                  </a:lnTo>
                  <a:lnTo>
                    <a:pt x="1239219" y="284937"/>
                  </a:lnTo>
                  <a:lnTo>
                    <a:pt x="1241683" y="284937"/>
                  </a:lnTo>
                  <a:lnTo>
                    <a:pt x="1244147" y="284937"/>
                  </a:lnTo>
                  <a:lnTo>
                    <a:pt x="1246610" y="284937"/>
                  </a:lnTo>
                  <a:lnTo>
                    <a:pt x="1249074" y="284937"/>
                  </a:lnTo>
                  <a:lnTo>
                    <a:pt x="1251538" y="284937"/>
                  </a:lnTo>
                  <a:lnTo>
                    <a:pt x="1254001" y="284937"/>
                  </a:lnTo>
                  <a:lnTo>
                    <a:pt x="1256465" y="284937"/>
                  </a:lnTo>
                  <a:lnTo>
                    <a:pt x="1258929" y="284937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8529616" y="3987989"/>
              <a:ext cx="1258929" cy="151853"/>
            </a:xfrm>
            <a:custGeom>
              <a:avLst/>
              <a:pathLst>
                <a:path w="1258929" h="151853">
                  <a:moveTo>
                    <a:pt x="0" y="151461"/>
                  </a:moveTo>
                  <a:lnTo>
                    <a:pt x="2463" y="151437"/>
                  </a:lnTo>
                  <a:lnTo>
                    <a:pt x="4927" y="151412"/>
                  </a:lnTo>
                  <a:lnTo>
                    <a:pt x="7390" y="151385"/>
                  </a:lnTo>
                  <a:lnTo>
                    <a:pt x="9854" y="151358"/>
                  </a:lnTo>
                  <a:lnTo>
                    <a:pt x="12318" y="151329"/>
                  </a:lnTo>
                  <a:lnTo>
                    <a:pt x="14781" y="151299"/>
                  </a:lnTo>
                  <a:lnTo>
                    <a:pt x="17245" y="151267"/>
                  </a:lnTo>
                  <a:lnTo>
                    <a:pt x="19709" y="151235"/>
                  </a:lnTo>
                  <a:lnTo>
                    <a:pt x="22172" y="151201"/>
                  </a:lnTo>
                  <a:lnTo>
                    <a:pt x="24636" y="151166"/>
                  </a:lnTo>
                  <a:lnTo>
                    <a:pt x="27100" y="151130"/>
                  </a:lnTo>
                  <a:lnTo>
                    <a:pt x="29563" y="151092"/>
                  </a:lnTo>
                  <a:lnTo>
                    <a:pt x="32027" y="151053"/>
                  </a:lnTo>
                  <a:lnTo>
                    <a:pt x="34491" y="151012"/>
                  </a:lnTo>
                  <a:lnTo>
                    <a:pt x="36954" y="150970"/>
                  </a:lnTo>
                  <a:lnTo>
                    <a:pt x="39418" y="150927"/>
                  </a:lnTo>
                  <a:lnTo>
                    <a:pt x="41882" y="150882"/>
                  </a:lnTo>
                  <a:lnTo>
                    <a:pt x="44345" y="150836"/>
                  </a:lnTo>
                  <a:lnTo>
                    <a:pt x="46809" y="150788"/>
                  </a:lnTo>
                  <a:lnTo>
                    <a:pt x="49273" y="150740"/>
                  </a:lnTo>
                  <a:lnTo>
                    <a:pt x="51736" y="150689"/>
                  </a:lnTo>
                  <a:lnTo>
                    <a:pt x="54200" y="150637"/>
                  </a:lnTo>
                  <a:lnTo>
                    <a:pt x="56664" y="150584"/>
                  </a:lnTo>
                  <a:lnTo>
                    <a:pt x="59127" y="150529"/>
                  </a:lnTo>
                  <a:lnTo>
                    <a:pt x="61591" y="150473"/>
                  </a:lnTo>
                  <a:lnTo>
                    <a:pt x="64055" y="150416"/>
                  </a:lnTo>
                  <a:lnTo>
                    <a:pt x="66518" y="150357"/>
                  </a:lnTo>
                  <a:lnTo>
                    <a:pt x="68982" y="150296"/>
                  </a:lnTo>
                  <a:lnTo>
                    <a:pt x="71446" y="150234"/>
                  </a:lnTo>
                  <a:lnTo>
                    <a:pt x="73909" y="150171"/>
                  </a:lnTo>
                  <a:lnTo>
                    <a:pt x="76373" y="150106"/>
                  </a:lnTo>
                  <a:lnTo>
                    <a:pt x="78837" y="150040"/>
                  </a:lnTo>
                  <a:lnTo>
                    <a:pt x="81300" y="149973"/>
                  </a:lnTo>
                  <a:lnTo>
                    <a:pt x="83764" y="149904"/>
                  </a:lnTo>
                  <a:lnTo>
                    <a:pt x="86228" y="149833"/>
                  </a:lnTo>
                  <a:lnTo>
                    <a:pt x="88691" y="149762"/>
                  </a:lnTo>
                  <a:lnTo>
                    <a:pt x="91155" y="149688"/>
                  </a:lnTo>
                  <a:lnTo>
                    <a:pt x="93618" y="149614"/>
                  </a:lnTo>
                  <a:lnTo>
                    <a:pt x="96082" y="149538"/>
                  </a:lnTo>
                  <a:lnTo>
                    <a:pt x="98546" y="149461"/>
                  </a:lnTo>
                  <a:lnTo>
                    <a:pt x="101009" y="149382"/>
                  </a:lnTo>
                  <a:lnTo>
                    <a:pt x="103473" y="149303"/>
                  </a:lnTo>
                  <a:lnTo>
                    <a:pt x="105937" y="149221"/>
                  </a:lnTo>
                  <a:lnTo>
                    <a:pt x="108400" y="149139"/>
                  </a:lnTo>
                  <a:lnTo>
                    <a:pt x="110864" y="149055"/>
                  </a:lnTo>
                  <a:lnTo>
                    <a:pt x="113328" y="148969"/>
                  </a:lnTo>
                  <a:lnTo>
                    <a:pt x="115791" y="148883"/>
                  </a:lnTo>
                  <a:lnTo>
                    <a:pt x="118255" y="148795"/>
                  </a:lnTo>
                  <a:lnTo>
                    <a:pt x="120719" y="148705"/>
                  </a:lnTo>
                  <a:lnTo>
                    <a:pt x="123182" y="148615"/>
                  </a:lnTo>
                  <a:lnTo>
                    <a:pt x="125646" y="148523"/>
                  </a:lnTo>
                  <a:lnTo>
                    <a:pt x="128110" y="148429"/>
                  </a:lnTo>
                  <a:lnTo>
                    <a:pt x="130573" y="148335"/>
                  </a:lnTo>
                  <a:lnTo>
                    <a:pt x="133037" y="148239"/>
                  </a:lnTo>
                  <a:lnTo>
                    <a:pt x="135501" y="148141"/>
                  </a:lnTo>
                  <a:lnTo>
                    <a:pt x="137964" y="148043"/>
                  </a:lnTo>
                  <a:lnTo>
                    <a:pt x="140428" y="147943"/>
                  </a:lnTo>
                  <a:lnTo>
                    <a:pt x="142892" y="147841"/>
                  </a:lnTo>
                  <a:lnTo>
                    <a:pt x="145355" y="147739"/>
                  </a:lnTo>
                  <a:lnTo>
                    <a:pt x="147819" y="147635"/>
                  </a:lnTo>
                  <a:lnTo>
                    <a:pt x="150283" y="147529"/>
                  </a:lnTo>
                  <a:lnTo>
                    <a:pt x="152746" y="147423"/>
                  </a:lnTo>
                  <a:lnTo>
                    <a:pt x="155210" y="147315"/>
                  </a:lnTo>
                  <a:lnTo>
                    <a:pt x="157674" y="147206"/>
                  </a:lnTo>
                  <a:lnTo>
                    <a:pt x="160137" y="147096"/>
                  </a:lnTo>
                  <a:lnTo>
                    <a:pt x="162601" y="146984"/>
                  </a:lnTo>
                  <a:lnTo>
                    <a:pt x="165065" y="146871"/>
                  </a:lnTo>
                  <a:lnTo>
                    <a:pt x="167528" y="146757"/>
                  </a:lnTo>
                  <a:lnTo>
                    <a:pt x="169992" y="146642"/>
                  </a:lnTo>
                  <a:lnTo>
                    <a:pt x="172456" y="146526"/>
                  </a:lnTo>
                  <a:lnTo>
                    <a:pt x="174919" y="146409"/>
                  </a:lnTo>
                  <a:lnTo>
                    <a:pt x="177383" y="146291"/>
                  </a:lnTo>
                  <a:lnTo>
                    <a:pt x="179847" y="146171"/>
                  </a:lnTo>
                  <a:lnTo>
                    <a:pt x="182310" y="146051"/>
                  </a:lnTo>
                  <a:lnTo>
                    <a:pt x="184774" y="145930"/>
                  </a:lnTo>
                  <a:lnTo>
                    <a:pt x="187237" y="145808"/>
                  </a:lnTo>
                  <a:lnTo>
                    <a:pt x="189701" y="145685"/>
                  </a:lnTo>
                  <a:lnTo>
                    <a:pt x="192165" y="145562"/>
                  </a:lnTo>
                  <a:lnTo>
                    <a:pt x="194628" y="145438"/>
                  </a:lnTo>
                  <a:lnTo>
                    <a:pt x="197092" y="145313"/>
                  </a:lnTo>
                  <a:lnTo>
                    <a:pt x="199556" y="145189"/>
                  </a:lnTo>
                  <a:lnTo>
                    <a:pt x="202019" y="145063"/>
                  </a:lnTo>
                  <a:lnTo>
                    <a:pt x="204483" y="144938"/>
                  </a:lnTo>
                  <a:lnTo>
                    <a:pt x="206947" y="144812"/>
                  </a:lnTo>
                  <a:lnTo>
                    <a:pt x="209410" y="144686"/>
                  </a:lnTo>
                  <a:lnTo>
                    <a:pt x="211874" y="144561"/>
                  </a:lnTo>
                  <a:lnTo>
                    <a:pt x="214338" y="144435"/>
                  </a:lnTo>
                  <a:lnTo>
                    <a:pt x="216801" y="144310"/>
                  </a:lnTo>
                  <a:lnTo>
                    <a:pt x="219265" y="144185"/>
                  </a:lnTo>
                  <a:lnTo>
                    <a:pt x="221729" y="144060"/>
                  </a:lnTo>
                  <a:lnTo>
                    <a:pt x="224192" y="143937"/>
                  </a:lnTo>
                  <a:lnTo>
                    <a:pt x="226656" y="143814"/>
                  </a:lnTo>
                  <a:lnTo>
                    <a:pt x="229120" y="143692"/>
                  </a:lnTo>
                  <a:lnTo>
                    <a:pt x="231583" y="143570"/>
                  </a:lnTo>
                  <a:lnTo>
                    <a:pt x="234047" y="143451"/>
                  </a:lnTo>
                  <a:lnTo>
                    <a:pt x="236511" y="143332"/>
                  </a:lnTo>
                  <a:lnTo>
                    <a:pt x="238974" y="143214"/>
                  </a:lnTo>
                  <a:lnTo>
                    <a:pt x="241438" y="143099"/>
                  </a:lnTo>
                  <a:lnTo>
                    <a:pt x="243902" y="142985"/>
                  </a:lnTo>
                  <a:lnTo>
                    <a:pt x="246365" y="142873"/>
                  </a:lnTo>
                  <a:lnTo>
                    <a:pt x="248829" y="142763"/>
                  </a:lnTo>
                  <a:lnTo>
                    <a:pt x="251293" y="142655"/>
                  </a:lnTo>
                  <a:lnTo>
                    <a:pt x="253756" y="142548"/>
                  </a:lnTo>
                  <a:lnTo>
                    <a:pt x="256220" y="142445"/>
                  </a:lnTo>
                  <a:lnTo>
                    <a:pt x="258684" y="142344"/>
                  </a:lnTo>
                  <a:lnTo>
                    <a:pt x="261147" y="142244"/>
                  </a:lnTo>
                  <a:lnTo>
                    <a:pt x="263611" y="142149"/>
                  </a:lnTo>
                  <a:lnTo>
                    <a:pt x="266075" y="142055"/>
                  </a:lnTo>
                  <a:lnTo>
                    <a:pt x="268538" y="141964"/>
                  </a:lnTo>
                  <a:lnTo>
                    <a:pt x="271002" y="141877"/>
                  </a:lnTo>
                  <a:lnTo>
                    <a:pt x="273465" y="141792"/>
                  </a:lnTo>
                  <a:lnTo>
                    <a:pt x="275929" y="141710"/>
                  </a:lnTo>
                  <a:lnTo>
                    <a:pt x="278393" y="141632"/>
                  </a:lnTo>
                  <a:lnTo>
                    <a:pt x="280856" y="141556"/>
                  </a:lnTo>
                  <a:lnTo>
                    <a:pt x="283320" y="141483"/>
                  </a:lnTo>
                  <a:lnTo>
                    <a:pt x="285784" y="141415"/>
                  </a:lnTo>
                  <a:lnTo>
                    <a:pt x="288247" y="141349"/>
                  </a:lnTo>
                  <a:lnTo>
                    <a:pt x="290711" y="141286"/>
                  </a:lnTo>
                  <a:lnTo>
                    <a:pt x="293175" y="141228"/>
                  </a:lnTo>
                  <a:lnTo>
                    <a:pt x="295638" y="141172"/>
                  </a:lnTo>
                  <a:lnTo>
                    <a:pt x="298102" y="141119"/>
                  </a:lnTo>
                  <a:lnTo>
                    <a:pt x="300566" y="141070"/>
                  </a:lnTo>
                  <a:lnTo>
                    <a:pt x="303029" y="141025"/>
                  </a:lnTo>
                  <a:lnTo>
                    <a:pt x="305493" y="140981"/>
                  </a:lnTo>
                  <a:lnTo>
                    <a:pt x="307957" y="140942"/>
                  </a:lnTo>
                  <a:lnTo>
                    <a:pt x="310420" y="140906"/>
                  </a:lnTo>
                  <a:lnTo>
                    <a:pt x="312884" y="140873"/>
                  </a:lnTo>
                  <a:lnTo>
                    <a:pt x="315348" y="140843"/>
                  </a:lnTo>
                  <a:lnTo>
                    <a:pt x="317811" y="140816"/>
                  </a:lnTo>
                  <a:lnTo>
                    <a:pt x="320275" y="140791"/>
                  </a:lnTo>
                  <a:lnTo>
                    <a:pt x="322739" y="140770"/>
                  </a:lnTo>
                  <a:lnTo>
                    <a:pt x="325202" y="140751"/>
                  </a:lnTo>
                  <a:lnTo>
                    <a:pt x="327666" y="140734"/>
                  </a:lnTo>
                  <a:lnTo>
                    <a:pt x="330130" y="140720"/>
                  </a:lnTo>
                  <a:lnTo>
                    <a:pt x="332593" y="140709"/>
                  </a:lnTo>
                  <a:lnTo>
                    <a:pt x="335057" y="140699"/>
                  </a:lnTo>
                  <a:lnTo>
                    <a:pt x="337521" y="140692"/>
                  </a:lnTo>
                  <a:lnTo>
                    <a:pt x="339984" y="140687"/>
                  </a:lnTo>
                  <a:lnTo>
                    <a:pt x="342448" y="140683"/>
                  </a:lnTo>
                  <a:lnTo>
                    <a:pt x="344912" y="140681"/>
                  </a:lnTo>
                  <a:lnTo>
                    <a:pt x="347375" y="140680"/>
                  </a:lnTo>
                  <a:lnTo>
                    <a:pt x="349839" y="140681"/>
                  </a:lnTo>
                  <a:lnTo>
                    <a:pt x="352303" y="140682"/>
                  </a:lnTo>
                  <a:lnTo>
                    <a:pt x="354766" y="140685"/>
                  </a:lnTo>
                  <a:lnTo>
                    <a:pt x="357230" y="140689"/>
                  </a:lnTo>
                  <a:lnTo>
                    <a:pt x="359694" y="140693"/>
                  </a:lnTo>
                  <a:lnTo>
                    <a:pt x="362157" y="140697"/>
                  </a:lnTo>
                  <a:lnTo>
                    <a:pt x="364621" y="140702"/>
                  </a:lnTo>
                  <a:lnTo>
                    <a:pt x="367084" y="140707"/>
                  </a:lnTo>
                  <a:lnTo>
                    <a:pt x="369548" y="140712"/>
                  </a:lnTo>
                  <a:lnTo>
                    <a:pt x="372012" y="140717"/>
                  </a:lnTo>
                  <a:lnTo>
                    <a:pt x="374475" y="140721"/>
                  </a:lnTo>
                  <a:lnTo>
                    <a:pt x="376939" y="140725"/>
                  </a:lnTo>
                  <a:lnTo>
                    <a:pt x="379403" y="140727"/>
                  </a:lnTo>
                  <a:lnTo>
                    <a:pt x="381866" y="140730"/>
                  </a:lnTo>
                  <a:lnTo>
                    <a:pt x="384330" y="140730"/>
                  </a:lnTo>
                  <a:lnTo>
                    <a:pt x="386794" y="140730"/>
                  </a:lnTo>
                  <a:lnTo>
                    <a:pt x="389257" y="140728"/>
                  </a:lnTo>
                  <a:lnTo>
                    <a:pt x="391721" y="140724"/>
                  </a:lnTo>
                  <a:lnTo>
                    <a:pt x="394185" y="140719"/>
                  </a:lnTo>
                  <a:lnTo>
                    <a:pt x="396648" y="140712"/>
                  </a:lnTo>
                  <a:lnTo>
                    <a:pt x="399112" y="140703"/>
                  </a:lnTo>
                  <a:lnTo>
                    <a:pt x="401576" y="140692"/>
                  </a:lnTo>
                  <a:lnTo>
                    <a:pt x="404039" y="140679"/>
                  </a:lnTo>
                  <a:lnTo>
                    <a:pt x="406503" y="140662"/>
                  </a:lnTo>
                  <a:lnTo>
                    <a:pt x="408967" y="140643"/>
                  </a:lnTo>
                  <a:lnTo>
                    <a:pt x="411430" y="140622"/>
                  </a:lnTo>
                  <a:lnTo>
                    <a:pt x="413894" y="140597"/>
                  </a:lnTo>
                  <a:lnTo>
                    <a:pt x="416358" y="140570"/>
                  </a:lnTo>
                  <a:lnTo>
                    <a:pt x="418821" y="140540"/>
                  </a:lnTo>
                  <a:lnTo>
                    <a:pt x="421285" y="140506"/>
                  </a:lnTo>
                  <a:lnTo>
                    <a:pt x="423749" y="140469"/>
                  </a:lnTo>
                  <a:lnTo>
                    <a:pt x="426212" y="140429"/>
                  </a:lnTo>
                  <a:lnTo>
                    <a:pt x="428676" y="140384"/>
                  </a:lnTo>
                  <a:lnTo>
                    <a:pt x="431140" y="140336"/>
                  </a:lnTo>
                  <a:lnTo>
                    <a:pt x="433603" y="140286"/>
                  </a:lnTo>
                  <a:lnTo>
                    <a:pt x="436067" y="140230"/>
                  </a:lnTo>
                  <a:lnTo>
                    <a:pt x="438531" y="140170"/>
                  </a:lnTo>
                  <a:lnTo>
                    <a:pt x="440994" y="140107"/>
                  </a:lnTo>
                  <a:lnTo>
                    <a:pt x="443458" y="140039"/>
                  </a:lnTo>
                  <a:lnTo>
                    <a:pt x="445922" y="139967"/>
                  </a:lnTo>
                  <a:lnTo>
                    <a:pt x="448385" y="139891"/>
                  </a:lnTo>
                  <a:lnTo>
                    <a:pt x="450849" y="139809"/>
                  </a:lnTo>
                  <a:lnTo>
                    <a:pt x="453312" y="139723"/>
                  </a:lnTo>
                  <a:lnTo>
                    <a:pt x="455776" y="139633"/>
                  </a:lnTo>
                  <a:lnTo>
                    <a:pt x="458240" y="139537"/>
                  </a:lnTo>
                  <a:lnTo>
                    <a:pt x="460703" y="139436"/>
                  </a:lnTo>
                  <a:lnTo>
                    <a:pt x="463167" y="139331"/>
                  </a:lnTo>
                  <a:lnTo>
                    <a:pt x="465631" y="139220"/>
                  </a:lnTo>
                  <a:lnTo>
                    <a:pt x="468094" y="139103"/>
                  </a:lnTo>
                  <a:lnTo>
                    <a:pt x="470558" y="138982"/>
                  </a:lnTo>
                  <a:lnTo>
                    <a:pt x="473022" y="138853"/>
                  </a:lnTo>
                  <a:lnTo>
                    <a:pt x="475485" y="138719"/>
                  </a:lnTo>
                  <a:lnTo>
                    <a:pt x="477949" y="138579"/>
                  </a:lnTo>
                  <a:lnTo>
                    <a:pt x="480413" y="138433"/>
                  </a:lnTo>
                  <a:lnTo>
                    <a:pt x="482876" y="138279"/>
                  </a:lnTo>
                  <a:lnTo>
                    <a:pt x="485340" y="138120"/>
                  </a:lnTo>
                  <a:lnTo>
                    <a:pt x="487804" y="137954"/>
                  </a:lnTo>
                  <a:lnTo>
                    <a:pt x="490267" y="137779"/>
                  </a:lnTo>
                  <a:lnTo>
                    <a:pt x="492731" y="137599"/>
                  </a:lnTo>
                  <a:lnTo>
                    <a:pt x="495195" y="137410"/>
                  </a:lnTo>
                  <a:lnTo>
                    <a:pt x="497658" y="137213"/>
                  </a:lnTo>
                  <a:lnTo>
                    <a:pt x="500122" y="137009"/>
                  </a:lnTo>
                  <a:lnTo>
                    <a:pt x="502586" y="136796"/>
                  </a:lnTo>
                  <a:lnTo>
                    <a:pt x="505049" y="136572"/>
                  </a:lnTo>
                  <a:lnTo>
                    <a:pt x="507513" y="136342"/>
                  </a:lnTo>
                  <a:lnTo>
                    <a:pt x="509977" y="136103"/>
                  </a:lnTo>
                  <a:lnTo>
                    <a:pt x="512440" y="135851"/>
                  </a:lnTo>
                  <a:lnTo>
                    <a:pt x="514904" y="135592"/>
                  </a:lnTo>
                  <a:lnTo>
                    <a:pt x="517368" y="135323"/>
                  </a:lnTo>
                  <a:lnTo>
                    <a:pt x="519831" y="135040"/>
                  </a:lnTo>
                  <a:lnTo>
                    <a:pt x="522295" y="134749"/>
                  </a:lnTo>
                  <a:lnTo>
                    <a:pt x="524759" y="134447"/>
                  </a:lnTo>
                  <a:lnTo>
                    <a:pt x="527222" y="134130"/>
                  </a:lnTo>
                  <a:lnTo>
                    <a:pt x="529686" y="133804"/>
                  </a:lnTo>
                  <a:lnTo>
                    <a:pt x="532150" y="133467"/>
                  </a:lnTo>
                  <a:lnTo>
                    <a:pt x="534613" y="133112"/>
                  </a:lnTo>
                  <a:lnTo>
                    <a:pt x="537077" y="132747"/>
                  </a:lnTo>
                  <a:lnTo>
                    <a:pt x="539541" y="132372"/>
                  </a:lnTo>
                  <a:lnTo>
                    <a:pt x="542004" y="131976"/>
                  </a:lnTo>
                  <a:lnTo>
                    <a:pt x="544468" y="131570"/>
                  </a:lnTo>
                  <a:lnTo>
                    <a:pt x="546931" y="131153"/>
                  </a:lnTo>
                  <a:lnTo>
                    <a:pt x="549395" y="130714"/>
                  </a:lnTo>
                  <a:lnTo>
                    <a:pt x="551859" y="130263"/>
                  </a:lnTo>
                  <a:lnTo>
                    <a:pt x="554322" y="129800"/>
                  </a:lnTo>
                  <a:lnTo>
                    <a:pt x="556786" y="129315"/>
                  </a:lnTo>
                  <a:lnTo>
                    <a:pt x="559250" y="128816"/>
                  </a:lnTo>
                  <a:lnTo>
                    <a:pt x="561713" y="128306"/>
                  </a:lnTo>
                  <a:lnTo>
                    <a:pt x="564177" y="127771"/>
                  </a:lnTo>
                  <a:lnTo>
                    <a:pt x="566641" y="127223"/>
                  </a:lnTo>
                  <a:lnTo>
                    <a:pt x="569104" y="126662"/>
                  </a:lnTo>
                  <a:lnTo>
                    <a:pt x="571568" y="126076"/>
                  </a:lnTo>
                  <a:lnTo>
                    <a:pt x="574032" y="125476"/>
                  </a:lnTo>
                  <a:lnTo>
                    <a:pt x="576495" y="124862"/>
                  </a:lnTo>
                  <a:lnTo>
                    <a:pt x="578959" y="124224"/>
                  </a:lnTo>
                  <a:lnTo>
                    <a:pt x="581423" y="123570"/>
                  </a:lnTo>
                  <a:lnTo>
                    <a:pt x="583886" y="122902"/>
                  </a:lnTo>
                  <a:lnTo>
                    <a:pt x="586350" y="122210"/>
                  </a:lnTo>
                  <a:lnTo>
                    <a:pt x="588814" y="121501"/>
                  </a:lnTo>
                  <a:lnTo>
                    <a:pt x="591277" y="120779"/>
                  </a:lnTo>
                  <a:lnTo>
                    <a:pt x="593741" y="120033"/>
                  </a:lnTo>
                  <a:lnTo>
                    <a:pt x="596205" y="119269"/>
                  </a:lnTo>
                  <a:lnTo>
                    <a:pt x="598668" y="118492"/>
                  </a:lnTo>
                  <a:lnTo>
                    <a:pt x="601132" y="117692"/>
                  </a:lnTo>
                  <a:lnTo>
                    <a:pt x="603596" y="116874"/>
                  </a:lnTo>
                  <a:lnTo>
                    <a:pt x="606059" y="116042"/>
                  </a:lnTo>
                  <a:lnTo>
                    <a:pt x="608523" y="115189"/>
                  </a:lnTo>
                  <a:lnTo>
                    <a:pt x="610987" y="114318"/>
                  </a:lnTo>
                  <a:lnTo>
                    <a:pt x="613450" y="113434"/>
                  </a:lnTo>
                  <a:lnTo>
                    <a:pt x="615914" y="112529"/>
                  </a:lnTo>
                  <a:lnTo>
                    <a:pt x="618378" y="111606"/>
                  </a:lnTo>
                  <a:lnTo>
                    <a:pt x="620841" y="110671"/>
                  </a:lnTo>
                  <a:lnTo>
                    <a:pt x="623305" y="109717"/>
                  </a:lnTo>
                  <a:lnTo>
                    <a:pt x="625769" y="108746"/>
                  </a:lnTo>
                  <a:lnTo>
                    <a:pt x="628232" y="107762"/>
                  </a:lnTo>
                  <a:lnTo>
                    <a:pt x="630696" y="106762"/>
                  </a:lnTo>
                  <a:lnTo>
                    <a:pt x="633159" y="105744"/>
                  </a:lnTo>
                  <a:lnTo>
                    <a:pt x="635623" y="104716"/>
                  </a:lnTo>
                  <a:lnTo>
                    <a:pt x="638087" y="103672"/>
                  </a:lnTo>
                  <a:lnTo>
                    <a:pt x="640550" y="102612"/>
                  </a:lnTo>
                  <a:lnTo>
                    <a:pt x="643014" y="101542"/>
                  </a:lnTo>
                  <a:lnTo>
                    <a:pt x="645478" y="100458"/>
                  </a:lnTo>
                  <a:lnTo>
                    <a:pt x="647941" y="99359"/>
                  </a:lnTo>
                  <a:lnTo>
                    <a:pt x="650405" y="98251"/>
                  </a:lnTo>
                  <a:lnTo>
                    <a:pt x="652869" y="97131"/>
                  </a:lnTo>
                  <a:lnTo>
                    <a:pt x="655332" y="95998"/>
                  </a:lnTo>
                  <a:lnTo>
                    <a:pt x="657796" y="94856"/>
                  </a:lnTo>
                  <a:lnTo>
                    <a:pt x="660260" y="93704"/>
                  </a:lnTo>
                  <a:lnTo>
                    <a:pt x="662723" y="92540"/>
                  </a:lnTo>
                  <a:lnTo>
                    <a:pt x="665187" y="91368"/>
                  </a:lnTo>
                  <a:lnTo>
                    <a:pt x="667651" y="90188"/>
                  </a:lnTo>
                  <a:lnTo>
                    <a:pt x="670114" y="88997"/>
                  </a:lnTo>
                  <a:lnTo>
                    <a:pt x="672578" y="87800"/>
                  </a:lnTo>
                  <a:lnTo>
                    <a:pt x="675042" y="86596"/>
                  </a:lnTo>
                  <a:lnTo>
                    <a:pt x="677505" y="85382"/>
                  </a:lnTo>
                  <a:lnTo>
                    <a:pt x="679969" y="84164"/>
                  </a:lnTo>
                  <a:lnTo>
                    <a:pt x="682433" y="82939"/>
                  </a:lnTo>
                  <a:lnTo>
                    <a:pt x="684896" y="81707"/>
                  </a:lnTo>
                  <a:lnTo>
                    <a:pt x="687360" y="80470"/>
                  </a:lnTo>
                  <a:lnTo>
                    <a:pt x="689824" y="79229"/>
                  </a:lnTo>
                  <a:lnTo>
                    <a:pt x="692287" y="77981"/>
                  </a:lnTo>
                  <a:lnTo>
                    <a:pt x="694751" y="76730"/>
                  </a:lnTo>
                  <a:lnTo>
                    <a:pt x="697215" y="75476"/>
                  </a:lnTo>
                  <a:lnTo>
                    <a:pt x="699678" y="74217"/>
                  </a:lnTo>
                  <a:lnTo>
                    <a:pt x="702142" y="72955"/>
                  </a:lnTo>
                  <a:lnTo>
                    <a:pt x="704606" y="71691"/>
                  </a:lnTo>
                  <a:lnTo>
                    <a:pt x="707069" y="70424"/>
                  </a:lnTo>
                  <a:lnTo>
                    <a:pt x="709533" y="69155"/>
                  </a:lnTo>
                  <a:lnTo>
                    <a:pt x="711997" y="67885"/>
                  </a:lnTo>
                  <a:lnTo>
                    <a:pt x="714460" y="66613"/>
                  </a:lnTo>
                  <a:lnTo>
                    <a:pt x="716924" y="65340"/>
                  </a:lnTo>
                  <a:lnTo>
                    <a:pt x="719388" y="64066"/>
                  </a:lnTo>
                  <a:lnTo>
                    <a:pt x="721851" y="62792"/>
                  </a:lnTo>
                  <a:lnTo>
                    <a:pt x="724315" y="61519"/>
                  </a:lnTo>
                  <a:lnTo>
                    <a:pt x="726778" y="60245"/>
                  </a:lnTo>
                  <a:lnTo>
                    <a:pt x="729242" y="58973"/>
                  </a:lnTo>
                  <a:lnTo>
                    <a:pt x="731706" y="57702"/>
                  </a:lnTo>
                  <a:lnTo>
                    <a:pt x="734169" y="56432"/>
                  </a:lnTo>
                  <a:lnTo>
                    <a:pt x="736633" y="55164"/>
                  </a:lnTo>
                  <a:lnTo>
                    <a:pt x="739097" y="53899"/>
                  </a:lnTo>
                  <a:lnTo>
                    <a:pt x="741560" y="52636"/>
                  </a:lnTo>
                  <a:lnTo>
                    <a:pt x="744024" y="51377"/>
                  </a:lnTo>
                  <a:lnTo>
                    <a:pt x="746488" y="50121"/>
                  </a:lnTo>
                  <a:lnTo>
                    <a:pt x="748951" y="48869"/>
                  </a:lnTo>
                  <a:lnTo>
                    <a:pt x="751415" y="47621"/>
                  </a:lnTo>
                  <a:lnTo>
                    <a:pt x="753879" y="46379"/>
                  </a:lnTo>
                  <a:lnTo>
                    <a:pt x="756342" y="45140"/>
                  </a:lnTo>
                  <a:lnTo>
                    <a:pt x="758806" y="43909"/>
                  </a:lnTo>
                  <a:lnTo>
                    <a:pt x="761270" y="42684"/>
                  </a:lnTo>
                  <a:lnTo>
                    <a:pt x="763733" y="41463"/>
                  </a:lnTo>
                  <a:lnTo>
                    <a:pt x="766197" y="40251"/>
                  </a:lnTo>
                  <a:lnTo>
                    <a:pt x="768661" y="39048"/>
                  </a:lnTo>
                  <a:lnTo>
                    <a:pt x="771124" y="37850"/>
                  </a:lnTo>
                  <a:lnTo>
                    <a:pt x="773588" y="36662"/>
                  </a:lnTo>
                  <a:lnTo>
                    <a:pt x="776052" y="35484"/>
                  </a:lnTo>
                  <a:lnTo>
                    <a:pt x="778515" y="34313"/>
                  </a:lnTo>
                  <a:lnTo>
                    <a:pt x="780979" y="33154"/>
                  </a:lnTo>
                  <a:lnTo>
                    <a:pt x="783443" y="32006"/>
                  </a:lnTo>
                  <a:lnTo>
                    <a:pt x="785906" y="30867"/>
                  </a:lnTo>
                  <a:lnTo>
                    <a:pt x="788370" y="29740"/>
                  </a:lnTo>
                  <a:lnTo>
                    <a:pt x="790834" y="28628"/>
                  </a:lnTo>
                  <a:lnTo>
                    <a:pt x="793297" y="27526"/>
                  </a:lnTo>
                  <a:lnTo>
                    <a:pt x="795761" y="26437"/>
                  </a:lnTo>
                  <a:lnTo>
                    <a:pt x="798225" y="25365"/>
                  </a:lnTo>
                  <a:lnTo>
                    <a:pt x="800688" y="24304"/>
                  </a:lnTo>
                  <a:lnTo>
                    <a:pt x="803152" y="23258"/>
                  </a:lnTo>
                  <a:lnTo>
                    <a:pt x="805616" y="22231"/>
                  </a:lnTo>
                  <a:lnTo>
                    <a:pt x="808079" y="21217"/>
                  </a:lnTo>
                  <a:lnTo>
                    <a:pt x="810543" y="20218"/>
                  </a:lnTo>
                  <a:lnTo>
                    <a:pt x="813006" y="19242"/>
                  </a:lnTo>
                  <a:lnTo>
                    <a:pt x="815470" y="18279"/>
                  </a:lnTo>
                  <a:lnTo>
                    <a:pt x="817934" y="17334"/>
                  </a:lnTo>
                  <a:lnTo>
                    <a:pt x="820397" y="16413"/>
                  </a:lnTo>
                  <a:lnTo>
                    <a:pt x="822861" y="15507"/>
                  </a:lnTo>
                  <a:lnTo>
                    <a:pt x="825325" y="14619"/>
                  </a:lnTo>
                  <a:lnTo>
                    <a:pt x="827788" y="13759"/>
                  </a:lnTo>
                  <a:lnTo>
                    <a:pt x="830252" y="12916"/>
                  </a:lnTo>
                  <a:lnTo>
                    <a:pt x="832716" y="12090"/>
                  </a:lnTo>
                  <a:lnTo>
                    <a:pt x="835179" y="11296"/>
                  </a:lnTo>
                  <a:lnTo>
                    <a:pt x="837643" y="10519"/>
                  </a:lnTo>
                  <a:lnTo>
                    <a:pt x="840107" y="9762"/>
                  </a:lnTo>
                  <a:lnTo>
                    <a:pt x="842570" y="9038"/>
                  </a:lnTo>
                  <a:lnTo>
                    <a:pt x="845034" y="8334"/>
                  </a:lnTo>
                  <a:lnTo>
                    <a:pt x="847498" y="7648"/>
                  </a:lnTo>
                  <a:lnTo>
                    <a:pt x="849961" y="7001"/>
                  </a:lnTo>
                  <a:lnTo>
                    <a:pt x="852425" y="6373"/>
                  </a:lnTo>
                  <a:lnTo>
                    <a:pt x="854889" y="5766"/>
                  </a:lnTo>
                  <a:lnTo>
                    <a:pt x="857352" y="5197"/>
                  </a:lnTo>
                  <a:lnTo>
                    <a:pt x="859816" y="4651"/>
                  </a:lnTo>
                  <a:lnTo>
                    <a:pt x="862280" y="4127"/>
                  </a:lnTo>
                  <a:lnTo>
                    <a:pt x="864743" y="3642"/>
                  </a:lnTo>
                  <a:lnTo>
                    <a:pt x="867207" y="3182"/>
                  </a:lnTo>
                  <a:lnTo>
                    <a:pt x="869671" y="2744"/>
                  </a:lnTo>
                  <a:lnTo>
                    <a:pt x="872134" y="2348"/>
                  </a:lnTo>
                  <a:lnTo>
                    <a:pt x="874598" y="1978"/>
                  </a:lnTo>
                  <a:lnTo>
                    <a:pt x="877062" y="1631"/>
                  </a:lnTo>
                  <a:lnTo>
                    <a:pt x="879525" y="1326"/>
                  </a:lnTo>
                  <a:lnTo>
                    <a:pt x="881989" y="1050"/>
                  </a:lnTo>
                  <a:lnTo>
                    <a:pt x="884453" y="798"/>
                  </a:lnTo>
                  <a:lnTo>
                    <a:pt x="886916" y="588"/>
                  </a:lnTo>
                  <a:lnTo>
                    <a:pt x="889380" y="409"/>
                  </a:lnTo>
                  <a:lnTo>
                    <a:pt x="891844" y="255"/>
                  </a:lnTo>
                  <a:lnTo>
                    <a:pt x="894307" y="143"/>
                  </a:lnTo>
                  <a:lnTo>
                    <a:pt x="896771" y="64"/>
                  </a:lnTo>
                  <a:lnTo>
                    <a:pt x="899235" y="11"/>
                  </a:lnTo>
                  <a:lnTo>
                    <a:pt x="901698" y="0"/>
                  </a:lnTo>
                  <a:lnTo>
                    <a:pt x="904162" y="23"/>
                  </a:lnTo>
                  <a:lnTo>
                    <a:pt x="906625" y="72"/>
                  </a:lnTo>
                  <a:lnTo>
                    <a:pt x="909089" y="162"/>
                  </a:lnTo>
                  <a:lnTo>
                    <a:pt x="911553" y="289"/>
                  </a:lnTo>
                  <a:lnTo>
                    <a:pt x="914016" y="442"/>
                  </a:lnTo>
                  <a:lnTo>
                    <a:pt x="916480" y="636"/>
                  </a:lnTo>
                  <a:lnTo>
                    <a:pt x="918944" y="867"/>
                  </a:lnTo>
                  <a:lnTo>
                    <a:pt x="921407" y="1124"/>
                  </a:lnTo>
                  <a:lnTo>
                    <a:pt x="923871" y="1421"/>
                  </a:lnTo>
                  <a:lnTo>
                    <a:pt x="926335" y="1756"/>
                  </a:lnTo>
                  <a:lnTo>
                    <a:pt x="928798" y="2117"/>
                  </a:lnTo>
                  <a:lnTo>
                    <a:pt x="931262" y="2516"/>
                  </a:lnTo>
                  <a:lnTo>
                    <a:pt x="933726" y="2955"/>
                  </a:lnTo>
                  <a:lnTo>
                    <a:pt x="936189" y="3419"/>
                  </a:lnTo>
                  <a:lnTo>
                    <a:pt x="938653" y="3919"/>
                  </a:lnTo>
                  <a:lnTo>
                    <a:pt x="941117" y="4458"/>
                  </a:lnTo>
                  <a:lnTo>
                    <a:pt x="943580" y="5023"/>
                  </a:lnTo>
                  <a:lnTo>
                    <a:pt x="946044" y="5621"/>
                  </a:lnTo>
                  <a:lnTo>
                    <a:pt x="948508" y="6259"/>
                  </a:lnTo>
                  <a:lnTo>
                    <a:pt x="950971" y="6921"/>
                  </a:lnTo>
                  <a:lnTo>
                    <a:pt x="953435" y="7614"/>
                  </a:lnTo>
                  <a:lnTo>
                    <a:pt x="955899" y="8347"/>
                  </a:lnTo>
                  <a:lnTo>
                    <a:pt x="958362" y="9102"/>
                  </a:lnTo>
                  <a:lnTo>
                    <a:pt x="960826" y="9886"/>
                  </a:lnTo>
                  <a:lnTo>
                    <a:pt x="963290" y="10709"/>
                  </a:lnTo>
                  <a:lnTo>
                    <a:pt x="965753" y="11553"/>
                  </a:lnTo>
                  <a:lnTo>
                    <a:pt x="968217" y="12422"/>
                  </a:lnTo>
                  <a:lnTo>
                    <a:pt x="970681" y="13329"/>
                  </a:lnTo>
                  <a:lnTo>
                    <a:pt x="973144" y="14256"/>
                  </a:lnTo>
                  <a:lnTo>
                    <a:pt x="975608" y="15206"/>
                  </a:lnTo>
                  <a:lnTo>
                    <a:pt x="978072" y="16191"/>
                  </a:lnTo>
                  <a:lnTo>
                    <a:pt x="980535" y="17194"/>
                  </a:lnTo>
                  <a:lnTo>
                    <a:pt x="982999" y="18218"/>
                  </a:lnTo>
                  <a:lnTo>
                    <a:pt x="985463" y="19274"/>
                  </a:lnTo>
                  <a:lnTo>
                    <a:pt x="987926" y="20347"/>
                  </a:lnTo>
                  <a:lnTo>
                    <a:pt x="990390" y="21438"/>
                  </a:lnTo>
                  <a:lnTo>
                    <a:pt x="992853" y="22559"/>
                  </a:lnTo>
                  <a:lnTo>
                    <a:pt x="995317" y="23694"/>
                  </a:lnTo>
                  <a:lnTo>
                    <a:pt x="997781" y="24845"/>
                  </a:lnTo>
                  <a:lnTo>
                    <a:pt x="1000244" y="26022"/>
                  </a:lnTo>
                  <a:lnTo>
                    <a:pt x="1002708" y="27213"/>
                  </a:lnTo>
                  <a:lnTo>
                    <a:pt x="1005172" y="28416"/>
                  </a:lnTo>
                  <a:lnTo>
                    <a:pt x="1007635" y="29642"/>
                  </a:lnTo>
                  <a:lnTo>
                    <a:pt x="1010099" y="30879"/>
                  </a:lnTo>
                  <a:lnTo>
                    <a:pt x="1012563" y="32128"/>
                  </a:lnTo>
                  <a:lnTo>
                    <a:pt x="1015026" y="33394"/>
                  </a:lnTo>
                  <a:lnTo>
                    <a:pt x="1017490" y="34671"/>
                  </a:lnTo>
                  <a:lnTo>
                    <a:pt x="1019954" y="35956"/>
                  </a:lnTo>
                  <a:lnTo>
                    <a:pt x="1022417" y="37256"/>
                  </a:lnTo>
                  <a:lnTo>
                    <a:pt x="1024881" y="38563"/>
                  </a:lnTo>
                  <a:lnTo>
                    <a:pt x="1027345" y="39878"/>
                  </a:lnTo>
                  <a:lnTo>
                    <a:pt x="1029808" y="41203"/>
                  </a:lnTo>
                  <a:lnTo>
                    <a:pt x="1032272" y="42534"/>
                  </a:lnTo>
                  <a:lnTo>
                    <a:pt x="1034736" y="43869"/>
                  </a:lnTo>
                  <a:lnTo>
                    <a:pt x="1037199" y="45212"/>
                  </a:lnTo>
                  <a:lnTo>
                    <a:pt x="1039663" y="46559"/>
                  </a:lnTo>
                  <a:lnTo>
                    <a:pt x="1042127" y="47909"/>
                  </a:lnTo>
                  <a:lnTo>
                    <a:pt x="1044590" y="49262"/>
                  </a:lnTo>
                  <a:lnTo>
                    <a:pt x="1047054" y="50617"/>
                  </a:lnTo>
                  <a:lnTo>
                    <a:pt x="1049518" y="51973"/>
                  </a:lnTo>
                  <a:lnTo>
                    <a:pt x="1051981" y="53330"/>
                  </a:lnTo>
                  <a:lnTo>
                    <a:pt x="1054445" y="54687"/>
                  </a:lnTo>
                  <a:lnTo>
                    <a:pt x="1056909" y="56043"/>
                  </a:lnTo>
                  <a:lnTo>
                    <a:pt x="1059372" y="57397"/>
                  </a:lnTo>
                  <a:lnTo>
                    <a:pt x="1061836" y="58748"/>
                  </a:lnTo>
                  <a:lnTo>
                    <a:pt x="1064300" y="60098"/>
                  </a:lnTo>
                  <a:lnTo>
                    <a:pt x="1066763" y="61443"/>
                  </a:lnTo>
                  <a:lnTo>
                    <a:pt x="1069227" y="62783"/>
                  </a:lnTo>
                  <a:lnTo>
                    <a:pt x="1071691" y="64119"/>
                  </a:lnTo>
                  <a:lnTo>
                    <a:pt x="1074154" y="65450"/>
                  </a:lnTo>
                  <a:lnTo>
                    <a:pt x="1076618" y="66773"/>
                  </a:lnTo>
                  <a:lnTo>
                    <a:pt x="1079082" y="68091"/>
                  </a:lnTo>
                  <a:lnTo>
                    <a:pt x="1081545" y="69402"/>
                  </a:lnTo>
                  <a:lnTo>
                    <a:pt x="1084009" y="70703"/>
                  </a:lnTo>
                  <a:lnTo>
                    <a:pt x="1086472" y="71999"/>
                  </a:lnTo>
                  <a:lnTo>
                    <a:pt x="1088936" y="73285"/>
                  </a:lnTo>
                  <a:lnTo>
                    <a:pt x="1091400" y="74560"/>
                  </a:lnTo>
                  <a:lnTo>
                    <a:pt x="1093863" y="75828"/>
                  </a:lnTo>
                  <a:lnTo>
                    <a:pt x="1096327" y="77086"/>
                  </a:lnTo>
                  <a:lnTo>
                    <a:pt x="1098791" y="78331"/>
                  </a:lnTo>
                  <a:lnTo>
                    <a:pt x="1101254" y="79568"/>
                  </a:lnTo>
                  <a:lnTo>
                    <a:pt x="1103718" y="80794"/>
                  </a:lnTo>
                  <a:lnTo>
                    <a:pt x="1106182" y="82006"/>
                  </a:lnTo>
                  <a:lnTo>
                    <a:pt x="1108645" y="83209"/>
                  </a:lnTo>
                  <a:lnTo>
                    <a:pt x="1111109" y="84401"/>
                  </a:lnTo>
                  <a:lnTo>
                    <a:pt x="1113573" y="85577"/>
                  </a:lnTo>
                  <a:lnTo>
                    <a:pt x="1116036" y="86744"/>
                  </a:lnTo>
                  <a:lnTo>
                    <a:pt x="1118500" y="87900"/>
                  </a:lnTo>
                  <a:lnTo>
                    <a:pt x="1120964" y="89039"/>
                  </a:lnTo>
                  <a:lnTo>
                    <a:pt x="1123427" y="90168"/>
                  </a:lnTo>
                  <a:lnTo>
                    <a:pt x="1125891" y="91286"/>
                  </a:lnTo>
                  <a:lnTo>
                    <a:pt x="1128355" y="92386"/>
                  </a:lnTo>
                  <a:lnTo>
                    <a:pt x="1130818" y="93476"/>
                  </a:lnTo>
                  <a:lnTo>
                    <a:pt x="1133282" y="94555"/>
                  </a:lnTo>
                  <a:lnTo>
                    <a:pt x="1135746" y="95616"/>
                  </a:lnTo>
                  <a:lnTo>
                    <a:pt x="1138209" y="96667"/>
                  </a:lnTo>
                  <a:lnTo>
                    <a:pt x="1140673" y="97708"/>
                  </a:lnTo>
                  <a:lnTo>
                    <a:pt x="1143137" y="98730"/>
                  </a:lnTo>
                  <a:lnTo>
                    <a:pt x="1145600" y="99741"/>
                  </a:lnTo>
                  <a:lnTo>
                    <a:pt x="1148064" y="100743"/>
                  </a:lnTo>
                  <a:lnTo>
                    <a:pt x="1150528" y="101727"/>
                  </a:lnTo>
                  <a:lnTo>
                    <a:pt x="1152991" y="102700"/>
                  </a:lnTo>
                  <a:lnTo>
                    <a:pt x="1155455" y="103664"/>
                  </a:lnTo>
                  <a:lnTo>
                    <a:pt x="1157919" y="104610"/>
                  </a:lnTo>
                  <a:lnTo>
                    <a:pt x="1160382" y="105546"/>
                  </a:lnTo>
                  <a:lnTo>
                    <a:pt x="1162846" y="106473"/>
                  </a:lnTo>
                  <a:lnTo>
                    <a:pt x="1165310" y="107383"/>
                  </a:lnTo>
                  <a:lnTo>
                    <a:pt x="1167773" y="108283"/>
                  </a:lnTo>
                  <a:lnTo>
                    <a:pt x="1170237" y="109175"/>
                  </a:lnTo>
                  <a:lnTo>
                    <a:pt x="1172701" y="110050"/>
                  </a:lnTo>
                  <a:lnTo>
                    <a:pt x="1175164" y="110916"/>
                  </a:lnTo>
                  <a:lnTo>
                    <a:pt x="1177628" y="111773"/>
                  </a:lnTo>
                  <a:lnTo>
                    <a:pt x="1180091" y="112616"/>
                  </a:lnTo>
                  <a:lnTo>
                    <a:pt x="1182555" y="113449"/>
                  </a:lnTo>
                  <a:lnTo>
                    <a:pt x="1185019" y="114274"/>
                  </a:lnTo>
                  <a:lnTo>
                    <a:pt x="1187482" y="115085"/>
                  </a:lnTo>
                  <a:lnTo>
                    <a:pt x="1189946" y="115887"/>
                  </a:lnTo>
                  <a:lnTo>
                    <a:pt x="1192410" y="116681"/>
                  </a:lnTo>
                  <a:lnTo>
                    <a:pt x="1194873" y="117463"/>
                  </a:lnTo>
                  <a:lnTo>
                    <a:pt x="1197337" y="118236"/>
                  </a:lnTo>
                  <a:lnTo>
                    <a:pt x="1199801" y="119000"/>
                  </a:lnTo>
                  <a:lnTo>
                    <a:pt x="1202264" y="119754"/>
                  </a:lnTo>
                  <a:lnTo>
                    <a:pt x="1204728" y="120498"/>
                  </a:lnTo>
                  <a:lnTo>
                    <a:pt x="1207192" y="121235"/>
                  </a:lnTo>
                  <a:lnTo>
                    <a:pt x="1209655" y="121962"/>
                  </a:lnTo>
                  <a:lnTo>
                    <a:pt x="1212119" y="122679"/>
                  </a:lnTo>
                  <a:lnTo>
                    <a:pt x="1214583" y="123389"/>
                  </a:lnTo>
                  <a:lnTo>
                    <a:pt x="1217046" y="124090"/>
                  </a:lnTo>
                  <a:lnTo>
                    <a:pt x="1219510" y="124781"/>
                  </a:lnTo>
                  <a:lnTo>
                    <a:pt x="1221974" y="125465"/>
                  </a:lnTo>
                  <a:lnTo>
                    <a:pt x="1224437" y="126140"/>
                  </a:lnTo>
                  <a:lnTo>
                    <a:pt x="1226901" y="126806"/>
                  </a:lnTo>
                  <a:lnTo>
                    <a:pt x="1229365" y="127464"/>
                  </a:lnTo>
                  <a:lnTo>
                    <a:pt x="1231828" y="128114"/>
                  </a:lnTo>
                  <a:lnTo>
                    <a:pt x="1234292" y="128754"/>
                  </a:lnTo>
                  <a:lnTo>
                    <a:pt x="1236756" y="129387"/>
                  </a:lnTo>
                  <a:lnTo>
                    <a:pt x="1239219" y="130012"/>
                  </a:lnTo>
                  <a:lnTo>
                    <a:pt x="1241683" y="130627"/>
                  </a:lnTo>
                  <a:lnTo>
                    <a:pt x="1244147" y="131234"/>
                  </a:lnTo>
                  <a:lnTo>
                    <a:pt x="1246610" y="131834"/>
                  </a:lnTo>
                  <a:lnTo>
                    <a:pt x="1249074" y="132422"/>
                  </a:lnTo>
                  <a:lnTo>
                    <a:pt x="1251538" y="133004"/>
                  </a:lnTo>
                  <a:lnTo>
                    <a:pt x="1254001" y="133577"/>
                  </a:lnTo>
                  <a:lnTo>
                    <a:pt x="1256465" y="134139"/>
                  </a:lnTo>
                  <a:lnTo>
                    <a:pt x="1258929" y="134694"/>
                  </a:lnTo>
                  <a:lnTo>
                    <a:pt x="1258929" y="151853"/>
                  </a:lnTo>
                  <a:lnTo>
                    <a:pt x="1256465" y="151853"/>
                  </a:lnTo>
                  <a:lnTo>
                    <a:pt x="1254001" y="151853"/>
                  </a:lnTo>
                  <a:lnTo>
                    <a:pt x="1251538" y="151853"/>
                  </a:lnTo>
                  <a:lnTo>
                    <a:pt x="1249074" y="151853"/>
                  </a:lnTo>
                  <a:lnTo>
                    <a:pt x="1246610" y="151853"/>
                  </a:lnTo>
                  <a:lnTo>
                    <a:pt x="1244147" y="151853"/>
                  </a:lnTo>
                  <a:lnTo>
                    <a:pt x="1241683" y="151853"/>
                  </a:lnTo>
                  <a:lnTo>
                    <a:pt x="1239219" y="151853"/>
                  </a:lnTo>
                  <a:lnTo>
                    <a:pt x="1236756" y="151853"/>
                  </a:lnTo>
                  <a:lnTo>
                    <a:pt x="1234292" y="151853"/>
                  </a:lnTo>
                  <a:lnTo>
                    <a:pt x="1231828" y="151853"/>
                  </a:lnTo>
                  <a:lnTo>
                    <a:pt x="1229365" y="151853"/>
                  </a:lnTo>
                  <a:lnTo>
                    <a:pt x="1226901" y="151853"/>
                  </a:lnTo>
                  <a:lnTo>
                    <a:pt x="1224437" y="151853"/>
                  </a:lnTo>
                  <a:lnTo>
                    <a:pt x="1221974" y="151853"/>
                  </a:lnTo>
                  <a:lnTo>
                    <a:pt x="1219510" y="151853"/>
                  </a:lnTo>
                  <a:lnTo>
                    <a:pt x="1217046" y="151853"/>
                  </a:lnTo>
                  <a:lnTo>
                    <a:pt x="1214583" y="151853"/>
                  </a:lnTo>
                  <a:lnTo>
                    <a:pt x="1212119" y="151853"/>
                  </a:lnTo>
                  <a:lnTo>
                    <a:pt x="1209655" y="151853"/>
                  </a:lnTo>
                  <a:lnTo>
                    <a:pt x="1207192" y="151853"/>
                  </a:lnTo>
                  <a:lnTo>
                    <a:pt x="1204728" y="151853"/>
                  </a:lnTo>
                  <a:lnTo>
                    <a:pt x="1202264" y="151853"/>
                  </a:lnTo>
                  <a:lnTo>
                    <a:pt x="1199801" y="151853"/>
                  </a:lnTo>
                  <a:lnTo>
                    <a:pt x="1197337" y="151853"/>
                  </a:lnTo>
                  <a:lnTo>
                    <a:pt x="1194873" y="151853"/>
                  </a:lnTo>
                  <a:lnTo>
                    <a:pt x="1192410" y="151853"/>
                  </a:lnTo>
                  <a:lnTo>
                    <a:pt x="1189946" y="151853"/>
                  </a:lnTo>
                  <a:lnTo>
                    <a:pt x="1187482" y="151853"/>
                  </a:lnTo>
                  <a:lnTo>
                    <a:pt x="1185019" y="151853"/>
                  </a:lnTo>
                  <a:lnTo>
                    <a:pt x="1182555" y="151853"/>
                  </a:lnTo>
                  <a:lnTo>
                    <a:pt x="1180091" y="151853"/>
                  </a:lnTo>
                  <a:lnTo>
                    <a:pt x="1177628" y="151853"/>
                  </a:lnTo>
                  <a:lnTo>
                    <a:pt x="1175164" y="151853"/>
                  </a:lnTo>
                  <a:lnTo>
                    <a:pt x="1172701" y="151853"/>
                  </a:lnTo>
                  <a:lnTo>
                    <a:pt x="1170237" y="151853"/>
                  </a:lnTo>
                  <a:lnTo>
                    <a:pt x="1167773" y="151853"/>
                  </a:lnTo>
                  <a:lnTo>
                    <a:pt x="1165310" y="151853"/>
                  </a:lnTo>
                  <a:lnTo>
                    <a:pt x="1162846" y="151853"/>
                  </a:lnTo>
                  <a:lnTo>
                    <a:pt x="1160382" y="151853"/>
                  </a:lnTo>
                  <a:lnTo>
                    <a:pt x="1157919" y="151853"/>
                  </a:lnTo>
                  <a:lnTo>
                    <a:pt x="1155455" y="151853"/>
                  </a:lnTo>
                  <a:lnTo>
                    <a:pt x="1152991" y="151853"/>
                  </a:lnTo>
                  <a:lnTo>
                    <a:pt x="1150528" y="151853"/>
                  </a:lnTo>
                  <a:lnTo>
                    <a:pt x="1148064" y="151853"/>
                  </a:lnTo>
                  <a:lnTo>
                    <a:pt x="1145600" y="151853"/>
                  </a:lnTo>
                  <a:lnTo>
                    <a:pt x="1143137" y="151853"/>
                  </a:lnTo>
                  <a:lnTo>
                    <a:pt x="1140673" y="151853"/>
                  </a:lnTo>
                  <a:lnTo>
                    <a:pt x="1138209" y="151853"/>
                  </a:lnTo>
                  <a:lnTo>
                    <a:pt x="1135746" y="151853"/>
                  </a:lnTo>
                  <a:lnTo>
                    <a:pt x="1133282" y="151853"/>
                  </a:lnTo>
                  <a:lnTo>
                    <a:pt x="1130818" y="151853"/>
                  </a:lnTo>
                  <a:lnTo>
                    <a:pt x="1128355" y="151853"/>
                  </a:lnTo>
                  <a:lnTo>
                    <a:pt x="1125891" y="151853"/>
                  </a:lnTo>
                  <a:lnTo>
                    <a:pt x="1123427" y="151853"/>
                  </a:lnTo>
                  <a:lnTo>
                    <a:pt x="1120964" y="151853"/>
                  </a:lnTo>
                  <a:lnTo>
                    <a:pt x="1118500" y="151853"/>
                  </a:lnTo>
                  <a:lnTo>
                    <a:pt x="1116036" y="151853"/>
                  </a:lnTo>
                  <a:lnTo>
                    <a:pt x="1113573" y="151853"/>
                  </a:lnTo>
                  <a:lnTo>
                    <a:pt x="1111109" y="151853"/>
                  </a:lnTo>
                  <a:lnTo>
                    <a:pt x="1108645" y="151853"/>
                  </a:lnTo>
                  <a:lnTo>
                    <a:pt x="1106182" y="151853"/>
                  </a:lnTo>
                  <a:lnTo>
                    <a:pt x="1103718" y="151853"/>
                  </a:lnTo>
                  <a:lnTo>
                    <a:pt x="1101254" y="151853"/>
                  </a:lnTo>
                  <a:lnTo>
                    <a:pt x="1098791" y="151853"/>
                  </a:lnTo>
                  <a:lnTo>
                    <a:pt x="1096327" y="151853"/>
                  </a:lnTo>
                  <a:lnTo>
                    <a:pt x="1093863" y="151853"/>
                  </a:lnTo>
                  <a:lnTo>
                    <a:pt x="1091400" y="151853"/>
                  </a:lnTo>
                  <a:lnTo>
                    <a:pt x="1088936" y="151853"/>
                  </a:lnTo>
                  <a:lnTo>
                    <a:pt x="1086472" y="151853"/>
                  </a:lnTo>
                  <a:lnTo>
                    <a:pt x="1084009" y="151853"/>
                  </a:lnTo>
                  <a:lnTo>
                    <a:pt x="1081545" y="151853"/>
                  </a:lnTo>
                  <a:lnTo>
                    <a:pt x="1079082" y="151853"/>
                  </a:lnTo>
                  <a:lnTo>
                    <a:pt x="1076618" y="151853"/>
                  </a:lnTo>
                  <a:lnTo>
                    <a:pt x="1074154" y="151853"/>
                  </a:lnTo>
                  <a:lnTo>
                    <a:pt x="1071691" y="151853"/>
                  </a:lnTo>
                  <a:lnTo>
                    <a:pt x="1069227" y="151853"/>
                  </a:lnTo>
                  <a:lnTo>
                    <a:pt x="1066763" y="151853"/>
                  </a:lnTo>
                  <a:lnTo>
                    <a:pt x="1064300" y="151853"/>
                  </a:lnTo>
                  <a:lnTo>
                    <a:pt x="1061836" y="151853"/>
                  </a:lnTo>
                  <a:lnTo>
                    <a:pt x="1059372" y="151853"/>
                  </a:lnTo>
                  <a:lnTo>
                    <a:pt x="1056909" y="151853"/>
                  </a:lnTo>
                  <a:lnTo>
                    <a:pt x="1054445" y="151853"/>
                  </a:lnTo>
                  <a:lnTo>
                    <a:pt x="1051981" y="151853"/>
                  </a:lnTo>
                  <a:lnTo>
                    <a:pt x="1049518" y="151853"/>
                  </a:lnTo>
                  <a:lnTo>
                    <a:pt x="1047054" y="151853"/>
                  </a:lnTo>
                  <a:lnTo>
                    <a:pt x="1044590" y="151853"/>
                  </a:lnTo>
                  <a:lnTo>
                    <a:pt x="1042127" y="151853"/>
                  </a:lnTo>
                  <a:lnTo>
                    <a:pt x="1039663" y="151853"/>
                  </a:lnTo>
                  <a:lnTo>
                    <a:pt x="1037199" y="151853"/>
                  </a:lnTo>
                  <a:lnTo>
                    <a:pt x="1034736" y="151853"/>
                  </a:lnTo>
                  <a:lnTo>
                    <a:pt x="1032272" y="151853"/>
                  </a:lnTo>
                  <a:lnTo>
                    <a:pt x="1029808" y="151853"/>
                  </a:lnTo>
                  <a:lnTo>
                    <a:pt x="1027345" y="151853"/>
                  </a:lnTo>
                  <a:lnTo>
                    <a:pt x="1024881" y="151853"/>
                  </a:lnTo>
                  <a:lnTo>
                    <a:pt x="1022417" y="151853"/>
                  </a:lnTo>
                  <a:lnTo>
                    <a:pt x="1019954" y="151853"/>
                  </a:lnTo>
                  <a:lnTo>
                    <a:pt x="1017490" y="151853"/>
                  </a:lnTo>
                  <a:lnTo>
                    <a:pt x="1015026" y="151853"/>
                  </a:lnTo>
                  <a:lnTo>
                    <a:pt x="1012563" y="151853"/>
                  </a:lnTo>
                  <a:lnTo>
                    <a:pt x="1010099" y="151853"/>
                  </a:lnTo>
                  <a:lnTo>
                    <a:pt x="1007635" y="151853"/>
                  </a:lnTo>
                  <a:lnTo>
                    <a:pt x="1005172" y="151853"/>
                  </a:lnTo>
                  <a:lnTo>
                    <a:pt x="1002708" y="151853"/>
                  </a:lnTo>
                  <a:lnTo>
                    <a:pt x="1000244" y="151853"/>
                  </a:lnTo>
                  <a:lnTo>
                    <a:pt x="997781" y="151853"/>
                  </a:lnTo>
                  <a:lnTo>
                    <a:pt x="995317" y="151853"/>
                  </a:lnTo>
                  <a:lnTo>
                    <a:pt x="992853" y="151853"/>
                  </a:lnTo>
                  <a:lnTo>
                    <a:pt x="990390" y="151853"/>
                  </a:lnTo>
                  <a:lnTo>
                    <a:pt x="987926" y="151853"/>
                  </a:lnTo>
                  <a:lnTo>
                    <a:pt x="985463" y="151853"/>
                  </a:lnTo>
                  <a:lnTo>
                    <a:pt x="982999" y="151853"/>
                  </a:lnTo>
                  <a:lnTo>
                    <a:pt x="980535" y="151853"/>
                  </a:lnTo>
                  <a:lnTo>
                    <a:pt x="978072" y="151853"/>
                  </a:lnTo>
                  <a:lnTo>
                    <a:pt x="975608" y="151853"/>
                  </a:lnTo>
                  <a:lnTo>
                    <a:pt x="973144" y="151853"/>
                  </a:lnTo>
                  <a:lnTo>
                    <a:pt x="970681" y="151853"/>
                  </a:lnTo>
                  <a:lnTo>
                    <a:pt x="968217" y="151853"/>
                  </a:lnTo>
                  <a:lnTo>
                    <a:pt x="965753" y="151853"/>
                  </a:lnTo>
                  <a:lnTo>
                    <a:pt x="963290" y="151853"/>
                  </a:lnTo>
                  <a:lnTo>
                    <a:pt x="960826" y="151853"/>
                  </a:lnTo>
                  <a:lnTo>
                    <a:pt x="958362" y="151853"/>
                  </a:lnTo>
                  <a:lnTo>
                    <a:pt x="955899" y="151853"/>
                  </a:lnTo>
                  <a:lnTo>
                    <a:pt x="953435" y="151853"/>
                  </a:lnTo>
                  <a:lnTo>
                    <a:pt x="950971" y="151853"/>
                  </a:lnTo>
                  <a:lnTo>
                    <a:pt x="948508" y="151853"/>
                  </a:lnTo>
                  <a:lnTo>
                    <a:pt x="946044" y="151853"/>
                  </a:lnTo>
                  <a:lnTo>
                    <a:pt x="943580" y="151853"/>
                  </a:lnTo>
                  <a:lnTo>
                    <a:pt x="941117" y="151853"/>
                  </a:lnTo>
                  <a:lnTo>
                    <a:pt x="938653" y="151853"/>
                  </a:lnTo>
                  <a:lnTo>
                    <a:pt x="936189" y="151853"/>
                  </a:lnTo>
                  <a:lnTo>
                    <a:pt x="933726" y="151853"/>
                  </a:lnTo>
                  <a:lnTo>
                    <a:pt x="931262" y="151853"/>
                  </a:lnTo>
                  <a:lnTo>
                    <a:pt x="928798" y="151853"/>
                  </a:lnTo>
                  <a:lnTo>
                    <a:pt x="926335" y="151853"/>
                  </a:lnTo>
                  <a:lnTo>
                    <a:pt x="923871" y="151853"/>
                  </a:lnTo>
                  <a:lnTo>
                    <a:pt x="921407" y="151853"/>
                  </a:lnTo>
                  <a:lnTo>
                    <a:pt x="918944" y="151853"/>
                  </a:lnTo>
                  <a:lnTo>
                    <a:pt x="916480" y="151853"/>
                  </a:lnTo>
                  <a:lnTo>
                    <a:pt x="914016" y="151853"/>
                  </a:lnTo>
                  <a:lnTo>
                    <a:pt x="911553" y="151853"/>
                  </a:lnTo>
                  <a:lnTo>
                    <a:pt x="909089" y="151853"/>
                  </a:lnTo>
                  <a:lnTo>
                    <a:pt x="906625" y="151853"/>
                  </a:lnTo>
                  <a:lnTo>
                    <a:pt x="904162" y="151853"/>
                  </a:lnTo>
                  <a:lnTo>
                    <a:pt x="901698" y="151853"/>
                  </a:lnTo>
                  <a:lnTo>
                    <a:pt x="899235" y="151853"/>
                  </a:lnTo>
                  <a:lnTo>
                    <a:pt x="896771" y="151853"/>
                  </a:lnTo>
                  <a:lnTo>
                    <a:pt x="894307" y="151853"/>
                  </a:lnTo>
                  <a:lnTo>
                    <a:pt x="891844" y="151853"/>
                  </a:lnTo>
                  <a:lnTo>
                    <a:pt x="889380" y="151853"/>
                  </a:lnTo>
                  <a:lnTo>
                    <a:pt x="886916" y="151853"/>
                  </a:lnTo>
                  <a:lnTo>
                    <a:pt x="884453" y="151853"/>
                  </a:lnTo>
                  <a:lnTo>
                    <a:pt x="881989" y="151853"/>
                  </a:lnTo>
                  <a:lnTo>
                    <a:pt x="879525" y="151853"/>
                  </a:lnTo>
                  <a:lnTo>
                    <a:pt x="877062" y="151853"/>
                  </a:lnTo>
                  <a:lnTo>
                    <a:pt x="874598" y="151853"/>
                  </a:lnTo>
                  <a:lnTo>
                    <a:pt x="872134" y="151853"/>
                  </a:lnTo>
                  <a:lnTo>
                    <a:pt x="869671" y="151853"/>
                  </a:lnTo>
                  <a:lnTo>
                    <a:pt x="867207" y="151853"/>
                  </a:lnTo>
                  <a:lnTo>
                    <a:pt x="864743" y="151853"/>
                  </a:lnTo>
                  <a:lnTo>
                    <a:pt x="862280" y="151853"/>
                  </a:lnTo>
                  <a:lnTo>
                    <a:pt x="859816" y="151853"/>
                  </a:lnTo>
                  <a:lnTo>
                    <a:pt x="857352" y="151853"/>
                  </a:lnTo>
                  <a:lnTo>
                    <a:pt x="854889" y="151853"/>
                  </a:lnTo>
                  <a:lnTo>
                    <a:pt x="852425" y="151853"/>
                  </a:lnTo>
                  <a:lnTo>
                    <a:pt x="849961" y="151853"/>
                  </a:lnTo>
                  <a:lnTo>
                    <a:pt x="847498" y="151853"/>
                  </a:lnTo>
                  <a:lnTo>
                    <a:pt x="845034" y="151853"/>
                  </a:lnTo>
                  <a:lnTo>
                    <a:pt x="842570" y="151853"/>
                  </a:lnTo>
                  <a:lnTo>
                    <a:pt x="840107" y="151853"/>
                  </a:lnTo>
                  <a:lnTo>
                    <a:pt x="837643" y="151853"/>
                  </a:lnTo>
                  <a:lnTo>
                    <a:pt x="835179" y="151853"/>
                  </a:lnTo>
                  <a:lnTo>
                    <a:pt x="832716" y="151853"/>
                  </a:lnTo>
                  <a:lnTo>
                    <a:pt x="830252" y="151853"/>
                  </a:lnTo>
                  <a:lnTo>
                    <a:pt x="827788" y="151853"/>
                  </a:lnTo>
                  <a:lnTo>
                    <a:pt x="825325" y="151853"/>
                  </a:lnTo>
                  <a:lnTo>
                    <a:pt x="822861" y="151853"/>
                  </a:lnTo>
                  <a:lnTo>
                    <a:pt x="820397" y="151853"/>
                  </a:lnTo>
                  <a:lnTo>
                    <a:pt x="817934" y="151853"/>
                  </a:lnTo>
                  <a:lnTo>
                    <a:pt x="815470" y="151853"/>
                  </a:lnTo>
                  <a:lnTo>
                    <a:pt x="813006" y="151853"/>
                  </a:lnTo>
                  <a:lnTo>
                    <a:pt x="810543" y="151853"/>
                  </a:lnTo>
                  <a:lnTo>
                    <a:pt x="808079" y="151853"/>
                  </a:lnTo>
                  <a:lnTo>
                    <a:pt x="805616" y="151853"/>
                  </a:lnTo>
                  <a:lnTo>
                    <a:pt x="803152" y="151853"/>
                  </a:lnTo>
                  <a:lnTo>
                    <a:pt x="800688" y="151853"/>
                  </a:lnTo>
                  <a:lnTo>
                    <a:pt x="798225" y="151853"/>
                  </a:lnTo>
                  <a:lnTo>
                    <a:pt x="795761" y="151853"/>
                  </a:lnTo>
                  <a:lnTo>
                    <a:pt x="793297" y="151853"/>
                  </a:lnTo>
                  <a:lnTo>
                    <a:pt x="790834" y="151853"/>
                  </a:lnTo>
                  <a:lnTo>
                    <a:pt x="788370" y="151853"/>
                  </a:lnTo>
                  <a:lnTo>
                    <a:pt x="785906" y="151853"/>
                  </a:lnTo>
                  <a:lnTo>
                    <a:pt x="783443" y="151853"/>
                  </a:lnTo>
                  <a:lnTo>
                    <a:pt x="780979" y="151853"/>
                  </a:lnTo>
                  <a:lnTo>
                    <a:pt x="778515" y="151853"/>
                  </a:lnTo>
                  <a:lnTo>
                    <a:pt x="776052" y="151853"/>
                  </a:lnTo>
                  <a:lnTo>
                    <a:pt x="773588" y="151853"/>
                  </a:lnTo>
                  <a:lnTo>
                    <a:pt x="771124" y="151853"/>
                  </a:lnTo>
                  <a:lnTo>
                    <a:pt x="768661" y="151853"/>
                  </a:lnTo>
                  <a:lnTo>
                    <a:pt x="766197" y="151853"/>
                  </a:lnTo>
                  <a:lnTo>
                    <a:pt x="763733" y="151853"/>
                  </a:lnTo>
                  <a:lnTo>
                    <a:pt x="761270" y="151853"/>
                  </a:lnTo>
                  <a:lnTo>
                    <a:pt x="758806" y="151853"/>
                  </a:lnTo>
                  <a:lnTo>
                    <a:pt x="756342" y="151853"/>
                  </a:lnTo>
                  <a:lnTo>
                    <a:pt x="753879" y="151853"/>
                  </a:lnTo>
                  <a:lnTo>
                    <a:pt x="751415" y="151853"/>
                  </a:lnTo>
                  <a:lnTo>
                    <a:pt x="748951" y="151853"/>
                  </a:lnTo>
                  <a:lnTo>
                    <a:pt x="746488" y="151853"/>
                  </a:lnTo>
                  <a:lnTo>
                    <a:pt x="744024" y="151853"/>
                  </a:lnTo>
                  <a:lnTo>
                    <a:pt x="741560" y="151853"/>
                  </a:lnTo>
                  <a:lnTo>
                    <a:pt x="739097" y="151853"/>
                  </a:lnTo>
                  <a:lnTo>
                    <a:pt x="736633" y="151853"/>
                  </a:lnTo>
                  <a:lnTo>
                    <a:pt x="734169" y="151853"/>
                  </a:lnTo>
                  <a:lnTo>
                    <a:pt x="731706" y="151853"/>
                  </a:lnTo>
                  <a:lnTo>
                    <a:pt x="729242" y="151853"/>
                  </a:lnTo>
                  <a:lnTo>
                    <a:pt x="726778" y="151853"/>
                  </a:lnTo>
                  <a:lnTo>
                    <a:pt x="724315" y="151853"/>
                  </a:lnTo>
                  <a:lnTo>
                    <a:pt x="721851" y="151853"/>
                  </a:lnTo>
                  <a:lnTo>
                    <a:pt x="719388" y="151853"/>
                  </a:lnTo>
                  <a:lnTo>
                    <a:pt x="716924" y="151853"/>
                  </a:lnTo>
                  <a:lnTo>
                    <a:pt x="714460" y="151853"/>
                  </a:lnTo>
                  <a:lnTo>
                    <a:pt x="711997" y="151853"/>
                  </a:lnTo>
                  <a:lnTo>
                    <a:pt x="709533" y="151853"/>
                  </a:lnTo>
                  <a:lnTo>
                    <a:pt x="707069" y="151853"/>
                  </a:lnTo>
                  <a:lnTo>
                    <a:pt x="704606" y="151853"/>
                  </a:lnTo>
                  <a:lnTo>
                    <a:pt x="702142" y="151853"/>
                  </a:lnTo>
                  <a:lnTo>
                    <a:pt x="699678" y="151853"/>
                  </a:lnTo>
                  <a:lnTo>
                    <a:pt x="697215" y="151853"/>
                  </a:lnTo>
                  <a:lnTo>
                    <a:pt x="694751" y="151853"/>
                  </a:lnTo>
                  <a:lnTo>
                    <a:pt x="692287" y="151853"/>
                  </a:lnTo>
                  <a:lnTo>
                    <a:pt x="689824" y="151853"/>
                  </a:lnTo>
                  <a:lnTo>
                    <a:pt x="687360" y="151853"/>
                  </a:lnTo>
                  <a:lnTo>
                    <a:pt x="684896" y="151853"/>
                  </a:lnTo>
                  <a:lnTo>
                    <a:pt x="682433" y="151853"/>
                  </a:lnTo>
                  <a:lnTo>
                    <a:pt x="679969" y="151853"/>
                  </a:lnTo>
                  <a:lnTo>
                    <a:pt x="677505" y="151853"/>
                  </a:lnTo>
                  <a:lnTo>
                    <a:pt x="675042" y="151853"/>
                  </a:lnTo>
                  <a:lnTo>
                    <a:pt x="672578" y="151853"/>
                  </a:lnTo>
                  <a:lnTo>
                    <a:pt x="670114" y="151853"/>
                  </a:lnTo>
                  <a:lnTo>
                    <a:pt x="667651" y="151853"/>
                  </a:lnTo>
                  <a:lnTo>
                    <a:pt x="665187" y="151853"/>
                  </a:lnTo>
                  <a:lnTo>
                    <a:pt x="662723" y="151853"/>
                  </a:lnTo>
                  <a:lnTo>
                    <a:pt x="660260" y="151853"/>
                  </a:lnTo>
                  <a:lnTo>
                    <a:pt x="657796" y="151853"/>
                  </a:lnTo>
                  <a:lnTo>
                    <a:pt x="655332" y="151853"/>
                  </a:lnTo>
                  <a:lnTo>
                    <a:pt x="652869" y="151853"/>
                  </a:lnTo>
                  <a:lnTo>
                    <a:pt x="650405" y="151853"/>
                  </a:lnTo>
                  <a:lnTo>
                    <a:pt x="647941" y="151853"/>
                  </a:lnTo>
                  <a:lnTo>
                    <a:pt x="645478" y="151853"/>
                  </a:lnTo>
                  <a:lnTo>
                    <a:pt x="643014" y="151853"/>
                  </a:lnTo>
                  <a:lnTo>
                    <a:pt x="640550" y="151853"/>
                  </a:lnTo>
                  <a:lnTo>
                    <a:pt x="638087" y="151853"/>
                  </a:lnTo>
                  <a:lnTo>
                    <a:pt x="635623" y="151853"/>
                  </a:lnTo>
                  <a:lnTo>
                    <a:pt x="633159" y="151853"/>
                  </a:lnTo>
                  <a:lnTo>
                    <a:pt x="630696" y="151853"/>
                  </a:lnTo>
                  <a:lnTo>
                    <a:pt x="628232" y="151853"/>
                  </a:lnTo>
                  <a:lnTo>
                    <a:pt x="625769" y="151853"/>
                  </a:lnTo>
                  <a:lnTo>
                    <a:pt x="623305" y="151853"/>
                  </a:lnTo>
                  <a:lnTo>
                    <a:pt x="620841" y="151853"/>
                  </a:lnTo>
                  <a:lnTo>
                    <a:pt x="618378" y="151853"/>
                  </a:lnTo>
                  <a:lnTo>
                    <a:pt x="615914" y="151853"/>
                  </a:lnTo>
                  <a:lnTo>
                    <a:pt x="613450" y="151853"/>
                  </a:lnTo>
                  <a:lnTo>
                    <a:pt x="610987" y="151853"/>
                  </a:lnTo>
                  <a:lnTo>
                    <a:pt x="608523" y="151853"/>
                  </a:lnTo>
                  <a:lnTo>
                    <a:pt x="606059" y="151853"/>
                  </a:lnTo>
                  <a:lnTo>
                    <a:pt x="603596" y="151853"/>
                  </a:lnTo>
                  <a:lnTo>
                    <a:pt x="601132" y="151853"/>
                  </a:lnTo>
                  <a:lnTo>
                    <a:pt x="598668" y="151853"/>
                  </a:lnTo>
                  <a:lnTo>
                    <a:pt x="596205" y="151853"/>
                  </a:lnTo>
                  <a:lnTo>
                    <a:pt x="593741" y="151853"/>
                  </a:lnTo>
                  <a:lnTo>
                    <a:pt x="591277" y="151853"/>
                  </a:lnTo>
                  <a:lnTo>
                    <a:pt x="588814" y="151853"/>
                  </a:lnTo>
                  <a:lnTo>
                    <a:pt x="586350" y="151853"/>
                  </a:lnTo>
                  <a:lnTo>
                    <a:pt x="583886" y="151853"/>
                  </a:lnTo>
                  <a:lnTo>
                    <a:pt x="581423" y="151853"/>
                  </a:lnTo>
                  <a:lnTo>
                    <a:pt x="578959" y="151853"/>
                  </a:lnTo>
                  <a:lnTo>
                    <a:pt x="576495" y="151853"/>
                  </a:lnTo>
                  <a:lnTo>
                    <a:pt x="574032" y="151853"/>
                  </a:lnTo>
                  <a:lnTo>
                    <a:pt x="571568" y="151853"/>
                  </a:lnTo>
                  <a:lnTo>
                    <a:pt x="569104" y="151853"/>
                  </a:lnTo>
                  <a:lnTo>
                    <a:pt x="566641" y="151853"/>
                  </a:lnTo>
                  <a:lnTo>
                    <a:pt x="564177" y="151853"/>
                  </a:lnTo>
                  <a:lnTo>
                    <a:pt x="561713" y="151853"/>
                  </a:lnTo>
                  <a:lnTo>
                    <a:pt x="559250" y="151853"/>
                  </a:lnTo>
                  <a:lnTo>
                    <a:pt x="556786" y="151853"/>
                  </a:lnTo>
                  <a:lnTo>
                    <a:pt x="554322" y="151853"/>
                  </a:lnTo>
                  <a:lnTo>
                    <a:pt x="551859" y="151853"/>
                  </a:lnTo>
                  <a:lnTo>
                    <a:pt x="549395" y="151853"/>
                  </a:lnTo>
                  <a:lnTo>
                    <a:pt x="546931" y="151853"/>
                  </a:lnTo>
                  <a:lnTo>
                    <a:pt x="544468" y="151853"/>
                  </a:lnTo>
                  <a:lnTo>
                    <a:pt x="542004" y="151853"/>
                  </a:lnTo>
                  <a:lnTo>
                    <a:pt x="539541" y="151853"/>
                  </a:lnTo>
                  <a:lnTo>
                    <a:pt x="537077" y="151853"/>
                  </a:lnTo>
                  <a:lnTo>
                    <a:pt x="534613" y="151853"/>
                  </a:lnTo>
                  <a:lnTo>
                    <a:pt x="532150" y="151853"/>
                  </a:lnTo>
                  <a:lnTo>
                    <a:pt x="529686" y="151853"/>
                  </a:lnTo>
                  <a:lnTo>
                    <a:pt x="527222" y="151853"/>
                  </a:lnTo>
                  <a:lnTo>
                    <a:pt x="524759" y="151853"/>
                  </a:lnTo>
                  <a:lnTo>
                    <a:pt x="522295" y="151853"/>
                  </a:lnTo>
                  <a:lnTo>
                    <a:pt x="519831" y="151853"/>
                  </a:lnTo>
                  <a:lnTo>
                    <a:pt x="517368" y="151853"/>
                  </a:lnTo>
                  <a:lnTo>
                    <a:pt x="514904" y="151853"/>
                  </a:lnTo>
                  <a:lnTo>
                    <a:pt x="512440" y="151853"/>
                  </a:lnTo>
                  <a:lnTo>
                    <a:pt x="509977" y="151853"/>
                  </a:lnTo>
                  <a:lnTo>
                    <a:pt x="507513" y="151853"/>
                  </a:lnTo>
                  <a:lnTo>
                    <a:pt x="505049" y="151853"/>
                  </a:lnTo>
                  <a:lnTo>
                    <a:pt x="502586" y="151853"/>
                  </a:lnTo>
                  <a:lnTo>
                    <a:pt x="500122" y="151853"/>
                  </a:lnTo>
                  <a:lnTo>
                    <a:pt x="497658" y="151853"/>
                  </a:lnTo>
                  <a:lnTo>
                    <a:pt x="495195" y="151853"/>
                  </a:lnTo>
                  <a:lnTo>
                    <a:pt x="492731" y="151853"/>
                  </a:lnTo>
                  <a:lnTo>
                    <a:pt x="490267" y="151853"/>
                  </a:lnTo>
                  <a:lnTo>
                    <a:pt x="487804" y="151853"/>
                  </a:lnTo>
                  <a:lnTo>
                    <a:pt x="485340" y="151853"/>
                  </a:lnTo>
                  <a:lnTo>
                    <a:pt x="482876" y="151853"/>
                  </a:lnTo>
                  <a:lnTo>
                    <a:pt x="480413" y="151853"/>
                  </a:lnTo>
                  <a:lnTo>
                    <a:pt x="477949" y="151853"/>
                  </a:lnTo>
                  <a:lnTo>
                    <a:pt x="475485" y="151853"/>
                  </a:lnTo>
                  <a:lnTo>
                    <a:pt x="473022" y="151853"/>
                  </a:lnTo>
                  <a:lnTo>
                    <a:pt x="470558" y="151853"/>
                  </a:lnTo>
                  <a:lnTo>
                    <a:pt x="468094" y="151853"/>
                  </a:lnTo>
                  <a:lnTo>
                    <a:pt x="465631" y="151853"/>
                  </a:lnTo>
                  <a:lnTo>
                    <a:pt x="463167" y="151853"/>
                  </a:lnTo>
                  <a:lnTo>
                    <a:pt x="460703" y="151853"/>
                  </a:lnTo>
                  <a:lnTo>
                    <a:pt x="458240" y="151853"/>
                  </a:lnTo>
                  <a:lnTo>
                    <a:pt x="455776" y="151853"/>
                  </a:lnTo>
                  <a:lnTo>
                    <a:pt x="453312" y="151853"/>
                  </a:lnTo>
                  <a:lnTo>
                    <a:pt x="450849" y="151853"/>
                  </a:lnTo>
                  <a:lnTo>
                    <a:pt x="448385" y="151853"/>
                  </a:lnTo>
                  <a:lnTo>
                    <a:pt x="445922" y="151853"/>
                  </a:lnTo>
                  <a:lnTo>
                    <a:pt x="443458" y="151853"/>
                  </a:lnTo>
                  <a:lnTo>
                    <a:pt x="440994" y="151853"/>
                  </a:lnTo>
                  <a:lnTo>
                    <a:pt x="438531" y="151853"/>
                  </a:lnTo>
                  <a:lnTo>
                    <a:pt x="436067" y="151853"/>
                  </a:lnTo>
                  <a:lnTo>
                    <a:pt x="433603" y="151853"/>
                  </a:lnTo>
                  <a:lnTo>
                    <a:pt x="431140" y="151853"/>
                  </a:lnTo>
                  <a:lnTo>
                    <a:pt x="428676" y="151853"/>
                  </a:lnTo>
                  <a:lnTo>
                    <a:pt x="426212" y="151853"/>
                  </a:lnTo>
                  <a:lnTo>
                    <a:pt x="423749" y="151853"/>
                  </a:lnTo>
                  <a:lnTo>
                    <a:pt x="421285" y="151853"/>
                  </a:lnTo>
                  <a:lnTo>
                    <a:pt x="418821" y="151853"/>
                  </a:lnTo>
                  <a:lnTo>
                    <a:pt x="416358" y="151853"/>
                  </a:lnTo>
                  <a:lnTo>
                    <a:pt x="413894" y="151853"/>
                  </a:lnTo>
                  <a:lnTo>
                    <a:pt x="411430" y="151853"/>
                  </a:lnTo>
                  <a:lnTo>
                    <a:pt x="408967" y="151853"/>
                  </a:lnTo>
                  <a:lnTo>
                    <a:pt x="406503" y="151853"/>
                  </a:lnTo>
                  <a:lnTo>
                    <a:pt x="404039" y="151853"/>
                  </a:lnTo>
                  <a:lnTo>
                    <a:pt x="401576" y="151853"/>
                  </a:lnTo>
                  <a:lnTo>
                    <a:pt x="399112" y="151853"/>
                  </a:lnTo>
                  <a:lnTo>
                    <a:pt x="396648" y="151853"/>
                  </a:lnTo>
                  <a:lnTo>
                    <a:pt x="394185" y="151853"/>
                  </a:lnTo>
                  <a:lnTo>
                    <a:pt x="391721" y="151853"/>
                  </a:lnTo>
                  <a:lnTo>
                    <a:pt x="389257" y="151853"/>
                  </a:lnTo>
                  <a:lnTo>
                    <a:pt x="386794" y="151853"/>
                  </a:lnTo>
                  <a:lnTo>
                    <a:pt x="384330" y="151853"/>
                  </a:lnTo>
                  <a:lnTo>
                    <a:pt x="381866" y="151853"/>
                  </a:lnTo>
                  <a:lnTo>
                    <a:pt x="379403" y="151853"/>
                  </a:lnTo>
                  <a:lnTo>
                    <a:pt x="376939" y="151853"/>
                  </a:lnTo>
                  <a:lnTo>
                    <a:pt x="374475" y="151853"/>
                  </a:lnTo>
                  <a:lnTo>
                    <a:pt x="372012" y="151853"/>
                  </a:lnTo>
                  <a:lnTo>
                    <a:pt x="369548" y="151853"/>
                  </a:lnTo>
                  <a:lnTo>
                    <a:pt x="367084" y="151853"/>
                  </a:lnTo>
                  <a:lnTo>
                    <a:pt x="364621" y="151853"/>
                  </a:lnTo>
                  <a:lnTo>
                    <a:pt x="362157" y="151853"/>
                  </a:lnTo>
                  <a:lnTo>
                    <a:pt x="359694" y="151853"/>
                  </a:lnTo>
                  <a:lnTo>
                    <a:pt x="357230" y="151853"/>
                  </a:lnTo>
                  <a:lnTo>
                    <a:pt x="354766" y="151853"/>
                  </a:lnTo>
                  <a:lnTo>
                    <a:pt x="352303" y="151853"/>
                  </a:lnTo>
                  <a:lnTo>
                    <a:pt x="349839" y="151853"/>
                  </a:lnTo>
                  <a:lnTo>
                    <a:pt x="347375" y="151853"/>
                  </a:lnTo>
                  <a:lnTo>
                    <a:pt x="344912" y="151853"/>
                  </a:lnTo>
                  <a:lnTo>
                    <a:pt x="342448" y="151853"/>
                  </a:lnTo>
                  <a:lnTo>
                    <a:pt x="339984" y="151853"/>
                  </a:lnTo>
                  <a:lnTo>
                    <a:pt x="337521" y="151853"/>
                  </a:lnTo>
                  <a:lnTo>
                    <a:pt x="335057" y="151853"/>
                  </a:lnTo>
                  <a:lnTo>
                    <a:pt x="332593" y="151853"/>
                  </a:lnTo>
                  <a:lnTo>
                    <a:pt x="330130" y="151853"/>
                  </a:lnTo>
                  <a:lnTo>
                    <a:pt x="327666" y="151853"/>
                  </a:lnTo>
                  <a:lnTo>
                    <a:pt x="325202" y="151853"/>
                  </a:lnTo>
                  <a:lnTo>
                    <a:pt x="322739" y="151853"/>
                  </a:lnTo>
                  <a:lnTo>
                    <a:pt x="320275" y="151853"/>
                  </a:lnTo>
                  <a:lnTo>
                    <a:pt x="317811" y="151853"/>
                  </a:lnTo>
                  <a:lnTo>
                    <a:pt x="315348" y="151853"/>
                  </a:lnTo>
                  <a:lnTo>
                    <a:pt x="312884" y="151853"/>
                  </a:lnTo>
                  <a:lnTo>
                    <a:pt x="310420" y="151853"/>
                  </a:lnTo>
                  <a:lnTo>
                    <a:pt x="307957" y="151853"/>
                  </a:lnTo>
                  <a:lnTo>
                    <a:pt x="305493" y="151853"/>
                  </a:lnTo>
                  <a:lnTo>
                    <a:pt x="303029" y="151853"/>
                  </a:lnTo>
                  <a:lnTo>
                    <a:pt x="300566" y="151853"/>
                  </a:lnTo>
                  <a:lnTo>
                    <a:pt x="298102" y="151853"/>
                  </a:lnTo>
                  <a:lnTo>
                    <a:pt x="295638" y="151853"/>
                  </a:lnTo>
                  <a:lnTo>
                    <a:pt x="293175" y="151853"/>
                  </a:lnTo>
                  <a:lnTo>
                    <a:pt x="290711" y="151853"/>
                  </a:lnTo>
                  <a:lnTo>
                    <a:pt x="288247" y="151853"/>
                  </a:lnTo>
                  <a:lnTo>
                    <a:pt x="285784" y="151853"/>
                  </a:lnTo>
                  <a:lnTo>
                    <a:pt x="283320" y="151853"/>
                  </a:lnTo>
                  <a:lnTo>
                    <a:pt x="280856" y="151853"/>
                  </a:lnTo>
                  <a:lnTo>
                    <a:pt x="278393" y="151853"/>
                  </a:lnTo>
                  <a:lnTo>
                    <a:pt x="275929" y="151853"/>
                  </a:lnTo>
                  <a:lnTo>
                    <a:pt x="273465" y="151853"/>
                  </a:lnTo>
                  <a:lnTo>
                    <a:pt x="271002" y="151853"/>
                  </a:lnTo>
                  <a:lnTo>
                    <a:pt x="268538" y="151853"/>
                  </a:lnTo>
                  <a:lnTo>
                    <a:pt x="266075" y="151853"/>
                  </a:lnTo>
                  <a:lnTo>
                    <a:pt x="263611" y="151853"/>
                  </a:lnTo>
                  <a:lnTo>
                    <a:pt x="261147" y="151853"/>
                  </a:lnTo>
                  <a:lnTo>
                    <a:pt x="258684" y="151853"/>
                  </a:lnTo>
                  <a:lnTo>
                    <a:pt x="256220" y="151853"/>
                  </a:lnTo>
                  <a:lnTo>
                    <a:pt x="253756" y="151853"/>
                  </a:lnTo>
                  <a:lnTo>
                    <a:pt x="251293" y="151853"/>
                  </a:lnTo>
                  <a:lnTo>
                    <a:pt x="248829" y="151853"/>
                  </a:lnTo>
                  <a:lnTo>
                    <a:pt x="246365" y="151853"/>
                  </a:lnTo>
                  <a:lnTo>
                    <a:pt x="243902" y="151853"/>
                  </a:lnTo>
                  <a:lnTo>
                    <a:pt x="241438" y="151853"/>
                  </a:lnTo>
                  <a:lnTo>
                    <a:pt x="238974" y="151853"/>
                  </a:lnTo>
                  <a:lnTo>
                    <a:pt x="236511" y="151853"/>
                  </a:lnTo>
                  <a:lnTo>
                    <a:pt x="234047" y="151853"/>
                  </a:lnTo>
                  <a:lnTo>
                    <a:pt x="231583" y="151853"/>
                  </a:lnTo>
                  <a:lnTo>
                    <a:pt x="229120" y="151853"/>
                  </a:lnTo>
                  <a:lnTo>
                    <a:pt x="226656" y="151853"/>
                  </a:lnTo>
                  <a:lnTo>
                    <a:pt x="224192" y="151853"/>
                  </a:lnTo>
                  <a:lnTo>
                    <a:pt x="221729" y="151853"/>
                  </a:lnTo>
                  <a:lnTo>
                    <a:pt x="219265" y="151853"/>
                  </a:lnTo>
                  <a:lnTo>
                    <a:pt x="216801" y="151853"/>
                  </a:lnTo>
                  <a:lnTo>
                    <a:pt x="214338" y="151853"/>
                  </a:lnTo>
                  <a:lnTo>
                    <a:pt x="211874" y="151853"/>
                  </a:lnTo>
                  <a:lnTo>
                    <a:pt x="209410" y="151853"/>
                  </a:lnTo>
                  <a:lnTo>
                    <a:pt x="206947" y="151853"/>
                  </a:lnTo>
                  <a:lnTo>
                    <a:pt x="204483" y="151853"/>
                  </a:lnTo>
                  <a:lnTo>
                    <a:pt x="202019" y="151853"/>
                  </a:lnTo>
                  <a:lnTo>
                    <a:pt x="199556" y="151853"/>
                  </a:lnTo>
                  <a:lnTo>
                    <a:pt x="197092" y="151853"/>
                  </a:lnTo>
                  <a:lnTo>
                    <a:pt x="194628" y="151853"/>
                  </a:lnTo>
                  <a:lnTo>
                    <a:pt x="192165" y="151853"/>
                  </a:lnTo>
                  <a:lnTo>
                    <a:pt x="189701" y="151853"/>
                  </a:lnTo>
                  <a:lnTo>
                    <a:pt x="187237" y="151853"/>
                  </a:lnTo>
                  <a:lnTo>
                    <a:pt x="184774" y="151853"/>
                  </a:lnTo>
                  <a:lnTo>
                    <a:pt x="182310" y="151853"/>
                  </a:lnTo>
                  <a:lnTo>
                    <a:pt x="179847" y="151853"/>
                  </a:lnTo>
                  <a:lnTo>
                    <a:pt x="177383" y="151853"/>
                  </a:lnTo>
                  <a:lnTo>
                    <a:pt x="174919" y="151853"/>
                  </a:lnTo>
                  <a:lnTo>
                    <a:pt x="172456" y="151853"/>
                  </a:lnTo>
                  <a:lnTo>
                    <a:pt x="169992" y="151853"/>
                  </a:lnTo>
                  <a:lnTo>
                    <a:pt x="167528" y="151853"/>
                  </a:lnTo>
                  <a:lnTo>
                    <a:pt x="165065" y="151853"/>
                  </a:lnTo>
                  <a:lnTo>
                    <a:pt x="162601" y="151853"/>
                  </a:lnTo>
                  <a:lnTo>
                    <a:pt x="160137" y="151853"/>
                  </a:lnTo>
                  <a:lnTo>
                    <a:pt x="157674" y="151853"/>
                  </a:lnTo>
                  <a:lnTo>
                    <a:pt x="155210" y="151853"/>
                  </a:lnTo>
                  <a:lnTo>
                    <a:pt x="152746" y="151853"/>
                  </a:lnTo>
                  <a:lnTo>
                    <a:pt x="150283" y="151853"/>
                  </a:lnTo>
                  <a:lnTo>
                    <a:pt x="147819" y="151853"/>
                  </a:lnTo>
                  <a:lnTo>
                    <a:pt x="145355" y="151853"/>
                  </a:lnTo>
                  <a:lnTo>
                    <a:pt x="142892" y="151853"/>
                  </a:lnTo>
                  <a:lnTo>
                    <a:pt x="140428" y="151853"/>
                  </a:lnTo>
                  <a:lnTo>
                    <a:pt x="137964" y="151853"/>
                  </a:lnTo>
                  <a:lnTo>
                    <a:pt x="135501" y="151853"/>
                  </a:lnTo>
                  <a:lnTo>
                    <a:pt x="133037" y="151853"/>
                  </a:lnTo>
                  <a:lnTo>
                    <a:pt x="130573" y="151853"/>
                  </a:lnTo>
                  <a:lnTo>
                    <a:pt x="128110" y="151853"/>
                  </a:lnTo>
                  <a:lnTo>
                    <a:pt x="125646" y="151853"/>
                  </a:lnTo>
                  <a:lnTo>
                    <a:pt x="123182" y="151853"/>
                  </a:lnTo>
                  <a:lnTo>
                    <a:pt x="120719" y="151853"/>
                  </a:lnTo>
                  <a:lnTo>
                    <a:pt x="118255" y="151853"/>
                  </a:lnTo>
                  <a:lnTo>
                    <a:pt x="115791" y="151853"/>
                  </a:lnTo>
                  <a:lnTo>
                    <a:pt x="113328" y="151853"/>
                  </a:lnTo>
                  <a:lnTo>
                    <a:pt x="110864" y="151853"/>
                  </a:lnTo>
                  <a:lnTo>
                    <a:pt x="108400" y="151853"/>
                  </a:lnTo>
                  <a:lnTo>
                    <a:pt x="105937" y="151853"/>
                  </a:lnTo>
                  <a:lnTo>
                    <a:pt x="103473" y="151853"/>
                  </a:lnTo>
                  <a:lnTo>
                    <a:pt x="101009" y="151853"/>
                  </a:lnTo>
                  <a:lnTo>
                    <a:pt x="98546" y="151853"/>
                  </a:lnTo>
                  <a:lnTo>
                    <a:pt x="96082" y="151853"/>
                  </a:lnTo>
                  <a:lnTo>
                    <a:pt x="93618" y="151853"/>
                  </a:lnTo>
                  <a:lnTo>
                    <a:pt x="91155" y="151853"/>
                  </a:lnTo>
                  <a:lnTo>
                    <a:pt x="88691" y="151853"/>
                  </a:lnTo>
                  <a:lnTo>
                    <a:pt x="86228" y="151853"/>
                  </a:lnTo>
                  <a:lnTo>
                    <a:pt x="83764" y="151853"/>
                  </a:lnTo>
                  <a:lnTo>
                    <a:pt x="81300" y="151853"/>
                  </a:lnTo>
                  <a:lnTo>
                    <a:pt x="78837" y="151853"/>
                  </a:lnTo>
                  <a:lnTo>
                    <a:pt x="76373" y="151853"/>
                  </a:lnTo>
                  <a:lnTo>
                    <a:pt x="73909" y="151853"/>
                  </a:lnTo>
                  <a:lnTo>
                    <a:pt x="71446" y="151853"/>
                  </a:lnTo>
                  <a:lnTo>
                    <a:pt x="68982" y="151853"/>
                  </a:lnTo>
                  <a:lnTo>
                    <a:pt x="66518" y="151853"/>
                  </a:lnTo>
                  <a:lnTo>
                    <a:pt x="64055" y="151853"/>
                  </a:lnTo>
                  <a:lnTo>
                    <a:pt x="61591" y="151853"/>
                  </a:lnTo>
                  <a:lnTo>
                    <a:pt x="59127" y="151853"/>
                  </a:lnTo>
                  <a:lnTo>
                    <a:pt x="56664" y="151853"/>
                  </a:lnTo>
                  <a:lnTo>
                    <a:pt x="54200" y="151853"/>
                  </a:lnTo>
                  <a:lnTo>
                    <a:pt x="51736" y="151853"/>
                  </a:lnTo>
                  <a:lnTo>
                    <a:pt x="49273" y="151853"/>
                  </a:lnTo>
                  <a:lnTo>
                    <a:pt x="46809" y="151853"/>
                  </a:lnTo>
                  <a:lnTo>
                    <a:pt x="44345" y="151853"/>
                  </a:lnTo>
                  <a:lnTo>
                    <a:pt x="41882" y="151853"/>
                  </a:lnTo>
                  <a:lnTo>
                    <a:pt x="39418" y="151853"/>
                  </a:lnTo>
                  <a:lnTo>
                    <a:pt x="36954" y="151853"/>
                  </a:lnTo>
                  <a:lnTo>
                    <a:pt x="34491" y="151853"/>
                  </a:lnTo>
                  <a:lnTo>
                    <a:pt x="32027" y="151853"/>
                  </a:lnTo>
                  <a:lnTo>
                    <a:pt x="29563" y="151853"/>
                  </a:lnTo>
                  <a:lnTo>
                    <a:pt x="27100" y="151853"/>
                  </a:lnTo>
                  <a:lnTo>
                    <a:pt x="24636" y="151853"/>
                  </a:lnTo>
                  <a:lnTo>
                    <a:pt x="22172" y="151853"/>
                  </a:lnTo>
                  <a:lnTo>
                    <a:pt x="19709" y="151853"/>
                  </a:lnTo>
                  <a:lnTo>
                    <a:pt x="17245" y="151853"/>
                  </a:lnTo>
                  <a:lnTo>
                    <a:pt x="14781" y="151853"/>
                  </a:lnTo>
                  <a:lnTo>
                    <a:pt x="12318" y="151853"/>
                  </a:lnTo>
                  <a:lnTo>
                    <a:pt x="9854" y="151853"/>
                  </a:lnTo>
                  <a:lnTo>
                    <a:pt x="7390" y="151853"/>
                  </a:lnTo>
                  <a:lnTo>
                    <a:pt x="4927" y="151853"/>
                  </a:lnTo>
                  <a:lnTo>
                    <a:pt x="2463" y="151853"/>
                  </a:lnTo>
                  <a:lnTo>
                    <a:pt x="0" y="15185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8529616" y="3987989"/>
              <a:ext cx="1258929" cy="151461"/>
            </a:xfrm>
            <a:custGeom>
              <a:avLst/>
              <a:pathLst>
                <a:path w="1258929" h="151461">
                  <a:moveTo>
                    <a:pt x="0" y="151461"/>
                  </a:moveTo>
                  <a:lnTo>
                    <a:pt x="2463" y="151437"/>
                  </a:lnTo>
                  <a:lnTo>
                    <a:pt x="4927" y="151412"/>
                  </a:lnTo>
                  <a:lnTo>
                    <a:pt x="7390" y="151385"/>
                  </a:lnTo>
                  <a:lnTo>
                    <a:pt x="9854" y="151358"/>
                  </a:lnTo>
                  <a:lnTo>
                    <a:pt x="12318" y="151329"/>
                  </a:lnTo>
                  <a:lnTo>
                    <a:pt x="14781" y="151299"/>
                  </a:lnTo>
                  <a:lnTo>
                    <a:pt x="17245" y="151267"/>
                  </a:lnTo>
                  <a:lnTo>
                    <a:pt x="19709" y="151235"/>
                  </a:lnTo>
                  <a:lnTo>
                    <a:pt x="22172" y="151201"/>
                  </a:lnTo>
                  <a:lnTo>
                    <a:pt x="24636" y="151166"/>
                  </a:lnTo>
                  <a:lnTo>
                    <a:pt x="27100" y="151130"/>
                  </a:lnTo>
                  <a:lnTo>
                    <a:pt x="29563" y="151092"/>
                  </a:lnTo>
                  <a:lnTo>
                    <a:pt x="32027" y="151053"/>
                  </a:lnTo>
                  <a:lnTo>
                    <a:pt x="34491" y="151012"/>
                  </a:lnTo>
                  <a:lnTo>
                    <a:pt x="36954" y="150970"/>
                  </a:lnTo>
                  <a:lnTo>
                    <a:pt x="39418" y="150927"/>
                  </a:lnTo>
                  <a:lnTo>
                    <a:pt x="41882" y="150882"/>
                  </a:lnTo>
                  <a:lnTo>
                    <a:pt x="44345" y="150836"/>
                  </a:lnTo>
                  <a:lnTo>
                    <a:pt x="46809" y="150788"/>
                  </a:lnTo>
                  <a:lnTo>
                    <a:pt x="49273" y="150740"/>
                  </a:lnTo>
                  <a:lnTo>
                    <a:pt x="51736" y="150689"/>
                  </a:lnTo>
                  <a:lnTo>
                    <a:pt x="54200" y="150637"/>
                  </a:lnTo>
                  <a:lnTo>
                    <a:pt x="56664" y="150584"/>
                  </a:lnTo>
                  <a:lnTo>
                    <a:pt x="59127" y="150529"/>
                  </a:lnTo>
                  <a:lnTo>
                    <a:pt x="61591" y="150473"/>
                  </a:lnTo>
                  <a:lnTo>
                    <a:pt x="64055" y="150416"/>
                  </a:lnTo>
                  <a:lnTo>
                    <a:pt x="66518" y="150357"/>
                  </a:lnTo>
                  <a:lnTo>
                    <a:pt x="68982" y="150296"/>
                  </a:lnTo>
                  <a:lnTo>
                    <a:pt x="71446" y="150234"/>
                  </a:lnTo>
                  <a:lnTo>
                    <a:pt x="73909" y="150171"/>
                  </a:lnTo>
                  <a:lnTo>
                    <a:pt x="76373" y="150106"/>
                  </a:lnTo>
                  <a:lnTo>
                    <a:pt x="78837" y="150040"/>
                  </a:lnTo>
                  <a:lnTo>
                    <a:pt x="81300" y="149973"/>
                  </a:lnTo>
                  <a:lnTo>
                    <a:pt x="83764" y="149904"/>
                  </a:lnTo>
                  <a:lnTo>
                    <a:pt x="86228" y="149833"/>
                  </a:lnTo>
                  <a:lnTo>
                    <a:pt x="88691" y="149762"/>
                  </a:lnTo>
                  <a:lnTo>
                    <a:pt x="91155" y="149688"/>
                  </a:lnTo>
                  <a:lnTo>
                    <a:pt x="93618" y="149614"/>
                  </a:lnTo>
                  <a:lnTo>
                    <a:pt x="96082" y="149538"/>
                  </a:lnTo>
                  <a:lnTo>
                    <a:pt x="98546" y="149461"/>
                  </a:lnTo>
                  <a:lnTo>
                    <a:pt x="101009" y="149382"/>
                  </a:lnTo>
                  <a:lnTo>
                    <a:pt x="103473" y="149303"/>
                  </a:lnTo>
                  <a:lnTo>
                    <a:pt x="105937" y="149221"/>
                  </a:lnTo>
                  <a:lnTo>
                    <a:pt x="108400" y="149139"/>
                  </a:lnTo>
                  <a:lnTo>
                    <a:pt x="110864" y="149055"/>
                  </a:lnTo>
                  <a:lnTo>
                    <a:pt x="113328" y="148969"/>
                  </a:lnTo>
                  <a:lnTo>
                    <a:pt x="115791" y="148883"/>
                  </a:lnTo>
                  <a:lnTo>
                    <a:pt x="118255" y="148795"/>
                  </a:lnTo>
                  <a:lnTo>
                    <a:pt x="120719" y="148705"/>
                  </a:lnTo>
                  <a:lnTo>
                    <a:pt x="123182" y="148615"/>
                  </a:lnTo>
                  <a:lnTo>
                    <a:pt x="125646" y="148523"/>
                  </a:lnTo>
                  <a:lnTo>
                    <a:pt x="128110" y="148429"/>
                  </a:lnTo>
                  <a:lnTo>
                    <a:pt x="130573" y="148335"/>
                  </a:lnTo>
                  <a:lnTo>
                    <a:pt x="133037" y="148239"/>
                  </a:lnTo>
                  <a:lnTo>
                    <a:pt x="135501" y="148141"/>
                  </a:lnTo>
                  <a:lnTo>
                    <a:pt x="137964" y="148043"/>
                  </a:lnTo>
                  <a:lnTo>
                    <a:pt x="140428" y="147943"/>
                  </a:lnTo>
                  <a:lnTo>
                    <a:pt x="142892" y="147841"/>
                  </a:lnTo>
                  <a:lnTo>
                    <a:pt x="145355" y="147739"/>
                  </a:lnTo>
                  <a:lnTo>
                    <a:pt x="147819" y="147635"/>
                  </a:lnTo>
                  <a:lnTo>
                    <a:pt x="150283" y="147529"/>
                  </a:lnTo>
                  <a:lnTo>
                    <a:pt x="152746" y="147423"/>
                  </a:lnTo>
                  <a:lnTo>
                    <a:pt x="155210" y="147315"/>
                  </a:lnTo>
                  <a:lnTo>
                    <a:pt x="157674" y="147206"/>
                  </a:lnTo>
                  <a:lnTo>
                    <a:pt x="160137" y="147096"/>
                  </a:lnTo>
                  <a:lnTo>
                    <a:pt x="162601" y="146984"/>
                  </a:lnTo>
                  <a:lnTo>
                    <a:pt x="165065" y="146871"/>
                  </a:lnTo>
                  <a:lnTo>
                    <a:pt x="167528" y="146757"/>
                  </a:lnTo>
                  <a:lnTo>
                    <a:pt x="169992" y="146642"/>
                  </a:lnTo>
                  <a:lnTo>
                    <a:pt x="172456" y="146526"/>
                  </a:lnTo>
                  <a:lnTo>
                    <a:pt x="174919" y="146409"/>
                  </a:lnTo>
                  <a:lnTo>
                    <a:pt x="177383" y="146291"/>
                  </a:lnTo>
                  <a:lnTo>
                    <a:pt x="179847" y="146171"/>
                  </a:lnTo>
                  <a:lnTo>
                    <a:pt x="182310" y="146051"/>
                  </a:lnTo>
                  <a:lnTo>
                    <a:pt x="184774" y="145930"/>
                  </a:lnTo>
                  <a:lnTo>
                    <a:pt x="187237" y="145808"/>
                  </a:lnTo>
                  <a:lnTo>
                    <a:pt x="189701" y="145685"/>
                  </a:lnTo>
                  <a:lnTo>
                    <a:pt x="192165" y="145562"/>
                  </a:lnTo>
                  <a:lnTo>
                    <a:pt x="194628" y="145438"/>
                  </a:lnTo>
                  <a:lnTo>
                    <a:pt x="197092" y="145313"/>
                  </a:lnTo>
                  <a:lnTo>
                    <a:pt x="199556" y="145189"/>
                  </a:lnTo>
                  <a:lnTo>
                    <a:pt x="202019" y="145063"/>
                  </a:lnTo>
                  <a:lnTo>
                    <a:pt x="204483" y="144938"/>
                  </a:lnTo>
                  <a:lnTo>
                    <a:pt x="206947" y="144812"/>
                  </a:lnTo>
                  <a:lnTo>
                    <a:pt x="209410" y="144686"/>
                  </a:lnTo>
                  <a:lnTo>
                    <a:pt x="211874" y="144561"/>
                  </a:lnTo>
                  <a:lnTo>
                    <a:pt x="214338" y="144435"/>
                  </a:lnTo>
                  <a:lnTo>
                    <a:pt x="216801" y="144310"/>
                  </a:lnTo>
                  <a:lnTo>
                    <a:pt x="219265" y="144185"/>
                  </a:lnTo>
                  <a:lnTo>
                    <a:pt x="221729" y="144060"/>
                  </a:lnTo>
                  <a:lnTo>
                    <a:pt x="224192" y="143937"/>
                  </a:lnTo>
                  <a:lnTo>
                    <a:pt x="226656" y="143814"/>
                  </a:lnTo>
                  <a:lnTo>
                    <a:pt x="229120" y="143692"/>
                  </a:lnTo>
                  <a:lnTo>
                    <a:pt x="231583" y="143570"/>
                  </a:lnTo>
                  <a:lnTo>
                    <a:pt x="234047" y="143451"/>
                  </a:lnTo>
                  <a:lnTo>
                    <a:pt x="236511" y="143332"/>
                  </a:lnTo>
                  <a:lnTo>
                    <a:pt x="238974" y="143214"/>
                  </a:lnTo>
                  <a:lnTo>
                    <a:pt x="241438" y="143099"/>
                  </a:lnTo>
                  <a:lnTo>
                    <a:pt x="243902" y="142985"/>
                  </a:lnTo>
                  <a:lnTo>
                    <a:pt x="246365" y="142873"/>
                  </a:lnTo>
                  <a:lnTo>
                    <a:pt x="248829" y="142763"/>
                  </a:lnTo>
                  <a:lnTo>
                    <a:pt x="251293" y="142655"/>
                  </a:lnTo>
                  <a:lnTo>
                    <a:pt x="253756" y="142548"/>
                  </a:lnTo>
                  <a:lnTo>
                    <a:pt x="256220" y="142445"/>
                  </a:lnTo>
                  <a:lnTo>
                    <a:pt x="258684" y="142344"/>
                  </a:lnTo>
                  <a:lnTo>
                    <a:pt x="261147" y="142244"/>
                  </a:lnTo>
                  <a:lnTo>
                    <a:pt x="263611" y="142149"/>
                  </a:lnTo>
                  <a:lnTo>
                    <a:pt x="266075" y="142055"/>
                  </a:lnTo>
                  <a:lnTo>
                    <a:pt x="268538" y="141964"/>
                  </a:lnTo>
                  <a:lnTo>
                    <a:pt x="271002" y="141877"/>
                  </a:lnTo>
                  <a:lnTo>
                    <a:pt x="273465" y="141792"/>
                  </a:lnTo>
                  <a:lnTo>
                    <a:pt x="275929" y="141710"/>
                  </a:lnTo>
                  <a:lnTo>
                    <a:pt x="278393" y="141632"/>
                  </a:lnTo>
                  <a:lnTo>
                    <a:pt x="280856" y="141556"/>
                  </a:lnTo>
                  <a:lnTo>
                    <a:pt x="283320" y="141483"/>
                  </a:lnTo>
                  <a:lnTo>
                    <a:pt x="285784" y="141415"/>
                  </a:lnTo>
                  <a:lnTo>
                    <a:pt x="288247" y="141349"/>
                  </a:lnTo>
                  <a:lnTo>
                    <a:pt x="290711" y="141286"/>
                  </a:lnTo>
                  <a:lnTo>
                    <a:pt x="293175" y="141228"/>
                  </a:lnTo>
                  <a:lnTo>
                    <a:pt x="295638" y="141172"/>
                  </a:lnTo>
                  <a:lnTo>
                    <a:pt x="298102" y="141119"/>
                  </a:lnTo>
                  <a:lnTo>
                    <a:pt x="300566" y="141070"/>
                  </a:lnTo>
                  <a:lnTo>
                    <a:pt x="303029" y="141025"/>
                  </a:lnTo>
                  <a:lnTo>
                    <a:pt x="305493" y="140981"/>
                  </a:lnTo>
                  <a:lnTo>
                    <a:pt x="307957" y="140942"/>
                  </a:lnTo>
                  <a:lnTo>
                    <a:pt x="310420" y="140906"/>
                  </a:lnTo>
                  <a:lnTo>
                    <a:pt x="312884" y="140873"/>
                  </a:lnTo>
                  <a:lnTo>
                    <a:pt x="315348" y="140843"/>
                  </a:lnTo>
                  <a:lnTo>
                    <a:pt x="317811" y="140816"/>
                  </a:lnTo>
                  <a:lnTo>
                    <a:pt x="320275" y="140791"/>
                  </a:lnTo>
                  <a:lnTo>
                    <a:pt x="322739" y="140770"/>
                  </a:lnTo>
                  <a:lnTo>
                    <a:pt x="325202" y="140751"/>
                  </a:lnTo>
                  <a:lnTo>
                    <a:pt x="327666" y="140734"/>
                  </a:lnTo>
                  <a:lnTo>
                    <a:pt x="330130" y="140720"/>
                  </a:lnTo>
                  <a:lnTo>
                    <a:pt x="332593" y="140709"/>
                  </a:lnTo>
                  <a:lnTo>
                    <a:pt x="335057" y="140699"/>
                  </a:lnTo>
                  <a:lnTo>
                    <a:pt x="337521" y="140692"/>
                  </a:lnTo>
                  <a:lnTo>
                    <a:pt x="339984" y="140687"/>
                  </a:lnTo>
                  <a:lnTo>
                    <a:pt x="342448" y="140683"/>
                  </a:lnTo>
                  <a:lnTo>
                    <a:pt x="344912" y="140681"/>
                  </a:lnTo>
                  <a:lnTo>
                    <a:pt x="347375" y="140680"/>
                  </a:lnTo>
                  <a:lnTo>
                    <a:pt x="349839" y="140681"/>
                  </a:lnTo>
                  <a:lnTo>
                    <a:pt x="352303" y="140682"/>
                  </a:lnTo>
                  <a:lnTo>
                    <a:pt x="354766" y="140685"/>
                  </a:lnTo>
                  <a:lnTo>
                    <a:pt x="357230" y="140689"/>
                  </a:lnTo>
                  <a:lnTo>
                    <a:pt x="359694" y="140693"/>
                  </a:lnTo>
                  <a:lnTo>
                    <a:pt x="362157" y="140697"/>
                  </a:lnTo>
                  <a:lnTo>
                    <a:pt x="364621" y="140702"/>
                  </a:lnTo>
                  <a:lnTo>
                    <a:pt x="367084" y="140707"/>
                  </a:lnTo>
                  <a:lnTo>
                    <a:pt x="369548" y="140712"/>
                  </a:lnTo>
                  <a:lnTo>
                    <a:pt x="372012" y="140717"/>
                  </a:lnTo>
                  <a:lnTo>
                    <a:pt x="374475" y="140721"/>
                  </a:lnTo>
                  <a:lnTo>
                    <a:pt x="376939" y="140725"/>
                  </a:lnTo>
                  <a:lnTo>
                    <a:pt x="379403" y="140727"/>
                  </a:lnTo>
                  <a:lnTo>
                    <a:pt x="381866" y="140730"/>
                  </a:lnTo>
                  <a:lnTo>
                    <a:pt x="384330" y="140730"/>
                  </a:lnTo>
                  <a:lnTo>
                    <a:pt x="386794" y="140730"/>
                  </a:lnTo>
                  <a:lnTo>
                    <a:pt x="389257" y="140728"/>
                  </a:lnTo>
                  <a:lnTo>
                    <a:pt x="391721" y="140724"/>
                  </a:lnTo>
                  <a:lnTo>
                    <a:pt x="394185" y="140719"/>
                  </a:lnTo>
                  <a:lnTo>
                    <a:pt x="396648" y="140712"/>
                  </a:lnTo>
                  <a:lnTo>
                    <a:pt x="399112" y="140703"/>
                  </a:lnTo>
                  <a:lnTo>
                    <a:pt x="401576" y="140692"/>
                  </a:lnTo>
                  <a:lnTo>
                    <a:pt x="404039" y="140679"/>
                  </a:lnTo>
                  <a:lnTo>
                    <a:pt x="406503" y="140662"/>
                  </a:lnTo>
                  <a:lnTo>
                    <a:pt x="408967" y="140643"/>
                  </a:lnTo>
                  <a:lnTo>
                    <a:pt x="411430" y="140622"/>
                  </a:lnTo>
                  <a:lnTo>
                    <a:pt x="413894" y="140597"/>
                  </a:lnTo>
                  <a:lnTo>
                    <a:pt x="416358" y="140570"/>
                  </a:lnTo>
                  <a:lnTo>
                    <a:pt x="418821" y="140540"/>
                  </a:lnTo>
                  <a:lnTo>
                    <a:pt x="421285" y="140506"/>
                  </a:lnTo>
                  <a:lnTo>
                    <a:pt x="423749" y="140469"/>
                  </a:lnTo>
                  <a:lnTo>
                    <a:pt x="426212" y="140429"/>
                  </a:lnTo>
                  <a:lnTo>
                    <a:pt x="428676" y="140384"/>
                  </a:lnTo>
                  <a:lnTo>
                    <a:pt x="431140" y="140336"/>
                  </a:lnTo>
                  <a:lnTo>
                    <a:pt x="433603" y="140286"/>
                  </a:lnTo>
                  <a:lnTo>
                    <a:pt x="436067" y="140230"/>
                  </a:lnTo>
                  <a:lnTo>
                    <a:pt x="438531" y="140170"/>
                  </a:lnTo>
                  <a:lnTo>
                    <a:pt x="440994" y="140107"/>
                  </a:lnTo>
                  <a:lnTo>
                    <a:pt x="443458" y="140039"/>
                  </a:lnTo>
                  <a:lnTo>
                    <a:pt x="445922" y="139967"/>
                  </a:lnTo>
                  <a:lnTo>
                    <a:pt x="448385" y="139891"/>
                  </a:lnTo>
                  <a:lnTo>
                    <a:pt x="450849" y="139809"/>
                  </a:lnTo>
                  <a:lnTo>
                    <a:pt x="453312" y="139723"/>
                  </a:lnTo>
                  <a:lnTo>
                    <a:pt x="455776" y="139633"/>
                  </a:lnTo>
                  <a:lnTo>
                    <a:pt x="458240" y="139537"/>
                  </a:lnTo>
                  <a:lnTo>
                    <a:pt x="460703" y="139436"/>
                  </a:lnTo>
                  <a:lnTo>
                    <a:pt x="463167" y="139331"/>
                  </a:lnTo>
                  <a:lnTo>
                    <a:pt x="465631" y="139220"/>
                  </a:lnTo>
                  <a:lnTo>
                    <a:pt x="468094" y="139103"/>
                  </a:lnTo>
                  <a:lnTo>
                    <a:pt x="470558" y="138982"/>
                  </a:lnTo>
                  <a:lnTo>
                    <a:pt x="473022" y="138853"/>
                  </a:lnTo>
                  <a:lnTo>
                    <a:pt x="475485" y="138719"/>
                  </a:lnTo>
                  <a:lnTo>
                    <a:pt x="477949" y="138579"/>
                  </a:lnTo>
                  <a:lnTo>
                    <a:pt x="480413" y="138433"/>
                  </a:lnTo>
                  <a:lnTo>
                    <a:pt x="482876" y="138279"/>
                  </a:lnTo>
                  <a:lnTo>
                    <a:pt x="485340" y="138120"/>
                  </a:lnTo>
                  <a:lnTo>
                    <a:pt x="487804" y="137954"/>
                  </a:lnTo>
                  <a:lnTo>
                    <a:pt x="490267" y="137779"/>
                  </a:lnTo>
                  <a:lnTo>
                    <a:pt x="492731" y="137599"/>
                  </a:lnTo>
                  <a:lnTo>
                    <a:pt x="495195" y="137410"/>
                  </a:lnTo>
                  <a:lnTo>
                    <a:pt x="497658" y="137213"/>
                  </a:lnTo>
                  <a:lnTo>
                    <a:pt x="500122" y="137009"/>
                  </a:lnTo>
                  <a:lnTo>
                    <a:pt x="502586" y="136796"/>
                  </a:lnTo>
                  <a:lnTo>
                    <a:pt x="505049" y="136572"/>
                  </a:lnTo>
                  <a:lnTo>
                    <a:pt x="507513" y="136342"/>
                  </a:lnTo>
                  <a:lnTo>
                    <a:pt x="509977" y="136103"/>
                  </a:lnTo>
                  <a:lnTo>
                    <a:pt x="512440" y="135851"/>
                  </a:lnTo>
                  <a:lnTo>
                    <a:pt x="514904" y="135592"/>
                  </a:lnTo>
                  <a:lnTo>
                    <a:pt x="517368" y="135323"/>
                  </a:lnTo>
                  <a:lnTo>
                    <a:pt x="519831" y="135040"/>
                  </a:lnTo>
                  <a:lnTo>
                    <a:pt x="522295" y="134749"/>
                  </a:lnTo>
                  <a:lnTo>
                    <a:pt x="524759" y="134447"/>
                  </a:lnTo>
                  <a:lnTo>
                    <a:pt x="527222" y="134130"/>
                  </a:lnTo>
                  <a:lnTo>
                    <a:pt x="529686" y="133804"/>
                  </a:lnTo>
                  <a:lnTo>
                    <a:pt x="532150" y="133467"/>
                  </a:lnTo>
                  <a:lnTo>
                    <a:pt x="534613" y="133112"/>
                  </a:lnTo>
                  <a:lnTo>
                    <a:pt x="537077" y="132747"/>
                  </a:lnTo>
                  <a:lnTo>
                    <a:pt x="539541" y="132372"/>
                  </a:lnTo>
                  <a:lnTo>
                    <a:pt x="542004" y="131976"/>
                  </a:lnTo>
                  <a:lnTo>
                    <a:pt x="544468" y="131570"/>
                  </a:lnTo>
                  <a:lnTo>
                    <a:pt x="546931" y="131153"/>
                  </a:lnTo>
                  <a:lnTo>
                    <a:pt x="549395" y="130714"/>
                  </a:lnTo>
                  <a:lnTo>
                    <a:pt x="551859" y="130263"/>
                  </a:lnTo>
                  <a:lnTo>
                    <a:pt x="554322" y="129800"/>
                  </a:lnTo>
                  <a:lnTo>
                    <a:pt x="556786" y="129315"/>
                  </a:lnTo>
                  <a:lnTo>
                    <a:pt x="559250" y="128816"/>
                  </a:lnTo>
                  <a:lnTo>
                    <a:pt x="561713" y="128306"/>
                  </a:lnTo>
                  <a:lnTo>
                    <a:pt x="564177" y="127771"/>
                  </a:lnTo>
                  <a:lnTo>
                    <a:pt x="566641" y="127223"/>
                  </a:lnTo>
                  <a:lnTo>
                    <a:pt x="569104" y="126662"/>
                  </a:lnTo>
                  <a:lnTo>
                    <a:pt x="571568" y="126076"/>
                  </a:lnTo>
                  <a:lnTo>
                    <a:pt x="574032" y="125476"/>
                  </a:lnTo>
                  <a:lnTo>
                    <a:pt x="576495" y="124862"/>
                  </a:lnTo>
                  <a:lnTo>
                    <a:pt x="578959" y="124224"/>
                  </a:lnTo>
                  <a:lnTo>
                    <a:pt x="581423" y="123570"/>
                  </a:lnTo>
                  <a:lnTo>
                    <a:pt x="583886" y="122902"/>
                  </a:lnTo>
                  <a:lnTo>
                    <a:pt x="586350" y="122210"/>
                  </a:lnTo>
                  <a:lnTo>
                    <a:pt x="588814" y="121501"/>
                  </a:lnTo>
                  <a:lnTo>
                    <a:pt x="591277" y="120779"/>
                  </a:lnTo>
                  <a:lnTo>
                    <a:pt x="593741" y="120033"/>
                  </a:lnTo>
                  <a:lnTo>
                    <a:pt x="596205" y="119269"/>
                  </a:lnTo>
                  <a:lnTo>
                    <a:pt x="598668" y="118492"/>
                  </a:lnTo>
                  <a:lnTo>
                    <a:pt x="601132" y="117692"/>
                  </a:lnTo>
                  <a:lnTo>
                    <a:pt x="603596" y="116874"/>
                  </a:lnTo>
                  <a:lnTo>
                    <a:pt x="606059" y="116042"/>
                  </a:lnTo>
                  <a:lnTo>
                    <a:pt x="608523" y="115189"/>
                  </a:lnTo>
                  <a:lnTo>
                    <a:pt x="610987" y="114318"/>
                  </a:lnTo>
                  <a:lnTo>
                    <a:pt x="613450" y="113434"/>
                  </a:lnTo>
                  <a:lnTo>
                    <a:pt x="615914" y="112529"/>
                  </a:lnTo>
                  <a:lnTo>
                    <a:pt x="618378" y="111606"/>
                  </a:lnTo>
                  <a:lnTo>
                    <a:pt x="620841" y="110671"/>
                  </a:lnTo>
                  <a:lnTo>
                    <a:pt x="623305" y="109717"/>
                  </a:lnTo>
                  <a:lnTo>
                    <a:pt x="625769" y="108746"/>
                  </a:lnTo>
                  <a:lnTo>
                    <a:pt x="628232" y="107762"/>
                  </a:lnTo>
                  <a:lnTo>
                    <a:pt x="630696" y="106762"/>
                  </a:lnTo>
                  <a:lnTo>
                    <a:pt x="633159" y="105744"/>
                  </a:lnTo>
                  <a:lnTo>
                    <a:pt x="635623" y="104716"/>
                  </a:lnTo>
                  <a:lnTo>
                    <a:pt x="638087" y="103672"/>
                  </a:lnTo>
                  <a:lnTo>
                    <a:pt x="640550" y="102612"/>
                  </a:lnTo>
                  <a:lnTo>
                    <a:pt x="643014" y="101542"/>
                  </a:lnTo>
                  <a:lnTo>
                    <a:pt x="645478" y="100458"/>
                  </a:lnTo>
                  <a:lnTo>
                    <a:pt x="647941" y="99359"/>
                  </a:lnTo>
                  <a:lnTo>
                    <a:pt x="650405" y="98251"/>
                  </a:lnTo>
                  <a:lnTo>
                    <a:pt x="652869" y="97131"/>
                  </a:lnTo>
                  <a:lnTo>
                    <a:pt x="655332" y="95998"/>
                  </a:lnTo>
                  <a:lnTo>
                    <a:pt x="657796" y="94856"/>
                  </a:lnTo>
                  <a:lnTo>
                    <a:pt x="660260" y="93704"/>
                  </a:lnTo>
                  <a:lnTo>
                    <a:pt x="662723" y="92540"/>
                  </a:lnTo>
                  <a:lnTo>
                    <a:pt x="665187" y="91368"/>
                  </a:lnTo>
                  <a:lnTo>
                    <a:pt x="667651" y="90188"/>
                  </a:lnTo>
                  <a:lnTo>
                    <a:pt x="670114" y="88997"/>
                  </a:lnTo>
                  <a:lnTo>
                    <a:pt x="672578" y="87800"/>
                  </a:lnTo>
                  <a:lnTo>
                    <a:pt x="675042" y="86596"/>
                  </a:lnTo>
                  <a:lnTo>
                    <a:pt x="677505" y="85382"/>
                  </a:lnTo>
                  <a:lnTo>
                    <a:pt x="679969" y="84164"/>
                  </a:lnTo>
                  <a:lnTo>
                    <a:pt x="682433" y="82939"/>
                  </a:lnTo>
                  <a:lnTo>
                    <a:pt x="684896" y="81707"/>
                  </a:lnTo>
                  <a:lnTo>
                    <a:pt x="687360" y="80470"/>
                  </a:lnTo>
                  <a:lnTo>
                    <a:pt x="689824" y="79229"/>
                  </a:lnTo>
                  <a:lnTo>
                    <a:pt x="692287" y="77981"/>
                  </a:lnTo>
                  <a:lnTo>
                    <a:pt x="694751" y="76730"/>
                  </a:lnTo>
                  <a:lnTo>
                    <a:pt x="697215" y="75476"/>
                  </a:lnTo>
                  <a:lnTo>
                    <a:pt x="699678" y="74217"/>
                  </a:lnTo>
                  <a:lnTo>
                    <a:pt x="702142" y="72955"/>
                  </a:lnTo>
                  <a:lnTo>
                    <a:pt x="704606" y="71691"/>
                  </a:lnTo>
                  <a:lnTo>
                    <a:pt x="707069" y="70424"/>
                  </a:lnTo>
                  <a:lnTo>
                    <a:pt x="709533" y="69155"/>
                  </a:lnTo>
                  <a:lnTo>
                    <a:pt x="711997" y="67885"/>
                  </a:lnTo>
                  <a:lnTo>
                    <a:pt x="714460" y="66613"/>
                  </a:lnTo>
                  <a:lnTo>
                    <a:pt x="716924" y="65340"/>
                  </a:lnTo>
                  <a:lnTo>
                    <a:pt x="719388" y="64066"/>
                  </a:lnTo>
                  <a:lnTo>
                    <a:pt x="721851" y="62792"/>
                  </a:lnTo>
                  <a:lnTo>
                    <a:pt x="724315" y="61519"/>
                  </a:lnTo>
                  <a:lnTo>
                    <a:pt x="726778" y="60245"/>
                  </a:lnTo>
                  <a:lnTo>
                    <a:pt x="729242" y="58973"/>
                  </a:lnTo>
                  <a:lnTo>
                    <a:pt x="731706" y="57702"/>
                  </a:lnTo>
                  <a:lnTo>
                    <a:pt x="734169" y="56432"/>
                  </a:lnTo>
                  <a:lnTo>
                    <a:pt x="736633" y="55164"/>
                  </a:lnTo>
                  <a:lnTo>
                    <a:pt x="739097" y="53899"/>
                  </a:lnTo>
                  <a:lnTo>
                    <a:pt x="741560" y="52636"/>
                  </a:lnTo>
                  <a:lnTo>
                    <a:pt x="744024" y="51377"/>
                  </a:lnTo>
                  <a:lnTo>
                    <a:pt x="746488" y="50121"/>
                  </a:lnTo>
                  <a:lnTo>
                    <a:pt x="748951" y="48869"/>
                  </a:lnTo>
                  <a:lnTo>
                    <a:pt x="751415" y="47621"/>
                  </a:lnTo>
                  <a:lnTo>
                    <a:pt x="753879" y="46379"/>
                  </a:lnTo>
                  <a:lnTo>
                    <a:pt x="756342" y="45140"/>
                  </a:lnTo>
                  <a:lnTo>
                    <a:pt x="758806" y="43909"/>
                  </a:lnTo>
                  <a:lnTo>
                    <a:pt x="761270" y="42684"/>
                  </a:lnTo>
                  <a:lnTo>
                    <a:pt x="763733" y="41463"/>
                  </a:lnTo>
                  <a:lnTo>
                    <a:pt x="766197" y="40251"/>
                  </a:lnTo>
                  <a:lnTo>
                    <a:pt x="768661" y="39048"/>
                  </a:lnTo>
                  <a:lnTo>
                    <a:pt x="771124" y="37850"/>
                  </a:lnTo>
                  <a:lnTo>
                    <a:pt x="773588" y="36662"/>
                  </a:lnTo>
                  <a:lnTo>
                    <a:pt x="776052" y="35484"/>
                  </a:lnTo>
                  <a:lnTo>
                    <a:pt x="778515" y="34313"/>
                  </a:lnTo>
                  <a:lnTo>
                    <a:pt x="780979" y="33154"/>
                  </a:lnTo>
                  <a:lnTo>
                    <a:pt x="783443" y="32006"/>
                  </a:lnTo>
                  <a:lnTo>
                    <a:pt x="785906" y="30867"/>
                  </a:lnTo>
                  <a:lnTo>
                    <a:pt x="788370" y="29740"/>
                  </a:lnTo>
                  <a:lnTo>
                    <a:pt x="790834" y="28628"/>
                  </a:lnTo>
                  <a:lnTo>
                    <a:pt x="793297" y="27526"/>
                  </a:lnTo>
                  <a:lnTo>
                    <a:pt x="795761" y="26437"/>
                  </a:lnTo>
                  <a:lnTo>
                    <a:pt x="798225" y="25365"/>
                  </a:lnTo>
                  <a:lnTo>
                    <a:pt x="800688" y="24304"/>
                  </a:lnTo>
                  <a:lnTo>
                    <a:pt x="803152" y="23258"/>
                  </a:lnTo>
                  <a:lnTo>
                    <a:pt x="805616" y="22231"/>
                  </a:lnTo>
                  <a:lnTo>
                    <a:pt x="808079" y="21217"/>
                  </a:lnTo>
                  <a:lnTo>
                    <a:pt x="810543" y="20218"/>
                  </a:lnTo>
                  <a:lnTo>
                    <a:pt x="813006" y="19242"/>
                  </a:lnTo>
                  <a:lnTo>
                    <a:pt x="815470" y="18279"/>
                  </a:lnTo>
                  <a:lnTo>
                    <a:pt x="817934" y="17334"/>
                  </a:lnTo>
                  <a:lnTo>
                    <a:pt x="820397" y="16413"/>
                  </a:lnTo>
                  <a:lnTo>
                    <a:pt x="822861" y="15507"/>
                  </a:lnTo>
                  <a:lnTo>
                    <a:pt x="825325" y="14619"/>
                  </a:lnTo>
                  <a:lnTo>
                    <a:pt x="827788" y="13759"/>
                  </a:lnTo>
                  <a:lnTo>
                    <a:pt x="830252" y="12916"/>
                  </a:lnTo>
                  <a:lnTo>
                    <a:pt x="832716" y="12090"/>
                  </a:lnTo>
                  <a:lnTo>
                    <a:pt x="835179" y="11296"/>
                  </a:lnTo>
                  <a:lnTo>
                    <a:pt x="837643" y="10519"/>
                  </a:lnTo>
                  <a:lnTo>
                    <a:pt x="840107" y="9762"/>
                  </a:lnTo>
                  <a:lnTo>
                    <a:pt x="842570" y="9038"/>
                  </a:lnTo>
                  <a:lnTo>
                    <a:pt x="845034" y="8334"/>
                  </a:lnTo>
                  <a:lnTo>
                    <a:pt x="847498" y="7648"/>
                  </a:lnTo>
                  <a:lnTo>
                    <a:pt x="849961" y="7001"/>
                  </a:lnTo>
                  <a:lnTo>
                    <a:pt x="852425" y="6373"/>
                  </a:lnTo>
                  <a:lnTo>
                    <a:pt x="854889" y="5766"/>
                  </a:lnTo>
                  <a:lnTo>
                    <a:pt x="857352" y="5197"/>
                  </a:lnTo>
                  <a:lnTo>
                    <a:pt x="859816" y="4651"/>
                  </a:lnTo>
                  <a:lnTo>
                    <a:pt x="862280" y="4127"/>
                  </a:lnTo>
                  <a:lnTo>
                    <a:pt x="864743" y="3642"/>
                  </a:lnTo>
                  <a:lnTo>
                    <a:pt x="867207" y="3182"/>
                  </a:lnTo>
                  <a:lnTo>
                    <a:pt x="869671" y="2744"/>
                  </a:lnTo>
                  <a:lnTo>
                    <a:pt x="872134" y="2348"/>
                  </a:lnTo>
                  <a:lnTo>
                    <a:pt x="874598" y="1978"/>
                  </a:lnTo>
                  <a:lnTo>
                    <a:pt x="877062" y="1631"/>
                  </a:lnTo>
                  <a:lnTo>
                    <a:pt x="879525" y="1326"/>
                  </a:lnTo>
                  <a:lnTo>
                    <a:pt x="881989" y="1050"/>
                  </a:lnTo>
                  <a:lnTo>
                    <a:pt x="884453" y="798"/>
                  </a:lnTo>
                  <a:lnTo>
                    <a:pt x="886916" y="588"/>
                  </a:lnTo>
                  <a:lnTo>
                    <a:pt x="889380" y="409"/>
                  </a:lnTo>
                  <a:lnTo>
                    <a:pt x="891844" y="255"/>
                  </a:lnTo>
                  <a:lnTo>
                    <a:pt x="894307" y="143"/>
                  </a:lnTo>
                  <a:lnTo>
                    <a:pt x="896771" y="64"/>
                  </a:lnTo>
                  <a:lnTo>
                    <a:pt x="899235" y="11"/>
                  </a:lnTo>
                  <a:lnTo>
                    <a:pt x="901698" y="0"/>
                  </a:lnTo>
                  <a:lnTo>
                    <a:pt x="904162" y="23"/>
                  </a:lnTo>
                  <a:lnTo>
                    <a:pt x="906625" y="72"/>
                  </a:lnTo>
                  <a:lnTo>
                    <a:pt x="909089" y="162"/>
                  </a:lnTo>
                  <a:lnTo>
                    <a:pt x="911553" y="289"/>
                  </a:lnTo>
                  <a:lnTo>
                    <a:pt x="914016" y="442"/>
                  </a:lnTo>
                  <a:lnTo>
                    <a:pt x="916480" y="636"/>
                  </a:lnTo>
                  <a:lnTo>
                    <a:pt x="918944" y="867"/>
                  </a:lnTo>
                  <a:lnTo>
                    <a:pt x="921407" y="1124"/>
                  </a:lnTo>
                  <a:lnTo>
                    <a:pt x="923871" y="1421"/>
                  </a:lnTo>
                  <a:lnTo>
                    <a:pt x="926335" y="1756"/>
                  </a:lnTo>
                  <a:lnTo>
                    <a:pt x="928798" y="2117"/>
                  </a:lnTo>
                  <a:lnTo>
                    <a:pt x="931262" y="2516"/>
                  </a:lnTo>
                  <a:lnTo>
                    <a:pt x="933726" y="2955"/>
                  </a:lnTo>
                  <a:lnTo>
                    <a:pt x="936189" y="3419"/>
                  </a:lnTo>
                  <a:lnTo>
                    <a:pt x="938653" y="3919"/>
                  </a:lnTo>
                  <a:lnTo>
                    <a:pt x="941117" y="4458"/>
                  </a:lnTo>
                  <a:lnTo>
                    <a:pt x="943580" y="5023"/>
                  </a:lnTo>
                  <a:lnTo>
                    <a:pt x="946044" y="5621"/>
                  </a:lnTo>
                  <a:lnTo>
                    <a:pt x="948508" y="6259"/>
                  </a:lnTo>
                  <a:lnTo>
                    <a:pt x="950971" y="6921"/>
                  </a:lnTo>
                  <a:lnTo>
                    <a:pt x="953435" y="7614"/>
                  </a:lnTo>
                  <a:lnTo>
                    <a:pt x="955899" y="8347"/>
                  </a:lnTo>
                  <a:lnTo>
                    <a:pt x="958362" y="9102"/>
                  </a:lnTo>
                  <a:lnTo>
                    <a:pt x="960826" y="9886"/>
                  </a:lnTo>
                  <a:lnTo>
                    <a:pt x="963290" y="10709"/>
                  </a:lnTo>
                  <a:lnTo>
                    <a:pt x="965753" y="11553"/>
                  </a:lnTo>
                  <a:lnTo>
                    <a:pt x="968217" y="12422"/>
                  </a:lnTo>
                  <a:lnTo>
                    <a:pt x="970681" y="13329"/>
                  </a:lnTo>
                  <a:lnTo>
                    <a:pt x="973144" y="14256"/>
                  </a:lnTo>
                  <a:lnTo>
                    <a:pt x="975608" y="15206"/>
                  </a:lnTo>
                  <a:lnTo>
                    <a:pt x="978072" y="16191"/>
                  </a:lnTo>
                  <a:lnTo>
                    <a:pt x="980535" y="17194"/>
                  </a:lnTo>
                  <a:lnTo>
                    <a:pt x="982999" y="18218"/>
                  </a:lnTo>
                  <a:lnTo>
                    <a:pt x="985463" y="19274"/>
                  </a:lnTo>
                  <a:lnTo>
                    <a:pt x="987926" y="20347"/>
                  </a:lnTo>
                  <a:lnTo>
                    <a:pt x="990390" y="21438"/>
                  </a:lnTo>
                  <a:lnTo>
                    <a:pt x="992853" y="22559"/>
                  </a:lnTo>
                  <a:lnTo>
                    <a:pt x="995317" y="23694"/>
                  </a:lnTo>
                  <a:lnTo>
                    <a:pt x="997781" y="24845"/>
                  </a:lnTo>
                  <a:lnTo>
                    <a:pt x="1000244" y="26022"/>
                  </a:lnTo>
                  <a:lnTo>
                    <a:pt x="1002708" y="27213"/>
                  </a:lnTo>
                  <a:lnTo>
                    <a:pt x="1005172" y="28416"/>
                  </a:lnTo>
                  <a:lnTo>
                    <a:pt x="1007635" y="29642"/>
                  </a:lnTo>
                  <a:lnTo>
                    <a:pt x="1010099" y="30879"/>
                  </a:lnTo>
                  <a:lnTo>
                    <a:pt x="1012563" y="32128"/>
                  </a:lnTo>
                  <a:lnTo>
                    <a:pt x="1015026" y="33394"/>
                  </a:lnTo>
                  <a:lnTo>
                    <a:pt x="1017490" y="34671"/>
                  </a:lnTo>
                  <a:lnTo>
                    <a:pt x="1019954" y="35956"/>
                  </a:lnTo>
                  <a:lnTo>
                    <a:pt x="1022417" y="37256"/>
                  </a:lnTo>
                  <a:lnTo>
                    <a:pt x="1024881" y="38563"/>
                  </a:lnTo>
                  <a:lnTo>
                    <a:pt x="1027345" y="39878"/>
                  </a:lnTo>
                  <a:lnTo>
                    <a:pt x="1029808" y="41203"/>
                  </a:lnTo>
                  <a:lnTo>
                    <a:pt x="1032272" y="42534"/>
                  </a:lnTo>
                  <a:lnTo>
                    <a:pt x="1034736" y="43869"/>
                  </a:lnTo>
                  <a:lnTo>
                    <a:pt x="1037199" y="45212"/>
                  </a:lnTo>
                  <a:lnTo>
                    <a:pt x="1039663" y="46559"/>
                  </a:lnTo>
                  <a:lnTo>
                    <a:pt x="1042127" y="47909"/>
                  </a:lnTo>
                  <a:lnTo>
                    <a:pt x="1044590" y="49262"/>
                  </a:lnTo>
                  <a:lnTo>
                    <a:pt x="1047054" y="50617"/>
                  </a:lnTo>
                  <a:lnTo>
                    <a:pt x="1049518" y="51973"/>
                  </a:lnTo>
                  <a:lnTo>
                    <a:pt x="1051981" y="53330"/>
                  </a:lnTo>
                  <a:lnTo>
                    <a:pt x="1054445" y="54687"/>
                  </a:lnTo>
                  <a:lnTo>
                    <a:pt x="1056909" y="56043"/>
                  </a:lnTo>
                  <a:lnTo>
                    <a:pt x="1059372" y="57397"/>
                  </a:lnTo>
                  <a:lnTo>
                    <a:pt x="1061836" y="58748"/>
                  </a:lnTo>
                  <a:lnTo>
                    <a:pt x="1064300" y="60098"/>
                  </a:lnTo>
                  <a:lnTo>
                    <a:pt x="1066763" y="61443"/>
                  </a:lnTo>
                  <a:lnTo>
                    <a:pt x="1069227" y="62783"/>
                  </a:lnTo>
                  <a:lnTo>
                    <a:pt x="1071691" y="64119"/>
                  </a:lnTo>
                  <a:lnTo>
                    <a:pt x="1074154" y="65450"/>
                  </a:lnTo>
                  <a:lnTo>
                    <a:pt x="1076618" y="66773"/>
                  </a:lnTo>
                  <a:lnTo>
                    <a:pt x="1079082" y="68091"/>
                  </a:lnTo>
                  <a:lnTo>
                    <a:pt x="1081545" y="69402"/>
                  </a:lnTo>
                  <a:lnTo>
                    <a:pt x="1084009" y="70703"/>
                  </a:lnTo>
                  <a:lnTo>
                    <a:pt x="1086472" y="71999"/>
                  </a:lnTo>
                  <a:lnTo>
                    <a:pt x="1088936" y="73285"/>
                  </a:lnTo>
                  <a:lnTo>
                    <a:pt x="1091400" y="74560"/>
                  </a:lnTo>
                  <a:lnTo>
                    <a:pt x="1093863" y="75828"/>
                  </a:lnTo>
                  <a:lnTo>
                    <a:pt x="1096327" y="77086"/>
                  </a:lnTo>
                  <a:lnTo>
                    <a:pt x="1098791" y="78331"/>
                  </a:lnTo>
                  <a:lnTo>
                    <a:pt x="1101254" y="79568"/>
                  </a:lnTo>
                  <a:lnTo>
                    <a:pt x="1103718" y="80794"/>
                  </a:lnTo>
                  <a:lnTo>
                    <a:pt x="1106182" y="82006"/>
                  </a:lnTo>
                  <a:lnTo>
                    <a:pt x="1108645" y="83209"/>
                  </a:lnTo>
                  <a:lnTo>
                    <a:pt x="1111109" y="84401"/>
                  </a:lnTo>
                  <a:lnTo>
                    <a:pt x="1113573" y="85577"/>
                  </a:lnTo>
                  <a:lnTo>
                    <a:pt x="1116036" y="86744"/>
                  </a:lnTo>
                  <a:lnTo>
                    <a:pt x="1118500" y="87900"/>
                  </a:lnTo>
                  <a:lnTo>
                    <a:pt x="1120964" y="89039"/>
                  </a:lnTo>
                  <a:lnTo>
                    <a:pt x="1123427" y="90168"/>
                  </a:lnTo>
                  <a:lnTo>
                    <a:pt x="1125891" y="91286"/>
                  </a:lnTo>
                  <a:lnTo>
                    <a:pt x="1128355" y="92386"/>
                  </a:lnTo>
                  <a:lnTo>
                    <a:pt x="1130818" y="93476"/>
                  </a:lnTo>
                  <a:lnTo>
                    <a:pt x="1133282" y="94555"/>
                  </a:lnTo>
                  <a:lnTo>
                    <a:pt x="1135746" y="95616"/>
                  </a:lnTo>
                  <a:lnTo>
                    <a:pt x="1138209" y="96667"/>
                  </a:lnTo>
                  <a:lnTo>
                    <a:pt x="1140673" y="97708"/>
                  </a:lnTo>
                  <a:lnTo>
                    <a:pt x="1143137" y="98730"/>
                  </a:lnTo>
                  <a:lnTo>
                    <a:pt x="1145600" y="99741"/>
                  </a:lnTo>
                  <a:lnTo>
                    <a:pt x="1148064" y="100743"/>
                  </a:lnTo>
                  <a:lnTo>
                    <a:pt x="1150528" y="101727"/>
                  </a:lnTo>
                  <a:lnTo>
                    <a:pt x="1152991" y="102700"/>
                  </a:lnTo>
                  <a:lnTo>
                    <a:pt x="1155455" y="103664"/>
                  </a:lnTo>
                  <a:lnTo>
                    <a:pt x="1157919" y="104610"/>
                  </a:lnTo>
                  <a:lnTo>
                    <a:pt x="1160382" y="105546"/>
                  </a:lnTo>
                  <a:lnTo>
                    <a:pt x="1162846" y="106473"/>
                  </a:lnTo>
                  <a:lnTo>
                    <a:pt x="1165310" y="107383"/>
                  </a:lnTo>
                  <a:lnTo>
                    <a:pt x="1167773" y="108283"/>
                  </a:lnTo>
                  <a:lnTo>
                    <a:pt x="1170237" y="109175"/>
                  </a:lnTo>
                  <a:lnTo>
                    <a:pt x="1172701" y="110050"/>
                  </a:lnTo>
                  <a:lnTo>
                    <a:pt x="1175164" y="110916"/>
                  </a:lnTo>
                  <a:lnTo>
                    <a:pt x="1177628" y="111773"/>
                  </a:lnTo>
                  <a:lnTo>
                    <a:pt x="1180091" y="112616"/>
                  </a:lnTo>
                  <a:lnTo>
                    <a:pt x="1182555" y="113449"/>
                  </a:lnTo>
                  <a:lnTo>
                    <a:pt x="1185019" y="114274"/>
                  </a:lnTo>
                  <a:lnTo>
                    <a:pt x="1187482" y="115085"/>
                  </a:lnTo>
                  <a:lnTo>
                    <a:pt x="1189946" y="115887"/>
                  </a:lnTo>
                  <a:lnTo>
                    <a:pt x="1192410" y="116681"/>
                  </a:lnTo>
                  <a:lnTo>
                    <a:pt x="1194873" y="117463"/>
                  </a:lnTo>
                  <a:lnTo>
                    <a:pt x="1197337" y="118236"/>
                  </a:lnTo>
                  <a:lnTo>
                    <a:pt x="1199801" y="119000"/>
                  </a:lnTo>
                  <a:lnTo>
                    <a:pt x="1202264" y="119754"/>
                  </a:lnTo>
                  <a:lnTo>
                    <a:pt x="1204728" y="120498"/>
                  </a:lnTo>
                  <a:lnTo>
                    <a:pt x="1207192" y="121235"/>
                  </a:lnTo>
                  <a:lnTo>
                    <a:pt x="1209655" y="121962"/>
                  </a:lnTo>
                  <a:lnTo>
                    <a:pt x="1212119" y="122679"/>
                  </a:lnTo>
                  <a:lnTo>
                    <a:pt x="1214583" y="123389"/>
                  </a:lnTo>
                  <a:lnTo>
                    <a:pt x="1217046" y="124090"/>
                  </a:lnTo>
                  <a:lnTo>
                    <a:pt x="1219510" y="124781"/>
                  </a:lnTo>
                  <a:lnTo>
                    <a:pt x="1221974" y="125465"/>
                  </a:lnTo>
                  <a:lnTo>
                    <a:pt x="1224437" y="126140"/>
                  </a:lnTo>
                  <a:lnTo>
                    <a:pt x="1226901" y="126806"/>
                  </a:lnTo>
                  <a:lnTo>
                    <a:pt x="1229365" y="127464"/>
                  </a:lnTo>
                  <a:lnTo>
                    <a:pt x="1231828" y="128114"/>
                  </a:lnTo>
                  <a:lnTo>
                    <a:pt x="1234292" y="128754"/>
                  </a:lnTo>
                  <a:lnTo>
                    <a:pt x="1236756" y="129387"/>
                  </a:lnTo>
                  <a:lnTo>
                    <a:pt x="1239219" y="130012"/>
                  </a:lnTo>
                  <a:lnTo>
                    <a:pt x="1241683" y="130627"/>
                  </a:lnTo>
                  <a:lnTo>
                    <a:pt x="1244147" y="131234"/>
                  </a:lnTo>
                  <a:lnTo>
                    <a:pt x="1246610" y="131834"/>
                  </a:lnTo>
                  <a:lnTo>
                    <a:pt x="1249074" y="132422"/>
                  </a:lnTo>
                  <a:lnTo>
                    <a:pt x="1251538" y="133004"/>
                  </a:lnTo>
                  <a:lnTo>
                    <a:pt x="1254001" y="133577"/>
                  </a:lnTo>
                  <a:lnTo>
                    <a:pt x="1256465" y="134139"/>
                  </a:lnTo>
                  <a:lnTo>
                    <a:pt x="1258929" y="134694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8466670" y="4199246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852961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8844349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9159081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9473813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9788546" y="419924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tx286"/>
            <p:cNvSpPr/>
            <p:nvPr/>
          </p:nvSpPr>
          <p:spPr>
            <a:xfrm>
              <a:off x="8451936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8766668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9081400" y="4260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9396132" y="4261549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9679787" y="426018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9116414" y="4410971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92" name="rc292"/>
            <p:cNvSpPr/>
            <p:nvPr/>
          </p:nvSpPr>
          <p:spPr>
            <a:xfrm>
              <a:off x="777081" y="4609135"/>
              <a:ext cx="1523999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846670" y="490641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909616" y="5553727"/>
              <a:ext cx="1258929" cy="600170"/>
            </a:xfrm>
            <a:custGeom>
              <a:avLst/>
              <a:pathLst>
                <a:path w="1258929" h="600170">
                  <a:moveTo>
                    <a:pt x="0" y="583470"/>
                  </a:moveTo>
                  <a:lnTo>
                    <a:pt x="2463" y="581632"/>
                  </a:lnTo>
                  <a:lnTo>
                    <a:pt x="4927" y="579622"/>
                  </a:lnTo>
                  <a:lnTo>
                    <a:pt x="7390" y="577459"/>
                  </a:lnTo>
                  <a:lnTo>
                    <a:pt x="9854" y="575136"/>
                  </a:lnTo>
                  <a:lnTo>
                    <a:pt x="12318" y="572549"/>
                  </a:lnTo>
                  <a:lnTo>
                    <a:pt x="14781" y="569771"/>
                  </a:lnTo>
                  <a:lnTo>
                    <a:pt x="17245" y="566801"/>
                  </a:lnTo>
                  <a:lnTo>
                    <a:pt x="19709" y="563610"/>
                  </a:lnTo>
                  <a:lnTo>
                    <a:pt x="22172" y="560109"/>
                  </a:lnTo>
                  <a:lnTo>
                    <a:pt x="24636" y="556383"/>
                  </a:lnTo>
                  <a:lnTo>
                    <a:pt x="27100" y="552427"/>
                  </a:lnTo>
                  <a:lnTo>
                    <a:pt x="29563" y="548173"/>
                  </a:lnTo>
                  <a:lnTo>
                    <a:pt x="32027" y="543588"/>
                  </a:lnTo>
                  <a:lnTo>
                    <a:pt x="34491" y="538742"/>
                  </a:lnTo>
                  <a:lnTo>
                    <a:pt x="36954" y="533631"/>
                  </a:lnTo>
                  <a:lnTo>
                    <a:pt x="39418" y="528141"/>
                  </a:lnTo>
                  <a:lnTo>
                    <a:pt x="41882" y="522317"/>
                  </a:lnTo>
                  <a:lnTo>
                    <a:pt x="44345" y="516205"/>
                  </a:lnTo>
                  <a:lnTo>
                    <a:pt x="46809" y="509803"/>
                  </a:lnTo>
                  <a:lnTo>
                    <a:pt x="49273" y="502946"/>
                  </a:lnTo>
                  <a:lnTo>
                    <a:pt x="51736" y="495775"/>
                  </a:lnTo>
                  <a:lnTo>
                    <a:pt x="54200" y="488302"/>
                  </a:lnTo>
                  <a:lnTo>
                    <a:pt x="56664" y="480494"/>
                  </a:lnTo>
                  <a:lnTo>
                    <a:pt x="59127" y="472240"/>
                  </a:lnTo>
                  <a:lnTo>
                    <a:pt x="61591" y="463684"/>
                  </a:lnTo>
                  <a:lnTo>
                    <a:pt x="64055" y="454828"/>
                  </a:lnTo>
                  <a:lnTo>
                    <a:pt x="66518" y="445603"/>
                  </a:lnTo>
                  <a:lnTo>
                    <a:pt x="68982" y="435995"/>
                  </a:lnTo>
                  <a:lnTo>
                    <a:pt x="71446" y="426106"/>
                  </a:lnTo>
                  <a:lnTo>
                    <a:pt x="73909" y="415940"/>
                  </a:lnTo>
                  <a:lnTo>
                    <a:pt x="76373" y="405408"/>
                  </a:lnTo>
                  <a:lnTo>
                    <a:pt x="78837" y="394580"/>
                  </a:lnTo>
                  <a:lnTo>
                    <a:pt x="81300" y="383514"/>
                  </a:lnTo>
                  <a:lnTo>
                    <a:pt x="83764" y="372220"/>
                  </a:lnTo>
                  <a:lnTo>
                    <a:pt x="86228" y="360609"/>
                  </a:lnTo>
                  <a:lnTo>
                    <a:pt x="88691" y="348805"/>
                  </a:lnTo>
                  <a:lnTo>
                    <a:pt x="91155" y="336831"/>
                  </a:lnTo>
                  <a:lnTo>
                    <a:pt x="93618" y="324686"/>
                  </a:lnTo>
                  <a:lnTo>
                    <a:pt x="96082" y="312354"/>
                  </a:lnTo>
                  <a:lnTo>
                    <a:pt x="98546" y="299924"/>
                  </a:lnTo>
                  <a:lnTo>
                    <a:pt x="101009" y="287410"/>
                  </a:lnTo>
                  <a:lnTo>
                    <a:pt x="103473" y="274820"/>
                  </a:lnTo>
                  <a:lnTo>
                    <a:pt x="105937" y="262194"/>
                  </a:lnTo>
                  <a:lnTo>
                    <a:pt x="108400" y="249570"/>
                  </a:lnTo>
                  <a:lnTo>
                    <a:pt x="110864" y="236963"/>
                  </a:lnTo>
                  <a:lnTo>
                    <a:pt x="113328" y="224421"/>
                  </a:lnTo>
                  <a:lnTo>
                    <a:pt x="115791" y="211979"/>
                  </a:lnTo>
                  <a:lnTo>
                    <a:pt x="118255" y="199646"/>
                  </a:lnTo>
                  <a:lnTo>
                    <a:pt x="120719" y="187438"/>
                  </a:lnTo>
                  <a:lnTo>
                    <a:pt x="123182" y="175471"/>
                  </a:lnTo>
                  <a:lnTo>
                    <a:pt x="125646" y="163711"/>
                  </a:lnTo>
                  <a:lnTo>
                    <a:pt x="128110" y="152165"/>
                  </a:lnTo>
                  <a:lnTo>
                    <a:pt x="130573" y="140870"/>
                  </a:lnTo>
                  <a:lnTo>
                    <a:pt x="133037" y="129969"/>
                  </a:lnTo>
                  <a:lnTo>
                    <a:pt x="135501" y="119361"/>
                  </a:lnTo>
                  <a:lnTo>
                    <a:pt x="137964" y="109061"/>
                  </a:lnTo>
                  <a:lnTo>
                    <a:pt x="140428" y="99161"/>
                  </a:lnTo>
                  <a:lnTo>
                    <a:pt x="142892" y="89734"/>
                  </a:lnTo>
                  <a:lnTo>
                    <a:pt x="145355" y="80678"/>
                  </a:lnTo>
                  <a:lnTo>
                    <a:pt x="147819" y="72002"/>
                  </a:lnTo>
                  <a:lnTo>
                    <a:pt x="150283" y="63870"/>
                  </a:lnTo>
                  <a:lnTo>
                    <a:pt x="152746" y="56232"/>
                  </a:lnTo>
                  <a:lnTo>
                    <a:pt x="155210" y="49016"/>
                  </a:lnTo>
                  <a:lnTo>
                    <a:pt x="157674" y="42226"/>
                  </a:lnTo>
                  <a:lnTo>
                    <a:pt x="160137" y="36093"/>
                  </a:lnTo>
                  <a:lnTo>
                    <a:pt x="162601" y="30427"/>
                  </a:lnTo>
                  <a:lnTo>
                    <a:pt x="165065" y="25200"/>
                  </a:lnTo>
                  <a:lnTo>
                    <a:pt x="167528" y="20452"/>
                  </a:lnTo>
                  <a:lnTo>
                    <a:pt x="169992" y="16356"/>
                  </a:lnTo>
                  <a:lnTo>
                    <a:pt x="172456" y="12693"/>
                  </a:lnTo>
                  <a:lnTo>
                    <a:pt x="174919" y="9459"/>
                  </a:lnTo>
                  <a:lnTo>
                    <a:pt x="177383" y="6742"/>
                  </a:lnTo>
                  <a:lnTo>
                    <a:pt x="179847" y="4576"/>
                  </a:lnTo>
                  <a:lnTo>
                    <a:pt x="182310" y="2806"/>
                  </a:lnTo>
                  <a:lnTo>
                    <a:pt x="184774" y="1426"/>
                  </a:lnTo>
                  <a:lnTo>
                    <a:pt x="187237" y="555"/>
                  </a:lnTo>
                  <a:lnTo>
                    <a:pt x="189701" y="109"/>
                  </a:lnTo>
                  <a:lnTo>
                    <a:pt x="192165" y="0"/>
                  </a:lnTo>
                  <a:lnTo>
                    <a:pt x="194628" y="217"/>
                  </a:lnTo>
                  <a:lnTo>
                    <a:pt x="197092" y="891"/>
                  </a:lnTo>
                  <a:lnTo>
                    <a:pt x="199556" y="1861"/>
                  </a:lnTo>
                  <a:lnTo>
                    <a:pt x="202019" y="3093"/>
                  </a:lnTo>
                  <a:lnTo>
                    <a:pt x="204483" y="4594"/>
                  </a:lnTo>
                  <a:lnTo>
                    <a:pt x="206947" y="6426"/>
                  </a:lnTo>
                  <a:lnTo>
                    <a:pt x="209410" y="8455"/>
                  </a:lnTo>
                  <a:lnTo>
                    <a:pt x="211874" y="10669"/>
                  </a:lnTo>
                  <a:lnTo>
                    <a:pt x="214338" y="13086"/>
                  </a:lnTo>
                  <a:lnTo>
                    <a:pt x="216801" y="15695"/>
                  </a:lnTo>
                  <a:lnTo>
                    <a:pt x="219265" y="18426"/>
                  </a:lnTo>
                  <a:lnTo>
                    <a:pt x="221729" y="21268"/>
                  </a:lnTo>
                  <a:lnTo>
                    <a:pt x="224192" y="24236"/>
                  </a:lnTo>
                  <a:lnTo>
                    <a:pt x="226656" y="27291"/>
                  </a:lnTo>
                  <a:lnTo>
                    <a:pt x="229120" y="30406"/>
                  </a:lnTo>
                  <a:lnTo>
                    <a:pt x="231583" y="33572"/>
                  </a:lnTo>
                  <a:lnTo>
                    <a:pt x="234047" y="36791"/>
                  </a:lnTo>
                  <a:lnTo>
                    <a:pt x="236511" y="40032"/>
                  </a:lnTo>
                  <a:lnTo>
                    <a:pt x="238974" y="43288"/>
                  </a:lnTo>
                  <a:lnTo>
                    <a:pt x="241438" y="46553"/>
                  </a:lnTo>
                  <a:lnTo>
                    <a:pt x="243902" y="49817"/>
                  </a:lnTo>
                  <a:lnTo>
                    <a:pt x="246365" y="53073"/>
                  </a:lnTo>
                  <a:lnTo>
                    <a:pt x="248829" y="56320"/>
                  </a:lnTo>
                  <a:lnTo>
                    <a:pt x="251293" y="59550"/>
                  </a:lnTo>
                  <a:lnTo>
                    <a:pt x="253756" y="62760"/>
                  </a:lnTo>
                  <a:lnTo>
                    <a:pt x="256220" y="65955"/>
                  </a:lnTo>
                  <a:lnTo>
                    <a:pt x="258684" y="69134"/>
                  </a:lnTo>
                  <a:lnTo>
                    <a:pt x="261147" y="72293"/>
                  </a:lnTo>
                  <a:lnTo>
                    <a:pt x="263611" y="75439"/>
                  </a:lnTo>
                  <a:lnTo>
                    <a:pt x="266075" y="78577"/>
                  </a:lnTo>
                  <a:lnTo>
                    <a:pt x="268538" y="81709"/>
                  </a:lnTo>
                  <a:lnTo>
                    <a:pt x="271002" y="84840"/>
                  </a:lnTo>
                  <a:lnTo>
                    <a:pt x="273465" y="87977"/>
                  </a:lnTo>
                  <a:lnTo>
                    <a:pt x="275929" y="91123"/>
                  </a:lnTo>
                  <a:lnTo>
                    <a:pt x="278393" y="94282"/>
                  </a:lnTo>
                  <a:lnTo>
                    <a:pt x="280856" y="97472"/>
                  </a:lnTo>
                  <a:lnTo>
                    <a:pt x="283320" y="100689"/>
                  </a:lnTo>
                  <a:lnTo>
                    <a:pt x="285784" y="103936"/>
                  </a:lnTo>
                  <a:lnTo>
                    <a:pt x="288247" y="107225"/>
                  </a:lnTo>
                  <a:lnTo>
                    <a:pt x="290711" y="110571"/>
                  </a:lnTo>
                  <a:lnTo>
                    <a:pt x="293175" y="113964"/>
                  </a:lnTo>
                  <a:lnTo>
                    <a:pt x="295638" y="117407"/>
                  </a:lnTo>
                  <a:lnTo>
                    <a:pt x="298102" y="120921"/>
                  </a:lnTo>
                  <a:lnTo>
                    <a:pt x="300566" y="124508"/>
                  </a:lnTo>
                  <a:lnTo>
                    <a:pt x="303029" y="128156"/>
                  </a:lnTo>
                  <a:lnTo>
                    <a:pt x="305493" y="131866"/>
                  </a:lnTo>
                  <a:lnTo>
                    <a:pt x="307957" y="135674"/>
                  </a:lnTo>
                  <a:lnTo>
                    <a:pt x="310420" y="139556"/>
                  </a:lnTo>
                  <a:lnTo>
                    <a:pt x="312884" y="143506"/>
                  </a:lnTo>
                  <a:lnTo>
                    <a:pt x="315348" y="147529"/>
                  </a:lnTo>
                  <a:lnTo>
                    <a:pt x="317811" y="151657"/>
                  </a:lnTo>
                  <a:lnTo>
                    <a:pt x="320275" y="155855"/>
                  </a:lnTo>
                  <a:lnTo>
                    <a:pt x="322739" y="160122"/>
                  </a:lnTo>
                  <a:lnTo>
                    <a:pt x="325202" y="164470"/>
                  </a:lnTo>
                  <a:lnTo>
                    <a:pt x="327666" y="168911"/>
                  </a:lnTo>
                  <a:lnTo>
                    <a:pt x="330130" y="173417"/>
                  </a:lnTo>
                  <a:lnTo>
                    <a:pt x="332593" y="177988"/>
                  </a:lnTo>
                  <a:lnTo>
                    <a:pt x="335057" y="182643"/>
                  </a:lnTo>
                  <a:lnTo>
                    <a:pt x="337521" y="187372"/>
                  </a:lnTo>
                  <a:lnTo>
                    <a:pt x="339984" y="192161"/>
                  </a:lnTo>
                  <a:lnTo>
                    <a:pt x="342448" y="197007"/>
                  </a:lnTo>
                  <a:lnTo>
                    <a:pt x="344912" y="201936"/>
                  </a:lnTo>
                  <a:lnTo>
                    <a:pt x="347375" y="206923"/>
                  </a:lnTo>
                  <a:lnTo>
                    <a:pt x="349839" y="211963"/>
                  </a:lnTo>
                  <a:lnTo>
                    <a:pt x="352303" y="217056"/>
                  </a:lnTo>
                  <a:lnTo>
                    <a:pt x="354766" y="222225"/>
                  </a:lnTo>
                  <a:lnTo>
                    <a:pt x="357230" y="227441"/>
                  </a:lnTo>
                  <a:lnTo>
                    <a:pt x="359694" y="232705"/>
                  </a:lnTo>
                  <a:lnTo>
                    <a:pt x="362157" y="238024"/>
                  </a:lnTo>
                  <a:lnTo>
                    <a:pt x="364621" y="243405"/>
                  </a:lnTo>
                  <a:lnTo>
                    <a:pt x="367084" y="248831"/>
                  </a:lnTo>
                  <a:lnTo>
                    <a:pt x="369548" y="254301"/>
                  </a:lnTo>
                  <a:lnTo>
                    <a:pt x="372012" y="259828"/>
                  </a:lnTo>
                  <a:lnTo>
                    <a:pt x="374475" y="265409"/>
                  </a:lnTo>
                  <a:lnTo>
                    <a:pt x="376939" y="271031"/>
                  </a:lnTo>
                  <a:lnTo>
                    <a:pt x="379403" y="276695"/>
                  </a:lnTo>
                  <a:lnTo>
                    <a:pt x="381866" y="282420"/>
                  </a:lnTo>
                  <a:lnTo>
                    <a:pt x="384330" y="288189"/>
                  </a:lnTo>
                  <a:lnTo>
                    <a:pt x="386794" y="293997"/>
                  </a:lnTo>
                  <a:lnTo>
                    <a:pt x="389257" y="299846"/>
                  </a:lnTo>
                  <a:lnTo>
                    <a:pt x="391721" y="305752"/>
                  </a:lnTo>
                  <a:lnTo>
                    <a:pt x="394185" y="311693"/>
                  </a:lnTo>
                  <a:lnTo>
                    <a:pt x="396648" y="317669"/>
                  </a:lnTo>
                  <a:lnTo>
                    <a:pt x="399112" y="323683"/>
                  </a:lnTo>
                  <a:lnTo>
                    <a:pt x="401576" y="329739"/>
                  </a:lnTo>
                  <a:lnTo>
                    <a:pt x="404039" y="335822"/>
                  </a:lnTo>
                  <a:lnTo>
                    <a:pt x="406503" y="341929"/>
                  </a:lnTo>
                  <a:lnTo>
                    <a:pt x="408967" y="348066"/>
                  </a:lnTo>
                  <a:lnTo>
                    <a:pt x="411430" y="354224"/>
                  </a:lnTo>
                  <a:lnTo>
                    <a:pt x="413894" y="360395"/>
                  </a:lnTo>
                  <a:lnTo>
                    <a:pt x="416358" y="366577"/>
                  </a:lnTo>
                  <a:lnTo>
                    <a:pt x="418821" y="372767"/>
                  </a:lnTo>
                  <a:lnTo>
                    <a:pt x="421285" y="378956"/>
                  </a:lnTo>
                  <a:lnTo>
                    <a:pt x="423749" y="385140"/>
                  </a:lnTo>
                  <a:lnTo>
                    <a:pt x="426212" y="391315"/>
                  </a:lnTo>
                  <a:lnTo>
                    <a:pt x="428676" y="397466"/>
                  </a:lnTo>
                  <a:lnTo>
                    <a:pt x="431140" y="403594"/>
                  </a:lnTo>
                  <a:lnTo>
                    <a:pt x="433603" y="409694"/>
                  </a:lnTo>
                  <a:lnTo>
                    <a:pt x="436067" y="415757"/>
                  </a:lnTo>
                  <a:lnTo>
                    <a:pt x="438531" y="421764"/>
                  </a:lnTo>
                  <a:lnTo>
                    <a:pt x="440994" y="427723"/>
                  </a:lnTo>
                  <a:lnTo>
                    <a:pt x="443458" y="433632"/>
                  </a:lnTo>
                  <a:lnTo>
                    <a:pt x="445922" y="439466"/>
                  </a:lnTo>
                  <a:lnTo>
                    <a:pt x="448385" y="445218"/>
                  </a:lnTo>
                  <a:lnTo>
                    <a:pt x="450849" y="450900"/>
                  </a:lnTo>
                  <a:lnTo>
                    <a:pt x="453312" y="456508"/>
                  </a:lnTo>
                  <a:lnTo>
                    <a:pt x="455776" y="461998"/>
                  </a:lnTo>
                  <a:lnTo>
                    <a:pt x="458240" y="467392"/>
                  </a:lnTo>
                  <a:lnTo>
                    <a:pt x="460703" y="472693"/>
                  </a:lnTo>
                  <a:lnTo>
                    <a:pt x="463167" y="477899"/>
                  </a:lnTo>
                  <a:lnTo>
                    <a:pt x="465631" y="482949"/>
                  </a:lnTo>
                  <a:lnTo>
                    <a:pt x="468094" y="487895"/>
                  </a:lnTo>
                  <a:lnTo>
                    <a:pt x="470558" y="492733"/>
                  </a:lnTo>
                  <a:lnTo>
                    <a:pt x="473022" y="497442"/>
                  </a:lnTo>
                  <a:lnTo>
                    <a:pt x="475485" y="501992"/>
                  </a:lnTo>
                  <a:lnTo>
                    <a:pt x="477949" y="506425"/>
                  </a:lnTo>
                  <a:lnTo>
                    <a:pt x="480413" y="510740"/>
                  </a:lnTo>
                  <a:lnTo>
                    <a:pt x="482876" y="514899"/>
                  </a:lnTo>
                  <a:lnTo>
                    <a:pt x="485340" y="518905"/>
                  </a:lnTo>
                  <a:lnTo>
                    <a:pt x="487804" y="522789"/>
                  </a:lnTo>
                  <a:lnTo>
                    <a:pt x="490267" y="526551"/>
                  </a:lnTo>
                  <a:lnTo>
                    <a:pt x="492731" y="530135"/>
                  </a:lnTo>
                  <a:lnTo>
                    <a:pt x="495195" y="533584"/>
                  </a:lnTo>
                  <a:lnTo>
                    <a:pt x="497658" y="536911"/>
                  </a:lnTo>
                  <a:lnTo>
                    <a:pt x="500122" y="540114"/>
                  </a:lnTo>
                  <a:lnTo>
                    <a:pt x="502586" y="543134"/>
                  </a:lnTo>
                  <a:lnTo>
                    <a:pt x="505049" y="546037"/>
                  </a:lnTo>
                  <a:lnTo>
                    <a:pt x="507513" y="548824"/>
                  </a:lnTo>
                  <a:lnTo>
                    <a:pt x="509977" y="551478"/>
                  </a:lnTo>
                  <a:lnTo>
                    <a:pt x="512440" y="553977"/>
                  </a:lnTo>
                  <a:lnTo>
                    <a:pt x="514904" y="556368"/>
                  </a:lnTo>
                  <a:lnTo>
                    <a:pt x="517368" y="558652"/>
                  </a:lnTo>
                  <a:lnTo>
                    <a:pt x="519831" y="560802"/>
                  </a:lnTo>
                  <a:lnTo>
                    <a:pt x="522295" y="562826"/>
                  </a:lnTo>
                  <a:lnTo>
                    <a:pt x="524759" y="564754"/>
                  </a:lnTo>
                  <a:lnTo>
                    <a:pt x="527222" y="566587"/>
                  </a:lnTo>
                  <a:lnTo>
                    <a:pt x="529686" y="568289"/>
                  </a:lnTo>
                  <a:lnTo>
                    <a:pt x="532150" y="569895"/>
                  </a:lnTo>
                  <a:lnTo>
                    <a:pt x="534613" y="571418"/>
                  </a:lnTo>
                  <a:lnTo>
                    <a:pt x="537077" y="572857"/>
                  </a:lnTo>
                  <a:lnTo>
                    <a:pt x="539541" y="574178"/>
                  </a:lnTo>
                  <a:lnTo>
                    <a:pt x="542004" y="575427"/>
                  </a:lnTo>
                  <a:lnTo>
                    <a:pt x="544468" y="576606"/>
                  </a:lnTo>
                  <a:lnTo>
                    <a:pt x="546931" y="577707"/>
                  </a:lnTo>
                  <a:lnTo>
                    <a:pt x="549395" y="578719"/>
                  </a:lnTo>
                  <a:lnTo>
                    <a:pt x="551859" y="579672"/>
                  </a:lnTo>
                  <a:lnTo>
                    <a:pt x="554322" y="580568"/>
                  </a:lnTo>
                  <a:lnTo>
                    <a:pt x="556786" y="581393"/>
                  </a:lnTo>
                  <a:lnTo>
                    <a:pt x="559250" y="582155"/>
                  </a:lnTo>
                  <a:lnTo>
                    <a:pt x="561713" y="582870"/>
                  </a:lnTo>
                  <a:lnTo>
                    <a:pt x="564177" y="583539"/>
                  </a:lnTo>
                  <a:lnTo>
                    <a:pt x="566641" y="584147"/>
                  </a:lnTo>
                  <a:lnTo>
                    <a:pt x="569104" y="584711"/>
                  </a:lnTo>
                  <a:lnTo>
                    <a:pt x="571568" y="585238"/>
                  </a:lnTo>
                  <a:lnTo>
                    <a:pt x="574032" y="585730"/>
                  </a:lnTo>
                  <a:lnTo>
                    <a:pt x="576495" y="586172"/>
                  </a:lnTo>
                  <a:lnTo>
                    <a:pt x="578959" y="586584"/>
                  </a:lnTo>
                  <a:lnTo>
                    <a:pt x="581423" y="586968"/>
                  </a:lnTo>
                  <a:lnTo>
                    <a:pt x="583886" y="587322"/>
                  </a:lnTo>
                  <a:lnTo>
                    <a:pt x="586350" y="587641"/>
                  </a:lnTo>
                  <a:lnTo>
                    <a:pt x="588814" y="587939"/>
                  </a:lnTo>
                  <a:lnTo>
                    <a:pt x="591277" y="588216"/>
                  </a:lnTo>
                  <a:lnTo>
                    <a:pt x="593741" y="588467"/>
                  </a:lnTo>
                  <a:lnTo>
                    <a:pt x="596205" y="588695"/>
                  </a:lnTo>
                  <a:lnTo>
                    <a:pt x="598668" y="588907"/>
                  </a:lnTo>
                  <a:lnTo>
                    <a:pt x="601132" y="589104"/>
                  </a:lnTo>
                  <a:lnTo>
                    <a:pt x="603596" y="589279"/>
                  </a:lnTo>
                  <a:lnTo>
                    <a:pt x="606059" y="589440"/>
                  </a:lnTo>
                  <a:lnTo>
                    <a:pt x="608523" y="589588"/>
                  </a:lnTo>
                  <a:lnTo>
                    <a:pt x="610987" y="589725"/>
                  </a:lnTo>
                  <a:lnTo>
                    <a:pt x="613450" y="589843"/>
                  </a:lnTo>
                  <a:lnTo>
                    <a:pt x="615914" y="589952"/>
                  </a:lnTo>
                  <a:lnTo>
                    <a:pt x="618378" y="590051"/>
                  </a:lnTo>
                  <a:lnTo>
                    <a:pt x="620841" y="590140"/>
                  </a:lnTo>
                  <a:lnTo>
                    <a:pt x="623305" y="590215"/>
                  </a:lnTo>
                  <a:lnTo>
                    <a:pt x="625769" y="590283"/>
                  </a:lnTo>
                  <a:lnTo>
                    <a:pt x="628232" y="590342"/>
                  </a:lnTo>
                  <a:lnTo>
                    <a:pt x="630696" y="590392"/>
                  </a:lnTo>
                  <a:lnTo>
                    <a:pt x="633159" y="590431"/>
                  </a:lnTo>
                  <a:lnTo>
                    <a:pt x="635623" y="590464"/>
                  </a:lnTo>
                  <a:lnTo>
                    <a:pt x="638087" y="590489"/>
                  </a:lnTo>
                  <a:lnTo>
                    <a:pt x="640550" y="590505"/>
                  </a:lnTo>
                  <a:lnTo>
                    <a:pt x="643014" y="590513"/>
                  </a:lnTo>
                  <a:lnTo>
                    <a:pt x="645478" y="590515"/>
                  </a:lnTo>
                  <a:lnTo>
                    <a:pt x="647941" y="590511"/>
                  </a:lnTo>
                  <a:lnTo>
                    <a:pt x="650405" y="590496"/>
                  </a:lnTo>
                  <a:lnTo>
                    <a:pt x="652869" y="590476"/>
                  </a:lnTo>
                  <a:lnTo>
                    <a:pt x="655332" y="590451"/>
                  </a:lnTo>
                  <a:lnTo>
                    <a:pt x="657796" y="590418"/>
                  </a:lnTo>
                  <a:lnTo>
                    <a:pt x="660260" y="590379"/>
                  </a:lnTo>
                  <a:lnTo>
                    <a:pt x="662723" y="590334"/>
                  </a:lnTo>
                  <a:lnTo>
                    <a:pt x="665187" y="590284"/>
                  </a:lnTo>
                  <a:lnTo>
                    <a:pt x="667651" y="590229"/>
                  </a:lnTo>
                  <a:lnTo>
                    <a:pt x="670114" y="590167"/>
                  </a:lnTo>
                  <a:lnTo>
                    <a:pt x="672578" y="590102"/>
                  </a:lnTo>
                  <a:lnTo>
                    <a:pt x="675042" y="590033"/>
                  </a:lnTo>
                  <a:lnTo>
                    <a:pt x="677505" y="589960"/>
                  </a:lnTo>
                  <a:lnTo>
                    <a:pt x="679969" y="589882"/>
                  </a:lnTo>
                  <a:lnTo>
                    <a:pt x="682433" y="589802"/>
                  </a:lnTo>
                  <a:lnTo>
                    <a:pt x="684896" y="589720"/>
                  </a:lnTo>
                  <a:lnTo>
                    <a:pt x="687360" y="589634"/>
                  </a:lnTo>
                  <a:lnTo>
                    <a:pt x="689824" y="589547"/>
                  </a:lnTo>
                  <a:lnTo>
                    <a:pt x="692287" y="589458"/>
                  </a:lnTo>
                  <a:lnTo>
                    <a:pt x="694751" y="589368"/>
                  </a:lnTo>
                  <a:lnTo>
                    <a:pt x="697215" y="589278"/>
                  </a:lnTo>
                  <a:lnTo>
                    <a:pt x="699678" y="589187"/>
                  </a:lnTo>
                  <a:lnTo>
                    <a:pt x="702142" y="589096"/>
                  </a:lnTo>
                  <a:lnTo>
                    <a:pt x="704606" y="589005"/>
                  </a:lnTo>
                  <a:lnTo>
                    <a:pt x="707069" y="588915"/>
                  </a:lnTo>
                  <a:lnTo>
                    <a:pt x="709533" y="588827"/>
                  </a:lnTo>
                  <a:lnTo>
                    <a:pt x="711997" y="588739"/>
                  </a:lnTo>
                  <a:lnTo>
                    <a:pt x="714460" y="588653"/>
                  </a:lnTo>
                  <a:lnTo>
                    <a:pt x="716924" y="588569"/>
                  </a:lnTo>
                  <a:lnTo>
                    <a:pt x="719388" y="588487"/>
                  </a:lnTo>
                  <a:lnTo>
                    <a:pt x="721851" y="588406"/>
                  </a:lnTo>
                  <a:lnTo>
                    <a:pt x="724315" y="588329"/>
                  </a:lnTo>
                  <a:lnTo>
                    <a:pt x="726778" y="588253"/>
                  </a:lnTo>
                  <a:lnTo>
                    <a:pt x="729242" y="588180"/>
                  </a:lnTo>
                  <a:lnTo>
                    <a:pt x="731706" y="588109"/>
                  </a:lnTo>
                  <a:lnTo>
                    <a:pt x="734169" y="588041"/>
                  </a:lnTo>
                  <a:lnTo>
                    <a:pt x="736633" y="587975"/>
                  </a:lnTo>
                  <a:lnTo>
                    <a:pt x="739097" y="587911"/>
                  </a:lnTo>
                  <a:lnTo>
                    <a:pt x="741560" y="587850"/>
                  </a:lnTo>
                  <a:lnTo>
                    <a:pt x="744024" y="587792"/>
                  </a:lnTo>
                  <a:lnTo>
                    <a:pt x="746488" y="587735"/>
                  </a:lnTo>
                  <a:lnTo>
                    <a:pt x="748951" y="587680"/>
                  </a:lnTo>
                  <a:lnTo>
                    <a:pt x="751415" y="587627"/>
                  </a:lnTo>
                  <a:lnTo>
                    <a:pt x="753879" y="587576"/>
                  </a:lnTo>
                  <a:lnTo>
                    <a:pt x="756342" y="587527"/>
                  </a:lnTo>
                  <a:lnTo>
                    <a:pt x="758806" y="587479"/>
                  </a:lnTo>
                  <a:lnTo>
                    <a:pt x="761270" y="587433"/>
                  </a:lnTo>
                  <a:lnTo>
                    <a:pt x="763733" y="587389"/>
                  </a:lnTo>
                  <a:lnTo>
                    <a:pt x="766197" y="587345"/>
                  </a:lnTo>
                  <a:lnTo>
                    <a:pt x="768661" y="587303"/>
                  </a:lnTo>
                  <a:lnTo>
                    <a:pt x="771124" y="587263"/>
                  </a:lnTo>
                  <a:lnTo>
                    <a:pt x="773588" y="587224"/>
                  </a:lnTo>
                  <a:lnTo>
                    <a:pt x="776052" y="587186"/>
                  </a:lnTo>
                  <a:lnTo>
                    <a:pt x="778515" y="587149"/>
                  </a:lnTo>
                  <a:lnTo>
                    <a:pt x="780979" y="587114"/>
                  </a:lnTo>
                  <a:lnTo>
                    <a:pt x="783443" y="587081"/>
                  </a:lnTo>
                  <a:lnTo>
                    <a:pt x="785906" y="587049"/>
                  </a:lnTo>
                  <a:lnTo>
                    <a:pt x="788370" y="587019"/>
                  </a:lnTo>
                  <a:lnTo>
                    <a:pt x="790834" y="586992"/>
                  </a:lnTo>
                  <a:lnTo>
                    <a:pt x="793297" y="586967"/>
                  </a:lnTo>
                  <a:lnTo>
                    <a:pt x="795761" y="586944"/>
                  </a:lnTo>
                  <a:lnTo>
                    <a:pt x="798225" y="586924"/>
                  </a:lnTo>
                  <a:lnTo>
                    <a:pt x="800688" y="586908"/>
                  </a:lnTo>
                  <a:lnTo>
                    <a:pt x="803152" y="586895"/>
                  </a:lnTo>
                  <a:lnTo>
                    <a:pt x="805616" y="586885"/>
                  </a:lnTo>
                  <a:lnTo>
                    <a:pt x="808079" y="586880"/>
                  </a:lnTo>
                  <a:lnTo>
                    <a:pt x="810543" y="586879"/>
                  </a:lnTo>
                  <a:lnTo>
                    <a:pt x="813006" y="586882"/>
                  </a:lnTo>
                  <a:lnTo>
                    <a:pt x="815470" y="586891"/>
                  </a:lnTo>
                  <a:lnTo>
                    <a:pt x="817934" y="586906"/>
                  </a:lnTo>
                  <a:lnTo>
                    <a:pt x="820397" y="586926"/>
                  </a:lnTo>
                  <a:lnTo>
                    <a:pt x="822861" y="586950"/>
                  </a:lnTo>
                  <a:lnTo>
                    <a:pt x="825325" y="586983"/>
                  </a:lnTo>
                  <a:lnTo>
                    <a:pt x="827788" y="587021"/>
                  </a:lnTo>
                  <a:lnTo>
                    <a:pt x="830252" y="587066"/>
                  </a:lnTo>
                  <a:lnTo>
                    <a:pt x="832716" y="587116"/>
                  </a:lnTo>
                  <a:lnTo>
                    <a:pt x="835179" y="587176"/>
                  </a:lnTo>
                  <a:lnTo>
                    <a:pt x="837643" y="587242"/>
                  </a:lnTo>
                  <a:lnTo>
                    <a:pt x="840107" y="587314"/>
                  </a:lnTo>
                  <a:lnTo>
                    <a:pt x="842570" y="587392"/>
                  </a:lnTo>
                  <a:lnTo>
                    <a:pt x="845034" y="587480"/>
                  </a:lnTo>
                  <a:lnTo>
                    <a:pt x="847498" y="587574"/>
                  </a:lnTo>
                  <a:lnTo>
                    <a:pt x="849961" y="587673"/>
                  </a:lnTo>
                  <a:lnTo>
                    <a:pt x="852425" y="587780"/>
                  </a:lnTo>
                  <a:lnTo>
                    <a:pt x="854889" y="587895"/>
                  </a:lnTo>
                  <a:lnTo>
                    <a:pt x="857352" y="588015"/>
                  </a:lnTo>
                  <a:lnTo>
                    <a:pt x="859816" y="588140"/>
                  </a:lnTo>
                  <a:lnTo>
                    <a:pt x="862280" y="588272"/>
                  </a:lnTo>
                  <a:lnTo>
                    <a:pt x="864743" y="588409"/>
                  </a:lnTo>
                  <a:lnTo>
                    <a:pt x="867207" y="588551"/>
                  </a:lnTo>
                  <a:lnTo>
                    <a:pt x="869671" y="588697"/>
                  </a:lnTo>
                  <a:lnTo>
                    <a:pt x="872134" y="588848"/>
                  </a:lnTo>
                  <a:lnTo>
                    <a:pt x="874598" y="589003"/>
                  </a:lnTo>
                  <a:lnTo>
                    <a:pt x="877062" y="589160"/>
                  </a:lnTo>
                  <a:lnTo>
                    <a:pt x="879525" y="589320"/>
                  </a:lnTo>
                  <a:lnTo>
                    <a:pt x="881989" y="589483"/>
                  </a:lnTo>
                  <a:lnTo>
                    <a:pt x="884453" y="589647"/>
                  </a:lnTo>
                  <a:lnTo>
                    <a:pt x="886916" y="589812"/>
                  </a:lnTo>
                  <a:lnTo>
                    <a:pt x="889380" y="589978"/>
                  </a:lnTo>
                  <a:lnTo>
                    <a:pt x="891844" y="590144"/>
                  </a:lnTo>
                  <a:lnTo>
                    <a:pt x="894307" y="590310"/>
                  </a:lnTo>
                  <a:lnTo>
                    <a:pt x="896771" y="590475"/>
                  </a:lnTo>
                  <a:lnTo>
                    <a:pt x="899235" y="590638"/>
                  </a:lnTo>
                  <a:lnTo>
                    <a:pt x="901698" y="590800"/>
                  </a:lnTo>
                  <a:lnTo>
                    <a:pt x="904162" y="590959"/>
                  </a:lnTo>
                  <a:lnTo>
                    <a:pt x="906625" y="591116"/>
                  </a:lnTo>
                  <a:lnTo>
                    <a:pt x="909089" y="591270"/>
                  </a:lnTo>
                  <a:lnTo>
                    <a:pt x="911553" y="591420"/>
                  </a:lnTo>
                  <a:lnTo>
                    <a:pt x="914016" y="591566"/>
                  </a:lnTo>
                  <a:lnTo>
                    <a:pt x="916480" y="591709"/>
                  </a:lnTo>
                  <a:lnTo>
                    <a:pt x="918944" y="591847"/>
                  </a:lnTo>
                  <a:lnTo>
                    <a:pt x="921407" y="591980"/>
                  </a:lnTo>
                  <a:lnTo>
                    <a:pt x="923871" y="592110"/>
                  </a:lnTo>
                  <a:lnTo>
                    <a:pt x="926335" y="592234"/>
                  </a:lnTo>
                  <a:lnTo>
                    <a:pt x="928798" y="592352"/>
                  </a:lnTo>
                  <a:lnTo>
                    <a:pt x="931262" y="592466"/>
                  </a:lnTo>
                  <a:lnTo>
                    <a:pt x="933726" y="592575"/>
                  </a:lnTo>
                  <a:lnTo>
                    <a:pt x="936189" y="592678"/>
                  </a:lnTo>
                  <a:lnTo>
                    <a:pt x="938653" y="592775"/>
                  </a:lnTo>
                  <a:lnTo>
                    <a:pt x="941117" y="592868"/>
                  </a:lnTo>
                  <a:lnTo>
                    <a:pt x="943580" y="592956"/>
                  </a:lnTo>
                  <a:lnTo>
                    <a:pt x="946044" y="593037"/>
                  </a:lnTo>
                  <a:lnTo>
                    <a:pt x="948508" y="593114"/>
                  </a:lnTo>
                  <a:lnTo>
                    <a:pt x="950971" y="593186"/>
                  </a:lnTo>
                  <a:lnTo>
                    <a:pt x="953435" y="593254"/>
                  </a:lnTo>
                  <a:lnTo>
                    <a:pt x="955899" y="593316"/>
                  </a:lnTo>
                  <a:lnTo>
                    <a:pt x="958362" y="593373"/>
                  </a:lnTo>
                  <a:lnTo>
                    <a:pt x="960826" y="593427"/>
                  </a:lnTo>
                  <a:lnTo>
                    <a:pt x="963290" y="593476"/>
                  </a:lnTo>
                  <a:lnTo>
                    <a:pt x="965753" y="593521"/>
                  </a:lnTo>
                  <a:lnTo>
                    <a:pt x="968217" y="593562"/>
                  </a:lnTo>
                  <a:lnTo>
                    <a:pt x="970681" y="593600"/>
                  </a:lnTo>
                  <a:lnTo>
                    <a:pt x="973144" y="593634"/>
                  </a:lnTo>
                  <a:lnTo>
                    <a:pt x="975608" y="593665"/>
                  </a:lnTo>
                  <a:lnTo>
                    <a:pt x="978072" y="593693"/>
                  </a:lnTo>
                  <a:lnTo>
                    <a:pt x="980535" y="593718"/>
                  </a:lnTo>
                  <a:lnTo>
                    <a:pt x="982999" y="593740"/>
                  </a:lnTo>
                  <a:lnTo>
                    <a:pt x="985463" y="593759"/>
                  </a:lnTo>
                  <a:lnTo>
                    <a:pt x="987926" y="593777"/>
                  </a:lnTo>
                  <a:lnTo>
                    <a:pt x="990390" y="593792"/>
                  </a:lnTo>
                  <a:lnTo>
                    <a:pt x="992853" y="593805"/>
                  </a:lnTo>
                  <a:lnTo>
                    <a:pt x="995317" y="593817"/>
                  </a:lnTo>
                  <a:lnTo>
                    <a:pt x="997781" y="593827"/>
                  </a:lnTo>
                  <a:lnTo>
                    <a:pt x="1000244" y="593835"/>
                  </a:lnTo>
                  <a:lnTo>
                    <a:pt x="1002708" y="593841"/>
                  </a:lnTo>
                  <a:lnTo>
                    <a:pt x="1005172" y="593847"/>
                  </a:lnTo>
                  <a:lnTo>
                    <a:pt x="1007635" y="593851"/>
                  </a:lnTo>
                  <a:lnTo>
                    <a:pt x="1010099" y="593854"/>
                  </a:lnTo>
                  <a:lnTo>
                    <a:pt x="1012563" y="593856"/>
                  </a:lnTo>
                  <a:lnTo>
                    <a:pt x="1015026" y="593857"/>
                  </a:lnTo>
                  <a:lnTo>
                    <a:pt x="1017490" y="593858"/>
                  </a:lnTo>
                  <a:lnTo>
                    <a:pt x="1019954" y="593857"/>
                  </a:lnTo>
                  <a:lnTo>
                    <a:pt x="1022417" y="593856"/>
                  </a:lnTo>
                  <a:lnTo>
                    <a:pt x="1024881" y="593854"/>
                  </a:lnTo>
                  <a:lnTo>
                    <a:pt x="1027345" y="593851"/>
                  </a:lnTo>
                  <a:lnTo>
                    <a:pt x="1029808" y="593848"/>
                  </a:lnTo>
                  <a:lnTo>
                    <a:pt x="1032272" y="593845"/>
                  </a:lnTo>
                  <a:lnTo>
                    <a:pt x="1034736" y="593840"/>
                  </a:lnTo>
                  <a:lnTo>
                    <a:pt x="1037199" y="593836"/>
                  </a:lnTo>
                  <a:lnTo>
                    <a:pt x="1039663" y="593830"/>
                  </a:lnTo>
                  <a:lnTo>
                    <a:pt x="1042127" y="593825"/>
                  </a:lnTo>
                  <a:lnTo>
                    <a:pt x="1044590" y="593819"/>
                  </a:lnTo>
                  <a:lnTo>
                    <a:pt x="1047054" y="593812"/>
                  </a:lnTo>
                  <a:lnTo>
                    <a:pt x="1049518" y="593805"/>
                  </a:lnTo>
                  <a:lnTo>
                    <a:pt x="1051981" y="593798"/>
                  </a:lnTo>
                  <a:lnTo>
                    <a:pt x="1054445" y="593790"/>
                  </a:lnTo>
                  <a:lnTo>
                    <a:pt x="1056909" y="593782"/>
                  </a:lnTo>
                  <a:lnTo>
                    <a:pt x="1059372" y="593773"/>
                  </a:lnTo>
                  <a:lnTo>
                    <a:pt x="1061836" y="593764"/>
                  </a:lnTo>
                  <a:lnTo>
                    <a:pt x="1064300" y="593755"/>
                  </a:lnTo>
                  <a:lnTo>
                    <a:pt x="1066763" y="593745"/>
                  </a:lnTo>
                  <a:lnTo>
                    <a:pt x="1069227" y="593735"/>
                  </a:lnTo>
                  <a:lnTo>
                    <a:pt x="1071691" y="593724"/>
                  </a:lnTo>
                  <a:lnTo>
                    <a:pt x="1074154" y="593713"/>
                  </a:lnTo>
                  <a:lnTo>
                    <a:pt x="1076618" y="593702"/>
                  </a:lnTo>
                  <a:lnTo>
                    <a:pt x="1079082" y="593691"/>
                  </a:lnTo>
                  <a:lnTo>
                    <a:pt x="1081545" y="593679"/>
                  </a:lnTo>
                  <a:lnTo>
                    <a:pt x="1084009" y="593667"/>
                  </a:lnTo>
                  <a:lnTo>
                    <a:pt x="1086472" y="593655"/>
                  </a:lnTo>
                  <a:lnTo>
                    <a:pt x="1088936" y="593643"/>
                  </a:lnTo>
                  <a:lnTo>
                    <a:pt x="1091400" y="593630"/>
                  </a:lnTo>
                  <a:lnTo>
                    <a:pt x="1093863" y="593617"/>
                  </a:lnTo>
                  <a:lnTo>
                    <a:pt x="1096327" y="593604"/>
                  </a:lnTo>
                  <a:lnTo>
                    <a:pt x="1098791" y="593591"/>
                  </a:lnTo>
                  <a:lnTo>
                    <a:pt x="1101254" y="593578"/>
                  </a:lnTo>
                  <a:lnTo>
                    <a:pt x="1103718" y="593565"/>
                  </a:lnTo>
                  <a:lnTo>
                    <a:pt x="1106182" y="593552"/>
                  </a:lnTo>
                  <a:lnTo>
                    <a:pt x="1108645" y="593539"/>
                  </a:lnTo>
                  <a:lnTo>
                    <a:pt x="1111109" y="593526"/>
                  </a:lnTo>
                  <a:lnTo>
                    <a:pt x="1113573" y="593513"/>
                  </a:lnTo>
                  <a:lnTo>
                    <a:pt x="1116036" y="593500"/>
                  </a:lnTo>
                  <a:lnTo>
                    <a:pt x="1118500" y="593488"/>
                  </a:lnTo>
                  <a:lnTo>
                    <a:pt x="1120964" y="593475"/>
                  </a:lnTo>
                  <a:lnTo>
                    <a:pt x="1123427" y="593463"/>
                  </a:lnTo>
                  <a:lnTo>
                    <a:pt x="1125891" y="593452"/>
                  </a:lnTo>
                  <a:lnTo>
                    <a:pt x="1128355" y="593440"/>
                  </a:lnTo>
                  <a:lnTo>
                    <a:pt x="1130818" y="593430"/>
                  </a:lnTo>
                  <a:lnTo>
                    <a:pt x="1133282" y="593419"/>
                  </a:lnTo>
                  <a:lnTo>
                    <a:pt x="1135746" y="593410"/>
                  </a:lnTo>
                  <a:lnTo>
                    <a:pt x="1138209" y="593401"/>
                  </a:lnTo>
                  <a:lnTo>
                    <a:pt x="1140673" y="593392"/>
                  </a:lnTo>
                  <a:lnTo>
                    <a:pt x="1143137" y="593385"/>
                  </a:lnTo>
                  <a:lnTo>
                    <a:pt x="1145600" y="593379"/>
                  </a:lnTo>
                  <a:lnTo>
                    <a:pt x="1148064" y="593373"/>
                  </a:lnTo>
                  <a:lnTo>
                    <a:pt x="1150528" y="593369"/>
                  </a:lnTo>
                  <a:lnTo>
                    <a:pt x="1152991" y="593366"/>
                  </a:lnTo>
                  <a:lnTo>
                    <a:pt x="1155455" y="593364"/>
                  </a:lnTo>
                  <a:lnTo>
                    <a:pt x="1157919" y="593364"/>
                  </a:lnTo>
                  <a:lnTo>
                    <a:pt x="1160382" y="593366"/>
                  </a:lnTo>
                  <a:lnTo>
                    <a:pt x="1162846" y="593369"/>
                  </a:lnTo>
                  <a:lnTo>
                    <a:pt x="1165310" y="593374"/>
                  </a:lnTo>
                  <a:lnTo>
                    <a:pt x="1167773" y="593381"/>
                  </a:lnTo>
                  <a:lnTo>
                    <a:pt x="1170237" y="593391"/>
                  </a:lnTo>
                  <a:lnTo>
                    <a:pt x="1172701" y="593402"/>
                  </a:lnTo>
                  <a:lnTo>
                    <a:pt x="1175164" y="593416"/>
                  </a:lnTo>
                  <a:lnTo>
                    <a:pt x="1177628" y="593434"/>
                  </a:lnTo>
                  <a:lnTo>
                    <a:pt x="1180091" y="593454"/>
                  </a:lnTo>
                  <a:lnTo>
                    <a:pt x="1182555" y="593476"/>
                  </a:lnTo>
                  <a:lnTo>
                    <a:pt x="1185019" y="593502"/>
                  </a:lnTo>
                  <a:lnTo>
                    <a:pt x="1187482" y="593532"/>
                  </a:lnTo>
                  <a:lnTo>
                    <a:pt x="1189946" y="593565"/>
                  </a:lnTo>
                  <a:lnTo>
                    <a:pt x="1192410" y="593601"/>
                  </a:lnTo>
                  <a:lnTo>
                    <a:pt x="1194873" y="593642"/>
                  </a:lnTo>
                  <a:lnTo>
                    <a:pt x="1197337" y="593687"/>
                  </a:lnTo>
                  <a:lnTo>
                    <a:pt x="1199801" y="593735"/>
                  </a:lnTo>
                  <a:lnTo>
                    <a:pt x="1202264" y="593787"/>
                  </a:lnTo>
                  <a:lnTo>
                    <a:pt x="1204728" y="593844"/>
                  </a:lnTo>
                  <a:lnTo>
                    <a:pt x="1207192" y="593906"/>
                  </a:lnTo>
                  <a:lnTo>
                    <a:pt x="1209655" y="593971"/>
                  </a:lnTo>
                  <a:lnTo>
                    <a:pt x="1212119" y="594041"/>
                  </a:lnTo>
                  <a:lnTo>
                    <a:pt x="1214583" y="594116"/>
                  </a:lnTo>
                  <a:lnTo>
                    <a:pt x="1217046" y="594196"/>
                  </a:lnTo>
                  <a:lnTo>
                    <a:pt x="1219510" y="594279"/>
                  </a:lnTo>
                  <a:lnTo>
                    <a:pt x="1221974" y="594367"/>
                  </a:lnTo>
                  <a:lnTo>
                    <a:pt x="1224437" y="594460"/>
                  </a:lnTo>
                  <a:lnTo>
                    <a:pt x="1226901" y="594556"/>
                  </a:lnTo>
                  <a:lnTo>
                    <a:pt x="1229365" y="594657"/>
                  </a:lnTo>
                  <a:lnTo>
                    <a:pt x="1231828" y="594762"/>
                  </a:lnTo>
                  <a:lnTo>
                    <a:pt x="1234292" y="594871"/>
                  </a:lnTo>
                  <a:lnTo>
                    <a:pt x="1236756" y="594983"/>
                  </a:lnTo>
                  <a:lnTo>
                    <a:pt x="1239219" y="595099"/>
                  </a:lnTo>
                  <a:lnTo>
                    <a:pt x="1241683" y="595219"/>
                  </a:lnTo>
                  <a:lnTo>
                    <a:pt x="1244147" y="595341"/>
                  </a:lnTo>
                  <a:lnTo>
                    <a:pt x="1246610" y="595466"/>
                  </a:lnTo>
                  <a:lnTo>
                    <a:pt x="1249074" y="595593"/>
                  </a:lnTo>
                  <a:lnTo>
                    <a:pt x="1251538" y="595724"/>
                  </a:lnTo>
                  <a:lnTo>
                    <a:pt x="1254001" y="595855"/>
                  </a:lnTo>
                  <a:lnTo>
                    <a:pt x="1256465" y="595989"/>
                  </a:lnTo>
                  <a:lnTo>
                    <a:pt x="1258929" y="596123"/>
                  </a:lnTo>
                  <a:lnTo>
                    <a:pt x="1258929" y="600170"/>
                  </a:lnTo>
                  <a:lnTo>
                    <a:pt x="1256465" y="600170"/>
                  </a:lnTo>
                  <a:lnTo>
                    <a:pt x="1254001" y="600170"/>
                  </a:lnTo>
                  <a:lnTo>
                    <a:pt x="1251538" y="600170"/>
                  </a:lnTo>
                  <a:lnTo>
                    <a:pt x="1249074" y="600170"/>
                  </a:lnTo>
                  <a:lnTo>
                    <a:pt x="1246610" y="600170"/>
                  </a:lnTo>
                  <a:lnTo>
                    <a:pt x="1244147" y="600170"/>
                  </a:lnTo>
                  <a:lnTo>
                    <a:pt x="1241683" y="600170"/>
                  </a:lnTo>
                  <a:lnTo>
                    <a:pt x="1239219" y="600170"/>
                  </a:lnTo>
                  <a:lnTo>
                    <a:pt x="1236756" y="600170"/>
                  </a:lnTo>
                  <a:lnTo>
                    <a:pt x="1234292" y="600170"/>
                  </a:lnTo>
                  <a:lnTo>
                    <a:pt x="1231828" y="600170"/>
                  </a:lnTo>
                  <a:lnTo>
                    <a:pt x="1229365" y="600170"/>
                  </a:lnTo>
                  <a:lnTo>
                    <a:pt x="1226901" y="600170"/>
                  </a:lnTo>
                  <a:lnTo>
                    <a:pt x="1224437" y="600170"/>
                  </a:lnTo>
                  <a:lnTo>
                    <a:pt x="1221974" y="600170"/>
                  </a:lnTo>
                  <a:lnTo>
                    <a:pt x="1219510" y="600170"/>
                  </a:lnTo>
                  <a:lnTo>
                    <a:pt x="1217046" y="600170"/>
                  </a:lnTo>
                  <a:lnTo>
                    <a:pt x="1214583" y="600170"/>
                  </a:lnTo>
                  <a:lnTo>
                    <a:pt x="1212119" y="600170"/>
                  </a:lnTo>
                  <a:lnTo>
                    <a:pt x="1209655" y="600170"/>
                  </a:lnTo>
                  <a:lnTo>
                    <a:pt x="1207192" y="600170"/>
                  </a:lnTo>
                  <a:lnTo>
                    <a:pt x="1204728" y="600170"/>
                  </a:lnTo>
                  <a:lnTo>
                    <a:pt x="1202264" y="600170"/>
                  </a:lnTo>
                  <a:lnTo>
                    <a:pt x="1199801" y="600170"/>
                  </a:lnTo>
                  <a:lnTo>
                    <a:pt x="1197337" y="600170"/>
                  </a:lnTo>
                  <a:lnTo>
                    <a:pt x="1194873" y="600170"/>
                  </a:lnTo>
                  <a:lnTo>
                    <a:pt x="1192410" y="600170"/>
                  </a:lnTo>
                  <a:lnTo>
                    <a:pt x="1189946" y="600170"/>
                  </a:lnTo>
                  <a:lnTo>
                    <a:pt x="1187482" y="600170"/>
                  </a:lnTo>
                  <a:lnTo>
                    <a:pt x="1185019" y="600170"/>
                  </a:lnTo>
                  <a:lnTo>
                    <a:pt x="1182555" y="600170"/>
                  </a:lnTo>
                  <a:lnTo>
                    <a:pt x="1180091" y="600170"/>
                  </a:lnTo>
                  <a:lnTo>
                    <a:pt x="1177628" y="600170"/>
                  </a:lnTo>
                  <a:lnTo>
                    <a:pt x="1175164" y="600170"/>
                  </a:lnTo>
                  <a:lnTo>
                    <a:pt x="1172701" y="600170"/>
                  </a:lnTo>
                  <a:lnTo>
                    <a:pt x="1170237" y="600170"/>
                  </a:lnTo>
                  <a:lnTo>
                    <a:pt x="1167773" y="600170"/>
                  </a:lnTo>
                  <a:lnTo>
                    <a:pt x="1165310" y="600170"/>
                  </a:lnTo>
                  <a:lnTo>
                    <a:pt x="1162846" y="600170"/>
                  </a:lnTo>
                  <a:lnTo>
                    <a:pt x="1160382" y="600170"/>
                  </a:lnTo>
                  <a:lnTo>
                    <a:pt x="1157919" y="600170"/>
                  </a:lnTo>
                  <a:lnTo>
                    <a:pt x="1155455" y="600170"/>
                  </a:lnTo>
                  <a:lnTo>
                    <a:pt x="1152991" y="600170"/>
                  </a:lnTo>
                  <a:lnTo>
                    <a:pt x="1150528" y="600170"/>
                  </a:lnTo>
                  <a:lnTo>
                    <a:pt x="1148064" y="600170"/>
                  </a:lnTo>
                  <a:lnTo>
                    <a:pt x="1145600" y="600170"/>
                  </a:lnTo>
                  <a:lnTo>
                    <a:pt x="1143137" y="600170"/>
                  </a:lnTo>
                  <a:lnTo>
                    <a:pt x="1140673" y="600170"/>
                  </a:lnTo>
                  <a:lnTo>
                    <a:pt x="1138209" y="600170"/>
                  </a:lnTo>
                  <a:lnTo>
                    <a:pt x="1135746" y="600170"/>
                  </a:lnTo>
                  <a:lnTo>
                    <a:pt x="1133282" y="600170"/>
                  </a:lnTo>
                  <a:lnTo>
                    <a:pt x="1130818" y="600170"/>
                  </a:lnTo>
                  <a:lnTo>
                    <a:pt x="1128355" y="600170"/>
                  </a:lnTo>
                  <a:lnTo>
                    <a:pt x="1125891" y="600170"/>
                  </a:lnTo>
                  <a:lnTo>
                    <a:pt x="1123427" y="600170"/>
                  </a:lnTo>
                  <a:lnTo>
                    <a:pt x="1120964" y="600170"/>
                  </a:lnTo>
                  <a:lnTo>
                    <a:pt x="1118500" y="600170"/>
                  </a:lnTo>
                  <a:lnTo>
                    <a:pt x="1116036" y="600170"/>
                  </a:lnTo>
                  <a:lnTo>
                    <a:pt x="1113573" y="600170"/>
                  </a:lnTo>
                  <a:lnTo>
                    <a:pt x="1111109" y="600170"/>
                  </a:lnTo>
                  <a:lnTo>
                    <a:pt x="1108645" y="600170"/>
                  </a:lnTo>
                  <a:lnTo>
                    <a:pt x="1106182" y="600170"/>
                  </a:lnTo>
                  <a:lnTo>
                    <a:pt x="1103718" y="600170"/>
                  </a:lnTo>
                  <a:lnTo>
                    <a:pt x="1101254" y="600170"/>
                  </a:lnTo>
                  <a:lnTo>
                    <a:pt x="1098791" y="600170"/>
                  </a:lnTo>
                  <a:lnTo>
                    <a:pt x="1096327" y="600170"/>
                  </a:lnTo>
                  <a:lnTo>
                    <a:pt x="1093863" y="600170"/>
                  </a:lnTo>
                  <a:lnTo>
                    <a:pt x="1091400" y="600170"/>
                  </a:lnTo>
                  <a:lnTo>
                    <a:pt x="1088936" y="600170"/>
                  </a:lnTo>
                  <a:lnTo>
                    <a:pt x="1086472" y="600170"/>
                  </a:lnTo>
                  <a:lnTo>
                    <a:pt x="1084009" y="600170"/>
                  </a:lnTo>
                  <a:lnTo>
                    <a:pt x="1081545" y="600170"/>
                  </a:lnTo>
                  <a:lnTo>
                    <a:pt x="1079082" y="600170"/>
                  </a:lnTo>
                  <a:lnTo>
                    <a:pt x="1076618" y="600170"/>
                  </a:lnTo>
                  <a:lnTo>
                    <a:pt x="1074154" y="600170"/>
                  </a:lnTo>
                  <a:lnTo>
                    <a:pt x="1071691" y="600170"/>
                  </a:lnTo>
                  <a:lnTo>
                    <a:pt x="1069227" y="600170"/>
                  </a:lnTo>
                  <a:lnTo>
                    <a:pt x="1066763" y="600170"/>
                  </a:lnTo>
                  <a:lnTo>
                    <a:pt x="1064300" y="600170"/>
                  </a:lnTo>
                  <a:lnTo>
                    <a:pt x="1061836" y="600170"/>
                  </a:lnTo>
                  <a:lnTo>
                    <a:pt x="1059372" y="600170"/>
                  </a:lnTo>
                  <a:lnTo>
                    <a:pt x="1056909" y="600170"/>
                  </a:lnTo>
                  <a:lnTo>
                    <a:pt x="1054445" y="600170"/>
                  </a:lnTo>
                  <a:lnTo>
                    <a:pt x="1051981" y="600170"/>
                  </a:lnTo>
                  <a:lnTo>
                    <a:pt x="1049518" y="600170"/>
                  </a:lnTo>
                  <a:lnTo>
                    <a:pt x="1047054" y="600170"/>
                  </a:lnTo>
                  <a:lnTo>
                    <a:pt x="1044590" y="600170"/>
                  </a:lnTo>
                  <a:lnTo>
                    <a:pt x="1042127" y="600170"/>
                  </a:lnTo>
                  <a:lnTo>
                    <a:pt x="1039663" y="600170"/>
                  </a:lnTo>
                  <a:lnTo>
                    <a:pt x="1037199" y="600170"/>
                  </a:lnTo>
                  <a:lnTo>
                    <a:pt x="1034736" y="600170"/>
                  </a:lnTo>
                  <a:lnTo>
                    <a:pt x="1032272" y="600170"/>
                  </a:lnTo>
                  <a:lnTo>
                    <a:pt x="1029808" y="600170"/>
                  </a:lnTo>
                  <a:lnTo>
                    <a:pt x="1027345" y="600170"/>
                  </a:lnTo>
                  <a:lnTo>
                    <a:pt x="1024881" y="600170"/>
                  </a:lnTo>
                  <a:lnTo>
                    <a:pt x="1022417" y="600170"/>
                  </a:lnTo>
                  <a:lnTo>
                    <a:pt x="1019954" y="600170"/>
                  </a:lnTo>
                  <a:lnTo>
                    <a:pt x="1017490" y="600170"/>
                  </a:lnTo>
                  <a:lnTo>
                    <a:pt x="1015026" y="600170"/>
                  </a:lnTo>
                  <a:lnTo>
                    <a:pt x="1012563" y="600170"/>
                  </a:lnTo>
                  <a:lnTo>
                    <a:pt x="1010099" y="600170"/>
                  </a:lnTo>
                  <a:lnTo>
                    <a:pt x="1007635" y="600170"/>
                  </a:lnTo>
                  <a:lnTo>
                    <a:pt x="1005172" y="600170"/>
                  </a:lnTo>
                  <a:lnTo>
                    <a:pt x="1002708" y="600170"/>
                  </a:lnTo>
                  <a:lnTo>
                    <a:pt x="1000244" y="600170"/>
                  </a:lnTo>
                  <a:lnTo>
                    <a:pt x="997781" y="600170"/>
                  </a:lnTo>
                  <a:lnTo>
                    <a:pt x="995317" y="600170"/>
                  </a:lnTo>
                  <a:lnTo>
                    <a:pt x="992853" y="600170"/>
                  </a:lnTo>
                  <a:lnTo>
                    <a:pt x="990390" y="600170"/>
                  </a:lnTo>
                  <a:lnTo>
                    <a:pt x="987926" y="600170"/>
                  </a:lnTo>
                  <a:lnTo>
                    <a:pt x="985463" y="600170"/>
                  </a:lnTo>
                  <a:lnTo>
                    <a:pt x="982999" y="600170"/>
                  </a:lnTo>
                  <a:lnTo>
                    <a:pt x="980535" y="600170"/>
                  </a:lnTo>
                  <a:lnTo>
                    <a:pt x="978072" y="600170"/>
                  </a:lnTo>
                  <a:lnTo>
                    <a:pt x="975608" y="600170"/>
                  </a:lnTo>
                  <a:lnTo>
                    <a:pt x="973144" y="600170"/>
                  </a:lnTo>
                  <a:lnTo>
                    <a:pt x="970681" y="600170"/>
                  </a:lnTo>
                  <a:lnTo>
                    <a:pt x="968217" y="600170"/>
                  </a:lnTo>
                  <a:lnTo>
                    <a:pt x="965753" y="600170"/>
                  </a:lnTo>
                  <a:lnTo>
                    <a:pt x="963290" y="600170"/>
                  </a:lnTo>
                  <a:lnTo>
                    <a:pt x="960826" y="600170"/>
                  </a:lnTo>
                  <a:lnTo>
                    <a:pt x="958362" y="600170"/>
                  </a:lnTo>
                  <a:lnTo>
                    <a:pt x="955899" y="600170"/>
                  </a:lnTo>
                  <a:lnTo>
                    <a:pt x="953435" y="600170"/>
                  </a:lnTo>
                  <a:lnTo>
                    <a:pt x="950971" y="600170"/>
                  </a:lnTo>
                  <a:lnTo>
                    <a:pt x="948508" y="600170"/>
                  </a:lnTo>
                  <a:lnTo>
                    <a:pt x="946044" y="600170"/>
                  </a:lnTo>
                  <a:lnTo>
                    <a:pt x="943580" y="600170"/>
                  </a:lnTo>
                  <a:lnTo>
                    <a:pt x="941117" y="600170"/>
                  </a:lnTo>
                  <a:lnTo>
                    <a:pt x="938653" y="600170"/>
                  </a:lnTo>
                  <a:lnTo>
                    <a:pt x="936189" y="600170"/>
                  </a:lnTo>
                  <a:lnTo>
                    <a:pt x="933726" y="600170"/>
                  </a:lnTo>
                  <a:lnTo>
                    <a:pt x="931262" y="600170"/>
                  </a:lnTo>
                  <a:lnTo>
                    <a:pt x="928798" y="600170"/>
                  </a:lnTo>
                  <a:lnTo>
                    <a:pt x="926335" y="600170"/>
                  </a:lnTo>
                  <a:lnTo>
                    <a:pt x="923871" y="600170"/>
                  </a:lnTo>
                  <a:lnTo>
                    <a:pt x="921407" y="600170"/>
                  </a:lnTo>
                  <a:lnTo>
                    <a:pt x="918944" y="600170"/>
                  </a:lnTo>
                  <a:lnTo>
                    <a:pt x="916480" y="600170"/>
                  </a:lnTo>
                  <a:lnTo>
                    <a:pt x="914016" y="600170"/>
                  </a:lnTo>
                  <a:lnTo>
                    <a:pt x="911553" y="600170"/>
                  </a:lnTo>
                  <a:lnTo>
                    <a:pt x="909089" y="600170"/>
                  </a:lnTo>
                  <a:lnTo>
                    <a:pt x="906625" y="600170"/>
                  </a:lnTo>
                  <a:lnTo>
                    <a:pt x="904162" y="600170"/>
                  </a:lnTo>
                  <a:lnTo>
                    <a:pt x="901698" y="600170"/>
                  </a:lnTo>
                  <a:lnTo>
                    <a:pt x="899235" y="600170"/>
                  </a:lnTo>
                  <a:lnTo>
                    <a:pt x="896771" y="600170"/>
                  </a:lnTo>
                  <a:lnTo>
                    <a:pt x="894307" y="600170"/>
                  </a:lnTo>
                  <a:lnTo>
                    <a:pt x="891844" y="600170"/>
                  </a:lnTo>
                  <a:lnTo>
                    <a:pt x="889380" y="600170"/>
                  </a:lnTo>
                  <a:lnTo>
                    <a:pt x="886916" y="600170"/>
                  </a:lnTo>
                  <a:lnTo>
                    <a:pt x="884453" y="600170"/>
                  </a:lnTo>
                  <a:lnTo>
                    <a:pt x="881989" y="600170"/>
                  </a:lnTo>
                  <a:lnTo>
                    <a:pt x="879525" y="600170"/>
                  </a:lnTo>
                  <a:lnTo>
                    <a:pt x="877062" y="600170"/>
                  </a:lnTo>
                  <a:lnTo>
                    <a:pt x="874598" y="600170"/>
                  </a:lnTo>
                  <a:lnTo>
                    <a:pt x="872134" y="600170"/>
                  </a:lnTo>
                  <a:lnTo>
                    <a:pt x="869671" y="600170"/>
                  </a:lnTo>
                  <a:lnTo>
                    <a:pt x="867207" y="600170"/>
                  </a:lnTo>
                  <a:lnTo>
                    <a:pt x="864743" y="600170"/>
                  </a:lnTo>
                  <a:lnTo>
                    <a:pt x="862280" y="600170"/>
                  </a:lnTo>
                  <a:lnTo>
                    <a:pt x="859816" y="600170"/>
                  </a:lnTo>
                  <a:lnTo>
                    <a:pt x="857352" y="600170"/>
                  </a:lnTo>
                  <a:lnTo>
                    <a:pt x="854889" y="600170"/>
                  </a:lnTo>
                  <a:lnTo>
                    <a:pt x="852425" y="600170"/>
                  </a:lnTo>
                  <a:lnTo>
                    <a:pt x="849961" y="600170"/>
                  </a:lnTo>
                  <a:lnTo>
                    <a:pt x="847498" y="600170"/>
                  </a:lnTo>
                  <a:lnTo>
                    <a:pt x="845034" y="600170"/>
                  </a:lnTo>
                  <a:lnTo>
                    <a:pt x="842570" y="600170"/>
                  </a:lnTo>
                  <a:lnTo>
                    <a:pt x="840107" y="600170"/>
                  </a:lnTo>
                  <a:lnTo>
                    <a:pt x="837643" y="600170"/>
                  </a:lnTo>
                  <a:lnTo>
                    <a:pt x="835179" y="600170"/>
                  </a:lnTo>
                  <a:lnTo>
                    <a:pt x="832716" y="600170"/>
                  </a:lnTo>
                  <a:lnTo>
                    <a:pt x="830252" y="600170"/>
                  </a:lnTo>
                  <a:lnTo>
                    <a:pt x="827788" y="600170"/>
                  </a:lnTo>
                  <a:lnTo>
                    <a:pt x="825325" y="600170"/>
                  </a:lnTo>
                  <a:lnTo>
                    <a:pt x="822861" y="600170"/>
                  </a:lnTo>
                  <a:lnTo>
                    <a:pt x="820397" y="600170"/>
                  </a:lnTo>
                  <a:lnTo>
                    <a:pt x="817934" y="600170"/>
                  </a:lnTo>
                  <a:lnTo>
                    <a:pt x="815470" y="600170"/>
                  </a:lnTo>
                  <a:lnTo>
                    <a:pt x="813006" y="600170"/>
                  </a:lnTo>
                  <a:lnTo>
                    <a:pt x="810543" y="600170"/>
                  </a:lnTo>
                  <a:lnTo>
                    <a:pt x="808079" y="600170"/>
                  </a:lnTo>
                  <a:lnTo>
                    <a:pt x="805616" y="600170"/>
                  </a:lnTo>
                  <a:lnTo>
                    <a:pt x="803152" y="600170"/>
                  </a:lnTo>
                  <a:lnTo>
                    <a:pt x="800688" y="600170"/>
                  </a:lnTo>
                  <a:lnTo>
                    <a:pt x="798225" y="600170"/>
                  </a:lnTo>
                  <a:lnTo>
                    <a:pt x="795761" y="600170"/>
                  </a:lnTo>
                  <a:lnTo>
                    <a:pt x="793297" y="600170"/>
                  </a:lnTo>
                  <a:lnTo>
                    <a:pt x="790834" y="600170"/>
                  </a:lnTo>
                  <a:lnTo>
                    <a:pt x="788370" y="600170"/>
                  </a:lnTo>
                  <a:lnTo>
                    <a:pt x="785906" y="600170"/>
                  </a:lnTo>
                  <a:lnTo>
                    <a:pt x="783443" y="600170"/>
                  </a:lnTo>
                  <a:lnTo>
                    <a:pt x="780979" y="600170"/>
                  </a:lnTo>
                  <a:lnTo>
                    <a:pt x="778515" y="600170"/>
                  </a:lnTo>
                  <a:lnTo>
                    <a:pt x="776052" y="600170"/>
                  </a:lnTo>
                  <a:lnTo>
                    <a:pt x="773588" y="600170"/>
                  </a:lnTo>
                  <a:lnTo>
                    <a:pt x="771124" y="600170"/>
                  </a:lnTo>
                  <a:lnTo>
                    <a:pt x="768661" y="600170"/>
                  </a:lnTo>
                  <a:lnTo>
                    <a:pt x="766197" y="600170"/>
                  </a:lnTo>
                  <a:lnTo>
                    <a:pt x="763733" y="600170"/>
                  </a:lnTo>
                  <a:lnTo>
                    <a:pt x="761270" y="600170"/>
                  </a:lnTo>
                  <a:lnTo>
                    <a:pt x="758806" y="600170"/>
                  </a:lnTo>
                  <a:lnTo>
                    <a:pt x="756342" y="600170"/>
                  </a:lnTo>
                  <a:lnTo>
                    <a:pt x="753879" y="600170"/>
                  </a:lnTo>
                  <a:lnTo>
                    <a:pt x="751415" y="600170"/>
                  </a:lnTo>
                  <a:lnTo>
                    <a:pt x="748951" y="600170"/>
                  </a:lnTo>
                  <a:lnTo>
                    <a:pt x="746488" y="600170"/>
                  </a:lnTo>
                  <a:lnTo>
                    <a:pt x="744024" y="600170"/>
                  </a:lnTo>
                  <a:lnTo>
                    <a:pt x="741560" y="600170"/>
                  </a:lnTo>
                  <a:lnTo>
                    <a:pt x="739097" y="600170"/>
                  </a:lnTo>
                  <a:lnTo>
                    <a:pt x="736633" y="600170"/>
                  </a:lnTo>
                  <a:lnTo>
                    <a:pt x="734169" y="600170"/>
                  </a:lnTo>
                  <a:lnTo>
                    <a:pt x="731706" y="600170"/>
                  </a:lnTo>
                  <a:lnTo>
                    <a:pt x="729242" y="600170"/>
                  </a:lnTo>
                  <a:lnTo>
                    <a:pt x="726778" y="600170"/>
                  </a:lnTo>
                  <a:lnTo>
                    <a:pt x="724315" y="600170"/>
                  </a:lnTo>
                  <a:lnTo>
                    <a:pt x="721851" y="600170"/>
                  </a:lnTo>
                  <a:lnTo>
                    <a:pt x="719388" y="600170"/>
                  </a:lnTo>
                  <a:lnTo>
                    <a:pt x="716924" y="600170"/>
                  </a:lnTo>
                  <a:lnTo>
                    <a:pt x="714460" y="600170"/>
                  </a:lnTo>
                  <a:lnTo>
                    <a:pt x="711997" y="600170"/>
                  </a:lnTo>
                  <a:lnTo>
                    <a:pt x="709533" y="600170"/>
                  </a:lnTo>
                  <a:lnTo>
                    <a:pt x="707069" y="600170"/>
                  </a:lnTo>
                  <a:lnTo>
                    <a:pt x="704606" y="600170"/>
                  </a:lnTo>
                  <a:lnTo>
                    <a:pt x="702142" y="600170"/>
                  </a:lnTo>
                  <a:lnTo>
                    <a:pt x="699678" y="600170"/>
                  </a:lnTo>
                  <a:lnTo>
                    <a:pt x="697215" y="600170"/>
                  </a:lnTo>
                  <a:lnTo>
                    <a:pt x="694751" y="600170"/>
                  </a:lnTo>
                  <a:lnTo>
                    <a:pt x="692287" y="600170"/>
                  </a:lnTo>
                  <a:lnTo>
                    <a:pt x="689824" y="600170"/>
                  </a:lnTo>
                  <a:lnTo>
                    <a:pt x="687360" y="600170"/>
                  </a:lnTo>
                  <a:lnTo>
                    <a:pt x="684896" y="600170"/>
                  </a:lnTo>
                  <a:lnTo>
                    <a:pt x="682433" y="600170"/>
                  </a:lnTo>
                  <a:lnTo>
                    <a:pt x="679969" y="600170"/>
                  </a:lnTo>
                  <a:lnTo>
                    <a:pt x="677505" y="600170"/>
                  </a:lnTo>
                  <a:lnTo>
                    <a:pt x="675042" y="600170"/>
                  </a:lnTo>
                  <a:lnTo>
                    <a:pt x="672578" y="600170"/>
                  </a:lnTo>
                  <a:lnTo>
                    <a:pt x="670114" y="600170"/>
                  </a:lnTo>
                  <a:lnTo>
                    <a:pt x="667651" y="600170"/>
                  </a:lnTo>
                  <a:lnTo>
                    <a:pt x="665187" y="600170"/>
                  </a:lnTo>
                  <a:lnTo>
                    <a:pt x="662723" y="600170"/>
                  </a:lnTo>
                  <a:lnTo>
                    <a:pt x="660260" y="600170"/>
                  </a:lnTo>
                  <a:lnTo>
                    <a:pt x="657796" y="600170"/>
                  </a:lnTo>
                  <a:lnTo>
                    <a:pt x="655332" y="600170"/>
                  </a:lnTo>
                  <a:lnTo>
                    <a:pt x="652869" y="600170"/>
                  </a:lnTo>
                  <a:lnTo>
                    <a:pt x="650405" y="600170"/>
                  </a:lnTo>
                  <a:lnTo>
                    <a:pt x="647941" y="600170"/>
                  </a:lnTo>
                  <a:lnTo>
                    <a:pt x="645478" y="600170"/>
                  </a:lnTo>
                  <a:lnTo>
                    <a:pt x="643014" y="600170"/>
                  </a:lnTo>
                  <a:lnTo>
                    <a:pt x="640550" y="600170"/>
                  </a:lnTo>
                  <a:lnTo>
                    <a:pt x="638087" y="600170"/>
                  </a:lnTo>
                  <a:lnTo>
                    <a:pt x="635623" y="600170"/>
                  </a:lnTo>
                  <a:lnTo>
                    <a:pt x="633159" y="600170"/>
                  </a:lnTo>
                  <a:lnTo>
                    <a:pt x="630696" y="600170"/>
                  </a:lnTo>
                  <a:lnTo>
                    <a:pt x="628232" y="600170"/>
                  </a:lnTo>
                  <a:lnTo>
                    <a:pt x="625769" y="600170"/>
                  </a:lnTo>
                  <a:lnTo>
                    <a:pt x="623305" y="600170"/>
                  </a:lnTo>
                  <a:lnTo>
                    <a:pt x="620841" y="600170"/>
                  </a:lnTo>
                  <a:lnTo>
                    <a:pt x="618378" y="600170"/>
                  </a:lnTo>
                  <a:lnTo>
                    <a:pt x="615914" y="600170"/>
                  </a:lnTo>
                  <a:lnTo>
                    <a:pt x="613450" y="600170"/>
                  </a:lnTo>
                  <a:lnTo>
                    <a:pt x="610987" y="600170"/>
                  </a:lnTo>
                  <a:lnTo>
                    <a:pt x="608523" y="600170"/>
                  </a:lnTo>
                  <a:lnTo>
                    <a:pt x="606059" y="600170"/>
                  </a:lnTo>
                  <a:lnTo>
                    <a:pt x="603596" y="600170"/>
                  </a:lnTo>
                  <a:lnTo>
                    <a:pt x="601132" y="600170"/>
                  </a:lnTo>
                  <a:lnTo>
                    <a:pt x="598668" y="600170"/>
                  </a:lnTo>
                  <a:lnTo>
                    <a:pt x="596205" y="600170"/>
                  </a:lnTo>
                  <a:lnTo>
                    <a:pt x="593741" y="600170"/>
                  </a:lnTo>
                  <a:lnTo>
                    <a:pt x="591277" y="600170"/>
                  </a:lnTo>
                  <a:lnTo>
                    <a:pt x="588814" y="600170"/>
                  </a:lnTo>
                  <a:lnTo>
                    <a:pt x="586350" y="600170"/>
                  </a:lnTo>
                  <a:lnTo>
                    <a:pt x="583886" y="600170"/>
                  </a:lnTo>
                  <a:lnTo>
                    <a:pt x="581423" y="600170"/>
                  </a:lnTo>
                  <a:lnTo>
                    <a:pt x="578959" y="600170"/>
                  </a:lnTo>
                  <a:lnTo>
                    <a:pt x="576495" y="600170"/>
                  </a:lnTo>
                  <a:lnTo>
                    <a:pt x="574032" y="600170"/>
                  </a:lnTo>
                  <a:lnTo>
                    <a:pt x="571568" y="600170"/>
                  </a:lnTo>
                  <a:lnTo>
                    <a:pt x="569104" y="600170"/>
                  </a:lnTo>
                  <a:lnTo>
                    <a:pt x="566641" y="600170"/>
                  </a:lnTo>
                  <a:lnTo>
                    <a:pt x="564177" y="600170"/>
                  </a:lnTo>
                  <a:lnTo>
                    <a:pt x="561713" y="600170"/>
                  </a:lnTo>
                  <a:lnTo>
                    <a:pt x="559250" y="600170"/>
                  </a:lnTo>
                  <a:lnTo>
                    <a:pt x="556786" y="600170"/>
                  </a:lnTo>
                  <a:lnTo>
                    <a:pt x="554322" y="600170"/>
                  </a:lnTo>
                  <a:lnTo>
                    <a:pt x="551859" y="600170"/>
                  </a:lnTo>
                  <a:lnTo>
                    <a:pt x="549395" y="600170"/>
                  </a:lnTo>
                  <a:lnTo>
                    <a:pt x="546931" y="600170"/>
                  </a:lnTo>
                  <a:lnTo>
                    <a:pt x="544468" y="600170"/>
                  </a:lnTo>
                  <a:lnTo>
                    <a:pt x="542004" y="600170"/>
                  </a:lnTo>
                  <a:lnTo>
                    <a:pt x="539541" y="600170"/>
                  </a:lnTo>
                  <a:lnTo>
                    <a:pt x="537077" y="600170"/>
                  </a:lnTo>
                  <a:lnTo>
                    <a:pt x="534613" y="600170"/>
                  </a:lnTo>
                  <a:lnTo>
                    <a:pt x="532150" y="600170"/>
                  </a:lnTo>
                  <a:lnTo>
                    <a:pt x="529686" y="600170"/>
                  </a:lnTo>
                  <a:lnTo>
                    <a:pt x="527222" y="600170"/>
                  </a:lnTo>
                  <a:lnTo>
                    <a:pt x="524759" y="600170"/>
                  </a:lnTo>
                  <a:lnTo>
                    <a:pt x="522295" y="600170"/>
                  </a:lnTo>
                  <a:lnTo>
                    <a:pt x="519831" y="600170"/>
                  </a:lnTo>
                  <a:lnTo>
                    <a:pt x="517368" y="600170"/>
                  </a:lnTo>
                  <a:lnTo>
                    <a:pt x="514904" y="600170"/>
                  </a:lnTo>
                  <a:lnTo>
                    <a:pt x="512440" y="600170"/>
                  </a:lnTo>
                  <a:lnTo>
                    <a:pt x="509977" y="600170"/>
                  </a:lnTo>
                  <a:lnTo>
                    <a:pt x="507513" y="600170"/>
                  </a:lnTo>
                  <a:lnTo>
                    <a:pt x="505049" y="600170"/>
                  </a:lnTo>
                  <a:lnTo>
                    <a:pt x="502586" y="600170"/>
                  </a:lnTo>
                  <a:lnTo>
                    <a:pt x="500122" y="600170"/>
                  </a:lnTo>
                  <a:lnTo>
                    <a:pt x="497658" y="600170"/>
                  </a:lnTo>
                  <a:lnTo>
                    <a:pt x="495195" y="600170"/>
                  </a:lnTo>
                  <a:lnTo>
                    <a:pt x="492731" y="600170"/>
                  </a:lnTo>
                  <a:lnTo>
                    <a:pt x="490267" y="600170"/>
                  </a:lnTo>
                  <a:lnTo>
                    <a:pt x="487804" y="600170"/>
                  </a:lnTo>
                  <a:lnTo>
                    <a:pt x="485340" y="600170"/>
                  </a:lnTo>
                  <a:lnTo>
                    <a:pt x="482876" y="600170"/>
                  </a:lnTo>
                  <a:lnTo>
                    <a:pt x="480413" y="600170"/>
                  </a:lnTo>
                  <a:lnTo>
                    <a:pt x="477949" y="600170"/>
                  </a:lnTo>
                  <a:lnTo>
                    <a:pt x="475485" y="600170"/>
                  </a:lnTo>
                  <a:lnTo>
                    <a:pt x="473022" y="600170"/>
                  </a:lnTo>
                  <a:lnTo>
                    <a:pt x="470558" y="600170"/>
                  </a:lnTo>
                  <a:lnTo>
                    <a:pt x="468094" y="600170"/>
                  </a:lnTo>
                  <a:lnTo>
                    <a:pt x="465631" y="600170"/>
                  </a:lnTo>
                  <a:lnTo>
                    <a:pt x="463167" y="600170"/>
                  </a:lnTo>
                  <a:lnTo>
                    <a:pt x="460703" y="600170"/>
                  </a:lnTo>
                  <a:lnTo>
                    <a:pt x="458240" y="600170"/>
                  </a:lnTo>
                  <a:lnTo>
                    <a:pt x="455776" y="600170"/>
                  </a:lnTo>
                  <a:lnTo>
                    <a:pt x="453312" y="600170"/>
                  </a:lnTo>
                  <a:lnTo>
                    <a:pt x="450849" y="600170"/>
                  </a:lnTo>
                  <a:lnTo>
                    <a:pt x="448385" y="600170"/>
                  </a:lnTo>
                  <a:lnTo>
                    <a:pt x="445922" y="600170"/>
                  </a:lnTo>
                  <a:lnTo>
                    <a:pt x="443458" y="600170"/>
                  </a:lnTo>
                  <a:lnTo>
                    <a:pt x="440994" y="600170"/>
                  </a:lnTo>
                  <a:lnTo>
                    <a:pt x="438531" y="600170"/>
                  </a:lnTo>
                  <a:lnTo>
                    <a:pt x="436067" y="600170"/>
                  </a:lnTo>
                  <a:lnTo>
                    <a:pt x="433603" y="600170"/>
                  </a:lnTo>
                  <a:lnTo>
                    <a:pt x="431140" y="600170"/>
                  </a:lnTo>
                  <a:lnTo>
                    <a:pt x="428676" y="600170"/>
                  </a:lnTo>
                  <a:lnTo>
                    <a:pt x="426212" y="600170"/>
                  </a:lnTo>
                  <a:lnTo>
                    <a:pt x="423749" y="600170"/>
                  </a:lnTo>
                  <a:lnTo>
                    <a:pt x="421285" y="600170"/>
                  </a:lnTo>
                  <a:lnTo>
                    <a:pt x="418821" y="600170"/>
                  </a:lnTo>
                  <a:lnTo>
                    <a:pt x="416358" y="600170"/>
                  </a:lnTo>
                  <a:lnTo>
                    <a:pt x="413894" y="600170"/>
                  </a:lnTo>
                  <a:lnTo>
                    <a:pt x="411430" y="600170"/>
                  </a:lnTo>
                  <a:lnTo>
                    <a:pt x="408967" y="600170"/>
                  </a:lnTo>
                  <a:lnTo>
                    <a:pt x="406503" y="600170"/>
                  </a:lnTo>
                  <a:lnTo>
                    <a:pt x="404039" y="600170"/>
                  </a:lnTo>
                  <a:lnTo>
                    <a:pt x="401576" y="600170"/>
                  </a:lnTo>
                  <a:lnTo>
                    <a:pt x="399112" y="600170"/>
                  </a:lnTo>
                  <a:lnTo>
                    <a:pt x="396648" y="600170"/>
                  </a:lnTo>
                  <a:lnTo>
                    <a:pt x="394185" y="600170"/>
                  </a:lnTo>
                  <a:lnTo>
                    <a:pt x="391721" y="600170"/>
                  </a:lnTo>
                  <a:lnTo>
                    <a:pt x="389257" y="600170"/>
                  </a:lnTo>
                  <a:lnTo>
                    <a:pt x="386794" y="600170"/>
                  </a:lnTo>
                  <a:lnTo>
                    <a:pt x="384330" y="600170"/>
                  </a:lnTo>
                  <a:lnTo>
                    <a:pt x="381866" y="600170"/>
                  </a:lnTo>
                  <a:lnTo>
                    <a:pt x="379403" y="600170"/>
                  </a:lnTo>
                  <a:lnTo>
                    <a:pt x="376939" y="600170"/>
                  </a:lnTo>
                  <a:lnTo>
                    <a:pt x="374475" y="600170"/>
                  </a:lnTo>
                  <a:lnTo>
                    <a:pt x="372012" y="600170"/>
                  </a:lnTo>
                  <a:lnTo>
                    <a:pt x="369548" y="600170"/>
                  </a:lnTo>
                  <a:lnTo>
                    <a:pt x="367084" y="600170"/>
                  </a:lnTo>
                  <a:lnTo>
                    <a:pt x="364621" y="600170"/>
                  </a:lnTo>
                  <a:lnTo>
                    <a:pt x="362157" y="600170"/>
                  </a:lnTo>
                  <a:lnTo>
                    <a:pt x="359694" y="600170"/>
                  </a:lnTo>
                  <a:lnTo>
                    <a:pt x="357230" y="600170"/>
                  </a:lnTo>
                  <a:lnTo>
                    <a:pt x="354766" y="600170"/>
                  </a:lnTo>
                  <a:lnTo>
                    <a:pt x="352303" y="600170"/>
                  </a:lnTo>
                  <a:lnTo>
                    <a:pt x="349839" y="600170"/>
                  </a:lnTo>
                  <a:lnTo>
                    <a:pt x="347375" y="600170"/>
                  </a:lnTo>
                  <a:lnTo>
                    <a:pt x="344912" y="600170"/>
                  </a:lnTo>
                  <a:lnTo>
                    <a:pt x="342448" y="600170"/>
                  </a:lnTo>
                  <a:lnTo>
                    <a:pt x="339984" y="600170"/>
                  </a:lnTo>
                  <a:lnTo>
                    <a:pt x="337521" y="600170"/>
                  </a:lnTo>
                  <a:lnTo>
                    <a:pt x="335057" y="600170"/>
                  </a:lnTo>
                  <a:lnTo>
                    <a:pt x="332593" y="600170"/>
                  </a:lnTo>
                  <a:lnTo>
                    <a:pt x="330130" y="600170"/>
                  </a:lnTo>
                  <a:lnTo>
                    <a:pt x="327666" y="600170"/>
                  </a:lnTo>
                  <a:lnTo>
                    <a:pt x="325202" y="600170"/>
                  </a:lnTo>
                  <a:lnTo>
                    <a:pt x="322739" y="600170"/>
                  </a:lnTo>
                  <a:lnTo>
                    <a:pt x="320275" y="600170"/>
                  </a:lnTo>
                  <a:lnTo>
                    <a:pt x="317811" y="600170"/>
                  </a:lnTo>
                  <a:lnTo>
                    <a:pt x="315348" y="600170"/>
                  </a:lnTo>
                  <a:lnTo>
                    <a:pt x="312884" y="600170"/>
                  </a:lnTo>
                  <a:lnTo>
                    <a:pt x="310420" y="600170"/>
                  </a:lnTo>
                  <a:lnTo>
                    <a:pt x="307957" y="600170"/>
                  </a:lnTo>
                  <a:lnTo>
                    <a:pt x="305493" y="600170"/>
                  </a:lnTo>
                  <a:lnTo>
                    <a:pt x="303029" y="600170"/>
                  </a:lnTo>
                  <a:lnTo>
                    <a:pt x="300566" y="600170"/>
                  </a:lnTo>
                  <a:lnTo>
                    <a:pt x="298102" y="600170"/>
                  </a:lnTo>
                  <a:lnTo>
                    <a:pt x="295638" y="600170"/>
                  </a:lnTo>
                  <a:lnTo>
                    <a:pt x="293175" y="600170"/>
                  </a:lnTo>
                  <a:lnTo>
                    <a:pt x="290711" y="600170"/>
                  </a:lnTo>
                  <a:lnTo>
                    <a:pt x="288247" y="600170"/>
                  </a:lnTo>
                  <a:lnTo>
                    <a:pt x="285784" y="600170"/>
                  </a:lnTo>
                  <a:lnTo>
                    <a:pt x="283320" y="600170"/>
                  </a:lnTo>
                  <a:lnTo>
                    <a:pt x="280856" y="600170"/>
                  </a:lnTo>
                  <a:lnTo>
                    <a:pt x="278393" y="600170"/>
                  </a:lnTo>
                  <a:lnTo>
                    <a:pt x="275929" y="600170"/>
                  </a:lnTo>
                  <a:lnTo>
                    <a:pt x="273465" y="600170"/>
                  </a:lnTo>
                  <a:lnTo>
                    <a:pt x="271002" y="600170"/>
                  </a:lnTo>
                  <a:lnTo>
                    <a:pt x="268538" y="600170"/>
                  </a:lnTo>
                  <a:lnTo>
                    <a:pt x="266075" y="600170"/>
                  </a:lnTo>
                  <a:lnTo>
                    <a:pt x="263611" y="600170"/>
                  </a:lnTo>
                  <a:lnTo>
                    <a:pt x="261147" y="600170"/>
                  </a:lnTo>
                  <a:lnTo>
                    <a:pt x="258684" y="600170"/>
                  </a:lnTo>
                  <a:lnTo>
                    <a:pt x="256220" y="600170"/>
                  </a:lnTo>
                  <a:lnTo>
                    <a:pt x="253756" y="600170"/>
                  </a:lnTo>
                  <a:lnTo>
                    <a:pt x="251293" y="600170"/>
                  </a:lnTo>
                  <a:lnTo>
                    <a:pt x="248829" y="600170"/>
                  </a:lnTo>
                  <a:lnTo>
                    <a:pt x="246365" y="600170"/>
                  </a:lnTo>
                  <a:lnTo>
                    <a:pt x="243902" y="600170"/>
                  </a:lnTo>
                  <a:lnTo>
                    <a:pt x="241438" y="600170"/>
                  </a:lnTo>
                  <a:lnTo>
                    <a:pt x="238974" y="600170"/>
                  </a:lnTo>
                  <a:lnTo>
                    <a:pt x="236511" y="600170"/>
                  </a:lnTo>
                  <a:lnTo>
                    <a:pt x="234047" y="600170"/>
                  </a:lnTo>
                  <a:lnTo>
                    <a:pt x="231583" y="600170"/>
                  </a:lnTo>
                  <a:lnTo>
                    <a:pt x="229120" y="600170"/>
                  </a:lnTo>
                  <a:lnTo>
                    <a:pt x="226656" y="600170"/>
                  </a:lnTo>
                  <a:lnTo>
                    <a:pt x="224192" y="600170"/>
                  </a:lnTo>
                  <a:lnTo>
                    <a:pt x="221729" y="600170"/>
                  </a:lnTo>
                  <a:lnTo>
                    <a:pt x="219265" y="600170"/>
                  </a:lnTo>
                  <a:lnTo>
                    <a:pt x="216801" y="600170"/>
                  </a:lnTo>
                  <a:lnTo>
                    <a:pt x="214338" y="600170"/>
                  </a:lnTo>
                  <a:lnTo>
                    <a:pt x="211874" y="600170"/>
                  </a:lnTo>
                  <a:lnTo>
                    <a:pt x="209410" y="600170"/>
                  </a:lnTo>
                  <a:lnTo>
                    <a:pt x="206947" y="600170"/>
                  </a:lnTo>
                  <a:lnTo>
                    <a:pt x="204483" y="600170"/>
                  </a:lnTo>
                  <a:lnTo>
                    <a:pt x="202019" y="600170"/>
                  </a:lnTo>
                  <a:lnTo>
                    <a:pt x="199556" y="600170"/>
                  </a:lnTo>
                  <a:lnTo>
                    <a:pt x="197092" y="600170"/>
                  </a:lnTo>
                  <a:lnTo>
                    <a:pt x="194628" y="600170"/>
                  </a:lnTo>
                  <a:lnTo>
                    <a:pt x="192165" y="600170"/>
                  </a:lnTo>
                  <a:lnTo>
                    <a:pt x="189701" y="600170"/>
                  </a:lnTo>
                  <a:lnTo>
                    <a:pt x="187237" y="600170"/>
                  </a:lnTo>
                  <a:lnTo>
                    <a:pt x="184774" y="600170"/>
                  </a:lnTo>
                  <a:lnTo>
                    <a:pt x="182310" y="600170"/>
                  </a:lnTo>
                  <a:lnTo>
                    <a:pt x="179847" y="600170"/>
                  </a:lnTo>
                  <a:lnTo>
                    <a:pt x="177383" y="600170"/>
                  </a:lnTo>
                  <a:lnTo>
                    <a:pt x="174919" y="600170"/>
                  </a:lnTo>
                  <a:lnTo>
                    <a:pt x="172456" y="600170"/>
                  </a:lnTo>
                  <a:lnTo>
                    <a:pt x="169992" y="600170"/>
                  </a:lnTo>
                  <a:lnTo>
                    <a:pt x="167528" y="600170"/>
                  </a:lnTo>
                  <a:lnTo>
                    <a:pt x="165065" y="600170"/>
                  </a:lnTo>
                  <a:lnTo>
                    <a:pt x="162601" y="600170"/>
                  </a:lnTo>
                  <a:lnTo>
                    <a:pt x="160137" y="600170"/>
                  </a:lnTo>
                  <a:lnTo>
                    <a:pt x="157674" y="600170"/>
                  </a:lnTo>
                  <a:lnTo>
                    <a:pt x="155210" y="600170"/>
                  </a:lnTo>
                  <a:lnTo>
                    <a:pt x="152746" y="600170"/>
                  </a:lnTo>
                  <a:lnTo>
                    <a:pt x="150283" y="600170"/>
                  </a:lnTo>
                  <a:lnTo>
                    <a:pt x="147819" y="600170"/>
                  </a:lnTo>
                  <a:lnTo>
                    <a:pt x="145355" y="600170"/>
                  </a:lnTo>
                  <a:lnTo>
                    <a:pt x="142892" y="600170"/>
                  </a:lnTo>
                  <a:lnTo>
                    <a:pt x="140428" y="600170"/>
                  </a:lnTo>
                  <a:lnTo>
                    <a:pt x="137964" y="600170"/>
                  </a:lnTo>
                  <a:lnTo>
                    <a:pt x="135501" y="600170"/>
                  </a:lnTo>
                  <a:lnTo>
                    <a:pt x="133037" y="600170"/>
                  </a:lnTo>
                  <a:lnTo>
                    <a:pt x="130573" y="600170"/>
                  </a:lnTo>
                  <a:lnTo>
                    <a:pt x="128110" y="600170"/>
                  </a:lnTo>
                  <a:lnTo>
                    <a:pt x="125646" y="600170"/>
                  </a:lnTo>
                  <a:lnTo>
                    <a:pt x="123182" y="600170"/>
                  </a:lnTo>
                  <a:lnTo>
                    <a:pt x="120719" y="600170"/>
                  </a:lnTo>
                  <a:lnTo>
                    <a:pt x="118255" y="600170"/>
                  </a:lnTo>
                  <a:lnTo>
                    <a:pt x="115791" y="600170"/>
                  </a:lnTo>
                  <a:lnTo>
                    <a:pt x="113328" y="600170"/>
                  </a:lnTo>
                  <a:lnTo>
                    <a:pt x="110864" y="600170"/>
                  </a:lnTo>
                  <a:lnTo>
                    <a:pt x="108400" y="600170"/>
                  </a:lnTo>
                  <a:lnTo>
                    <a:pt x="105937" y="600170"/>
                  </a:lnTo>
                  <a:lnTo>
                    <a:pt x="103473" y="600170"/>
                  </a:lnTo>
                  <a:lnTo>
                    <a:pt x="101009" y="600170"/>
                  </a:lnTo>
                  <a:lnTo>
                    <a:pt x="98546" y="600170"/>
                  </a:lnTo>
                  <a:lnTo>
                    <a:pt x="96082" y="600170"/>
                  </a:lnTo>
                  <a:lnTo>
                    <a:pt x="93618" y="600170"/>
                  </a:lnTo>
                  <a:lnTo>
                    <a:pt x="91155" y="600170"/>
                  </a:lnTo>
                  <a:lnTo>
                    <a:pt x="88691" y="600170"/>
                  </a:lnTo>
                  <a:lnTo>
                    <a:pt x="86228" y="600170"/>
                  </a:lnTo>
                  <a:lnTo>
                    <a:pt x="83764" y="600170"/>
                  </a:lnTo>
                  <a:lnTo>
                    <a:pt x="81300" y="600170"/>
                  </a:lnTo>
                  <a:lnTo>
                    <a:pt x="78837" y="600170"/>
                  </a:lnTo>
                  <a:lnTo>
                    <a:pt x="76373" y="600170"/>
                  </a:lnTo>
                  <a:lnTo>
                    <a:pt x="73909" y="600170"/>
                  </a:lnTo>
                  <a:lnTo>
                    <a:pt x="71446" y="600170"/>
                  </a:lnTo>
                  <a:lnTo>
                    <a:pt x="68982" y="600170"/>
                  </a:lnTo>
                  <a:lnTo>
                    <a:pt x="66518" y="600170"/>
                  </a:lnTo>
                  <a:lnTo>
                    <a:pt x="64055" y="600170"/>
                  </a:lnTo>
                  <a:lnTo>
                    <a:pt x="61591" y="600170"/>
                  </a:lnTo>
                  <a:lnTo>
                    <a:pt x="59127" y="600170"/>
                  </a:lnTo>
                  <a:lnTo>
                    <a:pt x="56664" y="600170"/>
                  </a:lnTo>
                  <a:lnTo>
                    <a:pt x="54200" y="600170"/>
                  </a:lnTo>
                  <a:lnTo>
                    <a:pt x="51736" y="600170"/>
                  </a:lnTo>
                  <a:lnTo>
                    <a:pt x="49273" y="600170"/>
                  </a:lnTo>
                  <a:lnTo>
                    <a:pt x="46809" y="600170"/>
                  </a:lnTo>
                  <a:lnTo>
                    <a:pt x="44345" y="600170"/>
                  </a:lnTo>
                  <a:lnTo>
                    <a:pt x="41882" y="600170"/>
                  </a:lnTo>
                  <a:lnTo>
                    <a:pt x="39418" y="600170"/>
                  </a:lnTo>
                  <a:lnTo>
                    <a:pt x="36954" y="600170"/>
                  </a:lnTo>
                  <a:lnTo>
                    <a:pt x="34491" y="600170"/>
                  </a:lnTo>
                  <a:lnTo>
                    <a:pt x="32027" y="600170"/>
                  </a:lnTo>
                  <a:lnTo>
                    <a:pt x="29563" y="600170"/>
                  </a:lnTo>
                  <a:lnTo>
                    <a:pt x="27100" y="600170"/>
                  </a:lnTo>
                  <a:lnTo>
                    <a:pt x="24636" y="600170"/>
                  </a:lnTo>
                  <a:lnTo>
                    <a:pt x="22172" y="600170"/>
                  </a:lnTo>
                  <a:lnTo>
                    <a:pt x="19709" y="600170"/>
                  </a:lnTo>
                  <a:lnTo>
                    <a:pt x="17245" y="600170"/>
                  </a:lnTo>
                  <a:lnTo>
                    <a:pt x="14781" y="600170"/>
                  </a:lnTo>
                  <a:lnTo>
                    <a:pt x="12318" y="600170"/>
                  </a:lnTo>
                  <a:lnTo>
                    <a:pt x="9854" y="600170"/>
                  </a:lnTo>
                  <a:lnTo>
                    <a:pt x="7390" y="600170"/>
                  </a:lnTo>
                  <a:lnTo>
                    <a:pt x="4927" y="600170"/>
                  </a:lnTo>
                  <a:lnTo>
                    <a:pt x="2463" y="600170"/>
                  </a:lnTo>
                  <a:lnTo>
                    <a:pt x="0" y="60017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909616" y="5553727"/>
              <a:ext cx="1258929" cy="596123"/>
            </a:xfrm>
            <a:custGeom>
              <a:avLst/>
              <a:pathLst>
                <a:path w="1258929" h="596123">
                  <a:moveTo>
                    <a:pt x="0" y="583470"/>
                  </a:moveTo>
                  <a:lnTo>
                    <a:pt x="2463" y="581632"/>
                  </a:lnTo>
                  <a:lnTo>
                    <a:pt x="4927" y="579622"/>
                  </a:lnTo>
                  <a:lnTo>
                    <a:pt x="7390" y="577459"/>
                  </a:lnTo>
                  <a:lnTo>
                    <a:pt x="9854" y="575136"/>
                  </a:lnTo>
                  <a:lnTo>
                    <a:pt x="12318" y="572549"/>
                  </a:lnTo>
                  <a:lnTo>
                    <a:pt x="14781" y="569771"/>
                  </a:lnTo>
                  <a:lnTo>
                    <a:pt x="17245" y="566801"/>
                  </a:lnTo>
                  <a:lnTo>
                    <a:pt x="19709" y="563610"/>
                  </a:lnTo>
                  <a:lnTo>
                    <a:pt x="22172" y="560109"/>
                  </a:lnTo>
                  <a:lnTo>
                    <a:pt x="24636" y="556383"/>
                  </a:lnTo>
                  <a:lnTo>
                    <a:pt x="27100" y="552427"/>
                  </a:lnTo>
                  <a:lnTo>
                    <a:pt x="29563" y="548173"/>
                  </a:lnTo>
                  <a:lnTo>
                    <a:pt x="32027" y="543588"/>
                  </a:lnTo>
                  <a:lnTo>
                    <a:pt x="34491" y="538742"/>
                  </a:lnTo>
                  <a:lnTo>
                    <a:pt x="36954" y="533631"/>
                  </a:lnTo>
                  <a:lnTo>
                    <a:pt x="39418" y="528141"/>
                  </a:lnTo>
                  <a:lnTo>
                    <a:pt x="41882" y="522317"/>
                  </a:lnTo>
                  <a:lnTo>
                    <a:pt x="44345" y="516205"/>
                  </a:lnTo>
                  <a:lnTo>
                    <a:pt x="46809" y="509803"/>
                  </a:lnTo>
                  <a:lnTo>
                    <a:pt x="49273" y="502946"/>
                  </a:lnTo>
                  <a:lnTo>
                    <a:pt x="51736" y="495775"/>
                  </a:lnTo>
                  <a:lnTo>
                    <a:pt x="54200" y="488302"/>
                  </a:lnTo>
                  <a:lnTo>
                    <a:pt x="56664" y="480494"/>
                  </a:lnTo>
                  <a:lnTo>
                    <a:pt x="59127" y="472240"/>
                  </a:lnTo>
                  <a:lnTo>
                    <a:pt x="61591" y="463684"/>
                  </a:lnTo>
                  <a:lnTo>
                    <a:pt x="64055" y="454828"/>
                  </a:lnTo>
                  <a:lnTo>
                    <a:pt x="66518" y="445603"/>
                  </a:lnTo>
                  <a:lnTo>
                    <a:pt x="68982" y="435995"/>
                  </a:lnTo>
                  <a:lnTo>
                    <a:pt x="71446" y="426106"/>
                  </a:lnTo>
                  <a:lnTo>
                    <a:pt x="73909" y="415940"/>
                  </a:lnTo>
                  <a:lnTo>
                    <a:pt x="76373" y="405408"/>
                  </a:lnTo>
                  <a:lnTo>
                    <a:pt x="78837" y="394580"/>
                  </a:lnTo>
                  <a:lnTo>
                    <a:pt x="81300" y="383514"/>
                  </a:lnTo>
                  <a:lnTo>
                    <a:pt x="83764" y="372220"/>
                  </a:lnTo>
                  <a:lnTo>
                    <a:pt x="86228" y="360609"/>
                  </a:lnTo>
                  <a:lnTo>
                    <a:pt x="88691" y="348805"/>
                  </a:lnTo>
                  <a:lnTo>
                    <a:pt x="91155" y="336831"/>
                  </a:lnTo>
                  <a:lnTo>
                    <a:pt x="93618" y="324686"/>
                  </a:lnTo>
                  <a:lnTo>
                    <a:pt x="96082" y="312354"/>
                  </a:lnTo>
                  <a:lnTo>
                    <a:pt x="98546" y="299924"/>
                  </a:lnTo>
                  <a:lnTo>
                    <a:pt x="101009" y="287410"/>
                  </a:lnTo>
                  <a:lnTo>
                    <a:pt x="103473" y="274820"/>
                  </a:lnTo>
                  <a:lnTo>
                    <a:pt x="105937" y="262194"/>
                  </a:lnTo>
                  <a:lnTo>
                    <a:pt x="108400" y="249570"/>
                  </a:lnTo>
                  <a:lnTo>
                    <a:pt x="110864" y="236963"/>
                  </a:lnTo>
                  <a:lnTo>
                    <a:pt x="113328" y="224421"/>
                  </a:lnTo>
                  <a:lnTo>
                    <a:pt x="115791" y="211979"/>
                  </a:lnTo>
                  <a:lnTo>
                    <a:pt x="118255" y="199646"/>
                  </a:lnTo>
                  <a:lnTo>
                    <a:pt x="120719" y="187438"/>
                  </a:lnTo>
                  <a:lnTo>
                    <a:pt x="123182" y="175471"/>
                  </a:lnTo>
                  <a:lnTo>
                    <a:pt x="125646" y="163711"/>
                  </a:lnTo>
                  <a:lnTo>
                    <a:pt x="128110" y="152165"/>
                  </a:lnTo>
                  <a:lnTo>
                    <a:pt x="130573" y="140870"/>
                  </a:lnTo>
                  <a:lnTo>
                    <a:pt x="133037" y="129969"/>
                  </a:lnTo>
                  <a:lnTo>
                    <a:pt x="135501" y="119361"/>
                  </a:lnTo>
                  <a:lnTo>
                    <a:pt x="137964" y="109061"/>
                  </a:lnTo>
                  <a:lnTo>
                    <a:pt x="140428" y="99161"/>
                  </a:lnTo>
                  <a:lnTo>
                    <a:pt x="142892" y="89734"/>
                  </a:lnTo>
                  <a:lnTo>
                    <a:pt x="145355" y="80678"/>
                  </a:lnTo>
                  <a:lnTo>
                    <a:pt x="147819" y="72002"/>
                  </a:lnTo>
                  <a:lnTo>
                    <a:pt x="150283" y="63870"/>
                  </a:lnTo>
                  <a:lnTo>
                    <a:pt x="152746" y="56232"/>
                  </a:lnTo>
                  <a:lnTo>
                    <a:pt x="155210" y="49016"/>
                  </a:lnTo>
                  <a:lnTo>
                    <a:pt x="157674" y="42226"/>
                  </a:lnTo>
                  <a:lnTo>
                    <a:pt x="160137" y="36093"/>
                  </a:lnTo>
                  <a:lnTo>
                    <a:pt x="162601" y="30427"/>
                  </a:lnTo>
                  <a:lnTo>
                    <a:pt x="165065" y="25200"/>
                  </a:lnTo>
                  <a:lnTo>
                    <a:pt x="167528" y="20452"/>
                  </a:lnTo>
                  <a:lnTo>
                    <a:pt x="169992" y="16356"/>
                  </a:lnTo>
                  <a:lnTo>
                    <a:pt x="172456" y="12693"/>
                  </a:lnTo>
                  <a:lnTo>
                    <a:pt x="174919" y="9459"/>
                  </a:lnTo>
                  <a:lnTo>
                    <a:pt x="177383" y="6742"/>
                  </a:lnTo>
                  <a:lnTo>
                    <a:pt x="179847" y="4576"/>
                  </a:lnTo>
                  <a:lnTo>
                    <a:pt x="182310" y="2806"/>
                  </a:lnTo>
                  <a:lnTo>
                    <a:pt x="184774" y="1426"/>
                  </a:lnTo>
                  <a:lnTo>
                    <a:pt x="187237" y="555"/>
                  </a:lnTo>
                  <a:lnTo>
                    <a:pt x="189701" y="109"/>
                  </a:lnTo>
                  <a:lnTo>
                    <a:pt x="192165" y="0"/>
                  </a:lnTo>
                  <a:lnTo>
                    <a:pt x="194628" y="217"/>
                  </a:lnTo>
                  <a:lnTo>
                    <a:pt x="197092" y="891"/>
                  </a:lnTo>
                  <a:lnTo>
                    <a:pt x="199556" y="1861"/>
                  </a:lnTo>
                  <a:lnTo>
                    <a:pt x="202019" y="3093"/>
                  </a:lnTo>
                  <a:lnTo>
                    <a:pt x="204483" y="4594"/>
                  </a:lnTo>
                  <a:lnTo>
                    <a:pt x="206947" y="6426"/>
                  </a:lnTo>
                  <a:lnTo>
                    <a:pt x="209410" y="8455"/>
                  </a:lnTo>
                  <a:lnTo>
                    <a:pt x="211874" y="10669"/>
                  </a:lnTo>
                  <a:lnTo>
                    <a:pt x="214338" y="13086"/>
                  </a:lnTo>
                  <a:lnTo>
                    <a:pt x="216801" y="15695"/>
                  </a:lnTo>
                  <a:lnTo>
                    <a:pt x="219265" y="18426"/>
                  </a:lnTo>
                  <a:lnTo>
                    <a:pt x="221729" y="21268"/>
                  </a:lnTo>
                  <a:lnTo>
                    <a:pt x="224192" y="24236"/>
                  </a:lnTo>
                  <a:lnTo>
                    <a:pt x="226656" y="27291"/>
                  </a:lnTo>
                  <a:lnTo>
                    <a:pt x="229120" y="30406"/>
                  </a:lnTo>
                  <a:lnTo>
                    <a:pt x="231583" y="33572"/>
                  </a:lnTo>
                  <a:lnTo>
                    <a:pt x="234047" y="36791"/>
                  </a:lnTo>
                  <a:lnTo>
                    <a:pt x="236511" y="40032"/>
                  </a:lnTo>
                  <a:lnTo>
                    <a:pt x="238974" y="43288"/>
                  </a:lnTo>
                  <a:lnTo>
                    <a:pt x="241438" y="46553"/>
                  </a:lnTo>
                  <a:lnTo>
                    <a:pt x="243902" y="49817"/>
                  </a:lnTo>
                  <a:lnTo>
                    <a:pt x="246365" y="53073"/>
                  </a:lnTo>
                  <a:lnTo>
                    <a:pt x="248829" y="56320"/>
                  </a:lnTo>
                  <a:lnTo>
                    <a:pt x="251293" y="59550"/>
                  </a:lnTo>
                  <a:lnTo>
                    <a:pt x="253756" y="62760"/>
                  </a:lnTo>
                  <a:lnTo>
                    <a:pt x="256220" y="65955"/>
                  </a:lnTo>
                  <a:lnTo>
                    <a:pt x="258684" y="69134"/>
                  </a:lnTo>
                  <a:lnTo>
                    <a:pt x="261147" y="72293"/>
                  </a:lnTo>
                  <a:lnTo>
                    <a:pt x="263611" y="75439"/>
                  </a:lnTo>
                  <a:lnTo>
                    <a:pt x="266075" y="78577"/>
                  </a:lnTo>
                  <a:lnTo>
                    <a:pt x="268538" y="81709"/>
                  </a:lnTo>
                  <a:lnTo>
                    <a:pt x="271002" y="84840"/>
                  </a:lnTo>
                  <a:lnTo>
                    <a:pt x="273465" y="87977"/>
                  </a:lnTo>
                  <a:lnTo>
                    <a:pt x="275929" y="91123"/>
                  </a:lnTo>
                  <a:lnTo>
                    <a:pt x="278393" y="94282"/>
                  </a:lnTo>
                  <a:lnTo>
                    <a:pt x="280856" y="97472"/>
                  </a:lnTo>
                  <a:lnTo>
                    <a:pt x="283320" y="100689"/>
                  </a:lnTo>
                  <a:lnTo>
                    <a:pt x="285784" y="103936"/>
                  </a:lnTo>
                  <a:lnTo>
                    <a:pt x="288247" y="107225"/>
                  </a:lnTo>
                  <a:lnTo>
                    <a:pt x="290711" y="110571"/>
                  </a:lnTo>
                  <a:lnTo>
                    <a:pt x="293175" y="113964"/>
                  </a:lnTo>
                  <a:lnTo>
                    <a:pt x="295638" y="117407"/>
                  </a:lnTo>
                  <a:lnTo>
                    <a:pt x="298102" y="120921"/>
                  </a:lnTo>
                  <a:lnTo>
                    <a:pt x="300566" y="124508"/>
                  </a:lnTo>
                  <a:lnTo>
                    <a:pt x="303029" y="128156"/>
                  </a:lnTo>
                  <a:lnTo>
                    <a:pt x="305493" y="131866"/>
                  </a:lnTo>
                  <a:lnTo>
                    <a:pt x="307957" y="135674"/>
                  </a:lnTo>
                  <a:lnTo>
                    <a:pt x="310420" y="139556"/>
                  </a:lnTo>
                  <a:lnTo>
                    <a:pt x="312884" y="143506"/>
                  </a:lnTo>
                  <a:lnTo>
                    <a:pt x="315348" y="147529"/>
                  </a:lnTo>
                  <a:lnTo>
                    <a:pt x="317811" y="151657"/>
                  </a:lnTo>
                  <a:lnTo>
                    <a:pt x="320275" y="155855"/>
                  </a:lnTo>
                  <a:lnTo>
                    <a:pt x="322739" y="160122"/>
                  </a:lnTo>
                  <a:lnTo>
                    <a:pt x="325202" y="164470"/>
                  </a:lnTo>
                  <a:lnTo>
                    <a:pt x="327666" y="168911"/>
                  </a:lnTo>
                  <a:lnTo>
                    <a:pt x="330130" y="173417"/>
                  </a:lnTo>
                  <a:lnTo>
                    <a:pt x="332593" y="177988"/>
                  </a:lnTo>
                  <a:lnTo>
                    <a:pt x="335057" y="182643"/>
                  </a:lnTo>
                  <a:lnTo>
                    <a:pt x="337521" y="187372"/>
                  </a:lnTo>
                  <a:lnTo>
                    <a:pt x="339984" y="192161"/>
                  </a:lnTo>
                  <a:lnTo>
                    <a:pt x="342448" y="197007"/>
                  </a:lnTo>
                  <a:lnTo>
                    <a:pt x="344912" y="201936"/>
                  </a:lnTo>
                  <a:lnTo>
                    <a:pt x="347375" y="206923"/>
                  </a:lnTo>
                  <a:lnTo>
                    <a:pt x="349839" y="211963"/>
                  </a:lnTo>
                  <a:lnTo>
                    <a:pt x="352303" y="217056"/>
                  </a:lnTo>
                  <a:lnTo>
                    <a:pt x="354766" y="222225"/>
                  </a:lnTo>
                  <a:lnTo>
                    <a:pt x="357230" y="227441"/>
                  </a:lnTo>
                  <a:lnTo>
                    <a:pt x="359694" y="232705"/>
                  </a:lnTo>
                  <a:lnTo>
                    <a:pt x="362157" y="238024"/>
                  </a:lnTo>
                  <a:lnTo>
                    <a:pt x="364621" y="243405"/>
                  </a:lnTo>
                  <a:lnTo>
                    <a:pt x="367084" y="248831"/>
                  </a:lnTo>
                  <a:lnTo>
                    <a:pt x="369548" y="254301"/>
                  </a:lnTo>
                  <a:lnTo>
                    <a:pt x="372012" y="259828"/>
                  </a:lnTo>
                  <a:lnTo>
                    <a:pt x="374475" y="265409"/>
                  </a:lnTo>
                  <a:lnTo>
                    <a:pt x="376939" y="271031"/>
                  </a:lnTo>
                  <a:lnTo>
                    <a:pt x="379403" y="276695"/>
                  </a:lnTo>
                  <a:lnTo>
                    <a:pt x="381866" y="282420"/>
                  </a:lnTo>
                  <a:lnTo>
                    <a:pt x="384330" y="288189"/>
                  </a:lnTo>
                  <a:lnTo>
                    <a:pt x="386794" y="293997"/>
                  </a:lnTo>
                  <a:lnTo>
                    <a:pt x="389257" y="299846"/>
                  </a:lnTo>
                  <a:lnTo>
                    <a:pt x="391721" y="305752"/>
                  </a:lnTo>
                  <a:lnTo>
                    <a:pt x="394185" y="311693"/>
                  </a:lnTo>
                  <a:lnTo>
                    <a:pt x="396648" y="317669"/>
                  </a:lnTo>
                  <a:lnTo>
                    <a:pt x="399112" y="323683"/>
                  </a:lnTo>
                  <a:lnTo>
                    <a:pt x="401576" y="329739"/>
                  </a:lnTo>
                  <a:lnTo>
                    <a:pt x="404039" y="335822"/>
                  </a:lnTo>
                  <a:lnTo>
                    <a:pt x="406503" y="341929"/>
                  </a:lnTo>
                  <a:lnTo>
                    <a:pt x="408967" y="348066"/>
                  </a:lnTo>
                  <a:lnTo>
                    <a:pt x="411430" y="354224"/>
                  </a:lnTo>
                  <a:lnTo>
                    <a:pt x="413894" y="360395"/>
                  </a:lnTo>
                  <a:lnTo>
                    <a:pt x="416358" y="366577"/>
                  </a:lnTo>
                  <a:lnTo>
                    <a:pt x="418821" y="372767"/>
                  </a:lnTo>
                  <a:lnTo>
                    <a:pt x="421285" y="378956"/>
                  </a:lnTo>
                  <a:lnTo>
                    <a:pt x="423749" y="385140"/>
                  </a:lnTo>
                  <a:lnTo>
                    <a:pt x="426212" y="391315"/>
                  </a:lnTo>
                  <a:lnTo>
                    <a:pt x="428676" y="397466"/>
                  </a:lnTo>
                  <a:lnTo>
                    <a:pt x="431140" y="403594"/>
                  </a:lnTo>
                  <a:lnTo>
                    <a:pt x="433603" y="409694"/>
                  </a:lnTo>
                  <a:lnTo>
                    <a:pt x="436067" y="415757"/>
                  </a:lnTo>
                  <a:lnTo>
                    <a:pt x="438531" y="421764"/>
                  </a:lnTo>
                  <a:lnTo>
                    <a:pt x="440994" y="427723"/>
                  </a:lnTo>
                  <a:lnTo>
                    <a:pt x="443458" y="433632"/>
                  </a:lnTo>
                  <a:lnTo>
                    <a:pt x="445922" y="439466"/>
                  </a:lnTo>
                  <a:lnTo>
                    <a:pt x="448385" y="445218"/>
                  </a:lnTo>
                  <a:lnTo>
                    <a:pt x="450849" y="450900"/>
                  </a:lnTo>
                  <a:lnTo>
                    <a:pt x="453312" y="456508"/>
                  </a:lnTo>
                  <a:lnTo>
                    <a:pt x="455776" y="461998"/>
                  </a:lnTo>
                  <a:lnTo>
                    <a:pt x="458240" y="467392"/>
                  </a:lnTo>
                  <a:lnTo>
                    <a:pt x="460703" y="472693"/>
                  </a:lnTo>
                  <a:lnTo>
                    <a:pt x="463167" y="477899"/>
                  </a:lnTo>
                  <a:lnTo>
                    <a:pt x="465631" y="482949"/>
                  </a:lnTo>
                  <a:lnTo>
                    <a:pt x="468094" y="487895"/>
                  </a:lnTo>
                  <a:lnTo>
                    <a:pt x="470558" y="492733"/>
                  </a:lnTo>
                  <a:lnTo>
                    <a:pt x="473022" y="497442"/>
                  </a:lnTo>
                  <a:lnTo>
                    <a:pt x="475485" y="501992"/>
                  </a:lnTo>
                  <a:lnTo>
                    <a:pt x="477949" y="506425"/>
                  </a:lnTo>
                  <a:lnTo>
                    <a:pt x="480413" y="510740"/>
                  </a:lnTo>
                  <a:lnTo>
                    <a:pt x="482876" y="514899"/>
                  </a:lnTo>
                  <a:lnTo>
                    <a:pt x="485340" y="518905"/>
                  </a:lnTo>
                  <a:lnTo>
                    <a:pt x="487804" y="522789"/>
                  </a:lnTo>
                  <a:lnTo>
                    <a:pt x="490267" y="526551"/>
                  </a:lnTo>
                  <a:lnTo>
                    <a:pt x="492731" y="530135"/>
                  </a:lnTo>
                  <a:lnTo>
                    <a:pt x="495195" y="533584"/>
                  </a:lnTo>
                  <a:lnTo>
                    <a:pt x="497658" y="536911"/>
                  </a:lnTo>
                  <a:lnTo>
                    <a:pt x="500122" y="540114"/>
                  </a:lnTo>
                  <a:lnTo>
                    <a:pt x="502586" y="543134"/>
                  </a:lnTo>
                  <a:lnTo>
                    <a:pt x="505049" y="546037"/>
                  </a:lnTo>
                  <a:lnTo>
                    <a:pt x="507513" y="548824"/>
                  </a:lnTo>
                  <a:lnTo>
                    <a:pt x="509977" y="551478"/>
                  </a:lnTo>
                  <a:lnTo>
                    <a:pt x="512440" y="553977"/>
                  </a:lnTo>
                  <a:lnTo>
                    <a:pt x="514904" y="556368"/>
                  </a:lnTo>
                  <a:lnTo>
                    <a:pt x="517368" y="558652"/>
                  </a:lnTo>
                  <a:lnTo>
                    <a:pt x="519831" y="560802"/>
                  </a:lnTo>
                  <a:lnTo>
                    <a:pt x="522295" y="562826"/>
                  </a:lnTo>
                  <a:lnTo>
                    <a:pt x="524759" y="564754"/>
                  </a:lnTo>
                  <a:lnTo>
                    <a:pt x="527222" y="566587"/>
                  </a:lnTo>
                  <a:lnTo>
                    <a:pt x="529686" y="568289"/>
                  </a:lnTo>
                  <a:lnTo>
                    <a:pt x="532150" y="569895"/>
                  </a:lnTo>
                  <a:lnTo>
                    <a:pt x="534613" y="571418"/>
                  </a:lnTo>
                  <a:lnTo>
                    <a:pt x="537077" y="572857"/>
                  </a:lnTo>
                  <a:lnTo>
                    <a:pt x="539541" y="574178"/>
                  </a:lnTo>
                  <a:lnTo>
                    <a:pt x="542004" y="575427"/>
                  </a:lnTo>
                  <a:lnTo>
                    <a:pt x="544468" y="576606"/>
                  </a:lnTo>
                  <a:lnTo>
                    <a:pt x="546931" y="577707"/>
                  </a:lnTo>
                  <a:lnTo>
                    <a:pt x="549395" y="578719"/>
                  </a:lnTo>
                  <a:lnTo>
                    <a:pt x="551859" y="579672"/>
                  </a:lnTo>
                  <a:lnTo>
                    <a:pt x="554322" y="580568"/>
                  </a:lnTo>
                  <a:lnTo>
                    <a:pt x="556786" y="581393"/>
                  </a:lnTo>
                  <a:lnTo>
                    <a:pt x="559250" y="582155"/>
                  </a:lnTo>
                  <a:lnTo>
                    <a:pt x="561713" y="582870"/>
                  </a:lnTo>
                  <a:lnTo>
                    <a:pt x="564177" y="583539"/>
                  </a:lnTo>
                  <a:lnTo>
                    <a:pt x="566641" y="584147"/>
                  </a:lnTo>
                  <a:lnTo>
                    <a:pt x="569104" y="584711"/>
                  </a:lnTo>
                  <a:lnTo>
                    <a:pt x="571568" y="585238"/>
                  </a:lnTo>
                  <a:lnTo>
                    <a:pt x="574032" y="585730"/>
                  </a:lnTo>
                  <a:lnTo>
                    <a:pt x="576495" y="586172"/>
                  </a:lnTo>
                  <a:lnTo>
                    <a:pt x="578959" y="586584"/>
                  </a:lnTo>
                  <a:lnTo>
                    <a:pt x="581423" y="586968"/>
                  </a:lnTo>
                  <a:lnTo>
                    <a:pt x="583886" y="587322"/>
                  </a:lnTo>
                  <a:lnTo>
                    <a:pt x="586350" y="587641"/>
                  </a:lnTo>
                  <a:lnTo>
                    <a:pt x="588814" y="587939"/>
                  </a:lnTo>
                  <a:lnTo>
                    <a:pt x="591277" y="588216"/>
                  </a:lnTo>
                  <a:lnTo>
                    <a:pt x="593741" y="588467"/>
                  </a:lnTo>
                  <a:lnTo>
                    <a:pt x="596205" y="588695"/>
                  </a:lnTo>
                  <a:lnTo>
                    <a:pt x="598668" y="588907"/>
                  </a:lnTo>
                  <a:lnTo>
                    <a:pt x="601132" y="589104"/>
                  </a:lnTo>
                  <a:lnTo>
                    <a:pt x="603596" y="589279"/>
                  </a:lnTo>
                  <a:lnTo>
                    <a:pt x="606059" y="589440"/>
                  </a:lnTo>
                  <a:lnTo>
                    <a:pt x="608523" y="589588"/>
                  </a:lnTo>
                  <a:lnTo>
                    <a:pt x="610987" y="589725"/>
                  </a:lnTo>
                  <a:lnTo>
                    <a:pt x="613450" y="589843"/>
                  </a:lnTo>
                  <a:lnTo>
                    <a:pt x="615914" y="589952"/>
                  </a:lnTo>
                  <a:lnTo>
                    <a:pt x="618378" y="590051"/>
                  </a:lnTo>
                  <a:lnTo>
                    <a:pt x="620841" y="590140"/>
                  </a:lnTo>
                  <a:lnTo>
                    <a:pt x="623305" y="590215"/>
                  </a:lnTo>
                  <a:lnTo>
                    <a:pt x="625769" y="590283"/>
                  </a:lnTo>
                  <a:lnTo>
                    <a:pt x="628232" y="590342"/>
                  </a:lnTo>
                  <a:lnTo>
                    <a:pt x="630696" y="590392"/>
                  </a:lnTo>
                  <a:lnTo>
                    <a:pt x="633159" y="590431"/>
                  </a:lnTo>
                  <a:lnTo>
                    <a:pt x="635623" y="590464"/>
                  </a:lnTo>
                  <a:lnTo>
                    <a:pt x="638087" y="590489"/>
                  </a:lnTo>
                  <a:lnTo>
                    <a:pt x="640550" y="590505"/>
                  </a:lnTo>
                  <a:lnTo>
                    <a:pt x="643014" y="590513"/>
                  </a:lnTo>
                  <a:lnTo>
                    <a:pt x="645478" y="590515"/>
                  </a:lnTo>
                  <a:lnTo>
                    <a:pt x="647941" y="590511"/>
                  </a:lnTo>
                  <a:lnTo>
                    <a:pt x="650405" y="590496"/>
                  </a:lnTo>
                  <a:lnTo>
                    <a:pt x="652869" y="590476"/>
                  </a:lnTo>
                  <a:lnTo>
                    <a:pt x="655332" y="590451"/>
                  </a:lnTo>
                  <a:lnTo>
                    <a:pt x="657796" y="590418"/>
                  </a:lnTo>
                  <a:lnTo>
                    <a:pt x="660260" y="590379"/>
                  </a:lnTo>
                  <a:lnTo>
                    <a:pt x="662723" y="590334"/>
                  </a:lnTo>
                  <a:lnTo>
                    <a:pt x="665187" y="590284"/>
                  </a:lnTo>
                  <a:lnTo>
                    <a:pt x="667651" y="590229"/>
                  </a:lnTo>
                  <a:lnTo>
                    <a:pt x="670114" y="590167"/>
                  </a:lnTo>
                  <a:lnTo>
                    <a:pt x="672578" y="590102"/>
                  </a:lnTo>
                  <a:lnTo>
                    <a:pt x="675042" y="590033"/>
                  </a:lnTo>
                  <a:lnTo>
                    <a:pt x="677505" y="589960"/>
                  </a:lnTo>
                  <a:lnTo>
                    <a:pt x="679969" y="589882"/>
                  </a:lnTo>
                  <a:lnTo>
                    <a:pt x="682433" y="589802"/>
                  </a:lnTo>
                  <a:lnTo>
                    <a:pt x="684896" y="589720"/>
                  </a:lnTo>
                  <a:lnTo>
                    <a:pt x="687360" y="589634"/>
                  </a:lnTo>
                  <a:lnTo>
                    <a:pt x="689824" y="589547"/>
                  </a:lnTo>
                  <a:lnTo>
                    <a:pt x="692287" y="589458"/>
                  </a:lnTo>
                  <a:lnTo>
                    <a:pt x="694751" y="589368"/>
                  </a:lnTo>
                  <a:lnTo>
                    <a:pt x="697215" y="589278"/>
                  </a:lnTo>
                  <a:lnTo>
                    <a:pt x="699678" y="589187"/>
                  </a:lnTo>
                  <a:lnTo>
                    <a:pt x="702142" y="589096"/>
                  </a:lnTo>
                  <a:lnTo>
                    <a:pt x="704606" y="589005"/>
                  </a:lnTo>
                  <a:lnTo>
                    <a:pt x="707069" y="588915"/>
                  </a:lnTo>
                  <a:lnTo>
                    <a:pt x="709533" y="588827"/>
                  </a:lnTo>
                  <a:lnTo>
                    <a:pt x="711997" y="588739"/>
                  </a:lnTo>
                  <a:lnTo>
                    <a:pt x="714460" y="588653"/>
                  </a:lnTo>
                  <a:lnTo>
                    <a:pt x="716924" y="588569"/>
                  </a:lnTo>
                  <a:lnTo>
                    <a:pt x="719388" y="588487"/>
                  </a:lnTo>
                  <a:lnTo>
                    <a:pt x="721851" y="588406"/>
                  </a:lnTo>
                  <a:lnTo>
                    <a:pt x="724315" y="588329"/>
                  </a:lnTo>
                  <a:lnTo>
                    <a:pt x="726778" y="588253"/>
                  </a:lnTo>
                  <a:lnTo>
                    <a:pt x="729242" y="588180"/>
                  </a:lnTo>
                  <a:lnTo>
                    <a:pt x="731706" y="588109"/>
                  </a:lnTo>
                  <a:lnTo>
                    <a:pt x="734169" y="588041"/>
                  </a:lnTo>
                  <a:lnTo>
                    <a:pt x="736633" y="587975"/>
                  </a:lnTo>
                  <a:lnTo>
                    <a:pt x="739097" y="587911"/>
                  </a:lnTo>
                  <a:lnTo>
                    <a:pt x="741560" y="587850"/>
                  </a:lnTo>
                  <a:lnTo>
                    <a:pt x="744024" y="587792"/>
                  </a:lnTo>
                  <a:lnTo>
                    <a:pt x="746488" y="587735"/>
                  </a:lnTo>
                  <a:lnTo>
                    <a:pt x="748951" y="587680"/>
                  </a:lnTo>
                  <a:lnTo>
                    <a:pt x="751415" y="587627"/>
                  </a:lnTo>
                  <a:lnTo>
                    <a:pt x="753879" y="587576"/>
                  </a:lnTo>
                  <a:lnTo>
                    <a:pt x="756342" y="587527"/>
                  </a:lnTo>
                  <a:lnTo>
                    <a:pt x="758806" y="587479"/>
                  </a:lnTo>
                  <a:lnTo>
                    <a:pt x="761270" y="587433"/>
                  </a:lnTo>
                  <a:lnTo>
                    <a:pt x="763733" y="587389"/>
                  </a:lnTo>
                  <a:lnTo>
                    <a:pt x="766197" y="587345"/>
                  </a:lnTo>
                  <a:lnTo>
                    <a:pt x="768661" y="587303"/>
                  </a:lnTo>
                  <a:lnTo>
                    <a:pt x="771124" y="587263"/>
                  </a:lnTo>
                  <a:lnTo>
                    <a:pt x="773588" y="587224"/>
                  </a:lnTo>
                  <a:lnTo>
                    <a:pt x="776052" y="587186"/>
                  </a:lnTo>
                  <a:lnTo>
                    <a:pt x="778515" y="587149"/>
                  </a:lnTo>
                  <a:lnTo>
                    <a:pt x="780979" y="587114"/>
                  </a:lnTo>
                  <a:lnTo>
                    <a:pt x="783443" y="587081"/>
                  </a:lnTo>
                  <a:lnTo>
                    <a:pt x="785906" y="587049"/>
                  </a:lnTo>
                  <a:lnTo>
                    <a:pt x="788370" y="587019"/>
                  </a:lnTo>
                  <a:lnTo>
                    <a:pt x="790834" y="586992"/>
                  </a:lnTo>
                  <a:lnTo>
                    <a:pt x="793297" y="586967"/>
                  </a:lnTo>
                  <a:lnTo>
                    <a:pt x="795761" y="586944"/>
                  </a:lnTo>
                  <a:lnTo>
                    <a:pt x="798225" y="586924"/>
                  </a:lnTo>
                  <a:lnTo>
                    <a:pt x="800688" y="586908"/>
                  </a:lnTo>
                  <a:lnTo>
                    <a:pt x="803152" y="586895"/>
                  </a:lnTo>
                  <a:lnTo>
                    <a:pt x="805616" y="586885"/>
                  </a:lnTo>
                  <a:lnTo>
                    <a:pt x="808079" y="586880"/>
                  </a:lnTo>
                  <a:lnTo>
                    <a:pt x="810543" y="586879"/>
                  </a:lnTo>
                  <a:lnTo>
                    <a:pt x="813006" y="586882"/>
                  </a:lnTo>
                  <a:lnTo>
                    <a:pt x="815470" y="586891"/>
                  </a:lnTo>
                  <a:lnTo>
                    <a:pt x="817934" y="586906"/>
                  </a:lnTo>
                  <a:lnTo>
                    <a:pt x="820397" y="586926"/>
                  </a:lnTo>
                  <a:lnTo>
                    <a:pt x="822861" y="586950"/>
                  </a:lnTo>
                  <a:lnTo>
                    <a:pt x="825325" y="586983"/>
                  </a:lnTo>
                  <a:lnTo>
                    <a:pt x="827788" y="587021"/>
                  </a:lnTo>
                  <a:lnTo>
                    <a:pt x="830252" y="587066"/>
                  </a:lnTo>
                  <a:lnTo>
                    <a:pt x="832716" y="587116"/>
                  </a:lnTo>
                  <a:lnTo>
                    <a:pt x="835179" y="587176"/>
                  </a:lnTo>
                  <a:lnTo>
                    <a:pt x="837643" y="587242"/>
                  </a:lnTo>
                  <a:lnTo>
                    <a:pt x="840107" y="587314"/>
                  </a:lnTo>
                  <a:lnTo>
                    <a:pt x="842570" y="587392"/>
                  </a:lnTo>
                  <a:lnTo>
                    <a:pt x="845034" y="587480"/>
                  </a:lnTo>
                  <a:lnTo>
                    <a:pt x="847498" y="587574"/>
                  </a:lnTo>
                  <a:lnTo>
                    <a:pt x="849961" y="587673"/>
                  </a:lnTo>
                  <a:lnTo>
                    <a:pt x="852425" y="587780"/>
                  </a:lnTo>
                  <a:lnTo>
                    <a:pt x="854889" y="587895"/>
                  </a:lnTo>
                  <a:lnTo>
                    <a:pt x="857352" y="588015"/>
                  </a:lnTo>
                  <a:lnTo>
                    <a:pt x="859816" y="588140"/>
                  </a:lnTo>
                  <a:lnTo>
                    <a:pt x="862280" y="588272"/>
                  </a:lnTo>
                  <a:lnTo>
                    <a:pt x="864743" y="588409"/>
                  </a:lnTo>
                  <a:lnTo>
                    <a:pt x="867207" y="588551"/>
                  </a:lnTo>
                  <a:lnTo>
                    <a:pt x="869671" y="588697"/>
                  </a:lnTo>
                  <a:lnTo>
                    <a:pt x="872134" y="588848"/>
                  </a:lnTo>
                  <a:lnTo>
                    <a:pt x="874598" y="589003"/>
                  </a:lnTo>
                  <a:lnTo>
                    <a:pt x="877062" y="589160"/>
                  </a:lnTo>
                  <a:lnTo>
                    <a:pt x="879525" y="589320"/>
                  </a:lnTo>
                  <a:lnTo>
                    <a:pt x="881989" y="589483"/>
                  </a:lnTo>
                  <a:lnTo>
                    <a:pt x="884453" y="589647"/>
                  </a:lnTo>
                  <a:lnTo>
                    <a:pt x="886916" y="589812"/>
                  </a:lnTo>
                  <a:lnTo>
                    <a:pt x="889380" y="589978"/>
                  </a:lnTo>
                  <a:lnTo>
                    <a:pt x="891844" y="590144"/>
                  </a:lnTo>
                  <a:lnTo>
                    <a:pt x="894307" y="590310"/>
                  </a:lnTo>
                  <a:lnTo>
                    <a:pt x="896771" y="590475"/>
                  </a:lnTo>
                  <a:lnTo>
                    <a:pt x="899235" y="590638"/>
                  </a:lnTo>
                  <a:lnTo>
                    <a:pt x="901698" y="590800"/>
                  </a:lnTo>
                  <a:lnTo>
                    <a:pt x="904162" y="590959"/>
                  </a:lnTo>
                  <a:lnTo>
                    <a:pt x="906625" y="591116"/>
                  </a:lnTo>
                  <a:lnTo>
                    <a:pt x="909089" y="591270"/>
                  </a:lnTo>
                  <a:lnTo>
                    <a:pt x="911553" y="591420"/>
                  </a:lnTo>
                  <a:lnTo>
                    <a:pt x="914016" y="591566"/>
                  </a:lnTo>
                  <a:lnTo>
                    <a:pt x="916480" y="591709"/>
                  </a:lnTo>
                  <a:lnTo>
                    <a:pt x="918944" y="591847"/>
                  </a:lnTo>
                  <a:lnTo>
                    <a:pt x="921407" y="591980"/>
                  </a:lnTo>
                  <a:lnTo>
                    <a:pt x="923871" y="592110"/>
                  </a:lnTo>
                  <a:lnTo>
                    <a:pt x="926335" y="592234"/>
                  </a:lnTo>
                  <a:lnTo>
                    <a:pt x="928798" y="592352"/>
                  </a:lnTo>
                  <a:lnTo>
                    <a:pt x="931262" y="592466"/>
                  </a:lnTo>
                  <a:lnTo>
                    <a:pt x="933726" y="592575"/>
                  </a:lnTo>
                  <a:lnTo>
                    <a:pt x="936189" y="592678"/>
                  </a:lnTo>
                  <a:lnTo>
                    <a:pt x="938653" y="592775"/>
                  </a:lnTo>
                  <a:lnTo>
                    <a:pt x="941117" y="592868"/>
                  </a:lnTo>
                  <a:lnTo>
                    <a:pt x="943580" y="592956"/>
                  </a:lnTo>
                  <a:lnTo>
                    <a:pt x="946044" y="593037"/>
                  </a:lnTo>
                  <a:lnTo>
                    <a:pt x="948508" y="593114"/>
                  </a:lnTo>
                  <a:lnTo>
                    <a:pt x="950971" y="593186"/>
                  </a:lnTo>
                  <a:lnTo>
                    <a:pt x="953435" y="593254"/>
                  </a:lnTo>
                  <a:lnTo>
                    <a:pt x="955899" y="593316"/>
                  </a:lnTo>
                  <a:lnTo>
                    <a:pt x="958362" y="593373"/>
                  </a:lnTo>
                  <a:lnTo>
                    <a:pt x="960826" y="593427"/>
                  </a:lnTo>
                  <a:lnTo>
                    <a:pt x="963290" y="593476"/>
                  </a:lnTo>
                  <a:lnTo>
                    <a:pt x="965753" y="593521"/>
                  </a:lnTo>
                  <a:lnTo>
                    <a:pt x="968217" y="593562"/>
                  </a:lnTo>
                  <a:lnTo>
                    <a:pt x="970681" y="593600"/>
                  </a:lnTo>
                  <a:lnTo>
                    <a:pt x="973144" y="593634"/>
                  </a:lnTo>
                  <a:lnTo>
                    <a:pt x="975608" y="593665"/>
                  </a:lnTo>
                  <a:lnTo>
                    <a:pt x="978072" y="593693"/>
                  </a:lnTo>
                  <a:lnTo>
                    <a:pt x="980535" y="593718"/>
                  </a:lnTo>
                  <a:lnTo>
                    <a:pt x="982999" y="593740"/>
                  </a:lnTo>
                  <a:lnTo>
                    <a:pt x="985463" y="593759"/>
                  </a:lnTo>
                  <a:lnTo>
                    <a:pt x="987926" y="593777"/>
                  </a:lnTo>
                  <a:lnTo>
                    <a:pt x="990390" y="593792"/>
                  </a:lnTo>
                  <a:lnTo>
                    <a:pt x="992853" y="593805"/>
                  </a:lnTo>
                  <a:lnTo>
                    <a:pt x="995317" y="593817"/>
                  </a:lnTo>
                  <a:lnTo>
                    <a:pt x="997781" y="593827"/>
                  </a:lnTo>
                  <a:lnTo>
                    <a:pt x="1000244" y="593835"/>
                  </a:lnTo>
                  <a:lnTo>
                    <a:pt x="1002708" y="593841"/>
                  </a:lnTo>
                  <a:lnTo>
                    <a:pt x="1005172" y="593847"/>
                  </a:lnTo>
                  <a:lnTo>
                    <a:pt x="1007635" y="593851"/>
                  </a:lnTo>
                  <a:lnTo>
                    <a:pt x="1010099" y="593854"/>
                  </a:lnTo>
                  <a:lnTo>
                    <a:pt x="1012563" y="593856"/>
                  </a:lnTo>
                  <a:lnTo>
                    <a:pt x="1015026" y="593857"/>
                  </a:lnTo>
                  <a:lnTo>
                    <a:pt x="1017490" y="593858"/>
                  </a:lnTo>
                  <a:lnTo>
                    <a:pt x="1019954" y="593857"/>
                  </a:lnTo>
                  <a:lnTo>
                    <a:pt x="1022417" y="593856"/>
                  </a:lnTo>
                  <a:lnTo>
                    <a:pt x="1024881" y="593854"/>
                  </a:lnTo>
                  <a:lnTo>
                    <a:pt x="1027345" y="593851"/>
                  </a:lnTo>
                  <a:lnTo>
                    <a:pt x="1029808" y="593848"/>
                  </a:lnTo>
                  <a:lnTo>
                    <a:pt x="1032272" y="593845"/>
                  </a:lnTo>
                  <a:lnTo>
                    <a:pt x="1034736" y="593840"/>
                  </a:lnTo>
                  <a:lnTo>
                    <a:pt x="1037199" y="593836"/>
                  </a:lnTo>
                  <a:lnTo>
                    <a:pt x="1039663" y="593830"/>
                  </a:lnTo>
                  <a:lnTo>
                    <a:pt x="1042127" y="593825"/>
                  </a:lnTo>
                  <a:lnTo>
                    <a:pt x="1044590" y="593819"/>
                  </a:lnTo>
                  <a:lnTo>
                    <a:pt x="1047054" y="593812"/>
                  </a:lnTo>
                  <a:lnTo>
                    <a:pt x="1049518" y="593805"/>
                  </a:lnTo>
                  <a:lnTo>
                    <a:pt x="1051981" y="593798"/>
                  </a:lnTo>
                  <a:lnTo>
                    <a:pt x="1054445" y="593790"/>
                  </a:lnTo>
                  <a:lnTo>
                    <a:pt x="1056909" y="593782"/>
                  </a:lnTo>
                  <a:lnTo>
                    <a:pt x="1059372" y="593773"/>
                  </a:lnTo>
                  <a:lnTo>
                    <a:pt x="1061836" y="593764"/>
                  </a:lnTo>
                  <a:lnTo>
                    <a:pt x="1064300" y="593755"/>
                  </a:lnTo>
                  <a:lnTo>
                    <a:pt x="1066763" y="593745"/>
                  </a:lnTo>
                  <a:lnTo>
                    <a:pt x="1069227" y="593735"/>
                  </a:lnTo>
                  <a:lnTo>
                    <a:pt x="1071691" y="593724"/>
                  </a:lnTo>
                  <a:lnTo>
                    <a:pt x="1074154" y="593713"/>
                  </a:lnTo>
                  <a:lnTo>
                    <a:pt x="1076618" y="593702"/>
                  </a:lnTo>
                  <a:lnTo>
                    <a:pt x="1079082" y="593691"/>
                  </a:lnTo>
                  <a:lnTo>
                    <a:pt x="1081545" y="593679"/>
                  </a:lnTo>
                  <a:lnTo>
                    <a:pt x="1084009" y="593667"/>
                  </a:lnTo>
                  <a:lnTo>
                    <a:pt x="1086472" y="593655"/>
                  </a:lnTo>
                  <a:lnTo>
                    <a:pt x="1088936" y="593643"/>
                  </a:lnTo>
                  <a:lnTo>
                    <a:pt x="1091400" y="593630"/>
                  </a:lnTo>
                  <a:lnTo>
                    <a:pt x="1093863" y="593617"/>
                  </a:lnTo>
                  <a:lnTo>
                    <a:pt x="1096327" y="593604"/>
                  </a:lnTo>
                  <a:lnTo>
                    <a:pt x="1098791" y="593591"/>
                  </a:lnTo>
                  <a:lnTo>
                    <a:pt x="1101254" y="593578"/>
                  </a:lnTo>
                  <a:lnTo>
                    <a:pt x="1103718" y="593565"/>
                  </a:lnTo>
                  <a:lnTo>
                    <a:pt x="1106182" y="593552"/>
                  </a:lnTo>
                  <a:lnTo>
                    <a:pt x="1108645" y="593539"/>
                  </a:lnTo>
                  <a:lnTo>
                    <a:pt x="1111109" y="593526"/>
                  </a:lnTo>
                  <a:lnTo>
                    <a:pt x="1113573" y="593513"/>
                  </a:lnTo>
                  <a:lnTo>
                    <a:pt x="1116036" y="593500"/>
                  </a:lnTo>
                  <a:lnTo>
                    <a:pt x="1118500" y="593488"/>
                  </a:lnTo>
                  <a:lnTo>
                    <a:pt x="1120964" y="593475"/>
                  </a:lnTo>
                  <a:lnTo>
                    <a:pt x="1123427" y="593463"/>
                  </a:lnTo>
                  <a:lnTo>
                    <a:pt x="1125891" y="593452"/>
                  </a:lnTo>
                  <a:lnTo>
                    <a:pt x="1128355" y="593440"/>
                  </a:lnTo>
                  <a:lnTo>
                    <a:pt x="1130818" y="593430"/>
                  </a:lnTo>
                  <a:lnTo>
                    <a:pt x="1133282" y="593419"/>
                  </a:lnTo>
                  <a:lnTo>
                    <a:pt x="1135746" y="593410"/>
                  </a:lnTo>
                  <a:lnTo>
                    <a:pt x="1138209" y="593401"/>
                  </a:lnTo>
                  <a:lnTo>
                    <a:pt x="1140673" y="593392"/>
                  </a:lnTo>
                  <a:lnTo>
                    <a:pt x="1143137" y="593385"/>
                  </a:lnTo>
                  <a:lnTo>
                    <a:pt x="1145600" y="593379"/>
                  </a:lnTo>
                  <a:lnTo>
                    <a:pt x="1148064" y="593373"/>
                  </a:lnTo>
                  <a:lnTo>
                    <a:pt x="1150528" y="593369"/>
                  </a:lnTo>
                  <a:lnTo>
                    <a:pt x="1152991" y="593366"/>
                  </a:lnTo>
                  <a:lnTo>
                    <a:pt x="1155455" y="593364"/>
                  </a:lnTo>
                  <a:lnTo>
                    <a:pt x="1157919" y="593364"/>
                  </a:lnTo>
                  <a:lnTo>
                    <a:pt x="1160382" y="593366"/>
                  </a:lnTo>
                  <a:lnTo>
                    <a:pt x="1162846" y="593369"/>
                  </a:lnTo>
                  <a:lnTo>
                    <a:pt x="1165310" y="593374"/>
                  </a:lnTo>
                  <a:lnTo>
                    <a:pt x="1167773" y="593381"/>
                  </a:lnTo>
                  <a:lnTo>
                    <a:pt x="1170237" y="593391"/>
                  </a:lnTo>
                  <a:lnTo>
                    <a:pt x="1172701" y="593402"/>
                  </a:lnTo>
                  <a:lnTo>
                    <a:pt x="1175164" y="593416"/>
                  </a:lnTo>
                  <a:lnTo>
                    <a:pt x="1177628" y="593434"/>
                  </a:lnTo>
                  <a:lnTo>
                    <a:pt x="1180091" y="593454"/>
                  </a:lnTo>
                  <a:lnTo>
                    <a:pt x="1182555" y="593476"/>
                  </a:lnTo>
                  <a:lnTo>
                    <a:pt x="1185019" y="593502"/>
                  </a:lnTo>
                  <a:lnTo>
                    <a:pt x="1187482" y="593532"/>
                  </a:lnTo>
                  <a:lnTo>
                    <a:pt x="1189946" y="593565"/>
                  </a:lnTo>
                  <a:lnTo>
                    <a:pt x="1192410" y="593601"/>
                  </a:lnTo>
                  <a:lnTo>
                    <a:pt x="1194873" y="593642"/>
                  </a:lnTo>
                  <a:lnTo>
                    <a:pt x="1197337" y="593687"/>
                  </a:lnTo>
                  <a:lnTo>
                    <a:pt x="1199801" y="593735"/>
                  </a:lnTo>
                  <a:lnTo>
                    <a:pt x="1202264" y="593787"/>
                  </a:lnTo>
                  <a:lnTo>
                    <a:pt x="1204728" y="593844"/>
                  </a:lnTo>
                  <a:lnTo>
                    <a:pt x="1207192" y="593906"/>
                  </a:lnTo>
                  <a:lnTo>
                    <a:pt x="1209655" y="593971"/>
                  </a:lnTo>
                  <a:lnTo>
                    <a:pt x="1212119" y="594041"/>
                  </a:lnTo>
                  <a:lnTo>
                    <a:pt x="1214583" y="594116"/>
                  </a:lnTo>
                  <a:lnTo>
                    <a:pt x="1217046" y="594196"/>
                  </a:lnTo>
                  <a:lnTo>
                    <a:pt x="1219510" y="594279"/>
                  </a:lnTo>
                  <a:lnTo>
                    <a:pt x="1221974" y="594367"/>
                  </a:lnTo>
                  <a:lnTo>
                    <a:pt x="1224437" y="594460"/>
                  </a:lnTo>
                  <a:lnTo>
                    <a:pt x="1226901" y="594556"/>
                  </a:lnTo>
                  <a:lnTo>
                    <a:pt x="1229365" y="594657"/>
                  </a:lnTo>
                  <a:lnTo>
                    <a:pt x="1231828" y="594762"/>
                  </a:lnTo>
                  <a:lnTo>
                    <a:pt x="1234292" y="594871"/>
                  </a:lnTo>
                  <a:lnTo>
                    <a:pt x="1236756" y="594983"/>
                  </a:lnTo>
                  <a:lnTo>
                    <a:pt x="1239219" y="595099"/>
                  </a:lnTo>
                  <a:lnTo>
                    <a:pt x="1241683" y="595219"/>
                  </a:lnTo>
                  <a:lnTo>
                    <a:pt x="1244147" y="595341"/>
                  </a:lnTo>
                  <a:lnTo>
                    <a:pt x="1246610" y="595466"/>
                  </a:lnTo>
                  <a:lnTo>
                    <a:pt x="1249074" y="595593"/>
                  </a:lnTo>
                  <a:lnTo>
                    <a:pt x="1251538" y="595724"/>
                  </a:lnTo>
                  <a:lnTo>
                    <a:pt x="1254001" y="595855"/>
                  </a:lnTo>
                  <a:lnTo>
                    <a:pt x="1256465" y="595989"/>
                  </a:lnTo>
                  <a:lnTo>
                    <a:pt x="1258929" y="596123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909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79"/>
                  </a:lnTo>
                  <a:lnTo>
                    <a:pt x="9854" y="1188079"/>
                  </a:lnTo>
                  <a:lnTo>
                    <a:pt x="12318" y="1188079"/>
                  </a:lnTo>
                  <a:lnTo>
                    <a:pt x="14781" y="1188078"/>
                  </a:lnTo>
                  <a:lnTo>
                    <a:pt x="17245" y="1188077"/>
                  </a:lnTo>
                  <a:lnTo>
                    <a:pt x="19709" y="1188076"/>
                  </a:lnTo>
                  <a:lnTo>
                    <a:pt x="22172" y="1188073"/>
                  </a:lnTo>
                  <a:lnTo>
                    <a:pt x="24636" y="1188070"/>
                  </a:lnTo>
                  <a:lnTo>
                    <a:pt x="27100" y="1188064"/>
                  </a:lnTo>
                  <a:lnTo>
                    <a:pt x="29563" y="1188056"/>
                  </a:lnTo>
                  <a:lnTo>
                    <a:pt x="32027" y="1188043"/>
                  </a:lnTo>
                  <a:lnTo>
                    <a:pt x="34491" y="1188025"/>
                  </a:lnTo>
                  <a:lnTo>
                    <a:pt x="36954" y="1188000"/>
                  </a:lnTo>
                  <a:lnTo>
                    <a:pt x="39418" y="1187963"/>
                  </a:lnTo>
                  <a:lnTo>
                    <a:pt x="41882" y="1187913"/>
                  </a:lnTo>
                  <a:lnTo>
                    <a:pt x="44345" y="1187838"/>
                  </a:lnTo>
                  <a:lnTo>
                    <a:pt x="46809" y="1187735"/>
                  </a:lnTo>
                  <a:lnTo>
                    <a:pt x="49273" y="1187593"/>
                  </a:lnTo>
                  <a:lnTo>
                    <a:pt x="51736" y="1187402"/>
                  </a:lnTo>
                  <a:lnTo>
                    <a:pt x="54200" y="1187146"/>
                  </a:lnTo>
                  <a:lnTo>
                    <a:pt x="56664" y="1186810"/>
                  </a:lnTo>
                  <a:lnTo>
                    <a:pt x="59127" y="1186371"/>
                  </a:lnTo>
                  <a:lnTo>
                    <a:pt x="61591" y="1185791"/>
                  </a:lnTo>
                  <a:lnTo>
                    <a:pt x="64055" y="1185030"/>
                  </a:lnTo>
                  <a:lnTo>
                    <a:pt x="66518" y="1184063"/>
                  </a:lnTo>
                  <a:lnTo>
                    <a:pt x="68982" y="1182848"/>
                  </a:lnTo>
                  <a:lnTo>
                    <a:pt x="71446" y="1181341"/>
                  </a:lnTo>
                  <a:lnTo>
                    <a:pt x="73909" y="1179491"/>
                  </a:lnTo>
                  <a:lnTo>
                    <a:pt x="76373" y="1177245"/>
                  </a:lnTo>
                  <a:lnTo>
                    <a:pt x="78837" y="1174539"/>
                  </a:lnTo>
                  <a:lnTo>
                    <a:pt x="81300" y="1171221"/>
                  </a:lnTo>
                  <a:lnTo>
                    <a:pt x="83764" y="1167307"/>
                  </a:lnTo>
                  <a:lnTo>
                    <a:pt x="86228" y="1162744"/>
                  </a:lnTo>
                  <a:lnTo>
                    <a:pt x="88691" y="1157480"/>
                  </a:lnTo>
                  <a:lnTo>
                    <a:pt x="91155" y="1151473"/>
                  </a:lnTo>
                  <a:lnTo>
                    <a:pt x="93618" y="1144687"/>
                  </a:lnTo>
                  <a:lnTo>
                    <a:pt x="96082" y="1137098"/>
                  </a:lnTo>
                  <a:lnTo>
                    <a:pt x="98546" y="1128602"/>
                  </a:lnTo>
                  <a:lnTo>
                    <a:pt x="101009" y="1119252"/>
                  </a:lnTo>
                  <a:lnTo>
                    <a:pt x="103473" y="1109138"/>
                  </a:lnTo>
                  <a:lnTo>
                    <a:pt x="105937" y="1098310"/>
                  </a:lnTo>
                  <a:lnTo>
                    <a:pt x="108400" y="1086839"/>
                  </a:lnTo>
                  <a:lnTo>
                    <a:pt x="110864" y="1074811"/>
                  </a:lnTo>
                  <a:lnTo>
                    <a:pt x="113328" y="1062327"/>
                  </a:lnTo>
                  <a:lnTo>
                    <a:pt x="115791" y="1049499"/>
                  </a:lnTo>
                  <a:lnTo>
                    <a:pt x="118255" y="1036470"/>
                  </a:lnTo>
                  <a:lnTo>
                    <a:pt x="120719" y="1023433"/>
                  </a:lnTo>
                  <a:lnTo>
                    <a:pt x="123182" y="1010528"/>
                  </a:lnTo>
                  <a:lnTo>
                    <a:pt x="125646" y="997893"/>
                  </a:lnTo>
                  <a:lnTo>
                    <a:pt x="128110" y="985661"/>
                  </a:lnTo>
                  <a:lnTo>
                    <a:pt x="130573" y="973952"/>
                  </a:lnTo>
                  <a:lnTo>
                    <a:pt x="133037" y="962872"/>
                  </a:lnTo>
                  <a:lnTo>
                    <a:pt x="135501" y="952617"/>
                  </a:lnTo>
                  <a:lnTo>
                    <a:pt x="137964" y="943199"/>
                  </a:lnTo>
                  <a:lnTo>
                    <a:pt x="140428" y="934603"/>
                  </a:lnTo>
                  <a:lnTo>
                    <a:pt x="142892" y="926828"/>
                  </a:lnTo>
                  <a:lnTo>
                    <a:pt x="145355" y="919846"/>
                  </a:lnTo>
                  <a:lnTo>
                    <a:pt x="147819" y="913609"/>
                  </a:lnTo>
                  <a:lnTo>
                    <a:pt x="150283" y="908045"/>
                  </a:lnTo>
                  <a:lnTo>
                    <a:pt x="152746" y="903087"/>
                  </a:lnTo>
                  <a:lnTo>
                    <a:pt x="155210" y="898637"/>
                  </a:lnTo>
                  <a:lnTo>
                    <a:pt x="157674" y="894503"/>
                  </a:lnTo>
                  <a:lnTo>
                    <a:pt x="160137" y="890575"/>
                  </a:lnTo>
                  <a:lnTo>
                    <a:pt x="162601" y="886750"/>
                  </a:lnTo>
                  <a:lnTo>
                    <a:pt x="165065" y="882938"/>
                  </a:lnTo>
                  <a:lnTo>
                    <a:pt x="167528" y="879067"/>
                  </a:lnTo>
                  <a:lnTo>
                    <a:pt x="169992" y="875083"/>
                  </a:lnTo>
                  <a:lnTo>
                    <a:pt x="172456" y="870936"/>
                  </a:lnTo>
                  <a:lnTo>
                    <a:pt x="174919" y="866650"/>
                  </a:lnTo>
                  <a:lnTo>
                    <a:pt x="177383" y="862262"/>
                  </a:lnTo>
                  <a:lnTo>
                    <a:pt x="179847" y="857820"/>
                  </a:lnTo>
                  <a:lnTo>
                    <a:pt x="182310" y="853382"/>
                  </a:lnTo>
                  <a:lnTo>
                    <a:pt x="184774" y="849009"/>
                  </a:lnTo>
                  <a:lnTo>
                    <a:pt x="187237" y="844760"/>
                  </a:lnTo>
                  <a:lnTo>
                    <a:pt x="189701" y="840699"/>
                  </a:lnTo>
                  <a:lnTo>
                    <a:pt x="192165" y="836862"/>
                  </a:lnTo>
                  <a:lnTo>
                    <a:pt x="194628" y="833212"/>
                  </a:lnTo>
                  <a:lnTo>
                    <a:pt x="197092" y="829697"/>
                  </a:lnTo>
                  <a:lnTo>
                    <a:pt x="199556" y="826231"/>
                  </a:lnTo>
                  <a:lnTo>
                    <a:pt x="202019" y="822693"/>
                  </a:lnTo>
                  <a:lnTo>
                    <a:pt x="204483" y="818935"/>
                  </a:lnTo>
                  <a:lnTo>
                    <a:pt x="206947" y="814775"/>
                  </a:lnTo>
                  <a:lnTo>
                    <a:pt x="209410" y="809860"/>
                  </a:lnTo>
                  <a:lnTo>
                    <a:pt x="211874" y="804018"/>
                  </a:lnTo>
                  <a:lnTo>
                    <a:pt x="214338" y="797042"/>
                  </a:lnTo>
                  <a:lnTo>
                    <a:pt x="216801" y="788729"/>
                  </a:lnTo>
                  <a:lnTo>
                    <a:pt x="219265" y="778895"/>
                  </a:lnTo>
                  <a:lnTo>
                    <a:pt x="221729" y="767382"/>
                  </a:lnTo>
                  <a:lnTo>
                    <a:pt x="224192" y="754064"/>
                  </a:lnTo>
                  <a:lnTo>
                    <a:pt x="226656" y="738687"/>
                  </a:lnTo>
                  <a:lnTo>
                    <a:pt x="229120" y="721180"/>
                  </a:lnTo>
                  <a:lnTo>
                    <a:pt x="231583" y="701751"/>
                  </a:lnTo>
                  <a:lnTo>
                    <a:pt x="234047" y="680456"/>
                  </a:lnTo>
                  <a:lnTo>
                    <a:pt x="236511" y="657381"/>
                  </a:lnTo>
                  <a:lnTo>
                    <a:pt x="238974" y="632638"/>
                  </a:lnTo>
                  <a:lnTo>
                    <a:pt x="241438" y="606359"/>
                  </a:lnTo>
                  <a:lnTo>
                    <a:pt x="243902" y="578688"/>
                  </a:lnTo>
                  <a:lnTo>
                    <a:pt x="246365" y="549599"/>
                  </a:lnTo>
                  <a:lnTo>
                    <a:pt x="248829" y="519502"/>
                  </a:lnTo>
                  <a:lnTo>
                    <a:pt x="251293" y="488547"/>
                  </a:lnTo>
                  <a:lnTo>
                    <a:pt x="253756" y="456879"/>
                  </a:lnTo>
                  <a:lnTo>
                    <a:pt x="256220" y="424637"/>
                  </a:lnTo>
                  <a:lnTo>
                    <a:pt x="258684" y="391955"/>
                  </a:lnTo>
                  <a:lnTo>
                    <a:pt x="261147" y="358966"/>
                  </a:lnTo>
                  <a:lnTo>
                    <a:pt x="263611" y="325807"/>
                  </a:lnTo>
                  <a:lnTo>
                    <a:pt x="266075" y="292678"/>
                  </a:lnTo>
                  <a:lnTo>
                    <a:pt x="268538" y="259769"/>
                  </a:lnTo>
                  <a:lnTo>
                    <a:pt x="271002" y="227281"/>
                  </a:lnTo>
                  <a:lnTo>
                    <a:pt x="273465" y="195452"/>
                  </a:lnTo>
                  <a:lnTo>
                    <a:pt x="275929" y="164556"/>
                  </a:lnTo>
                  <a:lnTo>
                    <a:pt x="278393" y="134906"/>
                  </a:lnTo>
                  <a:lnTo>
                    <a:pt x="280856" y="106899"/>
                  </a:lnTo>
                  <a:lnTo>
                    <a:pt x="283320" y="81346"/>
                  </a:lnTo>
                  <a:lnTo>
                    <a:pt x="285784" y="58440"/>
                  </a:lnTo>
                  <a:lnTo>
                    <a:pt x="288247" y="38652"/>
                  </a:lnTo>
                  <a:lnTo>
                    <a:pt x="290711" y="22460"/>
                  </a:lnTo>
                  <a:lnTo>
                    <a:pt x="293175" y="10332"/>
                  </a:lnTo>
                  <a:lnTo>
                    <a:pt x="295638" y="2711"/>
                  </a:lnTo>
                  <a:lnTo>
                    <a:pt x="298102" y="0"/>
                  </a:lnTo>
                  <a:lnTo>
                    <a:pt x="300566" y="3211"/>
                  </a:lnTo>
                  <a:lnTo>
                    <a:pt x="303029" y="12341"/>
                  </a:lnTo>
                  <a:lnTo>
                    <a:pt x="305493" y="27139"/>
                  </a:lnTo>
                  <a:lnTo>
                    <a:pt x="307957" y="47572"/>
                  </a:lnTo>
                  <a:lnTo>
                    <a:pt x="310420" y="73486"/>
                  </a:lnTo>
                  <a:lnTo>
                    <a:pt x="312884" y="104607"/>
                  </a:lnTo>
                  <a:lnTo>
                    <a:pt x="315348" y="140536"/>
                  </a:lnTo>
                  <a:lnTo>
                    <a:pt x="317811" y="180886"/>
                  </a:lnTo>
                  <a:lnTo>
                    <a:pt x="320275" y="225215"/>
                  </a:lnTo>
                  <a:lnTo>
                    <a:pt x="322739" y="272123"/>
                  </a:lnTo>
                  <a:lnTo>
                    <a:pt x="325202" y="320794"/>
                  </a:lnTo>
                  <a:lnTo>
                    <a:pt x="327666" y="370383"/>
                  </a:lnTo>
                  <a:lnTo>
                    <a:pt x="330130" y="420046"/>
                  </a:lnTo>
                  <a:lnTo>
                    <a:pt x="332593" y="468959"/>
                  </a:lnTo>
                  <a:lnTo>
                    <a:pt x="335057" y="516338"/>
                  </a:lnTo>
                  <a:lnTo>
                    <a:pt x="337521" y="561046"/>
                  </a:lnTo>
                  <a:lnTo>
                    <a:pt x="339984" y="602548"/>
                  </a:lnTo>
                  <a:lnTo>
                    <a:pt x="342448" y="640521"/>
                  </a:lnTo>
                  <a:lnTo>
                    <a:pt x="344912" y="674647"/>
                  </a:lnTo>
                  <a:lnTo>
                    <a:pt x="347375" y="704733"/>
                  </a:lnTo>
                  <a:lnTo>
                    <a:pt x="349839" y="730701"/>
                  </a:lnTo>
                  <a:lnTo>
                    <a:pt x="352303" y="752591"/>
                  </a:lnTo>
                  <a:lnTo>
                    <a:pt x="354766" y="770353"/>
                  </a:lnTo>
                  <a:lnTo>
                    <a:pt x="357230" y="784064"/>
                  </a:lnTo>
                  <a:lnTo>
                    <a:pt x="359694" y="794603"/>
                  </a:lnTo>
                  <a:lnTo>
                    <a:pt x="362157" y="802390"/>
                  </a:lnTo>
                  <a:lnTo>
                    <a:pt x="364621" y="807871"/>
                  </a:lnTo>
                  <a:lnTo>
                    <a:pt x="367084" y="811507"/>
                  </a:lnTo>
                  <a:lnTo>
                    <a:pt x="369548" y="813758"/>
                  </a:lnTo>
                  <a:lnTo>
                    <a:pt x="372012" y="815072"/>
                  </a:lnTo>
                  <a:lnTo>
                    <a:pt x="374475" y="815871"/>
                  </a:lnTo>
                  <a:lnTo>
                    <a:pt x="376939" y="816666"/>
                  </a:lnTo>
                  <a:lnTo>
                    <a:pt x="379403" y="817767"/>
                  </a:lnTo>
                  <a:lnTo>
                    <a:pt x="381866" y="819423"/>
                  </a:lnTo>
                  <a:lnTo>
                    <a:pt x="384330" y="821827"/>
                  </a:lnTo>
                  <a:lnTo>
                    <a:pt x="386794" y="825125"/>
                  </a:lnTo>
                  <a:lnTo>
                    <a:pt x="389257" y="829414"/>
                  </a:lnTo>
                  <a:lnTo>
                    <a:pt x="391721" y="834821"/>
                  </a:lnTo>
                  <a:lnTo>
                    <a:pt x="394185" y="841388"/>
                  </a:lnTo>
                  <a:lnTo>
                    <a:pt x="396648" y="848955"/>
                  </a:lnTo>
                  <a:lnTo>
                    <a:pt x="399112" y="857456"/>
                  </a:lnTo>
                  <a:lnTo>
                    <a:pt x="401576" y="866811"/>
                  </a:lnTo>
                  <a:lnTo>
                    <a:pt x="404039" y="876925"/>
                  </a:lnTo>
                  <a:lnTo>
                    <a:pt x="406503" y="887700"/>
                  </a:lnTo>
                  <a:lnTo>
                    <a:pt x="408967" y="899031"/>
                  </a:lnTo>
                  <a:lnTo>
                    <a:pt x="411430" y="910867"/>
                  </a:lnTo>
                  <a:lnTo>
                    <a:pt x="413894" y="923019"/>
                  </a:lnTo>
                  <a:lnTo>
                    <a:pt x="416358" y="935389"/>
                  </a:lnTo>
                  <a:lnTo>
                    <a:pt x="418821" y="947892"/>
                  </a:lnTo>
                  <a:lnTo>
                    <a:pt x="421285" y="960450"/>
                  </a:lnTo>
                  <a:lnTo>
                    <a:pt x="423749" y="972990"/>
                  </a:lnTo>
                  <a:lnTo>
                    <a:pt x="426212" y="985446"/>
                  </a:lnTo>
                  <a:lnTo>
                    <a:pt x="428676" y="997738"/>
                  </a:lnTo>
                  <a:lnTo>
                    <a:pt x="431140" y="1009794"/>
                  </a:lnTo>
                  <a:lnTo>
                    <a:pt x="433603" y="1021578"/>
                  </a:lnTo>
                  <a:lnTo>
                    <a:pt x="436067" y="1033048"/>
                  </a:lnTo>
                  <a:lnTo>
                    <a:pt x="438531" y="1044161"/>
                  </a:lnTo>
                  <a:lnTo>
                    <a:pt x="440994" y="1054879"/>
                  </a:lnTo>
                  <a:lnTo>
                    <a:pt x="443458" y="1065168"/>
                  </a:lnTo>
                  <a:lnTo>
                    <a:pt x="445922" y="1074992"/>
                  </a:lnTo>
                  <a:lnTo>
                    <a:pt x="448385" y="1084233"/>
                  </a:lnTo>
                  <a:lnTo>
                    <a:pt x="450849" y="1092952"/>
                  </a:lnTo>
                  <a:lnTo>
                    <a:pt x="453312" y="1101132"/>
                  </a:lnTo>
                  <a:lnTo>
                    <a:pt x="455776" y="1108761"/>
                  </a:lnTo>
                  <a:lnTo>
                    <a:pt x="458240" y="1115832"/>
                  </a:lnTo>
                  <a:lnTo>
                    <a:pt x="460703" y="1122342"/>
                  </a:lnTo>
                  <a:lnTo>
                    <a:pt x="463167" y="1128295"/>
                  </a:lnTo>
                  <a:lnTo>
                    <a:pt x="465631" y="1133642"/>
                  </a:lnTo>
                  <a:lnTo>
                    <a:pt x="468094" y="1138421"/>
                  </a:lnTo>
                  <a:lnTo>
                    <a:pt x="470558" y="1142694"/>
                  </a:lnTo>
                  <a:lnTo>
                    <a:pt x="473022" y="1146487"/>
                  </a:lnTo>
                  <a:lnTo>
                    <a:pt x="475485" y="1149831"/>
                  </a:lnTo>
                  <a:lnTo>
                    <a:pt x="477949" y="1152757"/>
                  </a:lnTo>
                  <a:lnTo>
                    <a:pt x="480413" y="1155299"/>
                  </a:lnTo>
                  <a:lnTo>
                    <a:pt x="482876" y="1157487"/>
                  </a:lnTo>
                  <a:lnTo>
                    <a:pt x="485340" y="1159325"/>
                  </a:lnTo>
                  <a:lnTo>
                    <a:pt x="487804" y="1160903"/>
                  </a:lnTo>
                  <a:lnTo>
                    <a:pt x="490267" y="1162257"/>
                  </a:lnTo>
                  <a:lnTo>
                    <a:pt x="492731" y="1163418"/>
                  </a:lnTo>
                  <a:lnTo>
                    <a:pt x="495195" y="1164414"/>
                  </a:lnTo>
                  <a:lnTo>
                    <a:pt x="497658" y="1165273"/>
                  </a:lnTo>
                  <a:lnTo>
                    <a:pt x="500122" y="1166014"/>
                  </a:lnTo>
                  <a:lnTo>
                    <a:pt x="502586" y="1166647"/>
                  </a:lnTo>
                  <a:lnTo>
                    <a:pt x="505049" y="1167195"/>
                  </a:lnTo>
                  <a:lnTo>
                    <a:pt x="507513" y="1167670"/>
                  </a:lnTo>
                  <a:lnTo>
                    <a:pt x="509977" y="1168078"/>
                  </a:lnTo>
                  <a:lnTo>
                    <a:pt x="512440" y="1168421"/>
                  </a:lnTo>
                  <a:lnTo>
                    <a:pt x="514904" y="1168699"/>
                  </a:lnTo>
                  <a:lnTo>
                    <a:pt x="517368" y="1168913"/>
                  </a:lnTo>
                  <a:lnTo>
                    <a:pt x="519831" y="1169058"/>
                  </a:lnTo>
                  <a:lnTo>
                    <a:pt x="522295" y="1169127"/>
                  </a:lnTo>
                  <a:lnTo>
                    <a:pt x="524759" y="1169130"/>
                  </a:lnTo>
                  <a:lnTo>
                    <a:pt x="527222" y="1169069"/>
                  </a:lnTo>
                  <a:lnTo>
                    <a:pt x="529686" y="1168947"/>
                  </a:lnTo>
                  <a:lnTo>
                    <a:pt x="532150" y="1168771"/>
                  </a:lnTo>
                  <a:lnTo>
                    <a:pt x="534613" y="1168548"/>
                  </a:lnTo>
                  <a:lnTo>
                    <a:pt x="537077" y="1168286"/>
                  </a:lnTo>
                  <a:lnTo>
                    <a:pt x="539541" y="1167992"/>
                  </a:lnTo>
                  <a:lnTo>
                    <a:pt x="542004" y="1167683"/>
                  </a:lnTo>
                  <a:lnTo>
                    <a:pt x="544468" y="1167370"/>
                  </a:lnTo>
                  <a:lnTo>
                    <a:pt x="546931" y="1167062"/>
                  </a:lnTo>
                  <a:lnTo>
                    <a:pt x="549395" y="1166767"/>
                  </a:lnTo>
                  <a:lnTo>
                    <a:pt x="551859" y="1166491"/>
                  </a:lnTo>
                  <a:lnTo>
                    <a:pt x="554322" y="1166239"/>
                  </a:lnTo>
                  <a:lnTo>
                    <a:pt x="556786" y="1166016"/>
                  </a:lnTo>
                  <a:lnTo>
                    <a:pt x="559250" y="1165824"/>
                  </a:lnTo>
                  <a:lnTo>
                    <a:pt x="561713" y="1165659"/>
                  </a:lnTo>
                  <a:lnTo>
                    <a:pt x="564177" y="1165518"/>
                  </a:lnTo>
                  <a:lnTo>
                    <a:pt x="566641" y="1165397"/>
                  </a:lnTo>
                  <a:lnTo>
                    <a:pt x="569104" y="1165295"/>
                  </a:lnTo>
                  <a:lnTo>
                    <a:pt x="571568" y="1165207"/>
                  </a:lnTo>
                  <a:lnTo>
                    <a:pt x="574032" y="1165132"/>
                  </a:lnTo>
                  <a:lnTo>
                    <a:pt x="576495" y="1165067"/>
                  </a:lnTo>
                  <a:lnTo>
                    <a:pt x="578959" y="1165013"/>
                  </a:lnTo>
                  <a:lnTo>
                    <a:pt x="581423" y="1164968"/>
                  </a:lnTo>
                  <a:lnTo>
                    <a:pt x="583886" y="1164935"/>
                  </a:lnTo>
                  <a:lnTo>
                    <a:pt x="586350" y="1164916"/>
                  </a:lnTo>
                  <a:lnTo>
                    <a:pt x="588814" y="1164913"/>
                  </a:lnTo>
                  <a:lnTo>
                    <a:pt x="591277" y="1164930"/>
                  </a:lnTo>
                  <a:lnTo>
                    <a:pt x="593741" y="1164973"/>
                  </a:lnTo>
                  <a:lnTo>
                    <a:pt x="596205" y="1165046"/>
                  </a:lnTo>
                  <a:lnTo>
                    <a:pt x="598668" y="1165150"/>
                  </a:lnTo>
                  <a:lnTo>
                    <a:pt x="601132" y="1165288"/>
                  </a:lnTo>
                  <a:lnTo>
                    <a:pt x="603596" y="1165461"/>
                  </a:lnTo>
                  <a:lnTo>
                    <a:pt x="606059" y="1165670"/>
                  </a:lnTo>
                  <a:lnTo>
                    <a:pt x="608523" y="1165918"/>
                  </a:lnTo>
                  <a:lnTo>
                    <a:pt x="610987" y="1166206"/>
                  </a:lnTo>
                  <a:lnTo>
                    <a:pt x="613450" y="1166541"/>
                  </a:lnTo>
                  <a:lnTo>
                    <a:pt x="615914" y="1166917"/>
                  </a:lnTo>
                  <a:lnTo>
                    <a:pt x="618378" y="1167334"/>
                  </a:lnTo>
                  <a:lnTo>
                    <a:pt x="620841" y="1167792"/>
                  </a:lnTo>
                  <a:lnTo>
                    <a:pt x="623305" y="1168290"/>
                  </a:lnTo>
                  <a:lnTo>
                    <a:pt x="625769" y="1168826"/>
                  </a:lnTo>
                  <a:lnTo>
                    <a:pt x="628232" y="1169400"/>
                  </a:lnTo>
                  <a:lnTo>
                    <a:pt x="630696" y="1170011"/>
                  </a:lnTo>
                  <a:lnTo>
                    <a:pt x="633159" y="1170653"/>
                  </a:lnTo>
                  <a:lnTo>
                    <a:pt x="635623" y="1171318"/>
                  </a:lnTo>
                  <a:lnTo>
                    <a:pt x="638087" y="1171999"/>
                  </a:lnTo>
                  <a:lnTo>
                    <a:pt x="640550" y="1172690"/>
                  </a:lnTo>
                  <a:lnTo>
                    <a:pt x="643014" y="1173381"/>
                  </a:lnTo>
                  <a:lnTo>
                    <a:pt x="645478" y="1174065"/>
                  </a:lnTo>
                  <a:lnTo>
                    <a:pt x="647941" y="1174733"/>
                  </a:lnTo>
                  <a:lnTo>
                    <a:pt x="650405" y="1175373"/>
                  </a:lnTo>
                  <a:lnTo>
                    <a:pt x="652869" y="1175979"/>
                  </a:lnTo>
                  <a:lnTo>
                    <a:pt x="655332" y="1176547"/>
                  </a:lnTo>
                  <a:lnTo>
                    <a:pt x="657796" y="1177073"/>
                  </a:lnTo>
                  <a:lnTo>
                    <a:pt x="660260" y="1177555"/>
                  </a:lnTo>
                  <a:lnTo>
                    <a:pt x="662723" y="1177994"/>
                  </a:lnTo>
                  <a:lnTo>
                    <a:pt x="665187" y="1178391"/>
                  </a:lnTo>
                  <a:lnTo>
                    <a:pt x="667651" y="1178745"/>
                  </a:lnTo>
                  <a:lnTo>
                    <a:pt x="670114" y="1179065"/>
                  </a:lnTo>
                  <a:lnTo>
                    <a:pt x="672578" y="1179361"/>
                  </a:lnTo>
                  <a:lnTo>
                    <a:pt x="675042" y="1179639"/>
                  </a:lnTo>
                  <a:lnTo>
                    <a:pt x="677505" y="1179907"/>
                  </a:lnTo>
                  <a:lnTo>
                    <a:pt x="679969" y="1180172"/>
                  </a:lnTo>
                  <a:lnTo>
                    <a:pt x="682433" y="1180440"/>
                  </a:lnTo>
                  <a:lnTo>
                    <a:pt x="684896" y="1180718"/>
                  </a:lnTo>
                  <a:lnTo>
                    <a:pt x="687360" y="1181011"/>
                  </a:lnTo>
                  <a:lnTo>
                    <a:pt x="689824" y="1181320"/>
                  </a:lnTo>
                  <a:lnTo>
                    <a:pt x="692287" y="1181646"/>
                  </a:lnTo>
                  <a:lnTo>
                    <a:pt x="694751" y="1181987"/>
                  </a:lnTo>
                  <a:lnTo>
                    <a:pt x="697215" y="1182340"/>
                  </a:lnTo>
                  <a:lnTo>
                    <a:pt x="699678" y="1182701"/>
                  </a:lnTo>
                  <a:lnTo>
                    <a:pt x="702142" y="1183066"/>
                  </a:lnTo>
                  <a:lnTo>
                    <a:pt x="704606" y="1183428"/>
                  </a:lnTo>
                  <a:lnTo>
                    <a:pt x="707069" y="1183778"/>
                  </a:lnTo>
                  <a:lnTo>
                    <a:pt x="709533" y="1184110"/>
                  </a:lnTo>
                  <a:lnTo>
                    <a:pt x="711997" y="1184420"/>
                  </a:lnTo>
                  <a:lnTo>
                    <a:pt x="714460" y="1184700"/>
                  </a:lnTo>
                  <a:lnTo>
                    <a:pt x="716924" y="1184947"/>
                  </a:lnTo>
                  <a:lnTo>
                    <a:pt x="719388" y="1185157"/>
                  </a:lnTo>
                  <a:lnTo>
                    <a:pt x="721851" y="1185325"/>
                  </a:lnTo>
                  <a:lnTo>
                    <a:pt x="724315" y="1185445"/>
                  </a:lnTo>
                  <a:lnTo>
                    <a:pt x="726778" y="1185522"/>
                  </a:lnTo>
                  <a:lnTo>
                    <a:pt x="729242" y="1185560"/>
                  </a:lnTo>
                  <a:lnTo>
                    <a:pt x="731706" y="1185558"/>
                  </a:lnTo>
                  <a:lnTo>
                    <a:pt x="734169" y="1185521"/>
                  </a:lnTo>
                  <a:lnTo>
                    <a:pt x="736633" y="1185452"/>
                  </a:lnTo>
                  <a:lnTo>
                    <a:pt x="739097" y="1185356"/>
                  </a:lnTo>
                  <a:lnTo>
                    <a:pt x="741560" y="1185234"/>
                  </a:lnTo>
                  <a:lnTo>
                    <a:pt x="744024" y="1185096"/>
                  </a:lnTo>
                  <a:lnTo>
                    <a:pt x="746488" y="1184948"/>
                  </a:lnTo>
                  <a:lnTo>
                    <a:pt x="748951" y="1184794"/>
                  </a:lnTo>
                  <a:lnTo>
                    <a:pt x="751415" y="1184639"/>
                  </a:lnTo>
                  <a:lnTo>
                    <a:pt x="753879" y="1184486"/>
                  </a:lnTo>
                  <a:lnTo>
                    <a:pt x="756342" y="1184339"/>
                  </a:lnTo>
                  <a:lnTo>
                    <a:pt x="758806" y="1184202"/>
                  </a:lnTo>
                  <a:lnTo>
                    <a:pt x="761270" y="1184077"/>
                  </a:lnTo>
                  <a:lnTo>
                    <a:pt x="763733" y="1183963"/>
                  </a:lnTo>
                  <a:lnTo>
                    <a:pt x="766197" y="1183862"/>
                  </a:lnTo>
                  <a:lnTo>
                    <a:pt x="768661" y="1183773"/>
                  </a:lnTo>
                  <a:lnTo>
                    <a:pt x="771124" y="1183694"/>
                  </a:lnTo>
                  <a:lnTo>
                    <a:pt x="773588" y="1183626"/>
                  </a:lnTo>
                  <a:lnTo>
                    <a:pt x="776052" y="1183567"/>
                  </a:lnTo>
                  <a:lnTo>
                    <a:pt x="778515" y="1183516"/>
                  </a:lnTo>
                  <a:lnTo>
                    <a:pt x="780979" y="1183470"/>
                  </a:lnTo>
                  <a:lnTo>
                    <a:pt x="783443" y="1183428"/>
                  </a:lnTo>
                  <a:lnTo>
                    <a:pt x="785906" y="1183390"/>
                  </a:lnTo>
                  <a:lnTo>
                    <a:pt x="788370" y="1183353"/>
                  </a:lnTo>
                  <a:lnTo>
                    <a:pt x="790834" y="1183318"/>
                  </a:lnTo>
                  <a:lnTo>
                    <a:pt x="793297" y="1183284"/>
                  </a:lnTo>
                  <a:lnTo>
                    <a:pt x="795761" y="1183249"/>
                  </a:lnTo>
                  <a:lnTo>
                    <a:pt x="798225" y="1183214"/>
                  </a:lnTo>
                  <a:lnTo>
                    <a:pt x="800688" y="1183177"/>
                  </a:lnTo>
                  <a:lnTo>
                    <a:pt x="803152" y="1183138"/>
                  </a:lnTo>
                  <a:lnTo>
                    <a:pt x="805616" y="1183097"/>
                  </a:lnTo>
                  <a:lnTo>
                    <a:pt x="808079" y="1183053"/>
                  </a:lnTo>
                  <a:lnTo>
                    <a:pt x="810543" y="1183005"/>
                  </a:lnTo>
                  <a:lnTo>
                    <a:pt x="813006" y="1182952"/>
                  </a:lnTo>
                  <a:lnTo>
                    <a:pt x="815470" y="1182893"/>
                  </a:lnTo>
                  <a:lnTo>
                    <a:pt x="817934" y="1182828"/>
                  </a:lnTo>
                  <a:lnTo>
                    <a:pt x="820397" y="1182757"/>
                  </a:lnTo>
                  <a:lnTo>
                    <a:pt x="822861" y="1182682"/>
                  </a:lnTo>
                  <a:lnTo>
                    <a:pt x="825325" y="1182602"/>
                  </a:lnTo>
                  <a:lnTo>
                    <a:pt x="827788" y="1182518"/>
                  </a:lnTo>
                  <a:lnTo>
                    <a:pt x="830252" y="1182433"/>
                  </a:lnTo>
                  <a:lnTo>
                    <a:pt x="832716" y="1182348"/>
                  </a:lnTo>
                  <a:lnTo>
                    <a:pt x="835179" y="1182267"/>
                  </a:lnTo>
                  <a:lnTo>
                    <a:pt x="837643" y="1182191"/>
                  </a:lnTo>
                  <a:lnTo>
                    <a:pt x="840107" y="1182124"/>
                  </a:lnTo>
                  <a:lnTo>
                    <a:pt x="842570" y="1182067"/>
                  </a:lnTo>
                  <a:lnTo>
                    <a:pt x="845034" y="1182023"/>
                  </a:lnTo>
                  <a:lnTo>
                    <a:pt x="847498" y="1181993"/>
                  </a:lnTo>
                  <a:lnTo>
                    <a:pt x="849961" y="1181979"/>
                  </a:lnTo>
                  <a:lnTo>
                    <a:pt x="852425" y="1181984"/>
                  </a:lnTo>
                  <a:lnTo>
                    <a:pt x="854889" y="1182004"/>
                  </a:lnTo>
                  <a:lnTo>
                    <a:pt x="857352" y="1182037"/>
                  </a:lnTo>
                  <a:lnTo>
                    <a:pt x="859816" y="1182080"/>
                  </a:lnTo>
                  <a:lnTo>
                    <a:pt x="862280" y="1182131"/>
                  </a:lnTo>
                  <a:lnTo>
                    <a:pt x="864743" y="1182184"/>
                  </a:lnTo>
                  <a:lnTo>
                    <a:pt x="867207" y="1182234"/>
                  </a:lnTo>
                  <a:lnTo>
                    <a:pt x="869671" y="1182275"/>
                  </a:lnTo>
                  <a:lnTo>
                    <a:pt x="872134" y="1182298"/>
                  </a:lnTo>
                  <a:lnTo>
                    <a:pt x="874598" y="1182297"/>
                  </a:lnTo>
                  <a:lnTo>
                    <a:pt x="877062" y="1182267"/>
                  </a:lnTo>
                  <a:lnTo>
                    <a:pt x="879525" y="1182201"/>
                  </a:lnTo>
                  <a:lnTo>
                    <a:pt x="881989" y="1182094"/>
                  </a:lnTo>
                  <a:lnTo>
                    <a:pt x="884453" y="1181943"/>
                  </a:lnTo>
                  <a:lnTo>
                    <a:pt x="886916" y="1181743"/>
                  </a:lnTo>
                  <a:lnTo>
                    <a:pt x="889380" y="1181485"/>
                  </a:lnTo>
                  <a:lnTo>
                    <a:pt x="891844" y="1181179"/>
                  </a:lnTo>
                  <a:lnTo>
                    <a:pt x="894307" y="1180828"/>
                  </a:lnTo>
                  <a:lnTo>
                    <a:pt x="896771" y="1180434"/>
                  </a:lnTo>
                  <a:lnTo>
                    <a:pt x="899235" y="1180006"/>
                  </a:lnTo>
                  <a:lnTo>
                    <a:pt x="901698" y="1179549"/>
                  </a:lnTo>
                  <a:lnTo>
                    <a:pt x="904162" y="1179074"/>
                  </a:lnTo>
                  <a:lnTo>
                    <a:pt x="906625" y="1178589"/>
                  </a:lnTo>
                  <a:lnTo>
                    <a:pt x="909089" y="1178111"/>
                  </a:lnTo>
                  <a:lnTo>
                    <a:pt x="911553" y="1177651"/>
                  </a:lnTo>
                  <a:lnTo>
                    <a:pt x="914016" y="1177219"/>
                  </a:lnTo>
                  <a:lnTo>
                    <a:pt x="916480" y="1176827"/>
                  </a:lnTo>
                  <a:lnTo>
                    <a:pt x="918944" y="1176483"/>
                  </a:lnTo>
                  <a:lnTo>
                    <a:pt x="921407" y="1176197"/>
                  </a:lnTo>
                  <a:lnTo>
                    <a:pt x="923871" y="1175979"/>
                  </a:lnTo>
                  <a:lnTo>
                    <a:pt x="926335" y="1175840"/>
                  </a:lnTo>
                  <a:lnTo>
                    <a:pt x="928798" y="1175776"/>
                  </a:lnTo>
                  <a:lnTo>
                    <a:pt x="931262" y="1175785"/>
                  </a:lnTo>
                  <a:lnTo>
                    <a:pt x="933726" y="1175866"/>
                  </a:lnTo>
                  <a:lnTo>
                    <a:pt x="936189" y="1176017"/>
                  </a:lnTo>
                  <a:lnTo>
                    <a:pt x="938653" y="1176232"/>
                  </a:lnTo>
                  <a:lnTo>
                    <a:pt x="941117" y="1176506"/>
                  </a:lnTo>
                  <a:lnTo>
                    <a:pt x="943580" y="1176838"/>
                  </a:lnTo>
                  <a:lnTo>
                    <a:pt x="946044" y="1177213"/>
                  </a:lnTo>
                  <a:lnTo>
                    <a:pt x="948508" y="1177620"/>
                  </a:lnTo>
                  <a:lnTo>
                    <a:pt x="950971" y="1178051"/>
                  </a:lnTo>
                  <a:lnTo>
                    <a:pt x="953435" y="1178499"/>
                  </a:lnTo>
                  <a:lnTo>
                    <a:pt x="955899" y="1178956"/>
                  </a:lnTo>
                  <a:lnTo>
                    <a:pt x="958362" y="1179416"/>
                  </a:lnTo>
                  <a:lnTo>
                    <a:pt x="960826" y="1179872"/>
                  </a:lnTo>
                  <a:lnTo>
                    <a:pt x="963290" y="1180315"/>
                  </a:lnTo>
                  <a:lnTo>
                    <a:pt x="965753" y="1180744"/>
                  </a:lnTo>
                  <a:lnTo>
                    <a:pt x="968217" y="1181152"/>
                  </a:lnTo>
                  <a:lnTo>
                    <a:pt x="970681" y="1181539"/>
                  </a:lnTo>
                  <a:lnTo>
                    <a:pt x="973144" y="1181900"/>
                  </a:lnTo>
                  <a:lnTo>
                    <a:pt x="975608" y="1182233"/>
                  </a:lnTo>
                  <a:lnTo>
                    <a:pt x="978072" y="1182537"/>
                  </a:lnTo>
                  <a:lnTo>
                    <a:pt x="980535" y="1182804"/>
                  </a:lnTo>
                  <a:lnTo>
                    <a:pt x="982999" y="1183037"/>
                  </a:lnTo>
                  <a:lnTo>
                    <a:pt x="985463" y="1183235"/>
                  </a:lnTo>
                  <a:lnTo>
                    <a:pt x="987926" y="1183397"/>
                  </a:lnTo>
                  <a:lnTo>
                    <a:pt x="990390" y="1183524"/>
                  </a:lnTo>
                  <a:lnTo>
                    <a:pt x="992853" y="1183615"/>
                  </a:lnTo>
                  <a:lnTo>
                    <a:pt x="995317" y="1183671"/>
                  </a:lnTo>
                  <a:lnTo>
                    <a:pt x="997781" y="1183691"/>
                  </a:lnTo>
                  <a:lnTo>
                    <a:pt x="1000244" y="1183675"/>
                  </a:lnTo>
                  <a:lnTo>
                    <a:pt x="1002708" y="1183631"/>
                  </a:lnTo>
                  <a:lnTo>
                    <a:pt x="1005172" y="1183562"/>
                  </a:lnTo>
                  <a:lnTo>
                    <a:pt x="1007635" y="1183472"/>
                  </a:lnTo>
                  <a:lnTo>
                    <a:pt x="1010099" y="1183364"/>
                  </a:lnTo>
                  <a:lnTo>
                    <a:pt x="1012563" y="1183244"/>
                  </a:lnTo>
                  <a:lnTo>
                    <a:pt x="1015026" y="1183115"/>
                  </a:lnTo>
                  <a:lnTo>
                    <a:pt x="1017490" y="1182984"/>
                  </a:lnTo>
                  <a:lnTo>
                    <a:pt x="1019954" y="1182857"/>
                  </a:lnTo>
                  <a:lnTo>
                    <a:pt x="1022417" y="1182738"/>
                  </a:lnTo>
                  <a:lnTo>
                    <a:pt x="1024881" y="1182630"/>
                  </a:lnTo>
                  <a:lnTo>
                    <a:pt x="1027345" y="1182537"/>
                  </a:lnTo>
                  <a:lnTo>
                    <a:pt x="1029808" y="1182461"/>
                  </a:lnTo>
                  <a:lnTo>
                    <a:pt x="1032272" y="1182405"/>
                  </a:lnTo>
                  <a:lnTo>
                    <a:pt x="1034736" y="1182370"/>
                  </a:lnTo>
                  <a:lnTo>
                    <a:pt x="1037199" y="1182356"/>
                  </a:lnTo>
                  <a:lnTo>
                    <a:pt x="1039663" y="1182360"/>
                  </a:lnTo>
                  <a:lnTo>
                    <a:pt x="1042127" y="1182380"/>
                  </a:lnTo>
                  <a:lnTo>
                    <a:pt x="1044590" y="1182413"/>
                  </a:lnTo>
                  <a:lnTo>
                    <a:pt x="1047054" y="1182455"/>
                  </a:lnTo>
                  <a:lnTo>
                    <a:pt x="1049518" y="1182501"/>
                  </a:lnTo>
                  <a:lnTo>
                    <a:pt x="1051981" y="1182548"/>
                  </a:lnTo>
                  <a:lnTo>
                    <a:pt x="1054445" y="1182588"/>
                  </a:lnTo>
                  <a:lnTo>
                    <a:pt x="1056909" y="1182616"/>
                  </a:lnTo>
                  <a:lnTo>
                    <a:pt x="1059372" y="1182629"/>
                  </a:lnTo>
                  <a:lnTo>
                    <a:pt x="1061836" y="1182623"/>
                  </a:lnTo>
                  <a:lnTo>
                    <a:pt x="1064300" y="1182594"/>
                  </a:lnTo>
                  <a:lnTo>
                    <a:pt x="1066763" y="1182542"/>
                  </a:lnTo>
                  <a:lnTo>
                    <a:pt x="1069227" y="1182464"/>
                  </a:lnTo>
                  <a:lnTo>
                    <a:pt x="1071691" y="1182358"/>
                  </a:lnTo>
                  <a:lnTo>
                    <a:pt x="1074154" y="1182229"/>
                  </a:lnTo>
                  <a:lnTo>
                    <a:pt x="1076618" y="1182082"/>
                  </a:lnTo>
                  <a:lnTo>
                    <a:pt x="1079082" y="1181920"/>
                  </a:lnTo>
                  <a:lnTo>
                    <a:pt x="1081545" y="1181750"/>
                  </a:lnTo>
                  <a:lnTo>
                    <a:pt x="1084009" y="1181577"/>
                  </a:lnTo>
                  <a:lnTo>
                    <a:pt x="1086472" y="1181407"/>
                  </a:lnTo>
                  <a:lnTo>
                    <a:pt x="1088936" y="1181248"/>
                  </a:lnTo>
                  <a:lnTo>
                    <a:pt x="1091400" y="1181109"/>
                  </a:lnTo>
                  <a:lnTo>
                    <a:pt x="1093863" y="1180994"/>
                  </a:lnTo>
                  <a:lnTo>
                    <a:pt x="1096327" y="1180908"/>
                  </a:lnTo>
                  <a:lnTo>
                    <a:pt x="1098791" y="1180852"/>
                  </a:lnTo>
                  <a:lnTo>
                    <a:pt x="1101254" y="1180829"/>
                  </a:lnTo>
                  <a:lnTo>
                    <a:pt x="1103718" y="1180841"/>
                  </a:lnTo>
                  <a:lnTo>
                    <a:pt x="1106182" y="1180886"/>
                  </a:lnTo>
                  <a:lnTo>
                    <a:pt x="1108645" y="1180966"/>
                  </a:lnTo>
                  <a:lnTo>
                    <a:pt x="1111109" y="1181075"/>
                  </a:lnTo>
                  <a:lnTo>
                    <a:pt x="1113573" y="1181209"/>
                  </a:lnTo>
                  <a:lnTo>
                    <a:pt x="1116036" y="1181361"/>
                  </a:lnTo>
                  <a:lnTo>
                    <a:pt x="1118500" y="1181529"/>
                  </a:lnTo>
                  <a:lnTo>
                    <a:pt x="1120964" y="1181708"/>
                  </a:lnTo>
                  <a:lnTo>
                    <a:pt x="1123427" y="1181893"/>
                  </a:lnTo>
                  <a:lnTo>
                    <a:pt x="1125891" y="1182081"/>
                  </a:lnTo>
                  <a:lnTo>
                    <a:pt x="1128355" y="1182268"/>
                  </a:lnTo>
                  <a:lnTo>
                    <a:pt x="1130818" y="1182451"/>
                  </a:lnTo>
                  <a:lnTo>
                    <a:pt x="1133282" y="1182629"/>
                  </a:lnTo>
                  <a:lnTo>
                    <a:pt x="1135746" y="1182800"/>
                  </a:lnTo>
                  <a:lnTo>
                    <a:pt x="1138209" y="1182963"/>
                  </a:lnTo>
                  <a:lnTo>
                    <a:pt x="1140673" y="1183118"/>
                  </a:lnTo>
                  <a:lnTo>
                    <a:pt x="1143137" y="1183265"/>
                  </a:lnTo>
                  <a:lnTo>
                    <a:pt x="1145600" y="1183401"/>
                  </a:lnTo>
                  <a:lnTo>
                    <a:pt x="1148064" y="1183527"/>
                  </a:lnTo>
                  <a:lnTo>
                    <a:pt x="1150528" y="1183643"/>
                  </a:lnTo>
                  <a:lnTo>
                    <a:pt x="1152991" y="1183747"/>
                  </a:lnTo>
                  <a:lnTo>
                    <a:pt x="1155455" y="1183840"/>
                  </a:lnTo>
                  <a:lnTo>
                    <a:pt x="1157919" y="1183921"/>
                  </a:lnTo>
                  <a:lnTo>
                    <a:pt x="1160382" y="1183988"/>
                  </a:lnTo>
                  <a:lnTo>
                    <a:pt x="1162846" y="1184040"/>
                  </a:lnTo>
                  <a:lnTo>
                    <a:pt x="1165310" y="1184076"/>
                  </a:lnTo>
                  <a:lnTo>
                    <a:pt x="1167773" y="1184097"/>
                  </a:lnTo>
                  <a:lnTo>
                    <a:pt x="1170237" y="1184105"/>
                  </a:lnTo>
                  <a:lnTo>
                    <a:pt x="1172701" y="1184099"/>
                  </a:lnTo>
                  <a:lnTo>
                    <a:pt x="1175164" y="1184082"/>
                  </a:lnTo>
                  <a:lnTo>
                    <a:pt x="1177628" y="1184055"/>
                  </a:lnTo>
                  <a:lnTo>
                    <a:pt x="1180091" y="1184019"/>
                  </a:lnTo>
                  <a:lnTo>
                    <a:pt x="1182555" y="1183977"/>
                  </a:lnTo>
                  <a:lnTo>
                    <a:pt x="1185019" y="1183931"/>
                  </a:lnTo>
                  <a:lnTo>
                    <a:pt x="1187482" y="1183884"/>
                  </a:lnTo>
                  <a:lnTo>
                    <a:pt x="1189946" y="1183838"/>
                  </a:lnTo>
                  <a:lnTo>
                    <a:pt x="1192410" y="1183794"/>
                  </a:lnTo>
                  <a:lnTo>
                    <a:pt x="1194873" y="1183755"/>
                  </a:lnTo>
                  <a:lnTo>
                    <a:pt x="1197337" y="1183720"/>
                  </a:lnTo>
                  <a:lnTo>
                    <a:pt x="1199801" y="1183691"/>
                  </a:lnTo>
                  <a:lnTo>
                    <a:pt x="1202264" y="1183669"/>
                  </a:lnTo>
                  <a:lnTo>
                    <a:pt x="1204728" y="1183654"/>
                  </a:lnTo>
                  <a:lnTo>
                    <a:pt x="1207192" y="1183646"/>
                  </a:lnTo>
                  <a:lnTo>
                    <a:pt x="1209655" y="1183644"/>
                  </a:lnTo>
                  <a:lnTo>
                    <a:pt x="1212119" y="1183650"/>
                  </a:lnTo>
                  <a:lnTo>
                    <a:pt x="1214583" y="1183664"/>
                  </a:lnTo>
                  <a:lnTo>
                    <a:pt x="1217046" y="1183686"/>
                  </a:lnTo>
                  <a:lnTo>
                    <a:pt x="1219510" y="1183720"/>
                  </a:lnTo>
                  <a:lnTo>
                    <a:pt x="1221974" y="1183765"/>
                  </a:lnTo>
                  <a:lnTo>
                    <a:pt x="1224437" y="1183822"/>
                  </a:lnTo>
                  <a:lnTo>
                    <a:pt x="1226901" y="1183893"/>
                  </a:lnTo>
                  <a:lnTo>
                    <a:pt x="1229365" y="1183979"/>
                  </a:lnTo>
                  <a:lnTo>
                    <a:pt x="1231828" y="1184081"/>
                  </a:lnTo>
                  <a:lnTo>
                    <a:pt x="1234292" y="1184200"/>
                  </a:lnTo>
                  <a:lnTo>
                    <a:pt x="1236756" y="1184338"/>
                  </a:lnTo>
                  <a:lnTo>
                    <a:pt x="1239219" y="1184493"/>
                  </a:lnTo>
                  <a:lnTo>
                    <a:pt x="1241683" y="1184664"/>
                  </a:lnTo>
                  <a:lnTo>
                    <a:pt x="1244147" y="1184849"/>
                  </a:lnTo>
                  <a:lnTo>
                    <a:pt x="1246610" y="1185046"/>
                  </a:lnTo>
                  <a:lnTo>
                    <a:pt x="1249074" y="1185253"/>
                  </a:lnTo>
                  <a:lnTo>
                    <a:pt x="1251538" y="1185467"/>
                  </a:lnTo>
                  <a:lnTo>
                    <a:pt x="1254001" y="1185685"/>
                  </a:lnTo>
                  <a:lnTo>
                    <a:pt x="1256465" y="1185904"/>
                  </a:lnTo>
                  <a:lnTo>
                    <a:pt x="1258929" y="118612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909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79"/>
                  </a:lnTo>
                  <a:lnTo>
                    <a:pt x="9854" y="1188079"/>
                  </a:lnTo>
                  <a:lnTo>
                    <a:pt x="12318" y="1188079"/>
                  </a:lnTo>
                  <a:lnTo>
                    <a:pt x="14781" y="1188078"/>
                  </a:lnTo>
                  <a:lnTo>
                    <a:pt x="17245" y="1188077"/>
                  </a:lnTo>
                  <a:lnTo>
                    <a:pt x="19709" y="1188076"/>
                  </a:lnTo>
                  <a:lnTo>
                    <a:pt x="22172" y="1188073"/>
                  </a:lnTo>
                  <a:lnTo>
                    <a:pt x="24636" y="1188070"/>
                  </a:lnTo>
                  <a:lnTo>
                    <a:pt x="27100" y="1188064"/>
                  </a:lnTo>
                  <a:lnTo>
                    <a:pt x="29563" y="1188056"/>
                  </a:lnTo>
                  <a:lnTo>
                    <a:pt x="32027" y="1188043"/>
                  </a:lnTo>
                  <a:lnTo>
                    <a:pt x="34491" y="1188025"/>
                  </a:lnTo>
                  <a:lnTo>
                    <a:pt x="36954" y="1188000"/>
                  </a:lnTo>
                  <a:lnTo>
                    <a:pt x="39418" y="1187963"/>
                  </a:lnTo>
                  <a:lnTo>
                    <a:pt x="41882" y="1187913"/>
                  </a:lnTo>
                  <a:lnTo>
                    <a:pt x="44345" y="1187838"/>
                  </a:lnTo>
                  <a:lnTo>
                    <a:pt x="46809" y="1187735"/>
                  </a:lnTo>
                  <a:lnTo>
                    <a:pt x="49273" y="1187593"/>
                  </a:lnTo>
                  <a:lnTo>
                    <a:pt x="51736" y="1187402"/>
                  </a:lnTo>
                  <a:lnTo>
                    <a:pt x="54200" y="1187146"/>
                  </a:lnTo>
                  <a:lnTo>
                    <a:pt x="56664" y="1186810"/>
                  </a:lnTo>
                  <a:lnTo>
                    <a:pt x="59127" y="1186371"/>
                  </a:lnTo>
                  <a:lnTo>
                    <a:pt x="61591" y="1185791"/>
                  </a:lnTo>
                  <a:lnTo>
                    <a:pt x="64055" y="1185030"/>
                  </a:lnTo>
                  <a:lnTo>
                    <a:pt x="66518" y="1184063"/>
                  </a:lnTo>
                  <a:lnTo>
                    <a:pt x="68982" y="1182848"/>
                  </a:lnTo>
                  <a:lnTo>
                    <a:pt x="71446" y="1181341"/>
                  </a:lnTo>
                  <a:lnTo>
                    <a:pt x="73909" y="1179491"/>
                  </a:lnTo>
                  <a:lnTo>
                    <a:pt x="76373" y="1177245"/>
                  </a:lnTo>
                  <a:lnTo>
                    <a:pt x="78837" y="1174539"/>
                  </a:lnTo>
                  <a:lnTo>
                    <a:pt x="81300" y="1171221"/>
                  </a:lnTo>
                  <a:lnTo>
                    <a:pt x="83764" y="1167307"/>
                  </a:lnTo>
                  <a:lnTo>
                    <a:pt x="86228" y="1162744"/>
                  </a:lnTo>
                  <a:lnTo>
                    <a:pt x="88691" y="1157480"/>
                  </a:lnTo>
                  <a:lnTo>
                    <a:pt x="91155" y="1151473"/>
                  </a:lnTo>
                  <a:lnTo>
                    <a:pt x="93618" y="1144687"/>
                  </a:lnTo>
                  <a:lnTo>
                    <a:pt x="96082" y="1137098"/>
                  </a:lnTo>
                  <a:lnTo>
                    <a:pt x="98546" y="1128602"/>
                  </a:lnTo>
                  <a:lnTo>
                    <a:pt x="101009" y="1119252"/>
                  </a:lnTo>
                  <a:lnTo>
                    <a:pt x="103473" y="1109138"/>
                  </a:lnTo>
                  <a:lnTo>
                    <a:pt x="105937" y="1098310"/>
                  </a:lnTo>
                  <a:lnTo>
                    <a:pt x="108400" y="1086839"/>
                  </a:lnTo>
                  <a:lnTo>
                    <a:pt x="110864" y="1074811"/>
                  </a:lnTo>
                  <a:lnTo>
                    <a:pt x="113328" y="1062327"/>
                  </a:lnTo>
                  <a:lnTo>
                    <a:pt x="115791" y="1049499"/>
                  </a:lnTo>
                  <a:lnTo>
                    <a:pt x="118255" y="1036470"/>
                  </a:lnTo>
                  <a:lnTo>
                    <a:pt x="120719" y="1023433"/>
                  </a:lnTo>
                  <a:lnTo>
                    <a:pt x="123182" y="1010528"/>
                  </a:lnTo>
                  <a:lnTo>
                    <a:pt x="125646" y="997893"/>
                  </a:lnTo>
                  <a:lnTo>
                    <a:pt x="128110" y="985661"/>
                  </a:lnTo>
                  <a:lnTo>
                    <a:pt x="130573" y="973952"/>
                  </a:lnTo>
                  <a:lnTo>
                    <a:pt x="133037" y="962872"/>
                  </a:lnTo>
                  <a:lnTo>
                    <a:pt x="135501" y="952617"/>
                  </a:lnTo>
                  <a:lnTo>
                    <a:pt x="137964" y="943199"/>
                  </a:lnTo>
                  <a:lnTo>
                    <a:pt x="140428" y="934603"/>
                  </a:lnTo>
                  <a:lnTo>
                    <a:pt x="142892" y="926828"/>
                  </a:lnTo>
                  <a:lnTo>
                    <a:pt x="145355" y="919846"/>
                  </a:lnTo>
                  <a:lnTo>
                    <a:pt x="147819" y="913609"/>
                  </a:lnTo>
                  <a:lnTo>
                    <a:pt x="150283" y="908045"/>
                  </a:lnTo>
                  <a:lnTo>
                    <a:pt x="152746" y="903087"/>
                  </a:lnTo>
                  <a:lnTo>
                    <a:pt x="155210" y="898637"/>
                  </a:lnTo>
                  <a:lnTo>
                    <a:pt x="157674" y="894503"/>
                  </a:lnTo>
                  <a:lnTo>
                    <a:pt x="160137" y="890575"/>
                  </a:lnTo>
                  <a:lnTo>
                    <a:pt x="162601" y="886750"/>
                  </a:lnTo>
                  <a:lnTo>
                    <a:pt x="165065" y="882938"/>
                  </a:lnTo>
                  <a:lnTo>
                    <a:pt x="167528" y="879067"/>
                  </a:lnTo>
                  <a:lnTo>
                    <a:pt x="169992" y="875083"/>
                  </a:lnTo>
                  <a:lnTo>
                    <a:pt x="172456" y="870936"/>
                  </a:lnTo>
                  <a:lnTo>
                    <a:pt x="174919" y="866650"/>
                  </a:lnTo>
                  <a:lnTo>
                    <a:pt x="177383" y="862262"/>
                  </a:lnTo>
                  <a:lnTo>
                    <a:pt x="179847" y="857820"/>
                  </a:lnTo>
                  <a:lnTo>
                    <a:pt x="182310" y="853382"/>
                  </a:lnTo>
                  <a:lnTo>
                    <a:pt x="184774" y="849009"/>
                  </a:lnTo>
                  <a:lnTo>
                    <a:pt x="187237" y="844760"/>
                  </a:lnTo>
                  <a:lnTo>
                    <a:pt x="189701" y="840699"/>
                  </a:lnTo>
                  <a:lnTo>
                    <a:pt x="192165" y="836862"/>
                  </a:lnTo>
                  <a:lnTo>
                    <a:pt x="194628" y="833212"/>
                  </a:lnTo>
                  <a:lnTo>
                    <a:pt x="197092" y="829697"/>
                  </a:lnTo>
                  <a:lnTo>
                    <a:pt x="199556" y="826231"/>
                  </a:lnTo>
                  <a:lnTo>
                    <a:pt x="202019" y="822693"/>
                  </a:lnTo>
                  <a:lnTo>
                    <a:pt x="204483" y="818935"/>
                  </a:lnTo>
                  <a:lnTo>
                    <a:pt x="206947" y="814775"/>
                  </a:lnTo>
                  <a:lnTo>
                    <a:pt x="209410" y="809860"/>
                  </a:lnTo>
                  <a:lnTo>
                    <a:pt x="211874" y="804018"/>
                  </a:lnTo>
                  <a:lnTo>
                    <a:pt x="214338" y="797042"/>
                  </a:lnTo>
                  <a:lnTo>
                    <a:pt x="216801" y="788729"/>
                  </a:lnTo>
                  <a:lnTo>
                    <a:pt x="219265" y="778895"/>
                  </a:lnTo>
                  <a:lnTo>
                    <a:pt x="221729" y="767382"/>
                  </a:lnTo>
                  <a:lnTo>
                    <a:pt x="224192" y="754064"/>
                  </a:lnTo>
                  <a:lnTo>
                    <a:pt x="226656" y="738687"/>
                  </a:lnTo>
                  <a:lnTo>
                    <a:pt x="229120" y="721180"/>
                  </a:lnTo>
                  <a:lnTo>
                    <a:pt x="231583" y="701751"/>
                  </a:lnTo>
                  <a:lnTo>
                    <a:pt x="234047" y="680456"/>
                  </a:lnTo>
                  <a:lnTo>
                    <a:pt x="236511" y="657381"/>
                  </a:lnTo>
                  <a:lnTo>
                    <a:pt x="238974" y="632638"/>
                  </a:lnTo>
                  <a:lnTo>
                    <a:pt x="241438" y="606359"/>
                  </a:lnTo>
                  <a:lnTo>
                    <a:pt x="243902" y="578688"/>
                  </a:lnTo>
                  <a:lnTo>
                    <a:pt x="246365" y="549599"/>
                  </a:lnTo>
                  <a:lnTo>
                    <a:pt x="248829" y="519502"/>
                  </a:lnTo>
                  <a:lnTo>
                    <a:pt x="251293" y="488547"/>
                  </a:lnTo>
                  <a:lnTo>
                    <a:pt x="253756" y="456879"/>
                  </a:lnTo>
                  <a:lnTo>
                    <a:pt x="256220" y="424637"/>
                  </a:lnTo>
                  <a:lnTo>
                    <a:pt x="258684" y="391955"/>
                  </a:lnTo>
                  <a:lnTo>
                    <a:pt x="261147" y="358966"/>
                  </a:lnTo>
                  <a:lnTo>
                    <a:pt x="263611" y="325807"/>
                  </a:lnTo>
                  <a:lnTo>
                    <a:pt x="266075" y="292678"/>
                  </a:lnTo>
                  <a:lnTo>
                    <a:pt x="268538" y="259769"/>
                  </a:lnTo>
                  <a:lnTo>
                    <a:pt x="271002" y="227281"/>
                  </a:lnTo>
                  <a:lnTo>
                    <a:pt x="273465" y="195452"/>
                  </a:lnTo>
                  <a:lnTo>
                    <a:pt x="275929" y="164556"/>
                  </a:lnTo>
                  <a:lnTo>
                    <a:pt x="278393" y="134906"/>
                  </a:lnTo>
                  <a:lnTo>
                    <a:pt x="280856" y="106899"/>
                  </a:lnTo>
                  <a:lnTo>
                    <a:pt x="283320" y="81346"/>
                  </a:lnTo>
                  <a:lnTo>
                    <a:pt x="285784" y="58440"/>
                  </a:lnTo>
                  <a:lnTo>
                    <a:pt x="288247" y="38652"/>
                  </a:lnTo>
                  <a:lnTo>
                    <a:pt x="290711" y="22460"/>
                  </a:lnTo>
                  <a:lnTo>
                    <a:pt x="293175" y="10332"/>
                  </a:lnTo>
                  <a:lnTo>
                    <a:pt x="295638" y="2711"/>
                  </a:lnTo>
                  <a:lnTo>
                    <a:pt x="298102" y="0"/>
                  </a:lnTo>
                  <a:lnTo>
                    <a:pt x="300566" y="3211"/>
                  </a:lnTo>
                  <a:lnTo>
                    <a:pt x="303029" y="12341"/>
                  </a:lnTo>
                  <a:lnTo>
                    <a:pt x="305493" y="27139"/>
                  </a:lnTo>
                  <a:lnTo>
                    <a:pt x="307957" y="47572"/>
                  </a:lnTo>
                  <a:lnTo>
                    <a:pt x="310420" y="73486"/>
                  </a:lnTo>
                  <a:lnTo>
                    <a:pt x="312884" y="104607"/>
                  </a:lnTo>
                  <a:lnTo>
                    <a:pt x="315348" y="140536"/>
                  </a:lnTo>
                  <a:lnTo>
                    <a:pt x="317811" y="180886"/>
                  </a:lnTo>
                  <a:lnTo>
                    <a:pt x="320275" y="225215"/>
                  </a:lnTo>
                  <a:lnTo>
                    <a:pt x="322739" y="272123"/>
                  </a:lnTo>
                  <a:lnTo>
                    <a:pt x="325202" y="320794"/>
                  </a:lnTo>
                  <a:lnTo>
                    <a:pt x="327666" y="370383"/>
                  </a:lnTo>
                  <a:lnTo>
                    <a:pt x="330130" y="420046"/>
                  </a:lnTo>
                  <a:lnTo>
                    <a:pt x="332593" y="468959"/>
                  </a:lnTo>
                  <a:lnTo>
                    <a:pt x="335057" y="516338"/>
                  </a:lnTo>
                  <a:lnTo>
                    <a:pt x="337521" y="561046"/>
                  </a:lnTo>
                  <a:lnTo>
                    <a:pt x="339984" y="602548"/>
                  </a:lnTo>
                  <a:lnTo>
                    <a:pt x="342448" y="640521"/>
                  </a:lnTo>
                  <a:lnTo>
                    <a:pt x="344912" y="674647"/>
                  </a:lnTo>
                  <a:lnTo>
                    <a:pt x="347375" y="704733"/>
                  </a:lnTo>
                  <a:lnTo>
                    <a:pt x="349839" y="730701"/>
                  </a:lnTo>
                  <a:lnTo>
                    <a:pt x="352303" y="752591"/>
                  </a:lnTo>
                  <a:lnTo>
                    <a:pt x="354766" y="770353"/>
                  </a:lnTo>
                  <a:lnTo>
                    <a:pt x="357230" y="784064"/>
                  </a:lnTo>
                  <a:lnTo>
                    <a:pt x="359694" y="794603"/>
                  </a:lnTo>
                  <a:lnTo>
                    <a:pt x="362157" y="802390"/>
                  </a:lnTo>
                  <a:lnTo>
                    <a:pt x="364621" y="807871"/>
                  </a:lnTo>
                  <a:lnTo>
                    <a:pt x="367084" y="811507"/>
                  </a:lnTo>
                  <a:lnTo>
                    <a:pt x="369548" y="813758"/>
                  </a:lnTo>
                  <a:lnTo>
                    <a:pt x="372012" y="815072"/>
                  </a:lnTo>
                  <a:lnTo>
                    <a:pt x="374475" y="815871"/>
                  </a:lnTo>
                  <a:lnTo>
                    <a:pt x="376939" y="816666"/>
                  </a:lnTo>
                  <a:lnTo>
                    <a:pt x="379403" y="817767"/>
                  </a:lnTo>
                  <a:lnTo>
                    <a:pt x="381866" y="819423"/>
                  </a:lnTo>
                  <a:lnTo>
                    <a:pt x="384330" y="821827"/>
                  </a:lnTo>
                  <a:lnTo>
                    <a:pt x="386794" y="825125"/>
                  </a:lnTo>
                  <a:lnTo>
                    <a:pt x="389257" y="829414"/>
                  </a:lnTo>
                  <a:lnTo>
                    <a:pt x="391721" y="834821"/>
                  </a:lnTo>
                  <a:lnTo>
                    <a:pt x="394185" y="841388"/>
                  </a:lnTo>
                  <a:lnTo>
                    <a:pt x="396648" y="848955"/>
                  </a:lnTo>
                  <a:lnTo>
                    <a:pt x="399112" y="857456"/>
                  </a:lnTo>
                  <a:lnTo>
                    <a:pt x="401576" y="866811"/>
                  </a:lnTo>
                  <a:lnTo>
                    <a:pt x="404039" y="876925"/>
                  </a:lnTo>
                  <a:lnTo>
                    <a:pt x="406503" y="887700"/>
                  </a:lnTo>
                  <a:lnTo>
                    <a:pt x="408967" y="899031"/>
                  </a:lnTo>
                  <a:lnTo>
                    <a:pt x="411430" y="910867"/>
                  </a:lnTo>
                  <a:lnTo>
                    <a:pt x="413894" y="923019"/>
                  </a:lnTo>
                  <a:lnTo>
                    <a:pt x="416358" y="935389"/>
                  </a:lnTo>
                  <a:lnTo>
                    <a:pt x="418821" y="947892"/>
                  </a:lnTo>
                  <a:lnTo>
                    <a:pt x="421285" y="960450"/>
                  </a:lnTo>
                  <a:lnTo>
                    <a:pt x="423749" y="972990"/>
                  </a:lnTo>
                  <a:lnTo>
                    <a:pt x="426212" y="985446"/>
                  </a:lnTo>
                  <a:lnTo>
                    <a:pt x="428676" y="997738"/>
                  </a:lnTo>
                  <a:lnTo>
                    <a:pt x="431140" y="1009794"/>
                  </a:lnTo>
                  <a:lnTo>
                    <a:pt x="433603" y="1021578"/>
                  </a:lnTo>
                  <a:lnTo>
                    <a:pt x="436067" y="1033048"/>
                  </a:lnTo>
                  <a:lnTo>
                    <a:pt x="438531" y="1044161"/>
                  </a:lnTo>
                  <a:lnTo>
                    <a:pt x="440994" y="1054879"/>
                  </a:lnTo>
                  <a:lnTo>
                    <a:pt x="443458" y="1065168"/>
                  </a:lnTo>
                  <a:lnTo>
                    <a:pt x="445922" y="1074992"/>
                  </a:lnTo>
                  <a:lnTo>
                    <a:pt x="448385" y="1084233"/>
                  </a:lnTo>
                  <a:lnTo>
                    <a:pt x="450849" y="1092952"/>
                  </a:lnTo>
                  <a:lnTo>
                    <a:pt x="453312" y="1101132"/>
                  </a:lnTo>
                  <a:lnTo>
                    <a:pt x="455776" y="1108761"/>
                  </a:lnTo>
                  <a:lnTo>
                    <a:pt x="458240" y="1115832"/>
                  </a:lnTo>
                  <a:lnTo>
                    <a:pt x="460703" y="1122342"/>
                  </a:lnTo>
                  <a:lnTo>
                    <a:pt x="463167" y="1128295"/>
                  </a:lnTo>
                  <a:lnTo>
                    <a:pt x="465631" y="1133642"/>
                  </a:lnTo>
                  <a:lnTo>
                    <a:pt x="468094" y="1138421"/>
                  </a:lnTo>
                  <a:lnTo>
                    <a:pt x="470558" y="1142694"/>
                  </a:lnTo>
                  <a:lnTo>
                    <a:pt x="473022" y="1146487"/>
                  </a:lnTo>
                  <a:lnTo>
                    <a:pt x="475485" y="1149831"/>
                  </a:lnTo>
                  <a:lnTo>
                    <a:pt x="477949" y="1152757"/>
                  </a:lnTo>
                  <a:lnTo>
                    <a:pt x="480413" y="1155299"/>
                  </a:lnTo>
                  <a:lnTo>
                    <a:pt x="482876" y="1157487"/>
                  </a:lnTo>
                  <a:lnTo>
                    <a:pt x="485340" y="1159325"/>
                  </a:lnTo>
                  <a:lnTo>
                    <a:pt x="487804" y="1160903"/>
                  </a:lnTo>
                  <a:lnTo>
                    <a:pt x="490267" y="1162257"/>
                  </a:lnTo>
                  <a:lnTo>
                    <a:pt x="492731" y="1163418"/>
                  </a:lnTo>
                  <a:lnTo>
                    <a:pt x="495195" y="1164414"/>
                  </a:lnTo>
                  <a:lnTo>
                    <a:pt x="497658" y="1165273"/>
                  </a:lnTo>
                  <a:lnTo>
                    <a:pt x="500122" y="1166014"/>
                  </a:lnTo>
                  <a:lnTo>
                    <a:pt x="502586" y="1166647"/>
                  </a:lnTo>
                  <a:lnTo>
                    <a:pt x="505049" y="1167195"/>
                  </a:lnTo>
                  <a:lnTo>
                    <a:pt x="507513" y="1167670"/>
                  </a:lnTo>
                  <a:lnTo>
                    <a:pt x="509977" y="1168078"/>
                  </a:lnTo>
                  <a:lnTo>
                    <a:pt x="512440" y="1168421"/>
                  </a:lnTo>
                  <a:lnTo>
                    <a:pt x="514904" y="1168699"/>
                  </a:lnTo>
                  <a:lnTo>
                    <a:pt x="517368" y="1168913"/>
                  </a:lnTo>
                  <a:lnTo>
                    <a:pt x="519831" y="1169058"/>
                  </a:lnTo>
                  <a:lnTo>
                    <a:pt x="522295" y="1169127"/>
                  </a:lnTo>
                  <a:lnTo>
                    <a:pt x="524759" y="1169130"/>
                  </a:lnTo>
                  <a:lnTo>
                    <a:pt x="527222" y="1169069"/>
                  </a:lnTo>
                  <a:lnTo>
                    <a:pt x="529686" y="1168947"/>
                  </a:lnTo>
                  <a:lnTo>
                    <a:pt x="532150" y="1168771"/>
                  </a:lnTo>
                  <a:lnTo>
                    <a:pt x="534613" y="1168548"/>
                  </a:lnTo>
                  <a:lnTo>
                    <a:pt x="537077" y="1168286"/>
                  </a:lnTo>
                  <a:lnTo>
                    <a:pt x="539541" y="1167992"/>
                  </a:lnTo>
                  <a:lnTo>
                    <a:pt x="542004" y="1167683"/>
                  </a:lnTo>
                  <a:lnTo>
                    <a:pt x="544468" y="1167370"/>
                  </a:lnTo>
                  <a:lnTo>
                    <a:pt x="546931" y="1167062"/>
                  </a:lnTo>
                  <a:lnTo>
                    <a:pt x="549395" y="1166767"/>
                  </a:lnTo>
                  <a:lnTo>
                    <a:pt x="551859" y="1166491"/>
                  </a:lnTo>
                  <a:lnTo>
                    <a:pt x="554322" y="1166239"/>
                  </a:lnTo>
                  <a:lnTo>
                    <a:pt x="556786" y="1166016"/>
                  </a:lnTo>
                  <a:lnTo>
                    <a:pt x="559250" y="1165824"/>
                  </a:lnTo>
                  <a:lnTo>
                    <a:pt x="561713" y="1165659"/>
                  </a:lnTo>
                  <a:lnTo>
                    <a:pt x="564177" y="1165518"/>
                  </a:lnTo>
                  <a:lnTo>
                    <a:pt x="566641" y="1165397"/>
                  </a:lnTo>
                  <a:lnTo>
                    <a:pt x="569104" y="1165295"/>
                  </a:lnTo>
                  <a:lnTo>
                    <a:pt x="571568" y="1165207"/>
                  </a:lnTo>
                  <a:lnTo>
                    <a:pt x="574032" y="1165132"/>
                  </a:lnTo>
                  <a:lnTo>
                    <a:pt x="576495" y="1165067"/>
                  </a:lnTo>
                  <a:lnTo>
                    <a:pt x="578959" y="1165013"/>
                  </a:lnTo>
                  <a:lnTo>
                    <a:pt x="581423" y="1164968"/>
                  </a:lnTo>
                  <a:lnTo>
                    <a:pt x="583886" y="1164935"/>
                  </a:lnTo>
                  <a:lnTo>
                    <a:pt x="586350" y="1164916"/>
                  </a:lnTo>
                  <a:lnTo>
                    <a:pt x="588814" y="1164913"/>
                  </a:lnTo>
                  <a:lnTo>
                    <a:pt x="591277" y="1164930"/>
                  </a:lnTo>
                  <a:lnTo>
                    <a:pt x="593741" y="1164973"/>
                  </a:lnTo>
                  <a:lnTo>
                    <a:pt x="596205" y="1165046"/>
                  </a:lnTo>
                  <a:lnTo>
                    <a:pt x="598668" y="1165150"/>
                  </a:lnTo>
                  <a:lnTo>
                    <a:pt x="601132" y="1165288"/>
                  </a:lnTo>
                  <a:lnTo>
                    <a:pt x="603596" y="1165461"/>
                  </a:lnTo>
                  <a:lnTo>
                    <a:pt x="606059" y="1165670"/>
                  </a:lnTo>
                  <a:lnTo>
                    <a:pt x="608523" y="1165918"/>
                  </a:lnTo>
                  <a:lnTo>
                    <a:pt x="610987" y="1166206"/>
                  </a:lnTo>
                  <a:lnTo>
                    <a:pt x="613450" y="1166541"/>
                  </a:lnTo>
                  <a:lnTo>
                    <a:pt x="615914" y="1166917"/>
                  </a:lnTo>
                  <a:lnTo>
                    <a:pt x="618378" y="1167334"/>
                  </a:lnTo>
                  <a:lnTo>
                    <a:pt x="620841" y="1167792"/>
                  </a:lnTo>
                  <a:lnTo>
                    <a:pt x="623305" y="1168290"/>
                  </a:lnTo>
                  <a:lnTo>
                    <a:pt x="625769" y="1168826"/>
                  </a:lnTo>
                  <a:lnTo>
                    <a:pt x="628232" y="1169400"/>
                  </a:lnTo>
                  <a:lnTo>
                    <a:pt x="630696" y="1170011"/>
                  </a:lnTo>
                  <a:lnTo>
                    <a:pt x="633159" y="1170653"/>
                  </a:lnTo>
                  <a:lnTo>
                    <a:pt x="635623" y="1171318"/>
                  </a:lnTo>
                  <a:lnTo>
                    <a:pt x="638087" y="1171999"/>
                  </a:lnTo>
                  <a:lnTo>
                    <a:pt x="640550" y="1172690"/>
                  </a:lnTo>
                  <a:lnTo>
                    <a:pt x="643014" y="1173381"/>
                  </a:lnTo>
                  <a:lnTo>
                    <a:pt x="645478" y="1174065"/>
                  </a:lnTo>
                  <a:lnTo>
                    <a:pt x="647941" y="1174733"/>
                  </a:lnTo>
                  <a:lnTo>
                    <a:pt x="650405" y="1175373"/>
                  </a:lnTo>
                  <a:lnTo>
                    <a:pt x="652869" y="1175979"/>
                  </a:lnTo>
                  <a:lnTo>
                    <a:pt x="655332" y="1176547"/>
                  </a:lnTo>
                  <a:lnTo>
                    <a:pt x="657796" y="1177073"/>
                  </a:lnTo>
                  <a:lnTo>
                    <a:pt x="660260" y="1177555"/>
                  </a:lnTo>
                  <a:lnTo>
                    <a:pt x="662723" y="1177994"/>
                  </a:lnTo>
                  <a:lnTo>
                    <a:pt x="665187" y="1178391"/>
                  </a:lnTo>
                  <a:lnTo>
                    <a:pt x="667651" y="1178745"/>
                  </a:lnTo>
                  <a:lnTo>
                    <a:pt x="670114" y="1179065"/>
                  </a:lnTo>
                  <a:lnTo>
                    <a:pt x="672578" y="1179361"/>
                  </a:lnTo>
                  <a:lnTo>
                    <a:pt x="675042" y="1179639"/>
                  </a:lnTo>
                  <a:lnTo>
                    <a:pt x="677505" y="1179907"/>
                  </a:lnTo>
                  <a:lnTo>
                    <a:pt x="679969" y="1180172"/>
                  </a:lnTo>
                  <a:lnTo>
                    <a:pt x="682433" y="1180440"/>
                  </a:lnTo>
                  <a:lnTo>
                    <a:pt x="684896" y="1180718"/>
                  </a:lnTo>
                  <a:lnTo>
                    <a:pt x="687360" y="1181011"/>
                  </a:lnTo>
                  <a:lnTo>
                    <a:pt x="689824" y="1181320"/>
                  </a:lnTo>
                  <a:lnTo>
                    <a:pt x="692287" y="1181646"/>
                  </a:lnTo>
                  <a:lnTo>
                    <a:pt x="694751" y="1181987"/>
                  </a:lnTo>
                  <a:lnTo>
                    <a:pt x="697215" y="1182340"/>
                  </a:lnTo>
                  <a:lnTo>
                    <a:pt x="699678" y="1182701"/>
                  </a:lnTo>
                  <a:lnTo>
                    <a:pt x="702142" y="1183066"/>
                  </a:lnTo>
                  <a:lnTo>
                    <a:pt x="704606" y="1183428"/>
                  </a:lnTo>
                  <a:lnTo>
                    <a:pt x="707069" y="1183778"/>
                  </a:lnTo>
                  <a:lnTo>
                    <a:pt x="709533" y="1184110"/>
                  </a:lnTo>
                  <a:lnTo>
                    <a:pt x="711997" y="1184420"/>
                  </a:lnTo>
                  <a:lnTo>
                    <a:pt x="714460" y="1184700"/>
                  </a:lnTo>
                  <a:lnTo>
                    <a:pt x="716924" y="1184947"/>
                  </a:lnTo>
                  <a:lnTo>
                    <a:pt x="719388" y="1185157"/>
                  </a:lnTo>
                  <a:lnTo>
                    <a:pt x="721851" y="1185325"/>
                  </a:lnTo>
                  <a:lnTo>
                    <a:pt x="724315" y="1185445"/>
                  </a:lnTo>
                  <a:lnTo>
                    <a:pt x="726778" y="1185522"/>
                  </a:lnTo>
                  <a:lnTo>
                    <a:pt x="729242" y="1185560"/>
                  </a:lnTo>
                  <a:lnTo>
                    <a:pt x="731706" y="1185558"/>
                  </a:lnTo>
                  <a:lnTo>
                    <a:pt x="734169" y="1185521"/>
                  </a:lnTo>
                  <a:lnTo>
                    <a:pt x="736633" y="1185452"/>
                  </a:lnTo>
                  <a:lnTo>
                    <a:pt x="739097" y="1185356"/>
                  </a:lnTo>
                  <a:lnTo>
                    <a:pt x="741560" y="1185234"/>
                  </a:lnTo>
                  <a:lnTo>
                    <a:pt x="744024" y="1185096"/>
                  </a:lnTo>
                  <a:lnTo>
                    <a:pt x="746488" y="1184948"/>
                  </a:lnTo>
                  <a:lnTo>
                    <a:pt x="748951" y="1184794"/>
                  </a:lnTo>
                  <a:lnTo>
                    <a:pt x="751415" y="1184639"/>
                  </a:lnTo>
                  <a:lnTo>
                    <a:pt x="753879" y="1184486"/>
                  </a:lnTo>
                  <a:lnTo>
                    <a:pt x="756342" y="1184339"/>
                  </a:lnTo>
                  <a:lnTo>
                    <a:pt x="758806" y="1184202"/>
                  </a:lnTo>
                  <a:lnTo>
                    <a:pt x="761270" y="1184077"/>
                  </a:lnTo>
                  <a:lnTo>
                    <a:pt x="763733" y="1183963"/>
                  </a:lnTo>
                  <a:lnTo>
                    <a:pt x="766197" y="1183862"/>
                  </a:lnTo>
                  <a:lnTo>
                    <a:pt x="768661" y="1183773"/>
                  </a:lnTo>
                  <a:lnTo>
                    <a:pt x="771124" y="1183694"/>
                  </a:lnTo>
                  <a:lnTo>
                    <a:pt x="773588" y="1183626"/>
                  </a:lnTo>
                  <a:lnTo>
                    <a:pt x="776052" y="1183567"/>
                  </a:lnTo>
                  <a:lnTo>
                    <a:pt x="778515" y="1183516"/>
                  </a:lnTo>
                  <a:lnTo>
                    <a:pt x="780979" y="1183470"/>
                  </a:lnTo>
                  <a:lnTo>
                    <a:pt x="783443" y="1183428"/>
                  </a:lnTo>
                  <a:lnTo>
                    <a:pt x="785906" y="1183390"/>
                  </a:lnTo>
                  <a:lnTo>
                    <a:pt x="788370" y="1183353"/>
                  </a:lnTo>
                  <a:lnTo>
                    <a:pt x="790834" y="1183318"/>
                  </a:lnTo>
                  <a:lnTo>
                    <a:pt x="793297" y="1183284"/>
                  </a:lnTo>
                  <a:lnTo>
                    <a:pt x="795761" y="1183249"/>
                  </a:lnTo>
                  <a:lnTo>
                    <a:pt x="798225" y="1183214"/>
                  </a:lnTo>
                  <a:lnTo>
                    <a:pt x="800688" y="1183177"/>
                  </a:lnTo>
                  <a:lnTo>
                    <a:pt x="803152" y="1183138"/>
                  </a:lnTo>
                  <a:lnTo>
                    <a:pt x="805616" y="1183097"/>
                  </a:lnTo>
                  <a:lnTo>
                    <a:pt x="808079" y="1183053"/>
                  </a:lnTo>
                  <a:lnTo>
                    <a:pt x="810543" y="1183005"/>
                  </a:lnTo>
                  <a:lnTo>
                    <a:pt x="813006" y="1182952"/>
                  </a:lnTo>
                  <a:lnTo>
                    <a:pt x="815470" y="1182893"/>
                  </a:lnTo>
                  <a:lnTo>
                    <a:pt x="817934" y="1182828"/>
                  </a:lnTo>
                  <a:lnTo>
                    <a:pt x="820397" y="1182757"/>
                  </a:lnTo>
                  <a:lnTo>
                    <a:pt x="822861" y="1182682"/>
                  </a:lnTo>
                  <a:lnTo>
                    <a:pt x="825325" y="1182602"/>
                  </a:lnTo>
                  <a:lnTo>
                    <a:pt x="827788" y="1182518"/>
                  </a:lnTo>
                  <a:lnTo>
                    <a:pt x="830252" y="1182433"/>
                  </a:lnTo>
                  <a:lnTo>
                    <a:pt x="832716" y="1182348"/>
                  </a:lnTo>
                  <a:lnTo>
                    <a:pt x="835179" y="1182267"/>
                  </a:lnTo>
                  <a:lnTo>
                    <a:pt x="837643" y="1182191"/>
                  </a:lnTo>
                  <a:lnTo>
                    <a:pt x="840107" y="1182124"/>
                  </a:lnTo>
                  <a:lnTo>
                    <a:pt x="842570" y="1182067"/>
                  </a:lnTo>
                  <a:lnTo>
                    <a:pt x="845034" y="1182023"/>
                  </a:lnTo>
                  <a:lnTo>
                    <a:pt x="847498" y="1181993"/>
                  </a:lnTo>
                  <a:lnTo>
                    <a:pt x="849961" y="1181979"/>
                  </a:lnTo>
                  <a:lnTo>
                    <a:pt x="852425" y="1181984"/>
                  </a:lnTo>
                  <a:lnTo>
                    <a:pt x="854889" y="1182004"/>
                  </a:lnTo>
                  <a:lnTo>
                    <a:pt x="857352" y="1182037"/>
                  </a:lnTo>
                  <a:lnTo>
                    <a:pt x="859816" y="1182080"/>
                  </a:lnTo>
                  <a:lnTo>
                    <a:pt x="862280" y="1182131"/>
                  </a:lnTo>
                  <a:lnTo>
                    <a:pt x="864743" y="1182184"/>
                  </a:lnTo>
                  <a:lnTo>
                    <a:pt x="867207" y="1182234"/>
                  </a:lnTo>
                  <a:lnTo>
                    <a:pt x="869671" y="1182275"/>
                  </a:lnTo>
                  <a:lnTo>
                    <a:pt x="872134" y="1182298"/>
                  </a:lnTo>
                  <a:lnTo>
                    <a:pt x="874598" y="1182297"/>
                  </a:lnTo>
                  <a:lnTo>
                    <a:pt x="877062" y="1182267"/>
                  </a:lnTo>
                  <a:lnTo>
                    <a:pt x="879525" y="1182201"/>
                  </a:lnTo>
                  <a:lnTo>
                    <a:pt x="881989" y="1182094"/>
                  </a:lnTo>
                  <a:lnTo>
                    <a:pt x="884453" y="1181943"/>
                  </a:lnTo>
                  <a:lnTo>
                    <a:pt x="886916" y="1181743"/>
                  </a:lnTo>
                  <a:lnTo>
                    <a:pt x="889380" y="1181485"/>
                  </a:lnTo>
                  <a:lnTo>
                    <a:pt x="891844" y="1181179"/>
                  </a:lnTo>
                  <a:lnTo>
                    <a:pt x="894307" y="1180828"/>
                  </a:lnTo>
                  <a:lnTo>
                    <a:pt x="896771" y="1180434"/>
                  </a:lnTo>
                  <a:lnTo>
                    <a:pt x="899235" y="1180006"/>
                  </a:lnTo>
                  <a:lnTo>
                    <a:pt x="901698" y="1179549"/>
                  </a:lnTo>
                  <a:lnTo>
                    <a:pt x="904162" y="1179074"/>
                  </a:lnTo>
                  <a:lnTo>
                    <a:pt x="906625" y="1178589"/>
                  </a:lnTo>
                  <a:lnTo>
                    <a:pt x="909089" y="1178111"/>
                  </a:lnTo>
                  <a:lnTo>
                    <a:pt x="911553" y="1177651"/>
                  </a:lnTo>
                  <a:lnTo>
                    <a:pt x="914016" y="1177219"/>
                  </a:lnTo>
                  <a:lnTo>
                    <a:pt x="916480" y="1176827"/>
                  </a:lnTo>
                  <a:lnTo>
                    <a:pt x="918944" y="1176483"/>
                  </a:lnTo>
                  <a:lnTo>
                    <a:pt x="921407" y="1176197"/>
                  </a:lnTo>
                  <a:lnTo>
                    <a:pt x="923871" y="1175979"/>
                  </a:lnTo>
                  <a:lnTo>
                    <a:pt x="926335" y="1175840"/>
                  </a:lnTo>
                  <a:lnTo>
                    <a:pt x="928798" y="1175776"/>
                  </a:lnTo>
                  <a:lnTo>
                    <a:pt x="931262" y="1175785"/>
                  </a:lnTo>
                  <a:lnTo>
                    <a:pt x="933726" y="1175866"/>
                  </a:lnTo>
                  <a:lnTo>
                    <a:pt x="936189" y="1176017"/>
                  </a:lnTo>
                  <a:lnTo>
                    <a:pt x="938653" y="1176232"/>
                  </a:lnTo>
                  <a:lnTo>
                    <a:pt x="941117" y="1176506"/>
                  </a:lnTo>
                  <a:lnTo>
                    <a:pt x="943580" y="1176838"/>
                  </a:lnTo>
                  <a:lnTo>
                    <a:pt x="946044" y="1177213"/>
                  </a:lnTo>
                  <a:lnTo>
                    <a:pt x="948508" y="1177620"/>
                  </a:lnTo>
                  <a:lnTo>
                    <a:pt x="950971" y="1178051"/>
                  </a:lnTo>
                  <a:lnTo>
                    <a:pt x="953435" y="1178499"/>
                  </a:lnTo>
                  <a:lnTo>
                    <a:pt x="955899" y="1178956"/>
                  </a:lnTo>
                  <a:lnTo>
                    <a:pt x="958362" y="1179416"/>
                  </a:lnTo>
                  <a:lnTo>
                    <a:pt x="960826" y="1179872"/>
                  </a:lnTo>
                  <a:lnTo>
                    <a:pt x="963290" y="1180315"/>
                  </a:lnTo>
                  <a:lnTo>
                    <a:pt x="965753" y="1180744"/>
                  </a:lnTo>
                  <a:lnTo>
                    <a:pt x="968217" y="1181152"/>
                  </a:lnTo>
                  <a:lnTo>
                    <a:pt x="970681" y="1181539"/>
                  </a:lnTo>
                  <a:lnTo>
                    <a:pt x="973144" y="1181900"/>
                  </a:lnTo>
                  <a:lnTo>
                    <a:pt x="975608" y="1182233"/>
                  </a:lnTo>
                  <a:lnTo>
                    <a:pt x="978072" y="1182537"/>
                  </a:lnTo>
                  <a:lnTo>
                    <a:pt x="980535" y="1182804"/>
                  </a:lnTo>
                  <a:lnTo>
                    <a:pt x="982999" y="1183037"/>
                  </a:lnTo>
                  <a:lnTo>
                    <a:pt x="985463" y="1183235"/>
                  </a:lnTo>
                  <a:lnTo>
                    <a:pt x="987926" y="1183397"/>
                  </a:lnTo>
                  <a:lnTo>
                    <a:pt x="990390" y="1183524"/>
                  </a:lnTo>
                  <a:lnTo>
                    <a:pt x="992853" y="1183615"/>
                  </a:lnTo>
                  <a:lnTo>
                    <a:pt x="995317" y="1183671"/>
                  </a:lnTo>
                  <a:lnTo>
                    <a:pt x="997781" y="1183691"/>
                  </a:lnTo>
                  <a:lnTo>
                    <a:pt x="1000244" y="1183675"/>
                  </a:lnTo>
                  <a:lnTo>
                    <a:pt x="1002708" y="1183631"/>
                  </a:lnTo>
                  <a:lnTo>
                    <a:pt x="1005172" y="1183562"/>
                  </a:lnTo>
                  <a:lnTo>
                    <a:pt x="1007635" y="1183472"/>
                  </a:lnTo>
                  <a:lnTo>
                    <a:pt x="1010099" y="1183364"/>
                  </a:lnTo>
                  <a:lnTo>
                    <a:pt x="1012563" y="1183244"/>
                  </a:lnTo>
                  <a:lnTo>
                    <a:pt x="1015026" y="1183115"/>
                  </a:lnTo>
                  <a:lnTo>
                    <a:pt x="1017490" y="1182984"/>
                  </a:lnTo>
                  <a:lnTo>
                    <a:pt x="1019954" y="1182857"/>
                  </a:lnTo>
                  <a:lnTo>
                    <a:pt x="1022417" y="1182738"/>
                  </a:lnTo>
                  <a:lnTo>
                    <a:pt x="1024881" y="1182630"/>
                  </a:lnTo>
                  <a:lnTo>
                    <a:pt x="1027345" y="1182537"/>
                  </a:lnTo>
                  <a:lnTo>
                    <a:pt x="1029808" y="1182461"/>
                  </a:lnTo>
                  <a:lnTo>
                    <a:pt x="1032272" y="1182405"/>
                  </a:lnTo>
                  <a:lnTo>
                    <a:pt x="1034736" y="1182370"/>
                  </a:lnTo>
                  <a:lnTo>
                    <a:pt x="1037199" y="1182356"/>
                  </a:lnTo>
                  <a:lnTo>
                    <a:pt x="1039663" y="1182360"/>
                  </a:lnTo>
                  <a:lnTo>
                    <a:pt x="1042127" y="1182380"/>
                  </a:lnTo>
                  <a:lnTo>
                    <a:pt x="1044590" y="1182413"/>
                  </a:lnTo>
                  <a:lnTo>
                    <a:pt x="1047054" y="1182455"/>
                  </a:lnTo>
                  <a:lnTo>
                    <a:pt x="1049518" y="1182501"/>
                  </a:lnTo>
                  <a:lnTo>
                    <a:pt x="1051981" y="1182548"/>
                  </a:lnTo>
                  <a:lnTo>
                    <a:pt x="1054445" y="1182588"/>
                  </a:lnTo>
                  <a:lnTo>
                    <a:pt x="1056909" y="1182616"/>
                  </a:lnTo>
                  <a:lnTo>
                    <a:pt x="1059372" y="1182629"/>
                  </a:lnTo>
                  <a:lnTo>
                    <a:pt x="1061836" y="1182623"/>
                  </a:lnTo>
                  <a:lnTo>
                    <a:pt x="1064300" y="1182594"/>
                  </a:lnTo>
                  <a:lnTo>
                    <a:pt x="1066763" y="1182542"/>
                  </a:lnTo>
                  <a:lnTo>
                    <a:pt x="1069227" y="1182464"/>
                  </a:lnTo>
                  <a:lnTo>
                    <a:pt x="1071691" y="1182358"/>
                  </a:lnTo>
                  <a:lnTo>
                    <a:pt x="1074154" y="1182229"/>
                  </a:lnTo>
                  <a:lnTo>
                    <a:pt x="1076618" y="1182082"/>
                  </a:lnTo>
                  <a:lnTo>
                    <a:pt x="1079082" y="1181920"/>
                  </a:lnTo>
                  <a:lnTo>
                    <a:pt x="1081545" y="1181750"/>
                  </a:lnTo>
                  <a:lnTo>
                    <a:pt x="1084009" y="1181577"/>
                  </a:lnTo>
                  <a:lnTo>
                    <a:pt x="1086472" y="1181407"/>
                  </a:lnTo>
                  <a:lnTo>
                    <a:pt x="1088936" y="1181248"/>
                  </a:lnTo>
                  <a:lnTo>
                    <a:pt x="1091400" y="1181109"/>
                  </a:lnTo>
                  <a:lnTo>
                    <a:pt x="1093863" y="1180994"/>
                  </a:lnTo>
                  <a:lnTo>
                    <a:pt x="1096327" y="1180908"/>
                  </a:lnTo>
                  <a:lnTo>
                    <a:pt x="1098791" y="1180852"/>
                  </a:lnTo>
                  <a:lnTo>
                    <a:pt x="1101254" y="1180829"/>
                  </a:lnTo>
                  <a:lnTo>
                    <a:pt x="1103718" y="1180841"/>
                  </a:lnTo>
                  <a:lnTo>
                    <a:pt x="1106182" y="1180886"/>
                  </a:lnTo>
                  <a:lnTo>
                    <a:pt x="1108645" y="1180966"/>
                  </a:lnTo>
                  <a:lnTo>
                    <a:pt x="1111109" y="1181075"/>
                  </a:lnTo>
                  <a:lnTo>
                    <a:pt x="1113573" y="1181209"/>
                  </a:lnTo>
                  <a:lnTo>
                    <a:pt x="1116036" y="1181361"/>
                  </a:lnTo>
                  <a:lnTo>
                    <a:pt x="1118500" y="1181529"/>
                  </a:lnTo>
                  <a:lnTo>
                    <a:pt x="1120964" y="1181708"/>
                  </a:lnTo>
                  <a:lnTo>
                    <a:pt x="1123427" y="1181893"/>
                  </a:lnTo>
                  <a:lnTo>
                    <a:pt x="1125891" y="1182081"/>
                  </a:lnTo>
                  <a:lnTo>
                    <a:pt x="1128355" y="1182268"/>
                  </a:lnTo>
                  <a:lnTo>
                    <a:pt x="1130818" y="1182451"/>
                  </a:lnTo>
                  <a:lnTo>
                    <a:pt x="1133282" y="1182629"/>
                  </a:lnTo>
                  <a:lnTo>
                    <a:pt x="1135746" y="1182800"/>
                  </a:lnTo>
                  <a:lnTo>
                    <a:pt x="1138209" y="1182963"/>
                  </a:lnTo>
                  <a:lnTo>
                    <a:pt x="1140673" y="1183118"/>
                  </a:lnTo>
                  <a:lnTo>
                    <a:pt x="1143137" y="1183265"/>
                  </a:lnTo>
                  <a:lnTo>
                    <a:pt x="1145600" y="1183401"/>
                  </a:lnTo>
                  <a:lnTo>
                    <a:pt x="1148064" y="1183527"/>
                  </a:lnTo>
                  <a:lnTo>
                    <a:pt x="1150528" y="1183643"/>
                  </a:lnTo>
                  <a:lnTo>
                    <a:pt x="1152991" y="1183747"/>
                  </a:lnTo>
                  <a:lnTo>
                    <a:pt x="1155455" y="1183840"/>
                  </a:lnTo>
                  <a:lnTo>
                    <a:pt x="1157919" y="1183921"/>
                  </a:lnTo>
                  <a:lnTo>
                    <a:pt x="1160382" y="1183988"/>
                  </a:lnTo>
                  <a:lnTo>
                    <a:pt x="1162846" y="1184040"/>
                  </a:lnTo>
                  <a:lnTo>
                    <a:pt x="1165310" y="1184076"/>
                  </a:lnTo>
                  <a:lnTo>
                    <a:pt x="1167773" y="1184097"/>
                  </a:lnTo>
                  <a:lnTo>
                    <a:pt x="1170237" y="1184105"/>
                  </a:lnTo>
                  <a:lnTo>
                    <a:pt x="1172701" y="1184099"/>
                  </a:lnTo>
                  <a:lnTo>
                    <a:pt x="1175164" y="1184082"/>
                  </a:lnTo>
                  <a:lnTo>
                    <a:pt x="1177628" y="1184055"/>
                  </a:lnTo>
                  <a:lnTo>
                    <a:pt x="1180091" y="1184019"/>
                  </a:lnTo>
                  <a:lnTo>
                    <a:pt x="1182555" y="1183977"/>
                  </a:lnTo>
                  <a:lnTo>
                    <a:pt x="1185019" y="1183931"/>
                  </a:lnTo>
                  <a:lnTo>
                    <a:pt x="1187482" y="1183884"/>
                  </a:lnTo>
                  <a:lnTo>
                    <a:pt x="1189946" y="1183838"/>
                  </a:lnTo>
                  <a:lnTo>
                    <a:pt x="1192410" y="1183794"/>
                  </a:lnTo>
                  <a:lnTo>
                    <a:pt x="1194873" y="1183755"/>
                  </a:lnTo>
                  <a:lnTo>
                    <a:pt x="1197337" y="1183720"/>
                  </a:lnTo>
                  <a:lnTo>
                    <a:pt x="1199801" y="1183691"/>
                  </a:lnTo>
                  <a:lnTo>
                    <a:pt x="1202264" y="1183669"/>
                  </a:lnTo>
                  <a:lnTo>
                    <a:pt x="1204728" y="1183654"/>
                  </a:lnTo>
                  <a:lnTo>
                    <a:pt x="1207192" y="1183646"/>
                  </a:lnTo>
                  <a:lnTo>
                    <a:pt x="1209655" y="1183644"/>
                  </a:lnTo>
                  <a:lnTo>
                    <a:pt x="1212119" y="1183650"/>
                  </a:lnTo>
                  <a:lnTo>
                    <a:pt x="1214583" y="1183664"/>
                  </a:lnTo>
                  <a:lnTo>
                    <a:pt x="1217046" y="1183686"/>
                  </a:lnTo>
                  <a:lnTo>
                    <a:pt x="1219510" y="1183720"/>
                  </a:lnTo>
                  <a:lnTo>
                    <a:pt x="1221974" y="1183765"/>
                  </a:lnTo>
                  <a:lnTo>
                    <a:pt x="1224437" y="1183822"/>
                  </a:lnTo>
                  <a:lnTo>
                    <a:pt x="1226901" y="1183893"/>
                  </a:lnTo>
                  <a:lnTo>
                    <a:pt x="1229365" y="1183979"/>
                  </a:lnTo>
                  <a:lnTo>
                    <a:pt x="1231828" y="1184081"/>
                  </a:lnTo>
                  <a:lnTo>
                    <a:pt x="1234292" y="1184200"/>
                  </a:lnTo>
                  <a:lnTo>
                    <a:pt x="1236756" y="1184338"/>
                  </a:lnTo>
                  <a:lnTo>
                    <a:pt x="1239219" y="1184493"/>
                  </a:lnTo>
                  <a:lnTo>
                    <a:pt x="1241683" y="1184664"/>
                  </a:lnTo>
                  <a:lnTo>
                    <a:pt x="1244147" y="1184849"/>
                  </a:lnTo>
                  <a:lnTo>
                    <a:pt x="1246610" y="1185046"/>
                  </a:lnTo>
                  <a:lnTo>
                    <a:pt x="1249074" y="1185253"/>
                  </a:lnTo>
                  <a:lnTo>
                    <a:pt x="1251538" y="1185467"/>
                  </a:lnTo>
                  <a:lnTo>
                    <a:pt x="1254001" y="1185685"/>
                  </a:lnTo>
                  <a:lnTo>
                    <a:pt x="1256465" y="1185904"/>
                  </a:lnTo>
                  <a:lnTo>
                    <a:pt x="1258929" y="118612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909616" y="5632940"/>
              <a:ext cx="1258929" cy="520957"/>
            </a:xfrm>
            <a:custGeom>
              <a:avLst/>
              <a:pathLst>
                <a:path w="1258929" h="520957">
                  <a:moveTo>
                    <a:pt x="0" y="519539"/>
                  </a:moveTo>
                  <a:lnTo>
                    <a:pt x="2463" y="519381"/>
                  </a:lnTo>
                  <a:lnTo>
                    <a:pt x="4927" y="519210"/>
                  </a:lnTo>
                  <a:lnTo>
                    <a:pt x="7390" y="519026"/>
                  </a:lnTo>
                  <a:lnTo>
                    <a:pt x="9854" y="518823"/>
                  </a:lnTo>
                  <a:lnTo>
                    <a:pt x="12318" y="518600"/>
                  </a:lnTo>
                  <a:lnTo>
                    <a:pt x="14781" y="518361"/>
                  </a:lnTo>
                  <a:lnTo>
                    <a:pt x="17245" y="518105"/>
                  </a:lnTo>
                  <a:lnTo>
                    <a:pt x="19709" y="517823"/>
                  </a:lnTo>
                  <a:lnTo>
                    <a:pt x="22172" y="517518"/>
                  </a:lnTo>
                  <a:lnTo>
                    <a:pt x="24636" y="517193"/>
                  </a:lnTo>
                  <a:lnTo>
                    <a:pt x="27100" y="516845"/>
                  </a:lnTo>
                  <a:lnTo>
                    <a:pt x="29563" y="516463"/>
                  </a:lnTo>
                  <a:lnTo>
                    <a:pt x="32027" y="516056"/>
                  </a:lnTo>
                  <a:lnTo>
                    <a:pt x="34491" y="515625"/>
                  </a:lnTo>
                  <a:lnTo>
                    <a:pt x="36954" y="515163"/>
                  </a:lnTo>
                  <a:lnTo>
                    <a:pt x="39418" y="514663"/>
                  </a:lnTo>
                  <a:lnTo>
                    <a:pt x="41882" y="514136"/>
                  </a:lnTo>
                  <a:lnTo>
                    <a:pt x="44345" y="513579"/>
                  </a:lnTo>
                  <a:lnTo>
                    <a:pt x="46809" y="512980"/>
                  </a:lnTo>
                  <a:lnTo>
                    <a:pt x="49273" y="512345"/>
                  </a:lnTo>
                  <a:lnTo>
                    <a:pt x="51736" y="511677"/>
                  </a:lnTo>
                  <a:lnTo>
                    <a:pt x="54200" y="510976"/>
                  </a:lnTo>
                  <a:lnTo>
                    <a:pt x="56664" y="510223"/>
                  </a:lnTo>
                  <a:lnTo>
                    <a:pt x="59127" y="509435"/>
                  </a:lnTo>
                  <a:lnTo>
                    <a:pt x="61591" y="508611"/>
                  </a:lnTo>
                  <a:lnTo>
                    <a:pt x="64055" y="507746"/>
                  </a:lnTo>
                  <a:lnTo>
                    <a:pt x="66518" y="506830"/>
                  </a:lnTo>
                  <a:lnTo>
                    <a:pt x="68982" y="505877"/>
                  </a:lnTo>
                  <a:lnTo>
                    <a:pt x="71446" y="504887"/>
                  </a:lnTo>
                  <a:lnTo>
                    <a:pt x="73909" y="503848"/>
                  </a:lnTo>
                  <a:lnTo>
                    <a:pt x="76373" y="502763"/>
                  </a:lnTo>
                  <a:lnTo>
                    <a:pt x="78837" y="501640"/>
                  </a:lnTo>
                  <a:lnTo>
                    <a:pt x="81300" y="500481"/>
                  </a:lnTo>
                  <a:lnTo>
                    <a:pt x="83764" y="499266"/>
                  </a:lnTo>
                  <a:lnTo>
                    <a:pt x="86228" y="498012"/>
                  </a:lnTo>
                  <a:lnTo>
                    <a:pt x="88691" y="496723"/>
                  </a:lnTo>
                  <a:lnTo>
                    <a:pt x="91155" y="495395"/>
                  </a:lnTo>
                  <a:lnTo>
                    <a:pt x="93618" y="494016"/>
                  </a:lnTo>
                  <a:lnTo>
                    <a:pt x="96082" y="492603"/>
                  </a:lnTo>
                  <a:lnTo>
                    <a:pt x="98546" y="491159"/>
                  </a:lnTo>
                  <a:lnTo>
                    <a:pt x="101009" y="489674"/>
                  </a:lnTo>
                  <a:lnTo>
                    <a:pt x="103473" y="488151"/>
                  </a:lnTo>
                  <a:lnTo>
                    <a:pt x="105937" y="486599"/>
                  </a:lnTo>
                  <a:lnTo>
                    <a:pt x="108400" y="485019"/>
                  </a:lnTo>
                  <a:lnTo>
                    <a:pt x="110864" y="483403"/>
                  </a:lnTo>
                  <a:lnTo>
                    <a:pt x="113328" y="481759"/>
                  </a:lnTo>
                  <a:lnTo>
                    <a:pt x="115791" y="480094"/>
                  </a:lnTo>
                  <a:lnTo>
                    <a:pt x="118255" y="478407"/>
                  </a:lnTo>
                  <a:lnTo>
                    <a:pt x="120719" y="476690"/>
                  </a:lnTo>
                  <a:lnTo>
                    <a:pt x="123182" y="474957"/>
                  </a:lnTo>
                  <a:lnTo>
                    <a:pt x="125646" y="473209"/>
                  </a:lnTo>
                  <a:lnTo>
                    <a:pt x="128110" y="471445"/>
                  </a:lnTo>
                  <a:lnTo>
                    <a:pt x="130573" y="469664"/>
                  </a:lnTo>
                  <a:lnTo>
                    <a:pt x="133037" y="467875"/>
                  </a:lnTo>
                  <a:lnTo>
                    <a:pt x="135501" y="466077"/>
                  </a:lnTo>
                  <a:lnTo>
                    <a:pt x="137964" y="464270"/>
                  </a:lnTo>
                  <a:lnTo>
                    <a:pt x="140428" y="462457"/>
                  </a:lnTo>
                  <a:lnTo>
                    <a:pt x="142892" y="460640"/>
                  </a:lnTo>
                  <a:lnTo>
                    <a:pt x="145355" y="458822"/>
                  </a:lnTo>
                  <a:lnTo>
                    <a:pt x="147819" y="457001"/>
                  </a:lnTo>
                  <a:lnTo>
                    <a:pt x="150283" y="455180"/>
                  </a:lnTo>
                  <a:lnTo>
                    <a:pt x="152746" y="453361"/>
                  </a:lnTo>
                  <a:lnTo>
                    <a:pt x="155210" y="451542"/>
                  </a:lnTo>
                  <a:lnTo>
                    <a:pt x="157674" y="449726"/>
                  </a:lnTo>
                  <a:lnTo>
                    <a:pt x="160137" y="447912"/>
                  </a:lnTo>
                  <a:lnTo>
                    <a:pt x="162601" y="446100"/>
                  </a:lnTo>
                  <a:lnTo>
                    <a:pt x="165065" y="444289"/>
                  </a:lnTo>
                  <a:lnTo>
                    <a:pt x="167528" y="442481"/>
                  </a:lnTo>
                  <a:lnTo>
                    <a:pt x="169992" y="440672"/>
                  </a:lnTo>
                  <a:lnTo>
                    <a:pt x="172456" y="438863"/>
                  </a:lnTo>
                  <a:lnTo>
                    <a:pt x="174919" y="437052"/>
                  </a:lnTo>
                  <a:lnTo>
                    <a:pt x="177383" y="435236"/>
                  </a:lnTo>
                  <a:lnTo>
                    <a:pt x="179847" y="433416"/>
                  </a:lnTo>
                  <a:lnTo>
                    <a:pt x="182310" y="431589"/>
                  </a:lnTo>
                  <a:lnTo>
                    <a:pt x="184774" y="429748"/>
                  </a:lnTo>
                  <a:lnTo>
                    <a:pt x="187237" y="427896"/>
                  </a:lnTo>
                  <a:lnTo>
                    <a:pt x="189701" y="426030"/>
                  </a:lnTo>
                  <a:lnTo>
                    <a:pt x="192165" y="424144"/>
                  </a:lnTo>
                  <a:lnTo>
                    <a:pt x="194628" y="422232"/>
                  </a:lnTo>
                  <a:lnTo>
                    <a:pt x="197092" y="420298"/>
                  </a:lnTo>
                  <a:lnTo>
                    <a:pt x="199556" y="418339"/>
                  </a:lnTo>
                  <a:lnTo>
                    <a:pt x="202019" y="416341"/>
                  </a:lnTo>
                  <a:lnTo>
                    <a:pt x="204483" y="414306"/>
                  </a:lnTo>
                  <a:lnTo>
                    <a:pt x="206947" y="412236"/>
                  </a:lnTo>
                  <a:lnTo>
                    <a:pt x="209410" y="410129"/>
                  </a:lnTo>
                  <a:lnTo>
                    <a:pt x="211874" y="407959"/>
                  </a:lnTo>
                  <a:lnTo>
                    <a:pt x="214338" y="405743"/>
                  </a:lnTo>
                  <a:lnTo>
                    <a:pt x="216801" y="403481"/>
                  </a:lnTo>
                  <a:lnTo>
                    <a:pt x="219265" y="401163"/>
                  </a:lnTo>
                  <a:lnTo>
                    <a:pt x="221729" y="398769"/>
                  </a:lnTo>
                  <a:lnTo>
                    <a:pt x="224192" y="396321"/>
                  </a:lnTo>
                  <a:lnTo>
                    <a:pt x="226656" y="393815"/>
                  </a:lnTo>
                  <a:lnTo>
                    <a:pt x="229120" y="391232"/>
                  </a:lnTo>
                  <a:lnTo>
                    <a:pt x="231583" y="388571"/>
                  </a:lnTo>
                  <a:lnTo>
                    <a:pt x="234047" y="385846"/>
                  </a:lnTo>
                  <a:lnTo>
                    <a:pt x="236511" y="383058"/>
                  </a:lnTo>
                  <a:lnTo>
                    <a:pt x="238974" y="380171"/>
                  </a:lnTo>
                  <a:lnTo>
                    <a:pt x="241438" y="377211"/>
                  </a:lnTo>
                  <a:lnTo>
                    <a:pt x="243902" y="374184"/>
                  </a:lnTo>
                  <a:lnTo>
                    <a:pt x="246365" y="371083"/>
                  </a:lnTo>
                  <a:lnTo>
                    <a:pt x="248829" y="367880"/>
                  </a:lnTo>
                  <a:lnTo>
                    <a:pt x="251293" y="364609"/>
                  </a:lnTo>
                  <a:lnTo>
                    <a:pt x="253756" y="361269"/>
                  </a:lnTo>
                  <a:lnTo>
                    <a:pt x="256220" y="357844"/>
                  </a:lnTo>
                  <a:lnTo>
                    <a:pt x="258684" y="354330"/>
                  </a:lnTo>
                  <a:lnTo>
                    <a:pt x="261147" y="350751"/>
                  </a:lnTo>
                  <a:lnTo>
                    <a:pt x="263611" y="347106"/>
                  </a:lnTo>
                  <a:lnTo>
                    <a:pt x="266075" y="343370"/>
                  </a:lnTo>
                  <a:lnTo>
                    <a:pt x="268538" y="339561"/>
                  </a:lnTo>
                  <a:lnTo>
                    <a:pt x="271002" y="335692"/>
                  </a:lnTo>
                  <a:lnTo>
                    <a:pt x="273465" y="331762"/>
                  </a:lnTo>
                  <a:lnTo>
                    <a:pt x="275929" y="327741"/>
                  </a:lnTo>
                  <a:lnTo>
                    <a:pt x="278393" y="323664"/>
                  </a:lnTo>
                  <a:lnTo>
                    <a:pt x="280856" y="319533"/>
                  </a:lnTo>
                  <a:lnTo>
                    <a:pt x="283320" y="315339"/>
                  </a:lnTo>
                  <a:lnTo>
                    <a:pt x="285784" y="311075"/>
                  </a:lnTo>
                  <a:lnTo>
                    <a:pt x="288247" y="306763"/>
                  </a:lnTo>
                  <a:lnTo>
                    <a:pt x="290711" y="302403"/>
                  </a:lnTo>
                  <a:lnTo>
                    <a:pt x="293175" y="297983"/>
                  </a:lnTo>
                  <a:lnTo>
                    <a:pt x="295638" y="293510"/>
                  </a:lnTo>
                  <a:lnTo>
                    <a:pt x="298102" y="288997"/>
                  </a:lnTo>
                  <a:lnTo>
                    <a:pt x="300566" y="284445"/>
                  </a:lnTo>
                  <a:lnTo>
                    <a:pt x="303029" y="279836"/>
                  </a:lnTo>
                  <a:lnTo>
                    <a:pt x="305493" y="275192"/>
                  </a:lnTo>
                  <a:lnTo>
                    <a:pt x="307957" y="270516"/>
                  </a:lnTo>
                  <a:lnTo>
                    <a:pt x="310420" y="265805"/>
                  </a:lnTo>
                  <a:lnTo>
                    <a:pt x="312884" y="261054"/>
                  </a:lnTo>
                  <a:lnTo>
                    <a:pt x="315348" y="256279"/>
                  </a:lnTo>
                  <a:lnTo>
                    <a:pt x="317811" y="251481"/>
                  </a:lnTo>
                  <a:lnTo>
                    <a:pt x="320275" y="246657"/>
                  </a:lnTo>
                  <a:lnTo>
                    <a:pt x="322739" y="241813"/>
                  </a:lnTo>
                  <a:lnTo>
                    <a:pt x="325202" y="236956"/>
                  </a:lnTo>
                  <a:lnTo>
                    <a:pt x="327666" y="232088"/>
                  </a:lnTo>
                  <a:lnTo>
                    <a:pt x="330130" y="227211"/>
                  </a:lnTo>
                  <a:lnTo>
                    <a:pt x="332593" y="222333"/>
                  </a:lnTo>
                  <a:lnTo>
                    <a:pt x="335057" y="217457"/>
                  </a:lnTo>
                  <a:lnTo>
                    <a:pt x="337521" y="212587"/>
                  </a:lnTo>
                  <a:lnTo>
                    <a:pt x="339984" y="207736"/>
                  </a:lnTo>
                  <a:lnTo>
                    <a:pt x="342448" y="202904"/>
                  </a:lnTo>
                  <a:lnTo>
                    <a:pt x="344912" y="198094"/>
                  </a:lnTo>
                  <a:lnTo>
                    <a:pt x="347375" y="193318"/>
                  </a:lnTo>
                  <a:lnTo>
                    <a:pt x="349839" y="188590"/>
                  </a:lnTo>
                  <a:lnTo>
                    <a:pt x="352303" y="183906"/>
                  </a:lnTo>
                  <a:lnTo>
                    <a:pt x="354766" y="179268"/>
                  </a:lnTo>
                  <a:lnTo>
                    <a:pt x="357230" y="174706"/>
                  </a:lnTo>
                  <a:lnTo>
                    <a:pt x="359694" y="170221"/>
                  </a:lnTo>
                  <a:lnTo>
                    <a:pt x="362157" y="165807"/>
                  </a:lnTo>
                  <a:lnTo>
                    <a:pt x="364621" y="161468"/>
                  </a:lnTo>
                  <a:lnTo>
                    <a:pt x="367084" y="157262"/>
                  </a:lnTo>
                  <a:lnTo>
                    <a:pt x="369548" y="153154"/>
                  </a:lnTo>
                  <a:lnTo>
                    <a:pt x="372012" y="149145"/>
                  </a:lnTo>
                  <a:lnTo>
                    <a:pt x="374475" y="145259"/>
                  </a:lnTo>
                  <a:lnTo>
                    <a:pt x="376939" y="141539"/>
                  </a:lnTo>
                  <a:lnTo>
                    <a:pt x="379403" y="137944"/>
                  </a:lnTo>
                  <a:lnTo>
                    <a:pt x="381866" y="134476"/>
                  </a:lnTo>
                  <a:lnTo>
                    <a:pt x="384330" y="131187"/>
                  </a:lnTo>
                  <a:lnTo>
                    <a:pt x="386794" y="128077"/>
                  </a:lnTo>
                  <a:lnTo>
                    <a:pt x="389257" y="125115"/>
                  </a:lnTo>
                  <a:lnTo>
                    <a:pt x="391721" y="122303"/>
                  </a:lnTo>
                  <a:lnTo>
                    <a:pt x="394185" y="119725"/>
                  </a:lnTo>
                  <a:lnTo>
                    <a:pt x="396648" y="117320"/>
                  </a:lnTo>
                  <a:lnTo>
                    <a:pt x="399112" y="115078"/>
                  </a:lnTo>
                  <a:lnTo>
                    <a:pt x="401576" y="113012"/>
                  </a:lnTo>
                  <a:lnTo>
                    <a:pt x="404039" y="111193"/>
                  </a:lnTo>
                  <a:lnTo>
                    <a:pt x="406503" y="109537"/>
                  </a:lnTo>
                  <a:lnTo>
                    <a:pt x="408967" y="108044"/>
                  </a:lnTo>
                  <a:lnTo>
                    <a:pt x="411430" y="106755"/>
                  </a:lnTo>
                  <a:lnTo>
                    <a:pt x="413894" y="105673"/>
                  </a:lnTo>
                  <a:lnTo>
                    <a:pt x="416358" y="104744"/>
                  </a:lnTo>
                  <a:lnTo>
                    <a:pt x="418821" y="103963"/>
                  </a:lnTo>
                  <a:lnTo>
                    <a:pt x="421285" y="103386"/>
                  </a:lnTo>
                  <a:lnTo>
                    <a:pt x="423749" y="102961"/>
                  </a:lnTo>
                  <a:lnTo>
                    <a:pt x="426212" y="102659"/>
                  </a:lnTo>
                  <a:lnTo>
                    <a:pt x="428676" y="102479"/>
                  </a:lnTo>
                  <a:lnTo>
                    <a:pt x="431140" y="102464"/>
                  </a:lnTo>
                  <a:lnTo>
                    <a:pt x="433603" y="102537"/>
                  </a:lnTo>
                  <a:lnTo>
                    <a:pt x="436067" y="102693"/>
                  </a:lnTo>
                  <a:lnTo>
                    <a:pt x="438531" y="102934"/>
                  </a:lnTo>
                  <a:lnTo>
                    <a:pt x="440994" y="103249"/>
                  </a:lnTo>
                  <a:lnTo>
                    <a:pt x="443458" y="103601"/>
                  </a:lnTo>
                  <a:lnTo>
                    <a:pt x="445922" y="103982"/>
                  </a:lnTo>
                  <a:lnTo>
                    <a:pt x="448385" y="104380"/>
                  </a:lnTo>
                  <a:lnTo>
                    <a:pt x="450849" y="104767"/>
                  </a:lnTo>
                  <a:lnTo>
                    <a:pt x="453312" y="105133"/>
                  </a:lnTo>
                  <a:lnTo>
                    <a:pt x="455776" y="105468"/>
                  </a:lnTo>
                  <a:lnTo>
                    <a:pt x="458240" y="105725"/>
                  </a:lnTo>
                  <a:lnTo>
                    <a:pt x="460703" y="105906"/>
                  </a:lnTo>
                  <a:lnTo>
                    <a:pt x="463167" y="106007"/>
                  </a:lnTo>
                  <a:lnTo>
                    <a:pt x="465631" y="106005"/>
                  </a:lnTo>
                  <a:lnTo>
                    <a:pt x="468094" y="105842"/>
                  </a:lnTo>
                  <a:lnTo>
                    <a:pt x="470558" y="105553"/>
                  </a:lnTo>
                  <a:lnTo>
                    <a:pt x="473022" y="105131"/>
                  </a:lnTo>
                  <a:lnTo>
                    <a:pt x="475485" y="104524"/>
                  </a:lnTo>
                  <a:lnTo>
                    <a:pt x="477949" y="103713"/>
                  </a:lnTo>
                  <a:lnTo>
                    <a:pt x="480413" y="102738"/>
                  </a:lnTo>
                  <a:lnTo>
                    <a:pt x="482876" y="101593"/>
                  </a:lnTo>
                  <a:lnTo>
                    <a:pt x="485340" y="100187"/>
                  </a:lnTo>
                  <a:lnTo>
                    <a:pt x="487804" y="98577"/>
                  </a:lnTo>
                  <a:lnTo>
                    <a:pt x="490267" y="96782"/>
                  </a:lnTo>
                  <a:lnTo>
                    <a:pt x="492731" y="94791"/>
                  </a:lnTo>
                  <a:lnTo>
                    <a:pt x="495195" y="92515"/>
                  </a:lnTo>
                  <a:lnTo>
                    <a:pt x="497658" y="90056"/>
                  </a:lnTo>
                  <a:lnTo>
                    <a:pt x="500122" y="87416"/>
                  </a:lnTo>
                  <a:lnTo>
                    <a:pt x="502586" y="84561"/>
                  </a:lnTo>
                  <a:lnTo>
                    <a:pt x="505049" y="81481"/>
                  </a:lnTo>
                  <a:lnTo>
                    <a:pt x="507513" y="78244"/>
                  </a:lnTo>
                  <a:lnTo>
                    <a:pt x="509977" y="74858"/>
                  </a:lnTo>
                  <a:lnTo>
                    <a:pt x="512440" y="71282"/>
                  </a:lnTo>
                  <a:lnTo>
                    <a:pt x="514904" y="67567"/>
                  </a:lnTo>
                  <a:lnTo>
                    <a:pt x="517368" y="63749"/>
                  </a:lnTo>
                  <a:lnTo>
                    <a:pt x="519831" y="59837"/>
                  </a:lnTo>
                  <a:lnTo>
                    <a:pt x="522295" y="55816"/>
                  </a:lnTo>
                  <a:lnTo>
                    <a:pt x="524759" y="51753"/>
                  </a:lnTo>
                  <a:lnTo>
                    <a:pt x="527222" y="47662"/>
                  </a:lnTo>
                  <a:lnTo>
                    <a:pt x="529686" y="43556"/>
                  </a:lnTo>
                  <a:lnTo>
                    <a:pt x="532150" y="39479"/>
                  </a:lnTo>
                  <a:lnTo>
                    <a:pt x="534613" y="35448"/>
                  </a:lnTo>
                  <a:lnTo>
                    <a:pt x="537077" y="31479"/>
                  </a:lnTo>
                  <a:lnTo>
                    <a:pt x="539541" y="27625"/>
                  </a:lnTo>
                  <a:lnTo>
                    <a:pt x="542004" y="23923"/>
                  </a:lnTo>
                  <a:lnTo>
                    <a:pt x="544468" y="20364"/>
                  </a:lnTo>
                  <a:lnTo>
                    <a:pt x="546931" y="16965"/>
                  </a:lnTo>
                  <a:lnTo>
                    <a:pt x="549395" y="13851"/>
                  </a:lnTo>
                  <a:lnTo>
                    <a:pt x="551859" y="10980"/>
                  </a:lnTo>
                  <a:lnTo>
                    <a:pt x="554322" y="8350"/>
                  </a:lnTo>
                  <a:lnTo>
                    <a:pt x="556786" y="5999"/>
                  </a:lnTo>
                  <a:lnTo>
                    <a:pt x="559250" y="4080"/>
                  </a:lnTo>
                  <a:lnTo>
                    <a:pt x="561713" y="2475"/>
                  </a:lnTo>
                  <a:lnTo>
                    <a:pt x="564177" y="1198"/>
                  </a:lnTo>
                  <a:lnTo>
                    <a:pt x="566641" y="354"/>
                  </a:lnTo>
                  <a:lnTo>
                    <a:pt x="569104" y="0"/>
                  </a:lnTo>
                  <a:lnTo>
                    <a:pt x="571568" y="30"/>
                  </a:lnTo>
                  <a:lnTo>
                    <a:pt x="574032" y="454"/>
                  </a:lnTo>
                  <a:lnTo>
                    <a:pt x="576495" y="1462"/>
                  </a:lnTo>
                  <a:lnTo>
                    <a:pt x="578959" y="2959"/>
                  </a:lnTo>
                  <a:lnTo>
                    <a:pt x="581423" y="4886"/>
                  </a:lnTo>
                  <a:lnTo>
                    <a:pt x="583886" y="7254"/>
                  </a:lnTo>
                  <a:lnTo>
                    <a:pt x="586350" y="10313"/>
                  </a:lnTo>
                  <a:lnTo>
                    <a:pt x="588814" y="13817"/>
                  </a:lnTo>
                  <a:lnTo>
                    <a:pt x="591277" y="17764"/>
                  </a:lnTo>
                  <a:lnTo>
                    <a:pt x="593741" y="22239"/>
                  </a:lnTo>
                  <a:lnTo>
                    <a:pt x="596205" y="27325"/>
                  </a:lnTo>
                  <a:lnTo>
                    <a:pt x="598668" y="32842"/>
                  </a:lnTo>
                  <a:lnTo>
                    <a:pt x="601132" y="38786"/>
                  </a:lnTo>
                  <a:lnTo>
                    <a:pt x="603596" y="45297"/>
                  </a:lnTo>
                  <a:lnTo>
                    <a:pt x="606059" y="52298"/>
                  </a:lnTo>
                  <a:lnTo>
                    <a:pt x="608523" y="59686"/>
                  </a:lnTo>
                  <a:lnTo>
                    <a:pt x="610987" y="67453"/>
                  </a:lnTo>
                  <a:lnTo>
                    <a:pt x="613450" y="75768"/>
                  </a:lnTo>
                  <a:lnTo>
                    <a:pt x="615914" y="84431"/>
                  </a:lnTo>
                  <a:lnTo>
                    <a:pt x="618378" y="93413"/>
                  </a:lnTo>
                  <a:lnTo>
                    <a:pt x="620841" y="102733"/>
                  </a:lnTo>
                  <a:lnTo>
                    <a:pt x="623305" y="112451"/>
                  </a:lnTo>
                  <a:lnTo>
                    <a:pt x="625769" y="122413"/>
                  </a:lnTo>
                  <a:lnTo>
                    <a:pt x="628232" y="132604"/>
                  </a:lnTo>
                  <a:lnTo>
                    <a:pt x="630696" y="143059"/>
                  </a:lnTo>
                  <a:lnTo>
                    <a:pt x="633159" y="153735"/>
                  </a:lnTo>
                  <a:lnTo>
                    <a:pt x="635623" y="164555"/>
                  </a:lnTo>
                  <a:lnTo>
                    <a:pt x="638087" y="175505"/>
                  </a:lnTo>
                  <a:lnTo>
                    <a:pt x="640550" y="186598"/>
                  </a:lnTo>
                  <a:lnTo>
                    <a:pt x="643014" y="197762"/>
                  </a:lnTo>
                  <a:lnTo>
                    <a:pt x="645478" y="208968"/>
                  </a:lnTo>
                  <a:lnTo>
                    <a:pt x="647941" y="220204"/>
                  </a:lnTo>
                  <a:lnTo>
                    <a:pt x="650405" y="231428"/>
                  </a:lnTo>
                  <a:lnTo>
                    <a:pt x="652869" y="242613"/>
                  </a:lnTo>
                  <a:lnTo>
                    <a:pt x="655332" y="253746"/>
                  </a:lnTo>
                  <a:lnTo>
                    <a:pt x="657796" y="264792"/>
                  </a:lnTo>
                  <a:lnTo>
                    <a:pt x="660260" y="275699"/>
                  </a:lnTo>
                  <a:lnTo>
                    <a:pt x="662723" y="286482"/>
                  </a:lnTo>
                  <a:lnTo>
                    <a:pt x="665187" y="297132"/>
                  </a:lnTo>
                  <a:lnTo>
                    <a:pt x="667651" y="307566"/>
                  </a:lnTo>
                  <a:lnTo>
                    <a:pt x="670114" y="317789"/>
                  </a:lnTo>
                  <a:lnTo>
                    <a:pt x="672578" y="327823"/>
                  </a:lnTo>
                  <a:lnTo>
                    <a:pt x="675042" y="337658"/>
                  </a:lnTo>
                  <a:lnTo>
                    <a:pt x="677505" y="347155"/>
                  </a:lnTo>
                  <a:lnTo>
                    <a:pt x="679969" y="356418"/>
                  </a:lnTo>
                  <a:lnTo>
                    <a:pt x="682433" y="365445"/>
                  </a:lnTo>
                  <a:lnTo>
                    <a:pt x="684896" y="374192"/>
                  </a:lnTo>
                  <a:lnTo>
                    <a:pt x="687360" y="382577"/>
                  </a:lnTo>
                  <a:lnTo>
                    <a:pt x="689824" y="390703"/>
                  </a:lnTo>
                  <a:lnTo>
                    <a:pt x="692287" y="398568"/>
                  </a:lnTo>
                  <a:lnTo>
                    <a:pt x="694751" y="406083"/>
                  </a:lnTo>
                  <a:lnTo>
                    <a:pt x="697215" y="413261"/>
                  </a:lnTo>
                  <a:lnTo>
                    <a:pt x="699678" y="420173"/>
                  </a:lnTo>
                  <a:lnTo>
                    <a:pt x="702142" y="426817"/>
                  </a:lnTo>
                  <a:lnTo>
                    <a:pt x="704606" y="433064"/>
                  </a:lnTo>
                  <a:lnTo>
                    <a:pt x="707069" y="439027"/>
                  </a:lnTo>
                  <a:lnTo>
                    <a:pt x="709533" y="444731"/>
                  </a:lnTo>
                  <a:lnTo>
                    <a:pt x="711997" y="450157"/>
                  </a:lnTo>
                  <a:lnTo>
                    <a:pt x="714460" y="455208"/>
                  </a:lnTo>
                  <a:lnTo>
                    <a:pt x="716924" y="460018"/>
                  </a:lnTo>
                  <a:lnTo>
                    <a:pt x="719388" y="464589"/>
                  </a:lnTo>
                  <a:lnTo>
                    <a:pt x="721851" y="468868"/>
                  </a:lnTo>
                  <a:lnTo>
                    <a:pt x="724315" y="472852"/>
                  </a:lnTo>
                  <a:lnTo>
                    <a:pt x="726778" y="476622"/>
                  </a:lnTo>
                  <a:lnTo>
                    <a:pt x="729242" y="480182"/>
                  </a:lnTo>
                  <a:lnTo>
                    <a:pt x="731706" y="483455"/>
                  </a:lnTo>
                  <a:lnTo>
                    <a:pt x="734169" y="486510"/>
                  </a:lnTo>
                  <a:lnTo>
                    <a:pt x="736633" y="489383"/>
                  </a:lnTo>
                  <a:lnTo>
                    <a:pt x="739097" y="492075"/>
                  </a:lnTo>
                  <a:lnTo>
                    <a:pt x="741560" y="494508"/>
                  </a:lnTo>
                  <a:lnTo>
                    <a:pt x="744024" y="496787"/>
                  </a:lnTo>
                  <a:lnTo>
                    <a:pt x="746488" y="498916"/>
                  </a:lnTo>
                  <a:lnTo>
                    <a:pt x="748951" y="500875"/>
                  </a:lnTo>
                  <a:lnTo>
                    <a:pt x="751415" y="502652"/>
                  </a:lnTo>
                  <a:lnTo>
                    <a:pt x="753879" y="504305"/>
                  </a:lnTo>
                  <a:lnTo>
                    <a:pt x="756342" y="505840"/>
                  </a:lnTo>
                  <a:lnTo>
                    <a:pt x="758806" y="507225"/>
                  </a:lnTo>
                  <a:lnTo>
                    <a:pt x="761270" y="508487"/>
                  </a:lnTo>
                  <a:lnTo>
                    <a:pt x="763733" y="509655"/>
                  </a:lnTo>
                  <a:lnTo>
                    <a:pt x="766197" y="510731"/>
                  </a:lnTo>
                  <a:lnTo>
                    <a:pt x="768661" y="511682"/>
                  </a:lnTo>
                  <a:lnTo>
                    <a:pt x="771124" y="512554"/>
                  </a:lnTo>
                  <a:lnTo>
                    <a:pt x="773588" y="513355"/>
                  </a:lnTo>
                  <a:lnTo>
                    <a:pt x="776052" y="514082"/>
                  </a:lnTo>
                  <a:lnTo>
                    <a:pt x="778515" y="514721"/>
                  </a:lnTo>
                  <a:lnTo>
                    <a:pt x="780979" y="515306"/>
                  </a:lnTo>
                  <a:lnTo>
                    <a:pt x="783443" y="515840"/>
                  </a:lnTo>
                  <a:lnTo>
                    <a:pt x="785906" y="516312"/>
                  </a:lnTo>
                  <a:lnTo>
                    <a:pt x="788370" y="516731"/>
                  </a:lnTo>
                  <a:lnTo>
                    <a:pt x="790834" y="517111"/>
                  </a:lnTo>
                  <a:lnTo>
                    <a:pt x="793297" y="517454"/>
                  </a:lnTo>
                  <a:lnTo>
                    <a:pt x="795761" y="517750"/>
                  </a:lnTo>
                  <a:lnTo>
                    <a:pt x="798225" y="518014"/>
                  </a:lnTo>
                  <a:lnTo>
                    <a:pt x="800688" y="518251"/>
                  </a:lnTo>
                  <a:lnTo>
                    <a:pt x="803152" y="518462"/>
                  </a:lnTo>
                  <a:lnTo>
                    <a:pt x="805616" y="518639"/>
                  </a:lnTo>
                  <a:lnTo>
                    <a:pt x="808079" y="518797"/>
                  </a:lnTo>
                  <a:lnTo>
                    <a:pt x="810543" y="518938"/>
                  </a:lnTo>
                  <a:lnTo>
                    <a:pt x="813006" y="519058"/>
                  </a:lnTo>
                  <a:lnTo>
                    <a:pt x="815470" y="519159"/>
                  </a:lnTo>
                  <a:lnTo>
                    <a:pt x="817934" y="519247"/>
                  </a:lnTo>
                  <a:lnTo>
                    <a:pt x="820397" y="519324"/>
                  </a:lnTo>
                  <a:lnTo>
                    <a:pt x="822861" y="519387"/>
                  </a:lnTo>
                  <a:lnTo>
                    <a:pt x="825325" y="519438"/>
                  </a:lnTo>
                  <a:lnTo>
                    <a:pt x="827788" y="519483"/>
                  </a:lnTo>
                  <a:lnTo>
                    <a:pt x="830252" y="519519"/>
                  </a:lnTo>
                  <a:lnTo>
                    <a:pt x="832716" y="519547"/>
                  </a:lnTo>
                  <a:lnTo>
                    <a:pt x="835179" y="519569"/>
                  </a:lnTo>
                  <a:lnTo>
                    <a:pt x="837643" y="519586"/>
                  </a:lnTo>
                  <a:lnTo>
                    <a:pt x="840107" y="519599"/>
                  </a:lnTo>
                  <a:lnTo>
                    <a:pt x="842570" y="519607"/>
                  </a:lnTo>
                  <a:lnTo>
                    <a:pt x="845034" y="519613"/>
                  </a:lnTo>
                  <a:lnTo>
                    <a:pt x="847498" y="519616"/>
                  </a:lnTo>
                  <a:lnTo>
                    <a:pt x="849961" y="519617"/>
                  </a:lnTo>
                  <a:lnTo>
                    <a:pt x="852425" y="519617"/>
                  </a:lnTo>
                  <a:lnTo>
                    <a:pt x="854889" y="519616"/>
                  </a:lnTo>
                  <a:lnTo>
                    <a:pt x="857352" y="519614"/>
                  </a:lnTo>
                  <a:lnTo>
                    <a:pt x="859816" y="519612"/>
                  </a:lnTo>
                  <a:lnTo>
                    <a:pt x="862280" y="519610"/>
                  </a:lnTo>
                  <a:lnTo>
                    <a:pt x="864743" y="519608"/>
                  </a:lnTo>
                  <a:lnTo>
                    <a:pt x="867207" y="519606"/>
                  </a:lnTo>
                  <a:lnTo>
                    <a:pt x="869671" y="519606"/>
                  </a:lnTo>
                  <a:lnTo>
                    <a:pt x="872134" y="519607"/>
                  </a:lnTo>
                  <a:lnTo>
                    <a:pt x="874598" y="519609"/>
                  </a:lnTo>
                  <a:lnTo>
                    <a:pt x="877062" y="519612"/>
                  </a:lnTo>
                  <a:lnTo>
                    <a:pt x="879525" y="519617"/>
                  </a:lnTo>
                  <a:lnTo>
                    <a:pt x="881989" y="519624"/>
                  </a:lnTo>
                  <a:lnTo>
                    <a:pt x="884453" y="519631"/>
                  </a:lnTo>
                  <a:lnTo>
                    <a:pt x="886916" y="519641"/>
                  </a:lnTo>
                  <a:lnTo>
                    <a:pt x="889380" y="519653"/>
                  </a:lnTo>
                  <a:lnTo>
                    <a:pt x="891844" y="519666"/>
                  </a:lnTo>
                  <a:lnTo>
                    <a:pt x="894307" y="519681"/>
                  </a:lnTo>
                  <a:lnTo>
                    <a:pt x="896771" y="519698"/>
                  </a:lnTo>
                  <a:lnTo>
                    <a:pt x="899235" y="519717"/>
                  </a:lnTo>
                  <a:lnTo>
                    <a:pt x="901698" y="519737"/>
                  </a:lnTo>
                  <a:lnTo>
                    <a:pt x="904162" y="519759"/>
                  </a:lnTo>
                  <a:lnTo>
                    <a:pt x="906625" y="519783"/>
                  </a:lnTo>
                  <a:lnTo>
                    <a:pt x="909089" y="519808"/>
                  </a:lnTo>
                  <a:lnTo>
                    <a:pt x="911553" y="519834"/>
                  </a:lnTo>
                  <a:lnTo>
                    <a:pt x="914016" y="519861"/>
                  </a:lnTo>
                  <a:lnTo>
                    <a:pt x="916480" y="519890"/>
                  </a:lnTo>
                  <a:lnTo>
                    <a:pt x="918944" y="519920"/>
                  </a:lnTo>
                  <a:lnTo>
                    <a:pt x="921407" y="519950"/>
                  </a:lnTo>
                  <a:lnTo>
                    <a:pt x="923871" y="519982"/>
                  </a:lnTo>
                  <a:lnTo>
                    <a:pt x="926335" y="520014"/>
                  </a:lnTo>
                  <a:lnTo>
                    <a:pt x="928798" y="520046"/>
                  </a:lnTo>
                  <a:lnTo>
                    <a:pt x="931262" y="520079"/>
                  </a:lnTo>
                  <a:lnTo>
                    <a:pt x="933726" y="520113"/>
                  </a:lnTo>
                  <a:lnTo>
                    <a:pt x="936189" y="520146"/>
                  </a:lnTo>
                  <a:lnTo>
                    <a:pt x="938653" y="520179"/>
                  </a:lnTo>
                  <a:lnTo>
                    <a:pt x="941117" y="520213"/>
                  </a:lnTo>
                  <a:lnTo>
                    <a:pt x="943580" y="520246"/>
                  </a:lnTo>
                  <a:lnTo>
                    <a:pt x="946044" y="520279"/>
                  </a:lnTo>
                  <a:lnTo>
                    <a:pt x="948508" y="520312"/>
                  </a:lnTo>
                  <a:lnTo>
                    <a:pt x="950971" y="520344"/>
                  </a:lnTo>
                  <a:lnTo>
                    <a:pt x="953435" y="520375"/>
                  </a:lnTo>
                  <a:lnTo>
                    <a:pt x="955899" y="520406"/>
                  </a:lnTo>
                  <a:lnTo>
                    <a:pt x="958362" y="520437"/>
                  </a:lnTo>
                  <a:lnTo>
                    <a:pt x="960826" y="520466"/>
                  </a:lnTo>
                  <a:lnTo>
                    <a:pt x="963290" y="520494"/>
                  </a:lnTo>
                  <a:lnTo>
                    <a:pt x="965753" y="520522"/>
                  </a:lnTo>
                  <a:lnTo>
                    <a:pt x="968217" y="520549"/>
                  </a:lnTo>
                  <a:lnTo>
                    <a:pt x="970681" y="520575"/>
                  </a:lnTo>
                  <a:lnTo>
                    <a:pt x="973144" y="520600"/>
                  </a:lnTo>
                  <a:lnTo>
                    <a:pt x="975608" y="520624"/>
                  </a:lnTo>
                  <a:lnTo>
                    <a:pt x="978072" y="520646"/>
                  </a:lnTo>
                  <a:lnTo>
                    <a:pt x="980535" y="520668"/>
                  </a:lnTo>
                  <a:lnTo>
                    <a:pt x="982999" y="520689"/>
                  </a:lnTo>
                  <a:lnTo>
                    <a:pt x="985463" y="520708"/>
                  </a:lnTo>
                  <a:lnTo>
                    <a:pt x="987926" y="520727"/>
                  </a:lnTo>
                  <a:lnTo>
                    <a:pt x="990390" y="520744"/>
                  </a:lnTo>
                  <a:lnTo>
                    <a:pt x="992853" y="520761"/>
                  </a:lnTo>
                  <a:lnTo>
                    <a:pt x="995317" y="520777"/>
                  </a:lnTo>
                  <a:lnTo>
                    <a:pt x="997781" y="520791"/>
                  </a:lnTo>
                  <a:lnTo>
                    <a:pt x="1000244" y="520805"/>
                  </a:lnTo>
                  <a:lnTo>
                    <a:pt x="1002708" y="520818"/>
                  </a:lnTo>
                  <a:lnTo>
                    <a:pt x="1005172" y="520830"/>
                  </a:lnTo>
                  <a:lnTo>
                    <a:pt x="1007635" y="520841"/>
                  </a:lnTo>
                  <a:lnTo>
                    <a:pt x="1010099" y="520852"/>
                  </a:lnTo>
                  <a:lnTo>
                    <a:pt x="1012563" y="520861"/>
                  </a:lnTo>
                  <a:lnTo>
                    <a:pt x="1015026" y="520870"/>
                  </a:lnTo>
                  <a:lnTo>
                    <a:pt x="1017490" y="520878"/>
                  </a:lnTo>
                  <a:lnTo>
                    <a:pt x="1019954" y="520886"/>
                  </a:lnTo>
                  <a:lnTo>
                    <a:pt x="1022417" y="520893"/>
                  </a:lnTo>
                  <a:lnTo>
                    <a:pt x="1024881" y="520899"/>
                  </a:lnTo>
                  <a:lnTo>
                    <a:pt x="1027345" y="520905"/>
                  </a:lnTo>
                  <a:lnTo>
                    <a:pt x="1029808" y="520911"/>
                  </a:lnTo>
                  <a:lnTo>
                    <a:pt x="1032272" y="520915"/>
                  </a:lnTo>
                  <a:lnTo>
                    <a:pt x="1034736" y="520920"/>
                  </a:lnTo>
                  <a:lnTo>
                    <a:pt x="1037199" y="520924"/>
                  </a:lnTo>
                  <a:lnTo>
                    <a:pt x="1039663" y="520928"/>
                  </a:lnTo>
                  <a:lnTo>
                    <a:pt x="1042127" y="520931"/>
                  </a:lnTo>
                  <a:lnTo>
                    <a:pt x="1044590" y="520934"/>
                  </a:lnTo>
                  <a:lnTo>
                    <a:pt x="1047054" y="520936"/>
                  </a:lnTo>
                  <a:lnTo>
                    <a:pt x="1049518" y="520939"/>
                  </a:lnTo>
                  <a:lnTo>
                    <a:pt x="1051981" y="520941"/>
                  </a:lnTo>
                  <a:lnTo>
                    <a:pt x="1054445" y="520943"/>
                  </a:lnTo>
                  <a:lnTo>
                    <a:pt x="1056909" y="520945"/>
                  </a:lnTo>
                  <a:lnTo>
                    <a:pt x="1059372" y="520946"/>
                  </a:lnTo>
                  <a:lnTo>
                    <a:pt x="1061836" y="520947"/>
                  </a:lnTo>
                  <a:lnTo>
                    <a:pt x="1064300" y="520949"/>
                  </a:lnTo>
                  <a:lnTo>
                    <a:pt x="1066763" y="520950"/>
                  </a:lnTo>
                  <a:lnTo>
                    <a:pt x="1069227" y="520951"/>
                  </a:lnTo>
                  <a:lnTo>
                    <a:pt x="1071691" y="520952"/>
                  </a:lnTo>
                  <a:lnTo>
                    <a:pt x="1074154" y="520952"/>
                  </a:lnTo>
                  <a:lnTo>
                    <a:pt x="1076618" y="520953"/>
                  </a:lnTo>
                  <a:lnTo>
                    <a:pt x="1079082" y="520954"/>
                  </a:lnTo>
                  <a:lnTo>
                    <a:pt x="1081545" y="520954"/>
                  </a:lnTo>
                  <a:lnTo>
                    <a:pt x="1084009" y="520954"/>
                  </a:lnTo>
                  <a:lnTo>
                    <a:pt x="1086472" y="520955"/>
                  </a:lnTo>
                  <a:lnTo>
                    <a:pt x="1088936" y="520955"/>
                  </a:lnTo>
                  <a:lnTo>
                    <a:pt x="1091400" y="520955"/>
                  </a:lnTo>
                  <a:lnTo>
                    <a:pt x="1093863" y="520956"/>
                  </a:lnTo>
                  <a:lnTo>
                    <a:pt x="1096327" y="520956"/>
                  </a:lnTo>
                  <a:lnTo>
                    <a:pt x="1098791" y="520956"/>
                  </a:lnTo>
                  <a:lnTo>
                    <a:pt x="1101254" y="520956"/>
                  </a:lnTo>
                  <a:lnTo>
                    <a:pt x="1103718" y="520956"/>
                  </a:lnTo>
                  <a:lnTo>
                    <a:pt x="1106182" y="520957"/>
                  </a:lnTo>
                  <a:lnTo>
                    <a:pt x="1108645" y="520957"/>
                  </a:lnTo>
                  <a:lnTo>
                    <a:pt x="1111109" y="520957"/>
                  </a:lnTo>
                  <a:lnTo>
                    <a:pt x="1113573" y="520957"/>
                  </a:lnTo>
                  <a:lnTo>
                    <a:pt x="1116036" y="520957"/>
                  </a:lnTo>
                  <a:lnTo>
                    <a:pt x="1118500" y="520957"/>
                  </a:lnTo>
                  <a:lnTo>
                    <a:pt x="1120964" y="520957"/>
                  </a:lnTo>
                  <a:lnTo>
                    <a:pt x="1123427" y="520957"/>
                  </a:lnTo>
                  <a:lnTo>
                    <a:pt x="1125891" y="520957"/>
                  </a:lnTo>
                  <a:lnTo>
                    <a:pt x="1128355" y="520957"/>
                  </a:lnTo>
                  <a:lnTo>
                    <a:pt x="1130818" y="520957"/>
                  </a:lnTo>
                  <a:lnTo>
                    <a:pt x="1133282" y="520957"/>
                  </a:lnTo>
                  <a:lnTo>
                    <a:pt x="1135746" y="520957"/>
                  </a:lnTo>
                  <a:lnTo>
                    <a:pt x="1138209" y="520957"/>
                  </a:lnTo>
                  <a:lnTo>
                    <a:pt x="1140673" y="520957"/>
                  </a:lnTo>
                  <a:lnTo>
                    <a:pt x="1143137" y="520957"/>
                  </a:lnTo>
                  <a:lnTo>
                    <a:pt x="1145600" y="520957"/>
                  </a:lnTo>
                  <a:lnTo>
                    <a:pt x="1148064" y="520957"/>
                  </a:lnTo>
                  <a:lnTo>
                    <a:pt x="1150528" y="520957"/>
                  </a:lnTo>
                  <a:lnTo>
                    <a:pt x="1152991" y="520957"/>
                  </a:lnTo>
                  <a:lnTo>
                    <a:pt x="1155455" y="520957"/>
                  </a:lnTo>
                  <a:lnTo>
                    <a:pt x="1157919" y="520957"/>
                  </a:lnTo>
                  <a:lnTo>
                    <a:pt x="1160382" y="520957"/>
                  </a:lnTo>
                  <a:lnTo>
                    <a:pt x="1162846" y="520957"/>
                  </a:lnTo>
                  <a:lnTo>
                    <a:pt x="1165310" y="520957"/>
                  </a:lnTo>
                  <a:lnTo>
                    <a:pt x="1167773" y="520957"/>
                  </a:lnTo>
                  <a:lnTo>
                    <a:pt x="1170237" y="520957"/>
                  </a:lnTo>
                  <a:lnTo>
                    <a:pt x="1172701" y="520957"/>
                  </a:lnTo>
                  <a:lnTo>
                    <a:pt x="1175164" y="520957"/>
                  </a:lnTo>
                  <a:lnTo>
                    <a:pt x="1177628" y="520957"/>
                  </a:lnTo>
                  <a:lnTo>
                    <a:pt x="1180091" y="520957"/>
                  </a:lnTo>
                  <a:lnTo>
                    <a:pt x="1182555" y="520957"/>
                  </a:lnTo>
                  <a:lnTo>
                    <a:pt x="1185019" y="520957"/>
                  </a:lnTo>
                  <a:lnTo>
                    <a:pt x="1187482" y="520957"/>
                  </a:lnTo>
                  <a:lnTo>
                    <a:pt x="1189946" y="520957"/>
                  </a:lnTo>
                  <a:lnTo>
                    <a:pt x="1192410" y="520957"/>
                  </a:lnTo>
                  <a:lnTo>
                    <a:pt x="1194873" y="520957"/>
                  </a:lnTo>
                  <a:lnTo>
                    <a:pt x="1197337" y="520957"/>
                  </a:lnTo>
                  <a:lnTo>
                    <a:pt x="1199801" y="520957"/>
                  </a:lnTo>
                  <a:lnTo>
                    <a:pt x="1202264" y="520957"/>
                  </a:lnTo>
                  <a:lnTo>
                    <a:pt x="1204728" y="520957"/>
                  </a:lnTo>
                  <a:lnTo>
                    <a:pt x="1207192" y="520957"/>
                  </a:lnTo>
                  <a:lnTo>
                    <a:pt x="1209655" y="520957"/>
                  </a:lnTo>
                  <a:lnTo>
                    <a:pt x="1212119" y="520957"/>
                  </a:lnTo>
                  <a:lnTo>
                    <a:pt x="1214583" y="520957"/>
                  </a:lnTo>
                  <a:lnTo>
                    <a:pt x="1217046" y="520957"/>
                  </a:lnTo>
                  <a:lnTo>
                    <a:pt x="1219510" y="520957"/>
                  </a:lnTo>
                  <a:lnTo>
                    <a:pt x="1221974" y="520957"/>
                  </a:lnTo>
                  <a:lnTo>
                    <a:pt x="1224437" y="520957"/>
                  </a:lnTo>
                  <a:lnTo>
                    <a:pt x="1226901" y="520957"/>
                  </a:lnTo>
                  <a:lnTo>
                    <a:pt x="1229365" y="520957"/>
                  </a:lnTo>
                  <a:lnTo>
                    <a:pt x="1231828" y="520957"/>
                  </a:lnTo>
                  <a:lnTo>
                    <a:pt x="1234292" y="520957"/>
                  </a:lnTo>
                  <a:lnTo>
                    <a:pt x="1236756" y="520957"/>
                  </a:lnTo>
                  <a:lnTo>
                    <a:pt x="1239219" y="520957"/>
                  </a:lnTo>
                  <a:lnTo>
                    <a:pt x="1241683" y="520957"/>
                  </a:lnTo>
                  <a:lnTo>
                    <a:pt x="1244147" y="520957"/>
                  </a:lnTo>
                  <a:lnTo>
                    <a:pt x="1246610" y="520957"/>
                  </a:lnTo>
                  <a:lnTo>
                    <a:pt x="1249074" y="520957"/>
                  </a:lnTo>
                  <a:lnTo>
                    <a:pt x="1251538" y="520957"/>
                  </a:lnTo>
                  <a:lnTo>
                    <a:pt x="1254001" y="520957"/>
                  </a:lnTo>
                  <a:lnTo>
                    <a:pt x="1256465" y="520957"/>
                  </a:lnTo>
                  <a:lnTo>
                    <a:pt x="1258929" y="520957"/>
                  </a:lnTo>
                  <a:lnTo>
                    <a:pt x="1256465" y="520957"/>
                  </a:lnTo>
                  <a:lnTo>
                    <a:pt x="1254001" y="520957"/>
                  </a:lnTo>
                  <a:lnTo>
                    <a:pt x="1251538" y="520957"/>
                  </a:lnTo>
                  <a:lnTo>
                    <a:pt x="1249074" y="520957"/>
                  </a:lnTo>
                  <a:lnTo>
                    <a:pt x="1246610" y="520957"/>
                  </a:lnTo>
                  <a:lnTo>
                    <a:pt x="1244147" y="520957"/>
                  </a:lnTo>
                  <a:lnTo>
                    <a:pt x="1241683" y="520957"/>
                  </a:lnTo>
                  <a:lnTo>
                    <a:pt x="1239219" y="520957"/>
                  </a:lnTo>
                  <a:lnTo>
                    <a:pt x="1236756" y="520957"/>
                  </a:lnTo>
                  <a:lnTo>
                    <a:pt x="1234292" y="520957"/>
                  </a:lnTo>
                  <a:lnTo>
                    <a:pt x="1231828" y="520957"/>
                  </a:lnTo>
                  <a:lnTo>
                    <a:pt x="1229365" y="520957"/>
                  </a:lnTo>
                  <a:lnTo>
                    <a:pt x="1226901" y="520957"/>
                  </a:lnTo>
                  <a:lnTo>
                    <a:pt x="1224437" y="520957"/>
                  </a:lnTo>
                  <a:lnTo>
                    <a:pt x="1221974" y="520957"/>
                  </a:lnTo>
                  <a:lnTo>
                    <a:pt x="1219510" y="520957"/>
                  </a:lnTo>
                  <a:lnTo>
                    <a:pt x="1217046" y="520957"/>
                  </a:lnTo>
                  <a:lnTo>
                    <a:pt x="1214583" y="520957"/>
                  </a:lnTo>
                  <a:lnTo>
                    <a:pt x="1212119" y="520957"/>
                  </a:lnTo>
                  <a:lnTo>
                    <a:pt x="1209655" y="520957"/>
                  </a:lnTo>
                  <a:lnTo>
                    <a:pt x="1207192" y="520957"/>
                  </a:lnTo>
                  <a:lnTo>
                    <a:pt x="1204728" y="520957"/>
                  </a:lnTo>
                  <a:lnTo>
                    <a:pt x="1202264" y="520957"/>
                  </a:lnTo>
                  <a:lnTo>
                    <a:pt x="1199801" y="520957"/>
                  </a:lnTo>
                  <a:lnTo>
                    <a:pt x="1197337" y="520957"/>
                  </a:lnTo>
                  <a:lnTo>
                    <a:pt x="1194873" y="520957"/>
                  </a:lnTo>
                  <a:lnTo>
                    <a:pt x="1192410" y="520957"/>
                  </a:lnTo>
                  <a:lnTo>
                    <a:pt x="1189946" y="520957"/>
                  </a:lnTo>
                  <a:lnTo>
                    <a:pt x="1187482" y="520957"/>
                  </a:lnTo>
                  <a:lnTo>
                    <a:pt x="1185019" y="520957"/>
                  </a:lnTo>
                  <a:lnTo>
                    <a:pt x="1182555" y="520957"/>
                  </a:lnTo>
                  <a:lnTo>
                    <a:pt x="1180091" y="520957"/>
                  </a:lnTo>
                  <a:lnTo>
                    <a:pt x="1177628" y="520957"/>
                  </a:lnTo>
                  <a:lnTo>
                    <a:pt x="1175164" y="520957"/>
                  </a:lnTo>
                  <a:lnTo>
                    <a:pt x="1172701" y="520957"/>
                  </a:lnTo>
                  <a:lnTo>
                    <a:pt x="1170237" y="520957"/>
                  </a:lnTo>
                  <a:lnTo>
                    <a:pt x="1167773" y="520957"/>
                  </a:lnTo>
                  <a:lnTo>
                    <a:pt x="1165310" y="520957"/>
                  </a:lnTo>
                  <a:lnTo>
                    <a:pt x="1162846" y="520957"/>
                  </a:lnTo>
                  <a:lnTo>
                    <a:pt x="1160382" y="520957"/>
                  </a:lnTo>
                  <a:lnTo>
                    <a:pt x="1157919" y="520957"/>
                  </a:lnTo>
                  <a:lnTo>
                    <a:pt x="1155455" y="520957"/>
                  </a:lnTo>
                  <a:lnTo>
                    <a:pt x="1152991" y="520957"/>
                  </a:lnTo>
                  <a:lnTo>
                    <a:pt x="1150528" y="520957"/>
                  </a:lnTo>
                  <a:lnTo>
                    <a:pt x="1148064" y="520957"/>
                  </a:lnTo>
                  <a:lnTo>
                    <a:pt x="1145600" y="520957"/>
                  </a:lnTo>
                  <a:lnTo>
                    <a:pt x="1143137" y="520957"/>
                  </a:lnTo>
                  <a:lnTo>
                    <a:pt x="1140673" y="520957"/>
                  </a:lnTo>
                  <a:lnTo>
                    <a:pt x="1138209" y="520957"/>
                  </a:lnTo>
                  <a:lnTo>
                    <a:pt x="1135746" y="520957"/>
                  </a:lnTo>
                  <a:lnTo>
                    <a:pt x="1133282" y="520957"/>
                  </a:lnTo>
                  <a:lnTo>
                    <a:pt x="1130818" y="520957"/>
                  </a:lnTo>
                  <a:lnTo>
                    <a:pt x="1128355" y="520957"/>
                  </a:lnTo>
                  <a:lnTo>
                    <a:pt x="1125891" y="520957"/>
                  </a:lnTo>
                  <a:lnTo>
                    <a:pt x="1123427" y="520957"/>
                  </a:lnTo>
                  <a:lnTo>
                    <a:pt x="1120964" y="520957"/>
                  </a:lnTo>
                  <a:lnTo>
                    <a:pt x="1118500" y="520957"/>
                  </a:lnTo>
                  <a:lnTo>
                    <a:pt x="1116036" y="520957"/>
                  </a:lnTo>
                  <a:lnTo>
                    <a:pt x="1113573" y="520957"/>
                  </a:lnTo>
                  <a:lnTo>
                    <a:pt x="1111109" y="520957"/>
                  </a:lnTo>
                  <a:lnTo>
                    <a:pt x="1108645" y="520957"/>
                  </a:lnTo>
                  <a:lnTo>
                    <a:pt x="1106182" y="520957"/>
                  </a:lnTo>
                  <a:lnTo>
                    <a:pt x="1103718" y="520957"/>
                  </a:lnTo>
                  <a:lnTo>
                    <a:pt x="1101254" y="520957"/>
                  </a:lnTo>
                  <a:lnTo>
                    <a:pt x="1098791" y="520957"/>
                  </a:lnTo>
                  <a:lnTo>
                    <a:pt x="1096327" y="520957"/>
                  </a:lnTo>
                  <a:lnTo>
                    <a:pt x="1093863" y="520957"/>
                  </a:lnTo>
                  <a:lnTo>
                    <a:pt x="1091400" y="520957"/>
                  </a:lnTo>
                  <a:lnTo>
                    <a:pt x="1088936" y="520957"/>
                  </a:lnTo>
                  <a:lnTo>
                    <a:pt x="1086472" y="520957"/>
                  </a:lnTo>
                  <a:lnTo>
                    <a:pt x="1084009" y="520957"/>
                  </a:lnTo>
                  <a:lnTo>
                    <a:pt x="1081545" y="520957"/>
                  </a:lnTo>
                  <a:lnTo>
                    <a:pt x="1079082" y="520957"/>
                  </a:lnTo>
                  <a:lnTo>
                    <a:pt x="1076618" y="520957"/>
                  </a:lnTo>
                  <a:lnTo>
                    <a:pt x="1074154" y="520957"/>
                  </a:lnTo>
                  <a:lnTo>
                    <a:pt x="1071691" y="520957"/>
                  </a:lnTo>
                  <a:lnTo>
                    <a:pt x="1069227" y="520957"/>
                  </a:lnTo>
                  <a:lnTo>
                    <a:pt x="1066763" y="520957"/>
                  </a:lnTo>
                  <a:lnTo>
                    <a:pt x="1064300" y="520957"/>
                  </a:lnTo>
                  <a:lnTo>
                    <a:pt x="1061836" y="520957"/>
                  </a:lnTo>
                  <a:lnTo>
                    <a:pt x="1059372" y="520957"/>
                  </a:lnTo>
                  <a:lnTo>
                    <a:pt x="1056909" y="520957"/>
                  </a:lnTo>
                  <a:lnTo>
                    <a:pt x="1054445" y="520957"/>
                  </a:lnTo>
                  <a:lnTo>
                    <a:pt x="1051981" y="520957"/>
                  </a:lnTo>
                  <a:lnTo>
                    <a:pt x="1049518" y="520957"/>
                  </a:lnTo>
                  <a:lnTo>
                    <a:pt x="1047054" y="520957"/>
                  </a:lnTo>
                  <a:lnTo>
                    <a:pt x="1044590" y="520957"/>
                  </a:lnTo>
                  <a:lnTo>
                    <a:pt x="1042127" y="520957"/>
                  </a:lnTo>
                  <a:lnTo>
                    <a:pt x="1039663" y="520957"/>
                  </a:lnTo>
                  <a:lnTo>
                    <a:pt x="1037199" y="520957"/>
                  </a:lnTo>
                  <a:lnTo>
                    <a:pt x="1034736" y="520957"/>
                  </a:lnTo>
                  <a:lnTo>
                    <a:pt x="1032272" y="520957"/>
                  </a:lnTo>
                  <a:lnTo>
                    <a:pt x="1029808" y="520957"/>
                  </a:lnTo>
                  <a:lnTo>
                    <a:pt x="1027345" y="520957"/>
                  </a:lnTo>
                  <a:lnTo>
                    <a:pt x="1024881" y="520957"/>
                  </a:lnTo>
                  <a:lnTo>
                    <a:pt x="1022417" y="520957"/>
                  </a:lnTo>
                  <a:lnTo>
                    <a:pt x="1019954" y="520957"/>
                  </a:lnTo>
                  <a:lnTo>
                    <a:pt x="1017490" y="520957"/>
                  </a:lnTo>
                  <a:lnTo>
                    <a:pt x="1015026" y="520957"/>
                  </a:lnTo>
                  <a:lnTo>
                    <a:pt x="1012563" y="520957"/>
                  </a:lnTo>
                  <a:lnTo>
                    <a:pt x="1010099" y="520957"/>
                  </a:lnTo>
                  <a:lnTo>
                    <a:pt x="1007635" y="520957"/>
                  </a:lnTo>
                  <a:lnTo>
                    <a:pt x="1005172" y="520957"/>
                  </a:lnTo>
                  <a:lnTo>
                    <a:pt x="1002708" y="520957"/>
                  </a:lnTo>
                  <a:lnTo>
                    <a:pt x="1000244" y="520957"/>
                  </a:lnTo>
                  <a:lnTo>
                    <a:pt x="997781" y="520957"/>
                  </a:lnTo>
                  <a:lnTo>
                    <a:pt x="995317" y="520957"/>
                  </a:lnTo>
                  <a:lnTo>
                    <a:pt x="992853" y="520957"/>
                  </a:lnTo>
                  <a:lnTo>
                    <a:pt x="990390" y="520957"/>
                  </a:lnTo>
                  <a:lnTo>
                    <a:pt x="987926" y="520957"/>
                  </a:lnTo>
                  <a:lnTo>
                    <a:pt x="985463" y="520957"/>
                  </a:lnTo>
                  <a:lnTo>
                    <a:pt x="982999" y="520957"/>
                  </a:lnTo>
                  <a:lnTo>
                    <a:pt x="980535" y="520957"/>
                  </a:lnTo>
                  <a:lnTo>
                    <a:pt x="978072" y="520957"/>
                  </a:lnTo>
                  <a:lnTo>
                    <a:pt x="975608" y="520957"/>
                  </a:lnTo>
                  <a:lnTo>
                    <a:pt x="973144" y="520957"/>
                  </a:lnTo>
                  <a:lnTo>
                    <a:pt x="970681" y="520957"/>
                  </a:lnTo>
                  <a:lnTo>
                    <a:pt x="968217" y="520957"/>
                  </a:lnTo>
                  <a:lnTo>
                    <a:pt x="965753" y="520957"/>
                  </a:lnTo>
                  <a:lnTo>
                    <a:pt x="963290" y="520957"/>
                  </a:lnTo>
                  <a:lnTo>
                    <a:pt x="960826" y="520957"/>
                  </a:lnTo>
                  <a:lnTo>
                    <a:pt x="958362" y="520957"/>
                  </a:lnTo>
                  <a:lnTo>
                    <a:pt x="955899" y="520957"/>
                  </a:lnTo>
                  <a:lnTo>
                    <a:pt x="953435" y="520957"/>
                  </a:lnTo>
                  <a:lnTo>
                    <a:pt x="950971" y="520957"/>
                  </a:lnTo>
                  <a:lnTo>
                    <a:pt x="948508" y="520957"/>
                  </a:lnTo>
                  <a:lnTo>
                    <a:pt x="946044" y="520957"/>
                  </a:lnTo>
                  <a:lnTo>
                    <a:pt x="943580" y="520957"/>
                  </a:lnTo>
                  <a:lnTo>
                    <a:pt x="941117" y="520957"/>
                  </a:lnTo>
                  <a:lnTo>
                    <a:pt x="938653" y="520957"/>
                  </a:lnTo>
                  <a:lnTo>
                    <a:pt x="936189" y="520957"/>
                  </a:lnTo>
                  <a:lnTo>
                    <a:pt x="933726" y="520957"/>
                  </a:lnTo>
                  <a:lnTo>
                    <a:pt x="931262" y="520957"/>
                  </a:lnTo>
                  <a:lnTo>
                    <a:pt x="928798" y="520957"/>
                  </a:lnTo>
                  <a:lnTo>
                    <a:pt x="926335" y="520957"/>
                  </a:lnTo>
                  <a:lnTo>
                    <a:pt x="923871" y="520957"/>
                  </a:lnTo>
                  <a:lnTo>
                    <a:pt x="921407" y="520957"/>
                  </a:lnTo>
                  <a:lnTo>
                    <a:pt x="918944" y="520957"/>
                  </a:lnTo>
                  <a:lnTo>
                    <a:pt x="916480" y="520957"/>
                  </a:lnTo>
                  <a:lnTo>
                    <a:pt x="914016" y="520957"/>
                  </a:lnTo>
                  <a:lnTo>
                    <a:pt x="911553" y="520957"/>
                  </a:lnTo>
                  <a:lnTo>
                    <a:pt x="909089" y="520957"/>
                  </a:lnTo>
                  <a:lnTo>
                    <a:pt x="906625" y="520957"/>
                  </a:lnTo>
                  <a:lnTo>
                    <a:pt x="904162" y="520957"/>
                  </a:lnTo>
                  <a:lnTo>
                    <a:pt x="901698" y="520957"/>
                  </a:lnTo>
                  <a:lnTo>
                    <a:pt x="899235" y="520957"/>
                  </a:lnTo>
                  <a:lnTo>
                    <a:pt x="896771" y="520957"/>
                  </a:lnTo>
                  <a:lnTo>
                    <a:pt x="894307" y="520957"/>
                  </a:lnTo>
                  <a:lnTo>
                    <a:pt x="891844" y="520957"/>
                  </a:lnTo>
                  <a:lnTo>
                    <a:pt x="889380" y="520957"/>
                  </a:lnTo>
                  <a:lnTo>
                    <a:pt x="886916" y="520957"/>
                  </a:lnTo>
                  <a:lnTo>
                    <a:pt x="884453" y="520957"/>
                  </a:lnTo>
                  <a:lnTo>
                    <a:pt x="881989" y="520957"/>
                  </a:lnTo>
                  <a:lnTo>
                    <a:pt x="879525" y="520957"/>
                  </a:lnTo>
                  <a:lnTo>
                    <a:pt x="877062" y="520957"/>
                  </a:lnTo>
                  <a:lnTo>
                    <a:pt x="874598" y="520957"/>
                  </a:lnTo>
                  <a:lnTo>
                    <a:pt x="872134" y="520957"/>
                  </a:lnTo>
                  <a:lnTo>
                    <a:pt x="869671" y="520957"/>
                  </a:lnTo>
                  <a:lnTo>
                    <a:pt x="867207" y="520957"/>
                  </a:lnTo>
                  <a:lnTo>
                    <a:pt x="864743" y="520957"/>
                  </a:lnTo>
                  <a:lnTo>
                    <a:pt x="862280" y="520957"/>
                  </a:lnTo>
                  <a:lnTo>
                    <a:pt x="859816" y="520957"/>
                  </a:lnTo>
                  <a:lnTo>
                    <a:pt x="857352" y="520957"/>
                  </a:lnTo>
                  <a:lnTo>
                    <a:pt x="854889" y="520957"/>
                  </a:lnTo>
                  <a:lnTo>
                    <a:pt x="852425" y="520957"/>
                  </a:lnTo>
                  <a:lnTo>
                    <a:pt x="849961" y="520957"/>
                  </a:lnTo>
                  <a:lnTo>
                    <a:pt x="847498" y="520957"/>
                  </a:lnTo>
                  <a:lnTo>
                    <a:pt x="845034" y="520957"/>
                  </a:lnTo>
                  <a:lnTo>
                    <a:pt x="842570" y="520957"/>
                  </a:lnTo>
                  <a:lnTo>
                    <a:pt x="840107" y="520957"/>
                  </a:lnTo>
                  <a:lnTo>
                    <a:pt x="837643" y="520957"/>
                  </a:lnTo>
                  <a:lnTo>
                    <a:pt x="835179" y="520957"/>
                  </a:lnTo>
                  <a:lnTo>
                    <a:pt x="832716" y="520957"/>
                  </a:lnTo>
                  <a:lnTo>
                    <a:pt x="830252" y="520957"/>
                  </a:lnTo>
                  <a:lnTo>
                    <a:pt x="827788" y="520957"/>
                  </a:lnTo>
                  <a:lnTo>
                    <a:pt x="825325" y="520957"/>
                  </a:lnTo>
                  <a:lnTo>
                    <a:pt x="822861" y="520957"/>
                  </a:lnTo>
                  <a:lnTo>
                    <a:pt x="820397" y="520957"/>
                  </a:lnTo>
                  <a:lnTo>
                    <a:pt x="817934" y="520957"/>
                  </a:lnTo>
                  <a:lnTo>
                    <a:pt x="815470" y="520957"/>
                  </a:lnTo>
                  <a:lnTo>
                    <a:pt x="813006" y="520957"/>
                  </a:lnTo>
                  <a:lnTo>
                    <a:pt x="810543" y="520957"/>
                  </a:lnTo>
                  <a:lnTo>
                    <a:pt x="808079" y="520957"/>
                  </a:lnTo>
                  <a:lnTo>
                    <a:pt x="805616" y="520957"/>
                  </a:lnTo>
                  <a:lnTo>
                    <a:pt x="803152" y="520957"/>
                  </a:lnTo>
                  <a:lnTo>
                    <a:pt x="800688" y="520957"/>
                  </a:lnTo>
                  <a:lnTo>
                    <a:pt x="798225" y="520957"/>
                  </a:lnTo>
                  <a:lnTo>
                    <a:pt x="795761" y="520957"/>
                  </a:lnTo>
                  <a:lnTo>
                    <a:pt x="793297" y="520957"/>
                  </a:lnTo>
                  <a:lnTo>
                    <a:pt x="790834" y="520957"/>
                  </a:lnTo>
                  <a:lnTo>
                    <a:pt x="788370" y="520957"/>
                  </a:lnTo>
                  <a:lnTo>
                    <a:pt x="785906" y="520957"/>
                  </a:lnTo>
                  <a:lnTo>
                    <a:pt x="783443" y="520957"/>
                  </a:lnTo>
                  <a:lnTo>
                    <a:pt x="780979" y="520957"/>
                  </a:lnTo>
                  <a:lnTo>
                    <a:pt x="778515" y="520957"/>
                  </a:lnTo>
                  <a:lnTo>
                    <a:pt x="776052" y="520957"/>
                  </a:lnTo>
                  <a:lnTo>
                    <a:pt x="773588" y="520957"/>
                  </a:lnTo>
                  <a:lnTo>
                    <a:pt x="771124" y="520957"/>
                  </a:lnTo>
                  <a:lnTo>
                    <a:pt x="768661" y="520957"/>
                  </a:lnTo>
                  <a:lnTo>
                    <a:pt x="766197" y="520957"/>
                  </a:lnTo>
                  <a:lnTo>
                    <a:pt x="763733" y="520957"/>
                  </a:lnTo>
                  <a:lnTo>
                    <a:pt x="761270" y="520957"/>
                  </a:lnTo>
                  <a:lnTo>
                    <a:pt x="758806" y="520957"/>
                  </a:lnTo>
                  <a:lnTo>
                    <a:pt x="756342" y="520957"/>
                  </a:lnTo>
                  <a:lnTo>
                    <a:pt x="753879" y="520957"/>
                  </a:lnTo>
                  <a:lnTo>
                    <a:pt x="751415" y="520957"/>
                  </a:lnTo>
                  <a:lnTo>
                    <a:pt x="748951" y="520957"/>
                  </a:lnTo>
                  <a:lnTo>
                    <a:pt x="746488" y="520957"/>
                  </a:lnTo>
                  <a:lnTo>
                    <a:pt x="744024" y="520957"/>
                  </a:lnTo>
                  <a:lnTo>
                    <a:pt x="741560" y="520957"/>
                  </a:lnTo>
                  <a:lnTo>
                    <a:pt x="739097" y="520957"/>
                  </a:lnTo>
                  <a:lnTo>
                    <a:pt x="736633" y="520957"/>
                  </a:lnTo>
                  <a:lnTo>
                    <a:pt x="734169" y="520957"/>
                  </a:lnTo>
                  <a:lnTo>
                    <a:pt x="731706" y="520957"/>
                  </a:lnTo>
                  <a:lnTo>
                    <a:pt x="729242" y="520957"/>
                  </a:lnTo>
                  <a:lnTo>
                    <a:pt x="726778" y="520957"/>
                  </a:lnTo>
                  <a:lnTo>
                    <a:pt x="724315" y="520957"/>
                  </a:lnTo>
                  <a:lnTo>
                    <a:pt x="721851" y="520957"/>
                  </a:lnTo>
                  <a:lnTo>
                    <a:pt x="719388" y="520957"/>
                  </a:lnTo>
                  <a:lnTo>
                    <a:pt x="716924" y="520957"/>
                  </a:lnTo>
                  <a:lnTo>
                    <a:pt x="714460" y="520957"/>
                  </a:lnTo>
                  <a:lnTo>
                    <a:pt x="711997" y="520957"/>
                  </a:lnTo>
                  <a:lnTo>
                    <a:pt x="709533" y="520957"/>
                  </a:lnTo>
                  <a:lnTo>
                    <a:pt x="707069" y="520957"/>
                  </a:lnTo>
                  <a:lnTo>
                    <a:pt x="704606" y="520957"/>
                  </a:lnTo>
                  <a:lnTo>
                    <a:pt x="702142" y="520957"/>
                  </a:lnTo>
                  <a:lnTo>
                    <a:pt x="699678" y="520957"/>
                  </a:lnTo>
                  <a:lnTo>
                    <a:pt x="697215" y="520957"/>
                  </a:lnTo>
                  <a:lnTo>
                    <a:pt x="694751" y="520957"/>
                  </a:lnTo>
                  <a:lnTo>
                    <a:pt x="692287" y="520957"/>
                  </a:lnTo>
                  <a:lnTo>
                    <a:pt x="689824" y="520957"/>
                  </a:lnTo>
                  <a:lnTo>
                    <a:pt x="687360" y="520957"/>
                  </a:lnTo>
                  <a:lnTo>
                    <a:pt x="684896" y="520957"/>
                  </a:lnTo>
                  <a:lnTo>
                    <a:pt x="682433" y="520957"/>
                  </a:lnTo>
                  <a:lnTo>
                    <a:pt x="679969" y="520957"/>
                  </a:lnTo>
                  <a:lnTo>
                    <a:pt x="677505" y="520957"/>
                  </a:lnTo>
                  <a:lnTo>
                    <a:pt x="675042" y="520957"/>
                  </a:lnTo>
                  <a:lnTo>
                    <a:pt x="672578" y="520957"/>
                  </a:lnTo>
                  <a:lnTo>
                    <a:pt x="670114" y="520957"/>
                  </a:lnTo>
                  <a:lnTo>
                    <a:pt x="667651" y="520957"/>
                  </a:lnTo>
                  <a:lnTo>
                    <a:pt x="665187" y="520957"/>
                  </a:lnTo>
                  <a:lnTo>
                    <a:pt x="662723" y="520957"/>
                  </a:lnTo>
                  <a:lnTo>
                    <a:pt x="660260" y="520957"/>
                  </a:lnTo>
                  <a:lnTo>
                    <a:pt x="657796" y="520957"/>
                  </a:lnTo>
                  <a:lnTo>
                    <a:pt x="655332" y="520957"/>
                  </a:lnTo>
                  <a:lnTo>
                    <a:pt x="652869" y="520957"/>
                  </a:lnTo>
                  <a:lnTo>
                    <a:pt x="650405" y="520957"/>
                  </a:lnTo>
                  <a:lnTo>
                    <a:pt x="647941" y="520957"/>
                  </a:lnTo>
                  <a:lnTo>
                    <a:pt x="645478" y="520957"/>
                  </a:lnTo>
                  <a:lnTo>
                    <a:pt x="643014" y="520957"/>
                  </a:lnTo>
                  <a:lnTo>
                    <a:pt x="640550" y="520957"/>
                  </a:lnTo>
                  <a:lnTo>
                    <a:pt x="638087" y="520957"/>
                  </a:lnTo>
                  <a:lnTo>
                    <a:pt x="635623" y="520957"/>
                  </a:lnTo>
                  <a:lnTo>
                    <a:pt x="633159" y="520957"/>
                  </a:lnTo>
                  <a:lnTo>
                    <a:pt x="630696" y="520957"/>
                  </a:lnTo>
                  <a:lnTo>
                    <a:pt x="628232" y="520957"/>
                  </a:lnTo>
                  <a:lnTo>
                    <a:pt x="625769" y="520957"/>
                  </a:lnTo>
                  <a:lnTo>
                    <a:pt x="623305" y="520957"/>
                  </a:lnTo>
                  <a:lnTo>
                    <a:pt x="620841" y="520957"/>
                  </a:lnTo>
                  <a:lnTo>
                    <a:pt x="618378" y="520957"/>
                  </a:lnTo>
                  <a:lnTo>
                    <a:pt x="615914" y="520957"/>
                  </a:lnTo>
                  <a:lnTo>
                    <a:pt x="613450" y="520957"/>
                  </a:lnTo>
                  <a:lnTo>
                    <a:pt x="610987" y="520957"/>
                  </a:lnTo>
                  <a:lnTo>
                    <a:pt x="608523" y="520957"/>
                  </a:lnTo>
                  <a:lnTo>
                    <a:pt x="606059" y="520957"/>
                  </a:lnTo>
                  <a:lnTo>
                    <a:pt x="603596" y="520957"/>
                  </a:lnTo>
                  <a:lnTo>
                    <a:pt x="601132" y="520957"/>
                  </a:lnTo>
                  <a:lnTo>
                    <a:pt x="598668" y="520957"/>
                  </a:lnTo>
                  <a:lnTo>
                    <a:pt x="596205" y="520957"/>
                  </a:lnTo>
                  <a:lnTo>
                    <a:pt x="593741" y="520957"/>
                  </a:lnTo>
                  <a:lnTo>
                    <a:pt x="591277" y="520957"/>
                  </a:lnTo>
                  <a:lnTo>
                    <a:pt x="588814" y="520957"/>
                  </a:lnTo>
                  <a:lnTo>
                    <a:pt x="586350" y="520957"/>
                  </a:lnTo>
                  <a:lnTo>
                    <a:pt x="583886" y="520957"/>
                  </a:lnTo>
                  <a:lnTo>
                    <a:pt x="581423" y="520957"/>
                  </a:lnTo>
                  <a:lnTo>
                    <a:pt x="578959" y="520957"/>
                  </a:lnTo>
                  <a:lnTo>
                    <a:pt x="576495" y="520957"/>
                  </a:lnTo>
                  <a:lnTo>
                    <a:pt x="574032" y="520957"/>
                  </a:lnTo>
                  <a:lnTo>
                    <a:pt x="571568" y="520957"/>
                  </a:lnTo>
                  <a:lnTo>
                    <a:pt x="569104" y="520957"/>
                  </a:lnTo>
                  <a:lnTo>
                    <a:pt x="566641" y="520957"/>
                  </a:lnTo>
                  <a:lnTo>
                    <a:pt x="564177" y="520957"/>
                  </a:lnTo>
                  <a:lnTo>
                    <a:pt x="561713" y="520957"/>
                  </a:lnTo>
                  <a:lnTo>
                    <a:pt x="559250" y="520957"/>
                  </a:lnTo>
                  <a:lnTo>
                    <a:pt x="556786" y="520957"/>
                  </a:lnTo>
                  <a:lnTo>
                    <a:pt x="554322" y="520957"/>
                  </a:lnTo>
                  <a:lnTo>
                    <a:pt x="551859" y="520957"/>
                  </a:lnTo>
                  <a:lnTo>
                    <a:pt x="549395" y="520957"/>
                  </a:lnTo>
                  <a:lnTo>
                    <a:pt x="546931" y="520957"/>
                  </a:lnTo>
                  <a:lnTo>
                    <a:pt x="544468" y="520957"/>
                  </a:lnTo>
                  <a:lnTo>
                    <a:pt x="542004" y="520957"/>
                  </a:lnTo>
                  <a:lnTo>
                    <a:pt x="539541" y="520957"/>
                  </a:lnTo>
                  <a:lnTo>
                    <a:pt x="537077" y="520957"/>
                  </a:lnTo>
                  <a:lnTo>
                    <a:pt x="534613" y="520957"/>
                  </a:lnTo>
                  <a:lnTo>
                    <a:pt x="532150" y="520957"/>
                  </a:lnTo>
                  <a:lnTo>
                    <a:pt x="529686" y="520957"/>
                  </a:lnTo>
                  <a:lnTo>
                    <a:pt x="527222" y="520957"/>
                  </a:lnTo>
                  <a:lnTo>
                    <a:pt x="524759" y="520957"/>
                  </a:lnTo>
                  <a:lnTo>
                    <a:pt x="522295" y="520957"/>
                  </a:lnTo>
                  <a:lnTo>
                    <a:pt x="519831" y="520957"/>
                  </a:lnTo>
                  <a:lnTo>
                    <a:pt x="517368" y="520957"/>
                  </a:lnTo>
                  <a:lnTo>
                    <a:pt x="514904" y="520957"/>
                  </a:lnTo>
                  <a:lnTo>
                    <a:pt x="512440" y="520957"/>
                  </a:lnTo>
                  <a:lnTo>
                    <a:pt x="509977" y="520957"/>
                  </a:lnTo>
                  <a:lnTo>
                    <a:pt x="507513" y="520957"/>
                  </a:lnTo>
                  <a:lnTo>
                    <a:pt x="505049" y="520957"/>
                  </a:lnTo>
                  <a:lnTo>
                    <a:pt x="502586" y="520957"/>
                  </a:lnTo>
                  <a:lnTo>
                    <a:pt x="500122" y="520957"/>
                  </a:lnTo>
                  <a:lnTo>
                    <a:pt x="497658" y="520957"/>
                  </a:lnTo>
                  <a:lnTo>
                    <a:pt x="495195" y="520957"/>
                  </a:lnTo>
                  <a:lnTo>
                    <a:pt x="492731" y="520957"/>
                  </a:lnTo>
                  <a:lnTo>
                    <a:pt x="490267" y="520957"/>
                  </a:lnTo>
                  <a:lnTo>
                    <a:pt x="487804" y="520957"/>
                  </a:lnTo>
                  <a:lnTo>
                    <a:pt x="485340" y="520957"/>
                  </a:lnTo>
                  <a:lnTo>
                    <a:pt x="482876" y="520957"/>
                  </a:lnTo>
                  <a:lnTo>
                    <a:pt x="480413" y="520957"/>
                  </a:lnTo>
                  <a:lnTo>
                    <a:pt x="477949" y="520957"/>
                  </a:lnTo>
                  <a:lnTo>
                    <a:pt x="475485" y="520957"/>
                  </a:lnTo>
                  <a:lnTo>
                    <a:pt x="473022" y="520957"/>
                  </a:lnTo>
                  <a:lnTo>
                    <a:pt x="470558" y="520957"/>
                  </a:lnTo>
                  <a:lnTo>
                    <a:pt x="468094" y="520957"/>
                  </a:lnTo>
                  <a:lnTo>
                    <a:pt x="465631" y="520957"/>
                  </a:lnTo>
                  <a:lnTo>
                    <a:pt x="463167" y="520957"/>
                  </a:lnTo>
                  <a:lnTo>
                    <a:pt x="460703" y="520957"/>
                  </a:lnTo>
                  <a:lnTo>
                    <a:pt x="458240" y="520957"/>
                  </a:lnTo>
                  <a:lnTo>
                    <a:pt x="455776" y="520957"/>
                  </a:lnTo>
                  <a:lnTo>
                    <a:pt x="453312" y="520957"/>
                  </a:lnTo>
                  <a:lnTo>
                    <a:pt x="450849" y="520957"/>
                  </a:lnTo>
                  <a:lnTo>
                    <a:pt x="448385" y="520957"/>
                  </a:lnTo>
                  <a:lnTo>
                    <a:pt x="445922" y="520957"/>
                  </a:lnTo>
                  <a:lnTo>
                    <a:pt x="443458" y="520957"/>
                  </a:lnTo>
                  <a:lnTo>
                    <a:pt x="440994" y="520957"/>
                  </a:lnTo>
                  <a:lnTo>
                    <a:pt x="438531" y="520957"/>
                  </a:lnTo>
                  <a:lnTo>
                    <a:pt x="436067" y="520957"/>
                  </a:lnTo>
                  <a:lnTo>
                    <a:pt x="433603" y="520957"/>
                  </a:lnTo>
                  <a:lnTo>
                    <a:pt x="431140" y="520957"/>
                  </a:lnTo>
                  <a:lnTo>
                    <a:pt x="428676" y="520957"/>
                  </a:lnTo>
                  <a:lnTo>
                    <a:pt x="426212" y="520957"/>
                  </a:lnTo>
                  <a:lnTo>
                    <a:pt x="423749" y="520957"/>
                  </a:lnTo>
                  <a:lnTo>
                    <a:pt x="421285" y="520957"/>
                  </a:lnTo>
                  <a:lnTo>
                    <a:pt x="418821" y="520957"/>
                  </a:lnTo>
                  <a:lnTo>
                    <a:pt x="416358" y="520957"/>
                  </a:lnTo>
                  <a:lnTo>
                    <a:pt x="413894" y="520957"/>
                  </a:lnTo>
                  <a:lnTo>
                    <a:pt x="411430" y="520957"/>
                  </a:lnTo>
                  <a:lnTo>
                    <a:pt x="408967" y="520957"/>
                  </a:lnTo>
                  <a:lnTo>
                    <a:pt x="406503" y="520957"/>
                  </a:lnTo>
                  <a:lnTo>
                    <a:pt x="404039" y="520957"/>
                  </a:lnTo>
                  <a:lnTo>
                    <a:pt x="401576" y="520957"/>
                  </a:lnTo>
                  <a:lnTo>
                    <a:pt x="399112" y="520957"/>
                  </a:lnTo>
                  <a:lnTo>
                    <a:pt x="396648" y="520957"/>
                  </a:lnTo>
                  <a:lnTo>
                    <a:pt x="394185" y="520957"/>
                  </a:lnTo>
                  <a:lnTo>
                    <a:pt x="391721" y="520957"/>
                  </a:lnTo>
                  <a:lnTo>
                    <a:pt x="389257" y="520957"/>
                  </a:lnTo>
                  <a:lnTo>
                    <a:pt x="386794" y="520957"/>
                  </a:lnTo>
                  <a:lnTo>
                    <a:pt x="384330" y="520957"/>
                  </a:lnTo>
                  <a:lnTo>
                    <a:pt x="381866" y="520957"/>
                  </a:lnTo>
                  <a:lnTo>
                    <a:pt x="379403" y="520957"/>
                  </a:lnTo>
                  <a:lnTo>
                    <a:pt x="376939" y="520957"/>
                  </a:lnTo>
                  <a:lnTo>
                    <a:pt x="374475" y="520957"/>
                  </a:lnTo>
                  <a:lnTo>
                    <a:pt x="372012" y="520957"/>
                  </a:lnTo>
                  <a:lnTo>
                    <a:pt x="369548" y="520957"/>
                  </a:lnTo>
                  <a:lnTo>
                    <a:pt x="367084" y="520957"/>
                  </a:lnTo>
                  <a:lnTo>
                    <a:pt x="364621" y="520957"/>
                  </a:lnTo>
                  <a:lnTo>
                    <a:pt x="362157" y="520957"/>
                  </a:lnTo>
                  <a:lnTo>
                    <a:pt x="359694" y="520957"/>
                  </a:lnTo>
                  <a:lnTo>
                    <a:pt x="357230" y="520957"/>
                  </a:lnTo>
                  <a:lnTo>
                    <a:pt x="354766" y="520957"/>
                  </a:lnTo>
                  <a:lnTo>
                    <a:pt x="352303" y="520957"/>
                  </a:lnTo>
                  <a:lnTo>
                    <a:pt x="349839" y="520957"/>
                  </a:lnTo>
                  <a:lnTo>
                    <a:pt x="347375" y="520957"/>
                  </a:lnTo>
                  <a:lnTo>
                    <a:pt x="344912" y="520957"/>
                  </a:lnTo>
                  <a:lnTo>
                    <a:pt x="342448" y="520957"/>
                  </a:lnTo>
                  <a:lnTo>
                    <a:pt x="339984" y="520957"/>
                  </a:lnTo>
                  <a:lnTo>
                    <a:pt x="337521" y="520957"/>
                  </a:lnTo>
                  <a:lnTo>
                    <a:pt x="335057" y="520957"/>
                  </a:lnTo>
                  <a:lnTo>
                    <a:pt x="332593" y="520957"/>
                  </a:lnTo>
                  <a:lnTo>
                    <a:pt x="330130" y="520957"/>
                  </a:lnTo>
                  <a:lnTo>
                    <a:pt x="327666" y="520957"/>
                  </a:lnTo>
                  <a:lnTo>
                    <a:pt x="325202" y="520957"/>
                  </a:lnTo>
                  <a:lnTo>
                    <a:pt x="322739" y="520957"/>
                  </a:lnTo>
                  <a:lnTo>
                    <a:pt x="320275" y="520957"/>
                  </a:lnTo>
                  <a:lnTo>
                    <a:pt x="317811" y="520957"/>
                  </a:lnTo>
                  <a:lnTo>
                    <a:pt x="315348" y="520957"/>
                  </a:lnTo>
                  <a:lnTo>
                    <a:pt x="312884" y="520957"/>
                  </a:lnTo>
                  <a:lnTo>
                    <a:pt x="310420" y="520957"/>
                  </a:lnTo>
                  <a:lnTo>
                    <a:pt x="307957" y="520957"/>
                  </a:lnTo>
                  <a:lnTo>
                    <a:pt x="305493" y="520957"/>
                  </a:lnTo>
                  <a:lnTo>
                    <a:pt x="303029" y="520957"/>
                  </a:lnTo>
                  <a:lnTo>
                    <a:pt x="300566" y="520957"/>
                  </a:lnTo>
                  <a:lnTo>
                    <a:pt x="298102" y="520957"/>
                  </a:lnTo>
                  <a:lnTo>
                    <a:pt x="295638" y="520957"/>
                  </a:lnTo>
                  <a:lnTo>
                    <a:pt x="293175" y="520957"/>
                  </a:lnTo>
                  <a:lnTo>
                    <a:pt x="290711" y="520957"/>
                  </a:lnTo>
                  <a:lnTo>
                    <a:pt x="288247" y="520957"/>
                  </a:lnTo>
                  <a:lnTo>
                    <a:pt x="285784" y="520957"/>
                  </a:lnTo>
                  <a:lnTo>
                    <a:pt x="283320" y="520957"/>
                  </a:lnTo>
                  <a:lnTo>
                    <a:pt x="280856" y="520957"/>
                  </a:lnTo>
                  <a:lnTo>
                    <a:pt x="278393" y="520957"/>
                  </a:lnTo>
                  <a:lnTo>
                    <a:pt x="275929" y="520957"/>
                  </a:lnTo>
                  <a:lnTo>
                    <a:pt x="273465" y="520957"/>
                  </a:lnTo>
                  <a:lnTo>
                    <a:pt x="271002" y="520957"/>
                  </a:lnTo>
                  <a:lnTo>
                    <a:pt x="268538" y="520957"/>
                  </a:lnTo>
                  <a:lnTo>
                    <a:pt x="266075" y="520957"/>
                  </a:lnTo>
                  <a:lnTo>
                    <a:pt x="263611" y="520957"/>
                  </a:lnTo>
                  <a:lnTo>
                    <a:pt x="261147" y="520957"/>
                  </a:lnTo>
                  <a:lnTo>
                    <a:pt x="258684" y="520957"/>
                  </a:lnTo>
                  <a:lnTo>
                    <a:pt x="256220" y="520957"/>
                  </a:lnTo>
                  <a:lnTo>
                    <a:pt x="253756" y="520957"/>
                  </a:lnTo>
                  <a:lnTo>
                    <a:pt x="251293" y="520957"/>
                  </a:lnTo>
                  <a:lnTo>
                    <a:pt x="248829" y="520957"/>
                  </a:lnTo>
                  <a:lnTo>
                    <a:pt x="246365" y="520957"/>
                  </a:lnTo>
                  <a:lnTo>
                    <a:pt x="243902" y="520957"/>
                  </a:lnTo>
                  <a:lnTo>
                    <a:pt x="241438" y="520957"/>
                  </a:lnTo>
                  <a:lnTo>
                    <a:pt x="238974" y="520957"/>
                  </a:lnTo>
                  <a:lnTo>
                    <a:pt x="236511" y="520957"/>
                  </a:lnTo>
                  <a:lnTo>
                    <a:pt x="234047" y="520957"/>
                  </a:lnTo>
                  <a:lnTo>
                    <a:pt x="231583" y="520957"/>
                  </a:lnTo>
                  <a:lnTo>
                    <a:pt x="229120" y="520957"/>
                  </a:lnTo>
                  <a:lnTo>
                    <a:pt x="226656" y="520957"/>
                  </a:lnTo>
                  <a:lnTo>
                    <a:pt x="224192" y="520957"/>
                  </a:lnTo>
                  <a:lnTo>
                    <a:pt x="221729" y="520957"/>
                  </a:lnTo>
                  <a:lnTo>
                    <a:pt x="219265" y="520957"/>
                  </a:lnTo>
                  <a:lnTo>
                    <a:pt x="216801" y="520957"/>
                  </a:lnTo>
                  <a:lnTo>
                    <a:pt x="214338" y="520957"/>
                  </a:lnTo>
                  <a:lnTo>
                    <a:pt x="211874" y="520957"/>
                  </a:lnTo>
                  <a:lnTo>
                    <a:pt x="209410" y="520957"/>
                  </a:lnTo>
                  <a:lnTo>
                    <a:pt x="206947" y="520957"/>
                  </a:lnTo>
                  <a:lnTo>
                    <a:pt x="204483" y="520957"/>
                  </a:lnTo>
                  <a:lnTo>
                    <a:pt x="202019" y="520957"/>
                  </a:lnTo>
                  <a:lnTo>
                    <a:pt x="199556" y="520957"/>
                  </a:lnTo>
                  <a:lnTo>
                    <a:pt x="197092" y="520957"/>
                  </a:lnTo>
                  <a:lnTo>
                    <a:pt x="194628" y="520957"/>
                  </a:lnTo>
                  <a:lnTo>
                    <a:pt x="192165" y="520957"/>
                  </a:lnTo>
                  <a:lnTo>
                    <a:pt x="189701" y="520957"/>
                  </a:lnTo>
                  <a:lnTo>
                    <a:pt x="187237" y="520957"/>
                  </a:lnTo>
                  <a:lnTo>
                    <a:pt x="184774" y="520957"/>
                  </a:lnTo>
                  <a:lnTo>
                    <a:pt x="182310" y="520957"/>
                  </a:lnTo>
                  <a:lnTo>
                    <a:pt x="179847" y="520957"/>
                  </a:lnTo>
                  <a:lnTo>
                    <a:pt x="177383" y="520957"/>
                  </a:lnTo>
                  <a:lnTo>
                    <a:pt x="174919" y="520957"/>
                  </a:lnTo>
                  <a:lnTo>
                    <a:pt x="172456" y="520957"/>
                  </a:lnTo>
                  <a:lnTo>
                    <a:pt x="169992" y="520957"/>
                  </a:lnTo>
                  <a:lnTo>
                    <a:pt x="167528" y="520957"/>
                  </a:lnTo>
                  <a:lnTo>
                    <a:pt x="165065" y="520957"/>
                  </a:lnTo>
                  <a:lnTo>
                    <a:pt x="162601" y="520957"/>
                  </a:lnTo>
                  <a:lnTo>
                    <a:pt x="160137" y="520957"/>
                  </a:lnTo>
                  <a:lnTo>
                    <a:pt x="157674" y="520957"/>
                  </a:lnTo>
                  <a:lnTo>
                    <a:pt x="155210" y="520957"/>
                  </a:lnTo>
                  <a:lnTo>
                    <a:pt x="152746" y="520957"/>
                  </a:lnTo>
                  <a:lnTo>
                    <a:pt x="150283" y="520957"/>
                  </a:lnTo>
                  <a:lnTo>
                    <a:pt x="147819" y="520957"/>
                  </a:lnTo>
                  <a:lnTo>
                    <a:pt x="145355" y="520957"/>
                  </a:lnTo>
                  <a:lnTo>
                    <a:pt x="142892" y="520957"/>
                  </a:lnTo>
                  <a:lnTo>
                    <a:pt x="140428" y="520957"/>
                  </a:lnTo>
                  <a:lnTo>
                    <a:pt x="137964" y="520957"/>
                  </a:lnTo>
                  <a:lnTo>
                    <a:pt x="135501" y="520957"/>
                  </a:lnTo>
                  <a:lnTo>
                    <a:pt x="133037" y="520957"/>
                  </a:lnTo>
                  <a:lnTo>
                    <a:pt x="130573" y="520957"/>
                  </a:lnTo>
                  <a:lnTo>
                    <a:pt x="128110" y="520957"/>
                  </a:lnTo>
                  <a:lnTo>
                    <a:pt x="125646" y="520957"/>
                  </a:lnTo>
                  <a:lnTo>
                    <a:pt x="123182" y="520957"/>
                  </a:lnTo>
                  <a:lnTo>
                    <a:pt x="120719" y="520957"/>
                  </a:lnTo>
                  <a:lnTo>
                    <a:pt x="118255" y="520957"/>
                  </a:lnTo>
                  <a:lnTo>
                    <a:pt x="115791" y="520957"/>
                  </a:lnTo>
                  <a:lnTo>
                    <a:pt x="113328" y="520957"/>
                  </a:lnTo>
                  <a:lnTo>
                    <a:pt x="110864" y="520957"/>
                  </a:lnTo>
                  <a:lnTo>
                    <a:pt x="108400" y="520957"/>
                  </a:lnTo>
                  <a:lnTo>
                    <a:pt x="105937" y="520957"/>
                  </a:lnTo>
                  <a:lnTo>
                    <a:pt x="103473" y="520957"/>
                  </a:lnTo>
                  <a:lnTo>
                    <a:pt x="101009" y="520957"/>
                  </a:lnTo>
                  <a:lnTo>
                    <a:pt x="98546" y="520957"/>
                  </a:lnTo>
                  <a:lnTo>
                    <a:pt x="96082" y="520957"/>
                  </a:lnTo>
                  <a:lnTo>
                    <a:pt x="93618" y="520957"/>
                  </a:lnTo>
                  <a:lnTo>
                    <a:pt x="91155" y="520957"/>
                  </a:lnTo>
                  <a:lnTo>
                    <a:pt x="88691" y="520957"/>
                  </a:lnTo>
                  <a:lnTo>
                    <a:pt x="86228" y="520957"/>
                  </a:lnTo>
                  <a:lnTo>
                    <a:pt x="83764" y="520957"/>
                  </a:lnTo>
                  <a:lnTo>
                    <a:pt x="81300" y="520957"/>
                  </a:lnTo>
                  <a:lnTo>
                    <a:pt x="78837" y="520957"/>
                  </a:lnTo>
                  <a:lnTo>
                    <a:pt x="76373" y="520957"/>
                  </a:lnTo>
                  <a:lnTo>
                    <a:pt x="73909" y="520957"/>
                  </a:lnTo>
                  <a:lnTo>
                    <a:pt x="71446" y="520957"/>
                  </a:lnTo>
                  <a:lnTo>
                    <a:pt x="68982" y="520957"/>
                  </a:lnTo>
                  <a:lnTo>
                    <a:pt x="66518" y="520957"/>
                  </a:lnTo>
                  <a:lnTo>
                    <a:pt x="64055" y="520957"/>
                  </a:lnTo>
                  <a:lnTo>
                    <a:pt x="61591" y="520957"/>
                  </a:lnTo>
                  <a:lnTo>
                    <a:pt x="59127" y="520957"/>
                  </a:lnTo>
                  <a:lnTo>
                    <a:pt x="56664" y="520957"/>
                  </a:lnTo>
                  <a:lnTo>
                    <a:pt x="54200" y="520957"/>
                  </a:lnTo>
                  <a:lnTo>
                    <a:pt x="51736" y="520957"/>
                  </a:lnTo>
                  <a:lnTo>
                    <a:pt x="49273" y="520957"/>
                  </a:lnTo>
                  <a:lnTo>
                    <a:pt x="46809" y="520957"/>
                  </a:lnTo>
                  <a:lnTo>
                    <a:pt x="44345" y="520957"/>
                  </a:lnTo>
                  <a:lnTo>
                    <a:pt x="41882" y="520957"/>
                  </a:lnTo>
                  <a:lnTo>
                    <a:pt x="39418" y="520957"/>
                  </a:lnTo>
                  <a:lnTo>
                    <a:pt x="36954" y="520957"/>
                  </a:lnTo>
                  <a:lnTo>
                    <a:pt x="34491" y="520957"/>
                  </a:lnTo>
                  <a:lnTo>
                    <a:pt x="32027" y="520957"/>
                  </a:lnTo>
                  <a:lnTo>
                    <a:pt x="29563" y="520957"/>
                  </a:lnTo>
                  <a:lnTo>
                    <a:pt x="27100" y="520957"/>
                  </a:lnTo>
                  <a:lnTo>
                    <a:pt x="24636" y="520957"/>
                  </a:lnTo>
                  <a:lnTo>
                    <a:pt x="22172" y="520957"/>
                  </a:lnTo>
                  <a:lnTo>
                    <a:pt x="19709" y="520957"/>
                  </a:lnTo>
                  <a:lnTo>
                    <a:pt x="17245" y="520957"/>
                  </a:lnTo>
                  <a:lnTo>
                    <a:pt x="14781" y="520957"/>
                  </a:lnTo>
                  <a:lnTo>
                    <a:pt x="12318" y="520957"/>
                  </a:lnTo>
                  <a:lnTo>
                    <a:pt x="9854" y="520957"/>
                  </a:lnTo>
                  <a:lnTo>
                    <a:pt x="7390" y="520957"/>
                  </a:lnTo>
                  <a:lnTo>
                    <a:pt x="4927" y="520957"/>
                  </a:lnTo>
                  <a:lnTo>
                    <a:pt x="2463" y="520957"/>
                  </a:lnTo>
                  <a:lnTo>
                    <a:pt x="0" y="52095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909616" y="5632940"/>
              <a:ext cx="1258929" cy="520957"/>
            </a:xfrm>
            <a:custGeom>
              <a:avLst/>
              <a:pathLst>
                <a:path w="1258929" h="520957">
                  <a:moveTo>
                    <a:pt x="0" y="519539"/>
                  </a:moveTo>
                  <a:lnTo>
                    <a:pt x="2463" y="519381"/>
                  </a:lnTo>
                  <a:lnTo>
                    <a:pt x="4927" y="519210"/>
                  </a:lnTo>
                  <a:lnTo>
                    <a:pt x="7390" y="519026"/>
                  </a:lnTo>
                  <a:lnTo>
                    <a:pt x="9854" y="518823"/>
                  </a:lnTo>
                  <a:lnTo>
                    <a:pt x="12318" y="518600"/>
                  </a:lnTo>
                  <a:lnTo>
                    <a:pt x="14781" y="518361"/>
                  </a:lnTo>
                  <a:lnTo>
                    <a:pt x="17245" y="518105"/>
                  </a:lnTo>
                  <a:lnTo>
                    <a:pt x="19709" y="517823"/>
                  </a:lnTo>
                  <a:lnTo>
                    <a:pt x="22172" y="517518"/>
                  </a:lnTo>
                  <a:lnTo>
                    <a:pt x="24636" y="517193"/>
                  </a:lnTo>
                  <a:lnTo>
                    <a:pt x="27100" y="516845"/>
                  </a:lnTo>
                  <a:lnTo>
                    <a:pt x="29563" y="516463"/>
                  </a:lnTo>
                  <a:lnTo>
                    <a:pt x="32027" y="516056"/>
                  </a:lnTo>
                  <a:lnTo>
                    <a:pt x="34491" y="515625"/>
                  </a:lnTo>
                  <a:lnTo>
                    <a:pt x="36954" y="515163"/>
                  </a:lnTo>
                  <a:lnTo>
                    <a:pt x="39418" y="514663"/>
                  </a:lnTo>
                  <a:lnTo>
                    <a:pt x="41882" y="514136"/>
                  </a:lnTo>
                  <a:lnTo>
                    <a:pt x="44345" y="513579"/>
                  </a:lnTo>
                  <a:lnTo>
                    <a:pt x="46809" y="512980"/>
                  </a:lnTo>
                  <a:lnTo>
                    <a:pt x="49273" y="512345"/>
                  </a:lnTo>
                  <a:lnTo>
                    <a:pt x="51736" y="511677"/>
                  </a:lnTo>
                  <a:lnTo>
                    <a:pt x="54200" y="510976"/>
                  </a:lnTo>
                  <a:lnTo>
                    <a:pt x="56664" y="510223"/>
                  </a:lnTo>
                  <a:lnTo>
                    <a:pt x="59127" y="509435"/>
                  </a:lnTo>
                  <a:lnTo>
                    <a:pt x="61591" y="508611"/>
                  </a:lnTo>
                  <a:lnTo>
                    <a:pt x="64055" y="507746"/>
                  </a:lnTo>
                  <a:lnTo>
                    <a:pt x="66518" y="506830"/>
                  </a:lnTo>
                  <a:lnTo>
                    <a:pt x="68982" y="505877"/>
                  </a:lnTo>
                  <a:lnTo>
                    <a:pt x="71446" y="504887"/>
                  </a:lnTo>
                  <a:lnTo>
                    <a:pt x="73909" y="503848"/>
                  </a:lnTo>
                  <a:lnTo>
                    <a:pt x="76373" y="502763"/>
                  </a:lnTo>
                  <a:lnTo>
                    <a:pt x="78837" y="501640"/>
                  </a:lnTo>
                  <a:lnTo>
                    <a:pt x="81300" y="500481"/>
                  </a:lnTo>
                  <a:lnTo>
                    <a:pt x="83764" y="499266"/>
                  </a:lnTo>
                  <a:lnTo>
                    <a:pt x="86228" y="498012"/>
                  </a:lnTo>
                  <a:lnTo>
                    <a:pt x="88691" y="496723"/>
                  </a:lnTo>
                  <a:lnTo>
                    <a:pt x="91155" y="495395"/>
                  </a:lnTo>
                  <a:lnTo>
                    <a:pt x="93618" y="494016"/>
                  </a:lnTo>
                  <a:lnTo>
                    <a:pt x="96082" y="492603"/>
                  </a:lnTo>
                  <a:lnTo>
                    <a:pt x="98546" y="491159"/>
                  </a:lnTo>
                  <a:lnTo>
                    <a:pt x="101009" y="489674"/>
                  </a:lnTo>
                  <a:lnTo>
                    <a:pt x="103473" y="488151"/>
                  </a:lnTo>
                  <a:lnTo>
                    <a:pt x="105937" y="486599"/>
                  </a:lnTo>
                  <a:lnTo>
                    <a:pt x="108400" y="485019"/>
                  </a:lnTo>
                  <a:lnTo>
                    <a:pt x="110864" y="483403"/>
                  </a:lnTo>
                  <a:lnTo>
                    <a:pt x="113328" y="481759"/>
                  </a:lnTo>
                  <a:lnTo>
                    <a:pt x="115791" y="480094"/>
                  </a:lnTo>
                  <a:lnTo>
                    <a:pt x="118255" y="478407"/>
                  </a:lnTo>
                  <a:lnTo>
                    <a:pt x="120719" y="476690"/>
                  </a:lnTo>
                  <a:lnTo>
                    <a:pt x="123182" y="474957"/>
                  </a:lnTo>
                  <a:lnTo>
                    <a:pt x="125646" y="473209"/>
                  </a:lnTo>
                  <a:lnTo>
                    <a:pt x="128110" y="471445"/>
                  </a:lnTo>
                  <a:lnTo>
                    <a:pt x="130573" y="469664"/>
                  </a:lnTo>
                  <a:lnTo>
                    <a:pt x="133037" y="467875"/>
                  </a:lnTo>
                  <a:lnTo>
                    <a:pt x="135501" y="466077"/>
                  </a:lnTo>
                  <a:lnTo>
                    <a:pt x="137964" y="464270"/>
                  </a:lnTo>
                  <a:lnTo>
                    <a:pt x="140428" y="462457"/>
                  </a:lnTo>
                  <a:lnTo>
                    <a:pt x="142892" y="460640"/>
                  </a:lnTo>
                  <a:lnTo>
                    <a:pt x="145355" y="458822"/>
                  </a:lnTo>
                  <a:lnTo>
                    <a:pt x="147819" y="457001"/>
                  </a:lnTo>
                  <a:lnTo>
                    <a:pt x="150283" y="455180"/>
                  </a:lnTo>
                  <a:lnTo>
                    <a:pt x="152746" y="453361"/>
                  </a:lnTo>
                  <a:lnTo>
                    <a:pt x="155210" y="451542"/>
                  </a:lnTo>
                  <a:lnTo>
                    <a:pt x="157674" y="449726"/>
                  </a:lnTo>
                  <a:lnTo>
                    <a:pt x="160137" y="447912"/>
                  </a:lnTo>
                  <a:lnTo>
                    <a:pt x="162601" y="446100"/>
                  </a:lnTo>
                  <a:lnTo>
                    <a:pt x="165065" y="444289"/>
                  </a:lnTo>
                  <a:lnTo>
                    <a:pt x="167528" y="442481"/>
                  </a:lnTo>
                  <a:lnTo>
                    <a:pt x="169992" y="440672"/>
                  </a:lnTo>
                  <a:lnTo>
                    <a:pt x="172456" y="438863"/>
                  </a:lnTo>
                  <a:lnTo>
                    <a:pt x="174919" y="437052"/>
                  </a:lnTo>
                  <a:lnTo>
                    <a:pt x="177383" y="435236"/>
                  </a:lnTo>
                  <a:lnTo>
                    <a:pt x="179847" y="433416"/>
                  </a:lnTo>
                  <a:lnTo>
                    <a:pt x="182310" y="431589"/>
                  </a:lnTo>
                  <a:lnTo>
                    <a:pt x="184774" y="429748"/>
                  </a:lnTo>
                  <a:lnTo>
                    <a:pt x="187237" y="427896"/>
                  </a:lnTo>
                  <a:lnTo>
                    <a:pt x="189701" y="426030"/>
                  </a:lnTo>
                  <a:lnTo>
                    <a:pt x="192165" y="424144"/>
                  </a:lnTo>
                  <a:lnTo>
                    <a:pt x="194628" y="422232"/>
                  </a:lnTo>
                  <a:lnTo>
                    <a:pt x="197092" y="420298"/>
                  </a:lnTo>
                  <a:lnTo>
                    <a:pt x="199556" y="418339"/>
                  </a:lnTo>
                  <a:lnTo>
                    <a:pt x="202019" y="416341"/>
                  </a:lnTo>
                  <a:lnTo>
                    <a:pt x="204483" y="414306"/>
                  </a:lnTo>
                  <a:lnTo>
                    <a:pt x="206947" y="412236"/>
                  </a:lnTo>
                  <a:lnTo>
                    <a:pt x="209410" y="410129"/>
                  </a:lnTo>
                  <a:lnTo>
                    <a:pt x="211874" y="407959"/>
                  </a:lnTo>
                  <a:lnTo>
                    <a:pt x="214338" y="405743"/>
                  </a:lnTo>
                  <a:lnTo>
                    <a:pt x="216801" y="403481"/>
                  </a:lnTo>
                  <a:lnTo>
                    <a:pt x="219265" y="401163"/>
                  </a:lnTo>
                  <a:lnTo>
                    <a:pt x="221729" y="398769"/>
                  </a:lnTo>
                  <a:lnTo>
                    <a:pt x="224192" y="396321"/>
                  </a:lnTo>
                  <a:lnTo>
                    <a:pt x="226656" y="393815"/>
                  </a:lnTo>
                  <a:lnTo>
                    <a:pt x="229120" y="391232"/>
                  </a:lnTo>
                  <a:lnTo>
                    <a:pt x="231583" y="388571"/>
                  </a:lnTo>
                  <a:lnTo>
                    <a:pt x="234047" y="385846"/>
                  </a:lnTo>
                  <a:lnTo>
                    <a:pt x="236511" y="383058"/>
                  </a:lnTo>
                  <a:lnTo>
                    <a:pt x="238974" y="380171"/>
                  </a:lnTo>
                  <a:lnTo>
                    <a:pt x="241438" y="377211"/>
                  </a:lnTo>
                  <a:lnTo>
                    <a:pt x="243902" y="374184"/>
                  </a:lnTo>
                  <a:lnTo>
                    <a:pt x="246365" y="371083"/>
                  </a:lnTo>
                  <a:lnTo>
                    <a:pt x="248829" y="367880"/>
                  </a:lnTo>
                  <a:lnTo>
                    <a:pt x="251293" y="364609"/>
                  </a:lnTo>
                  <a:lnTo>
                    <a:pt x="253756" y="361269"/>
                  </a:lnTo>
                  <a:lnTo>
                    <a:pt x="256220" y="357844"/>
                  </a:lnTo>
                  <a:lnTo>
                    <a:pt x="258684" y="354330"/>
                  </a:lnTo>
                  <a:lnTo>
                    <a:pt x="261147" y="350751"/>
                  </a:lnTo>
                  <a:lnTo>
                    <a:pt x="263611" y="347106"/>
                  </a:lnTo>
                  <a:lnTo>
                    <a:pt x="266075" y="343370"/>
                  </a:lnTo>
                  <a:lnTo>
                    <a:pt x="268538" y="339561"/>
                  </a:lnTo>
                  <a:lnTo>
                    <a:pt x="271002" y="335692"/>
                  </a:lnTo>
                  <a:lnTo>
                    <a:pt x="273465" y="331762"/>
                  </a:lnTo>
                  <a:lnTo>
                    <a:pt x="275929" y="327741"/>
                  </a:lnTo>
                  <a:lnTo>
                    <a:pt x="278393" y="323664"/>
                  </a:lnTo>
                  <a:lnTo>
                    <a:pt x="280856" y="319533"/>
                  </a:lnTo>
                  <a:lnTo>
                    <a:pt x="283320" y="315339"/>
                  </a:lnTo>
                  <a:lnTo>
                    <a:pt x="285784" y="311075"/>
                  </a:lnTo>
                  <a:lnTo>
                    <a:pt x="288247" y="306763"/>
                  </a:lnTo>
                  <a:lnTo>
                    <a:pt x="290711" y="302403"/>
                  </a:lnTo>
                  <a:lnTo>
                    <a:pt x="293175" y="297983"/>
                  </a:lnTo>
                  <a:lnTo>
                    <a:pt x="295638" y="293510"/>
                  </a:lnTo>
                  <a:lnTo>
                    <a:pt x="298102" y="288997"/>
                  </a:lnTo>
                  <a:lnTo>
                    <a:pt x="300566" y="284445"/>
                  </a:lnTo>
                  <a:lnTo>
                    <a:pt x="303029" y="279836"/>
                  </a:lnTo>
                  <a:lnTo>
                    <a:pt x="305493" y="275192"/>
                  </a:lnTo>
                  <a:lnTo>
                    <a:pt x="307957" y="270516"/>
                  </a:lnTo>
                  <a:lnTo>
                    <a:pt x="310420" y="265805"/>
                  </a:lnTo>
                  <a:lnTo>
                    <a:pt x="312884" y="261054"/>
                  </a:lnTo>
                  <a:lnTo>
                    <a:pt x="315348" y="256279"/>
                  </a:lnTo>
                  <a:lnTo>
                    <a:pt x="317811" y="251481"/>
                  </a:lnTo>
                  <a:lnTo>
                    <a:pt x="320275" y="246657"/>
                  </a:lnTo>
                  <a:lnTo>
                    <a:pt x="322739" y="241813"/>
                  </a:lnTo>
                  <a:lnTo>
                    <a:pt x="325202" y="236956"/>
                  </a:lnTo>
                  <a:lnTo>
                    <a:pt x="327666" y="232088"/>
                  </a:lnTo>
                  <a:lnTo>
                    <a:pt x="330130" y="227211"/>
                  </a:lnTo>
                  <a:lnTo>
                    <a:pt x="332593" y="222333"/>
                  </a:lnTo>
                  <a:lnTo>
                    <a:pt x="335057" y="217457"/>
                  </a:lnTo>
                  <a:lnTo>
                    <a:pt x="337521" y="212587"/>
                  </a:lnTo>
                  <a:lnTo>
                    <a:pt x="339984" y="207736"/>
                  </a:lnTo>
                  <a:lnTo>
                    <a:pt x="342448" y="202904"/>
                  </a:lnTo>
                  <a:lnTo>
                    <a:pt x="344912" y="198094"/>
                  </a:lnTo>
                  <a:lnTo>
                    <a:pt x="347375" y="193318"/>
                  </a:lnTo>
                  <a:lnTo>
                    <a:pt x="349839" y="188590"/>
                  </a:lnTo>
                  <a:lnTo>
                    <a:pt x="352303" y="183906"/>
                  </a:lnTo>
                  <a:lnTo>
                    <a:pt x="354766" y="179268"/>
                  </a:lnTo>
                  <a:lnTo>
                    <a:pt x="357230" y="174706"/>
                  </a:lnTo>
                  <a:lnTo>
                    <a:pt x="359694" y="170221"/>
                  </a:lnTo>
                  <a:lnTo>
                    <a:pt x="362157" y="165807"/>
                  </a:lnTo>
                  <a:lnTo>
                    <a:pt x="364621" y="161468"/>
                  </a:lnTo>
                  <a:lnTo>
                    <a:pt x="367084" y="157262"/>
                  </a:lnTo>
                  <a:lnTo>
                    <a:pt x="369548" y="153154"/>
                  </a:lnTo>
                  <a:lnTo>
                    <a:pt x="372012" y="149145"/>
                  </a:lnTo>
                  <a:lnTo>
                    <a:pt x="374475" y="145259"/>
                  </a:lnTo>
                  <a:lnTo>
                    <a:pt x="376939" y="141539"/>
                  </a:lnTo>
                  <a:lnTo>
                    <a:pt x="379403" y="137944"/>
                  </a:lnTo>
                  <a:lnTo>
                    <a:pt x="381866" y="134476"/>
                  </a:lnTo>
                  <a:lnTo>
                    <a:pt x="384330" y="131187"/>
                  </a:lnTo>
                  <a:lnTo>
                    <a:pt x="386794" y="128077"/>
                  </a:lnTo>
                  <a:lnTo>
                    <a:pt x="389257" y="125115"/>
                  </a:lnTo>
                  <a:lnTo>
                    <a:pt x="391721" y="122303"/>
                  </a:lnTo>
                  <a:lnTo>
                    <a:pt x="394185" y="119725"/>
                  </a:lnTo>
                  <a:lnTo>
                    <a:pt x="396648" y="117320"/>
                  </a:lnTo>
                  <a:lnTo>
                    <a:pt x="399112" y="115078"/>
                  </a:lnTo>
                  <a:lnTo>
                    <a:pt x="401576" y="113012"/>
                  </a:lnTo>
                  <a:lnTo>
                    <a:pt x="404039" y="111193"/>
                  </a:lnTo>
                  <a:lnTo>
                    <a:pt x="406503" y="109537"/>
                  </a:lnTo>
                  <a:lnTo>
                    <a:pt x="408967" y="108044"/>
                  </a:lnTo>
                  <a:lnTo>
                    <a:pt x="411430" y="106755"/>
                  </a:lnTo>
                  <a:lnTo>
                    <a:pt x="413894" y="105673"/>
                  </a:lnTo>
                  <a:lnTo>
                    <a:pt x="416358" y="104744"/>
                  </a:lnTo>
                  <a:lnTo>
                    <a:pt x="418821" y="103963"/>
                  </a:lnTo>
                  <a:lnTo>
                    <a:pt x="421285" y="103386"/>
                  </a:lnTo>
                  <a:lnTo>
                    <a:pt x="423749" y="102961"/>
                  </a:lnTo>
                  <a:lnTo>
                    <a:pt x="426212" y="102659"/>
                  </a:lnTo>
                  <a:lnTo>
                    <a:pt x="428676" y="102479"/>
                  </a:lnTo>
                  <a:lnTo>
                    <a:pt x="431140" y="102464"/>
                  </a:lnTo>
                  <a:lnTo>
                    <a:pt x="433603" y="102537"/>
                  </a:lnTo>
                  <a:lnTo>
                    <a:pt x="436067" y="102693"/>
                  </a:lnTo>
                  <a:lnTo>
                    <a:pt x="438531" y="102934"/>
                  </a:lnTo>
                  <a:lnTo>
                    <a:pt x="440994" y="103249"/>
                  </a:lnTo>
                  <a:lnTo>
                    <a:pt x="443458" y="103601"/>
                  </a:lnTo>
                  <a:lnTo>
                    <a:pt x="445922" y="103982"/>
                  </a:lnTo>
                  <a:lnTo>
                    <a:pt x="448385" y="104380"/>
                  </a:lnTo>
                  <a:lnTo>
                    <a:pt x="450849" y="104767"/>
                  </a:lnTo>
                  <a:lnTo>
                    <a:pt x="453312" y="105133"/>
                  </a:lnTo>
                  <a:lnTo>
                    <a:pt x="455776" y="105468"/>
                  </a:lnTo>
                  <a:lnTo>
                    <a:pt x="458240" y="105725"/>
                  </a:lnTo>
                  <a:lnTo>
                    <a:pt x="460703" y="105906"/>
                  </a:lnTo>
                  <a:lnTo>
                    <a:pt x="463167" y="106007"/>
                  </a:lnTo>
                  <a:lnTo>
                    <a:pt x="465631" y="106005"/>
                  </a:lnTo>
                  <a:lnTo>
                    <a:pt x="468094" y="105842"/>
                  </a:lnTo>
                  <a:lnTo>
                    <a:pt x="470558" y="105553"/>
                  </a:lnTo>
                  <a:lnTo>
                    <a:pt x="473022" y="105131"/>
                  </a:lnTo>
                  <a:lnTo>
                    <a:pt x="475485" y="104524"/>
                  </a:lnTo>
                  <a:lnTo>
                    <a:pt x="477949" y="103713"/>
                  </a:lnTo>
                  <a:lnTo>
                    <a:pt x="480413" y="102738"/>
                  </a:lnTo>
                  <a:lnTo>
                    <a:pt x="482876" y="101593"/>
                  </a:lnTo>
                  <a:lnTo>
                    <a:pt x="485340" y="100187"/>
                  </a:lnTo>
                  <a:lnTo>
                    <a:pt x="487804" y="98577"/>
                  </a:lnTo>
                  <a:lnTo>
                    <a:pt x="490267" y="96782"/>
                  </a:lnTo>
                  <a:lnTo>
                    <a:pt x="492731" y="94791"/>
                  </a:lnTo>
                  <a:lnTo>
                    <a:pt x="495195" y="92515"/>
                  </a:lnTo>
                  <a:lnTo>
                    <a:pt x="497658" y="90056"/>
                  </a:lnTo>
                  <a:lnTo>
                    <a:pt x="500122" y="87416"/>
                  </a:lnTo>
                  <a:lnTo>
                    <a:pt x="502586" y="84561"/>
                  </a:lnTo>
                  <a:lnTo>
                    <a:pt x="505049" y="81481"/>
                  </a:lnTo>
                  <a:lnTo>
                    <a:pt x="507513" y="78244"/>
                  </a:lnTo>
                  <a:lnTo>
                    <a:pt x="509977" y="74858"/>
                  </a:lnTo>
                  <a:lnTo>
                    <a:pt x="512440" y="71282"/>
                  </a:lnTo>
                  <a:lnTo>
                    <a:pt x="514904" y="67567"/>
                  </a:lnTo>
                  <a:lnTo>
                    <a:pt x="517368" y="63749"/>
                  </a:lnTo>
                  <a:lnTo>
                    <a:pt x="519831" y="59837"/>
                  </a:lnTo>
                  <a:lnTo>
                    <a:pt x="522295" y="55816"/>
                  </a:lnTo>
                  <a:lnTo>
                    <a:pt x="524759" y="51753"/>
                  </a:lnTo>
                  <a:lnTo>
                    <a:pt x="527222" y="47662"/>
                  </a:lnTo>
                  <a:lnTo>
                    <a:pt x="529686" y="43556"/>
                  </a:lnTo>
                  <a:lnTo>
                    <a:pt x="532150" y="39479"/>
                  </a:lnTo>
                  <a:lnTo>
                    <a:pt x="534613" y="35448"/>
                  </a:lnTo>
                  <a:lnTo>
                    <a:pt x="537077" y="31479"/>
                  </a:lnTo>
                  <a:lnTo>
                    <a:pt x="539541" y="27625"/>
                  </a:lnTo>
                  <a:lnTo>
                    <a:pt x="542004" y="23923"/>
                  </a:lnTo>
                  <a:lnTo>
                    <a:pt x="544468" y="20364"/>
                  </a:lnTo>
                  <a:lnTo>
                    <a:pt x="546931" y="16965"/>
                  </a:lnTo>
                  <a:lnTo>
                    <a:pt x="549395" y="13851"/>
                  </a:lnTo>
                  <a:lnTo>
                    <a:pt x="551859" y="10980"/>
                  </a:lnTo>
                  <a:lnTo>
                    <a:pt x="554322" y="8350"/>
                  </a:lnTo>
                  <a:lnTo>
                    <a:pt x="556786" y="5999"/>
                  </a:lnTo>
                  <a:lnTo>
                    <a:pt x="559250" y="4080"/>
                  </a:lnTo>
                  <a:lnTo>
                    <a:pt x="561713" y="2475"/>
                  </a:lnTo>
                  <a:lnTo>
                    <a:pt x="564177" y="1198"/>
                  </a:lnTo>
                  <a:lnTo>
                    <a:pt x="566641" y="354"/>
                  </a:lnTo>
                  <a:lnTo>
                    <a:pt x="569104" y="0"/>
                  </a:lnTo>
                  <a:lnTo>
                    <a:pt x="571568" y="30"/>
                  </a:lnTo>
                  <a:lnTo>
                    <a:pt x="574032" y="454"/>
                  </a:lnTo>
                  <a:lnTo>
                    <a:pt x="576495" y="1462"/>
                  </a:lnTo>
                  <a:lnTo>
                    <a:pt x="578959" y="2959"/>
                  </a:lnTo>
                  <a:lnTo>
                    <a:pt x="581423" y="4886"/>
                  </a:lnTo>
                  <a:lnTo>
                    <a:pt x="583886" y="7254"/>
                  </a:lnTo>
                  <a:lnTo>
                    <a:pt x="586350" y="10313"/>
                  </a:lnTo>
                  <a:lnTo>
                    <a:pt x="588814" y="13817"/>
                  </a:lnTo>
                  <a:lnTo>
                    <a:pt x="591277" y="17764"/>
                  </a:lnTo>
                  <a:lnTo>
                    <a:pt x="593741" y="22239"/>
                  </a:lnTo>
                  <a:lnTo>
                    <a:pt x="596205" y="27325"/>
                  </a:lnTo>
                  <a:lnTo>
                    <a:pt x="598668" y="32842"/>
                  </a:lnTo>
                  <a:lnTo>
                    <a:pt x="601132" y="38786"/>
                  </a:lnTo>
                  <a:lnTo>
                    <a:pt x="603596" y="45297"/>
                  </a:lnTo>
                  <a:lnTo>
                    <a:pt x="606059" y="52298"/>
                  </a:lnTo>
                  <a:lnTo>
                    <a:pt x="608523" y="59686"/>
                  </a:lnTo>
                  <a:lnTo>
                    <a:pt x="610987" y="67453"/>
                  </a:lnTo>
                  <a:lnTo>
                    <a:pt x="613450" y="75768"/>
                  </a:lnTo>
                  <a:lnTo>
                    <a:pt x="615914" y="84431"/>
                  </a:lnTo>
                  <a:lnTo>
                    <a:pt x="618378" y="93413"/>
                  </a:lnTo>
                  <a:lnTo>
                    <a:pt x="620841" y="102733"/>
                  </a:lnTo>
                  <a:lnTo>
                    <a:pt x="623305" y="112451"/>
                  </a:lnTo>
                  <a:lnTo>
                    <a:pt x="625769" y="122413"/>
                  </a:lnTo>
                  <a:lnTo>
                    <a:pt x="628232" y="132604"/>
                  </a:lnTo>
                  <a:lnTo>
                    <a:pt x="630696" y="143059"/>
                  </a:lnTo>
                  <a:lnTo>
                    <a:pt x="633159" y="153735"/>
                  </a:lnTo>
                  <a:lnTo>
                    <a:pt x="635623" y="164555"/>
                  </a:lnTo>
                  <a:lnTo>
                    <a:pt x="638087" y="175505"/>
                  </a:lnTo>
                  <a:lnTo>
                    <a:pt x="640550" y="186598"/>
                  </a:lnTo>
                  <a:lnTo>
                    <a:pt x="643014" y="197762"/>
                  </a:lnTo>
                  <a:lnTo>
                    <a:pt x="645478" y="208968"/>
                  </a:lnTo>
                  <a:lnTo>
                    <a:pt x="647941" y="220204"/>
                  </a:lnTo>
                  <a:lnTo>
                    <a:pt x="650405" y="231428"/>
                  </a:lnTo>
                  <a:lnTo>
                    <a:pt x="652869" y="242613"/>
                  </a:lnTo>
                  <a:lnTo>
                    <a:pt x="655332" y="253746"/>
                  </a:lnTo>
                  <a:lnTo>
                    <a:pt x="657796" y="264792"/>
                  </a:lnTo>
                  <a:lnTo>
                    <a:pt x="660260" y="275699"/>
                  </a:lnTo>
                  <a:lnTo>
                    <a:pt x="662723" y="286482"/>
                  </a:lnTo>
                  <a:lnTo>
                    <a:pt x="665187" y="297132"/>
                  </a:lnTo>
                  <a:lnTo>
                    <a:pt x="667651" y="307566"/>
                  </a:lnTo>
                  <a:lnTo>
                    <a:pt x="670114" y="317789"/>
                  </a:lnTo>
                  <a:lnTo>
                    <a:pt x="672578" y="327823"/>
                  </a:lnTo>
                  <a:lnTo>
                    <a:pt x="675042" y="337658"/>
                  </a:lnTo>
                  <a:lnTo>
                    <a:pt x="677505" y="347155"/>
                  </a:lnTo>
                  <a:lnTo>
                    <a:pt x="679969" y="356418"/>
                  </a:lnTo>
                  <a:lnTo>
                    <a:pt x="682433" y="365445"/>
                  </a:lnTo>
                  <a:lnTo>
                    <a:pt x="684896" y="374192"/>
                  </a:lnTo>
                  <a:lnTo>
                    <a:pt x="687360" y="382577"/>
                  </a:lnTo>
                  <a:lnTo>
                    <a:pt x="689824" y="390703"/>
                  </a:lnTo>
                  <a:lnTo>
                    <a:pt x="692287" y="398568"/>
                  </a:lnTo>
                  <a:lnTo>
                    <a:pt x="694751" y="406083"/>
                  </a:lnTo>
                  <a:lnTo>
                    <a:pt x="697215" y="413261"/>
                  </a:lnTo>
                  <a:lnTo>
                    <a:pt x="699678" y="420173"/>
                  </a:lnTo>
                  <a:lnTo>
                    <a:pt x="702142" y="426817"/>
                  </a:lnTo>
                  <a:lnTo>
                    <a:pt x="704606" y="433064"/>
                  </a:lnTo>
                  <a:lnTo>
                    <a:pt x="707069" y="439027"/>
                  </a:lnTo>
                  <a:lnTo>
                    <a:pt x="709533" y="444731"/>
                  </a:lnTo>
                  <a:lnTo>
                    <a:pt x="711997" y="450157"/>
                  </a:lnTo>
                  <a:lnTo>
                    <a:pt x="714460" y="455208"/>
                  </a:lnTo>
                  <a:lnTo>
                    <a:pt x="716924" y="460018"/>
                  </a:lnTo>
                  <a:lnTo>
                    <a:pt x="719388" y="464589"/>
                  </a:lnTo>
                  <a:lnTo>
                    <a:pt x="721851" y="468868"/>
                  </a:lnTo>
                  <a:lnTo>
                    <a:pt x="724315" y="472852"/>
                  </a:lnTo>
                  <a:lnTo>
                    <a:pt x="726778" y="476622"/>
                  </a:lnTo>
                  <a:lnTo>
                    <a:pt x="729242" y="480182"/>
                  </a:lnTo>
                  <a:lnTo>
                    <a:pt x="731706" y="483455"/>
                  </a:lnTo>
                  <a:lnTo>
                    <a:pt x="734169" y="486510"/>
                  </a:lnTo>
                  <a:lnTo>
                    <a:pt x="736633" y="489383"/>
                  </a:lnTo>
                  <a:lnTo>
                    <a:pt x="739097" y="492075"/>
                  </a:lnTo>
                  <a:lnTo>
                    <a:pt x="741560" y="494508"/>
                  </a:lnTo>
                  <a:lnTo>
                    <a:pt x="744024" y="496787"/>
                  </a:lnTo>
                  <a:lnTo>
                    <a:pt x="746488" y="498916"/>
                  </a:lnTo>
                  <a:lnTo>
                    <a:pt x="748951" y="500875"/>
                  </a:lnTo>
                  <a:lnTo>
                    <a:pt x="751415" y="502652"/>
                  </a:lnTo>
                  <a:lnTo>
                    <a:pt x="753879" y="504305"/>
                  </a:lnTo>
                  <a:lnTo>
                    <a:pt x="756342" y="505840"/>
                  </a:lnTo>
                  <a:lnTo>
                    <a:pt x="758806" y="507225"/>
                  </a:lnTo>
                  <a:lnTo>
                    <a:pt x="761270" y="508487"/>
                  </a:lnTo>
                  <a:lnTo>
                    <a:pt x="763733" y="509655"/>
                  </a:lnTo>
                  <a:lnTo>
                    <a:pt x="766197" y="510731"/>
                  </a:lnTo>
                  <a:lnTo>
                    <a:pt x="768661" y="511682"/>
                  </a:lnTo>
                  <a:lnTo>
                    <a:pt x="771124" y="512554"/>
                  </a:lnTo>
                  <a:lnTo>
                    <a:pt x="773588" y="513355"/>
                  </a:lnTo>
                  <a:lnTo>
                    <a:pt x="776052" y="514082"/>
                  </a:lnTo>
                  <a:lnTo>
                    <a:pt x="778515" y="514721"/>
                  </a:lnTo>
                  <a:lnTo>
                    <a:pt x="780979" y="515306"/>
                  </a:lnTo>
                  <a:lnTo>
                    <a:pt x="783443" y="515840"/>
                  </a:lnTo>
                  <a:lnTo>
                    <a:pt x="785906" y="516312"/>
                  </a:lnTo>
                  <a:lnTo>
                    <a:pt x="788370" y="516731"/>
                  </a:lnTo>
                  <a:lnTo>
                    <a:pt x="790834" y="517111"/>
                  </a:lnTo>
                  <a:lnTo>
                    <a:pt x="793297" y="517454"/>
                  </a:lnTo>
                  <a:lnTo>
                    <a:pt x="795761" y="517750"/>
                  </a:lnTo>
                  <a:lnTo>
                    <a:pt x="798225" y="518014"/>
                  </a:lnTo>
                  <a:lnTo>
                    <a:pt x="800688" y="518251"/>
                  </a:lnTo>
                  <a:lnTo>
                    <a:pt x="803152" y="518462"/>
                  </a:lnTo>
                  <a:lnTo>
                    <a:pt x="805616" y="518639"/>
                  </a:lnTo>
                  <a:lnTo>
                    <a:pt x="808079" y="518797"/>
                  </a:lnTo>
                  <a:lnTo>
                    <a:pt x="810543" y="518938"/>
                  </a:lnTo>
                  <a:lnTo>
                    <a:pt x="813006" y="519058"/>
                  </a:lnTo>
                  <a:lnTo>
                    <a:pt x="815470" y="519159"/>
                  </a:lnTo>
                  <a:lnTo>
                    <a:pt x="817934" y="519247"/>
                  </a:lnTo>
                  <a:lnTo>
                    <a:pt x="820397" y="519324"/>
                  </a:lnTo>
                  <a:lnTo>
                    <a:pt x="822861" y="519387"/>
                  </a:lnTo>
                  <a:lnTo>
                    <a:pt x="825325" y="519438"/>
                  </a:lnTo>
                  <a:lnTo>
                    <a:pt x="827788" y="519483"/>
                  </a:lnTo>
                  <a:lnTo>
                    <a:pt x="830252" y="519519"/>
                  </a:lnTo>
                  <a:lnTo>
                    <a:pt x="832716" y="519547"/>
                  </a:lnTo>
                  <a:lnTo>
                    <a:pt x="835179" y="519569"/>
                  </a:lnTo>
                  <a:lnTo>
                    <a:pt x="837643" y="519586"/>
                  </a:lnTo>
                  <a:lnTo>
                    <a:pt x="840107" y="519599"/>
                  </a:lnTo>
                  <a:lnTo>
                    <a:pt x="842570" y="519607"/>
                  </a:lnTo>
                  <a:lnTo>
                    <a:pt x="845034" y="519613"/>
                  </a:lnTo>
                  <a:lnTo>
                    <a:pt x="847498" y="519616"/>
                  </a:lnTo>
                  <a:lnTo>
                    <a:pt x="849961" y="519617"/>
                  </a:lnTo>
                  <a:lnTo>
                    <a:pt x="852425" y="519617"/>
                  </a:lnTo>
                  <a:lnTo>
                    <a:pt x="854889" y="519616"/>
                  </a:lnTo>
                  <a:lnTo>
                    <a:pt x="857352" y="519614"/>
                  </a:lnTo>
                  <a:lnTo>
                    <a:pt x="859816" y="519612"/>
                  </a:lnTo>
                  <a:lnTo>
                    <a:pt x="862280" y="519610"/>
                  </a:lnTo>
                  <a:lnTo>
                    <a:pt x="864743" y="519608"/>
                  </a:lnTo>
                  <a:lnTo>
                    <a:pt x="867207" y="519606"/>
                  </a:lnTo>
                  <a:lnTo>
                    <a:pt x="869671" y="519606"/>
                  </a:lnTo>
                  <a:lnTo>
                    <a:pt x="872134" y="519607"/>
                  </a:lnTo>
                  <a:lnTo>
                    <a:pt x="874598" y="519609"/>
                  </a:lnTo>
                  <a:lnTo>
                    <a:pt x="877062" y="519612"/>
                  </a:lnTo>
                  <a:lnTo>
                    <a:pt x="879525" y="519617"/>
                  </a:lnTo>
                  <a:lnTo>
                    <a:pt x="881989" y="519624"/>
                  </a:lnTo>
                  <a:lnTo>
                    <a:pt x="884453" y="519631"/>
                  </a:lnTo>
                  <a:lnTo>
                    <a:pt x="886916" y="519641"/>
                  </a:lnTo>
                  <a:lnTo>
                    <a:pt x="889380" y="519653"/>
                  </a:lnTo>
                  <a:lnTo>
                    <a:pt x="891844" y="519666"/>
                  </a:lnTo>
                  <a:lnTo>
                    <a:pt x="894307" y="519681"/>
                  </a:lnTo>
                  <a:lnTo>
                    <a:pt x="896771" y="519698"/>
                  </a:lnTo>
                  <a:lnTo>
                    <a:pt x="899235" y="519717"/>
                  </a:lnTo>
                  <a:lnTo>
                    <a:pt x="901698" y="519737"/>
                  </a:lnTo>
                  <a:lnTo>
                    <a:pt x="904162" y="519759"/>
                  </a:lnTo>
                  <a:lnTo>
                    <a:pt x="906625" y="519783"/>
                  </a:lnTo>
                  <a:lnTo>
                    <a:pt x="909089" y="519808"/>
                  </a:lnTo>
                  <a:lnTo>
                    <a:pt x="911553" y="519834"/>
                  </a:lnTo>
                  <a:lnTo>
                    <a:pt x="914016" y="519861"/>
                  </a:lnTo>
                  <a:lnTo>
                    <a:pt x="916480" y="519890"/>
                  </a:lnTo>
                  <a:lnTo>
                    <a:pt x="918944" y="519920"/>
                  </a:lnTo>
                  <a:lnTo>
                    <a:pt x="921407" y="519950"/>
                  </a:lnTo>
                  <a:lnTo>
                    <a:pt x="923871" y="519982"/>
                  </a:lnTo>
                  <a:lnTo>
                    <a:pt x="926335" y="520014"/>
                  </a:lnTo>
                  <a:lnTo>
                    <a:pt x="928798" y="520046"/>
                  </a:lnTo>
                  <a:lnTo>
                    <a:pt x="931262" y="520079"/>
                  </a:lnTo>
                  <a:lnTo>
                    <a:pt x="933726" y="520113"/>
                  </a:lnTo>
                  <a:lnTo>
                    <a:pt x="936189" y="520146"/>
                  </a:lnTo>
                  <a:lnTo>
                    <a:pt x="938653" y="520179"/>
                  </a:lnTo>
                  <a:lnTo>
                    <a:pt x="941117" y="520213"/>
                  </a:lnTo>
                  <a:lnTo>
                    <a:pt x="943580" y="520246"/>
                  </a:lnTo>
                  <a:lnTo>
                    <a:pt x="946044" y="520279"/>
                  </a:lnTo>
                  <a:lnTo>
                    <a:pt x="948508" y="520312"/>
                  </a:lnTo>
                  <a:lnTo>
                    <a:pt x="950971" y="520344"/>
                  </a:lnTo>
                  <a:lnTo>
                    <a:pt x="953435" y="520375"/>
                  </a:lnTo>
                  <a:lnTo>
                    <a:pt x="955899" y="520406"/>
                  </a:lnTo>
                  <a:lnTo>
                    <a:pt x="958362" y="520437"/>
                  </a:lnTo>
                  <a:lnTo>
                    <a:pt x="960826" y="520466"/>
                  </a:lnTo>
                  <a:lnTo>
                    <a:pt x="963290" y="520494"/>
                  </a:lnTo>
                  <a:lnTo>
                    <a:pt x="965753" y="520522"/>
                  </a:lnTo>
                  <a:lnTo>
                    <a:pt x="968217" y="520549"/>
                  </a:lnTo>
                  <a:lnTo>
                    <a:pt x="970681" y="520575"/>
                  </a:lnTo>
                  <a:lnTo>
                    <a:pt x="973144" y="520600"/>
                  </a:lnTo>
                  <a:lnTo>
                    <a:pt x="975608" y="520624"/>
                  </a:lnTo>
                  <a:lnTo>
                    <a:pt x="978072" y="520646"/>
                  </a:lnTo>
                  <a:lnTo>
                    <a:pt x="980535" y="520668"/>
                  </a:lnTo>
                  <a:lnTo>
                    <a:pt x="982999" y="520689"/>
                  </a:lnTo>
                  <a:lnTo>
                    <a:pt x="985463" y="520708"/>
                  </a:lnTo>
                  <a:lnTo>
                    <a:pt x="987926" y="520727"/>
                  </a:lnTo>
                  <a:lnTo>
                    <a:pt x="990390" y="520744"/>
                  </a:lnTo>
                  <a:lnTo>
                    <a:pt x="992853" y="520761"/>
                  </a:lnTo>
                  <a:lnTo>
                    <a:pt x="995317" y="520777"/>
                  </a:lnTo>
                  <a:lnTo>
                    <a:pt x="997781" y="520791"/>
                  </a:lnTo>
                  <a:lnTo>
                    <a:pt x="1000244" y="520805"/>
                  </a:lnTo>
                  <a:lnTo>
                    <a:pt x="1002708" y="520818"/>
                  </a:lnTo>
                  <a:lnTo>
                    <a:pt x="1005172" y="520830"/>
                  </a:lnTo>
                  <a:lnTo>
                    <a:pt x="1007635" y="520841"/>
                  </a:lnTo>
                  <a:lnTo>
                    <a:pt x="1010099" y="520852"/>
                  </a:lnTo>
                  <a:lnTo>
                    <a:pt x="1012563" y="520861"/>
                  </a:lnTo>
                  <a:lnTo>
                    <a:pt x="1015026" y="520870"/>
                  </a:lnTo>
                  <a:lnTo>
                    <a:pt x="1017490" y="520878"/>
                  </a:lnTo>
                  <a:lnTo>
                    <a:pt x="1019954" y="520886"/>
                  </a:lnTo>
                  <a:lnTo>
                    <a:pt x="1022417" y="520893"/>
                  </a:lnTo>
                  <a:lnTo>
                    <a:pt x="1024881" y="520899"/>
                  </a:lnTo>
                  <a:lnTo>
                    <a:pt x="1027345" y="520905"/>
                  </a:lnTo>
                  <a:lnTo>
                    <a:pt x="1029808" y="520911"/>
                  </a:lnTo>
                  <a:lnTo>
                    <a:pt x="1032272" y="520915"/>
                  </a:lnTo>
                  <a:lnTo>
                    <a:pt x="1034736" y="520920"/>
                  </a:lnTo>
                  <a:lnTo>
                    <a:pt x="1037199" y="520924"/>
                  </a:lnTo>
                  <a:lnTo>
                    <a:pt x="1039663" y="520928"/>
                  </a:lnTo>
                  <a:lnTo>
                    <a:pt x="1042127" y="520931"/>
                  </a:lnTo>
                  <a:lnTo>
                    <a:pt x="1044590" y="520934"/>
                  </a:lnTo>
                  <a:lnTo>
                    <a:pt x="1047054" y="520936"/>
                  </a:lnTo>
                  <a:lnTo>
                    <a:pt x="1049518" y="520939"/>
                  </a:lnTo>
                  <a:lnTo>
                    <a:pt x="1051981" y="520941"/>
                  </a:lnTo>
                  <a:lnTo>
                    <a:pt x="1054445" y="520943"/>
                  </a:lnTo>
                  <a:lnTo>
                    <a:pt x="1056909" y="520945"/>
                  </a:lnTo>
                  <a:lnTo>
                    <a:pt x="1059372" y="520946"/>
                  </a:lnTo>
                  <a:lnTo>
                    <a:pt x="1061836" y="520947"/>
                  </a:lnTo>
                  <a:lnTo>
                    <a:pt x="1064300" y="520949"/>
                  </a:lnTo>
                  <a:lnTo>
                    <a:pt x="1066763" y="520950"/>
                  </a:lnTo>
                  <a:lnTo>
                    <a:pt x="1069227" y="520951"/>
                  </a:lnTo>
                  <a:lnTo>
                    <a:pt x="1071691" y="520952"/>
                  </a:lnTo>
                  <a:lnTo>
                    <a:pt x="1074154" y="520952"/>
                  </a:lnTo>
                  <a:lnTo>
                    <a:pt x="1076618" y="520953"/>
                  </a:lnTo>
                  <a:lnTo>
                    <a:pt x="1079082" y="520954"/>
                  </a:lnTo>
                  <a:lnTo>
                    <a:pt x="1081545" y="520954"/>
                  </a:lnTo>
                  <a:lnTo>
                    <a:pt x="1084009" y="520954"/>
                  </a:lnTo>
                  <a:lnTo>
                    <a:pt x="1086472" y="520955"/>
                  </a:lnTo>
                  <a:lnTo>
                    <a:pt x="1088936" y="520955"/>
                  </a:lnTo>
                  <a:lnTo>
                    <a:pt x="1091400" y="520955"/>
                  </a:lnTo>
                  <a:lnTo>
                    <a:pt x="1093863" y="520956"/>
                  </a:lnTo>
                  <a:lnTo>
                    <a:pt x="1096327" y="520956"/>
                  </a:lnTo>
                  <a:lnTo>
                    <a:pt x="1098791" y="520956"/>
                  </a:lnTo>
                  <a:lnTo>
                    <a:pt x="1101254" y="520956"/>
                  </a:lnTo>
                  <a:lnTo>
                    <a:pt x="1103718" y="520956"/>
                  </a:lnTo>
                  <a:lnTo>
                    <a:pt x="1106182" y="520957"/>
                  </a:lnTo>
                  <a:lnTo>
                    <a:pt x="1108645" y="520957"/>
                  </a:lnTo>
                  <a:lnTo>
                    <a:pt x="1111109" y="520957"/>
                  </a:lnTo>
                  <a:lnTo>
                    <a:pt x="1113573" y="520957"/>
                  </a:lnTo>
                  <a:lnTo>
                    <a:pt x="1116036" y="520957"/>
                  </a:lnTo>
                  <a:lnTo>
                    <a:pt x="1118500" y="520957"/>
                  </a:lnTo>
                  <a:lnTo>
                    <a:pt x="1120964" y="520957"/>
                  </a:lnTo>
                  <a:lnTo>
                    <a:pt x="1123427" y="520957"/>
                  </a:lnTo>
                  <a:lnTo>
                    <a:pt x="1125891" y="520957"/>
                  </a:lnTo>
                  <a:lnTo>
                    <a:pt x="1128355" y="520957"/>
                  </a:lnTo>
                  <a:lnTo>
                    <a:pt x="1130818" y="520957"/>
                  </a:lnTo>
                  <a:lnTo>
                    <a:pt x="1133282" y="520957"/>
                  </a:lnTo>
                  <a:lnTo>
                    <a:pt x="1135746" y="520957"/>
                  </a:lnTo>
                  <a:lnTo>
                    <a:pt x="1138209" y="520957"/>
                  </a:lnTo>
                  <a:lnTo>
                    <a:pt x="1140673" y="520957"/>
                  </a:lnTo>
                  <a:lnTo>
                    <a:pt x="1143137" y="520957"/>
                  </a:lnTo>
                  <a:lnTo>
                    <a:pt x="1145600" y="520957"/>
                  </a:lnTo>
                  <a:lnTo>
                    <a:pt x="1148064" y="520957"/>
                  </a:lnTo>
                  <a:lnTo>
                    <a:pt x="1150528" y="520957"/>
                  </a:lnTo>
                  <a:lnTo>
                    <a:pt x="1152991" y="520957"/>
                  </a:lnTo>
                  <a:lnTo>
                    <a:pt x="1155455" y="520957"/>
                  </a:lnTo>
                  <a:lnTo>
                    <a:pt x="1157919" y="520957"/>
                  </a:lnTo>
                  <a:lnTo>
                    <a:pt x="1160382" y="520957"/>
                  </a:lnTo>
                  <a:lnTo>
                    <a:pt x="1162846" y="520957"/>
                  </a:lnTo>
                  <a:lnTo>
                    <a:pt x="1165310" y="520957"/>
                  </a:lnTo>
                  <a:lnTo>
                    <a:pt x="1167773" y="520957"/>
                  </a:lnTo>
                  <a:lnTo>
                    <a:pt x="1170237" y="520957"/>
                  </a:lnTo>
                  <a:lnTo>
                    <a:pt x="1172701" y="520957"/>
                  </a:lnTo>
                  <a:lnTo>
                    <a:pt x="1175164" y="520957"/>
                  </a:lnTo>
                  <a:lnTo>
                    <a:pt x="1177628" y="520957"/>
                  </a:lnTo>
                  <a:lnTo>
                    <a:pt x="1180091" y="520957"/>
                  </a:lnTo>
                  <a:lnTo>
                    <a:pt x="1182555" y="520957"/>
                  </a:lnTo>
                  <a:lnTo>
                    <a:pt x="1185019" y="520957"/>
                  </a:lnTo>
                  <a:lnTo>
                    <a:pt x="1187482" y="520957"/>
                  </a:lnTo>
                  <a:lnTo>
                    <a:pt x="1189946" y="520957"/>
                  </a:lnTo>
                  <a:lnTo>
                    <a:pt x="1192410" y="520957"/>
                  </a:lnTo>
                  <a:lnTo>
                    <a:pt x="1194873" y="520957"/>
                  </a:lnTo>
                  <a:lnTo>
                    <a:pt x="1197337" y="520957"/>
                  </a:lnTo>
                  <a:lnTo>
                    <a:pt x="1199801" y="520957"/>
                  </a:lnTo>
                  <a:lnTo>
                    <a:pt x="1202264" y="520957"/>
                  </a:lnTo>
                  <a:lnTo>
                    <a:pt x="1204728" y="520957"/>
                  </a:lnTo>
                  <a:lnTo>
                    <a:pt x="1207192" y="520957"/>
                  </a:lnTo>
                  <a:lnTo>
                    <a:pt x="1209655" y="520957"/>
                  </a:lnTo>
                  <a:lnTo>
                    <a:pt x="1212119" y="520957"/>
                  </a:lnTo>
                  <a:lnTo>
                    <a:pt x="1214583" y="520957"/>
                  </a:lnTo>
                  <a:lnTo>
                    <a:pt x="1217046" y="520957"/>
                  </a:lnTo>
                  <a:lnTo>
                    <a:pt x="1219510" y="520957"/>
                  </a:lnTo>
                  <a:lnTo>
                    <a:pt x="1221974" y="520957"/>
                  </a:lnTo>
                  <a:lnTo>
                    <a:pt x="1224437" y="520957"/>
                  </a:lnTo>
                  <a:lnTo>
                    <a:pt x="1226901" y="520957"/>
                  </a:lnTo>
                  <a:lnTo>
                    <a:pt x="1229365" y="520957"/>
                  </a:lnTo>
                  <a:lnTo>
                    <a:pt x="1231828" y="520957"/>
                  </a:lnTo>
                  <a:lnTo>
                    <a:pt x="1234292" y="520957"/>
                  </a:lnTo>
                  <a:lnTo>
                    <a:pt x="1236756" y="520957"/>
                  </a:lnTo>
                  <a:lnTo>
                    <a:pt x="1239219" y="520957"/>
                  </a:lnTo>
                  <a:lnTo>
                    <a:pt x="1241683" y="520957"/>
                  </a:lnTo>
                  <a:lnTo>
                    <a:pt x="1244147" y="520957"/>
                  </a:lnTo>
                  <a:lnTo>
                    <a:pt x="1246610" y="520957"/>
                  </a:lnTo>
                  <a:lnTo>
                    <a:pt x="1249074" y="520957"/>
                  </a:lnTo>
                  <a:lnTo>
                    <a:pt x="1251538" y="520957"/>
                  </a:lnTo>
                  <a:lnTo>
                    <a:pt x="1254001" y="520957"/>
                  </a:lnTo>
                  <a:lnTo>
                    <a:pt x="1256465" y="520957"/>
                  </a:lnTo>
                  <a:lnTo>
                    <a:pt x="1258929" y="520957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909616" y="5701942"/>
              <a:ext cx="1258929" cy="451955"/>
            </a:xfrm>
            <a:custGeom>
              <a:avLst/>
              <a:pathLst>
                <a:path w="1258929" h="451955">
                  <a:moveTo>
                    <a:pt x="0" y="449388"/>
                  </a:moveTo>
                  <a:lnTo>
                    <a:pt x="2463" y="449220"/>
                  </a:lnTo>
                  <a:lnTo>
                    <a:pt x="4927" y="449042"/>
                  </a:lnTo>
                  <a:lnTo>
                    <a:pt x="7390" y="448856"/>
                  </a:lnTo>
                  <a:lnTo>
                    <a:pt x="9854" y="448662"/>
                  </a:lnTo>
                  <a:lnTo>
                    <a:pt x="12318" y="448458"/>
                  </a:lnTo>
                  <a:lnTo>
                    <a:pt x="14781" y="448244"/>
                  </a:lnTo>
                  <a:lnTo>
                    <a:pt x="17245" y="448024"/>
                  </a:lnTo>
                  <a:lnTo>
                    <a:pt x="19709" y="447792"/>
                  </a:lnTo>
                  <a:lnTo>
                    <a:pt x="22172" y="447549"/>
                  </a:lnTo>
                  <a:lnTo>
                    <a:pt x="24636" y="447300"/>
                  </a:lnTo>
                  <a:lnTo>
                    <a:pt x="27100" y="447039"/>
                  </a:lnTo>
                  <a:lnTo>
                    <a:pt x="29563" y="446767"/>
                  </a:lnTo>
                  <a:lnTo>
                    <a:pt x="32027" y="446488"/>
                  </a:lnTo>
                  <a:lnTo>
                    <a:pt x="34491" y="446198"/>
                  </a:lnTo>
                  <a:lnTo>
                    <a:pt x="36954" y="445895"/>
                  </a:lnTo>
                  <a:lnTo>
                    <a:pt x="39418" y="445586"/>
                  </a:lnTo>
                  <a:lnTo>
                    <a:pt x="41882" y="445266"/>
                  </a:lnTo>
                  <a:lnTo>
                    <a:pt x="44345" y="444933"/>
                  </a:lnTo>
                  <a:lnTo>
                    <a:pt x="46809" y="444593"/>
                  </a:lnTo>
                  <a:lnTo>
                    <a:pt x="49273" y="444244"/>
                  </a:lnTo>
                  <a:lnTo>
                    <a:pt x="51736" y="443882"/>
                  </a:lnTo>
                  <a:lnTo>
                    <a:pt x="54200" y="443512"/>
                  </a:lnTo>
                  <a:lnTo>
                    <a:pt x="56664" y="443134"/>
                  </a:lnTo>
                  <a:lnTo>
                    <a:pt x="59127" y="442744"/>
                  </a:lnTo>
                  <a:lnTo>
                    <a:pt x="61591" y="442346"/>
                  </a:lnTo>
                  <a:lnTo>
                    <a:pt x="64055" y="441941"/>
                  </a:lnTo>
                  <a:lnTo>
                    <a:pt x="66518" y="441523"/>
                  </a:lnTo>
                  <a:lnTo>
                    <a:pt x="68982" y="441098"/>
                  </a:lnTo>
                  <a:lnTo>
                    <a:pt x="71446" y="440668"/>
                  </a:lnTo>
                  <a:lnTo>
                    <a:pt x="73909" y="440226"/>
                  </a:lnTo>
                  <a:lnTo>
                    <a:pt x="76373" y="439778"/>
                  </a:lnTo>
                  <a:lnTo>
                    <a:pt x="78837" y="439323"/>
                  </a:lnTo>
                  <a:lnTo>
                    <a:pt x="81300" y="438860"/>
                  </a:lnTo>
                  <a:lnTo>
                    <a:pt x="83764" y="438391"/>
                  </a:lnTo>
                  <a:lnTo>
                    <a:pt x="86228" y="437916"/>
                  </a:lnTo>
                  <a:lnTo>
                    <a:pt x="88691" y="437434"/>
                  </a:lnTo>
                  <a:lnTo>
                    <a:pt x="91155" y="436947"/>
                  </a:lnTo>
                  <a:lnTo>
                    <a:pt x="93618" y="436456"/>
                  </a:lnTo>
                  <a:lnTo>
                    <a:pt x="96082" y="435958"/>
                  </a:lnTo>
                  <a:lnTo>
                    <a:pt x="98546" y="435457"/>
                  </a:lnTo>
                  <a:lnTo>
                    <a:pt x="101009" y="434952"/>
                  </a:lnTo>
                  <a:lnTo>
                    <a:pt x="103473" y="434442"/>
                  </a:lnTo>
                  <a:lnTo>
                    <a:pt x="105937" y="433929"/>
                  </a:lnTo>
                  <a:lnTo>
                    <a:pt x="108400" y="433414"/>
                  </a:lnTo>
                  <a:lnTo>
                    <a:pt x="110864" y="432896"/>
                  </a:lnTo>
                  <a:lnTo>
                    <a:pt x="113328" y="432375"/>
                  </a:lnTo>
                  <a:lnTo>
                    <a:pt x="115791" y="431853"/>
                  </a:lnTo>
                  <a:lnTo>
                    <a:pt x="118255" y="431330"/>
                  </a:lnTo>
                  <a:lnTo>
                    <a:pt x="120719" y="430804"/>
                  </a:lnTo>
                  <a:lnTo>
                    <a:pt x="123182" y="430278"/>
                  </a:lnTo>
                  <a:lnTo>
                    <a:pt x="125646" y="429752"/>
                  </a:lnTo>
                  <a:lnTo>
                    <a:pt x="128110" y="429225"/>
                  </a:lnTo>
                  <a:lnTo>
                    <a:pt x="130573" y="428698"/>
                  </a:lnTo>
                  <a:lnTo>
                    <a:pt x="133037" y="428170"/>
                  </a:lnTo>
                  <a:lnTo>
                    <a:pt x="135501" y="427644"/>
                  </a:lnTo>
                  <a:lnTo>
                    <a:pt x="137964" y="427118"/>
                  </a:lnTo>
                  <a:lnTo>
                    <a:pt x="140428" y="426592"/>
                  </a:lnTo>
                  <a:lnTo>
                    <a:pt x="142892" y="426067"/>
                  </a:lnTo>
                  <a:lnTo>
                    <a:pt x="145355" y="425544"/>
                  </a:lnTo>
                  <a:lnTo>
                    <a:pt x="147819" y="425021"/>
                  </a:lnTo>
                  <a:lnTo>
                    <a:pt x="150283" y="424499"/>
                  </a:lnTo>
                  <a:lnTo>
                    <a:pt x="152746" y="423979"/>
                  </a:lnTo>
                  <a:lnTo>
                    <a:pt x="155210" y="423460"/>
                  </a:lnTo>
                  <a:lnTo>
                    <a:pt x="157674" y="422943"/>
                  </a:lnTo>
                  <a:lnTo>
                    <a:pt x="160137" y="422427"/>
                  </a:lnTo>
                  <a:lnTo>
                    <a:pt x="162601" y="421912"/>
                  </a:lnTo>
                  <a:lnTo>
                    <a:pt x="165065" y="421399"/>
                  </a:lnTo>
                  <a:lnTo>
                    <a:pt x="167528" y="420887"/>
                  </a:lnTo>
                  <a:lnTo>
                    <a:pt x="169992" y="420376"/>
                  </a:lnTo>
                  <a:lnTo>
                    <a:pt x="172456" y="419867"/>
                  </a:lnTo>
                  <a:lnTo>
                    <a:pt x="174919" y="419359"/>
                  </a:lnTo>
                  <a:lnTo>
                    <a:pt x="177383" y="418852"/>
                  </a:lnTo>
                  <a:lnTo>
                    <a:pt x="179847" y="418346"/>
                  </a:lnTo>
                  <a:lnTo>
                    <a:pt x="182310" y="417842"/>
                  </a:lnTo>
                  <a:lnTo>
                    <a:pt x="184774" y="417339"/>
                  </a:lnTo>
                  <a:lnTo>
                    <a:pt x="187237" y="416836"/>
                  </a:lnTo>
                  <a:lnTo>
                    <a:pt x="189701" y="416335"/>
                  </a:lnTo>
                  <a:lnTo>
                    <a:pt x="192165" y="415834"/>
                  </a:lnTo>
                  <a:lnTo>
                    <a:pt x="194628" y="415335"/>
                  </a:lnTo>
                  <a:lnTo>
                    <a:pt x="197092" y="414837"/>
                  </a:lnTo>
                  <a:lnTo>
                    <a:pt x="199556" y="414339"/>
                  </a:lnTo>
                  <a:lnTo>
                    <a:pt x="202019" y="413842"/>
                  </a:lnTo>
                  <a:lnTo>
                    <a:pt x="204483" y="413347"/>
                  </a:lnTo>
                  <a:lnTo>
                    <a:pt x="206947" y="412852"/>
                  </a:lnTo>
                  <a:lnTo>
                    <a:pt x="209410" y="412358"/>
                  </a:lnTo>
                  <a:lnTo>
                    <a:pt x="211874" y="411866"/>
                  </a:lnTo>
                  <a:lnTo>
                    <a:pt x="214338" y="411375"/>
                  </a:lnTo>
                  <a:lnTo>
                    <a:pt x="216801" y="410885"/>
                  </a:lnTo>
                  <a:lnTo>
                    <a:pt x="219265" y="410398"/>
                  </a:lnTo>
                  <a:lnTo>
                    <a:pt x="221729" y="409911"/>
                  </a:lnTo>
                  <a:lnTo>
                    <a:pt x="224192" y="409427"/>
                  </a:lnTo>
                  <a:lnTo>
                    <a:pt x="226656" y="408944"/>
                  </a:lnTo>
                  <a:lnTo>
                    <a:pt x="229120" y="408465"/>
                  </a:lnTo>
                  <a:lnTo>
                    <a:pt x="231583" y="407987"/>
                  </a:lnTo>
                  <a:lnTo>
                    <a:pt x="234047" y="407512"/>
                  </a:lnTo>
                  <a:lnTo>
                    <a:pt x="236511" y="407041"/>
                  </a:lnTo>
                  <a:lnTo>
                    <a:pt x="238974" y="406572"/>
                  </a:lnTo>
                  <a:lnTo>
                    <a:pt x="241438" y="406107"/>
                  </a:lnTo>
                  <a:lnTo>
                    <a:pt x="243902" y="405646"/>
                  </a:lnTo>
                  <a:lnTo>
                    <a:pt x="246365" y="405189"/>
                  </a:lnTo>
                  <a:lnTo>
                    <a:pt x="248829" y="404737"/>
                  </a:lnTo>
                  <a:lnTo>
                    <a:pt x="251293" y="404290"/>
                  </a:lnTo>
                  <a:lnTo>
                    <a:pt x="253756" y="403846"/>
                  </a:lnTo>
                  <a:lnTo>
                    <a:pt x="256220" y="403409"/>
                  </a:lnTo>
                  <a:lnTo>
                    <a:pt x="258684" y="402978"/>
                  </a:lnTo>
                  <a:lnTo>
                    <a:pt x="261147" y="402551"/>
                  </a:lnTo>
                  <a:lnTo>
                    <a:pt x="263611" y="402130"/>
                  </a:lnTo>
                  <a:lnTo>
                    <a:pt x="266075" y="401718"/>
                  </a:lnTo>
                  <a:lnTo>
                    <a:pt x="268538" y="401310"/>
                  </a:lnTo>
                  <a:lnTo>
                    <a:pt x="271002" y="400908"/>
                  </a:lnTo>
                  <a:lnTo>
                    <a:pt x="273465" y="400515"/>
                  </a:lnTo>
                  <a:lnTo>
                    <a:pt x="275929" y="400127"/>
                  </a:lnTo>
                  <a:lnTo>
                    <a:pt x="278393" y="399746"/>
                  </a:lnTo>
                  <a:lnTo>
                    <a:pt x="280856" y="399374"/>
                  </a:lnTo>
                  <a:lnTo>
                    <a:pt x="283320" y="399007"/>
                  </a:lnTo>
                  <a:lnTo>
                    <a:pt x="285784" y="398645"/>
                  </a:lnTo>
                  <a:lnTo>
                    <a:pt x="288247" y="398294"/>
                  </a:lnTo>
                  <a:lnTo>
                    <a:pt x="290711" y="397947"/>
                  </a:lnTo>
                  <a:lnTo>
                    <a:pt x="293175" y="397605"/>
                  </a:lnTo>
                  <a:lnTo>
                    <a:pt x="295638" y="397273"/>
                  </a:lnTo>
                  <a:lnTo>
                    <a:pt x="298102" y="396945"/>
                  </a:lnTo>
                  <a:lnTo>
                    <a:pt x="300566" y="396621"/>
                  </a:lnTo>
                  <a:lnTo>
                    <a:pt x="303029" y="396305"/>
                  </a:lnTo>
                  <a:lnTo>
                    <a:pt x="305493" y="395992"/>
                  </a:lnTo>
                  <a:lnTo>
                    <a:pt x="307957" y="395683"/>
                  </a:lnTo>
                  <a:lnTo>
                    <a:pt x="310420" y="395379"/>
                  </a:lnTo>
                  <a:lnTo>
                    <a:pt x="312884" y="395078"/>
                  </a:lnTo>
                  <a:lnTo>
                    <a:pt x="315348" y="394779"/>
                  </a:lnTo>
                  <a:lnTo>
                    <a:pt x="317811" y="394483"/>
                  </a:lnTo>
                  <a:lnTo>
                    <a:pt x="320275" y="394188"/>
                  </a:lnTo>
                  <a:lnTo>
                    <a:pt x="322739" y="393893"/>
                  </a:lnTo>
                  <a:lnTo>
                    <a:pt x="325202" y="393599"/>
                  </a:lnTo>
                  <a:lnTo>
                    <a:pt x="327666" y="393304"/>
                  </a:lnTo>
                  <a:lnTo>
                    <a:pt x="330130" y="393007"/>
                  </a:lnTo>
                  <a:lnTo>
                    <a:pt x="332593" y="392708"/>
                  </a:lnTo>
                  <a:lnTo>
                    <a:pt x="335057" y="392405"/>
                  </a:lnTo>
                  <a:lnTo>
                    <a:pt x="337521" y="392099"/>
                  </a:lnTo>
                  <a:lnTo>
                    <a:pt x="339984" y="391789"/>
                  </a:lnTo>
                  <a:lnTo>
                    <a:pt x="342448" y="391471"/>
                  </a:lnTo>
                  <a:lnTo>
                    <a:pt x="344912" y="391148"/>
                  </a:lnTo>
                  <a:lnTo>
                    <a:pt x="347375" y="390819"/>
                  </a:lnTo>
                  <a:lnTo>
                    <a:pt x="349839" y="390480"/>
                  </a:lnTo>
                  <a:lnTo>
                    <a:pt x="352303" y="390134"/>
                  </a:lnTo>
                  <a:lnTo>
                    <a:pt x="354766" y="389779"/>
                  </a:lnTo>
                  <a:lnTo>
                    <a:pt x="357230" y="389411"/>
                  </a:lnTo>
                  <a:lnTo>
                    <a:pt x="359694" y="389034"/>
                  </a:lnTo>
                  <a:lnTo>
                    <a:pt x="362157" y="388648"/>
                  </a:lnTo>
                  <a:lnTo>
                    <a:pt x="364621" y="388245"/>
                  </a:lnTo>
                  <a:lnTo>
                    <a:pt x="367084" y="387832"/>
                  </a:lnTo>
                  <a:lnTo>
                    <a:pt x="369548" y="387410"/>
                  </a:lnTo>
                  <a:lnTo>
                    <a:pt x="372012" y="386967"/>
                  </a:lnTo>
                  <a:lnTo>
                    <a:pt x="374475" y="386514"/>
                  </a:lnTo>
                  <a:lnTo>
                    <a:pt x="376939" y="386049"/>
                  </a:lnTo>
                  <a:lnTo>
                    <a:pt x="379403" y="385565"/>
                  </a:lnTo>
                  <a:lnTo>
                    <a:pt x="381866" y="385068"/>
                  </a:lnTo>
                  <a:lnTo>
                    <a:pt x="384330" y="384559"/>
                  </a:lnTo>
                  <a:lnTo>
                    <a:pt x="386794" y="384030"/>
                  </a:lnTo>
                  <a:lnTo>
                    <a:pt x="389257" y="383488"/>
                  </a:lnTo>
                  <a:lnTo>
                    <a:pt x="391721" y="382934"/>
                  </a:lnTo>
                  <a:lnTo>
                    <a:pt x="394185" y="382361"/>
                  </a:lnTo>
                  <a:lnTo>
                    <a:pt x="396648" y="381773"/>
                  </a:lnTo>
                  <a:lnTo>
                    <a:pt x="399112" y="381174"/>
                  </a:lnTo>
                  <a:lnTo>
                    <a:pt x="401576" y="380558"/>
                  </a:lnTo>
                  <a:lnTo>
                    <a:pt x="404039" y="379926"/>
                  </a:lnTo>
                  <a:lnTo>
                    <a:pt x="406503" y="379284"/>
                  </a:lnTo>
                  <a:lnTo>
                    <a:pt x="408967" y="378627"/>
                  </a:lnTo>
                  <a:lnTo>
                    <a:pt x="411430" y="377955"/>
                  </a:lnTo>
                  <a:lnTo>
                    <a:pt x="413894" y="377272"/>
                  </a:lnTo>
                  <a:lnTo>
                    <a:pt x="416358" y="376577"/>
                  </a:lnTo>
                  <a:lnTo>
                    <a:pt x="418821" y="375868"/>
                  </a:lnTo>
                  <a:lnTo>
                    <a:pt x="421285" y="375149"/>
                  </a:lnTo>
                  <a:lnTo>
                    <a:pt x="423749" y="374420"/>
                  </a:lnTo>
                  <a:lnTo>
                    <a:pt x="426212" y="373677"/>
                  </a:lnTo>
                  <a:lnTo>
                    <a:pt x="428676" y="372926"/>
                  </a:lnTo>
                  <a:lnTo>
                    <a:pt x="431140" y="372167"/>
                  </a:lnTo>
                  <a:lnTo>
                    <a:pt x="433603" y="371395"/>
                  </a:lnTo>
                  <a:lnTo>
                    <a:pt x="436067" y="370616"/>
                  </a:lnTo>
                  <a:lnTo>
                    <a:pt x="438531" y="369830"/>
                  </a:lnTo>
                  <a:lnTo>
                    <a:pt x="440994" y="369032"/>
                  </a:lnTo>
                  <a:lnTo>
                    <a:pt x="443458" y="368228"/>
                  </a:lnTo>
                  <a:lnTo>
                    <a:pt x="445922" y="367418"/>
                  </a:lnTo>
                  <a:lnTo>
                    <a:pt x="448385" y="366597"/>
                  </a:lnTo>
                  <a:lnTo>
                    <a:pt x="450849" y="365770"/>
                  </a:lnTo>
                  <a:lnTo>
                    <a:pt x="453312" y="364938"/>
                  </a:lnTo>
                  <a:lnTo>
                    <a:pt x="455776" y="364095"/>
                  </a:lnTo>
                  <a:lnTo>
                    <a:pt x="458240" y="363245"/>
                  </a:lnTo>
                  <a:lnTo>
                    <a:pt x="460703" y="362389"/>
                  </a:lnTo>
                  <a:lnTo>
                    <a:pt x="463167" y="361522"/>
                  </a:lnTo>
                  <a:lnTo>
                    <a:pt x="465631" y="360647"/>
                  </a:lnTo>
                  <a:lnTo>
                    <a:pt x="468094" y="359765"/>
                  </a:lnTo>
                  <a:lnTo>
                    <a:pt x="470558" y="358872"/>
                  </a:lnTo>
                  <a:lnTo>
                    <a:pt x="473022" y="357968"/>
                  </a:lnTo>
                  <a:lnTo>
                    <a:pt x="475485" y="357055"/>
                  </a:lnTo>
                  <a:lnTo>
                    <a:pt x="477949" y="356128"/>
                  </a:lnTo>
                  <a:lnTo>
                    <a:pt x="480413" y="355187"/>
                  </a:lnTo>
                  <a:lnTo>
                    <a:pt x="482876" y="354235"/>
                  </a:lnTo>
                  <a:lnTo>
                    <a:pt x="485340" y="353267"/>
                  </a:lnTo>
                  <a:lnTo>
                    <a:pt x="487804" y="352280"/>
                  </a:lnTo>
                  <a:lnTo>
                    <a:pt x="490267" y="351278"/>
                  </a:lnTo>
                  <a:lnTo>
                    <a:pt x="492731" y="350258"/>
                  </a:lnTo>
                  <a:lnTo>
                    <a:pt x="495195" y="349211"/>
                  </a:lnTo>
                  <a:lnTo>
                    <a:pt x="497658" y="348147"/>
                  </a:lnTo>
                  <a:lnTo>
                    <a:pt x="500122" y="347061"/>
                  </a:lnTo>
                  <a:lnTo>
                    <a:pt x="502586" y="345941"/>
                  </a:lnTo>
                  <a:lnTo>
                    <a:pt x="505049" y="344799"/>
                  </a:lnTo>
                  <a:lnTo>
                    <a:pt x="507513" y="343632"/>
                  </a:lnTo>
                  <a:lnTo>
                    <a:pt x="509977" y="342422"/>
                  </a:lnTo>
                  <a:lnTo>
                    <a:pt x="512440" y="341185"/>
                  </a:lnTo>
                  <a:lnTo>
                    <a:pt x="514904" y="339921"/>
                  </a:lnTo>
                  <a:lnTo>
                    <a:pt x="517368" y="338603"/>
                  </a:lnTo>
                  <a:lnTo>
                    <a:pt x="519831" y="337253"/>
                  </a:lnTo>
                  <a:lnTo>
                    <a:pt x="522295" y="335872"/>
                  </a:lnTo>
                  <a:lnTo>
                    <a:pt x="524759" y="334429"/>
                  </a:lnTo>
                  <a:lnTo>
                    <a:pt x="527222" y="332949"/>
                  </a:lnTo>
                  <a:lnTo>
                    <a:pt x="529686" y="331432"/>
                  </a:lnTo>
                  <a:lnTo>
                    <a:pt x="532150" y="329849"/>
                  </a:lnTo>
                  <a:lnTo>
                    <a:pt x="534613" y="328219"/>
                  </a:lnTo>
                  <a:lnTo>
                    <a:pt x="537077" y="326548"/>
                  </a:lnTo>
                  <a:lnTo>
                    <a:pt x="539541" y="324808"/>
                  </a:lnTo>
                  <a:lnTo>
                    <a:pt x="542004" y="323013"/>
                  </a:lnTo>
                  <a:lnTo>
                    <a:pt x="544468" y="321173"/>
                  </a:lnTo>
                  <a:lnTo>
                    <a:pt x="546931" y="319261"/>
                  </a:lnTo>
                  <a:lnTo>
                    <a:pt x="549395" y="317286"/>
                  </a:lnTo>
                  <a:lnTo>
                    <a:pt x="551859" y="315262"/>
                  </a:lnTo>
                  <a:lnTo>
                    <a:pt x="554322" y="313167"/>
                  </a:lnTo>
                  <a:lnTo>
                    <a:pt x="556786" y="311000"/>
                  </a:lnTo>
                  <a:lnTo>
                    <a:pt x="559250" y="308783"/>
                  </a:lnTo>
                  <a:lnTo>
                    <a:pt x="561713" y="306495"/>
                  </a:lnTo>
                  <a:lnTo>
                    <a:pt x="564177" y="304129"/>
                  </a:lnTo>
                  <a:lnTo>
                    <a:pt x="566641" y="301711"/>
                  </a:lnTo>
                  <a:lnTo>
                    <a:pt x="569104" y="299227"/>
                  </a:lnTo>
                  <a:lnTo>
                    <a:pt x="571568" y="296658"/>
                  </a:lnTo>
                  <a:lnTo>
                    <a:pt x="574032" y="294037"/>
                  </a:lnTo>
                  <a:lnTo>
                    <a:pt x="576495" y="291355"/>
                  </a:lnTo>
                  <a:lnTo>
                    <a:pt x="578959" y="288584"/>
                  </a:lnTo>
                  <a:lnTo>
                    <a:pt x="581423" y="285764"/>
                  </a:lnTo>
                  <a:lnTo>
                    <a:pt x="583886" y="282888"/>
                  </a:lnTo>
                  <a:lnTo>
                    <a:pt x="586350" y="279923"/>
                  </a:lnTo>
                  <a:lnTo>
                    <a:pt x="588814" y="276910"/>
                  </a:lnTo>
                  <a:lnTo>
                    <a:pt x="591277" y="273850"/>
                  </a:lnTo>
                  <a:lnTo>
                    <a:pt x="593741" y="270702"/>
                  </a:lnTo>
                  <a:lnTo>
                    <a:pt x="596205" y="267511"/>
                  </a:lnTo>
                  <a:lnTo>
                    <a:pt x="598668" y="264277"/>
                  </a:lnTo>
                  <a:lnTo>
                    <a:pt x="601132" y="260967"/>
                  </a:lnTo>
                  <a:lnTo>
                    <a:pt x="603596" y="257617"/>
                  </a:lnTo>
                  <a:lnTo>
                    <a:pt x="606059" y="254228"/>
                  </a:lnTo>
                  <a:lnTo>
                    <a:pt x="608523" y="250778"/>
                  </a:lnTo>
                  <a:lnTo>
                    <a:pt x="610987" y="247291"/>
                  </a:lnTo>
                  <a:lnTo>
                    <a:pt x="613450" y="243773"/>
                  </a:lnTo>
                  <a:lnTo>
                    <a:pt x="615914" y="240208"/>
                  </a:lnTo>
                  <a:lnTo>
                    <a:pt x="618378" y="236612"/>
                  </a:lnTo>
                  <a:lnTo>
                    <a:pt x="620841" y="232994"/>
                  </a:lnTo>
                  <a:lnTo>
                    <a:pt x="623305" y="229343"/>
                  </a:lnTo>
                  <a:lnTo>
                    <a:pt x="625769" y="225670"/>
                  </a:lnTo>
                  <a:lnTo>
                    <a:pt x="628232" y="221983"/>
                  </a:lnTo>
                  <a:lnTo>
                    <a:pt x="630696" y="218279"/>
                  </a:lnTo>
                  <a:lnTo>
                    <a:pt x="633159" y="214563"/>
                  </a:lnTo>
                  <a:lnTo>
                    <a:pt x="635623" y="210842"/>
                  </a:lnTo>
                  <a:lnTo>
                    <a:pt x="638087" y="207117"/>
                  </a:lnTo>
                  <a:lnTo>
                    <a:pt x="640550" y="203394"/>
                  </a:lnTo>
                  <a:lnTo>
                    <a:pt x="643014" y="199674"/>
                  </a:lnTo>
                  <a:lnTo>
                    <a:pt x="645478" y="195963"/>
                  </a:lnTo>
                  <a:lnTo>
                    <a:pt x="647941" y="192267"/>
                  </a:lnTo>
                  <a:lnTo>
                    <a:pt x="650405" y="188586"/>
                  </a:lnTo>
                  <a:lnTo>
                    <a:pt x="652869" y="184921"/>
                  </a:lnTo>
                  <a:lnTo>
                    <a:pt x="655332" y="181288"/>
                  </a:lnTo>
                  <a:lnTo>
                    <a:pt x="657796" y="177677"/>
                  </a:lnTo>
                  <a:lnTo>
                    <a:pt x="660260" y="174091"/>
                  </a:lnTo>
                  <a:lnTo>
                    <a:pt x="662723" y="170553"/>
                  </a:lnTo>
                  <a:lnTo>
                    <a:pt x="665187" y="167044"/>
                  </a:lnTo>
                  <a:lnTo>
                    <a:pt x="667651" y="163564"/>
                  </a:lnTo>
                  <a:lnTo>
                    <a:pt x="670114" y="160148"/>
                  </a:lnTo>
                  <a:lnTo>
                    <a:pt x="672578" y="156767"/>
                  </a:lnTo>
                  <a:lnTo>
                    <a:pt x="675042" y="153422"/>
                  </a:lnTo>
                  <a:lnTo>
                    <a:pt x="677505" y="150146"/>
                  </a:lnTo>
                  <a:lnTo>
                    <a:pt x="679969" y="146915"/>
                  </a:lnTo>
                  <a:lnTo>
                    <a:pt x="682433" y="143723"/>
                  </a:lnTo>
                  <a:lnTo>
                    <a:pt x="684896" y="140604"/>
                  </a:lnTo>
                  <a:lnTo>
                    <a:pt x="687360" y="137536"/>
                  </a:lnTo>
                  <a:lnTo>
                    <a:pt x="689824" y="134510"/>
                  </a:lnTo>
                  <a:lnTo>
                    <a:pt x="692287" y="131556"/>
                  </a:lnTo>
                  <a:lnTo>
                    <a:pt x="694751" y="128658"/>
                  </a:lnTo>
                  <a:lnTo>
                    <a:pt x="697215" y="125804"/>
                  </a:lnTo>
                  <a:lnTo>
                    <a:pt x="699678" y="123017"/>
                  </a:lnTo>
                  <a:lnTo>
                    <a:pt x="702142" y="120288"/>
                  </a:lnTo>
                  <a:lnTo>
                    <a:pt x="704606" y="117602"/>
                  </a:lnTo>
                  <a:lnTo>
                    <a:pt x="707069" y="114976"/>
                  </a:lnTo>
                  <a:lnTo>
                    <a:pt x="709533" y="112409"/>
                  </a:lnTo>
                  <a:lnTo>
                    <a:pt x="711997" y="109881"/>
                  </a:lnTo>
                  <a:lnTo>
                    <a:pt x="714460" y="107404"/>
                  </a:lnTo>
                  <a:lnTo>
                    <a:pt x="716924" y="104982"/>
                  </a:lnTo>
                  <a:lnTo>
                    <a:pt x="719388" y="102595"/>
                  </a:lnTo>
                  <a:lnTo>
                    <a:pt x="721851" y="100249"/>
                  </a:lnTo>
                  <a:lnTo>
                    <a:pt x="724315" y="97952"/>
                  </a:lnTo>
                  <a:lnTo>
                    <a:pt x="726778" y="95682"/>
                  </a:lnTo>
                  <a:lnTo>
                    <a:pt x="729242" y="93443"/>
                  </a:lnTo>
                  <a:lnTo>
                    <a:pt x="731706" y="91244"/>
                  </a:lnTo>
                  <a:lnTo>
                    <a:pt x="734169" y="89065"/>
                  </a:lnTo>
                  <a:lnTo>
                    <a:pt x="736633" y="86907"/>
                  </a:lnTo>
                  <a:lnTo>
                    <a:pt x="739097" y="84777"/>
                  </a:lnTo>
                  <a:lnTo>
                    <a:pt x="741560" y="82659"/>
                  </a:lnTo>
                  <a:lnTo>
                    <a:pt x="744024" y="80554"/>
                  </a:lnTo>
                  <a:lnTo>
                    <a:pt x="746488" y="78463"/>
                  </a:lnTo>
                  <a:lnTo>
                    <a:pt x="748951" y="76378"/>
                  </a:lnTo>
                  <a:lnTo>
                    <a:pt x="751415" y="74296"/>
                  </a:lnTo>
                  <a:lnTo>
                    <a:pt x="753879" y="72217"/>
                  </a:lnTo>
                  <a:lnTo>
                    <a:pt x="756342" y="70137"/>
                  </a:lnTo>
                  <a:lnTo>
                    <a:pt x="758806" y="68054"/>
                  </a:lnTo>
                  <a:lnTo>
                    <a:pt x="761270" y="65965"/>
                  </a:lnTo>
                  <a:lnTo>
                    <a:pt x="763733" y="63868"/>
                  </a:lnTo>
                  <a:lnTo>
                    <a:pt x="766197" y="61764"/>
                  </a:lnTo>
                  <a:lnTo>
                    <a:pt x="768661" y="59647"/>
                  </a:lnTo>
                  <a:lnTo>
                    <a:pt x="771124" y="57519"/>
                  </a:lnTo>
                  <a:lnTo>
                    <a:pt x="773588" y="55381"/>
                  </a:lnTo>
                  <a:lnTo>
                    <a:pt x="776052" y="53230"/>
                  </a:lnTo>
                  <a:lnTo>
                    <a:pt x="778515" y="51065"/>
                  </a:lnTo>
                  <a:lnTo>
                    <a:pt x="780979" y="48893"/>
                  </a:lnTo>
                  <a:lnTo>
                    <a:pt x="783443" y="46709"/>
                  </a:lnTo>
                  <a:lnTo>
                    <a:pt x="785906" y="44515"/>
                  </a:lnTo>
                  <a:lnTo>
                    <a:pt x="788370" y="42317"/>
                  </a:lnTo>
                  <a:lnTo>
                    <a:pt x="790834" y="40114"/>
                  </a:lnTo>
                  <a:lnTo>
                    <a:pt x="793297" y="37911"/>
                  </a:lnTo>
                  <a:lnTo>
                    <a:pt x="795761" y="35710"/>
                  </a:lnTo>
                  <a:lnTo>
                    <a:pt x="798225" y="33515"/>
                  </a:lnTo>
                  <a:lnTo>
                    <a:pt x="800688" y="31334"/>
                  </a:lnTo>
                  <a:lnTo>
                    <a:pt x="803152" y="29167"/>
                  </a:lnTo>
                  <a:lnTo>
                    <a:pt x="805616" y="27017"/>
                  </a:lnTo>
                  <a:lnTo>
                    <a:pt x="808079" y="24905"/>
                  </a:lnTo>
                  <a:lnTo>
                    <a:pt x="810543" y="22821"/>
                  </a:lnTo>
                  <a:lnTo>
                    <a:pt x="813006" y="20767"/>
                  </a:lnTo>
                  <a:lnTo>
                    <a:pt x="815470" y="18780"/>
                  </a:lnTo>
                  <a:lnTo>
                    <a:pt x="817934" y="16839"/>
                  </a:lnTo>
                  <a:lnTo>
                    <a:pt x="820397" y="14943"/>
                  </a:lnTo>
                  <a:lnTo>
                    <a:pt x="822861" y="13149"/>
                  </a:lnTo>
                  <a:lnTo>
                    <a:pt x="825325" y="11421"/>
                  </a:lnTo>
                  <a:lnTo>
                    <a:pt x="827788" y="9758"/>
                  </a:lnTo>
                  <a:lnTo>
                    <a:pt x="830252" y="8228"/>
                  </a:lnTo>
                  <a:lnTo>
                    <a:pt x="832716" y="6791"/>
                  </a:lnTo>
                  <a:lnTo>
                    <a:pt x="835179" y="5439"/>
                  </a:lnTo>
                  <a:lnTo>
                    <a:pt x="837643" y="4248"/>
                  </a:lnTo>
                  <a:lnTo>
                    <a:pt x="840107" y="3183"/>
                  </a:lnTo>
                  <a:lnTo>
                    <a:pt x="842570" y="2226"/>
                  </a:lnTo>
                  <a:lnTo>
                    <a:pt x="845034" y="1453"/>
                  </a:lnTo>
                  <a:lnTo>
                    <a:pt x="847498" y="842"/>
                  </a:lnTo>
                  <a:lnTo>
                    <a:pt x="849961" y="359"/>
                  </a:lnTo>
                  <a:lnTo>
                    <a:pt x="852425" y="79"/>
                  </a:lnTo>
                  <a:lnTo>
                    <a:pt x="854889" y="0"/>
                  </a:lnTo>
                  <a:lnTo>
                    <a:pt x="857352" y="67"/>
                  </a:lnTo>
                  <a:lnTo>
                    <a:pt x="859816" y="352"/>
                  </a:lnTo>
                  <a:lnTo>
                    <a:pt x="862280" y="874"/>
                  </a:lnTo>
                  <a:lnTo>
                    <a:pt x="864743" y="1561"/>
                  </a:lnTo>
                  <a:lnTo>
                    <a:pt x="867207" y="2470"/>
                  </a:lnTo>
                  <a:lnTo>
                    <a:pt x="869671" y="3653"/>
                  </a:lnTo>
                  <a:lnTo>
                    <a:pt x="872134" y="5014"/>
                  </a:lnTo>
                  <a:lnTo>
                    <a:pt x="874598" y="6596"/>
                  </a:lnTo>
                  <a:lnTo>
                    <a:pt x="877062" y="8485"/>
                  </a:lnTo>
                  <a:lnTo>
                    <a:pt x="879525" y="10560"/>
                  </a:lnTo>
                  <a:lnTo>
                    <a:pt x="881989" y="12850"/>
                  </a:lnTo>
                  <a:lnTo>
                    <a:pt x="884453" y="15472"/>
                  </a:lnTo>
                  <a:lnTo>
                    <a:pt x="886916" y="18284"/>
                  </a:lnTo>
                  <a:lnTo>
                    <a:pt x="889380" y="21297"/>
                  </a:lnTo>
                  <a:lnTo>
                    <a:pt x="891844" y="24662"/>
                  </a:lnTo>
                  <a:lnTo>
                    <a:pt x="894307" y="28215"/>
                  </a:lnTo>
                  <a:lnTo>
                    <a:pt x="896771" y="31956"/>
                  </a:lnTo>
                  <a:lnTo>
                    <a:pt x="899235" y="36045"/>
                  </a:lnTo>
                  <a:lnTo>
                    <a:pt x="901698" y="40322"/>
                  </a:lnTo>
                  <a:lnTo>
                    <a:pt x="904162" y="44780"/>
                  </a:lnTo>
                  <a:lnTo>
                    <a:pt x="906625" y="49552"/>
                  </a:lnTo>
                  <a:lnTo>
                    <a:pt x="909089" y="54516"/>
                  </a:lnTo>
                  <a:lnTo>
                    <a:pt x="911553" y="59650"/>
                  </a:lnTo>
                  <a:lnTo>
                    <a:pt x="914016" y="65058"/>
                  </a:lnTo>
                  <a:lnTo>
                    <a:pt x="916480" y="70655"/>
                  </a:lnTo>
                  <a:lnTo>
                    <a:pt x="918944" y="76403"/>
                  </a:lnTo>
                  <a:lnTo>
                    <a:pt x="921407" y="82383"/>
                  </a:lnTo>
                  <a:lnTo>
                    <a:pt x="923871" y="88540"/>
                  </a:lnTo>
                  <a:lnTo>
                    <a:pt x="926335" y="94828"/>
                  </a:lnTo>
                  <a:lnTo>
                    <a:pt x="928798" y="101301"/>
                  </a:lnTo>
                  <a:lnTo>
                    <a:pt x="931262" y="107932"/>
                  </a:lnTo>
                  <a:lnTo>
                    <a:pt x="933726" y="114668"/>
                  </a:lnTo>
                  <a:lnTo>
                    <a:pt x="936189" y="121546"/>
                  </a:lnTo>
                  <a:lnTo>
                    <a:pt x="938653" y="128553"/>
                  </a:lnTo>
                  <a:lnTo>
                    <a:pt x="941117" y="135639"/>
                  </a:lnTo>
                  <a:lnTo>
                    <a:pt x="943580" y="142822"/>
                  </a:lnTo>
                  <a:lnTo>
                    <a:pt x="946044" y="150100"/>
                  </a:lnTo>
                  <a:lnTo>
                    <a:pt x="948508" y="157430"/>
                  </a:lnTo>
                  <a:lnTo>
                    <a:pt x="950971" y="164816"/>
                  </a:lnTo>
                  <a:lnTo>
                    <a:pt x="953435" y="172258"/>
                  </a:lnTo>
                  <a:lnTo>
                    <a:pt x="955899" y="179722"/>
                  </a:lnTo>
                  <a:lnTo>
                    <a:pt x="958362" y="187208"/>
                  </a:lnTo>
                  <a:lnTo>
                    <a:pt x="960826" y="194705"/>
                  </a:lnTo>
                  <a:lnTo>
                    <a:pt x="963290" y="202196"/>
                  </a:lnTo>
                  <a:lnTo>
                    <a:pt x="965753" y="209680"/>
                  </a:lnTo>
                  <a:lnTo>
                    <a:pt x="968217" y="217126"/>
                  </a:lnTo>
                  <a:lnTo>
                    <a:pt x="970681" y="224542"/>
                  </a:lnTo>
                  <a:lnTo>
                    <a:pt x="973144" y="231925"/>
                  </a:lnTo>
                  <a:lnTo>
                    <a:pt x="975608" y="239226"/>
                  </a:lnTo>
                  <a:lnTo>
                    <a:pt x="978072" y="246470"/>
                  </a:lnTo>
                  <a:lnTo>
                    <a:pt x="980535" y="253658"/>
                  </a:lnTo>
                  <a:lnTo>
                    <a:pt x="982999" y="260732"/>
                  </a:lnTo>
                  <a:lnTo>
                    <a:pt x="985463" y="267720"/>
                  </a:lnTo>
                  <a:lnTo>
                    <a:pt x="987926" y="274632"/>
                  </a:lnTo>
                  <a:lnTo>
                    <a:pt x="990390" y="281403"/>
                  </a:lnTo>
                  <a:lnTo>
                    <a:pt x="992853" y="288063"/>
                  </a:lnTo>
                  <a:lnTo>
                    <a:pt x="995317" y="294629"/>
                  </a:lnTo>
                  <a:lnTo>
                    <a:pt x="997781" y="301038"/>
                  </a:lnTo>
                  <a:lnTo>
                    <a:pt x="1000244" y="307310"/>
                  </a:lnTo>
                  <a:lnTo>
                    <a:pt x="1002708" y="313475"/>
                  </a:lnTo>
                  <a:lnTo>
                    <a:pt x="1005172" y="319475"/>
                  </a:lnTo>
                  <a:lnTo>
                    <a:pt x="1007635" y="325313"/>
                  </a:lnTo>
                  <a:lnTo>
                    <a:pt x="1010099" y="331035"/>
                  </a:lnTo>
                  <a:lnTo>
                    <a:pt x="1012563" y="336591"/>
                  </a:lnTo>
                  <a:lnTo>
                    <a:pt x="1015026" y="341965"/>
                  </a:lnTo>
                  <a:lnTo>
                    <a:pt x="1017490" y="347217"/>
                  </a:lnTo>
                  <a:lnTo>
                    <a:pt x="1019954" y="352308"/>
                  </a:lnTo>
                  <a:lnTo>
                    <a:pt x="1022417" y="357200"/>
                  </a:lnTo>
                  <a:lnTo>
                    <a:pt x="1024881" y="361968"/>
                  </a:lnTo>
                  <a:lnTo>
                    <a:pt x="1027345" y="366583"/>
                  </a:lnTo>
                  <a:lnTo>
                    <a:pt x="1029808" y="370989"/>
                  </a:lnTo>
                  <a:lnTo>
                    <a:pt x="1032272" y="375271"/>
                  </a:lnTo>
                  <a:lnTo>
                    <a:pt x="1034736" y="379413"/>
                  </a:lnTo>
                  <a:lnTo>
                    <a:pt x="1037199" y="383338"/>
                  </a:lnTo>
                  <a:lnTo>
                    <a:pt x="1039663" y="387143"/>
                  </a:lnTo>
                  <a:lnTo>
                    <a:pt x="1042127" y="390823"/>
                  </a:lnTo>
                  <a:lnTo>
                    <a:pt x="1044590" y="394283"/>
                  </a:lnTo>
                  <a:lnTo>
                    <a:pt x="1047054" y="397628"/>
                  </a:lnTo>
                  <a:lnTo>
                    <a:pt x="1049518" y="400859"/>
                  </a:lnTo>
                  <a:lnTo>
                    <a:pt x="1051981" y="403883"/>
                  </a:lnTo>
                  <a:lnTo>
                    <a:pt x="1054445" y="406794"/>
                  </a:lnTo>
                  <a:lnTo>
                    <a:pt x="1056909" y="409598"/>
                  </a:lnTo>
                  <a:lnTo>
                    <a:pt x="1059372" y="412220"/>
                  </a:lnTo>
                  <a:lnTo>
                    <a:pt x="1061836" y="414727"/>
                  </a:lnTo>
                  <a:lnTo>
                    <a:pt x="1064300" y="417135"/>
                  </a:lnTo>
                  <a:lnTo>
                    <a:pt x="1066763" y="419385"/>
                  </a:lnTo>
                  <a:lnTo>
                    <a:pt x="1069227" y="421522"/>
                  </a:lnTo>
                  <a:lnTo>
                    <a:pt x="1071691" y="423571"/>
                  </a:lnTo>
                  <a:lnTo>
                    <a:pt x="1074154" y="425483"/>
                  </a:lnTo>
                  <a:lnTo>
                    <a:pt x="1076618" y="427287"/>
                  </a:lnTo>
                  <a:lnTo>
                    <a:pt x="1079082" y="429011"/>
                  </a:lnTo>
                  <a:lnTo>
                    <a:pt x="1081545" y="430621"/>
                  </a:lnTo>
                  <a:lnTo>
                    <a:pt x="1084009" y="432128"/>
                  </a:lnTo>
                  <a:lnTo>
                    <a:pt x="1086472" y="433565"/>
                  </a:lnTo>
                  <a:lnTo>
                    <a:pt x="1088936" y="434908"/>
                  </a:lnTo>
                  <a:lnTo>
                    <a:pt x="1091400" y="436154"/>
                  </a:lnTo>
                  <a:lnTo>
                    <a:pt x="1093863" y="437340"/>
                  </a:lnTo>
                  <a:lnTo>
                    <a:pt x="1096327" y="438449"/>
                  </a:lnTo>
                  <a:lnTo>
                    <a:pt x="1098791" y="439470"/>
                  </a:lnTo>
                  <a:lnTo>
                    <a:pt x="1101254" y="440439"/>
                  </a:lnTo>
                  <a:lnTo>
                    <a:pt x="1103718" y="441346"/>
                  </a:lnTo>
                  <a:lnTo>
                    <a:pt x="1106182" y="442174"/>
                  </a:lnTo>
                  <a:lnTo>
                    <a:pt x="1108645" y="442958"/>
                  </a:lnTo>
                  <a:lnTo>
                    <a:pt x="1111109" y="443693"/>
                  </a:lnTo>
                  <a:lnTo>
                    <a:pt x="1113573" y="444358"/>
                  </a:lnTo>
                  <a:lnTo>
                    <a:pt x="1116036" y="444986"/>
                  </a:lnTo>
                  <a:lnTo>
                    <a:pt x="1118500" y="445577"/>
                  </a:lnTo>
                  <a:lnTo>
                    <a:pt x="1120964" y="446105"/>
                  </a:lnTo>
                  <a:lnTo>
                    <a:pt x="1123427" y="446604"/>
                  </a:lnTo>
                  <a:lnTo>
                    <a:pt x="1125891" y="447072"/>
                  </a:lnTo>
                  <a:lnTo>
                    <a:pt x="1128355" y="447490"/>
                  </a:lnTo>
                  <a:lnTo>
                    <a:pt x="1130818" y="447881"/>
                  </a:lnTo>
                  <a:lnTo>
                    <a:pt x="1133282" y="448248"/>
                  </a:lnTo>
                  <a:lnTo>
                    <a:pt x="1135746" y="448576"/>
                  </a:lnTo>
                  <a:lnTo>
                    <a:pt x="1138209" y="448880"/>
                  </a:lnTo>
                  <a:lnTo>
                    <a:pt x="1140673" y="449165"/>
                  </a:lnTo>
                  <a:lnTo>
                    <a:pt x="1143137" y="449420"/>
                  </a:lnTo>
                  <a:lnTo>
                    <a:pt x="1145600" y="449655"/>
                  </a:lnTo>
                  <a:lnTo>
                    <a:pt x="1148064" y="449874"/>
                  </a:lnTo>
                  <a:lnTo>
                    <a:pt x="1150528" y="450070"/>
                  </a:lnTo>
                  <a:lnTo>
                    <a:pt x="1152991" y="450249"/>
                  </a:lnTo>
                  <a:lnTo>
                    <a:pt x="1155455" y="450416"/>
                  </a:lnTo>
                  <a:lnTo>
                    <a:pt x="1157919" y="450565"/>
                  </a:lnTo>
                  <a:lnTo>
                    <a:pt x="1160382" y="450701"/>
                  </a:lnTo>
                  <a:lnTo>
                    <a:pt x="1162846" y="450826"/>
                  </a:lnTo>
                  <a:lnTo>
                    <a:pt x="1165310" y="450940"/>
                  </a:lnTo>
                  <a:lnTo>
                    <a:pt x="1167773" y="451041"/>
                  </a:lnTo>
                  <a:lnTo>
                    <a:pt x="1170237" y="451135"/>
                  </a:lnTo>
                  <a:lnTo>
                    <a:pt x="1172701" y="451220"/>
                  </a:lnTo>
                  <a:lnTo>
                    <a:pt x="1175164" y="451295"/>
                  </a:lnTo>
                  <a:lnTo>
                    <a:pt x="1177628" y="451364"/>
                  </a:lnTo>
                  <a:lnTo>
                    <a:pt x="1180091" y="451427"/>
                  </a:lnTo>
                  <a:lnTo>
                    <a:pt x="1182555" y="451482"/>
                  </a:lnTo>
                  <a:lnTo>
                    <a:pt x="1185019" y="451533"/>
                  </a:lnTo>
                  <a:lnTo>
                    <a:pt x="1187482" y="451580"/>
                  </a:lnTo>
                  <a:lnTo>
                    <a:pt x="1189946" y="451620"/>
                  </a:lnTo>
                  <a:lnTo>
                    <a:pt x="1192410" y="451656"/>
                  </a:lnTo>
                  <a:lnTo>
                    <a:pt x="1194873" y="451690"/>
                  </a:lnTo>
                  <a:lnTo>
                    <a:pt x="1197337" y="451719"/>
                  </a:lnTo>
                  <a:lnTo>
                    <a:pt x="1199801" y="451746"/>
                  </a:lnTo>
                  <a:lnTo>
                    <a:pt x="1202264" y="451770"/>
                  </a:lnTo>
                  <a:lnTo>
                    <a:pt x="1204728" y="451791"/>
                  </a:lnTo>
                  <a:lnTo>
                    <a:pt x="1207192" y="451809"/>
                  </a:lnTo>
                  <a:lnTo>
                    <a:pt x="1209655" y="451827"/>
                  </a:lnTo>
                  <a:lnTo>
                    <a:pt x="1212119" y="451841"/>
                  </a:lnTo>
                  <a:lnTo>
                    <a:pt x="1214583" y="451855"/>
                  </a:lnTo>
                  <a:lnTo>
                    <a:pt x="1217046" y="451867"/>
                  </a:lnTo>
                  <a:lnTo>
                    <a:pt x="1219510" y="451877"/>
                  </a:lnTo>
                  <a:lnTo>
                    <a:pt x="1221974" y="451887"/>
                  </a:lnTo>
                  <a:lnTo>
                    <a:pt x="1224437" y="451895"/>
                  </a:lnTo>
                  <a:lnTo>
                    <a:pt x="1226901" y="451902"/>
                  </a:lnTo>
                  <a:lnTo>
                    <a:pt x="1229365" y="451909"/>
                  </a:lnTo>
                  <a:lnTo>
                    <a:pt x="1231828" y="451915"/>
                  </a:lnTo>
                  <a:lnTo>
                    <a:pt x="1234292" y="451920"/>
                  </a:lnTo>
                  <a:lnTo>
                    <a:pt x="1236756" y="451924"/>
                  </a:lnTo>
                  <a:lnTo>
                    <a:pt x="1239219" y="451928"/>
                  </a:lnTo>
                  <a:lnTo>
                    <a:pt x="1241683" y="451932"/>
                  </a:lnTo>
                  <a:lnTo>
                    <a:pt x="1244147" y="451935"/>
                  </a:lnTo>
                  <a:lnTo>
                    <a:pt x="1246610" y="451937"/>
                  </a:lnTo>
                  <a:lnTo>
                    <a:pt x="1249074" y="451940"/>
                  </a:lnTo>
                  <a:lnTo>
                    <a:pt x="1251538" y="451942"/>
                  </a:lnTo>
                  <a:lnTo>
                    <a:pt x="1254001" y="451943"/>
                  </a:lnTo>
                  <a:lnTo>
                    <a:pt x="1256465" y="451945"/>
                  </a:lnTo>
                  <a:lnTo>
                    <a:pt x="1258929" y="451955"/>
                  </a:lnTo>
                  <a:lnTo>
                    <a:pt x="1256465" y="451955"/>
                  </a:lnTo>
                  <a:lnTo>
                    <a:pt x="1254001" y="451955"/>
                  </a:lnTo>
                  <a:lnTo>
                    <a:pt x="1251538" y="451955"/>
                  </a:lnTo>
                  <a:lnTo>
                    <a:pt x="1249074" y="451955"/>
                  </a:lnTo>
                  <a:lnTo>
                    <a:pt x="1246610" y="451955"/>
                  </a:lnTo>
                  <a:lnTo>
                    <a:pt x="1244147" y="451955"/>
                  </a:lnTo>
                  <a:lnTo>
                    <a:pt x="1241683" y="451955"/>
                  </a:lnTo>
                  <a:lnTo>
                    <a:pt x="1239219" y="451955"/>
                  </a:lnTo>
                  <a:lnTo>
                    <a:pt x="1236756" y="451955"/>
                  </a:lnTo>
                  <a:lnTo>
                    <a:pt x="1234292" y="451955"/>
                  </a:lnTo>
                  <a:lnTo>
                    <a:pt x="1231828" y="451955"/>
                  </a:lnTo>
                  <a:lnTo>
                    <a:pt x="1229365" y="451955"/>
                  </a:lnTo>
                  <a:lnTo>
                    <a:pt x="1226901" y="451955"/>
                  </a:lnTo>
                  <a:lnTo>
                    <a:pt x="1224437" y="451955"/>
                  </a:lnTo>
                  <a:lnTo>
                    <a:pt x="1221974" y="451955"/>
                  </a:lnTo>
                  <a:lnTo>
                    <a:pt x="1219510" y="451955"/>
                  </a:lnTo>
                  <a:lnTo>
                    <a:pt x="1217046" y="451955"/>
                  </a:lnTo>
                  <a:lnTo>
                    <a:pt x="1214583" y="451955"/>
                  </a:lnTo>
                  <a:lnTo>
                    <a:pt x="1212119" y="451955"/>
                  </a:lnTo>
                  <a:lnTo>
                    <a:pt x="1209655" y="451955"/>
                  </a:lnTo>
                  <a:lnTo>
                    <a:pt x="1207192" y="451955"/>
                  </a:lnTo>
                  <a:lnTo>
                    <a:pt x="1204728" y="451955"/>
                  </a:lnTo>
                  <a:lnTo>
                    <a:pt x="1202264" y="451955"/>
                  </a:lnTo>
                  <a:lnTo>
                    <a:pt x="1199801" y="451955"/>
                  </a:lnTo>
                  <a:lnTo>
                    <a:pt x="1197337" y="451955"/>
                  </a:lnTo>
                  <a:lnTo>
                    <a:pt x="1194873" y="451955"/>
                  </a:lnTo>
                  <a:lnTo>
                    <a:pt x="1192410" y="451955"/>
                  </a:lnTo>
                  <a:lnTo>
                    <a:pt x="1189946" y="451955"/>
                  </a:lnTo>
                  <a:lnTo>
                    <a:pt x="1187482" y="451955"/>
                  </a:lnTo>
                  <a:lnTo>
                    <a:pt x="1185019" y="451955"/>
                  </a:lnTo>
                  <a:lnTo>
                    <a:pt x="1182555" y="451955"/>
                  </a:lnTo>
                  <a:lnTo>
                    <a:pt x="1180091" y="451955"/>
                  </a:lnTo>
                  <a:lnTo>
                    <a:pt x="1177628" y="451955"/>
                  </a:lnTo>
                  <a:lnTo>
                    <a:pt x="1175164" y="451955"/>
                  </a:lnTo>
                  <a:lnTo>
                    <a:pt x="1172701" y="451955"/>
                  </a:lnTo>
                  <a:lnTo>
                    <a:pt x="1170237" y="451955"/>
                  </a:lnTo>
                  <a:lnTo>
                    <a:pt x="1167773" y="451955"/>
                  </a:lnTo>
                  <a:lnTo>
                    <a:pt x="1165310" y="451955"/>
                  </a:lnTo>
                  <a:lnTo>
                    <a:pt x="1162846" y="451955"/>
                  </a:lnTo>
                  <a:lnTo>
                    <a:pt x="1160382" y="451955"/>
                  </a:lnTo>
                  <a:lnTo>
                    <a:pt x="1157919" y="451955"/>
                  </a:lnTo>
                  <a:lnTo>
                    <a:pt x="1155455" y="451955"/>
                  </a:lnTo>
                  <a:lnTo>
                    <a:pt x="1152991" y="451955"/>
                  </a:lnTo>
                  <a:lnTo>
                    <a:pt x="1150528" y="451955"/>
                  </a:lnTo>
                  <a:lnTo>
                    <a:pt x="1148064" y="451955"/>
                  </a:lnTo>
                  <a:lnTo>
                    <a:pt x="1145600" y="451955"/>
                  </a:lnTo>
                  <a:lnTo>
                    <a:pt x="1143137" y="451955"/>
                  </a:lnTo>
                  <a:lnTo>
                    <a:pt x="1140673" y="451955"/>
                  </a:lnTo>
                  <a:lnTo>
                    <a:pt x="1138209" y="451955"/>
                  </a:lnTo>
                  <a:lnTo>
                    <a:pt x="1135746" y="451955"/>
                  </a:lnTo>
                  <a:lnTo>
                    <a:pt x="1133282" y="451955"/>
                  </a:lnTo>
                  <a:lnTo>
                    <a:pt x="1130818" y="451955"/>
                  </a:lnTo>
                  <a:lnTo>
                    <a:pt x="1128355" y="451955"/>
                  </a:lnTo>
                  <a:lnTo>
                    <a:pt x="1125891" y="451955"/>
                  </a:lnTo>
                  <a:lnTo>
                    <a:pt x="1123427" y="451955"/>
                  </a:lnTo>
                  <a:lnTo>
                    <a:pt x="1120964" y="451955"/>
                  </a:lnTo>
                  <a:lnTo>
                    <a:pt x="1118500" y="451955"/>
                  </a:lnTo>
                  <a:lnTo>
                    <a:pt x="1116036" y="451955"/>
                  </a:lnTo>
                  <a:lnTo>
                    <a:pt x="1113573" y="451955"/>
                  </a:lnTo>
                  <a:lnTo>
                    <a:pt x="1111109" y="451955"/>
                  </a:lnTo>
                  <a:lnTo>
                    <a:pt x="1108645" y="451955"/>
                  </a:lnTo>
                  <a:lnTo>
                    <a:pt x="1106182" y="451955"/>
                  </a:lnTo>
                  <a:lnTo>
                    <a:pt x="1103718" y="451955"/>
                  </a:lnTo>
                  <a:lnTo>
                    <a:pt x="1101254" y="451955"/>
                  </a:lnTo>
                  <a:lnTo>
                    <a:pt x="1098791" y="451955"/>
                  </a:lnTo>
                  <a:lnTo>
                    <a:pt x="1096327" y="451955"/>
                  </a:lnTo>
                  <a:lnTo>
                    <a:pt x="1093863" y="451955"/>
                  </a:lnTo>
                  <a:lnTo>
                    <a:pt x="1091400" y="451955"/>
                  </a:lnTo>
                  <a:lnTo>
                    <a:pt x="1088936" y="451955"/>
                  </a:lnTo>
                  <a:lnTo>
                    <a:pt x="1086472" y="451955"/>
                  </a:lnTo>
                  <a:lnTo>
                    <a:pt x="1084009" y="451955"/>
                  </a:lnTo>
                  <a:lnTo>
                    <a:pt x="1081545" y="451955"/>
                  </a:lnTo>
                  <a:lnTo>
                    <a:pt x="1079082" y="451955"/>
                  </a:lnTo>
                  <a:lnTo>
                    <a:pt x="1076618" y="451955"/>
                  </a:lnTo>
                  <a:lnTo>
                    <a:pt x="1074154" y="451955"/>
                  </a:lnTo>
                  <a:lnTo>
                    <a:pt x="1071691" y="451955"/>
                  </a:lnTo>
                  <a:lnTo>
                    <a:pt x="1069227" y="451955"/>
                  </a:lnTo>
                  <a:lnTo>
                    <a:pt x="1066763" y="451955"/>
                  </a:lnTo>
                  <a:lnTo>
                    <a:pt x="1064300" y="451955"/>
                  </a:lnTo>
                  <a:lnTo>
                    <a:pt x="1061836" y="451955"/>
                  </a:lnTo>
                  <a:lnTo>
                    <a:pt x="1059372" y="451955"/>
                  </a:lnTo>
                  <a:lnTo>
                    <a:pt x="1056909" y="451955"/>
                  </a:lnTo>
                  <a:lnTo>
                    <a:pt x="1054445" y="451955"/>
                  </a:lnTo>
                  <a:lnTo>
                    <a:pt x="1051981" y="451955"/>
                  </a:lnTo>
                  <a:lnTo>
                    <a:pt x="1049518" y="451955"/>
                  </a:lnTo>
                  <a:lnTo>
                    <a:pt x="1047054" y="451955"/>
                  </a:lnTo>
                  <a:lnTo>
                    <a:pt x="1044590" y="451955"/>
                  </a:lnTo>
                  <a:lnTo>
                    <a:pt x="1042127" y="451955"/>
                  </a:lnTo>
                  <a:lnTo>
                    <a:pt x="1039663" y="451955"/>
                  </a:lnTo>
                  <a:lnTo>
                    <a:pt x="1037199" y="451955"/>
                  </a:lnTo>
                  <a:lnTo>
                    <a:pt x="1034736" y="451955"/>
                  </a:lnTo>
                  <a:lnTo>
                    <a:pt x="1032272" y="451955"/>
                  </a:lnTo>
                  <a:lnTo>
                    <a:pt x="1029808" y="451955"/>
                  </a:lnTo>
                  <a:lnTo>
                    <a:pt x="1027345" y="451955"/>
                  </a:lnTo>
                  <a:lnTo>
                    <a:pt x="1024881" y="451955"/>
                  </a:lnTo>
                  <a:lnTo>
                    <a:pt x="1022417" y="451955"/>
                  </a:lnTo>
                  <a:lnTo>
                    <a:pt x="1019954" y="451955"/>
                  </a:lnTo>
                  <a:lnTo>
                    <a:pt x="1017490" y="451955"/>
                  </a:lnTo>
                  <a:lnTo>
                    <a:pt x="1015026" y="451955"/>
                  </a:lnTo>
                  <a:lnTo>
                    <a:pt x="1012563" y="451955"/>
                  </a:lnTo>
                  <a:lnTo>
                    <a:pt x="1010099" y="451955"/>
                  </a:lnTo>
                  <a:lnTo>
                    <a:pt x="1007635" y="451955"/>
                  </a:lnTo>
                  <a:lnTo>
                    <a:pt x="1005172" y="451955"/>
                  </a:lnTo>
                  <a:lnTo>
                    <a:pt x="1002708" y="451955"/>
                  </a:lnTo>
                  <a:lnTo>
                    <a:pt x="1000244" y="451955"/>
                  </a:lnTo>
                  <a:lnTo>
                    <a:pt x="997781" y="451955"/>
                  </a:lnTo>
                  <a:lnTo>
                    <a:pt x="995317" y="451955"/>
                  </a:lnTo>
                  <a:lnTo>
                    <a:pt x="992853" y="451955"/>
                  </a:lnTo>
                  <a:lnTo>
                    <a:pt x="990390" y="451955"/>
                  </a:lnTo>
                  <a:lnTo>
                    <a:pt x="987926" y="451955"/>
                  </a:lnTo>
                  <a:lnTo>
                    <a:pt x="985463" y="451955"/>
                  </a:lnTo>
                  <a:lnTo>
                    <a:pt x="982999" y="451955"/>
                  </a:lnTo>
                  <a:lnTo>
                    <a:pt x="980535" y="451955"/>
                  </a:lnTo>
                  <a:lnTo>
                    <a:pt x="978072" y="451955"/>
                  </a:lnTo>
                  <a:lnTo>
                    <a:pt x="975608" y="451955"/>
                  </a:lnTo>
                  <a:lnTo>
                    <a:pt x="973144" y="451955"/>
                  </a:lnTo>
                  <a:lnTo>
                    <a:pt x="970681" y="451955"/>
                  </a:lnTo>
                  <a:lnTo>
                    <a:pt x="968217" y="451955"/>
                  </a:lnTo>
                  <a:lnTo>
                    <a:pt x="965753" y="451955"/>
                  </a:lnTo>
                  <a:lnTo>
                    <a:pt x="963290" y="451955"/>
                  </a:lnTo>
                  <a:lnTo>
                    <a:pt x="960826" y="451955"/>
                  </a:lnTo>
                  <a:lnTo>
                    <a:pt x="958362" y="451955"/>
                  </a:lnTo>
                  <a:lnTo>
                    <a:pt x="955899" y="451955"/>
                  </a:lnTo>
                  <a:lnTo>
                    <a:pt x="953435" y="451955"/>
                  </a:lnTo>
                  <a:lnTo>
                    <a:pt x="950971" y="451955"/>
                  </a:lnTo>
                  <a:lnTo>
                    <a:pt x="948508" y="451955"/>
                  </a:lnTo>
                  <a:lnTo>
                    <a:pt x="946044" y="451955"/>
                  </a:lnTo>
                  <a:lnTo>
                    <a:pt x="943580" y="451955"/>
                  </a:lnTo>
                  <a:lnTo>
                    <a:pt x="941117" y="451955"/>
                  </a:lnTo>
                  <a:lnTo>
                    <a:pt x="938653" y="451955"/>
                  </a:lnTo>
                  <a:lnTo>
                    <a:pt x="936189" y="451955"/>
                  </a:lnTo>
                  <a:lnTo>
                    <a:pt x="933726" y="451955"/>
                  </a:lnTo>
                  <a:lnTo>
                    <a:pt x="931262" y="451955"/>
                  </a:lnTo>
                  <a:lnTo>
                    <a:pt x="928798" y="451955"/>
                  </a:lnTo>
                  <a:lnTo>
                    <a:pt x="926335" y="451955"/>
                  </a:lnTo>
                  <a:lnTo>
                    <a:pt x="923871" y="451955"/>
                  </a:lnTo>
                  <a:lnTo>
                    <a:pt x="921407" y="451955"/>
                  </a:lnTo>
                  <a:lnTo>
                    <a:pt x="918944" y="451955"/>
                  </a:lnTo>
                  <a:lnTo>
                    <a:pt x="916480" y="451955"/>
                  </a:lnTo>
                  <a:lnTo>
                    <a:pt x="914016" y="451955"/>
                  </a:lnTo>
                  <a:lnTo>
                    <a:pt x="911553" y="451955"/>
                  </a:lnTo>
                  <a:lnTo>
                    <a:pt x="909089" y="451955"/>
                  </a:lnTo>
                  <a:lnTo>
                    <a:pt x="906625" y="451955"/>
                  </a:lnTo>
                  <a:lnTo>
                    <a:pt x="904162" y="451955"/>
                  </a:lnTo>
                  <a:lnTo>
                    <a:pt x="901698" y="451955"/>
                  </a:lnTo>
                  <a:lnTo>
                    <a:pt x="899235" y="451955"/>
                  </a:lnTo>
                  <a:lnTo>
                    <a:pt x="896771" y="451955"/>
                  </a:lnTo>
                  <a:lnTo>
                    <a:pt x="894307" y="451955"/>
                  </a:lnTo>
                  <a:lnTo>
                    <a:pt x="891844" y="451955"/>
                  </a:lnTo>
                  <a:lnTo>
                    <a:pt x="889380" y="451955"/>
                  </a:lnTo>
                  <a:lnTo>
                    <a:pt x="886916" y="451955"/>
                  </a:lnTo>
                  <a:lnTo>
                    <a:pt x="884453" y="451955"/>
                  </a:lnTo>
                  <a:lnTo>
                    <a:pt x="881989" y="451955"/>
                  </a:lnTo>
                  <a:lnTo>
                    <a:pt x="879525" y="451955"/>
                  </a:lnTo>
                  <a:lnTo>
                    <a:pt x="877062" y="451955"/>
                  </a:lnTo>
                  <a:lnTo>
                    <a:pt x="874598" y="451955"/>
                  </a:lnTo>
                  <a:lnTo>
                    <a:pt x="872134" y="451955"/>
                  </a:lnTo>
                  <a:lnTo>
                    <a:pt x="869671" y="451955"/>
                  </a:lnTo>
                  <a:lnTo>
                    <a:pt x="867207" y="451955"/>
                  </a:lnTo>
                  <a:lnTo>
                    <a:pt x="864743" y="451955"/>
                  </a:lnTo>
                  <a:lnTo>
                    <a:pt x="862280" y="451955"/>
                  </a:lnTo>
                  <a:lnTo>
                    <a:pt x="859816" y="451955"/>
                  </a:lnTo>
                  <a:lnTo>
                    <a:pt x="857352" y="451955"/>
                  </a:lnTo>
                  <a:lnTo>
                    <a:pt x="854889" y="451955"/>
                  </a:lnTo>
                  <a:lnTo>
                    <a:pt x="852425" y="451955"/>
                  </a:lnTo>
                  <a:lnTo>
                    <a:pt x="849961" y="451955"/>
                  </a:lnTo>
                  <a:lnTo>
                    <a:pt x="847498" y="451955"/>
                  </a:lnTo>
                  <a:lnTo>
                    <a:pt x="845034" y="451955"/>
                  </a:lnTo>
                  <a:lnTo>
                    <a:pt x="842570" y="451955"/>
                  </a:lnTo>
                  <a:lnTo>
                    <a:pt x="840107" y="451955"/>
                  </a:lnTo>
                  <a:lnTo>
                    <a:pt x="837643" y="451955"/>
                  </a:lnTo>
                  <a:lnTo>
                    <a:pt x="835179" y="451955"/>
                  </a:lnTo>
                  <a:lnTo>
                    <a:pt x="832716" y="451955"/>
                  </a:lnTo>
                  <a:lnTo>
                    <a:pt x="830252" y="451955"/>
                  </a:lnTo>
                  <a:lnTo>
                    <a:pt x="827788" y="451955"/>
                  </a:lnTo>
                  <a:lnTo>
                    <a:pt x="825325" y="451955"/>
                  </a:lnTo>
                  <a:lnTo>
                    <a:pt x="822861" y="451955"/>
                  </a:lnTo>
                  <a:lnTo>
                    <a:pt x="820397" y="451955"/>
                  </a:lnTo>
                  <a:lnTo>
                    <a:pt x="817934" y="451955"/>
                  </a:lnTo>
                  <a:lnTo>
                    <a:pt x="815470" y="451955"/>
                  </a:lnTo>
                  <a:lnTo>
                    <a:pt x="813006" y="451955"/>
                  </a:lnTo>
                  <a:lnTo>
                    <a:pt x="810543" y="451955"/>
                  </a:lnTo>
                  <a:lnTo>
                    <a:pt x="808079" y="451955"/>
                  </a:lnTo>
                  <a:lnTo>
                    <a:pt x="805616" y="451955"/>
                  </a:lnTo>
                  <a:lnTo>
                    <a:pt x="803152" y="451955"/>
                  </a:lnTo>
                  <a:lnTo>
                    <a:pt x="800688" y="451955"/>
                  </a:lnTo>
                  <a:lnTo>
                    <a:pt x="798225" y="451955"/>
                  </a:lnTo>
                  <a:lnTo>
                    <a:pt x="795761" y="451955"/>
                  </a:lnTo>
                  <a:lnTo>
                    <a:pt x="793297" y="451955"/>
                  </a:lnTo>
                  <a:lnTo>
                    <a:pt x="790834" y="451955"/>
                  </a:lnTo>
                  <a:lnTo>
                    <a:pt x="788370" y="451955"/>
                  </a:lnTo>
                  <a:lnTo>
                    <a:pt x="785906" y="451955"/>
                  </a:lnTo>
                  <a:lnTo>
                    <a:pt x="783443" y="451955"/>
                  </a:lnTo>
                  <a:lnTo>
                    <a:pt x="780979" y="451955"/>
                  </a:lnTo>
                  <a:lnTo>
                    <a:pt x="778515" y="451955"/>
                  </a:lnTo>
                  <a:lnTo>
                    <a:pt x="776052" y="451955"/>
                  </a:lnTo>
                  <a:lnTo>
                    <a:pt x="773588" y="451955"/>
                  </a:lnTo>
                  <a:lnTo>
                    <a:pt x="771124" y="451955"/>
                  </a:lnTo>
                  <a:lnTo>
                    <a:pt x="768661" y="451955"/>
                  </a:lnTo>
                  <a:lnTo>
                    <a:pt x="766197" y="451955"/>
                  </a:lnTo>
                  <a:lnTo>
                    <a:pt x="763733" y="451955"/>
                  </a:lnTo>
                  <a:lnTo>
                    <a:pt x="761270" y="451955"/>
                  </a:lnTo>
                  <a:lnTo>
                    <a:pt x="758806" y="451955"/>
                  </a:lnTo>
                  <a:lnTo>
                    <a:pt x="756342" y="451955"/>
                  </a:lnTo>
                  <a:lnTo>
                    <a:pt x="753879" y="451955"/>
                  </a:lnTo>
                  <a:lnTo>
                    <a:pt x="751415" y="451955"/>
                  </a:lnTo>
                  <a:lnTo>
                    <a:pt x="748951" y="451955"/>
                  </a:lnTo>
                  <a:lnTo>
                    <a:pt x="746488" y="451955"/>
                  </a:lnTo>
                  <a:lnTo>
                    <a:pt x="744024" y="451955"/>
                  </a:lnTo>
                  <a:lnTo>
                    <a:pt x="741560" y="451955"/>
                  </a:lnTo>
                  <a:lnTo>
                    <a:pt x="739097" y="451955"/>
                  </a:lnTo>
                  <a:lnTo>
                    <a:pt x="736633" y="451955"/>
                  </a:lnTo>
                  <a:lnTo>
                    <a:pt x="734169" y="451955"/>
                  </a:lnTo>
                  <a:lnTo>
                    <a:pt x="731706" y="451955"/>
                  </a:lnTo>
                  <a:lnTo>
                    <a:pt x="729242" y="451955"/>
                  </a:lnTo>
                  <a:lnTo>
                    <a:pt x="726778" y="451955"/>
                  </a:lnTo>
                  <a:lnTo>
                    <a:pt x="724315" y="451955"/>
                  </a:lnTo>
                  <a:lnTo>
                    <a:pt x="721851" y="451955"/>
                  </a:lnTo>
                  <a:lnTo>
                    <a:pt x="719388" y="451955"/>
                  </a:lnTo>
                  <a:lnTo>
                    <a:pt x="716924" y="451955"/>
                  </a:lnTo>
                  <a:lnTo>
                    <a:pt x="714460" y="451955"/>
                  </a:lnTo>
                  <a:lnTo>
                    <a:pt x="711997" y="451955"/>
                  </a:lnTo>
                  <a:lnTo>
                    <a:pt x="709533" y="451955"/>
                  </a:lnTo>
                  <a:lnTo>
                    <a:pt x="707069" y="451955"/>
                  </a:lnTo>
                  <a:lnTo>
                    <a:pt x="704606" y="451955"/>
                  </a:lnTo>
                  <a:lnTo>
                    <a:pt x="702142" y="451955"/>
                  </a:lnTo>
                  <a:lnTo>
                    <a:pt x="699678" y="451955"/>
                  </a:lnTo>
                  <a:lnTo>
                    <a:pt x="697215" y="451955"/>
                  </a:lnTo>
                  <a:lnTo>
                    <a:pt x="694751" y="451955"/>
                  </a:lnTo>
                  <a:lnTo>
                    <a:pt x="692287" y="451955"/>
                  </a:lnTo>
                  <a:lnTo>
                    <a:pt x="689824" y="451955"/>
                  </a:lnTo>
                  <a:lnTo>
                    <a:pt x="687360" y="451955"/>
                  </a:lnTo>
                  <a:lnTo>
                    <a:pt x="684896" y="451955"/>
                  </a:lnTo>
                  <a:lnTo>
                    <a:pt x="682433" y="451955"/>
                  </a:lnTo>
                  <a:lnTo>
                    <a:pt x="679969" y="451955"/>
                  </a:lnTo>
                  <a:lnTo>
                    <a:pt x="677505" y="451955"/>
                  </a:lnTo>
                  <a:lnTo>
                    <a:pt x="675042" y="451955"/>
                  </a:lnTo>
                  <a:lnTo>
                    <a:pt x="672578" y="451955"/>
                  </a:lnTo>
                  <a:lnTo>
                    <a:pt x="670114" y="451955"/>
                  </a:lnTo>
                  <a:lnTo>
                    <a:pt x="667651" y="451955"/>
                  </a:lnTo>
                  <a:lnTo>
                    <a:pt x="665187" y="451955"/>
                  </a:lnTo>
                  <a:lnTo>
                    <a:pt x="662723" y="451955"/>
                  </a:lnTo>
                  <a:lnTo>
                    <a:pt x="660260" y="451955"/>
                  </a:lnTo>
                  <a:lnTo>
                    <a:pt x="657796" y="451955"/>
                  </a:lnTo>
                  <a:lnTo>
                    <a:pt x="655332" y="451955"/>
                  </a:lnTo>
                  <a:lnTo>
                    <a:pt x="652869" y="451955"/>
                  </a:lnTo>
                  <a:lnTo>
                    <a:pt x="650405" y="451955"/>
                  </a:lnTo>
                  <a:lnTo>
                    <a:pt x="647941" y="451955"/>
                  </a:lnTo>
                  <a:lnTo>
                    <a:pt x="645478" y="451955"/>
                  </a:lnTo>
                  <a:lnTo>
                    <a:pt x="643014" y="451955"/>
                  </a:lnTo>
                  <a:lnTo>
                    <a:pt x="640550" y="451955"/>
                  </a:lnTo>
                  <a:lnTo>
                    <a:pt x="638087" y="451955"/>
                  </a:lnTo>
                  <a:lnTo>
                    <a:pt x="635623" y="451955"/>
                  </a:lnTo>
                  <a:lnTo>
                    <a:pt x="633159" y="451955"/>
                  </a:lnTo>
                  <a:lnTo>
                    <a:pt x="630696" y="451955"/>
                  </a:lnTo>
                  <a:lnTo>
                    <a:pt x="628232" y="451955"/>
                  </a:lnTo>
                  <a:lnTo>
                    <a:pt x="625769" y="451955"/>
                  </a:lnTo>
                  <a:lnTo>
                    <a:pt x="623305" y="451955"/>
                  </a:lnTo>
                  <a:lnTo>
                    <a:pt x="620841" y="451955"/>
                  </a:lnTo>
                  <a:lnTo>
                    <a:pt x="618378" y="451955"/>
                  </a:lnTo>
                  <a:lnTo>
                    <a:pt x="615914" y="451955"/>
                  </a:lnTo>
                  <a:lnTo>
                    <a:pt x="613450" y="451955"/>
                  </a:lnTo>
                  <a:lnTo>
                    <a:pt x="610987" y="451955"/>
                  </a:lnTo>
                  <a:lnTo>
                    <a:pt x="608523" y="451955"/>
                  </a:lnTo>
                  <a:lnTo>
                    <a:pt x="606059" y="451955"/>
                  </a:lnTo>
                  <a:lnTo>
                    <a:pt x="603596" y="451955"/>
                  </a:lnTo>
                  <a:lnTo>
                    <a:pt x="601132" y="451955"/>
                  </a:lnTo>
                  <a:lnTo>
                    <a:pt x="598668" y="451955"/>
                  </a:lnTo>
                  <a:lnTo>
                    <a:pt x="596205" y="451955"/>
                  </a:lnTo>
                  <a:lnTo>
                    <a:pt x="593741" y="451955"/>
                  </a:lnTo>
                  <a:lnTo>
                    <a:pt x="591277" y="451955"/>
                  </a:lnTo>
                  <a:lnTo>
                    <a:pt x="588814" y="451955"/>
                  </a:lnTo>
                  <a:lnTo>
                    <a:pt x="586350" y="451955"/>
                  </a:lnTo>
                  <a:lnTo>
                    <a:pt x="583886" y="451955"/>
                  </a:lnTo>
                  <a:lnTo>
                    <a:pt x="581423" y="451955"/>
                  </a:lnTo>
                  <a:lnTo>
                    <a:pt x="578959" y="451955"/>
                  </a:lnTo>
                  <a:lnTo>
                    <a:pt x="576495" y="451955"/>
                  </a:lnTo>
                  <a:lnTo>
                    <a:pt x="574032" y="451955"/>
                  </a:lnTo>
                  <a:lnTo>
                    <a:pt x="571568" y="451955"/>
                  </a:lnTo>
                  <a:lnTo>
                    <a:pt x="569104" y="451955"/>
                  </a:lnTo>
                  <a:lnTo>
                    <a:pt x="566641" y="451955"/>
                  </a:lnTo>
                  <a:lnTo>
                    <a:pt x="564177" y="451955"/>
                  </a:lnTo>
                  <a:lnTo>
                    <a:pt x="561713" y="451955"/>
                  </a:lnTo>
                  <a:lnTo>
                    <a:pt x="559250" y="451955"/>
                  </a:lnTo>
                  <a:lnTo>
                    <a:pt x="556786" y="451955"/>
                  </a:lnTo>
                  <a:lnTo>
                    <a:pt x="554322" y="451955"/>
                  </a:lnTo>
                  <a:lnTo>
                    <a:pt x="551859" y="451955"/>
                  </a:lnTo>
                  <a:lnTo>
                    <a:pt x="549395" y="451955"/>
                  </a:lnTo>
                  <a:lnTo>
                    <a:pt x="546931" y="451955"/>
                  </a:lnTo>
                  <a:lnTo>
                    <a:pt x="544468" y="451955"/>
                  </a:lnTo>
                  <a:lnTo>
                    <a:pt x="542004" y="451955"/>
                  </a:lnTo>
                  <a:lnTo>
                    <a:pt x="539541" y="451955"/>
                  </a:lnTo>
                  <a:lnTo>
                    <a:pt x="537077" y="451955"/>
                  </a:lnTo>
                  <a:lnTo>
                    <a:pt x="534613" y="451955"/>
                  </a:lnTo>
                  <a:lnTo>
                    <a:pt x="532150" y="451955"/>
                  </a:lnTo>
                  <a:lnTo>
                    <a:pt x="529686" y="451955"/>
                  </a:lnTo>
                  <a:lnTo>
                    <a:pt x="527222" y="451955"/>
                  </a:lnTo>
                  <a:lnTo>
                    <a:pt x="524759" y="451955"/>
                  </a:lnTo>
                  <a:lnTo>
                    <a:pt x="522295" y="451955"/>
                  </a:lnTo>
                  <a:lnTo>
                    <a:pt x="519831" y="451955"/>
                  </a:lnTo>
                  <a:lnTo>
                    <a:pt x="517368" y="451955"/>
                  </a:lnTo>
                  <a:lnTo>
                    <a:pt x="514904" y="451955"/>
                  </a:lnTo>
                  <a:lnTo>
                    <a:pt x="512440" y="451955"/>
                  </a:lnTo>
                  <a:lnTo>
                    <a:pt x="509977" y="451955"/>
                  </a:lnTo>
                  <a:lnTo>
                    <a:pt x="507513" y="451955"/>
                  </a:lnTo>
                  <a:lnTo>
                    <a:pt x="505049" y="451955"/>
                  </a:lnTo>
                  <a:lnTo>
                    <a:pt x="502586" y="451955"/>
                  </a:lnTo>
                  <a:lnTo>
                    <a:pt x="500122" y="451955"/>
                  </a:lnTo>
                  <a:lnTo>
                    <a:pt x="497658" y="451955"/>
                  </a:lnTo>
                  <a:lnTo>
                    <a:pt x="495195" y="451955"/>
                  </a:lnTo>
                  <a:lnTo>
                    <a:pt x="492731" y="451955"/>
                  </a:lnTo>
                  <a:lnTo>
                    <a:pt x="490267" y="451955"/>
                  </a:lnTo>
                  <a:lnTo>
                    <a:pt x="487804" y="451955"/>
                  </a:lnTo>
                  <a:lnTo>
                    <a:pt x="485340" y="451955"/>
                  </a:lnTo>
                  <a:lnTo>
                    <a:pt x="482876" y="451955"/>
                  </a:lnTo>
                  <a:lnTo>
                    <a:pt x="480413" y="451955"/>
                  </a:lnTo>
                  <a:lnTo>
                    <a:pt x="477949" y="451955"/>
                  </a:lnTo>
                  <a:lnTo>
                    <a:pt x="475485" y="451955"/>
                  </a:lnTo>
                  <a:lnTo>
                    <a:pt x="473022" y="451955"/>
                  </a:lnTo>
                  <a:lnTo>
                    <a:pt x="470558" y="451955"/>
                  </a:lnTo>
                  <a:lnTo>
                    <a:pt x="468094" y="451955"/>
                  </a:lnTo>
                  <a:lnTo>
                    <a:pt x="465631" y="451955"/>
                  </a:lnTo>
                  <a:lnTo>
                    <a:pt x="463167" y="451955"/>
                  </a:lnTo>
                  <a:lnTo>
                    <a:pt x="460703" y="451955"/>
                  </a:lnTo>
                  <a:lnTo>
                    <a:pt x="458240" y="451955"/>
                  </a:lnTo>
                  <a:lnTo>
                    <a:pt x="455776" y="451955"/>
                  </a:lnTo>
                  <a:lnTo>
                    <a:pt x="453312" y="451955"/>
                  </a:lnTo>
                  <a:lnTo>
                    <a:pt x="450849" y="451955"/>
                  </a:lnTo>
                  <a:lnTo>
                    <a:pt x="448385" y="451955"/>
                  </a:lnTo>
                  <a:lnTo>
                    <a:pt x="445922" y="451955"/>
                  </a:lnTo>
                  <a:lnTo>
                    <a:pt x="443458" y="451955"/>
                  </a:lnTo>
                  <a:lnTo>
                    <a:pt x="440994" y="451955"/>
                  </a:lnTo>
                  <a:lnTo>
                    <a:pt x="438531" y="451955"/>
                  </a:lnTo>
                  <a:lnTo>
                    <a:pt x="436067" y="451955"/>
                  </a:lnTo>
                  <a:lnTo>
                    <a:pt x="433603" y="451955"/>
                  </a:lnTo>
                  <a:lnTo>
                    <a:pt x="431140" y="451955"/>
                  </a:lnTo>
                  <a:lnTo>
                    <a:pt x="428676" y="451955"/>
                  </a:lnTo>
                  <a:lnTo>
                    <a:pt x="426212" y="451955"/>
                  </a:lnTo>
                  <a:lnTo>
                    <a:pt x="423749" y="451955"/>
                  </a:lnTo>
                  <a:lnTo>
                    <a:pt x="421285" y="451955"/>
                  </a:lnTo>
                  <a:lnTo>
                    <a:pt x="418821" y="451955"/>
                  </a:lnTo>
                  <a:lnTo>
                    <a:pt x="416358" y="451955"/>
                  </a:lnTo>
                  <a:lnTo>
                    <a:pt x="413894" y="451955"/>
                  </a:lnTo>
                  <a:lnTo>
                    <a:pt x="411430" y="451955"/>
                  </a:lnTo>
                  <a:lnTo>
                    <a:pt x="408967" y="451955"/>
                  </a:lnTo>
                  <a:lnTo>
                    <a:pt x="406503" y="451955"/>
                  </a:lnTo>
                  <a:lnTo>
                    <a:pt x="404039" y="451955"/>
                  </a:lnTo>
                  <a:lnTo>
                    <a:pt x="401576" y="451955"/>
                  </a:lnTo>
                  <a:lnTo>
                    <a:pt x="399112" y="451955"/>
                  </a:lnTo>
                  <a:lnTo>
                    <a:pt x="396648" y="451955"/>
                  </a:lnTo>
                  <a:lnTo>
                    <a:pt x="394185" y="451955"/>
                  </a:lnTo>
                  <a:lnTo>
                    <a:pt x="391721" y="451955"/>
                  </a:lnTo>
                  <a:lnTo>
                    <a:pt x="389257" y="451955"/>
                  </a:lnTo>
                  <a:lnTo>
                    <a:pt x="386794" y="451955"/>
                  </a:lnTo>
                  <a:lnTo>
                    <a:pt x="384330" y="451955"/>
                  </a:lnTo>
                  <a:lnTo>
                    <a:pt x="381866" y="451955"/>
                  </a:lnTo>
                  <a:lnTo>
                    <a:pt x="379403" y="451955"/>
                  </a:lnTo>
                  <a:lnTo>
                    <a:pt x="376939" y="451955"/>
                  </a:lnTo>
                  <a:lnTo>
                    <a:pt x="374475" y="451955"/>
                  </a:lnTo>
                  <a:lnTo>
                    <a:pt x="372012" y="451955"/>
                  </a:lnTo>
                  <a:lnTo>
                    <a:pt x="369548" y="451955"/>
                  </a:lnTo>
                  <a:lnTo>
                    <a:pt x="367084" y="451955"/>
                  </a:lnTo>
                  <a:lnTo>
                    <a:pt x="364621" y="451955"/>
                  </a:lnTo>
                  <a:lnTo>
                    <a:pt x="362157" y="451955"/>
                  </a:lnTo>
                  <a:lnTo>
                    <a:pt x="359694" y="451955"/>
                  </a:lnTo>
                  <a:lnTo>
                    <a:pt x="357230" y="451955"/>
                  </a:lnTo>
                  <a:lnTo>
                    <a:pt x="354766" y="451955"/>
                  </a:lnTo>
                  <a:lnTo>
                    <a:pt x="352303" y="451955"/>
                  </a:lnTo>
                  <a:lnTo>
                    <a:pt x="349839" y="451955"/>
                  </a:lnTo>
                  <a:lnTo>
                    <a:pt x="347375" y="451955"/>
                  </a:lnTo>
                  <a:lnTo>
                    <a:pt x="344912" y="451955"/>
                  </a:lnTo>
                  <a:lnTo>
                    <a:pt x="342448" y="451955"/>
                  </a:lnTo>
                  <a:lnTo>
                    <a:pt x="339984" y="451955"/>
                  </a:lnTo>
                  <a:lnTo>
                    <a:pt x="337521" y="451955"/>
                  </a:lnTo>
                  <a:lnTo>
                    <a:pt x="335057" y="451955"/>
                  </a:lnTo>
                  <a:lnTo>
                    <a:pt x="332593" y="451955"/>
                  </a:lnTo>
                  <a:lnTo>
                    <a:pt x="330130" y="451955"/>
                  </a:lnTo>
                  <a:lnTo>
                    <a:pt x="327666" y="451955"/>
                  </a:lnTo>
                  <a:lnTo>
                    <a:pt x="325202" y="451955"/>
                  </a:lnTo>
                  <a:lnTo>
                    <a:pt x="322739" y="451955"/>
                  </a:lnTo>
                  <a:lnTo>
                    <a:pt x="320275" y="451955"/>
                  </a:lnTo>
                  <a:lnTo>
                    <a:pt x="317811" y="451955"/>
                  </a:lnTo>
                  <a:lnTo>
                    <a:pt x="315348" y="451955"/>
                  </a:lnTo>
                  <a:lnTo>
                    <a:pt x="312884" y="451955"/>
                  </a:lnTo>
                  <a:lnTo>
                    <a:pt x="310420" y="451955"/>
                  </a:lnTo>
                  <a:lnTo>
                    <a:pt x="307957" y="451955"/>
                  </a:lnTo>
                  <a:lnTo>
                    <a:pt x="305493" y="451955"/>
                  </a:lnTo>
                  <a:lnTo>
                    <a:pt x="303029" y="451955"/>
                  </a:lnTo>
                  <a:lnTo>
                    <a:pt x="300566" y="451955"/>
                  </a:lnTo>
                  <a:lnTo>
                    <a:pt x="298102" y="451955"/>
                  </a:lnTo>
                  <a:lnTo>
                    <a:pt x="295638" y="451955"/>
                  </a:lnTo>
                  <a:lnTo>
                    <a:pt x="293175" y="451955"/>
                  </a:lnTo>
                  <a:lnTo>
                    <a:pt x="290711" y="451955"/>
                  </a:lnTo>
                  <a:lnTo>
                    <a:pt x="288247" y="451955"/>
                  </a:lnTo>
                  <a:lnTo>
                    <a:pt x="285784" y="451955"/>
                  </a:lnTo>
                  <a:lnTo>
                    <a:pt x="283320" y="451955"/>
                  </a:lnTo>
                  <a:lnTo>
                    <a:pt x="280856" y="451955"/>
                  </a:lnTo>
                  <a:lnTo>
                    <a:pt x="278393" y="451955"/>
                  </a:lnTo>
                  <a:lnTo>
                    <a:pt x="275929" y="451955"/>
                  </a:lnTo>
                  <a:lnTo>
                    <a:pt x="273465" y="451955"/>
                  </a:lnTo>
                  <a:lnTo>
                    <a:pt x="271002" y="451955"/>
                  </a:lnTo>
                  <a:lnTo>
                    <a:pt x="268538" y="451955"/>
                  </a:lnTo>
                  <a:lnTo>
                    <a:pt x="266075" y="451955"/>
                  </a:lnTo>
                  <a:lnTo>
                    <a:pt x="263611" y="451955"/>
                  </a:lnTo>
                  <a:lnTo>
                    <a:pt x="261147" y="451955"/>
                  </a:lnTo>
                  <a:lnTo>
                    <a:pt x="258684" y="451955"/>
                  </a:lnTo>
                  <a:lnTo>
                    <a:pt x="256220" y="451955"/>
                  </a:lnTo>
                  <a:lnTo>
                    <a:pt x="253756" y="451955"/>
                  </a:lnTo>
                  <a:lnTo>
                    <a:pt x="251293" y="451955"/>
                  </a:lnTo>
                  <a:lnTo>
                    <a:pt x="248829" y="451955"/>
                  </a:lnTo>
                  <a:lnTo>
                    <a:pt x="246365" y="451955"/>
                  </a:lnTo>
                  <a:lnTo>
                    <a:pt x="243902" y="451955"/>
                  </a:lnTo>
                  <a:lnTo>
                    <a:pt x="241438" y="451955"/>
                  </a:lnTo>
                  <a:lnTo>
                    <a:pt x="238974" y="451955"/>
                  </a:lnTo>
                  <a:lnTo>
                    <a:pt x="236511" y="451955"/>
                  </a:lnTo>
                  <a:lnTo>
                    <a:pt x="234047" y="451955"/>
                  </a:lnTo>
                  <a:lnTo>
                    <a:pt x="231583" y="451955"/>
                  </a:lnTo>
                  <a:lnTo>
                    <a:pt x="229120" y="451955"/>
                  </a:lnTo>
                  <a:lnTo>
                    <a:pt x="226656" y="451955"/>
                  </a:lnTo>
                  <a:lnTo>
                    <a:pt x="224192" y="451955"/>
                  </a:lnTo>
                  <a:lnTo>
                    <a:pt x="221729" y="451955"/>
                  </a:lnTo>
                  <a:lnTo>
                    <a:pt x="219265" y="451955"/>
                  </a:lnTo>
                  <a:lnTo>
                    <a:pt x="216801" y="451955"/>
                  </a:lnTo>
                  <a:lnTo>
                    <a:pt x="214338" y="451955"/>
                  </a:lnTo>
                  <a:lnTo>
                    <a:pt x="211874" y="451955"/>
                  </a:lnTo>
                  <a:lnTo>
                    <a:pt x="209410" y="451955"/>
                  </a:lnTo>
                  <a:lnTo>
                    <a:pt x="206947" y="451955"/>
                  </a:lnTo>
                  <a:lnTo>
                    <a:pt x="204483" y="451955"/>
                  </a:lnTo>
                  <a:lnTo>
                    <a:pt x="202019" y="451955"/>
                  </a:lnTo>
                  <a:lnTo>
                    <a:pt x="199556" y="451955"/>
                  </a:lnTo>
                  <a:lnTo>
                    <a:pt x="197092" y="451955"/>
                  </a:lnTo>
                  <a:lnTo>
                    <a:pt x="194628" y="451955"/>
                  </a:lnTo>
                  <a:lnTo>
                    <a:pt x="192165" y="451955"/>
                  </a:lnTo>
                  <a:lnTo>
                    <a:pt x="189701" y="451955"/>
                  </a:lnTo>
                  <a:lnTo>
                    <a:pt x="187237" y="451955"/>
                  </a:lnTo>
                  <a:lnTo>
                    <a:pt x="184774" y="451955"/>
                  </a:lnTo>
                  <a:lnTo>
                    <a:pt x="182310" y="451955"/>
                  </a:lnTo>
                  <a:lnTo>
                    <a:pt x="179847" y="451955"/>
                  </a:lnTo>
                  <a:lnTo>
                    <a:pt x="177383" y="451955"/>
                  </a:lnTo>
                  <a:lnTo>
                    <a:pt x="174919" y="451955"/>
                  </a:lnTo>
                  <a:lnTo>
                    <a:pt x="172456" y="451955"/>
                  </a:lnTo>
                  <a:lnTo>
                    <a:pt x="169992" y="451955"/>
                  </a:lnTo>
                  <a:lnTo>
                    <a:pt x="167528" y="451955"/>
                  </a:lnTo>
                  <a:lnTo>
                    <a:pt x="165065" y="451955"/>
                  </a:lnTo>
                  <a:lnTo>
                    <a:pt x="162601" y="451955"/>
                  </a:lnTo>
                  <a:lnTo>
                    <a:pt x="160137" y="451955"/>
                  </a:lnTo>
                  <a:lnTo>
                    <a:pt x="157674" y="451955"/>
                  </a:lnTo>
                  <a:lnTo>
                    <a:pt x="155210" y="451955"/>
                  </a:lnTo>
                  <a:lnTo>
                    <a:pt x="152746" y="451955"/>
                  </a:lnTo>
                  <a:lnTo>
                    <a:pt x="150283" y="451955"/>
                  </a:lnTo>
                  <a:lnTo>
                    <a:pt x="147819" y="451955"/>
                  </a:lnTo>
                  <a:lnTo>
                    <a:pt x="145355" y="451955"/>
                  </a:lnTo>
                  <a:lnTo>
                    <a:pt x="142892" y="451955"/>
                  </a:lnTo>
                  <a:lnTo>
                    <a:pt x="140428" y="451955"/>
                  </a:lnTo>
                  <a:lnTo>
                    <a:pt x="137964" y="451955"/>
                  </a:lnTo>
                  <a:lnTo>
                    <a:pt x="135501" y="451955"/>
                  </a:lnTo>
                  <a:lnTo>
                    <a:pt x="133037" y="451955"/>
                  </a:lnTo>
                  <a:lnTo>
                    <a:pt x="130573" y="451955"/>
                  </a:lnTo>
                  <a:lnTo>
                    <a:pt x="128110" y="451955"/>
                  </a:lnTo>
                  <a:lnTo>
                    <a:pt x="125646" y="451955"/>
                  </a:lnTo>
                  <a:lnTo>
                    <a:pt x="123182" y="451955"/>
                  </a:lnTo>
                  <a:lnTo>
                    <a:pt x="120719" y="451955"/>
                  </a:lnTo>
                  <a:lnTo>
                    <a:pt x="118255" y="451955"/>
                  </a:lnTo>
                  <a:lnTo>
                    <a:pt x="115791" y="451955"/>
                  </a:lnTo>
                  <a:lnTo>
                    <a:pt x="113328" y="451955"/>
                  </a:lnTo>
                  <a:lnTo>
                    <a:pt x="110864" y="451955"/>
                  </a:lnTo>
                  <a:lnTo>
                    <a:pt x="108400" y="451955"/>
                  </a:lnTo>
                  <a:lnTo>
                    <a:pt x="105937" y="451955"/>
                  </a:lnTo>
                  <a:lnTo>
                    <a:pt x="103473" y="451955"/>
                  </a:lnTo>
                  <a:lnTo>
                    <a:pt x="101009" y="451955"/>
                  </a:lnTo>
                  <a:lnTo>
                    <a:pt x="98546" y="451955"/>
                  </a:lnTo>
                  <a:lnTo>
                    <a:pt x="96082" y="451955"/>
                  </a:lnTo>
                  <a:lnTo>
                    <a:pt x="93618" y="451955"/>
                  </a:lnTo>
                  <a:lnTo>
                    <a:pt x="91155" y="451955"/>
                  </a:lnTo>
                  <a:lnTo>
                    <a:pt x="88691" y="451955"/>
                  </a:lnTo>
                  <a:lnTo>
                    <a:pt x="86228" y="451955"/>
                  </a:lnTo>
                  <a:lnTo>
                    <a:pt x="83764" y="451955"/>
                  </a:lnTo>
                  <a:lnTo>
                    <a:pt x="81300" y="451955"/>
                  </a:lnTo>
                  <a:lnTo>
                    <a:pt x="78837" y="451955"/>
                  </a:lnTo>
                  <a:lnTo>
                    <a:pt x="76373" y="451955"/>
                  </a:lnTo>
                  <a:lnTo>
                    <a:pt x="73909" y="451955"/>
                  </a:lnTo>
                  <a:lnTo>
                    <a:pt x="71446" y="451955"/>
                  </a:lnTo>
                  <a:lnTo>
                    <a:pt x="68982" y="451955"/>
                  </a:lnTo>
                  <a:lnTo>
                    <a:pt x="66518" y="451955"/>
                  </a:lnTo>
                  <a:lnTo>
                    <a:pt x="64055" y="451955"/>
                  </a:lnTo>
                  <a:lnTo>
                    <a:pt x="61591" y="451955"/>
                  </a:lnTo>
                  <a:lnTo>
                    <a:pt x="59127" y="451955"/>
                  </a:lnTo>
                  <a:lnTo>
                    <a:pt x="56664" y="451955"/>
                  </a:lnTo>
                  <a:lnTo>
                    <a:pt x="54200" y="451955"/>
                  </a:lnTo>
                  <a:lnTo>
                    <a:pt x="51736" y="451955"/>
                  </a:lnTo>
                  <a:lnTo>
                    <a:pt x="49273" y="451955"/>
                  </a:lnTo>
                  <a:lnTo>
                    <a:pt x="46809" y="451955"/>
                  </a:lnTo>
                  <a:lnTo>
                    <a:pt x="44345" y="451955"/>
                  </a:lnTo>
                  <a:lnTo>
                    <a:pt x="41882" y="451955"/>
                  </a:lnTo>
                  <a:lnTo>
                    <a:pt x="39418" y="451955"/>
                  </a:lnTo>
                  <a:lnTo>
                    <a:pt x="36954" y="451955"/>
                  </a:lnTo>
                  <a:lnTo>
                    <a:pt x="34491" y="451955"/>
                  </a:lnTo>
                  <a:lnTo>
                    <a:pt x="32027" y="451955"/>
                  </a:lnTo>
                  <a:lnTo>
                    <a:pt x="29563" y="451955"/>
                  </a:lnTo>
                  <a:lnTo>
                    <a:pt x="27100" y="451955"/>
                  </a:lnTo>
                  <a:lnTo>
                    <a:pt x="24636" y="451955"/>
                  </a:lnTo>
                  <a:lnTo>
                    <a:pt x="22172" y="451955"/>
                  </a:lnTo>
                  <a:lnTo>
                    <a:pt x="19709" y="451955"/>
                  </a:lnTo>
                  <a:lnTo>
                    <a:pt x="17245" y="451955"/>
                  </a:lnTo>
                  <a:lnTo>
                    <a:pt x="14781" y="451955"/>
                  </a:lnTo>
                  <a:lnTo>
                    <a:pt x="12318" y="451955"/>
                  </a:lnTo>
                  <a:lnTo>
                    <a:pt x="9854" y="451955"/>
                  </a:lnTo>
                  <a:lnTo>
                    <a:pt x="7390" y="451955"/>
                  </a:lnTo>
                  <a:lnTo>
                    <a:pt x="4927" y="451955"/>
                  </a:lnTo>
                  <a:lnTo>
                    <a:pt x="2463" y="451955"/>
                  </a:lnTo>
                  <a:lnTo>
                    <a:pt x="0" y="45195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909616" y="5701942"/>
              <a:ext cx="1258929" cy="451946"/>
            </a:xfrm>
            <a:custGeom>
              <a:avLst/>
              <a:pathLst>
                <a:path w="1258929" h="451946">
                  <a:moveTo>
                    <a:pt x="0" y="449388"/>
                  </a:moveTo>
                  <a:lnTo>
                    <a:pt x="2463" y="449220"/>
                  </a:lnTo>
                  <a:lnTo>
                    <a:pt x="4927" y="449042"/>
                  </a:lnTo>
                  <a:lnTo>
                    <a:pt x="7390" y="448856"/>
                  </a:lnTo>
                  <a:lnTo>
                    <a:pt x="9854" y="448662"/>
                  </a:lnTo>
                  <a:lnTo>
                    <a:pt x="12318" y="448458"/>
                  </a:lnTo>
                  <a:lnTo>
                    <a:pt x="14781" y="448244"/>
                  </a:lnTo>
                  <a:lnTo>
                    <a:pt x="17245" y="448024"/>
                  </a:lnTo>
                  <a:lnTo>
                    <a:pt x="19709" y="447792"/>
                  </a:lnTo>
                  <a:lnTo>
                    <a:pt x="22172" y="447549"/>
                  </a:lnTo>
                  <a:lnTo>
                    <a:pt x="24636" y="447300"/>
                  </a:lnTo>
                  <a:lnTo>
                    <a:pt x="27100" y="447039"/>
                  </a:lnTo>
                  <a:lnTo>
                    <a:pt x="29563" y="446767"/>
                  </a:lnTo>
                  <a:lnTo>
                    <a:pt x="32027" y="446488"/>
                  </a:lnTo>
                  <a:lnTo>
                    <a:pt x="34491" y="446198"/>
                  </a:lnTo>
                  <a:lnTo>
                    <a:pt x="36954" y="445895"/>
                  </a:lnTo>
                  <a:lnTo>
                    <a:pt x="39418" y="445586"/>
                  </a:lnTo>
                  <a:lnTo>
                    <a:pt x="41882" y="445266"/>
                  </a:lnTo>
                  <a:lnTo>
                    <a:pt x="44345" y="444933"/>
                  </a:lnTo>
                  <a:lnTo>
                    <a:pt x="46809" y="444593"/>
                  </a:lnTo>
                  <a:lnTo>
                    <a:pt x="49273" y="444244"/>
                  </a:lnTo>
                  <a:lnTo>
                    <a:pt x="51736" y="443882"/>
                  </a:lnTo>
                  <a:lnTo>
                    <a:pt x="54200" y="443512"/>
                  </a:lnTo>
                  <a:lnTo>
                    <a:pt x="56664" y="443134"/>
                  </a:lnTo>
                  <a:lnTo>
                    <a:pt x="59127" y="442744"/>
                  </a:lnTo>
                  <a:lnTo>
                    <a:pt x="61591" y="442346"/>
                  </a:lnTo>
                  <a:lnTo>
                    <a:pt x="64055" y="441941"/>
                  </a:lnTo>
                  <a:lnTo>
                    <a:pt x="66518" y="441523"/>
                  </a:lnTo>
                  <a:lnTo>
                    <a:pt x="68982" y="441098"/>
                  </a:lnTo>
                  <a:lnTo>
                    <a:pt x="71446" y="440668"/>
                  </a:lnTo>
                  <a:lnTo>
                    <a:pt x="73909" y="440226"/>
                  </a:lnTo>
                  <a:lnTo>
                    <a:pt x="76373" y="439778"/>
                  </a:lnTo>
                  <a:lnTo>
                    <a:pt x="78837" y="439323"/>
                  </a:lnTo>
                  <a:lnTo>
                    <a:pt x="81300" y="438860"/>
                  </a:lnTo>
                  <a:lnTo>
                    <a:pt x="83764" y="438391"/>
                  </a:lnTo>
                  <a:lnTo>
                    <a:pt x="86228" y="437916"/>
                  </a:lnTo>
                  <a:lnTo>
                    <a:pt x="88691" y="437434"/>
                  </a:lnTo>
                  <a:lnTo>
                    <a:pt x="91155" y="436947"/>
                  </a:lnTo>
                  <a:lnTo>
                    <a:pt x="93618" y="436456"/>
                  </a:lnTo>
                  <a:lnTo>
                    <a:pt x="96082" y="435958"/>
                  </a:lnTo>
                  <a:lnTo>
                    <a:pt x="98546" y="435457"/>
                  </a:lnTo>
                  <a:lnTo>
                    <a:pt x="101009" y="434952"/>
                  </a:lnTo>
                  <a:lnTo>
                    <a:pt x="103473" y="434442"/>
                  </a:lnTo>
                  <a:lnTo>
                    <a:pt x="105937" y="433929"/>
                  </a:lnTo>
                  <a:lnTo>
                    <a:pt x="108400" y="433414"/>
                  </a:lnTo>
                  <a:lnTo>
                    <a:pt x="110864" y="432896"/>
                  </a:lnTo>
                  <a:lnTo>
                    <a:pt x="113328" y="432375"/>
                  </a:lnTo>
                  <a:lnTo>
                    <a:pt x="115791" y="431853"/>
                  </a:lnTo>
                  <a:lnTo>
                    <a:pt x="118255" y="431330"/>
                  </a:lnTo>
                  <a:lnTo>
                    <a:pt x="120719" y="430804"/>
                  </a:lnTo>
                  <a:lnTo>
                    <a:pt x="123182" y="430278"/>
                  </a:lnTo>
                  <a:lnTo>
                    <a:pt x="125646" y="429752"/>
                  </a:lnTo>
                  <a:lnTo>
                    <a:pt x="128110" y="429225"/>
                  </a:lnTo>
                  <a:lnTo>
                    <a:pt x="130573" y="428698"/>
                  </a:lnTo>
                  <a:lnTo>
                    <a:pt x="133037" y="428170"/>
                  </a:lnTo>
                  <a:lnTo>
                    <a:pt x="135501" y="427644"/>
                  </a:lnTo>
                  <a:lnTo>
                    <a:pt x="137964" y="427118"/>
                  </a:lnTo>
                  <a:lnTo>
                    <a:pt x="140428" y="426592"/>
                  </a:lnTo>
                  <a:lnTo>
                    <a:pt x="142892" y="426067"/>
                  </a:lnTo>
                  <a:lnTo>
                    <a:pt x="145355" y="425544"/>
                  </a:lnTo>
                  <a:lnTo>
                    <a:pt x="147819" y="425021"/>
                  </a:lnTo>
                  <a:lnTo>
                    <a:pt x="150283" y="424499"/>
                  </a:lnTo>
                  <a:lnTo>
                    <a:pt x="152746" y="423979"/>
                  </a:lnTo>
                  <a:lnTo>
                    <a:pt x="155210" y="423460"/>
                  </a:lnTo>
                  <a:lnTo>
                    <a:pt x="157674" y="422943"/>
                  </a:lnTo>
                  <a:lnTo>
                    <a:pt x="160137" y="422427"/>
                  </a:lnTo>
                  <a:lnTo>
                    <a:pt x="162601" y="421912"/>
                  </a:lnTo>
                  <a:lnTo>
                    <a:pt x="165065" y="421399"/>
                  </a:lnTo>
                  <a:lnTo>
                    <a:pt x="167528" y="420887"/>
                  </a:lnTo>
                  <a:lnTo>
                    <a:pt x="169992" y="420376"/>
                  </a:lnTo>
                  <a:lnTo>
                    <a:pt x="172456" y="419867"/>
                  </a:lnTo>
                  <a:lnTo>
                    <a:pt x="174919" y="419359"/>
                  </a:lnTo>
                  <a:lnTo>
                    <a:pt x="177383" y="418852"/>
                  </a:lnTo>
                  <a:lnTo>
                    <a:pt x="179847" y="418346"/>
                  </a:lnTo>
                  <a:lnTo>
                    <a:pt x="182310" y="417842"/>
                  </a:lnTo>
                  <a:lnTo>
                    <a:pt x="184774" y="417339"/>
                  </a:lnTo>
                  <a:lnTo>
                    <a:pt x="187237" y="416836"/>
                  </a:lnTo>
                  <a:lnTo>
                    <a:pt x="189701" y="416335"/>
                  </a:lnTo>
                  <a:lnTo>
                    <a:pt x="192165" y="415834"/>
                  </a:lnTo>
                  <a:lnTo>
                    <a:pt x="194628" y="415335"/>
                  </a:lnTo>
                  <a:lnTo>
                    <a:pt x="197092" y="414837"/>
                  </a:lnTo>
                  <a:lnTo>
                    <a:pt x="199556" y="414339"/>
                  </a:lnTo>
                  <a:lnTo>
                    <a:pt x="202019" y="413842"/>
                  </a:lnTo>
                  <a:lnTo>
                    <a:pt x="204483" y="413347"/>
                  </a:lnTo>
                  <a:lnTo>
                    <a:pt x="206947" y="412852"/>
                  </a:lnTo>
                  <a:lnTo>
                    <a:pt x="209410" y="412358"/>
                  </a:lnTo>
                  <a:lnTo>
                    <a:pt x="211874" y="411866"/>
                  </a:lnTo>
                  <a:lnTo>
                    <a:pt x="214338" y="411375"/>
                  </a:lnTo>
                  <a:lnTo>
                    <a:pt x="216801" y="410885"/>
                  </a:lnTo>
                  <a:lnTo>
                    <a:pt x="219265" y="410398"/>
                  </a:lnTo>
                  <a:lnTo>
                    <a:pt x="221729" y="409911"/>
                  </a:lnTo>
                  <a:lnTo>
                    <a:pt x="224192" y="409427"/>
                  </a:lnTo>
                  <a:lnTo>
                    <a:pt x="226656" y="408944"/>
                  </a:lnTo>
                  <a:lnTo>
                    <a:pt x="229120" y="408465"/>
                  </a:lnTo>
                  <a:lnTo>
                    <a:pt x="231583" y="407987"/>
                  </a:lnTo>
                  <a:lnTo>
                    <a:pt x="234047" y="407512"/>
                  </a:lnTo>
                  <a:lnTo>
                    <a:pt x="236511" y="407041"/>
                  </a:lnTo>
                  <a:lnTo>
                    <a:pt x="238974" y="406572"/>
                  </a:lnTo>
                  <a:lnTo>
                    <a:pt x="241438" y="406107"/>
                  </a:lnTo>
                  <a:lnTo>
                    <a:pt x="243902" y="405646"/>
                  </a:lnTo>
                  <a:lnTo>
                    <a:pt x="246365" y="405189"/>
                  </a:lnTo>
                  <a:lnTo>
                    <a:pt x="248829" y="404737"/>
                  </a:lnTo>
                  <a:lnTo>
                    <a:pt x="251293" y="404290"/>
                  </a:lnTo>
                  <a:lnTo>
                    <a:pt x="253756" y="403846"/>
                  </a:lnTo>
                  <a:lnTo>
                    <a:pt x="256220" y="403409"/>
                  </a:lnTo>
                  <a:lnTo>
                    <a:pt x="258684" y="402978"/>
                  </a:lnTo>
                  <a:lnTo>
                    <a:pt x="261147" y="402551"/>
                  </a:lnTo>
                  <a:lnTo>
                    <a:pt x="263611" y="402130"/>
                  </a:lnTo>
                  <a:lnTo>
                    <a:pt x="266075" y="401718"/>
                  </a:lnTo>
                  <a:lnTo>
                    <a:pt x="268538" y="401310"/>
                  </a:lnTo>
                  <a:lnTo>
                    <a:pt x="271002" y="400908"/>
                  </a:lnTo>
                  <a:lnTo>
                    <a:pt x="273465" y="400515"/>
                  </a:lnTo>
                  <a:lnTo>
                    <a:pt x="275929" y="400127"/>
                  </a:lnTo>
                  <a:lnTo>
                    <a:pt x="278393" y="399746"/>
                  </a:lnTo>
                  <a:lnTo>
                    <a:pt x="280856" y="399374"/>
                  </a:lnTo>
                  <a:lnTo>
                    <a:pt x="283320" y="399007"/>
                  </a:lnTo>
                  <a:lnTo>
                    <a:pt x="285784" y="398645"/>
                  </a:lnTo>
                  <a:lnTo>
                    <a:pt x="288247" y="398294"/>
                  </a:lnTo>
                  <a:lnTo>
                    <a:pt x="290711" y="397947"/>
                  </a:lnTo>
                  <a:lnTo>
                    <a:pt x="293175" y="397605"/>
                  </a:lnTo>
                  <a:lnTo>
                    <a:pt x="295638" y="397273"/>
                  </a:lnTo>
                  <a:lnTo>
                    <a:pt x="298102" y="396945"/>
                  </a:lnTo>
                  <a:lnTo>
                    <a:pt x="300566" y="396621"/>
                  </a:lnTo>
                  <a:lnTo>
                    <a:pt x="303029" y="396305"/>
                  </a:lnTo>
                  <a:lnTo>
                    <a:pt x="305493" y="395992"/>
                  </a:lnTo>
                  <a:lnTo>
                    <a:pt x="307957" y="395683"/>
                  </a:lnTo>
                  <a:lnTo>
                    <a:pt x="310420" y="395379"/>
                  </a:lnTo>
                  <a:lnTo>
                    <a:pt x="312884" y="395078"/>
                  </a:lnTo>
                  <a:lnTo>
                    <a:pt x="315348" y="394779"/>
                  </a:lnTo>
                  <a:lnTo>
                    <a:pt x="317811" y="394483"/>
                  </a:lnTo>
                  <a:lnTo>
                    <a:pt x="320275" y="394188"/>
                  </a:lnTo>
                  <a:lnTo>
                    <a:pt x="322739" y="393893"/>
                  </a:lnTo>
                  <a:lnTo>
                    <a:pt x="325202" y="393599"/>
                  </a:lnTo>
                  <a:lnTo>
                    <a:pt x="327666" y="393304"/>
                  </a:lnTo>
                  <a:lnTo>
                    <a:pt x="330130" y="393007"/>
                  </a:lnTo>
                  <a:lnTo>
                    <a:pt x="332593" y="392708"/>
                  </a:lnTo>
                  <a:lnTo>
                    <a:pt x="335057" y="392405"/>
                  </a:lnTo>
                  <a:lnTo>
                    <a:pt x="337521" y="392099"/>
                  </a:lnTo>
                  <a:lnTo>
                    <a:pt x="339984" y="391789"/>
                  </a:lnTo>
                  <a:lnTo>
                    <a:pt x="342448" y="391471"/>
                  </a:lnTo>
                  <a:lnTo>
                    <a:pt x="344912" y="391148"/>
                  </a:lnTo>
                  <a:lnTo>
                    <a:pt x="347375" y="390819"/>
                  </a:lnTo>
                  <a:lnTo>
                    <a:pt x="349839" y="390480"/>
                  </a:lnTo>
                  <a:lnTo>
                    <a:pt x="352303" y="390134"/>
                  </a:lnTo>
                  <a:lnTo>
                    <a:pt x="354766" y="389779"/>
                  </a:lnTo>
                  <a:lnTo>
                    <a:pt x="357230" y="389411"/>
                  </a:lnTo>
                  <a:lnTo>
                    <a:pt x="359694" y="389034"/>
                  </a:lnTo>
                  <a:lnTo>
                    <a:pt x="362157" y="388648"/>
                  </a:lnTo>
                  <a:lnTo>
                    <a:pt x="364621" y="388245"/>
                  </a:lnTo>
                  <a:lnTo>
                    <a:pt x="367084" y="387832"/>
                  </a:lnTo>
                  <a:lnTo>
                    <a:pt x="369548" y="387410"/>
                  </a:lnTo>
                  <a:lnTo>
                    <a:pt x="372012" y="386967"/>
                  </a:lnTo>
                  <a:lnTo>
                    <a:pt x="374475" y="386514"/>
                  </a:lnTo>
                  <a:lnTo>
                    <a:pt x="376939" y="386049"/>
                  </a:lnTo>
                  <a:lnTo>
                    <a:pt x="379403" y="385565"/>
                  </a:lnTo>
                  <a:lnTo>
                    <a:pt x="381866" y="385068"/>
                  </a:lnTo>
                  <a:lnTo>
                    <a:pt x="384330" y="384559"/>
                  </a:lnTo>
                  <a:lnTo>
                    <a:pt x="386794" y="384030"/>
                  </a:lnTo>
                  <a:lnTo>
                    <a:pt x="389257" y="383488"/>
                  </a:lnTo>
                  <a:lnTo>
                    <a:pt x="391721" y="382934"/>
                  </a:lnTo>
                  <a:lnTo>
                    <a:pt x="394185" y="382361"/>
                  </a:lnTo>
                  <a:lnTo>
                    <a:pt x="396648" y="381773"/>
                  </a:lnTo>
                  <a:lnTo>
                    <a:pt x="399112" y="381174"/>
                  </a:lnTo>
                  <a:lnTo>
                    <a:pt x="401576" y="380558"/>
                  </a:lnTo>
                  <a:lnTo>
                    <a:pt x="404039" y="379926"/>
                  </a:lnTo>
                  <a:lnTo>
                    <a:pt x="406503" y="379284"/>
                  </a:lnTo>
                  <a:lnTo>
                    <a:pt x="408967" y="378627"/>
                  </a:lnTo>
                  <a:lnTo>
                    <a:pt x="411430" y="377955"/>
                  </a:lnTo>
                  <a:lnTo>
                    <a:pt x="413894" y="377272"/>
                  </a:lnTo>
                  <a:lnTo>
                    <a:pt x="416358" y="376577"/>
                  </a:lnTo>
                  <a:lnTo>
                    <a:pt x="418821" y="375868"/>
                  </a:lnTo>
                  <a:lnTo>
                    <a:pt x="421285" y="375149"/>
                  </a:lnTo>
                  <a:lnTo>
                    <a:pt x="423749" y="374420"/>
                  </a:lnTo>
                  <a:lnTo>
                    <a:pt x="426212" y="373677"/>
                  </a:lnTo>
                  <a:lnTo>
                    <a:pt x="428676" y="372926"/>
                  </a:lnTo>
                  <a:lnTo>
                    <a:pt x="431140" y="372167"/>
                  </a:lnTo>
                  <a:lnTo>
                    <a:pt x="433603" y="371395"/>
                  </a:lnTo>
                  <a:lnTo>
                    <a:pt x="436067" y="370616"/>
                  </a:lnTo>
                  <a:lnTo>
                    <a:pt x="438531" y="369830"/>
                  </a:lnTo>
                  <a:lnTo>
                    <a:pt x="440994" y="369032"/>
                  </a:lnTo>
                  <a:lnTo>
                    <a:pt x="443458" y="368228"/>
                  </a:lnTo>
                  <a:lnTo>
                    <a:pt x="445922" y="367418"/>
                  </a:lnTo>
                  <a:lnTo>
                    <a:pt x="448385" y="366597"/>
                  </a:lnTo>
                  <a:lnTo>
                    <a:pt x="450849" y="365770"/>
                  </a:lnTo>
                  <a:lnTo>
                    <a:pt x="453312" y="364938"/>
                  </a:lnTo>
                  <a:lnTo>
                    <a:pt x="455776" y="364095"/>
                  </a:lnTo>
                  <a:lnTo>
                    <a:pt x="458240" y="363245"/>
                  </a:lnTo>
                  <a:lnTo>
                    <a:pt x="460703" y="362389"/>
                  </a:lnTo>
                  <a:lnTo>
                    <a:pt x="463167" y="361522"/>
                  </a:lnTo>
                  <a:lnTo>
                    <a:pt x="465631" y="360647"/>
                  </a:lnTo>
                  <a:lnTo>
                    <a:pt x="468094" y="359765"/>
                  </a:lnTo>
                  <a:lnTo>
                    <a:pt x="470558" y="358872"/>
                  </a:lnTo>
                  <a:lnTo>
                    <a:pt x="473022" y="357968"/>
                  </a:lnTo>
                  <a:lnTo>
                    <a:pt x="475485" y="357055"/>
                  </a:lnTo>
                  <a:lnTo>
                    <a:pt x="477949" y="356128"/>
                  </a:lnTo>
                  <a:lnTo>
                    <a:pt x="480413" y="355187"/>
                  </a:lnTo>
                  <a:lnTo>
                    <a:pt x="482876" y="354235"/>
                  </a:lnTo>
                  <a:lnTo>
                    <a:pt x="485340" y="353267"/>
                  </a:lnTo>
                  <a:lnTo>
                    <a:pt x="487804" y="352280"/>
                  </a:lnTo>
                  <a:lnTo>
                    <a:pt x="490267" y="351278"/>
                  </a:lnTo>
                  <a:lnTo>
                    <a:pt x="492731" y="350258"/>
                  </a:lnTo>
                  <a:lnTo>
                    <a:pt x="495195" y="349211"/>
                  </a:lnTo>
                  <a:lnTo>
                    <a:pt x="497658" y="348147"/>
                  </a:lnTo>
                  <a:lnTo>
                    <a:pt x="500122" y="347061"/>
                  </a:lnTo>
                  <a:lnTo>
                    <a:pt x="502586" y="345941"/>
                  </a:lnTo>
                  <a:lnTo>
                    <a:pt x="505049" y="344799"/>
                  </a:lnTo>
                  <a:lnTo>
                    <a:pt x="507513" y="343632"/>
                  </a:lnTo>
                  <a:lnTo>
                    <a:pt x="509977" y="342422"/>
                  </a:lnTo>
                  <a:lnTo>
                    <a:pt x="512440" y="341185"/>
                  </a:lnTo>
                  <a:lnTo>
                    <a:pt x="514904" y="339921"/>
                  </a:lnTo>
                  <a:lnTo>
                    <a:pt x="517368" y="338603"/>
                  </a:lnTo>
                  <a:lnTo>
                    <a:pt x="519831" y="337253"/>
                  </a:lnTo>
                  <a:lnTo>
                    <a:pt x="522295" y="335872"/>
                  </a:lnTo>
                  <a:lnTo>
                    <a:pt x="524759" y="334429"/>
                  </a:lnTo>
                  <a:lnTo>
                    <a:pt x="527222" y="332949"/>
                  </a:lnTo>
                  <a:lnTo>
                    <a:pt x="529686" y="331432"/>
                  </a:lnTo>
                  <a:lnTo>
                    <a:pt x="532150" y="329849"/>
                  </a:lnTo>
                  <a:lnTo>
                    <a:pt x="534613" y="328219"/>
                  </a:lnTo>
                  <a:lnTo>
                    <a:pt x="537077" y="326548"/>
                  </a:lnTo>
                  <a:lnTo>
                    <a:pt x="539541" y="324808"/>
                  </a:lnTo>
                  <a:lnTo>
                    <a:pt x="542004" y="323013"/>
                  </a:lnTo>
                  <a:lnTo>
                    <a:pt x="544468" y="321173"/>
                  </a:lnTo>
                  <a:lnTo>
                    <a:pt x="546931" y="319261"/>
                  </a:lnTo>
                  <a:lnTo>
                    <a:pt x="549395" y="317286"/>
                  </a:lnTo>
                  <a:lnTo>
                    <a:pt x="551859" y="315262"/>
                  </a:lnTo>
                  <a:lnTo>
                    <a:pt x="554322" y="313167"/>
                  </a:lnTo>
                  <a:lnTo>
                    <a:pt x="556786" y="311000"/>
                  </a:lnTo>
                  <a:lnTo>
                    <a:pt x="559250" y="308783"/>
                  </a:lnTo>
                  <a:lnTo>
                    <a:pt x="561713" y="306495"/>
                  </a:lnTo>
                  <a:lnTo>
                    <a:pt x="564177" y="304129"/>
                  </a:lnTo>
                  <a:lnTo>
                    <a:pt x="566641" y="301711"/>
                  </a:lnTo>
                  <a:lnTo>
                    <a:pt x="569104" y="299227"/>
                  </a:lnTo>
                  <a:lnTo>
                    <a:pt x="571568" y="296658"/>
                  </a:lnTo>
                  <a:lnTo>
                    <a:pt x="574032" y="294037"/>
                  </a:lnTo>
                  <a:lnTo>
                    <a:pt x="576495" y="291355"/>
                  </a:lnTo>
                  <a:lnTo>
                    <a:pt x="578959" y="288584"/>
                  </a:lnTo>
                  <a:lnTo>
                    <a:pt x="581423" y="285764"/>
                  </a:lnTo>
                  <a:lnTo>
                    <a:pt x="583886" y="282888"/>
                  </a:lnTo>
                  <a:lnTo>
                    <a:pt x="586350" y="279923"/>
                  </a:lnTo>
                  <a:lnTo>
                    <a:pt x="588814" y="276910"/>
                  </a:lnTo>
                  <a:lnTo>
                    <a:pt x="591277" y="273850"/>
                  </a:lnTo>
                  <a:lnTo>
                    <a:pt x="593741" y="270702"/>
                  </a:lnTo>
                  <a:lnTo>
                    <a:pt x="596205" y="267511"/>
                  </a:lnTo>
                  <a:lnTo>
                    <a:pt x="598668" y="264277"/>
                  </a:lnTo>
                  <a:lnTo>
                    <a:pt x="601132" y="260967"/>
                  </a:lnTo>
                  <a:lnTo>
                    <a:pt x="603596" y="257617"/>
                  </a:lnTo>
                  <a:lnTo>
                    <a:pt x="606059" y="254228"/>
                  </a:lnTo>
                  <a:lnTo>
                    <a:pt x="608523" y="250778"/>
                  </a:lnTo>
                  <a:lnTo>
                    <a:pt x="610987" y="247291"/>
                  </a:lnTo>
                  <a:lnTo>
                    <a:pt x="613450" y="243773"/>
                  </a:lnTo>
                  <a:lnTo>
                    <a:pt x="615914" y="240208"/>
                  </a:lnTo>
                  <a:lnTo>
                    <a:pt x="618378" y="236612"/>
                  </a:lnTo>
                  <a:lnTo>
                    <a:pt x="620841" y="232994"/>
                  </a:lnTo>
                  <a:lnTo>
                    <a:pt x="623305" y="229343"/>
                  </a:lnTo>
                  <a:lnTo>
                    <a:pt x="625769" y="225670"/>
                  </a:lnTo>
                  <a:lnTo>
                    <a:pt x="628232" y="221983"/>
                  </a:lnTo>
                  <a:lnTo>
                    <a:pt x="630696" y="218279"/>
                  </a:lnTo>
                  <a:lnTo>
                    <a:pt x="633159" y="214563"/>
                  </a:lnTo>
                  <a:lnTo>
                    <a:pt x="635623" y="210842"/>
                  </a:lnTo>
                  <a:lnTo>
                    <a:pt x="638087" y="207117"/>
                  </a:lnTo>
                  <a:lnTo>
                    <a:pt x="640550" y="203394"/>
                  </a:lnTo>
                  <a:lnTo>
                    <a:pt x="643014" y="199674"/>
                  </a:lnTo>
                  <a:lnTo>
                    <a:pt x="645478" y="195963"/>
                  </a:lnTo>
                  <a:lnTo>
                    <a:pt x="647941" y="192267"/>
                  </a:lnTo>
                  <a:lnTo>
                    <a:pt x="650405" y="188586"/>
                  </a:lnTo>
                  <a:lnTo>
                    <a:pt x="652869" y="184921"/>
                  </a:lnTo>
                  <a:lnTo>
                    <a:pt x="655332" y="181288"/>
                  </a:lnTo>
                  <a:lnTo>
                    <a:pt x="657796" y="177677"/>
                  </a:lnTo>
                  <a:lnTo>
                    <a:pt x="660260" y="174091"/>
                  </a:lnTo>
                  <a:lnTo>
                    <a:pt x="662723" y="170553"/>
                  </a:lnTo>
                  <a:lnTo>
                    <a:pt x="665187" y="167044"/>
                  </a:lnTo>
                  <a:lnTo>
                    <a:pt x="667651" y="163564"/>
                  </a:lnTo>
                  <a:lnTo>
                    <a:pt x="670114" y="160148"/>
                  </a:lnTo>
                  <a:lnTo>
                    <a:pt x="672578" y="156767"/>
                  </a:lnTo>
                  <a:lnTo>
                    <a:pt x="675042" y="153422"/>
                  </a:lnTo>
                  <a:lnTo>
                    <a:pt x="677505" y="150146"/>
                  </a:lnTo>
                  <a:lnTo>
                    <a:pt x="679969" y="146915"/>
                  </a:lnTo>
                  <a:lnTo>
                    <a:pt x="682433" y="143723"/>
                  </a:lnTo>
                  <a:lnTo>
                    <a:pt x="684896" y="140604"/>
                  </a:lnTo>
                  <a:lnTo>
                    <a:pt x="687360" y="137536"/>
                  </a:lnTo>
                  <a:lnTo>
                    <a:pt x="689824" y="134510"/>
                  </a:lnTo>
                  <a:lnTo>
                    <a:pt x="692287" y="131556"/>
                  </a:lnTo>
                  <a:lnTo>
                    <a:pt x="694751" y="128658"/>
                  </a:lnTo>
                  <a:lnTo>
                    <a:pt x="697215" y="125804"/>
                  </a:lnTo>
                  <a:lnTo>
                    <a:pt x="699678" y="123017"/>
                  </a:lnTo>
                  <a:lnTo>
                    <a:pt x="702142" y="120288"/>
                  </a:lnTo>
                  <a:lnTo>
                    <a:pt x="704606" y="117602"/>
                  </a:lnTo>
                  <a:lnTo>
                    <a:pt x="707069" y="114976"/>
                  </a:lnTo>
                  <a:lnTo>
                    <a:pt x="709533" y="112409"/>
                  </a:lnTo>
                  <a:lnTo>
                    <a:pt x="711997" y="109881"/>
                  </a:lnTo>
                  <a:lnTo>
                    <a:pt x="714460" y="107404"/>
                  </a:lnTo>
                  <a:lnTo>
                    <a:pt x="716924" y="104982"/>
                  </a:lnTo>
                  <a:lnTo>
                    <a:pt x="719388" y="102595"/>
                  </a:lnTo>
                  <a:lnTo>
                    <a:pt x="721851" y="100249"/>
                  </a:lnTo>
                  <a:lnTo>
                    <a:pt x="724315" y="97952"/>
                  </a:lnTo>
                  <a:lnTo>
                    <a:pt x="726778" y="95682"/>
                  </a:lnTo>
                  <a:lnTo>
                    <a:pt x="729242" y="93443"/>
                  </a:lnTo>
                  <a:lnTo>
                    <a:pt x="731706" y="91244"/>
                  </a:lnTo>
                  <a:lnTo>
                    <a:pt x="734169" y="89065"/>
                  </a:lnTo>
                  <a:lnTo>
                    <a:pt x="736633" y="86907"/>
                  </a:lnTo>
                  <a:lnTo>
                    <a:pt x="739097" y="84777"/>
                  </a:lnTo>
                  <a:lnTo>
                    <a:pt x="741560" y="82659"/>
                  </a:lnTo>
                  <a:lnTo>
                    <a:pt x="744024" y="80554"/>
                  </a:lnTo>
                  <a:lnTo>
                    <a:pt x="746488" y="78463"/>
                  </a:lnTo>
                  <a:lnTo>
                    <a:pt x="748951" y="76378"/>
                  </a:lnTo>
                  <a:lnTo>
                    <a:pt x="751415" y="74296"/>
                  </a:lnTo>
                  <a:lnTo>
                    <a:pt x="753879" y="72217"/>
                  </a:lnTo>
                  <a:lnTo>
                    <a:pt x="756342" y="70137"/>
                  </a:lnTo>
                  <a:lnTo>
                    <a:pt x="758806" y="68054"/>
                  </a:lnTo>
                  <a:lnTo>
                    <a:pt x="761270" y="65965"/>
                  </a:lnTo>
                  <a:lnTo>
                    <a:pt x="763733" y="63868"/>
                  </a:lnTo>
                  <a:lnTo>
                    <a:pt x="766197" y="61764"/>
                  </a:lnTo>
                  <a:lnTo>
                    <a:pt x="768661" y="59647"/>
                  </a:lnTo>
                  <a:lnTo>
                    <a:pt x="771124" y="57519"/>
                  </a:lnTo>
                  <a:lnTo>
                    <a:pt x="773588" y="55381"/>
                  </a:lnTo>
                  <a:lnTo>
                    <a:pt x="776052" y="53230"/>
                  </a:lnTo>
                  <a:lnTo>
                    <a:pt x="778515" y="51065"/>
                  </a:lnTo>
                  <a:lnTo>
                    <a:pt x="780979" y="48893"/>
                  </a:lnTo>
                  <a:lnTo>
                    <a:pt x="783443" y="46709"/>
                  </a:lnTo>
                  <a:lnTo>
                    <a:pt x="785906" y="44515"/>
                  </a:lnTo>
                  <a:lnTo>
                    <a:pt x="788370" y="42317"/>
                  </a:lnTo>
                  <a:lnTo>
                    <a:pt x="790834" y="40114"/>
                  </a:lnTo>
                  <a:lnTo>
                    <a:pt x="793297" y="37911"/>
                  </a:lnTo>
                  <a:lnTo>
                    <a:pt x="795761" y="35710"/>
                  </a:lnTo>
                  <a:lnTo>
                    <a:pt x="798225" y="33515"/>
                  </a:lnTo>
                  <a:lnTo>
                    <a:pt x="800688" y="31334"/>
                  </a:lnTo>
                  <a:lnTo>
                    <a:pt x="803152" y="29167"/>
                  </a:lnTo>
                  <a:lnTo>
                    <a:pt x="805616" y="27017"/>
                  </a:lnTo>
                  <a:lnTo>
                    <a:pt x="808079" y="24905"/>
                  </a:lnTo>
                  <a:lnTo>
                    <a:pt x="810543" y="22821"/>
                  </a:lnTo>
                  <a:lnTo>
                    <a:pt x="813006" y="20767"/>
                  </a:lnTo>
                  <a:lnTo>
                    <a:pt x="815470" y="18780"/>
                  </a:lnTo>
                  <a:lnTo>
                    <a:pt x="817934" y="16839"/>
                  </a:lnTo>
                  <a:lnTo>
                    <a:pt x="820397" y="14943"/>
                  </a:lnTo>
                  <a:lnTo>
                    <a:pt x="822861" y="13149"/>
                  </a:lnTo>
                  <a:lnTo>
                    <a:pt x="825325" y="11421"/>
                  </a:lnTo>
                  <a:lnTo>
                    <a:pt x="827788" y="9758"/>
                  </a:lnTo>
                  <a:lnTo>
                    <a:pt x="830252" y="8228"/>
                  </a:lnTo>
                  <a:lnTo>
                    <a:pt x="832716" y="6791"/>
                  </a:lnTo>
                  <a:lnTo>
                    <a:pt x="835179" y="5439"/>
                  </a:lnTo>
                  <a:lnTo>
                    <a:pt x="837643" y="4248"/>
                  </a:lnTo>
                  <a:lnTo>
                    <a:pt x="840107" y="3183"/>
                  </a:lnTo>
                  <a:lnTo>
                    <a:pt x="842570" y="2226"/>
                  </a:lnTo>
                  <a:lnTo>
                    <a:pt x="845034" y="1453"/>
                  </a:lnTo>
                  <a:lnTo>
                    <a:pt x="847498" y="842"/>
                  </a:lnTo>
                  <a:lnTo>
                    <a:pt x="849961" y="359"/>
                  </a:lnTo>
                  <a:lnTo>
                    <a:pt x="852425" y="79"/>
                  </a:lnTo>
                  <a:lnTo>
                    <a:pt x="854889" y="0"/>
                  </a:lnTo>
                  <a:lnTo>
                    <a:pt x="857352" y="67"/>
                  </a:lnTo>
                  <a:lnTo>
                    <a:pt x="859816" y="352"/>
                  </a:lnTo>
                  <a:lnTo>
                    <a:pt x="862280" y="874"/>
                  </a:lnTo>
                  <a:lnTo>
                    <a:pt x="864743" y="1561"/>
                  </a:lnTo>
                  <a:lnTo>
                    <a:pt x="867207" y="2470"/>
                  </a:lnTo>
                  <a:lnTo>
                    <a:pt x="869671" y="3653"/>
                  </a:lnTo>
                  <a:lnTo>
                    <a:pt x="872134" y="5014"/>
                  </a:lnTo>
                  <a:lnTo>
                    <a:pt x="874598" y="6596"/>
                  </a:lnTo>
                  <a:lnTo>
                    <a:pt x="877062" y="8485"/>
                  </a:lnTo>
                  <a:lnTo>
                    <a:pt x="879525" y="10560"/>
                  </a:lnTo>
                  <a:lnTo>
                    <a:pt x="881989" y="12850"/>
                  </a:lnTo>
                  <a:lnTo>
                    <a:pt x="884453" y="15472"/>
                  </a:lnTo>
                  <a:lnTo>
                    <a:pt x="886916" y="18284"/>
                  </a:lnTo>
                  <a:lnTo>
                    <a:pt x="889380" y="21297"/>
                  </a:lnTo>
                  <a:lnTo>
                    <a:pt x="891844" y="24662"/>
                  </a:lnTo>
                  <a:lnTo>
                    <a:pt x="894307" y="28215"/>
                  </a:lnTo>
                  <a:lnTo>
                    <a:pt x="896771" y="31956"/>
                  </a:lnTo>
                  <a:lnTo>
                    <a:pt x="899235" y="36045"/>
                  </a:lnTo>
                  <a:lnTo>
                    <a:pt x="901698" y="40322"/>
                  </a:lnTo>
                  <a:lnTo>
                    <a:pt x="904162" y="44780"/>
                  </a:lnTo>
                  <a:lnTo>
                    <a:pt x="906625" y="49552"/>
                  </a:lnTo>
                  <a:lnTo>
                    <a:pt x="909089" y="54516"/>
                  </a:lnTo>
                  <a:lnTo>
                    <a:pt x="911553" y="59650"/>
                  </a:lnTo>
                  <a:lnTo>
                    <a:pt x="914016" y="65058"/>
                  </a:lnTo>
                  <a:lnTo>
                    <a:pt x="916480" y="70655"/>
                  </a:lnTo>
                  <a:lnTo>
                    <a:pt x="918944" y="76403"/>
                  </a:lnTo>
                  <a:lnTo>
                    <a:pt x="921407" y="82383"/>
                  </a:lnTo>
                  <a:lnTo>
                    <a:pt x="923871" y="88540"/>
                  </a:lnTo>
                  <a:lnTo>
                    <a:pt x="926335" y="94828"/>
                  </a:lnTo>
                  <a:lnTo>
                    <a:pt x="928798" y="101301"/>
                  </a:lnTo>
                  <a:lnTo>
                    <a:pt x="931262" y="107932"/>
                  </a:lnTo>
                  <a:lnTo>
                    <a:pt x="933726" y="114668"/>
                  </a:lnTo>
                  <a:lnTo>
                    <a:pt x="936189" y="121546"/>
                  </a:lnTo>
                  <a:lnTo>
                    <a:pt x="938653" y="128553"/>
                  </a:lnTo>
                  <a:lnTo>
                    <a:pt x="941117" y="135639"/>
                  </a:lnTo>
                  <a:lnTo>
                    <a:pt x="943580" y="142822"/>
                  </a:lnTo>
                  <a:lnTo>
                    <a:pt x="946044" y="150100"/>
                  </a:lnTo>
                  <a:lnTo>
                    <a:pt x="948508" y="157430"/>
                  </a:lnTo>
                  <a:lnTo>
                    <a:pt x="950971" y="164816"/>
                  </a:lnTo>
                  <a:lnTo>
                    <a:pt x="953435" y="172258"/>
                  </a:lnTo>
                  <a:lnTo>
                    <a:pt x="955899" y="179722"/>
                  </a:lnTo>
                  <a:lnTo>
                    <a:pt x="958362" y="187208"/>
                  </a:lnTo>
                  <a:lnTo>
                    <a:pt x="960826" y="194705"/>
                  </a:lnTo>
                  <a:lnTo>
                    <a:pt x="963290" y="202196"/>
                  </a:lnTo>
                  <a:lnTo>
                    <a:pt x="965753" y="209680"/>
                  </a:lnTo>
                  <a:lnTo>
                    <a:pt x="968217" y="217126"/>
                  </a:lnTo>
                  <a:lnTo>
                    <a:pt x="970681" y="224542"/>
                  </a:lnTo>
                  <a:lnTo>
                    <a:pt x="973144" y="231925"/>
                  </a:lnTo>
                  <a:lnTo>
                    <a:pt x="975608" y="239226"/>
                  </a:lnTo>
                  <a:lnTo>
                    <a:pt x="978072" y="246470"/>
                  </a:lnTo>
                  <a:lnTo>
                    <a:pt x="980535" y="253658"/>
                  </a:lnTo>
                  <a:lnTo>
                    <a:pt x="982999" y="260732"/>
                  </a:lnTo>
                  <a:lnTo>
                    <a:pt x="985463" y="267720"/>
                  </a:lnTo>
                  <a:lnTo>
                    <a:pt x="987926" y="274632"/>
                  </a:lnTo>
                  <a:lnTo>
                    <a:pt x="990390" y="281403"/>
                  </a:lnTo>
                  <a:lnTo>
                    <a:pt x="992853" y="288063"/>
                  </a:lnTo>
                  <a:lnTo>
                    <a:pt x="995317" y="294629"/>
                  </a:lnTo>
                  <a:lnTo>
                    <a:pt x="997781" y="301038"/>
                  </a:lnTo>
                  <a:lnTo>
                    <a:pt x="1000244" y="307310"/>
                  </a:lnTo>
                  <a:lnTo>
                    <a:pt x="1002708" y="313475"/>
                  </a:lnTo>
                  <a:lnTo>
                    <a:pt x="1005172" y="319475"/>
                  </a:lnTo>
                  <a:lnTo>
                    <a:pt x="1007635" y="325313"/>
                  </a:lnTo>
                  <a:lnTo>
                    <a:pt x="1010099" y="331035"/>
                  </a:lnTo>
                  <a:lnTo>
                    <a:pt x="1012563" y="336591"/>
                  </a:lnTo>
                  <a:lnTo>
                    <a:pt x="1015026" y="341965"/>
                  </a:lnTo>
                  <a:lnTo>
                    <a:pt x="1017490" y="347217"/>
                  </a:lnTo>
                  <a:lnTo>
                    <a:pt x="1019954" y="352308"/>
                  </a:lnTo>
                  <a:lnTo>
                    <a:pt x="1022417" y="357200"/>
                  </a:lnTo>
                  <a:lnTo>
                    <a:pt x="1024881" y="361968"/>
                  </a:lnTo>
                  <a:lnTo>
                    <a:pt x="1027345" y="366583"/>
                  </a:lnTo>
                  <a:lnTo>
                    <a:pt x="1029808" y="370989"/>
                  </a:lnTo>
                  <a:lnTo>
                    <a:pt x="1032272" y="375271"/>
                  </a:lnTo>
                  <a:lnTo>
                    <a:pt x="1034736" y="379413"/>
                  </a:lnTo>
                  <a:lnTo>
                    <a:pt x="1037199" y="383338"/>
                  </a:lnTo>
                  <a:lnTo>
                    <a:pt x="1039663" y="387143"/>
                  </a:lnTo>
                  <a:lnTo>
                    <a:pt x="1042127" y="390823"/>
                  </a:lnTo>
                  <a:lnTo>
                    <a:pt x="1044590" y="394283"/>
                  </a:lnTo>
                  <a:lnTo>
                    <a:pt x="1047054" y="397628"/>
                  </a:lnTo>
                  <a:lnTo>
                    <a:pt x="1049518" y="400859"/>
                  </a:lnTo>
                  <a:lnTo>
                    <a:pt x="1051981" y="403883"/>
                  </a:lnTo>
                  <a:lnTo>
                    <a:pt x="1054445" y="406794"/>
                  </a:lnTo>
                  <a:lnTo>
                    <a:pt x="1056909" y="409598"/>
                  </a:lnTo>
                  <a:lnTo>
                    <a:pt x="1059372" y="412220"/>
                  </a:lnTo>
                  <a:lnTo>
                    <a:pt x="1061836" y="414727"/>
                  </a:lnTo>
                  <a:lnTo>
                    <a:pt x="1064300" y="417135"/>
                  </a:lnTo>
                  <a:lnTo>
                    <a:pt x="1066763" y="419385"/>
                  </a:lnTo>
                  <a:lnTo>
                    <a:pt x="1069227" y="421522"/>
                  </a:lnTo>
                  <a:lnTo>
                    <a:pt x="1071691" y="423571"/>
                  </a:lnTo>
                  <a:lnTo>
                    <a:pt x="1074154" y="425483"/>
                  </a:lnTo>
                  <a:lnTo>
                    <a:pt x="1076618" y="427287"/>
                  </a:lnTo>
                  <a:lnTo>
                    <a:pt x="1079082" y="429011"/>
                  </a:lnTo>
                  <a:lnTo>
                    <a:pt x="1081545" y="430621"/>
                  </a:lnTo>
                  <a:lnTo>
                    <a:pt x="1084009" y="432128"/>
                  </a:lnTo>
                  <a:lnTo>
                    <a:pt x="1086472" y="433565"/>
                  </a:lnTo>
                  <a:lnTo>
                    <a:pt x="1088936" y="434908"/>
                  </a:lnTo>
                  <a:lnTo>
                    <a:pt x="1091400" y="436154"/>
                  </a:lnTo>
                  <a:lnTo>
                    <a:pt x="1093863" y="437340"/>
                  </a:lnTo>
                  <a:lnTo>
                    <a:pt x="1096327" y="438449"/>
                  </a:lnTo>
                  <a:lnTo>
                    <a:pt x="1098791" y="439470"/>
                  </a:lnTo>
                  <a:lnTo>
                    <a:pt x="1101254" y="440439"/>
                  </a:lnTo>
                  <a:lnTo>
                    <a:pt x="1103718" y="441346"/>
                  </a:lnTo>
                  <a:lnTo>
                    <a:pt x="1106182" y="442174"/>
                  </a:lnTo>
                  <a:lnTo>
                    <a:pt x="1108645" y="442958"/>
                  </a:lnTo>
                  <a:lnTo>
                    <a:pt x="1111109" y="443693"/>
                  </a:lnTo>
                  <a:lnTo>
                    <a:pt x="1113573" y="444358"/>
                  </a:lnTo>
                  <a:lnTo>
                    <a:pt x="1116036" y="444986"/>
                  </a:lnTo>
                  <a:lnTo>
                    <a:pt x="1118500" y="445577"/>
                  </a:lnTo>
                  <a:lnTo>
                    <a:pt x="1120964" y="446105"/>
                  </a:lnTo>
                  <a:lnTo>
                    <a:pt x="1123427" y="446604"/>
                  </a:lnTo>
                  <a:lnTo>
                    <a:pt x="1125891" y="447072"/>
                  </a:lnTo>
                  <a:lnTo>
                    <a:pt x="1128355" y="447490"/>
                  </a:lnTo>
                  <a:lnTo>
                    <a:pt x="1130818" y="447881"/>
                  </a:lnTo>
                  <a:lnTo>
                    <a:pt x="1133282" y="448248"/>
                  </a:lnTo>
                  <a:lnTo>
                    <a:pt x="1135746" y="448576"/>
                  </a:lnTo>
                  <a:lnTo>
                    <a:pt x="1138209" y="448880"/>
                  </a:lnTo>
                  <a:lnTo>
                    <a:pt x="1140673" y="449165"/>
                  </a:lnTo>
                  <a:lnTo>
                    <a:pt x="1143137" y="449420"/>
                  </a:lnTo>
                  <a:lnTo>
                    <a:pt x="1145600" y="449655"/>
                  </a:lnTo>
                  <a:lnTo>
                    <a:pt x="1148064" y="449874"/>
                  </a:lnTo>
                  <a:lnTo>
                    <a:pt x="1150528" y="450070"/>
                  </a:lnTo>
                  <a:lnTo>
                    <a:pt x="1152991" y="450249"/>
                  </a:lnTo>
                  <a:lnTo>
                    <a:pt x="1155455" y="450416"/>
                  </a:lnTo>
                  <a:lnTo>
                    <a:pt x="1157919" y="450565"/>
                  </a:lnTo>
                  <a:lnTo>
                    <a:pt x="1160382" y="450701"/>
                  </a:lnTo>
                  <a:lnTo>
                    <a:pt x="1162846" y="450826"/>
                  </a:lnTo>
                  <a:lnTo>
                    <a:pt x="1165310" y="450940"/>
                  </a:lnTo>
                  <a:lnTo>
                    <a:pt x="1167773" y="451041"/>
                  </a:lnTo>
                  <a:lnTo>
                    <a:pt x="1170237" y="451135"/>
                  </a:lnTo>
                  <a:lnTo>
                    <a:pt x="1172701" y="451220"/>
                  </a:lnTo>
                  <a:lnTo>
                    <a:pt x="1175164" y="451295"/>
                  </a:lnTo>
                  <a:lnTo>
                    <a:pt x="1177628" y="451364"/>
                  </a:lnTo>
                  <a:lnTo>
                    <a:pt x="1180091" y="451427"/>
                  </a:lnTo>
                  <a:lnTo>
                    <a:pt x="1182555" y="451482"/>
                  </a:lnTo>
                  <a:lnTo>
                    <a:pt x="1185019" y="451533"/>
                  </a:lnTo>
                  <a:lnTo>
                    <a:pt x="1187482" y="451580"/>
                  </a:lnTo>
                  <a:lnTo>
                    <a:pt x="1189946" y="451620"/>
                  </a:lnTo>
                  <a:lnTo>
                    <a:pt x="1192410" y="451656"/>
                  </a:lnTo>
                  <a:lnTo>
                    <a:pt x="1194873" y="451690"/>
                  </a:lnTo>
                  <a:lnTo>
                    <a:pt x="1197337" y="451719"/>
                  </a:lnTo>
                  <a:lnTo>
                    <a:pt x="1199801" y="451746"/>
                  </a:lnTo>
                  <a:lnTo>
                    <a:pt x="1202264" y="451770"/>
                  </a:lnTo>
                  <a:lnTo>
                    <a:pt x="1204728" y="451791"/>
                  </a:lnTo>
                  <a:lnTo>
                    <a:pt x="1207192" y="451809"/>
                  </a:lnTo>
                  <a:lnTo>
                    <a:pt x="1209655" y="451827"/>
                  </a:lnTo>
                  <a:lnTo>
                    <a:pt x="1212119" y="451841"/>
                  </a:lnTo>
                  <a:lnTo>
                    <a:pt x="1214583" y="451855"/>
                  </a:lnTo>
                  <a:lnTo>
                    <a:pt x="1217046" y="451867"/>
                  </a:lnTo>
                  <a:lnTo>
                    <a:pt x="1219510" y="451877"/>
                  </a:lnTo>
                  <a:lnTo>
                    <a:pt x="1221974" y="451887"/>
                  </a:lnTo>
                  <a:lnTo>
                    <a:pt x="1224437" y="451895"/>
                  </a:lnTo>
                  <a:lnTo>
                    <a:pt x="1226901" y="451902"/>
                  </a:lnTo>
                  <a:lnTo>
                    <a:pt x="1229365" y="451909"/>
                  </a:lnTo>
                  <a:lnTo>
                    <a:pt x="1231828" y="451915"/>
                  </a:lnTo>
                  <a:lnTo>
                    <a:pt x="1234292" y="451920"/>
                  </a:lnTo>
                  <a:lnTo>
                    <a:pt x="1236756" y="451924"/>
                  </a:lnTo>
                  <a:lnTo>
                    <a:pt x="1239219" y="451928"/>
                  </a:lnTo>
                  <a:lnTo>
                    <a:pt x="1241683" y="451932"/>
                  </a:lnTo>
                  <a:lnTo>
                    <a:pt x="1244147" y="451935"/>
                  </a:lnTo>
                  <a:lnTo>
                    <a:pt x="1246610" y="451937"/>
                  </a:lnTo>
                  <a:lnTo>
                    <a:pt x="1249074" y="451940"/>
                  </a:lnTo>
                  <a:lnTo>
                    <a:pt x="1251538" y="451942"/>
                  </a:lnTo>
                  <a:lnTo>
                    <a:pt x="1254001" y="451943"/>
                  </a:lnTo>
                  <a:lnTo>
                    <a:pt x="1256465" y="451945"/>
                  </a:lnTo>
                  <a:lnTo>
                    <a:pt x="1258929" y="451946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909616" y="5724425"/>
              <a:ext cx="1258929" cy="429472"/>
            </a:xfrm>
            <a:custGeom>
              <a:avLst/>
              <a:pathLst>
                <a:path w="1258929" h="429472">
                  <a:moveTo>
                    <a:pt x="0" y="428321"/>
                  </a:moveTo>
                  <a:lnTo>
                    <a:pt x="2463" y="428248"/>
                  </a:lnTo>
                  <a:lnTo>
                    <a:pt x="4927" y="428173"/>
                  </a:lnTo>
                  <a:lnTo>
                    <a:pt x="7390" y="428094"/>
                  </a:lnTo>
                  <a:lnTo>
                    <a:pt x="9854" y="428011"/>
                  </a:lnTo>
                  <a:lnTo>
                    <a:pt x="12318" y="427925"/>
                  </a:lnTo>
                  <a:lnTo>
                    <a:pt x="14781" y="427836"/>
                  </a:lnTo>
                  <a:lnTo>
                    <a:pt x="17245" y="427741"/>
                  </a:lnTo>
                  <a:lnTo>
                    <a:pt x="19709" y="427643"/>
                  </a:lnTo>
                  <a:lnTo>
                    <a:pt x="22172" y="427542"/>
                  </a:lnTo>
                  <a:lnTo>
                    <a:pt x="24636" y="427435"/>
                  </a:lnTo>
                  <a:lnTo>
                    <a:pt x="27100" y="427325"/>
                  </a:lnTo>
                  <a:lnTo>
                    <a:pt x="29563" y="427211"/>
                  </a:lnTo>
                  <a:lnTo>
                    <a:pt x="32027" y="427092"/>
                  </a:lnTo>
                  <a:lnTo>
                    <a:pt x="34491" y="426969"/>
                  </a:lnTo>
                  <a:lnTo>
                    <a:pt x="36954" y="426842"/>
                  </a:lnTo>
                  <a:lnTo>
                    <a:pt x="39418" y="426709"/>
                  </a:lnTo>
                  <a:lnTo>
                    <a:pt x="41882" y="426572"/>
                  </a:lnTo>
                  <a:lnTo>
                    <a:pt x="44345" y="426432"/>
                  </a:lnTo>
                  <a:lnTo>
                    <a:pt x="46809" y="426285"/>
                  </a:lnTo>
                  <a:lnTo>
                    <a:pt x="49273" y="426135"/>
                  </a:lnTo>
                  <a:lnTo>
                    <a:pt x="51736" y="425980"/>
                  </a:lnTo>
                  <a:lnTo>
                    <a:pt x="54200" y="425819"/>
                  </a:lnTo>
                  <a:lnTo>
                    <a:pt x="56664" y="425655"/>
                  </a:lnTo>
                  <a:lnTo>
                    <a:pt x="59127" y="425486"/>
                  </a:lnTo>
                  <a:lnTo>
                    <a:pt x="61591" y="425311"/>
                  </a:lnTo>
                  <a:lnTo>
                    <a:pt x="64055" y="425133"/>
                  </a:lnTo>
                  <a:lnTo>
                    <a:pt x="66518" y="424950"/>
                  </a:lnTo>
                  <a:lnTo>
                    <a:pt x="68982" y="424760"/>
                  </a:lnTo>
                  <a:lnTo>
                    <a:pt x="71446" y="424567"/>
                  </a:lnTo>
                  <a:lnTo>
                    <a:pt x="73909" y="424370"/>
                  </a:lnTo>
                  <a:lnTo>
                    <a:pt x="76373" y="424166"/>
                  </a:lnTo>
                  <a:lnTo>
                    <a:pt x="78837" y="423959"/>
                  </a:lnTo>
                  <a:lnTo>
                    <a:pt x="81300" y="423747"/>
                  </a:lnTo>
                  <a:lnTo>
                    <a:pt x="83764" y="423529"/>
                  </a:lnTo>
                  <a:lnTo>
                    <a:pt x="86228" y="423308"/>
                  </a:lnTo>
                  <a:lnTo>
                    <a:pt x="88691" y="423082"/>
                  </a:lnTo>
                  <a:lnTo>
                    <a:pt x="91155" y="422850"/>
                  </a:lnTo>
                  <a:lnTo>
                    <a:pt x="93618" y="422615"/>
                  </a:lnTo>
                  <a:lnTo>
                    <a:pt x="96082" y="422375"/>
                  </a:lnTo>
                  <a:lnTo>
                    <a:pt x="98546" y="422130"/>
                  </a:lnTo>
                  <a:lnTo>
                    <a:pt x="101009" y="421881"/>
                  </a:lnTo>
                  <a:lnTo>
                    <a:pt x="103473" y="421627"/>
                  </a:lnTo>
                  <a:lnTo>
                    <a:pt x="105937" y="421368"/>
                  </a:lnTo>
                  <a:lnTo>
                    <a:pt x="108400" y="421106"/>
                  </a:lnTo>
                  <a:lnTo>
                    <a:pt x="110864" y="420839"/>
                  </a:lnTo>
                  <a:lnTo>
                    <a:pt x="113328" y="420567"/>
                  </a:lnTo>
                  <a:lnTo>
                    <a:pt x="115791" y="420291"/>
                  </a:lnTo>
                  <a:lnTo>
                    <a:pt x="118255" y="420012"/>
                  </a:lnTo>
                  <a:lnTo>
                    <a:pt x="120719" y="419727"/>
                  </a:lnTo>
                  <a:lnTo>
                    <a:pt x="123182" y="419438"/>
                  </a:lnTo>
                  <a:lnTo>
                    <a:pt x="125646" y="419147"/>
                  </a:lnTo>
                  <a:lnTo>
                    <a:pt x="128110" y="418849"/>
                  </a:lnTo>
                  <a:lnTo>
                    <a:pt x="130573" y="418549"/>
                  </a:lnTo>
                  <a:lnTo>
                    <a:pt x="133037" y="418245"/>
                  </a:lnTo>
                  <a:lnTo>
                    <a:pt x="135501" y="417935"/>
                  </a:lnTo>
                  <a:lnTo>
                    <a:pt x="137964" y="417623"/>
                  </a:lnTo>
                  <a:lnTo>
                    <a:pt x="140428" y="417307"/>
                  </a:lnTo>
                  <a:lnTo>
                    <a:pt x="142892" y="416986"/>
                  </a:lnTo>
                  <a:lnTo>
                    <a:pt x="145355" y="416663"/>
                  </a:lnTo>
                  <a:lnTo>
                    <a:pt x="147819" y="416336"/>
                  </a:lnTo>
                  <a:lnTo>
                    <a:pt x="150283" y="416005"/>
                  </a:lnTo>
                  <a:lnTo>
                    <a:pt x="152746" y="415671"/>
                  </a:lnTo>
                  <a:lnTo>
                    <a:pt x="155210" y="415334"/>
                  </a:lnTo>
                  <a:lnTo>
                    <a:pt x="157674" y="414992"/>
                  </a:lnTo>
                  <a:lnTo>
                    <a:pt x="160137" y="414648"/>
                  </a:lnTo>
                  <a:lnTo>
                    <a:pt x="162601" y="414301"/>
                  </a:lnTo>
                  <a:lnTo>
                    <a:pt x="165065" y="413951"/>
                  </a:lnTo>
                  <a:lnTo>
                    <a:pt x="167528" y="413598"/>
                  </a:lnTo>
                  <a:lnTo>
                    <a:pt x="169992" y="413243"/>
                  </a:lnTo>
                  <a:lnTo>
                    <a:pt x="172456" y="412884"/>
                  </a:lnTo>
                  <a:lnTo>
                    <a:pt x="174919" y="412523"/>
                  </a:lnTo>
                  <a:lnTo>
                    <a:pt x="177383" y="412161"/>
                  </a:lnTo>
                  <a:lnTo>
                    <a:pt x="179847" y="411795"/>
                  </a:lnTo>
                  <a:lnTo>
                    <a:pt x="182310" y="411428"/>
                  </a:lnTo>
                  <a:lnTo>
                    <a:pt x="184774" y="411060"/>
                  </a:lnTo>
                  <a:lnTo>
                    <a:pt x="187237" y="410689"/>
                  </a:lnTo>
                  <a:lnTo>
                    <a:pt x="189701" y="410317"/>
                  </a:lnTo>
                  <a:lnTo>
                    <a:pt x="192165" y="409944"/>
                  </a:lnTo>
                  <a:lnTo>
                    <a:pt x="194628" y="409570"/>
                  </a:lnTo>
                  <a:lnTo>
                    <a:pt x="197092" y="409195"/>
                  </a:lnTo>
                  <a:lnTo>
                    <a:pt x="199556" y="408820"/>
                  </a:lnTo>
                  <a:lnTo>
                    <a:pt x="202019" y="408444"/>
                  </a:lnTo>
                  <a:lnTo>
                    <a:pt x="204483" y="408069"/>
                  </a:lnTo>
                  <a:lnTo>
                    <a:pt x="206947" y="407693"/>
                  </a:lnTo>
                  <a:lnTo>
                    <a:pt x="209410" y="407318"/>
                  </a:lnTo>
                  <a:lnTo>
                    <a:pt x="211874" y="406944"/>
                  </a:lnTo>
                  <a:lnTo>
                    <a:pt x="214338" y="406571"/>
                  </a:lnTo>
                  <a:lnTo>
                    <a:pt x="216801" y="406199"/>
                  </a:lnTo>
                  <a:lnTo>
                    <a:pt x="219265" y="405829"/>
                  </a:lnTo>
                  <a:lnTo>
                    <a:pt x="221729" y="405460"/>
                  </a:lnTo>
                  <a:lnTo>
                    <a:pt x="224192" y="405095"/>
                  </a:lnTo>
                  <a:lnTo>
                    <a:pt x="226656" y="404731"/>
                  </a:lnTo>
                  <a:lnTo>
                    <a:pt x="229120" y="404370"/>
                  </a:lnTo>
                  <a:lnTo>
                    <a:pt x="231583" y="404013"/>
                  </a:lnTo>
                  <a:lnTo>
                    <a:pt x="234047" y="403659"/>
                  </a:lnTo>
                  <a:lnTo>
                    <a:pt x="236511" y="403307"/>
                  </a:lnTo>
                  <a:lnTo>
                    <a:pt x="238974" y="402961"/>
                  </a:lnTo>
                  <a:lnTo>
                    <a:pt x="241438" y="402619"/>
                  </a:lnTo>
                  <a:lnTo>
                    <a:pt x="243902" y="402280"/>
                  </a:lnTo>
                  <a:lnTo>
                    <a:pt x="246365" y="401949"/>
                  </a:lnTo>
                  <a:lnTo>
                    <a:pt x="248829" y="401621"/>
                  </a:lnTo>
                  <a:lnTo>
                    <a:pt x="251293" y="401298"/>
                  </a:lnTo>
                  <a:lnTo>
                    <a:pt x="253756" y="400983"/>
                  </a:lnTo>
                  <a:lnTo>
                    <a:pt x="256220" y="400672"/>
                  </a:lnTo>
                  <a:lnTo>
                    <a:pt x="258684" y="400366"/>
                  </a:lnTo>
                  <a:lnTo>
                    <a:pt x="261147" y="400070"/>
                  </a:lnTo>
                  <a:lnTo>
                    <a:pt x="263611" y="399778"/>
                  </a:lnTo>
                  <a:lnTo>
                    <a:pt x="266075" y="399492"/>
                  </a:lnTo>
                  <a:lnTo>
                    <a:pt x="268538" y="399216"/>
                  </a:lnTo>
                  <a:lnTo>
                    <a:pt x="271002" y="398946"/>
                  </a:lnTo>
                  <a:lnTo>
                    <a:pt x="273465" y="398681"/>
                  </a:lnTo>
                  <a:lnTo>
                    <a:pt x="275929" y="398427"/>
                  </a:lnTo>
                  <a:lnTo>
                    <a:pt x="278393" y="398180"/>
                  </a:lnTo>
                  <a:lnTo>
                    <a:pt x="280856" y="397937"/>
                  </a:lnTo>
                  <a:lnTo>
                    <a:pt x="283320" y="397707"/>
                  </a:lnTo>
                  <a:lnTo>
                    <a:pt x="285784" y="397482"/>
                  </a:lnTo>
                  <a:lnTo>
                    <a:pt x="288247" y="397264"/>
                  </a:lnTo>
                  <a:lnTo>
                    <a:pt x="290711" y="397057"/>
                  </a:lnTo>
                  <a:lnTo>
                    <a:pt x="293175" y="396856"/>
                  </a:lnTo>
                  <a:lnTo>
                    <a:pt x="295638" y="396662"/>
                  </a:lnTo>
                  <a:lnTo>
                    <a:pt x="298102" y="396479"/>
                  </a:lnTo>
                  <a:lnTo>
                    <a:pt x="300566" y="396302"/>
                  </a:lnTo>
                  <a:lnTo>
                    <a:pt x="303029" y="396132"/>
                  </a:lnTo>
                  <a:lnTo>
                    <a:pt x="305493" y="395973"/>
                  </a:lnTo>
                  <a:lnTo>
                    <a:pt x="307957" y="395820"/>
                  </a:lnTo>
                  <a:lnTo>
                    <a:pt x="310420" y="395673"/>
                  </a:lnTo>
                  <a:lnTo>
                    <a:pt x="312884" y="395536"/>
                  </a:lnTo>
                  <a:lnTo>
                    <a:pt x="315348" y="395406"/>
                  </a:lnTo>
                  <a:lnTo>
                    <a:pt x="317811" y="395282"/>
                  </a:lnTo>
                  <a:lnTo>
                    <a:pt x="320275" y="395168"/>
                  </a:lnTo>
                  <a:lnTo>
                    <a:pt x="322739" y="395060"/>
                  </a:lnTo>
                  <a:lnTo>
                    <a:pt x="325202" y="394957"/>
                  </a:lnTo>
                  <a:lnTo>
                    <a:pt x="327666" y="394864"/>
                  </a:lnTo>
                  <a:lnTo>
                    <a:pt x="330130" y="394777"/>
                  </a:lnTo>
                  <a:lnTo>
                    <a:pt x="332593" y="394695"/>
                  </a:lnTo>
                  <a:lnTo>
                    <a:pt x="335057" y="394622"/>
                  </a:lnTo>
                  <a:lnTo>
                    <a:pt x="337521" y="394554"/>
                  </a:lnTo>
                  <a:lnTo>
                    <a:pt x="339984" y="394491"/>
                  </a:lnTo>
                  <a:lnTo>
                    <a:pt x="342448" y="394436"/>
                  </a:lnTo>
                  <a:lnTo>
                    <a:pt x="344912" y="394386"/>
                  </a:lnTo>
                  <a:lnTo>
                    <a:pt x="347375" y="394341"/>
                  </a:lnTo>
                  <a:lnTo>
                    <a:pt x="349839" y="394304"/>
                  </a:lnTo>
                  <a:lnTo>
                    <a:pt x="352303" y="394271"/>
                  </a:lnTo>
                  <a:lnTo>
                    <a:pt x="354766" y="394242"/>
                  </a:lnTo>
                  <a:lnTo>
                    <a:pt x="357230" y="394221"/>
                  </a:lnTo>
                  <a:lnTo>
                    <a:pt x="359694" y="394205"/>
                  </a:lnTo>
                  <a:lnTo>
                    <a:pt x="362157" y="394192"/>
                  </a:lnTo>
                  <a:lnTo>
                    <a:pt x="364621" y="394187"/>
                  </a:lnTo>
                  <a:lnTo>
                    <a:pt x="367084" y="394186"/>
                  </a:lnTo>
                  <a:lnTo>
                    <a:pt x="369548" y="394188"/>
                  </a:lnTo>
                  <a:lnTo>
                    <a:pt x="372012" y="394198"/>
                  </a:lnTo>
                  <a:lnTo>
                    <a:pt x="374475" y="394212"/>
                  </a:lnTo>
                  <a:lnTo>
                    <a:pt x="376939" y="394230"/>
                  </a:lnTo>
                  <a:lnTo>
                    <a:pt x="379403" y="394254"/>
                  </a:lnTo>
                  <a:lnTo>
                    <a:pt x="381866" y="394284"/>
                  </a:lnTo>
                  <a:lnTo>
                    <a:pt x="384330" y="394317"/>
                  </a:lnTo>
                  <a:lnTo>
                    <a:pt x="386794" y="394357"/>
                  </a:lnTo>
                  <a:lnTo>
                    <a:pt x="389257" y="394402"/>
                  </a:lnTo>
                  <a:lnTo>
                    <a:pt x="391721" y="394451"/>
                  </a:lnTo>
                  <a:lnTo>
                    <a:pt x="394185" y="394507"/>
                  </a:lnTo>
                  <a:lnTo>
                    <a:pt x="396648" y="394568"/>
                  </a:lnTo>
                  <a:lnTo>
                    <a:pt x="399112" y="394634"/>
                  </a:lnTo>
                  <a:lnTo>
                    <a:pt x="401576" y="394707"/>
                  </a:lnTo>
                  <a:lnTo>
                    <a:pt x="404039" y="394786"/>
                  </a:lnTo>
                  <a:lnTo>
                    <a:pt x="406503" y="394869"/>
                  </a:lnTo>
                  <a:lnTo>
                    <a:pt x="408967" y="394961"/>
                  </a:lnTo>
                  <a:lnTo>
                    <a:pt x="411430" y="395059"/>
                  </a:lnTo>
                  <a:lnTo>
                    <a:pt x="413894" y="395161"/>
                  </a:lnTo>
                  <a:lnTo>
                    <a:pt x="416358" y="395273"/>
                  </a:lnTo>
                  <a:lnTo>
                    <a:pt x="418821" y="395390"/>
                  </a:lnTo>
                  <a:lnTo>
                    <a:pt x="421285" y="395513"/>
                  </a:lnTo>
                  <a:lnTo>
                    <a:pt x="423749" y="395646"/>
                  </a:lnTo>
                  <a:lnTo>
                    <a:pt x="426212" y="395785"/>
                  </a:lnTo>
                  <a:lnTo>
                    <a:pt x="428676" y="395930"/>
                  </a:lnTo>
                  <a:lnTo>
                    <a:pt x="431140" y="396084"/>
                  </a:lnTo>
                  <a:lnTo>
                    <a:pt x="433603" y="396246"/>
                  </a:lnTo>
                  <a:lnTo>
                    <a:pt x="436067" y="396413"/>
                  </a:lnTo>
                  <a:lnTo>
                    <a:pt x="438531" y="396591"/>
                  </a:lnTo>
                  <a:lnTo>
                    <a:pt x="440994" y="396777"/>
                  </a:lnTo>
                  <a:lnTo>
                    <a:pt x="443458" y="396968"/>
                  </a:lnTo>
                  <a:lnTo>
                    <a:pt x="445922" y="397169"/>
                  </a:lnTo>
                  <a:lnTo>
                    <a:pt x="448385" y="397378"/>
                  </a:lnTo>
                  <a:lnTo>
                    <a:pt x="450849" y="397594"/>
                  </a:lnTo>
                  <a:lnTo>
                    <a:pt x="453312" y="397819"/>
                  </a:lnTo>
                  <a:lnTo>
                    <a:pt x="455776" y="398052"/>
                  </a:lnTo>
                  <a:lnTo>
                    <a:pt x="458240" y="398291"/>
                  </a:lnTo>
                  <a:lnTo>
                    <a:pt x="460703" y="398540"/>
                  </a:lnTo>
                  <a:lnTo>
                    <a:pt x="463167" y="398795"/>
                  </a:lnTo>
                  <a:lnTo>
                    <a:pt x="465631" y="399057"/>
                  </a:lnTo>
                  <a:lnTo>
                    <a:pt x="468094" y="399328"/>
                  </a:lnTo>
                  <a:lnTo>
                    <a:pt x="470558" y="399605"/>
                  </a:lnTo>
                  <a:lnTo>
                    <a:pt x="473022" y="399887"/>
                  </a:lnTo>
                  <a:lnTo>
                    <a:pt x="475485" y="400178"/>
                  </a:lnTo>
                  <a:lnTo>
                    <a:pt x="477949" y="400475"/>
                  </a:lnTo>
                  <a:lnTo>
                    <a:pt x="480413" y="400775"/>
                  </a:lnTo>
                  <a:lnTo>
                    <a:pt x="482876" y="401083"/>
                  </a:lnTo>
                  <a:lnTo>
                    <a:pt x="485340" y="401396"/>
                  </a:lnTo>
                  <a:lnTo>
                    <a:pt x="487804" y="401712"/>
                  </a:lnTo>
                  <a:lnTo>
                    <a:pt x="490267" y="402033"/>
                  </a:lnTo>
                  <a:lnTo>
                    <a:pt x="492731" y="402357"/>
                  </a:lnTo>
                  <a:lnTo>
                    <a:pt x="495195" y="402684"/>
                  </a:lnTo>
                  <a:lnTo>
                    <a:pt x="497658" y="403014"/>
                  </a:lnTo>
                  <a:lnTo>
                    <a:pt x="500122" y="403346"/>
                  </a:lnTo>
                  <a:lnTo>
                    <a:pt x="502586" y="403678"/>
                  </a:lnTo>
                  <a:lnTo>
                    <a:pt x="505049" y="404012"/>
                  </a:lnTo>
                  <a:lnTo>
                    <a:pt x="507513" y="404345"/>
                  </a:lnTo>
                  <a:lnTo>
                    <a:pt x="509977" y="404678"/>
                  </a:lnTo>
                  <a:lnTo>
                    <a:pt x="512440" y="405009"/>
                  </a:lnTo>
                  <a:lnTo>
                    <a:pt x="514904" y="405338"/>
                  </a:lnTo>
                  <a:lnTo>
                    <a:pt x="517368" y="405665"/>
                  </a:lnTo>
                  <a:lnTo>
                    <a:pt x="519831" y="405987"/>
                  </a:lnTo>
                  <a:lnTo>
                    <a:pt x="522295" y="406305"/>
                  </a:lnTo>
                  <a:lnTo>
                    <a:pt x="524759" y="406618"/>
                  </a:lnTo>
                  <a:lnTo>
                    <a:pt x="527222" y="406925"/>
                  </a:lnTo>
                  <a:lnTo>
                    <a:pt x="529686" y="407224"/>
                  </a:lnTo>
                  <a:lnTo>
                    <a:pt x="532150" y="407517"/>
                  </a:lnTo>
                  <a:lnTo>
                    <a:pt x="534613" y="407800"/>
                  </a:lnTo>
                  <a:lnTo>
                    <a:pt x="537077" y="408073"/>
                  </a:lnTo>
                  <a:lnTo>
                    <a:pt x="539541" y="408339"/>
                  </a:lnTo>
                  <a:lnTo>
                    <a:pt x="542004" y="408591"/>
                  </a:lnTo>
                  <a:lnTo>
                    <a:pt x="544468" y="408830"/>
                  </a:lnTo>
                  <a:lnTo>
                    <a:pt x="546931" y="409060"/>
                  </a:lnTo>
                  <a:lnTo>
                    <a:pt x="549395" y="409274"/>
                  </a:lnTo>
                  <a:lnTo>
                    <a:pt x="551859" y="409472"/>
                  </a:lnTo>
                  <a:lnTo>
                    <a:pt x="554322" y="409658"/>
                  </a:lnTo>
                  <a:lnTo>
                    <a:pt x="556786" y="409826"/>
                  </a:lnTo>
                  <a:lnTo>
                    <a:pt x="559250" y="409975"/>
                  </a:lnTo>
                  <a:lnTo>
                    <a:pt x="561713" y="410111"/>
                  </a:lnTo>
                  <a:lnTo>
                    <a:pt x="564177" y="410225"/>
                  </a:lnTo>
                  <a:lnTo>
                    <a:pt x="566641" y="410318"/>
                  </a:lnTo>
                  <a:lnTo>
                    <a:pt x="569104" y="410396"/>
                  </a:lnTo>
                  <a:lnTo>
                    <a:pt x="571568" y="410449"/>
                  </a:lnTo>
                  <a:lnTo>
                    <a:pt x="574032" y="410479"/>
                  </a:lnTo>
                  <a:lnTo>
                    <a:pt x="576495" y="410492"/>
                  </a:lnTo>
                  <a:lnTo>
                    <a:pt x="578959" y="410479"/>
                  </a:lnTo>
                  <a:lnTo>
                    <a:pt x="581423" y="410440"/>
                  </a:lnTo>
                  <a:lnTo>
                    <a:pt x="583886" y="410382"/>
                  </a:lnTo>
                  <a:lnTo>
                    <a:pt x="586350" y="410296"/>
                  </a:lnTo>
                  <a:lnTo>
                    <a:pt x="588814" y="410182"/>
                  </a:lnTo>
                  <a:lnTo>
                    <a:pt x="591277" y="410049"/>
                  </a:lnTo>
                  <a:lnTo>
                    <a:pt x="593741" y="409885"/>
                  </a:lnTo>
                  <a:lnTo>
                    <a:pt x="596205" y="409692"/>
                  </a:lnTo>
                  <a:lnTo>
                    <a:pt x="598668" y="409478"/>
                  </a:lnTo>
                  <a:lnTo>
                    <a:pt x="601132" y="409232"/>
                  </a:lnTo>
                  <a:lnTo>
                    <a:pt x="603596" y="408956"/>
                  </a:lnTo>
                  <a:lnTo>
                    <a:pt x="606059" y="408658"/>
                  </a:lnTo>
                  <a:lnTo>
                    <a:pt x="608523" y="408328"/>
                  </a:lnTo>
                  <a:lnTo>
                    <a:pt x="610987" y="407965"/>
                  </a:lnTo>
                  <a:lnTo>
                    <a:pt x="613450" y="407581"/>
                  </a:lnTo>
                  <a:lnTo>
                    <a:pt x="615914" y="407164"/>
                  </a:lnTo>
                  <a:lnTo>
                    <a:pt x="618378" y="406715"/>
                  </a:lnTo>
                  <a:lnTo>
                    <a:pt x="620841" y="406243"/>
                  </a:lnTo>
                  <a:lnTo>
                    <a:pt x="623305" y="405739"/>
                  </a:lnTo>
                  <a:lnTo>
                    <a:pt x="625769" y="405201"/>
                  </a:lnTo>
                  <a:lnTo>
                    <a:pt x="628232" y="404642"/>
                  </a:lnTo>
                  <a:lnTo>
                    <a:pt x="630696" y="404050"/>
                  </a:lnTo>
                  <a:lnTo>
                    <a:pt x="633159" y="403426"/>
                  </a:lnTo>
                  <a:lnTo>
                    <a:pt x="635623" y="402781"/>
                  </a:lnTo>
                  <a:lnTo>
                    <a:pt x="638087" y="402104"/>
                  </a:lnTo>
                  <a:lnTo>
                    <a:pt x="640550" y="401395"/>
                  </a:lnTo>
                  <a:lnTo>
                    <a:pt x="643014" y="400665"/>
                  </a:lnTo>
                  <a:lnTo>
                    <a:pt x="645478" y="399906"/>
                  </a:lnTo>
                  <a:lnTo>
                    <a:pt x="647941" y="399116"/>
                  </a:lnTo>
                  <a:lnTo>
                    <a:pt x="650405" y="398306"/>
                  </a:lnTo>
                  <a:lnTo>
                    <a:pt x="652869" y="397468"/>
                  </a:lnTo>
                  <a:lnTo>
                    <a:pt x="655332" y="396601"/>
                  </a:lnTo>
                  <a:lnTo>
                    <a:pt x="657796" y="395716"/>
                  </a:lnTo>
                  <a:lnTo>
                    <a:pt x="660260" y="394805"/>
                  </a:lnTo>
                  <a:lnTo>
                    <a:pt x="662723" y="393867"/>
                  </a:lnTo>
                  <a:lnTo>
                    <a:pt x="665187" y="392913"/>
                  </a:lnTo>
                  <a:lnTo>
                    <a:pt x="667651" y="391935"/>
                  </a:lnTo>
                  <a:lnTo>
                    <a:pt x="670114" y="390933"/>
                  </a:lnTo>
                  <a:lnTo>
                    <a:pt x="672578" y="389916"/>
                  </a:lnTo>
                  <a:lnTo>
                    <a:pt x="675042" y="388878"/>
                  </a:lnTo>
                  <a:lnTo>
                    <a:pt x="677505" y="387820"/>
                  </a:lnTo>
                  <a:lnTo>
                    <a:pt x="679969" y="386748"/>
                  </a:lnTo>
                  <a:lnTo>
                    <a:pt x="682433" y="385659"/>
                  </a:lnTo>
                  <a:lnTo>
                    <a:pt x="684896" y="384552"/>
                  </a:lnTo>
                  <a:lnTo>
                    <a:pt x="687360" y="383434"/>
                  </a:lnTo>
                  <a:lnTo>
                    <a:pt x="689824" y="382302"/>
                  </a:lnTo>
                  <a:lnTo>
                    <a:pt x="692287" y="381155"/>
                  </a:lnTo>
                  <a:lnTo>
                    <a:pt x="694751" y="379999"/>
                  </a:lnTo>
                  <a:lnTo>
                    <a:pt x="697215" y="378833"/>
                  </a:lnTo>
                  <a:lnTo>
                    <a:pt x="699678" y="377655"/>
                  </a:lnTo>
                  <a:lnTo>
                    <a:pt x="702142" y="376471"/>
                  </a:lnTo>
                  <a:lnTo>
                    <a:pt x="704606" y="375278"/>
                  </a:lnTo>
                  <a:lnTo>
                    <a:pt x="707069" y="374078"/>
                  </a:lnTo>
                  <a:lnTo>
                    <a:pt x="709533" y="372874"/>
                  </a:lnTo>
                  <a:lnTo>
                    <a:pt x="711997" y="371664"/>
                  </a:lnTo>
                  <a:lnTo>
                    <a:pt x="714460" y="370450"/>
                  </a:lnTo>
                  <a:lnTo>
                    <a:pt x="716924" y="369234"/>
                  </a:lnTo>
                  <a:lnTo>
                    <a:pt x="719388" y="368015"/>
                  </a:lnTo>
                  <a:lnTo>
                    <a:pt x="721851" y="366794"/>
                  </a:lnTo>
                  <a:lnTo>
                    <a:pt x="724315" y="365573"/>
                  </a:lnTo>
                  <a:lnTo>
                    <a:pt x="726778" y="364352"/>
                  </a:lnTo>
                  <a:lnTo>
                    <a:pt x="729242" y="363131"/>
                  </a:lnTo>
                  <a:lnTo>
                    <a:pt x="731706" y="361911"/>
                  </a:lnTo>
                  <a:lnTo>
                    <a:pt x="734169" y="360692"/>
                  </a:lnTo>
                  <a:lnTo>
                    <a:pt x="736633" y="359475"/>
                  </a:lnTo>
                  <a:lnTo>
                    <a:pt x="739097" y="358261"/>
                  </a:lnTo>
                  <a:lnTo>
                    <a:pt x="741560" y="357049"/>
                  </a:lnTo>
                  <a:lnTo>
                    <a:pt x="744024" y="355840"/>
                  </a:lnTo>
                  <a:lnTo>
                    <a:pt x="746488" y="354634"/>
                  </a:lnTo>
                  <a:lnTo>
                    <a:pt x="748951" y="353431"/>
                  </a:lnTo>
                  <a:lnTo>
                    <a:pt x="751415" y="352231"/>
                  </a:lnTo>
                  <a:lnTo>
                    <a:pt x="753879" y="351033"/>
                  </a:lnTo>
                  <a:lnTo>
                    <a:pt x="756342" y="349838"/>
                  </a:lnTo>
                  <a:lnTo>
                    <a:pt x="758806" y="348647"/>
                  </a:lnTo>
                  <a:lnTo>
                    <a:pt x="761270" y="347456"/>
                  </a:lnTo>
                  <a:lnTo>
                    <a:pt x="763733" y="346267"/>
                  </a:lnTo>
                  <a:lnTo>
                    <a:pt x="766197" y="345080"/>
                  </a:lnTo>
                  <a:lnTo>
                    <a:pt x="768661" y="343893"/>
                  </a:lnTo>
                  <a:lnTo>
                    <a:pt x="771124" y="342705"/>
                  </a:lnTo>
                  <a:lnTo>
                    <a:pt x="773588" y="341516"/>
                  </a:lnTo>
                  <a:lnTo>
                    <a:pt x="776052" y="340325"/>
                  </a:lnTo>
                  <a:lnTo>
                    <a:pt x="778515" y="339132"/>
                  </a:lnTo>
                  <a:lnTo>
                    <a:pt x="780979" y="337934"/>
                  </a:lnTo>
                  <a:lnTo>
                    <a:pt x="783443" y="336731"/>
                  </a:lnTo>
                  <a:lnTo>
                    <a:pt x="785906" y="335522"/>
                  </a:lnTo>
                  <a:lnTo>
                    <a:pt x="788370" y="334304"/>
                  </a:lnTo>
                  <a:lnTo>
                    <a:pt x="790834" y="333078"/>
                  </a:lnTo>
                  <a:lnTo>
                    <a:pt x="793297" y="331843"/>
                  </a:lnTo>
                  <a:lnTo>
                    <a:pt x="795761" y="330592"/>
                  </a:lnTo>
                  <a:lnTo>
                    <a:pt x="798225" y="329331"/>
                  </a:lnTo>
                  <a:lnTo>
                    <a:pt x="800688" y="328055"/>
                  </a:lnTo>
                  <a:lnTo>
                    <a:pt x="803152" y="326758"/>
                  </a:lnTo>
                  <a:lnTo>
                    <a:pt x="805616" y="325446"/>
                  </a:lnTo>
                  <a:lnTo>
                    <a:pt x="808079" y="324116"/>
                  </a:lnTo>
                  <a:lnTo>
                    <a:pt x="810543" y="322757"/>
                  </a:lnTo>
                  <a:lnTo>
                    <a:pt x="813006" y="321379"/>
                  </a:lnTo>
                  <a:lnTo>
                    <a:pt x="815470" y="319978"/>
                  </a:lnTo>
                  <a:lnTo>
                    <a:pt x="817934" y="318541"/>
                  </a:lnTo>
                  <a:lnTo>
                    <a:pt x="820397" y="317082"/>
                  </a:lnTo>
                  <a:lnTo>
                    <a:pt x="822861" y="315594"/>
                  </a:lnTo>
                  <a:lnTo>
                    <a:pt x="825325" y="314063"/>
                  </a:lnTo>
                  <a:lnTo>
                    <a:pt x="827788" y="312505"/>
                  </a:lnTo>
                  <a:lnTo>
                    <a:pt x="830252" y="310915"/>
                  </a:lnTo>
                  <a:lnTo>
                    <a:pt x="832716" y="309273"/>
                  </a:lnTo>
                  <a:lnTo>
                    <a:pt x="835179" y="307602"/>
                  </a:lnTo>
                  <a:lnTo>
                    <a:pt x="837643" y="305893"/>
                  </a:lnTo>
                  <a:lnTo>
                    <a:pt x="840107" y="304126"/>
                  </a:lnTo>
                  <a:lnTo>
                    <a:pt x="842570" y="302326"/>
                  </a:lnTo>
                  <a:lnTo>
                    <a:pt x="845034" y="300484"/>
                  </a:lnTo>
                  <a:lnTo>
                    <a:pt x="847498" y="298580"/>
                  </a:lnTo>
                  <a:lnTo>
                    <a:pt x="849961" y="296638"/>
                  </a:lnTo>
                  <a:lnTo>
                    <a:pt x="852425" y="294652"/>
                  </a:lnTo>
                  <a:lnTo>
                    <a:pt x="854889" y="292598"/>
                  </a:lnTo>
                  <a:lnTo>
                    <a:pt x="857352" y="290505"/>
                  </a:lnTo>
                  <a:lnTo>
                    <a:pt x="859816" y="288365"/>
                  </a:lnTo>
                  <a:lnTo>
                    <a:pt x="862280" y="286153"/>
                  </a:lnTo>
                  <a:lnTo>
                    <a:pt x="864743" y="283901"/>
                  </a:lnTo>
                  <a:lnTo>
                    <a:pt x="867207" y="281600"/>
                  </a:lnTo>
                  <a:lnTo>
                    <a:pt x="869671" y="279226"/>
                  </a:lnTo>
                  <a:lnTo>
                    <a:pt x="872134" y="276810"/>
                  </a:lnTo>
                  <a:lnTo>
                    <a:pt x="874598" y="274346"/>
                  </a:lnTo>
                  <a:lnTo>
                    <a:pt x="877062" y="271808"/>
                  </a:lnTo>
                  <a:lnTo>
                    <a:pt x="879525" y="269229"/>
                  </a:lnTo>
                  <a:lnTo>
                    <a:pt x="881989" y="266603"/>
                  </a:lnTo>
                  <a:lnTo>
                    <a:pt x="884453" y="263904"/>
                  </a:lnTo>
                  <a:lnTo>
                    <a:pt x="886916" y="261166"/>
                  </a:lnTo>
                  <a:lnTo>
                    <a:pt x="889380" y="258383"/>
                  </a:lnTo>
                  <a:lnTo>
                    <a:pt x="891844" y="255530"/>
                  </a:lnTo>
                  <a:lnTo>
                    <a:pt x="894307" y="252641"/>
                  </a:lnTo>
                  <a:lnTo>
                    <a:pt x="896771" y="249709"/>
                  </a:lnTo>
                  <a:lnTo>
                    <a:pt x="899235" y="246714"/>
                  </a:lnTo>
                  <a:lnTo>
                    <a:pt x="901698" y="243686"/>
                  </a:lnTo>
                  <a:lnTo>
                    <a:pt x="904162" y="240621"/>
                  </a:lnTo>
                  <a:lnTo>
                    <a:pt x="906625" y="237499"/>
                  </a:lnTo>
                  <a:lnTo>
                    <a:pt x="909089" y="234349"/>
                  </a:lnTo>
                  <a:lnTo>
                    <a:pt x="911553" y="231167"/>
                  </a:lnTo>
                  <a:lnTo>
                    <a:pt x="914016" y="227937"/>
                  </a:lnTo>
                  <a:lnTo>
                    <a:pt x="916480" y="224685"/>
                  </a:lnTo>
                  <a:lnTo>
                    <a:pt x="918944" y="221408"/>
                  </a:lnTo>
                  <a:lnTo>
                    <a:pt x="921407" y="218094"/>
                  </a:lnTo>
                  <a:lnTo>
                    <a:pt x="923871" y="214763"/>
                  </a:lnTo>
                  <a:lnTo>
                    <a:pt x="926335" y="211415"/>
                  </a:lnTo>
                  <a:lnTo>
                    <a:pt x="928798" y="208042"/>
                  </a:lnTo>
                  <a:lnTo>
                    <a:pt x="931262" y="204659"/>
                  </a:lnTo>
                  <a:lnTo>
                    <a:pt x="933726" y="201266"/>
                  </a:lnTo>
                  <a:lnTo>
                    <a:pt x="936189" y="197861"/>
                  </a:lnTo>
                  <a:lnTo>
                    <a:pt x="938653" y="194454"/>
                  </a:lnTo>
                  <a:lnTo>
                    <a:pt x="941117" y="191045"/>
                  </a:lnTo>
                  <a:lnTo>
                    <a:pt x="943580" y="187638"/>
                  </a:lnTo>
                  <a:lnTo>
                    <a:pt x="946044" y="184236"/>
                  </a:lnTo>
                  <a:lnTo>
                    <a:pt x="948508" y="180839"/>
                  </a:lnTo>
                  <a:lnTo>
                    <a:pt x="950971" y="177458"/>
                  </a:lnTo>
                  <a:lnTo>
                    <a:pt x="953435" y="174090"/>
                  </a:lnTo>
                  <a:lnTo>
                    <a:pt x="955899" y="170734"/>
                  </a:lnTo>
                  <a:lnTo>
                    <a:pt x="958362" y="167408"/>
                  </a:lnTo>
                  <a:lnTo>
                    <a:pt x="960826" y="164101"/>
                  </a:lnTo>
                  <a:lnTo>
                    <a:pt x="963290" y="160813"/>
                  </a:lnTo>
                  <a:lnTo>
                    <a:pt x="965753" y="157568"/>
                  </a:lnTo>
                  <a:lnTo>
                    <a:pt x="968217" y="154348"/>
                  </a:lnTo>
                  <a:lnTo>
                    <a:pt x="970681" y="151153"/>
                  </a:lnTo>
                  <a:lnTo>
                    <a:pt x="973144" y="148012"/>
                  </a:lnTo>
                  <a:lnTo>
                    <a:pt x="975608" y="144901"/>
                  </a:lnTo>
                  <a:lnTo>
                    <a:pt x="978072" y="141821"/>
                  </a:lnTo>
                  <a:lnTo>
                    <a:pt x="980535" y="138803"/>
                  </a:lnTo>
                  <a:lnTo>
                    <a:pt x="982999" y="135819"/>
                  </a:lnTo>
                  <a:lnTo>
                    <a:pt x="985463" y="132870"/>
                  </a:lnTo>
                  <a:lnTo>
                    <a:pt x="987926" y="129991"/>
                  </a:lnTo>
                  <a:lnTo>
                    <a:pt x="990390" y="127147"/>
                  </a:lnTo>
                  <a:lnTo>
                    <a:pt x="992853" y="124341"/>
                  </a:lnTo>
                  <a:lnTo>
                    <a:pt x="995317" y="121609"/>
                  </a:lnTo>
                  <a:lnTo>
                    <a:pt x="997781" y="118914"/>
                  </a:lnTo>
                  <a:lnTo>
                    <a:pt x="1000244" y="116257"/>
                  </a:lnTo>
                  <a:lnTo>
                    <a:pt x="1002708" y="113674"/>
                  </a:lnTo>
                  <a:lnTo>
                    <a:pt x="1005172" y="111130"/>
                  </a:lnTo>
                  <a:lnTo>
                    <a:pt x="1007635" y="108622"/>
                  </a:lnTo>
                  <a:lnTo>
                    <a:pt x="1010099" y="106188"/>
                  </a:lnTo>
                  <a:lnTo>
                    <a:pt x="1012563" y="103789"/>
                  </a:lnTo>
                  <a:lnTo>
                    <a:pt x="1015026" y="101426"/>
                  </a:lnTo>
                  <a:lnTo>
                    <a:pt x="1017490" y="99131"/>
                  </a:lnTo>
                  <a:lnTo>
                    <a:pt x="1019954" y="96869"/>
                  </a:lnTo>
                  <a:lnTo>
                    <a:pt x="1022417" y="94639"/>
                  </a:lnTo>
                  <a:lnTo>
                    <a:pt x="1024881" y="92470"/>
                  </a:lnTo>
                  <a:lnTo>
                    <a:pt x="1027345" y="90329"/>
                  </a:lnTo>
                  <a:lnTo>
                    <a:pt x="1029808" y="88217"/>
                  </a:lnTo>
                  <a:lnTo>
                    <a:pt x="1032272" y="86155"/>
                  </a:lnTo>
                  <a:lnTo>
                    <a:pt x="1034736" y="84118"/>
                  </a:lnTo>
                  <a:lnTo>
                    <a:pt x="1037199" y="82103"/>
                  </a:lnTo>
                  <a:lnTo>
                    <a:pt x="1039663" y="80128"/>
                  </a:lnTo>
                  <a:lnTo>
                    <a:pt x="1042127" y="78171"/>
                  </a:lnTo>
                  <a:lnTo>
                    <a:pt x="1044590" y="76232"/>
                  </a:lnTo>
                  <a:lnTo>
                    <a:pt x="1047054" y="74321"/>
                  </a:lnTo>
                  <a:lnTo>
                    <a:pt x="1049518" y="72422"/>
                  </a:lnTo>
                  <a:lnTo>
                    <a:pt x="1051981" y="70535"/>
                  </a:lnTo>
                  <a:lnTo>
                    <a:pt x="1054445" y="68664"/>
                  </a:lnTo>
                  <a:lnTo>
                    <a:pt x="1056909" y="66801"/>
                  </a:lnTo>
                  <a:lnTo>
                    <a:pt x="1059372" y="64942"/>
                  </a:lnTo>
                  <a:lnTo>
                    <a:pt x="1061836" y="63091"/>
                  </a:lnTo>
                  <a:lnTo>
                    <a:pt x="1064300" y="61241"/>
                  </a:lnTo>
                  <a:lnTo>
                    <a:pt x="1066763" y="59393"/>
                  </a:lnTo>
                  <a:lnTo>
                    <a:pt x="1069227" y="57543"/>
                  </a:lnTo>
                  <a:lnTo>
                    <a:pt x="1071691" y="55690"/>
                  </a:lnTo>
                  <a:lnTo>
                    <a:pt x="1074154" y="53835"/>
                  </a:lnTo>
                  <a:lnTo>
                    <a:pt x="1076618" y="51973"/>
                  </a:lnTo>
                  <a:lnTo>
                    <a:pt x="1079082" y="50106"/>
                  </a:lnTo>
                  <a:lnTo>
                    <a:pt x="1081545" y="48235"/>
                  </a:lnTo>
                  <a:lnTo>
                    <a:pt x="1084009" y="46355"/>
                  </a:lnTo>
                  <a:lnTo>
                    <a:pt x="1086472" y="44471"/>
                  </a:lnTo>
                  <a:lnTo>
                    <a:pt x="1088936" y="42582"/>
                  </a:lnTo>
                  <a:lnTo>
                    <a:pt x="1091400" y="40687"/>
                  </a:lnTo>
                  <a:lnTo>
                    <a:pt x="1093863" y="38789"/>
                  </a:lnTo>
                  <a:lnTo>
                    <a:pt x="1096327" y="36889"/>
                  </a:lnTo>
                  <a:lnTo>
                    <a:pt x="1098791" y="34989"/>
                  </a:lnTo>
                  <a:lnTo>
                    <a:pt x="1101254" y="33093"/>
                  </a:lnTo>
                  <a:lnTo>
                    <a:pt x="1103718" y="31199"/>
                  </a:lnTo>
                  <a:lnTo>
                    <a:pt x="1106182" y="29316"/>
                  </a:lnTo>
                  <a:lnTo>
                    <a:pt x="1108645" y="27445"/>
                  </a:lnTo>
                  <a:lnTo>
                    <a:pt x="1111109" y="25584"/>
                  </a:lnTo>
                  <a:lnTo>
                    <a:pt x="1113573" y="23750"/>
                  </a:lnTo>
                  <a:lnTo>
                    <a:pt x="1116036" y="21938"/>
                  </a:lnTo>
                  <a:lnTo>
                    <a:pt x="1118500" y="20147"/>
                  </a:lnTo>
                  <a:lnTo>
                    <a:pt x="1120964" y="18402"/>
                  </a:lnTo>
                  <a:lnTo>
                    <a:pt x="1123427" y="16693"/>
                  </a:lnTo>
                  <a:lnTo>
                    <a:pt x="1125891" y="15017"/>
                  </a:lnTo>
                  <a:lnTo>
                    <a:pt x="1128355" y="13412"/>
                  </a:lnTo>
                  <a:lnTo>
                    <a:pt x="1130818" y="11859"/>
                  </a:lnTo>
                  <a:lnTo>
                    <a:pt x="1133282" y="10352"/>
                  </a:lnTo>
                  <a:lnTo>
                    <a:pt x="1135746" y="8942"/>
                  </a:lnTo>
                  <a:lnTo>
                    <a:pt x="1138209" y="7603"/>
                  </a:lnTo>
                  <a:lnTo>
                    <a:pt x="1140673" y="6326"/>
                  </a:lnTo>
                  <a:lnTo>
                    <a:pt x="1143137" y="5174"/>
                  </a:lnTo>
                  <a:lnTo>
                    <a:pt x="1145600" y="4112"/>
                  </a:lnTo>
                  <a:lnTo>
                    <a:pt x="1148064" y="3128"/>
                  </a:lnTo>
                  <a:lnTo>
                    <a:pt x="1150528" y="2299"/>
                  </a:lnTo>
                  <a:lnTo>
                    <a:pt x="1152991" y="1579"/>
                  </a:lnTo>
                  <a:lnTo>
                    <a:pt x="1155455" y="955"/>
                  </a:lnTo>
                  <a:lnTo>
                    <a:pt x="1157919" y="513"/>
                  </a:lnTo>
                  <a:lnTo>
                    <a:pt x="1160382" y="201"/>
                  </a:lnTo>
                  <a:lnTo>
                    <a:pt x="1162846" y="0"/>
                  </a:lnTo>
                  <a:lnTo>
                    <a:pt x="1165310" y="8"/>
                  </a:lnTo>
                  <a:lnTo>
                    <a:pt x="1167773" y="164"/>
                  </a:lnTo>
                  <a:lnTo>
                    <a:pt x="1170237" y="446"/>
                  </a:lnTo>
                  <a:lnTo>
                    <a:pt x="1172701" y="961"/>
                  </a:lnTo>
                  <a:lnTo>
                    <a:pt x="1175164" y="1642"/>
                  </a:lnTo>
                  <a:lnTo>
                    <a:pt x="1177628" y="2460"/>
                  </a:lnTo>
                  <a:lnTo>
                    <a:pt x="1180091" y="3531"/>
                  </a:lnTo>
                  <a:lnTo>
                    <a:pt x="1182555" y="4781"/>
                  </a:lnTo>
                  <a:lnTo>
                    <a:pt x="1185019" y="6179"/>
                  </a:lnTo>
                  <a:lnTo>
                    <a:pt x="1187482" y="7843"/>
                  </a:lnTo>
                  <a:lnTo>
                    <a:pt x="1189946" y="9698"/>
                  </a:lnTo>
                  <a:lnTo>
                    <a:pt x="1192410" y="11707"/>
                  </a:lnTo>
                  <a:lnTo>
                    <a:pt x="1194873" y="13992"/>
                  </a:lnTo>
                  <a:lnTo>
                    <a:pt x="1197337" y="16472"/>
                  </a:lnTo>
                  <a:lnTo>
                    <a:pt x="1199801" y="19110"/>
                  </a:lnTo>
                  <a:lnTo>
                    <a:pt x="1202264" y="22026"/>
                  </a:lnTo>
                  <a:lnTo>
                    <a:pt x="1204728" y="25139"/>
                  </a:lnTo>
                  <a:lnTo>
                    <a:pt x="1207192" y="28409"/>
                  </a:lnTo>
                  <a:lnTo>
                    <a:pt x="1209655" y="31952"/>
                  </a:lnTo>
                  <a:lnTo>
                    <a:pt x="1212119" y="35689"/>
                  </a:lnTo>
                  <a:lnTo>
                    <a:pt x="1214583" y="39579"/>
                  </a:lnTo>
                  <a:lnTo>
                    <a:pt x="1217046" y="43730"/>
                  </a:lnTo>
                  <a:lnTo>
                    <a:pt x="1219510" y="48067"/>
                  </a:lnTo>
                  <a:lnTo>
                    <a:pt x="1221974" y="52549"/>
                  </a:lnTo>
                  <a:lnTo>
                    <a:pt x="1224437" y="57273"/>
                  </a:lnTo>
                  <a:lnTo>
                    <a:pt x="1226901" y="62170"/>
                  </a:lnTo>
                  <a:lnTo>
                    <a:pt x="1229365" y="67201"/>
                  </a:lnTo>
                  <a:lnTo>
                    <a:pt x="1231828" y="72450"/>
                  </a:lnTo>
                  <a:lnTo>
                    <a:pt x="1234292" y="77855"/>
                  </a:lnTo>
                  <a:lnTo>
                    <a:pt x="1236756" y="83378"/>
                  </a:lnTo>
                  <a:lnTo>
                    <a:pt x="1239219" y="89091"/>
                  </a:lnTo>
                  <a:lnTo>
                    <a:pt x="1241683" y="94937"/>
                  </a:lnTo>
                  <a:lnTo>
                    <a:pt x="1244147" y="100884"/>
                  </a:lnTo>
                  <a:lnTo>
                    <a:pt x="1246610" y="106989"/>
                  </a:lnTo>
                  <a:lnTo>
                    <a:pt x="1249074" y="113202"/>
                  </a:lnTo>
                  <a:lnTo>
                    <a:pt x="1251538" y="119495"/>
                  </a:lnTo>
                  <a:lnTo>
                    <a:pt x="1254001" y="125911"/>
                  </a:lnTo>
                  <a:lnTo>
                    <a:pt x="1256465" y="132408"/>
                  </a:lnTo>
                  <a:lnTo>
                    <a:pt x="1258929" y="138964"/>
                  </a:lnTo>
                  <a:lnTo>
                    <a:pt x="1258929" y="429472"/>
                  </a:lnTo>
                  <a:lnTo>
                    <a:pt x="1256465" y="429472"/>
                  </a:lnTo>
                  <a:lnTo>
                    <a:pt x="1254001" y="429472"/>
                  </a:lnTo>
                  <a:lnTo>
                    <a:pt x="1251538" y="429472"/>
                  </a:lnTo>
                  <a:lnTo>
                    <a:pt x="1249074" y="429472"/>
                  </a:lnTo>
                  <a:lnTo>
                    <a:pt x="1246610" y="429472"/>
                  </a:lnTo>
                  <a:lnTo>
                    <a:pt x="1244147" y="429472"/>
                  </a:lnTo>
                  <a:lnTo>
                    <a:pt x="1241683" y="429472"/>
                  </a:lnTo>
                  <a:lnTo>
                    <a:pt x="1239219" y="429472"/>
                  </a:lnTo>
                  <a:lnTo>
                    <a:pt x="1236756" y="429472"/>
                  </a:lnTo>
                  <a:lnTo>
                    <a:pt x="1234292" y="429472"/>
                  </a:lnTo>
                  <a:lnTo>
                    <a:pt x="1231828" y="429472"/>
                  </a:lnTo>
                  <a:lnTo>
                    <a:pt x="1229365" y="429472"/>
                  </a:lnTo>
                  <a:lnTo>
                    <a:pt x="1226901" y="429472"/>
                  </a:lnTo>
                  <a:lnTo>
                    <a:pt x="1224437" y="429472"/>
                  </a:lnTo>
                  <a:lnTo>
                    <a:pt x="1221974" y="429472"/>
                  </a:lnTo>
                  <a:lnTo>
                    <a:pt x="1219510" y="429472"/>
                  </a:lnTo>
                  <a:lnTo>
                    <a:pt x="1217046" y="429472"/>
                  </a:lnTo>
                  <a:lnTo>
                    <a:pt x="1214583" y="429472"/>
                  </a:lnTo>
                  <a:lnTo>
                    <a:pt x="1212119" y="429472"/>
                  </a:lnTo>
                  <a:lnTo>
                    <a:pt x="1209655" y="429472"/>
                  </a:lnTo>
                  <a:lnTo>
                    <a:pt x="1207192" y="429472"/>
                  </a:lnTo>
                  <a:lnTo>
                    <a:pt x="1204728" y="429472"/>
                  </a:lnTo>
                  <a:lnTo>
                    <a:pt x="1202264" y="429472"/>
                  </a:lnTo>
                  <a:lnTo>
                    <a:pt x="1199801" y="429472"/>
                  </a:lnTo>
                  <a:lnTo>
                    <a:pt x="1197337" y="429472"/>
                  </a:lnTo>
                  <a:lnTo>
                    <a:pt x="1194873" y="429472"/>
                  </a:lnTo>
                  <a:lnTo>
                    <a:pt x="1192410" y="429472"/>
                  </a:lnTo>
                  <a:lnTo>
                    <a:pt x="1189946" y="429472"/>
                  </a:lnTo>
                  <a:lnTo>
                    <a:pt x="1187482" y="429472"/>
                  </a:lnTo>
                  <a:lnTo>
                    <a:pt x="1185019" y="429472"/>
                  </a:lnTo>
                  <a:lnTo>
                    <a:pt x="1182555" y="429472"/>
                  </a:lnTo>
                  <a:lnTo>
                    <a:pt x="1180091" y="429472"/>
                  </a:lnTo>
                  <a:lnTo>
                    <a:pt x="1177628" y="429472"/>
                  </a:lnTo>
                  <a:lnTo>
                    <a:pt x="1175164" y="429472"/>
                  </a:lnTo>
                  <a:lnTo>
                    <a:pt x="1172701" y="429472"/>
                  </a:lnTo>
                  <a:lnTo>
                    <a:pt x="1170237" y="429472"/>
                  </a:lnTo>
                  <a:lnTo>
                    <a:pt x="1167773" y="429472"/>
                  </a:lnTo>
                  <a:lnTo>
                    <a:pt x="1165310" y="429472"/>
                  </a:lnTo>
                  <a:lnTo>
                    <a:pt x="1162846" y="429472"/>
                  </a:lnTo>
                  <a:lnTo>
                    <a:pt x="1160382" y="429472"/>
                  </a:lnTo>
                  <a:lnTo>
                    <a:pt x="1157919" y="429472"/>
                  </a:lnTo>
                  <a:lnTo>
                    <a:pt x="1155455" y="429472"/>
                  </a:lnTo>
                  <a:lnTo>
                    <a:pt x="1152991" y="429472"/>
                  </a:lnTo>
                  <a:lnTo>
                    <a:pt x="1150528" y="429472"/>
                  </a:lnTo>
                  <a:lnTo>
                    <a:pt x="1148064" y="429472"/>
                  </a:lnTo>
                  <a:lnTo>
                    <a:pt x="1145600" y="429472"/>
                  </a:lnTo>
                  <a:lnTo>
                    <a:pt x="1143137" y="429472"/>
                  </a:lnTo>
                  <a:lnTo>
                    <a:pt x="1140673" y="429472"/>
                  </a:lnTo>
                  <a:lnTo>
                    <a:pt x="1138209" y="429472"/>
                  </a:lnTo>
                  <a:lnTo>
                    <a:pt x="1135746" y="429472"/>
                  </a:lnTo>
                  <a:lnTo>
                    <a:pt x="1133282" y="429472"/>
                  </a:lnTo>
                  <a:lnTo>
                    <a:pt x="1130818" y="429472"/>
                  </a:lnTo>
                  <a:lnTo>
                    <a:pt x="1128355" y="429472"/>
                  </a:lnTo>
                  <a:lnTo>
                    <a:pt x="1125891" y="429472"/>
                  </a:lnTo>
                  <a:lnTo>
                    <a:pt x="1123427" y="429472"/>
                  </a:lnTo>
                  <a:lnTo>
                    <a:pt x="1120964" y="429472"/>
                  </a:lnTo>
                  <a:lnTo>
                    <a:pt x="1118500" y="429472"/>
                  </a:lnTo>
                  <a:lnTo>
                    <a:pt x="1116036" y="429472"/>
                  </a:lnTo>
                  <a:lnTo>
                    <a:pt x="1113573" y="429472"/>
                  </a:lnTo>
                  <a:lnTo>
                    <a:pt x="1111109" y="429472"/>
                  </a:lnTo>
                  <a:lnTo>
                    <a:pt x="1108645" y="429472"/>
                  </a:lnTo>
                  <a:lnTo>
                    <a:pt x="1106182" y="429472"/>
                  </a:lnTo>
                  <a:lnTo>
                    <a:pt x="1103718" y="429472"/>
                  </a:lnTo>
                  <a:lnTo>
                    <a:pt x="1101254" y="429472"/>
                  </a:lnTo>
                  <a:lnTo>
                    <a:pt x="1098791" y="429472"/>
                  </a:lnTo>
                  <a:lnTo>
                    <a:pt x="1096327" y="429472"/>
                  </a:lnTo>
                  <a:lnTo>
                    <a:pt x="1093863" y="429472"/>
                  </a:lnTo>
                  <a:lnTo>
                    <a:pt x="1091400" y="429472"/>
                  </a:lnTo>
                  <a:lnTo>
                    <a:pt x="1088936" y="429472"/>
                  </a:lnTo>
                  <a:lnTo>
                    <a:pt x="1086472" y="429472"/>
                  </a:lnTo>
                  <a:lnTo>
                    <a:pt x="1084009" y="429472"/>
                  </a:lnTo>
                  <a:lnTo>
                    <a:pt x="1081545" y="429472"/>
                  </a:lnTo>
                  <a:lnTo>
                    <a:pt x="1079082" y="429472"/>
                  </a:lnTo>
                  <a:lnTo>
                    <a:pt x="1076618" y="429472"/>
                  </a:lnTo>
                  <a:lnTo>
                    <a:pt x="1074154" y="429472"/>
                  </a:lnTo>
                  <a:lnTo>
                    <a:pt x="1071691" y="429472"/>
                  </a:lnTo>
                  <a:lnTo>
                    <a:pt x="1069227" y="429472"/>
                  </a:lnTo>
                  <a:lnTo>
                    <a:pt x="1066763" y="429472"/>
                  </a:lnTo>
                  <a:lnTo>
                    <a:pt x="1064300" y="429472"/>
                  </a:lnTo>
                  <a:lnTo>
                    <a:pt x="1061836" y="429472"/>
                  </a:lnTo>
                  <a:lnTo>
                    <a:pt x="1059372" y="429472"/>
                  </a:lnTo>
                  <a:lnTo>
                    <a:pt x="1056909" y="429472"/>
                  </a:lnTo>
                  <a:lnTo>
                    <a:pt x="1054445" y="429472"/>
                  </a:lnTo>
                  <a:lnTo>
                    <a:pt x="1051981" y="429472"/>
                  </a:lnTo>
                  <a:lnTo>
                    <a:pt x="1049518" y="429472"/>
                  </a:lnTo>
                  <a:lnTo>
                    <a:pt x="1047054" y="429472"/>
                  </a:lnTo>
                  <a:lnTo>
                    <a:pt x="1044590" y="429472"/>
                  </a:lnTo>
                  <a:lnTo>
                    <a:pt x="1042127" y="429472"/>
                  </a:lnTo>
                  <a:lnTo>
                    <a:pt x="1039663" y="429472"/>
                  </a:lnTo>
                  <a:lnTo>
                    <a:pt x="1037199" y="429472"/>
                  </a:lnTo>
                  <a:lnTo>
                    <a:pt x="1034736" y="429472"/>
                  </a:lnTo>
                  <a:lnTo>
                    <a:pt x="1032272" y="429472"/>
                  </a:lnTo>
                  <a:lnTo>
                    <a:pt x="1029808" y="429472"/>
                  </a:lnTo>
                  <a:lnTo>
                    <a:pt x="1027345" y="429472"/>
                  </a:lnTo>
                  <a:lnTo>
                    <a:pt x="1024881" y="429472"/>
                  </a:lnTo>
                  <a:lnTo>
                    <a:pt x="1022417" y="429472"/>
                  </a:lnTo>
                  <a:lnTo>
                    <a:pt x="1019954" y="429472"/>
                  </a:lnTo>
                  <a:lnTo>
                    <a:pt x="1017490" y="429472"/>
                  </a:lnTo>
                  <a:lnTo>
                    <a:pt x="1015026" y="429472"/>
                  </a:lnTo>
                  <a:lnTo>
                    <a:pt x="1012563" y="429472"/>
                  </a:lnTo>
                  <a:lnTo>
                    <a:pt x="1010099" y="429472"/>
                  </a:lnTo>
                  <a:lnTo>
                    <a:pt x="1007635" y="429472"/>
                  </a:lnTo>
                  <a:lnTo>
                    <a:pt x="1005172" y="429472"/>
                  </a:lnTo>
                  <a:lnTo>
                    <a:pt x="1002708" y="429472"/>
                  </a:lnTo>
                  <a:lnTo>
                    <a:pt x="1000244" y="429472"/>
                  </a:lnTo>
                  <a:lnTo>
                    <a:pt x="997781" y="429472"/>
                  </a:lnTo>
                  <a:lnTo>
                    <a:pt x="995317" y="429472"/>
                  </a:lnTo>
                  <a:lnTo>
                    <a:pt x="992853" y="429472"/>
                  </a:lnTo>
                  <a:lnTo>
                    <a:pt x="990390" y="429472"/>
                  </a:lnTo>
                  <a:lnTo>
                    <a:pt x="987926" y="429472"/>
                  </a:lnTo>
                  <a:lnTo>
                    <a:pt x="985463" y="429472"/>
                  </a:lnTo>
                  <a:lnTo>
                    <a:pt x="982999" y="429472"/>
                  </a:lnTo>
                  <a:lnTo>
                    <a:pt x="980535" y="429472"/>
                  </a:lnTo>
                  <a:lnTo>
                    <a:pt x="978072" y="429472"/>
                  </a:lnTo>
                  <a:lnTo>
                    <a:pt x="975608" y="429472"/>
                  </a:lnTo>
                  <a:lnTo>
                    <a:pt x="973144" y="429472"/>
                  </a:lnTo>
                  <a:lnTo>
                    <a:pt x="970681" y="429472"/>
                  </a:lnTo>
                  <a:lnTo>
                    <a:pt x="968217" y="429472"/>
                  </a:lnTo>
                  <a:lnTo>
                    <a:pt x="965753" y="429472"/>
                  </a:lnTo>
                  <a:lnTo>
                    <a:pt x="963290" y="429472"/>
                  </a:lnTo>
                  <a:lnTo>
                    <a:pt x="960826" y="429472"/>
                  </a:lnTo>
                  <a:lnTo>
                    <a:pt x="958362" y="429472"/>
                  </a:lnTo>
                  <a:lnTo>
                    <a:pt x="955899" y="429472"/>
                  </a:lnTo>
                  <a:lnTo>
                    <a:pt x="953435" y="429472"/>
                  </a:lnTo>
                  <a:lnTo>
                    <a:pt x="950971" y="429472"/>
                  </a:lnTo>
                  <a:lnTo>
                    <a:pt x="948508" y="429472"/>
                  </a:lnTo>
                  <a:lnTo>
                    <a:pt x="946044" y="429472"/>
                  </a:lnTo>
                  <a:lnTo>
                    <a:pt x="943580" y="429472"/>
                  </a:lnTo>
                  <a:lnTo>
                    <a:pt x="941117" y="429472"/>
                  </a:lnTo>
                  <a:lnTo>
                    <a:pt x="938653" y="429472"/>
                  </a:lnTo>
                  <a:lnTo>
                    <a:pt x="936189" y="429472"/>
                  </a:lnTo>
                  <a:lnTo>
                    <a:pt x="933726" y="429472"/>
                  </a:lnTo>
                  <a:lnTo>
                    <a:pt x="931262" y="429472"/>
                  </a:lnTo>
                  <a:lnTo>
                    <a:pt x="928798" y="429472"/>
                  </a:lnTo>
                  <a:lnTo>
                    <a:pt x="926335" y="429472"/>
                  </a:lnTo>
                  <a:lnTo>
                    <a:pt x="923871" y="429472"/>
                  </a:lnTo>
                  <a:lnTo>
                    <a:pt x="921407" y="429472"/>
                  </a:lnTo>
                  <a:lnTo>
                    <a:pt x="918944" y="429472"/>
                  </a:lnTo>
                  <a:lnTo>
                    <a:pt x="916480" y="429472"/>
                  </a:lnTo>
                  <a:lnTo>
                    <a:pt x="914016" y="429472"/>
                  </a:lnTo>
                  <a:lnTo>
                    <a:pt x="911553" y="429472"/>
                  </a:lnTo>
                  <a:lnTo>
                    <a:pt x="909089" y="429472"/>
                  </a:lnTo>
                  <a:lnTo>
                    <a:pt x="906625" y="429472"/>
                  </a:lnTo>
                  <a:lnTo>
                    <a:pt x="904162" y="429472"/>
                  </a:lnTo>
                  <a:lnTo>
                    <a:pt x="901698" y="429472"/>
                  </a:lnTo>
                  <a:lnTo>
                    <a:pt x="899235" y="429472"/>
                  </a:lnTo>
                  <a:lnTo>
                    <a:pt x="896771" y="429472"/>
                  </a:lnTo>
                  <a:lnTo>
                    <a:pt x="894307" y="429472"/>
                  </a:lnTo>
                  <a:lnTo>
                    <a:pt x="891844" y="429472"/>
                  </a:lnTo>
                  <a:lnTo>
                    <a:pt x="889380" y="429472"/>
                  </a:lnTo>
                  <a:lnTo>
                    <a:pt x="886916" y="429472"/>
                  </a:lnTo>
                  <a:lnTo>
                    <a:pt x="884453" y="429472"/>
                  </a:lnTo>
                  <a:lnTo>
                    <a:pt x="881989" y="429472"/>
                  </a:lnTo>
                  <a:lnTo>
                    <a:pt x="879525" y="429472"/>
                  </a:lnTo>
                  <a:lnTo>
                    <a:pt x="877062" y="429472"/>
                  </a:lnTo>
                  <a:lnTo>
                    <a:pt x="874598" y="429472"/>
                  </a:lnTo>
                  <a:lnTo>
                    <a:pt x="872134" y="429472"/>
                  </a:lnTo>
                  <a:lnTo>
                    <a:pt x="869671" y="429472"/>
                  </a:lnTo>
                  <a:lnTo>
                    <a:pt x="867207" y="429472"/>
                  </a:lnTo>
                  <a:lnTo>
                    <a:pt x="864743" y="429472"/>
                  </a:lnTo>
                  <a:lnTo>
                    <a:pt x="862280" y="429472"/>
                  </a:lnTo>
                  <a:lnTo>
                    <a:pt x="859816" y="429472"/>
                  </a:lnTo>
                  <a:lnTo>
                    <a:pt x="857352" y="429472"/>
                  </a:lnTo>
                  <a:lnTo>
                    <a:pt x="854889" y="429472"/>
                  </a:lnTo>
                  <a:lnTo>
                    <a:pt x="852425" y="429472"/>
                  </a:lnTo>
                  <a:lnTo>
                    <a:pt x="849961" y="429472"/>
                  </a:lnTo>
                  <a:lnTo>
                    <a:pt x="847498" y="429472"/>
                  </a:lnTo>
                  <a:lnTo>
                    <a:pt x="845034" y="429472"/>
                  </a:lnTo>
                  <a:lnTo>
                    <a:pt x="842570" y="429472"/>
                  </a:lnTo>
                  <a:lnTo>
                    <a:pt x="840107" y="429472"/>
                  </a:lnTo>
                  <a:lnTo>
                    <a:pt x="837643" y="429472"/>
                  </a:lnTo>
                  <a:lnTo>
                    <a:pt x="835179" y="429472"/>
                  </a:lnTo>
                  <a:lnTo>
                    <a:pt x="832716" y="429472"/>
                  </a:lnTo>
                  <a:lnTo>
                    <a:pt x="830252" y="429472"/>
                  </a:lnTo>
                  <a:lnTo>
                    <a:pt x="827788" y="429472"/>
                  </a:lnTo>
                  <a:lnTo>
                    <a:pt x="825325" y="429472"/>
                  </a:lnTo>
                  <a:lnTo>
                    <a:pt x="822861" y="429472"/>
                  </a:lnTo>
                  <a:lnTo>
                    <a:pt x="820397" y="429472"/>
                  </a:lnTo>
                  <a:lnTo>
                    <a:pt x="817934" y="429472"/>
                  </a:lnTo>
                  <a:lnTo>
                    <a:pt x="815470" y="429472"/>
                  </a:lnTo>
                  <a:lnTo>
                    <a:pt x="813006" y="429472"/>
                  </a:lnTo>
                  <a:lnTo>
                    <a:pt x="810543" y="429472"/>
                  </a:lnTo>
                  <a:lnTo>
                    <a:pt x="808079" y="429472"/>
                  </a:lnTo>
                  <a:lnTo>
                    <a:pt x="805616" y="429472"/>
                  </a:lnTo>
                  <a:lnTo>
                    <a:pt x="803152" y="429472"/>
                  </a:lnTo>
                  <a:lnTo>
                    <a:pt x="800688" y="429472"/>
                  </a:lnTo>
                  <a:lnTo>
                    <a:pt x="798225" y="429472"/>
                  </a:lnTo>
                  <a:lnTo>
                    <a:pt x="795761" y="429472"/>
                  </a:lnTo>
                  <a:lnTo>
                    <a:pt x="793297" y="429472"/>
                  </a:lnTo>
                  <a:lnTo>
                    <a:pt x="790834" y="429472"/>
                  </a:lnTo>
                  <a:lnTo>
                    <a:pt x="788370" y="429472"/>
                  </a:lnTo>
                  <a:lnTo>
                    <a:pt x="785906" y="429472"/>
                  </a:lnTo>
                  <a:lnTo>
                    <a:pt x="783443" y="429472"/>
                  </a:lnTo>
                  <a:lnTo>
                    <a:pt x="780979" y="429472"/>
                  </a:lnTo>
                  <a:lnTo>
                    <a:pt x="778515" y="429472"/>
                  </a:lnTo>
                  <a:lnTo>
                    <a:pt x="776052" y="429472"/>
                  </a:lnTo>
                  <a:lnTo>
                    <a:pt x="773588" y="429472"/>
                  </a:lnTo>
                  <a:lnTo>
                    <a:pt x="771124" y="429472"/>
                  </a:lnTo>
                  <a:lnTo>
                    <a:pt x="768661" y="429472"/>
                  </a:lnTo>
                  <a:lnTo>
                    <a:pt x="766197" y="429472"/>
                  </a:lnTo>
                  <a:lnTo>
                    <a:pt x="763733" y="429472"/>
                  </a:lnTo>
                  <a:lnTo>
                    <a:pt x="761270" y="429472"/>
                  </a:lnTo>
                  <a:lnTo>
                    <a:pt x="758806" y="429472"/>
                  </a:lnTo>
                  <a:lnTo>
                    <a:pt x="756342" y="429472"/>
                  </a:lnTo>
                  <a:lnTo>
                    <a:pt x="753879" y="429472"/>
                  </a:lnTo>
                  <a:lnTo>
                    <a:pt x="751415" y="429472"/>
                  </a:lnTo>
                  <a:lnTo>
                    <a:pt x="748951" y="429472"/>
                  </a:lnTo>
                  <a:lnTo>
                    <a:pt x="746488" y="429472"/>
                  </a:lnTo>
                  <a:lnTo>
                    <a:pt x="744024" y="429472"/>
                  </a:lnTo>
                  <a:lnTo>
                    <a:pt x="741560" y="429472"/>
                  </a:lnTo>
                  <a:lnTo>
                    <a:pt x="739097" y="429472"/>
                  </a:lnTo>
                  <a:lnTo>
                    <a:pt x="736633" y="429472"/>
                  </a:lnTo>
                  <a:lnTo>
                    <a:pt x="734169" y="429472"/>
                  </a:lnTo>
                  <a:lnTo>
                    <a:pt x="731706" y="429472"/>
                  </a:lnTo>
                  <a:lnTo>
                    <a:pt x="729242" y="429472"/>
                  </a:lnTo>
                  <a:lnTo>
                    <a:pt x="726778" y="429472"/>
                  </a:lnTo>
                  <a:lnTo>
                    <a:pt x="724315" y="429472"/>
                  </a:lnTo>
                  <a:lnTo>
                    <a:pt x="721851" y="429472"/>
                  </a:lnTo>
                  <a:lnTo>
                    <a:pt x="719388" y="429472"/>
                  </a:lnTo>
                  <a:lnTo>
                    <a:pt x="716924" y="429472"/>
                  </a:lnTo>
                  <a:lnTo>
                    <a:pt x="714460" y="429472"/>
                  </a:lnTo>
                  <a:lnTo>
                    <a:pt x="711997" y="429472"/>
                  </a:lnTo>
                  <a:lnTo>
                    <a:pt x="709533" y="429472"/>
                  </a:lnTo>
                  <a:lnTo>
                    <a:pt x="707069" y="429472"/>
                  </a:lnTo>
                  <a:lnTo>
                    <a:pt x="704606" y="429472"/>
                  </a:lnTo>
                  <a:lnTo>
                    <a:pt x="702142" y="429472"/>
                  </a:lnTo>
                  <a:lnTo>
                    <a:pt x="699678" y="429472"/>
                  </a:lnTo>
                  <a:lnTo>
                    <a:pt x="697215" y="429472"/>
                  </a:lnTo>
                  <a:lnTo>
                    <a:pt x="694751" y="429472"/>
                  </a:lnTo>
                  <a:lnTo>
                    <a:pt x="692287" y="429472"/>
                  </a:lnTo>
                  <a:lnTo>
                    <a:pt x="689824" y="429472"/>
                  </a:lnTo>
                  <a:lnTo>
                    <a:pt x="687360" y="429472"/>
                  </a:lnTo>
                  <a:lnTo>
                    <a:pt x="684896" y="429472"/>
                  </a:lnTo>
                  <a:lnTo>
                    <a:pt x="682433" y="429472"/>
                  </a:lnTo>
                  <a:lnTo>
                    <a:pt x="679969" y="429472"/>
                  </a:lnTo>
                  <a:lnTo>
                    <a:pt x="677505" y="429472"/>
                  </a:lnTo>
                  <a:lnTo>
                    <a:pt x="675042" y="429472"/>
                  </a:lnTo>
                  <a:lnTo>
                    <a:pt x="672578" y="429472"/>
                  </a:lnTo>
                  <a:lnTo>
                    <a:pt x="670114" y="429472"/>
                  </a:lnTo>
                  <a:lnTo>
                    <a:pt x="667651" y="429472"/>
                  </a:lnTo>
                  <a:lnTo>
                    <a:pt x="665187" y="429472"/>
                  </a:lnTo>
                  <a:lnTo>
                    <a:pt x="662723" y="429472"/>
                  </a:lnTo>
                  <a:lnTo>
                    <a:pt x="660260" y="429472"/>
                  </a:lnTo>
                  <a:lnTo>
                    <a:pt x="657796" y="429472"/>
                  </a:lnTo>
                  <a:lnTo>
                    <a:pt x="655332" y="429472"/>
                  </a:lnTo>
                  <a:lnTo>
                    <a:pt x="652869" y="429472"/>
                  </a:lnTo>
                  <a:lnTo>
                    <a:pt x="650405" y="429472"/>
                  </a:lnTo>
                  <a:lnTo>
                    <a:pt x="647941" y="429472"/>
                  </a:lnTo>
                  <a:lnTo>
                    <a:pt x="645478" y="429472"/>
                  </a:lnTo>
                  <a:lnTo>
                    <a:pt x="643014" y="429472"/>
                  </a:lnTo>
                  <a:lnTo>
                    <a:pt x="640550" y="429472"/>
                  </a:lnTo>
                  <a:lnTo>
                    <a:pt x="638087" y="429472"/>
                  </a:lnTo>
                  <a:lnTo>
                    <a:pt x="635623" y="429472"/>
                  </a:lnTo>
                  <a:lnTo>
                    <a:pt x="633159" y="429472"/>
                  </a:lnTo>
                  <a:lnTo>
                    <a:pt x="630696" y="429472"/>
                  </a:lnTo>
                  <a:lnTo>
                    <a:pt x="628232" y="429472"/>
                  </a:lnTo>
                  <a:lnTo>
                    <a:pt x="625769" y="429472"/>
                  </a:lnTo>
                  <a:lnTo>
                    <a:pt x="623305" y="429472"/>
                  </a:lnTo>
                  <a:lnTo>
                    <a:pt x="620841" y="429472"/>
                  </a:lnTo>
                  <a:lnTo>
                    <a:pt x="618378" y="429472"/>
                  </a:lnTo>
                  <a:lnTo>
                    <a:pt x="615914" y="429472"/>
                  </a:lnTo>
                  <a:lnTo>
                    <a:pt x="613450" y="429472"/>
                  </a:lnTo>
                  <a:lnTo>
                    <a:pt x="610987" y="429472"/>
                  </a:lnTo>
                  <a:lnTo>
                    <a:pt x="608523" y="429472"/>
                  </a:lnTo>
                  <a:lnTo>
                    <a:pt x="606059" y="429472"/>
                  </a:lnTo>
                  <a:lnTo>
                    <a:pt x="603596" y="429472"/>
                  </a:lnTo>
                  <a:lnTo>
                    <a:pt x="601132" y="429472"/>
                  </a:lnTo>
                  <a:lnTo>
                    <a:pt x="598668" y="429472"/>
                  </a:lnTo>
                  <a:lnTo>
                    <a:pt x="596205" y="429472"/>
                  </a:lnTo>
                  <a:lnTo>
                    <a:pt x="593741" y="429472"/>
                  </a:lnTo>
                  <a:lnTo>
                    <a:pt x="591277" y="429472"/>
                  </a:lnTo>
                  <a:lnTo>
                    <a:pt x="588814" y="429472"/>
                  </a:lnTo>
                  <a:lnTo>
                    <a:pt x="586350" y="429472"/>
                  </a:lnTo>
                  <a:lnTo>
                    <a:pt x="583886" y="429472"/>
                  </a:lnTo>
                  <a:lnTo>
                    <a:pt x="581423" y="429472"/>
                  </a:lnTo>
                  <a:lnTo>
                    <a:pt x="578959" y="429472"/>
                  </a:lnTo>
                  <a:lnTo>
                    <a:pt x="576495" y="429472"/>
                  </a:lnTo>
                  <a:lnTo>
                    <a:pt x="574032" y="429472"/>
                  </a:lnTo>
                  <a:lnTo>
                    <a:pt x="571568" y="429472"/>
                  </a:lnTo>
                  <a:lnTo>
                    <a:pt x="569104" y="429472"/>
                  </a:lnTo>
                  <a:lnTo>
                    <a:pt x="566641" y="429472"/>
                  </a:lnTo>
                  <a:lnTo>
                    <a:pt x="564177" y="429472"/>
                  </a:lnTo>
                  <a:lnTo>
                    <a:pt x="561713" y="429472"/>
                  </a:lnTo>
                  <a:lnTo>
                    <a:pt x="559250" y="429472"/>
                  </a:lnTo>
                  <a:lnTo>
                    <a:pt x="556786" y="429472"/>
                  </a:lnTo>
                  <a:lnTo>
                    <a:pt x="554322" y="429472"/>
                  </a:lnTo>
                  <a:lnTo>
                    <a:pt x="551859" y="429472"/>
                  </a:lnTo>
                  <a:lnTo>
                    <a:pt x="549395" y="429472"/>
                  </a:lnTo>
                  <a:lnTo>
                    <a:pt x="546931" y="429472"/>
                  </a:lnTo>
                  <a:lnTo>
                    <a:pt x="544468" y="429472"/>
                  </a:lnTo>
                  <a:lnTo>
                    <a:pt x="542004" y="429472"/>
                  </a:lnTo>
                  <a:lnTo>
                    <a:pt x="539541" y="429472"/>
                  </a:lnTo>
                  <a:lnTo>
                    <a:pt x="537077" y="429472"/>
                  </a:lnTo>
                  <a:lnTo>
                    <a:pt x="534613" y="429472"/>
                  </a:lnTo>
                  <a:lnTo>
                    <a:pt x="532150" y="429472"/>
                  </a:lnTo>
                  <a:lnTo>
                    <a:pt x="529686" y="429472"/>
                  </a:lnTo>
                  <a:lnTo>
                    <a:pt x="527222" y="429472"/>
                  </a:lnTo>
                  <a:lnTo>
                    <a:pt x="524759" y="429472"/>
                  </a:lnTo>
                  <a:lnTo>
                    <a:pt x="522295" y="429472"/>
                  </a:lnTo>
                  <a:lnTo>
                    <a:pt x="519831" y="429472"/>
                  </a:lnTo>
                  <a:lnTo>
                    <a:pt x="517368" y="429472"/>
                  </a:lnTo>
                  <a:lnTo>
                    <a:pt x="514904" y="429472"/>
                  </a:lnTo>
                  <a:lnTo>
                    <a:pt x="512440" y="429472"/>
                  </a:lnTo>
                  <a:lnTo>
                    <a:pt x="509977" y="429472"/>
                  </a:lnTo>
                  <a:lnTo>
                    <a:pt x="507513" y="429472"/>
                  </a:lnTo>
                  <a:lnTo>
                    <a:pt x="505049" y="429472"/>
                  </a:lnTo>
                  <a:lnTo>
                    <a:pt x="502586" y="429472"/>
                  </a:lnTo>
                  <a:lnTo>
                    <a:pt x="500122" y="429472"/>
                  </a:lnTo>
                  <a:lnTo>
                    <a:pt x="497658" y="429472"/>
                  </a:lnTo>
                  <a:lnTo>
                    <a:pt x="495195" y="429472"/>
                  </a:lnTo>
                  <a:lnTo>
                    <a:pt x="492731" y="429472"/>
                  </a:lnTo>
                  <a:lnTo>
                    <a:pt x="490267" y="429472"/>
                  </a:lnTo>
                  <a:lnTo>
                    <a:pt x="487804" y="429472"/>
                  </a:lnTo>
                  <a:lnTo>
                    <a:pt x="485340" y="429472"/>
                  </a:lnTo>
                  <a:lnTo>
                    <a:pt x="482876" y="429472"/>
                  </a:lnTo>
                  <a:lnTo>
                    <a:pt x="480413" y="429472"/>
                  </a:lnTo>
                  <a:lnTo>
                    <a:pt x="477949" y="429472"/>
                  </a:lnTo>
                  <a:lnTo>
                    <a:pt x="475485" y="429472"/>
                  </a:lnTo>
                  <a:lnTo>
                    <a:pt x="473022" y="429472"/>
                  </a:lnTo>
                  <a:lnTo>
                    <a:pt x="470558" y="429472"/>
                  </a:lnTo>
                  <a:lnTo>
                    <a:pt x="468094" y="429472"/>
                  </a:lnTo>
                  <a:lnTo>
                    <a:pt x="465631" y="429472"/>
                  </a:lnTo>
                  <a:lnTo>
                    <a:pt x="463167" y="429472"/>
                  </a:lnTo>
                  <a:lnTo>
                    <a:pt x="460703" y="429472"/>
                  </a:lnTo>
                  <a:lnTo>
                    <a:pt x="458240" y="429472"/>
                  </a:lnTo>
                  <a:lnTo>
                    <a:pt x="455776" y="429472"/>
                  </a:lnTo>
                  <a:lnTo>
                    <a:pt x="453312" y="429472"/>
                  </a:lnTo>
                  <a:lnTo>
                    <a:pt x="450849" y="429472"/>
                  </a:lnTo>
                  <a:lnTo>
                    <a:pt x="448385" y="429472"/>
                  </a:lnTo>
                  <a:lnTo>
                    <a:pt x="445922" y="429472"/>
                  </a:lnTo>
                  <a:lnTo>
                    <a:pt x="443458" y="429472"/>
                  </a:lnTo>
                  <a:lnTo>
                    <a:pt x="440994" y="429472"/>
                  </a:lnTo>
                  <a:lnTo>
                    <a:pt x="438531" y="429472"/>
                  </a:lnTo>
                  <a:lnTo>
                    <a:pt x="436067" y="429472"/>
                  </a:lnTo>
                  <a:lnTo>
                    <a:pt x="433603" y="429472"/>
                  </a:lnTo>
                  <a:lnTo>
                    <a:pt x="431140" y="429472"/>
                  </a:lnTo>
                  <a:lnTo>
                    <a:pt x="428676" y="429472"/>
                  </a:lnTo>
                  <a:lnTo>
                    <a:pt x="426212" y="429472"/>
                  </a:lnTo>
                  <a:lnTo>
                    <a:pt x="423749" y="429472"/>
                  </a:lnTo>
                  <a:lnTo>
                    <a:pt x="421285" y="429472"/>
                  </a:lnTo>
                  <a:lnTo>
                    <a:pt x="418821" y="429472"/>
                  </a:lnTo>
                  <a:lnTo>
                    <a:pt x="416358" y="429472"/>
                  </a:lnTo>
                  <a:lnTo>
                    <a:pt x="413894" y="429472"/>
                  </a:lnTo>
                  <a:lnTo>
                    <a:pt x="411430" y="429472"/>
                  </a:lnTo>
                  <a:lnTo>
                    <a:pt x="408967" y="429472"/>
                  </a:lnTo>
                  <a:lnTo>
                    <a:pt x="406503" y="429472"/>
                  </a:lnTo>
                  <a:lnTo>
                    <a:pt x="404039" y="429472"/>
                  </a:lnTo>
                  <a:lnTo>
                    <a:pt x="401576" y="429472"/>
                  </a:lnTo>
                  <a:lnTo>
                    <a:pt x="399112" y="429472"/>
                  </a:lnTo>
                  <a:lnTo>
                    <a:pt x="396648" y="429472"/>
                  </a:lnTo>
                  <a:lnTo>
                    <a:pt x="394185" y="429472"/>
                  </a:lnTo>
                  <a:lnTo>
                    <a:pt x="391721" y="429472"/>
                  </a:lnTo>
                  <a:lnTo>
                    <a:pt x="389257" y="429472"/>
                  </a:lnTo>
                  <a:lnTo>
                    <a:pt x="386794" y="429472"/>
                  </a:lnTo>
                  <a:lnTo>
                    <a:pt x="384330" y="429472"/>
                  </a:lnTo>
                  <a:lnTo>
                    <a:pt x="381866" y="429472"/>
                  </a:lnTo>
                  <a:lnTo>
                    <a:pt x="379403" y="429472"/>
                  </a:lnTo>
                  <a:lnTo>
                    <a:pt x="376939" y="429472"/>
                  </a:lnTo>
                  <a:lnTo>
                    <a:pt x="374475" y="429472"/>
                  </a:lnTo>
                  <a:lnTo>
                    <a:pt x="372012" y="429472"/>
                  </a:lnTo>
                  <a:lnTo>
                    <a:pt x="369548" y="429472"/>
                  </a:lnTo>
                  <a:lnTo>
                    <a:pt x="367084" y="429472"/>
                  </a:lnTo>
                  <a:lnTo>
                    <a:pt x="364621" y="429472"/>
                  </a:lnTo>
                  <a:lnTo>
                    <a:pt x="362157" y="429472"/>
                  </a:lnTo>
                  <a:lnTo>
                    <a:pt x="359694" y="429472"/>
                  </a:lnTo>
                  <a:lnTo>
                    <a:pt x="357230" y="429472"/>
                  </a:lnTo>
                  <a:lnTo>
                    <a:pt x="354766" y="429472"/>
                  </a:lnTo>
                  <a:lnTo>
                    <a:pt x="352303" y="429472"/>
                  </a:lnTo>
                  <a:lnTo>
                    <a:pt x="349839" y="429472"/>
                  </a:lnTo>
                  <a:lnTo>
                    <a:pt x="347375" y="429472"/>
                  </a:lnTo>
                  <a:lnTo>
                    <a:pt x="344912" y="429472"/>
                  </a:lnTo>
                  <a:lnTo>
                    <a:pt x="342448" y="429472"/>
                  </a:lnTo>
                  <a:lnTo>
                    <a:pt x="339984" y="429472"/>
                  </a:lnTo>
                  <a:lnTo>
                    <a:pt x="337521" y="429472"/>
                  </a:lnTo>
                  <a:lnTo>
                    <a:pt x="335057" y="429472"/>
                  </a:lnTo>
                  <a:lnTo>
                    <a:pt x="332593" y="429472"/>
                  </a:lnTo>
                  <a:lnTo>
                    <a:pt x="330130" y="429472"/>
                  </a:lnTo>
                  <a:lnTo>
                    <a:pt x="327666" y="429472"/>
                  </a:lnTo>
                  <a:lnTo>
                    <a:pt x="325202" y="429472"/>
                  </a:lnTo>
                  <a:lnTo>
                    <a:pt x="322739" y="429472"/>
                  </a:lnTo>
                  <a:lnTo>
                    <a:pt x="320275" y="429472"/>
                  </a:lnTo>
                  <a:lnTo>
                    <a:pt x="317811" y="429472"/>
                  </a:lnTo>
                  <a:lnTo>
                    <a:pt x="315348" y="429472"/>
                  </a:lnTo>
                  <a:lnTo>
                    <a:pt x="312884" y="429472"/>
                  </a:lnTo>
                  <a:lnTo>
                    <a:pt x="310420" y="429472"/>
                  </a:lnTo>
                  <a:lnTo>
                    <a:pt x="307957" y="429472"/>
                  </a:lnTo>
                  <a:lnTo>
                    <a:pt x="305493" y="429472"/>
                  </a:lnTo>
                  <a:lnTo>
                    <a:pt x="303029" y="429472"/>
                  </a:lnTo>
                  <a:lnTo>
                    <a:pt x="300566" y="429472"/>
                  </a:lnTo>
                  <a:lnTo>
                    <a:pt x="298102" y="429472"/>
                  </a:lnTo>
                  <a:lnTo>
                    <a:pt x="295638" y="429472"/>
                  </a:lnTo>
                  <a:lnTo>
                    <a:pt x="293175" y="429472"/>
                  </a:lnTo>
                  <a:lnTo>
                    <a:pt x="290711" y="429472"/>
                  </a:lnTo>
                  <a:lnTo>
                    <a:pt x="288247" y="429472"/>
                  </a:lnTo>
                  <a:lnTo>
                    <a:pt x="285784" y="429472"/>
                  </a:lnTo>
                  <a:lnTo>
                    <a:pt x="283320" y="429472"/>
                  </a:lnTo>
                  <a:lnTo>
                    <a:pt x="280856" y="429472"/>
                  </a:lnTo>
                  <a:lnTo>
                    <a:pt x="278393" y="429472"/>
                  </a:lnTo>
                  <a:lnTo>
                    <a:pt x="275929" y="429472"/>
                  </a:lnTo>
                  <a:lnTo>
                    <a:pt x="273465" y="429472"/>
                  </a:lnTo>
                  <a:lnTo>
                    <a:pt x="271002" y="429472"/>
                  </a:lnTo>
                  <a:lnTo>
                    <a:pt x="268538" y="429472"/>
                  </a:lnTo>
                  <a:lnTo>
                    <a:pt x="266075" y="429472"/>
                  </a:lnTo>
                  <a:lnTo>
                    <a:pt x="263611" y="429472"/>
                  </a:lnTo>
                  <a:lnTo>
                    <a:pt x="261147" y="429472"/>
                  </a:lnTo>
                  <a:lnTo>
                    <a:pt x="258684" y="429472"/>
                  </a:lnTo>
                  <a:lnTo>
                    <a:pt x="256220" y="429472"/>
                  </a:lnTo>
                  <a:lnTo>
                    <a:pt x="253756" y="429472"/>
                  </a:lnTo>
                  <a:lnTo>
                    <a:pt x="251293" y="429472"/>
                  </a:lnTo>
                  <a:lnTo>
                    <a:pt x="248829" y="429472"/>
                  </a:lnTo>
                  <a:lnTo>
                    <a:pt x="246365" y="429472"/>
                  </a:lnTo>
                  <a:lnTo>
                    <a:pt x="243902" y="429472"/>
                  </a:lnTo>
                  <a:lnTo>
                    <a:pt x="241438" y="429472"/>
                  </a:lnTo>
                  <a:lnTo>
                    <a:pt x="238974" y="429472"/>
                  </a:lnTo>
                  <a:lnTo>
                    <a:pt x="236511" y="429472"/>
                  </a:lnTo>
                  <a:lnTo>
                    <a:pt x="234047" y="429472"/>
                  </a:lnTo>
                  <a:lnTo>
                    <a:pt x="231583" y="429472"/>
                  </a:lnTo>
                  <a:lnTo>
                    <a:pt x="229120" y="429472"/>
                  </a:lnTo>
                  <a:lnTo>
                    <a:pt x="226656" y="429472"/>
                  </a:lnTo>
                  <a:lnTo>
                    <a:pt x="224192" y="429472"/>
                  </a:lnTo>
                  <a:lnTo>
                    <a:pt x="221729" y="429472"/>
                  </a:lnTo>
                  <a:lnTo>
                    <a:pt x="219265" y="429472"/>
                  </a:lnTo>
                  <a:lnTo>
                    <a:pt x="216801" y="429472"/>
                  </a:lnTo>
                  <a:lnTo>
                    <a:pt x="214338" y="429472"/>
                  </a:lnTo>
                  <a:lnTo>
                    <a:pt x="211874" y="429472"/>
                  </a:lnTo>
                  <a:lnTo>
                    <a:pt x="209410" y="429472"/>
                  </a:lnTo>
                  <a:lnTo>
                    <a:pt x="206947" y="429472"/>
                  </a:lnTo>
                  <a:lnTo>
                    <a:pt x="204483" y="429472"/>
                  </a:lnTo>
                  <a:lnTo>
                    <a:pt x="202019" y="429472"/>
                  </a:lnTo>
                  <a:lnTo>
                    <a:pt x="199556" y="429472"/>
                  </a:lnTo>
                  <a:lnTo>
                    <a:pt x="197092" y="429472"/>
                  </a:lnTo>
                  <a:lnTo>
                    <a:pt x="194628" y="429472"/>
                  </a:lnTo>
                  <a:lnTo>
                    <a:pt x="192165" y="429472"/>
                  </a:lnTo>
                  <a:lnTo>
                    <a:pt x="189701" y="429472"/>
                  </a:lnTo>
                  <a:lnTo>
                    <a:pt x="187237" y="429472"/>
                  </a:lnTo>
                  <a:lnTo>
                    <a:pt x="184774" y="429472"/>
                  </a:lnTo>
                  <a:lnTo>
                    <a:pt x="182310" y="429472"/>
                  </a:lnTo>
                  <a:lnTo>
                    <a:pt x="179847" y="429472"/>
                  </a:lnTo>
                  <a:lnTo>
                    <a:pt x="177383" y="429472"/>
                  </a:lnTo>
                  <a:lnTo>
                    <a:pt x="174919" y="429472"/>
                  </a:lnTo>
                  <a:lnTo>
                    <a:pt x="172456" y="429472"/>
                  </a:lnTo>
                  <a:lnTo>
                    <a:pt x="169992" y="429472"/>
                  </a:lnTo>
                  <a:lnTo>
                    <a:pt x="167528" y="429472"/>
                  </a:lnTo>
                  <a:lnTo>
                    <a:pt x="165065" y="429472"/>
                  </a:lnTo>
                  <a:lnTo>
                    <a:pt x="162601" y="429472"/>
                  </a:lnTo>
                  <a:lnTo>
                    <a:pt x="160137" y="429472"/>
                  </a:lnTo>
                  <a:lnTo>
                    <a:pt x="157674" y="429472"/>
                  </a:lnTo>
                  <a:lnTo>
                    <a:pt x="155210" y="429472"/>
                  </a:lnTo>
                  <a:lnTo>
                    <a:pt x="152746" y="429472"/>
                  </a:lnTo>
                  <a:lnTo>
                    <a:pt x="150283" y="429472"/>
                  </a:lnTo>
                  <a:lnTo>
                    <a:pt x="147819" y="429472"/>
                  </a:lnTo>
                  <a:lnTo>
                    <a:pt x="145355" y="429472"/>
                  </a:lnTo>
                  <a:lnTo>
                    <a:pt x="142892" y="429472"/>
                  </a:lnTo>
                  <a:lnTo>
                    <a:pt x="140428" y="429472"/>
                  </a:lnTo>
                  <a:lnTo>
                    <a:pt x="137964" y="429472"/>
                  </a:lnTo>
                  <a:lnTo>
                    <a:pt x="135501" y="429472"/>
                  </a:lnTo>
                  <a:lnTo>
                    <a:pt x="133037" y="429472"/>
                  </a:lnTo>
                  <a:lnTo>
                    <a:pt x="130573" y="429472"/>
                  </a:lnTo>
                  <a:lnTo>
                    <a:pt x="128110" y="429472"/>
                  </a:lnTo>
                  <a:lnTo>
                    <a:pt x="125646" y="429472"/>
                  </a:lnTo>
                  <a:lnTo>
                    <a:pt x="123182" y="429472"/>
                  </a:lnTo>
                  <a:lnTo>
                    <a:pt x="120719" y="429472"/>
                  </a:lnTo>
                  <a:lnTo>
                    <a:pt x="118255" y="429472"/>
                  </a:lnTo>
                  <a:lnTo>
                    <a:pt x="115791" y="429472"/>
                  </a:lnTo>
                  <a:lnTo>
                    <a:pt x="113328" y="429472"/>
                  </a:lnTo>
                  <a:lnTo>
                    <a:pt x="110864" y="429472"/>
                  </a:lnTo>
                  <a:lnTo>
                    <a:pt x="108400" y="429472"/>
                  </a:lnTo>
                  <a:lnTo>
                    <a:pt x="105937" y="429472"/>
                  </a:lnTo>
                  <a:lnTo>
                    <a:pt x="103473" y="429472"/>
                  </a:lnTo>
                  <a:lnTo>
                    <a:pt x="101009" y="429472"/>
                  </a:lnTo>
                  <a:lnTo>
                    <a:pt x="98546" y="429472"/>
                  </a:lnTo>
                  <a:lnTo>
                    <a:pt x="96082" y="429472"/>
                  </a:lnTo>
                  <a:lnTo>
                    <a:pt x="93618" y="429472"/>
                  </a:lnTo>
                  <a:lnTo>
                    <a:pt x="91155" y="429472"/>
                  </a:lnTo>
                  <a:lnTo>
                    <a:pt x="88691" y="429472"/>
                  </a:lnTo>
                  <a:lnTo>
                    <a:pt x="86228" y="429472"/>
                  </a:lnTo>
                  <a:lnTo>
                    <a:pt x="83764" y="429472"/>
                  </a:lnTo>
                  <a:lnTo>
                    <a:pt x="81300" y="429472"/>
                  </a:lnTo>
                  <a:lnTo>
                    <a:pt x="78837" y="429472"/>
                  </a:lnTo>
                  <a:lnTo>
                    <a:pt x="76373" y="429472"/>
                  </a:lnTo>
                  <a:lnTo>
                    <a:pt x="73909" y="429472"/>
                  </a:lnTo>
                  <a:lnTo>
                    <a:pt x="71446" y="429472"/>
                  </a:lnTo>
                  <a:lnTo>
                    <a:pt x="68982" y="429472"/>
                  </a:lnTo>
                  <a:lnTo>
                    <a:pt x="66518" y="429472"/>
                  </a:lnTo>
                  <a:lnTo>
                    <a:pt x="64055" y="429472"/>
                  </a:lnTo>
                  <a:lnTo>
                    <a:pt x="61591" y="429472"/>
                  </a:lnTo>
                  <a:lnTo>
                    <a:pt x="59127" y="429472"/>
                  </a:lnTo>
                  <a:lnTo>
                    <a:pt x="56664" y="429472"/>
                  </a:lnTo>
                  <a:lnTo>
                    <a:pt x="54200" y="429472"/>
                  </a:lnTo>
                  <a:lnTo>
                    <a:pt x="51736" y="429472"/>
                  </a:lnTo>
                  <a:lnTo>
                    <a:pt x="49273" y="429472"/>
                  </a:lnTo>
                  <a:lnTo>
                    <a:pt x="46809" y="429472"/>
                  </a:lnTo>
                  <a:lnTo>
                    <a:pt x="44345" y="429472"/>
                  </a:lnTo>
                  <a:lnTo>
                    <a:pt x="41882" y="429472"/>
                  </a:lnTo>
                  <a:lnTo>
                    <a:pt x="39418" y="429472"/>
                  </a:lnTo>
                  <a:lnTo>
                    <a:pt x="36954" y="429472"/>
                  </a:lnTo>
                  <a:lnTo>
                    <a:pt x="34491" y="429472"/>
                  </a:lnTo>
                  <a:lnTo>
                    <a:pt x="32027" y="429472"/>
                  </a:lnTo>
                  <a:lnTo>
                    <a:pt x="29563" y="429472"/>
                  </a:lnTo>
                  <a:lnTo>
                    <a:pt x="27100" y="429472"/>
                  </a:lnTo>
                  <a:lnTo>
                    <a:pt x="24636" y="429472"/>
                  </a:lnTo>
                  <a:lnTo>
                    <a:pt x="22172" y="429472"/>
                  </a:lnTo>
                  <a:lnTo>
                    <a:pt x="19709" y="429472"/>
                  </a:lnTo>
                  <a:lnTo>
                    <a:pt x="17245" y="429472"/>
                  </a:lnTo>
                  <a:lnTo>
                    <a:pt x="14781" y="429472"/>
                  </a:lnTo>
                  <a:lnTo>
                    <a:pt x="12318" y="429472"/>
                  </a:lnTo>
                  <a:lnTo>
                    <a:pt x="9854" y="429472"/>
                  </a:lnTo>
                  <a:lnTo>
                    <a:pt x="7390" y="429472"/>
                  </a:lnTo>
                  <a:lnTo>
                    <a:pt x="4927" y="429472"/>
                  </a:lnTo>
                  <a:lnTo>
                    <a:pt x="2463" y="429472"/>
                  </a:lnTo>
                  <a:lnTo>
                    <a:pt x="0" y="42947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909616" y="5724425"/>
              <a:ext cx="1258929" cy="428321"/>
            </a:xfrm>
            <a:custGeom>
              <a:avLst/>
              <a:pathLst>
                <a:path w="1258929" h="428321">
                  <a:moveTo>
                    <a:pt x="0" y="428321"/>
                  </a:moveTo>
                  <a:lnTo>
                    <a:pt x="2463" y="428248"/>
                  </a:lnTo>
                  <a:lnTo>
                    <a:pt x="4927" y="428173"/>
                  </a:lnTo>
                  <a:lnTo>
                    <a:pt x="7390" y="428094"/>
                  </a:lnTo>
                  <a:lnTo>
                    <a:pt x="9854" y="428011"/>
                  </a:lnTo>
                  <a:lnTo>
                    <a:pt x="12318" y="427925"/>
                  </a:lnTo>
                  <a:lnTo>
                    <a:pt x="14781" y="427836"/>
                  </a:lnTo>
                  <a:lnTo>
                    <a:pt x="17245" y="427741"/>
                  </a:lnTo>
                  <a:lnTo>
                    <a:pt x="19709" y="427643"/>
                  </a:lnTo>
                  <a:lnTo>
                    <a:pt x="22172" y="427542"/>
                  </a:lnTo>
                  <a:lnTo>
                    <a:pt x="24636" y="427435"/>
                  </a:lnTo>
                  <a:lnTo>
                    <a:pt x="27100" y="427325"/>
                  </a:lnTo>
                  <a:lnTo>
                    <a:pt x="29563" y="427211"/>
                  </a:lnTo>
                  <a:lnTo>
                    <a:pt x="32027" y="427092"/>
                  </a:lnTo>
                  <a:lnTo>
                    <a:pt x="34491" y="426969"/>
                  </a:lnTo>
                  <a:lnTo>
                    <a:pt x="36954" y="426842"/>
                  </a:lnTo>
                  <a:lnTo>
                    <a:pt x="39418" y="426709"/>
                  </a:lnTo>
                  <a:lnTo>
                    <a:pt x="41882" y="426572"/>
                  </a:lnTo>
                  <a:lnTo>
                    <a:pt x="44345" y="426432"/>
                  </a:lnTo>
                  <a:lnTo>
                    <a:pt x="46809" y="426285"/>
                  </a:lnTo>
                  <a:lnTo>
                    <a:pt x="49273" y="426135"/>
                  </a:lnTo>
                  <a:lnTo>
                    <a:pt x="51736" y="425980"/>
                  </a:lnTo>
                  <a:lnTo>
                    <a:pt x="54200" y="425819"/>
                  </a:lnTo>
                  <a:lnTo>
                    <a:pt x="56664" y="425655"/>
                  </a:lnTo>
                  <a:lnTo>
                    <a:pt x="59127" y="425486"/>
                  </a:lnTo>
                  <a:lnTo>
                    <a:pt x="61591" y="425311"/>
                  </a:lnTo>
                  <a:lnTo>
                    <a:pt x="64055" y="425133"/>
                  </a:lnTo>
                  <a:lnTo>
                    <a:pt x="66518" y="424950"/>
                  </a:lnTo>
                  <a:lnTo>
                    <a:pt x="68982" y="424760"/>
                  </a:lnTo>
                  <a:lnTo>
                    <a:pt x="71446" y="424567"/>
                  </a:lnTo>
                  <a:lnTo>
                    <a:pt x="73909" y="424370"/>
                  </a:lnTo>
                  <a:lnTo>
                    <a:pt x="76373" y="424166"/>
                  </a:lnTo>
                  <a:lnTo>
                    <a:pt x="78837" y="423959"/>
                  </a:lnTo>
                  <a:lnTo>
                    <a:pt x="81300" y="423747"/>
                  </a:lnTo>
                  <a:lnTo>
                    <a:pt x="83764" y="423529"/>
                  </a:lnTo>
                  <a:lnTo>
                    <a:pt x="86228" y="423308"/>
                  </a:lnTo>
                  <a:lnTo>
                    <a:pt x="88691" y="423082"/>
                  </a:lnTo>
                  <a:lnTo>
                    <a:pt x="91155" y="422850"/>
                  </a:lnTo>
                  <a:lnTo>
                    <a:pt x="93618" y="422615"/>
                  </a:lnTo>
                  <a:lnTo>
                    <a:pt x="96082" y="422375"/>
                  </a:lnTo>
                  <a:lnTo>
                    <a:pt x="98546" y="422130"/>
                  </a:lnTo>
                  <a:lnTo>
                    <a:pt x="101009" y="421881"/>
                  </a:lnTo>
                  <a:lnTo>
                    <a:pt x="103473" y="421627"/>
                  </a:lnTo>
                  <a:lnTo>
                    <a:pt x="105937" y="421368"/>
                  </a:lnTo>
                  <a:lnTo>
                    <a:pt x="108400" y="421106"/>
                  </a:lnTo>
                  <a:lnTo>
                    <a:pt x="110864" y="420839"/>
                  </a:lnTo>
                  <a:lnTo>
                    <a:pt x="113328" y="420567"/>
                  </a:lnTo>
                  <a:lnTo>
                    <a:pt x="115791" y="420291"/>
                  </a:lnTo>
                  <a:lnTo>
                    <a:pt x="118255" y="420012"/>
                  </a:lnTo>
                  <a:lnTo>
                    <a:pt x="120719" y="419727"/>
                  </a:lnTo>
                  <a:lnTo>
                    <a:pt x="123182" y="419438"/>
                  </a:lnTo>
                  <a:lnTo>
                    <a:pt x="125646" y="419147"/>
                  </a:lnTo>
                  <a:lnTo>
                    <a:pt x="128110" y="418849"/>
                  </a:lnTo>
                  <a:lnTo>
                    <a:pt x="130573" y="418549"/>
                  </a:lnTo>
                  <a:lnTo>
                    <a:pt x="133037" y="418245"/>
                  </a:lnTo>
                  <a:lnTo>
                    <a:pt x="135501" y="417935"/>
                  </a:lnTo>
                  <a:lnTo>
                    <a:pt x="137964" y="417623"/>
                  </a:lnTo>
                  <a:lnTo>
                    <a:pt x="140428" y="417307"/>
                  </a:lnTo>
                  <a:lnTo>
                    <a:pt x="142892" y="416986"/>
                  </a:lnTo>
                  <a:lnTo>
                    <a:pt x="145355" y="416663"/>
                  </a:lnTo>
                  <a:lnTo>
                    <a:pt x="147819" y="416336"/>
                  </a:lnTo>
                  <a:lnTo>
                    <a:pt x="150283" y="416005"/>
                  </a:lnTo>
                  <a:lnTo>
                    <a:pt x="152746" y="415671"/>
                  </a:lnTo>
                  <a:lnTo>
                    <a:pt x="155210" y="415334"/>
                  </a:lnTo>
                  <a:lnTo>
                    <a:pt x="157674" y="414992"/>
                  </a:lnTo>
                  <a:lnTo>
                    <a:pt x="160137" y="414648"/>
                  </a:lnTo>
                  <a:lnTo>
                    <a:pt x="162601" y="414301"/>
                  </a:lnTo>
                  <a:lnTo>
                    <a:pt x="165065" y="413951"/>
                  </a:lnTo>
                  <a:lnTo>
                    <a:pt x="167528" y="413598"/>
                  </a:lnTo>
                  <a:lnTo>
                    <a:pt x="169992" y="413243"/>
                  </a:lnTo>
                  <a:lnTo>
                    <a:pt x="172456" y="412884"/>
                  </a:lnTo>
                  <a:lnTo>
                    <a:pt x="174919" y="412523"/>
                  </a:lnTo>
                  <a:lnTo>
                    <a:pt x="177383" y="412161"/>
                  </a:lnTo>
                  <a:lnTo>
                    <a:pt x="179847" y="411795"/>
                  </a:lnTo>
                  <a:lnTo>
                    <a:pt x="182310" y="411428"/>
                  </a:lnTo>
                  <a:lnTo>
                    <a:pt x="184774" y="411060"/>
                  </a:lnTo>
                  <a:lnTo>
                    <a:pt x="187237" y="410689"/>
                  </a:lnTo>
                  <a:lnTo>
                    <a:pt x="189701" y="410317"/>
                  </a:lnTo>
                  <a:lnTo>
                    <a:pt x="192165" y="409944"/>
                  </a:lnTo>
                  <a:lnTo>
                    <a:pt x="194628" y="409570"/>
                  </a:lnTo>
                  <a:lnTo>
                    <a:pt x="197092" y="409195"/>
                  </a:lnTo>
                  <a:lnTo>
                    <a:pt x="199556" y="408820"/>
                  </a:lnTo>
                  <a:lnTo>
                    <a:pt x="202019" y="408444"/>
                  </a:lnTo>
                  <a:lnTo>
                    <a:pt x="204483" y="408069"/>
                  </a:lnTo>
                  <a:lnTo>
                    <a:pt x="206947" y="407693"/>
                  </a:lnTo>
                  <a:lnTo>
                    <a:pt x="209410" y="407318"/>
                  </a:lnTo>
                  <a:lnTo>
                    <a:pt x="211874" y="406944"/>
                  </a:lnTo>
                  <a:lnTo>
                    <a:pt x="214338" y="406571"/>
                  </a:lnTo>
                  <a:lnTo>
                    <a:pt x="216801" y="406199"/>
                  </a:lnTo>
                  <a:lnTo>
                    <a:pt x="219265" y="405829"/>
                  </a:lnTo>
                  <a:lnTo>
                    <a:pt x="221729" y="405460"/>
                  </a:lnTo>
                  <a:lnTo>
                    <a:pt x="224192" y="405095"/>
                  </a:lnTo>
                  <a:lnTo>
                    <a:pt x="226656" y="404731"/>
                  </a:lnTo>
                  <a:lnTo>
                    <a:pt x="229120" y="404370"/>
                  </a:lnTo>
                  <a:lnTo>
                    <a:pt x="231583" y="404013"/>
                  </a:lnTo>
                  <a:lnTo>
                    <a:pt x="234047" y="403659"/>
                  </a:lnTo>
                  <a:lnTo>
                    <a:pt x="236511" y="403307"/>
                  </a:lnTo>
                  <a:lnTo>
                    <a:pt x="238974" y="402961"/>
                  </a:lnTo>
                  <a:lnTo>
                    <a:pt x="241438" y="402619"/>
                  </a:lnTo>
                  <a:lnTo>
                    <a:pt x="243902" y="402280"/>
                  </a:lnTo>
                  <a:lnTo>
                    <a:pt x="246365" y="401949"/>
                  </a:lnTo>
                  <a:lnTo>
                    <a:pt x="248829" y="401621"/>
                  </a:lnTo>
                  <a:lnTo>
                    <a:pt x="251293" y="401298"/>
                  </a:lnTo>
                  <a:lnTo>
                    <a:pt x="253756" y="400983"/>
                  </a:lnTo>
                  <a:lnTo>
                    <a:pt x="256220" y="400672"/>
                  </a:lnTo>
                  <a:lnTo>
                    <a:pt x="258684" y="400366"/>
                  </a:lnTo>
                  <a:lnTo>
                    <a:pt x="261147" y="400070"/>
                  </a:lnTo>
                  <a:lnTo>
                    <a:pt x="263611" y="399778"/>
                  </a:lnTo>
                  <a:lnTo>
                    <a:pt x="266075" y="399492"/>
                  </a:lnTo>
                  <a:lnTo>
                    <a:pt x="268538" y="399216"/>
                  </a:lnTo>
                  <a:lnTo>
                    <a:pt x="271002" y="398946"/>
                  </a:lnTo>
                  <a:lnTo>
                    <a:pt x="273465" y="398681"/>
                  </a:lnTo>
                  <a:lnTo>
                    <a:pt x="275929" y="398427"/>
                  </a:lnTo>
                  <a:lnTo>
                    <a:pt x="278393" y="398180"/>
                  </a:lnTo>
                  <a:lnTo>
                    <a:pt x="280856" y="397937"/>
                  </a:lnTo>
                  <a:lnTo>
                    <a:pt x="283320" y="397707"/>
                  </a:lnTo>
                  <a:lnTo>
                    <a:pt x="285784" y="397482"/>
                  </a:lnTo>
                  <a:lnTo>
                    <a:pt x="288247" y="397264"/>
                  </a:lnTo>
                  <a:lnTo>
                    <a:pt x="290711" y="397057"/>
                  </a:lnTo>
                  <a:lnTo>
                    <a:pt x="293175" y="396856"/>
                  </a:lnTo>
                  <a:lnTo>
                    <a:pt x="295638" y="396662"/>
                  </a:lnTo>
                  <a:lnTo>
                    <a:pt x="298102" y="396479"/>
                  </a:lnTo>
                  <a:lnTo>
                    <a:pt x="300566" y="396302"/>
                  </a:lnTo>
                  <a:lnTo>
                    <a:pt x="303029" y="396132"/>
                  </a:lnTo>
                  <a:lnTo>
                    <a:pt x="305493" y="395973"/>
                  </a:lnTo>
                  <a:lnTo>
                    <a:pt x="307957" y="395820"/>
                  </a:lnTo>
                  <a:lnTo>
                    <a:pt x="310420" y="395673"/>
                  </a:lnTo>
                  <a:lnTo>
                    <a:pt x="312884" y="395536"/>
                  </a:lnTo>
                  <a:lnTo>
                    <a:pt x="315348" y="395406"/>
                  </a:lnTo>
                  <a:lnTo>
                    <a:pt x="317811" y="395282"/>
                  </a:lnTo>
                  <a:lnTo>
                    <a:pt x="320275" y="395168"/>
                  </a:lnTo>
                  <a:lnTo>
                    <a:pt x="322739" y="395060"/>
                  </a:lnTo>
                  <a:lnTo>
                    <a:pt x="325202" y="394957"/>
                  </a:lnTo>
                  <a:lnTo>
                    <a:pt x="327666" y="394864"/>
                  </a:lnTo>
                  <a:lnTo>
                    <a:pt x="330130" y="394777"/>
                  </a:lnTo>
                  <a:lnTo>
                    <a:pt x="332593" y="394695"/>
                  </a:lnTo>
                  <a:lnTo>
                    <a:pt x="335057" y="394622"/>
                  </a:lnTo>
                  <a:lnTo>
                    <a:pt x="337521" y="394554"/>
                  </a:lnTo>
                  <a:lnTo>
                    <a:pt x="339984" y="394491"/>
                  </a:lnTo>
                  <a:lnTo>
                    <a:pt x="342448" y="394436"/>
                  </a:lnTo>
                  <a:lnTo>
                    <a:pt x="344912" y="394386"/>
                  </a:lnTo>
                  <a:lnTo>
                    <a:pt x="347375" y="394341"/>
                  </a:lnTo>
                  <a:lnTo>
                    <a:pt x="349839" y="394304"/>
                  </a:lnTo>
                  <a:lnTo>
                    <a:pt x="352303" y="394271"/>
                  </a:lnTo>
                  <a:lnTo>
                    <a:pt x="354766" y="394242"/>
                  </a:lnTo>
                  <a:lnTo>
                    <a:pt x="357230" y="394221"/>
                  </a:lnTo>
                  <a:lnTo>
                    <a:pt x="359694" y="394205"/>
                  </a:lnTo>
                  <a:lnTo>
                    <a:pt x="362157" y="394192"/>
                  </a:lnTo>
                  <a:lnTo>
                    <a:pt x="364621" y="394187"/>
                  </a:lnTo>
                  <a:lnTo>
                    <a:pt x="367084" y="394186"/>
                  </a:lnTo>
                  <a:lnTo>
                    <a:pt x="369548" y="394188"/>
                  </a:lnTo>
                  <a:lnTo>
                    <a:pt x="372012" y="394198"/>
                  </a:lnTo>
                  <a:lnTo>
                    <a:pt x="374475" y="394212"/>
                  </a:lnTo>
                  <a:lnTo>
                    <a:pt x="376939" y="394230"/>
                  </a:lnTo>
                  <a:lnTo>
                    <a:pt x="379403" y="394254"/>
                  </a:lnTo>
                  <a:lnTo>
                    <a:pt x="381866" y="394284"/>
                  </a:lnTo>
                  <a:lnTo>
                    <a:pt x="384330" y="394317"/>
                  </a:lnTo>
                  <a:lnTo>
                    <a:pt x="386794" y="394357"/>
                  </a:lnTo>
                  <a:lnTo>
                    <a:pt x="389257" y="394402"/>
                  </a:lnTo>
                  <a:lnTo>
                    <a:pt x="391721" y="394451"/>
                  </a:lnTo>
                  <a:lnTo>
                    <a:pt x="394185" y="394507"/>
                  </a:lnTo>
                  <a:lnTo>
                    <a:pt x="396648" y="394568"/>
                  </a:lnTo>
                  <a:lnTo>
                    <a:pt x="399112" y="394634"/>
                  </a:lnTo>
                  <a:lnTo>
                    <a:pt x="401576" y="394707"/>
                  </a:lnTo>
                  <a:lnTo>
                    <a:pt x="404039" y="394786"/>
                  </a:lnTo>
                  <a:lnTo>
                    <a:pt x="406503" y="394869"/>
                  </a:lnTo>
                  <a:lnTo>
                    <a:pt x="408967" y="394961"/>
                  </a:lnTo>
                  <a:lnTo>
                    <a:pt x="411430" y="395059"/>
                  </a:lnTo>
                  <a:lnTo>
                    <a:pt x="413894" y="395161"/>
                  </a:lnTo>
                  <a:lnTo>
                    <a:pt x="416358" y="395273"/>
                  </a:lnTo>
                  <a:lnTo>
                    <a:pt x="418821" y="395390"/>
                  </a:lnTo>
                  <a:lnTo>
                    <a:pt x="421285" y="395513"/>
                  </a:lnTo>
                  <a:lnTo>
                    <a:pt x="423749" y="395646"/>
                  </a:lnTo>
                  <a:lnTo>
                    <a:pt x="426212" y="395785"/>
                  </a:lnTo>
                  <a:lnTo>
                    <a:pt x="428676" y="395930"/>
                  </a:lnTo>
                  <a:lnTo>
                    <a:pt x="431140" y="396084"/>
                  </a:lnTo>
                  <a:lnTo>
                    <a:pt x="433603" y="396246"/>
                  </a:lnTo>
                  <a:lnTo>
                    <a:pt x="436067" y="396413"/>
                  </a:lnTo>
                  <a:lnTo>
                    <a:pt x="438531" y="396591"/>
                  </a:lnTo>
                  <a:lnTo>
                    <a:pt x="440994" y="396777"/>
                  </a:lnTo>
                  <a:lnTo>
                    <a:pt x="443458" y="396968"/>
                  </a:lnTo>
                  <a:lnTo>
                    <a:pt x="445922" y="397169"/>
                  </a:lnTo>
                  <a:lnTo>
                    <a:pt x="448385" y="397378"/>
                  </a:lnTo>
                  <a:lnTo>
                    <a:pt x="450849" y="397594"/>
                  </a:lnTo>
                  <a:lnTo>
                    <a:pt x="453312" y="397819"/>
                  </a:lnTo>
                  <a:lnTo>
                    <a:pt x="455776" y="398052"/>
                  </a:lnTo>
                  <a:lnTo>
                    <a:pt x="458240" y="398291"/>
                  </a:lnTo>
                  <a:lnTo>
                    <a:pt x="460703" y="398540"/>
                  </a:lnTo>
                  <a:lnTo>
                    <a:pt x="463167" y="398795"/>
                  </a:lnTo>
                  <a:lnTo>
                    <a:pt x="465631" y="399057"/>
                  </a:lnTo>
                  <a:lnTo>
                    <a:pt x="468094" y="399328"/>
                  </a:lnTo>
                  <a:lnTo>
                    <a:pt x="470558" y="399605"/>
                  </a:lnTo>
                  <a:lnTo>
                    <a:pt x="473022" y="399887"/>
                  </a:lnTo>
                  <a:lnTo>
                    <a:pt x="475485" y="400178"/>
                  </a:lnTo>
                  <a:lnTo>
                    <a:pt x="477949" y="400475"/>
                  </a:lnTo>
                  <a:lnTo>
                    <a:pt x="480413" y="400775"/>
                  </a:lnTo>
                  <a:lnTo>
                    <a:pt x="482876" y="401083"/>
                  </a:lnTo>
                  <a:lnTo>
                    <a:pt x="485340" y="401396"/>
                  </a:lnTo>
                  <a:lnTo>
                    <a:pt x="487804" y="401712"/>
                  </a:lnTo>
                  <a:lnTo>
                    <a:pt x="490267" y="402033"/>
                  </a:lnTo>
                  <a:lnTo>
                    <a:pt x="492731" y="402357"/>
                  </a:lnTo>
                  <a:lnTo>
                    <a:pt x="495195" y="402684"/>
                  </a:lnTo>
                  <a:lnTo>
                    <a:pt x="497658" y="403014"/>
                  </a:lnTo>
                  <a:lnTo>
                    <a:pt x="500122" y="403346"/>
                  </a:lnTo>
                  <a:lnTo>
                    <a:pt x="502586" y="403678"/>
                  </a:lnTo>
                  <a:lnTo>
                    <a:pt x="505049" y="404012"/>
                  </a:lnTo>
                  <a:lnTo>
                    <a:pt x="507513" y="404345"/>
                  </a:lnTo>
                  <a:lnTo>
                    <a:pt x="509977" y="404678"/>
                  </a:lnTo>
                  <a:lnTo>
                    <a:pt x="512440" y="405009"/>
                  </a:lnTo>
                  <a:lnTo>
                    <a:pt x="514904" y="405338"/>
                  </a:lnTo>
                  <a:lnTo>
                    <a:pt x="517368" y="405665"/>
                  </a:lnTo>
                  <a:lnTo>
                    <a:pt x="519831" y="405987"/>
                  </a:lnTo>
                  <a:lnTo>
                    <a:pt x="522295" y="406305"/>
                  </a:lnTo>
                  <a:lnTo>
                    <a:pt x="524759" y="406618"/>
                  </a:lnTo>
                  <a:lnTo>
                    <a:pt x="527222" y="406925"/>
                  </a:lnTo>
                  <a:lnTo>
                    <a:pt x="529686" y="407224"/>
                  </a:lnTo>
                  <a:lnTo>
                    <a:pt x="532150" y="407517"/>
                  </a:lnTo>
                  <a:lnTo>
                    <a:pt x="534613" y="407800"/>
                  </a:lnTo>
                  <a:lnTo>
                    <a:pt x="537077" y="408073"/>
                  </a:lnTo>
                  <a:lnTo>
                    <a:pt x="539541" y="408339"/>
                  </a:lnTo>
                  <a:lnTo>
                    <a:pt x="542004" y="408591"/>
                  </a:lnTo>
                  <a:lnTo>
                    <a:pt x="544468" y="408830"/>
                  </a:lnTo>
                  <a:lnTo>
                    <a:pt x="546931" y="409060"/>
                  </a:lnTo>
                  <a:lnTo>
                    <a:pt x="549395" y="409274"/>
                  </a:lnTo>
                  <a:lnTo>
                    <a:pt x="551859" y="409472"/>
                  </a:lnTo>
                  <a:lnTo>
                    <a:pt x="554322" y="409658"/>
                  </a:lnTo>
                  <a:lnTo>
                    <a:pt x="556786" y="409826"/>
                  </a:lnTo>
                  <a:lnTo>
                    <a:pt x="559250" y="409975"/>
                  </a:lnTo>
                  <a:lnTo>
                    <a:pt x="561713" y="410111"/>
                  </a:lnTo>
                  <a:lnTo>
                    <a:pt x="564177" y="410225"/>
                  </a:lnTo>
                  <a:lnTo>
                    <a:pt x="566641" y="410318"/>
                  </a:lnTo>
                  <a:lnTo>
                    <a:pt x="569104" y="410396"/>
                  </a:lnTo>
                  <a:lnTo>
                    <a:pt x="571568" y="410449"/>
                  </a:lnTo>
                  <a:lnTo>
                    <a:pt x="574032" y="410479"/>
                  </a:lnTo>
                  <a:lnTo>
                    <a:pt x="576495" y="410492"/>
                  </a:lnTo>
                  <a:lnTo>
                    <a:pt x="578959" y="410479"/>
                  </a:lnTo>
                  <a:lnTo>
                    <a:pt x="581423" y="410440"/>
                  </a:lnTo>
                  <a:lnTo>
                    <a:pt x="583886" y="410382"/>
                  </a:lnTo>
                  <a:lnTo>
                    <a:pt x="586350" y="410296"/>
                  </a:lnTo>
                  <a:lnTo>
                    <a:pt x="588814" y="410182"/>
                  </a:lnTo>
                  <a:lnTo>
                    <a:pt x="591277" y="410049"/>
                  </a:lnTo>
                  <a:lnTo>
                    <a:pt x="593741" y="409885"/>
                  </a:lnTo>
                  <a:lnTo>
                    <a:pt x="596205" y="409692"/>
                  </a:lnTo>
                  <a:lnTo>
                    <a:pt x="598668" y="409478"/>
                  </a:lnTo>
                  <a:lnTo>
                    <a:pt x="601132" y="409232"/>
                  </a:lnTo>
                  <a:lnTo>
                    <a:pt x="603596" y="408956"/>
                  </a:lnTo>
                  <a:lnTo>
                    <a:pt x="606059" y="408658"/>
                  </a:lnTo>
                  <a:lnTo>
                    <a:pt x="608523" y="408328"/>
                  </a:lnTo>
                  <a:lnTo>
                    <a:pt x="610987" y="407965"/>
                  </a:lnTo>
                  <a:lnTo>
                    <a:pt x="613450" y="407581"/>
                  </a:lnTo>
                  <a:lnTo>
                    <a:pt x="615914" y="407164"/>
                  </a:lnTo>
                  <a:lnTo>
                    <a:pt x="618378" y="406715"/>
                  </a:lnTo>
                  <a:lnTo>
                    <a:pt x="620841" y="406243"/>
                  </a:lnTo>
                  <a:lnTo>
                    <a:pt x="623305" y="405739"/>
                  </a:lnTo>
                  <a:lnTo>
                    <a:pt x="625769" y="405201"/>
                  </a:lnTo>
                  <a:lnTo>
                    <a:pt x="628232" y="404642"/>
                  </a:lnTo>
                  <a:lnTo>
                    <a:pt x="630696" y="404050"/>
                  </a:lnTo>
                  <a:lnTo>
                    <a:pt x="633159" y="403426"/>
                  </a:lnTo>
                  <a:lnTo>
                    <a:pt x="635623" y="402781"/>
                  </a:lnTo>
                  <a:lnTo>
                    <a:pt x="638087" y="402104"/>
                  </a:lnTo>
                  <a:lnTo>
                    <a:pt x="640550" y="401395"/>
                  </a:lnTo>
                  <a:lnTo>
                    <a:pt x="643014" y="400665"/>
                  </a:lnTo>
                  <a:lnTo>
                    <a:pt x="645478" y="399906"/>
                  </a:lnTo>
                  <a:lnTo>
                    <a:pt x="647941" y="399116"/>
                  </a:lnTo>
                  <a:lnTo>
                    <a:pt x="650405" y="398306"/>
                  </a:lnTo>
                  <a:lnTo>
                    <a:pt x="652869" y="397468"/>
                  </a:lnTo>
                  <a:lnTo>
                    <a:pt x="655332" y="396601"/>
                  </a:lnTo>
                  <a:lnTo>
                    <a:pt x="657796" y="395716"/>
                  </a:lnTo>
                  <a:lnTo>
                    <a:pt x="660260" y="394805"/>
                  </a:lnTo>
                  <a:lnTo>
                    <a:pt x="662723" y="393867"/>
                  </a:lnTo>
                  <a:lnTo>
                    <a:pt x="665187" y="392913"/>
                  </a:lnTo>
                  <a:lnTo>
                    <a:pt x="667651" y="391935"/>
                  </a:lnTo>
                  <a:lnTo>
                    <a:pt x="670114" y="390933"/>
                  </a:lnTo>
                  <a:lnTo>
                    <a:pt x="672578" y="389916"/>
                  </a:lnTo>
                  <a:lnTo>
                    <a:pt x="675042" y="388878"/>
                  </a:lnTo>
                  <a:lnTo>
                    <a:pt x="677505" y="387820"/>
                  </a:lnTo>
                  <a:lnTo>
                    <a:pt x="679969" y="386748"/>
                  </a:lnTo>
                  <a:lnTo>
                    <a:pt x="682433" y="385659"/>
                  </a:lnTo>
                  <a:lnTo>
                    <a:pt x="684896" y="384552"/>
                  </a:lnTo>
                  <a:lnTo>
                    <a:pt x="687360" y="383434"/>
                  </a:lnTo>
                  <a:lnTo>
                    <a:pt x="689824" y="382302"/>
                  </a:lnTo>
                  <a:lnTo>
                    <a:pt x="692287" y="381155"/>
                  </a:lnTo>
                  <a:lnTo>
                    <a:pt x="694751" y="379999"/>
                  </a:lnTo>
                  <a:lnTo>
                    <a:pt x="697215" y="378833"/>
                  </a:lnTo>
                  <a:lnTo>
                    <a:pt x="699678" y="377655"/>
                  </a:lnTo>
                  <a:lnTo>
                    <a:pt x="702142" y="376471"/>
                  </a:lnTo>
                  <a:lnTo>
                    <a:pt x="704606" y="375278"/>
                  </a:lnTo>
                  <a:lnTo>
                    <a:pt x="707069" y="374078"/>
                  </a:lnTo>
                  <a:lnTo>
                    <a:pt x="709533" y="372874"/>
                  </a:lnTo>
                  <a:lnTo>
                    <a:pt x="711997" y="371664"/>
                  </a:lnTo>
                  <a:lnTo>
                    <a:pt x="714460" y="370450"/>
                  </a:lnTo>
                  <a:lnTo>
                    <a:pt x="716924" y="369234"/>
                  </a:lnTo>
                  <a:lnTo>
                    <a:pt x="719388" y="368015"/>
                  </a:lnTo>
                  <a:lnTo>
                    <a:pt x="721851" y="366794"/>
                  </a:lnTo>
                  <a:lnTo>
                    <a:pt x="724315" y="365573"/>
                  </a:lnTo>
                  <a:lnTo>
                    <a:pt x="726778" y="364352"/>
                  </a:lnTo>
                  <a:lnTo>
                    <a:pt x="729242" y="363131"/>
                  </a:lnTo>
                  <a:lnTo>
                    <a:pt x="731706" y="361911"/>
                  </a:lnTo>
                  <a:lnTo>
                    <a:pt x="734169" y="360692"/>
                  </a:lnTo>
                  <a:lnTo>
                    <a:pt x="736633" y="359475"/>
                  </a:lnTo>
                  <a:lnTo>
                    <a:pt x="739097" y="358261"/>
                  </a:lnTo>
                  <a:lnTo>
                    <a:pt x="741560" y="357049"/>
                  </a:lnTo>
                  <a:lnTo>
                    <a:pt x="744024" y="355840"/>
                  </a:lnTo>
                  <a:lnTo>
                    <a:pt x="746488" y="354634"/>
                  </a:lnTo>
                  <a:lnTo>
                    <a:pt x="748951" y="353431"/>
                  </a:lnTo>
                  <a:lnTo>
                    <a:pt x="751415" y="352231"/>
                  </a:lnTo>
                  <a:lnTo>
                    <a:pt x="753879" y="351033"/>
                  </a:lnTo>
                  <a:lnTo>
                    <a:pt x="756342" y="349838"/>
                  </a:lnTo>
                  <a:lnTo>
                    <a:pt x="758806" y="348647"/>
                  </a:lnTo>
                  <a:lnTo>
                    <a:pt x="761270" y="347456"/>
                  </a:lnTo>
                  <a:lnTo>
                    <a:pt x="763733" y="346267"/>
                  </a:lnTo>
                  <a:lnTo>
                    <a:pt x="766197" y="345080"/>
                  </a:lnTo>
                  <a:lnTo>
                    <a:pt x="768661" y="343893"/>
                  </a:lnTo>
                  <a:lnTo>
                    <a:pt x="771124" y="342705"/>
                  </a:lnTo>
                  <a:lnTo>
                    <a:pt x="773588" y="341516"/>
                  </a:lnTo>
                  <a:lnTo>
                    <a:pt x="776052" y="340325"/>
                  </a:lnTo>
                  <a:lnTo>
                    <a:pt x="778515" y="339132"/>
                  </a:lnTo>
                  <a:lnTo>
                    <a:pt x="780979" y="337934"/>
                  </a:lnTo>
                  <a:lnTo>
                    <a:pt x="783443" y="336731"/>
                  </a:lnTo>
                  <a:lnTo>
                    <a:pt x="785906" y="335522"/>
                  </a:lnTo>
                  <a:lnTo>
                    <a:pt x="788370" y="334304"/>
                  </a:lnTo>
                  <a:lnTo>
                    <a:pt x="790834" y="333078"/>
                  </a:lnTo>
                  <a:lnTo>
                    <a:pt x="793297" y="331843"/>
                  </a:lnTo>
                  <a:lnTo>
                    <a:pt x="795761" y="330592"/>
                  </a:lnTo>
                  <a:lnTo>
                    <a:pt x="798225" y="329331"/>
                  </a:lnTo>
                  <a:lnTo>
                    <a:pt x="800688" y="328055"/>
                  </a:lnTo>
                  <a:lnTo>
                    <a:pt x="803152" y="326758"/>
                  </a:lnTo>
                  <a:lnTo>
                    <a:pt x="805616" y="325446"/>
                  </a:lnTo>
                  <a:lnTo>
                    <a:pt x="808079" y="324116"/>
                  </a:lnTo>
                  <a:lnTo>
                    <a:pt x="810543" y="322757"/>
                  </a:lnTo>
                  <a:lnTo>
                    <a:pt x="813006" y="321379"/>
                  </a:lnTo>
                  <a:lnTo>
                    <a:pt x="815470" y="319978"/>
                  </a:lnTo>
                  <a:lnTo>
                    <a:pt x="817934" y="318541"/>
                  </a:lnTo>
                  <a:lnTo>
                    <a:pt x="820397" y="317082"/>
                  </a:lnTo>
                  <a:lnTo>
                    <a:pt x="822861" y="315594"/>
                  </a:lnTo>
                  <a:lnTo>
                    <a:pt x="825325" y="314063"/>
                  </a:lnTo>
                  <a:lnTo>
                    <a:pt x="827788" y="312505"/>
                  </a:lnTo>
                  <a:lnTo>
                    <a:pt x="830252" y="310915"/>
                  </a:lnTo>
                  <a:lnTo>
                    <a:pt x="832716" y="309273"/>
                  </a:lnTo>
                  <a:lnTo>
                    <a:pt x="835179" y="307602"/>
                  </a:lnTo>
                  <a:lnTo>
                    <a:pt x="837643" y="305893"/>
                  </a:lnTo>
                  <a:lnTo>
                    <a:pt x="840107" y="304126"/>
                  </a:lnTo>
                  <a:lnTo>
                    <a:pt x="842570" y="302326"/>
                  </a:lnTo>
                  <a:lnTo>
                    <a:pt x="845034" y="300484"/>
                  </a:lnTo>
                  <a:lnTo>
                    <a:pt x="847498" y="298580"/>
                  </a:lnTo>
                  <a:lnTo>
                    <a:pt x="849961" y="296638"/>
                  </a:lnTo>
                  <a:lnTo>
                    <a:pt x="852425" y="294652"/>
                  </a:lnTo>
                  <a:lnTo>
                    <a:pt x="854889" y="292598"/>
                  </a:lnTo>
                  <a:lnTo>
                    <a:pt x="857352" y="290505"/>
                  </a:lnTo>
                  <a:lnTo>
                    <a:pt x="859816" y="288365"/>
                  </a:lnTo>
                  <a:lnTo>
                    <a:pt x="862280" y="286153"/>
                  </a:lnTo>
                  <a:lnTo>
                    <a:pt x="864743" y="283901"/>
                  </a:lnTo>
                  <a:lnTo>
                    <a:pt x="867207" y="281600"/>
                  </a:lnTo>
                  <a:lnTo>
                    <a:pt x="869671" y="279226"/>
                  </a:lnTo>
                  <a:lnTo>
                    <a:pt x="872134" y="276810"/>
                  </a:lnTo>
                  <a:lnTo>
                    <a:pt x="874598" y="274346"/>
                  </a:lnTo>
                  <a:lnTo>
                    <a:pt x="877062" y="271808"/>
                  </a:lnTo>
                  <a:lnTo>
                    <a:pt x="879525" y="269229"/>
                  </a:lnTo>
                  <a:lnTo>
                    <a:pt x="881989" y="266603"/>
                  </a:lnTo>
                  <a:lnTo>
                    <a:pt x="884453" y="263904"/>
                  </a:lnTo>
                  <a:lnTo>
                    <a:pt x="886916" y="261166"/>
                  </a:lnTo>
                  <a:lnTo>
                    <a:pt x="889380" y="258383"/>
                  </a:lnTo>
                  <a:lnTo>
                    <a:pt x="891844" y="255530"/>
                  </a:lnTo>
                  <a:lnTo>
                    <a:pt x="894307" y="252641"/>
                  </a:lnTo>
                  <a:lnTo>
                    <a:pt x="896771" y="249709"/>
                  </a:lnTo>
                  <a:lnTo>
                    <a:pt x="899235" y="246714"/>
                  </a:lnTo>
                  <a:lnTo>
                    <a:pt x="901698" y="243686"/>
                  </a:lnTo>
                  <a:lnTo>
                    <a:pt x="904162" y="240621"/>
                  </a:lnTo>
                  <a:lnTo>
                    <a:pt x="906625" y="237499"/>
                  </a:lnTo>
                  <a:lnTo>
                    <a:pt x="909089" y="234349"/>
                  </a:lnTo>
                  <a:lnTo>
                    <a:pt x="911553" y="231167"/>
                  </a:lnTo>
                  <a:lnTo>
                    <a:pt x="914016" y="227937"/>
                  </a:lnTo>
                  <a:lnTo>
                    <a:pt x="916480" y="224685"/>
                  </a:lnTo>
                  <a:lnTo>
                    <a:pt x="918944" y="221408"/>
                  </a:lnTo>
                  <a:lnTo>
                    <a:pt x="921407" y="218094"/>
                  </a:lnTo>
                  <a:lnTo>
                    <a:pt x="923871" y="214763"/>
                  </a:lnTo>
                  <a:lnTo>
                    <a:pt x="926335" y="211415"/>
                  </a:lnTo>
                  <a:lnTo>
                    <a:pt x="928798" y="208042"/>
                  </a:lnTo>
                  <a:lnTo>
                    <a:pt x="931262" y="204659"/>
                  </a:lnTo>
                  <a:lnTo>
                    <a:pt x="933726" y="201266"/>
                  </a:lnTo>
                  <a:lnTo>
                    <a:pt x="936189" y="197861"/>
                  </a:lnTo>
                  <a:lnTo>
                    <a:pt x="938653" y="194454"/>
                  </a:lnTo>
                  <a:lnTo>
                    <a:pt x="941117" y="191045"/>
                  </a:lnTo>
                  <a:lnTo>
                    <a:pt x="943580" y="187638"/>
                  </a:lnTo>
                  <a:lnTo>
                    <a:pt x="946044" y="184236"/>
                  </a:lnTo>
                  <a:lnTo>
                    <a:pt x="948508" y="180839"/>
                  </a:lnTo>
                  <a:lnTo>
                    <a:pt x="950971" y="177458"/>
                  </a:lnTo>
                  <a:lnTo>
                    <a:pt x="953435" y="174090"/>
                  </a:lnTo>
                  <a:lnTo>
                    <a:pt x="955899" y="170734"/>
                  </a:lnTo>
                  <a:lnTo>
                    <a:pt x="958362" y="167408"/>
                  </a:lnTo>
                  <a:lnTo>
                    <a:pt x="960826" y="164101"/>
                  </a:lnTo>
                  <a:lnTo>
                    <a:pt x="963290" y="160813"/>
                  </a:lnTo>
                  <a:lnTo>
                    <a:pt x="965753" y="157568"/>
                  </a:lnTo>
                  <a:lnTo>
                    <a:pt x="968217" y="154348"/>
                  </a:lnTo>
                  <a:lnTo>
                    <a:pt x="970681" y="151153"/>
                  </a:lnTo>
                  <a:lnTo>
                    <a:pt x="973144" y="148012"/>
                  </a:lnTo>
                  <a:lnTo>
                    <a:pt x="975608" y="144901"/>
                  </a:lnTo>
                  <a:lnTo>
                    <a:pt x="978072" y="141821"/>
                  </a:lnTo>
                  <a:lnTo>
                    <a:pt x="980535" y="138803"/>
                  </a:lnTo>
                  <a:lnTo>
                    <a:pt x="982999" y="135819"/>
                  </a:lnTo>
                  <a:lnTo>
                    <a:pt x="985463" y="132870"/>
                  </a:lnTo>
                  <a:lnTo>
                    <a:pt x="987926" y="129991"/>
                  </a:lnTo>
                  <a:lnTo>
                    <a:pt x="990390" y="127147"/>
                  </a:lnTo>
                  <a:lnTo>
                    <a:pt x="992853" y="124341"/>
                  </a:lnTo>
                  <a:lnTo>
                    <a:pt x="995317" y="121609"/>
                  </a:lnTo>
                  <a:lnTo>
                    <a:pt x="997781" y="118914"/>
                  </a:lnTo>
                  <a:lnTo>
                    <a:pt x="1000244" y="116257"/>
                  </a:lnTo>
                  <a:lnTo>
                    <a:pt x="1002708" y="113674"/>
                  </a:lnTo>
                  <a:lnTo>
                    <a:pt x="1005172" y="111130"/>
                  </a:lnTo>
                  <a:lnTo>
                    <a:pt x="1007635" y="108622"/>
                  </a:lnTo>
                  <a:lnTo>
                    <a:pt x="1010099" y="106188"/>
                  </a:lnTo>
                  <a:lnTo>
                    <a:pt x="1012563" y="103789"/>
                  </a:lnTo>
                  <a:lnTo>
                    <a:pt x="1015026" y="101426"/>
                  </a:lnTo>
                  <a:lnTo>
                    <a:pt x="1017490" y="99131"/>
                  </a:lnTo>
                  <a:lnTo>
                    <a:pt x="1019954" y="96869"/>
                  </a:lnTo>
                  <a:lnTo>
                    <a:pt x="1022417" y="94639"/>
                  </a:lnTo>
                  <a:lnTo>
                    <a:pt x="1024881" y="92470"/>
                  </a:lnTo>
                  <a:lnTo>
                    <a:pt x="1027345" y="90329"/>
                  </a:lnTo>
                  <a:lnTo>
                    <a:pt x="1029808" y="88217"/>
                  </a:lnTo>
                  <a:lnTo>
                    <a:pt x="1032272" y="86155"/>
                  </a:lnTo>
                  <a:lnTo>
                    <a:pt x="1034736" y="84118"/>
                  </a:lnTo>
                  <a:lnTo>
                    <a:pt x="1037199" y="82103"/>
                  </a:lnTo>
                  <a:lnTo>
                    <a:pt x="1039663" y="80128"/>
                  </a:lnTo>
                  <a:lnTo>
                    <a:pt x="1042127" y="78171"/>
                  </a:lnTo>
                  <a:lnTo>
                    <a:pt x="1044590" y="76232"/>
                  </a:lnTo>
                  <a:lnTo>
                    <a:pt x="1047054" y="74321"/>
                  </a:lnTo>
                  <a:lnTo>
                    <a:pt x="1049518" y="72422"/>
                  </a:lnTo>
                  <a:lnTo>
                    <a:pt x="1051981" y="70535"/>
                  </a:lnTo>
                  <a:lnTo>
                    <a:pt x="1054445" y="68664"/>
                  </a:lnTo>
                  <a:lnTo>
                    <a:pt x="1056909" y="66801"/>
                  </a:lnTo>
                  <a:lnTo>
                    <a:pt x="1059372" y="64942"/>
                  </a:lnTo>
                  <a:lnTo>
                    <a:pt x="1061836" y="63091"/>
                  </a:lnTo>
                  <a:lnTo>
                    <a:pt x="1064300" y="61241"/>
                  </a:lnTo>
                  <a:lnTo>
                    <a:pt x="1066763" y="59393"/>
                  </a:lnTo>
                  <a:lnTo>
                    <a:pt x="1069227" y="57543"/>
                  </a:lnTo>
                  <a:lnTo>
                    <a:pt x="1071691" y="55690"/>
                  </a:lnTo>
                  <a:lnTo>
                    <a:pt x="1074154" y="53835"/>
                  </a:lnTo>
                  <a:lnTo>
                    <a:pt x="1076618" y="51973"/>
                  </a:lnTo>
                  <a:lnTo>
                    <a:pt x="1079082" y="50106"/>
                  </a:lnTo>
                  <a:lnTo>
                    <a:pt x="1081545" y="48235"/>
                  </a:lnTo>
                  <a:lnTo>
                    <a:pt x="1084009" y="46355"/>
                  </a:lnTo>
                  <a:lnTo>
                    <a:pt x="1086472" y="44471"/>
                  </a:lnTo>
                  <a:lnTo>
                    <a:pt x="1088936" y="42582"/>
                  </a:lnTo>
                  <a:lnTo>
                    <a:pt x="1091400" y="40687"/>
                  </a:lnTo>
                  <a:lnTo>
                    <a:pt x="1093863" y="38789"/>
                  </a:lnTo>
                  <a:lnTo>
                    <a:pt x="1096327" y="36889"/>
                  </a:lnTo>
                  <a:lnTo>
                    <a:pt x="1098791" y="34989"/>
                  </a:lnTo>
                  <a:lnTo>
                    <a:pt x="1101254" y="33093"/>
                  </a:lnTo>
                  <a:lnTo>
                    <a:pt x="1103718" y="31199"/>
                  </a:lnTo>
                  <a:lnTo>
                    <a:pt x="1106182" y="29316"/>
                  </a:lnTo>
                  <a:lnTo>
                    <a:pt x="1108645" y="27445"/>
                  </a:lnTo>
                  <a:lnTo>
                    <a:pt x="1111109" y="25584"/>
                  </a:lnTo>
                  <a:lnTo>
                    <a:pt x="1113573" y="23750"/>
                  </a:lnTo>
                  <a:lnTo>
                    <a:pt x="1116036" y="21938"/>
                  </a:lnTo>
                  <a:lnTo>
                    <a:pt x="1118500" y="20147"/>
                  </a:lnTo>
                  <a:lnTo>
                    <a:pt x="1120964" y="18402"/>
                  </a:lnTo>
                  <a:lnTo>
                    <a:pt x="1123427" y="16693"/>
                  </a:lnTo>
                  <a:lnTo>
                    <a:pt x="1125891" y="15017"/>
                  </a:lnTo>
                  <a:lnTo>
                    <a:pt x="1128355" y="13412"/>
                  </a:lnTo>
                  <a:lnTo>
                    <a:pt x="1130818" y="11859"/>
                  </a:lnTo>
                  <a:lnTo>
                    <a:pt x="1133282" y="10352"/>
                  </a:lnTo>
                  <a:lnTo>
                    <a:pt x="1135746" y="8942"/>
                  </a:lnTo>
                  <a:lnTo>
                    <a:pt x="1138209" y="7603"/>
                  </a:lnTo>
                  <a:lnTo>
                    <a:pt x="1140673" y="6326"/>
                  </a:lnTo>
                  <a:lnTo>
                    <a:pt x="1143137" y="5174"/>
                  </a:lnTo>
                  <a:lnTo>
                    <a:pt x="1145600" y="4112"/>
                  </a:lnTo>
                  <a:lnTo>
                    <a:pt x="1148064" y="3128"/>
                  </a:lnTo>
                  <a:lnTo>
                    <a:pt x="1150528" y="2299"/>
                  </a:lnTo>
                  <a:lnTo>
                    <a:pt x="1152991" y="1579"/>
                  </a:lnTo>
                  <a:lnTo>
                    <a:pt x="1155455" y="955"/>
                  </a:lnTo>
                  <a:lnTo>
                    <a:pt x="1157919" y="513"/>
                  </a:lnTo>
                  <a:lnTo>
                    <a:pt x="1160382" y="201"/>
                  </a:lnTo>
                  <a:lnTo>
                    <a:pt x="1162846" y="0"/>
                  </a:lnTo>
                  <a:lnTo>
                    <a:pt x="1165310" y="8"/>
                  </a:lnTo>
                  <a:lnTo>
                    <a:pt x="1167773" y="164"/>
                  </a:lnTo>
                  <a:lnTo>
                    <a:pt x="1170237" y="446"/>
                  </a:lnTo>
                  <a:lnTo>
                    <a:pt x="1172701" y="961"/>
                  </a:lnTo>
                  <a:lnTo>
                    <a:pt x="1175164" y="1642"/>
                  </a:lnTo>
                  <a:lnTo>
                    <a:pt x="1177628" y="2460"/>
                  </a:lnTo>
                  <a:lnTo>
                    <a:pt x="1180091" y="3531"/>
                  </a:lnTo>
                  <a:lnTo>
                    <a:pt x="1182555" y="4781"/>
                  </a:lnTo>
                  <a:lnTo>
                    <a:pt x="1185019" y="6179"/>
                  </a:lnTo>
                  <a:lnTo>
                    <a:pt x="1187482" y="7843"/>
                  </a:lnTo>
                  <a:lnTo>
                    <a:pt x="1189946" y="9698"/>
                  </a:lnTo>
                  <a:lnTo>
                    <a:pt x="1192410" y="11707"/>
                  </a:lnTo>
                  <a:lnTo>
                    <a:pt x="1194873" y="13992"/>
                  </a:lnTo>
                  <a:lnTo>
                    <a:pt x="1197337" y="16472"/>
                  </a:lnTo>
                  <a:lnTo>
                    <a:pt x="1199801" y="19110"/>
                  </a:lnTo>
                  <a:lnTo>
                    <a:pt x="1202264" y="22026"/>
                  </a:lnTo>
                  <a:lnTo>
                    <a:pt x="1204728" y="25139"/>
                  </a:lnTo>
                  <a:lnTo>
                    <a:pt x="1207192" y="28409"/>
                  </a:lnTo>
                  <a:lnTo>
                    <a:pt x="1209655" y="31952"/>
                  </a:lnTo>
                  <a:lnTo>
                    <a:pt x="1212119" y="35689"/>
                  </a:lnTo>
                  <a:lnTo>
                    <a:pt x="1214583" y="39579"/>
                  </a:lnTo>
                  <a:lnTo>
                    <a:pt x="1217046" y="43730"/>
                  </a:lnTo>
                  <a:lnTo>
                    <a:pt x="1219510" y="48067"/>
                  </a:lnTo>
                  <a:lnTo>
                    <a:pt x="1221974" y="52549"/>
                  </a:lnTo>
                  <a:lnTo>
                    <a:pt x="1224437" y="57273"/>
                  </a:lnTo>
                  <a:lnTo>
                    <a:pt x="1226901" y="62170"/>
                  </a:lnTo>
                  <a:lnTo>
                    <a:pt x="1229365" y="67201"/>
                  </a:lnTo>
                  <a:lnTo>
                    <a:pt x="1231828" y="72450"/>
                  </a:lnTo>
                  <a:lnTo>
                    <a:pt x="1234292" y="77855"/>
                  </a:lnTo>
                  <a:lnTo>
                    <a:pt x="1236756" y="83378"/>
                  </a:lnTo>
                  <a:lnTo>
                    <a:pt x="1239219" y="89091"/>
                  </a:lnTo>
                  <a:lnTo>
                    <a:pt x="1241683" y="94937"/>
                  </a:lnTo>
                  <a:lnTo>
                    <a:pt x="1244147" y="100884"/>
                  </a:lnTo>
                  <a:lnTo>
                    <a:pt x="1246610" y="106989"/>
                  </a:lnTo>
                  <a:lnTo>
                    <a:pt x="1249074" y="113202"/>
                  </a:lnTo>
                  <a:lnTo>
                    <a:pt x="1251538" y="119495"/>
                  </a:lnTo>
                  <a:lnTo>
                    <a:pt x="1254001" y="125911"/>
                  </a:lnTo>
                  <a:lnTo>
                    <a:pt x="1256465" y="132408"/>
                  </a:lnTo>
                  <a:lnTo>
                    <a:pt x="1258929" y="138964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846670" y="6213302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90961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1224349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1539081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1853813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216854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tx310"/>
            <p:cNvSpPr/>
            <p:nvPr/>
          </p:nvSpPr>
          <p:spPr>
            <a:xfrm>
              <a:off x="831936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1146668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1461400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1776132" y="627560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314" name="tx314"/>
            <p:cNvSpPr/>
            <p:nvPr/>
          </p:nvSpPr>
          <p:spPr>
            <a:xfrm>
              <a:off x="2059787" y="627424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1496414" y="642502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316" name="rc316"/>
            <p:cNvSpPr/>
            <p:nvPr/>
          </p:nvSpPr>
          <p:spPr>
            <a:xfrm>
              <a:off x="2301081" y="4609135"/>
              <a:ext cx="1524000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2370670" y="490641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2433616" y="5468988"/>
              <a:ext cx="1258929" cy="684909"/>
            </a:xfrm>
            <a:custGeom>
              <a:avLst/>
              <a:pathLst>
                <a:path w="1258929" h="684909">
                  <a:moveTo>
                    <a:pt x="0" y="684909"/>
                  </a:moveTo>
                  <a:lnTo>
                    <a:pt x="2463" y="684909"/>
                  </a:lnTo>
                  <a:lnTo>
                    <a:pt x="4927" y="684909"/>
                  </a:lnTo>
                  <a:lnTo>
                    <a:pt x="7390" y="684909"/>
                  </a:lnTo>
                  <a:lnTo>
                    <a:pt x="9854" y="684909"/>
                  </a:lnTo>
                  <a:lnTo>
                    <a:pt x="12318" y="684908"/>
                  </a:lnTo>
                  <a:lnTo>
                    <a:pt x="14781" y="684908"/>
                  </a:lnTo>
                  <a:lnTo>
                    <a:pt x="17245" y="684908"/>
                  </a:lnTo>
                  <a:lnTo>
                    <a:pt x="19709" y="684907"/>
                  </a:lnTo>
                  <a:lnTo>
                    <a:pt x="22172" y="684906"/>
                  </a:lnTo>
                  <a:lnTo>
                    <a:pt x="24636" y="684904"/>
                  </a:lnTo>
                  <a:lnTo>
                    <a:pt x="27100" y="684902"/>
                  </a:lnTo>
                  <a:lnTo>
                    <a:pt x="29563" y="684897"/>
                  </a:lnTo>
                  <a:lnTo>
                    <a:pt x="32027" y="684890"/>
                  </a:lnTo>
                  <a:lnTo>
                    <a:pt x="34491" y="684879"/>
                  </a:lnTo>
                  <a:lnTo>
                    <a:pt x="36954" y="684862"/>
                  </a:lnTo>
                  <a:lnTo>
                    <a:pt x="39418" y="684836"/>
                  </a:lnTo>
                  <a:lnTo>
                    <a:pt x="41882" y="684798"/>
                  </a:lnTo>
                  <a:lnTo>
                    <a:pt x="44345" y="684743"/>
                  </a:lnTo>
                  <a:lnTo>
                    <a:pt x="46809" y="684661"/>
                  </a:lnTo>
                  <a:lnTo>
                    <a:pt x="49273" y="684538"/>
                  </a:lnTo>
                  <a:lnTo>
                    <a:pt x="51736" y="684362"/>
                  </a:lnTo>
                  <a:lnTo>
                    <a:pt x="54200" y="684114"/>
                  </a:lnTo>
                  <a:lnTo>
                    <a:pt x="56664" y="683769"/>
                  </a:lnTo>
                  <a:lnTo>
                    <a:pt x="59127" y="683295"/>
                  </a:lnTo>
                  <a:lnTo>
                    <a:pt x="61591" y="682654"/>
                  </a:lnTo>
                  <a:lnTo>
                    <a:pt x="64055" y="681798"/>
                  </a:lnTo>
                  <a:lnTo>
                    <a:pt x="66518" y="680642"/>
                  </a:lnTo>
                  <a:lnTo>
                    <a:pt x="68982" y="679081"/>
                  </a:lnTo>
                  <a:lnTo>
                    <a:pt x="71446" y="677047"/>
                  </a:lnTo>
                  <a:lnTo>
                    <a:pt x="73909" y="674435"/>
                  </a:lnTo>
                  <a:lnTo>
                    <a:pt x="76373" y="671120"/>
                  </a:lnTo>
                  <a:lnTo>
                    <a:pt x="78837" y="666966"/>
                  </a:lnTo>
                  <a:lnTo>
                    <a:pt x="81300" y="661821"/>
                  </a:lnTo>
                  <a:lnTo>
                    <a:pt x="83764" y="655521"/>
                  </a:lnTo>
                  <a:lnTo>
                    <a:pt x="86228" y="647756"/>
                  </a:lnTo>
                  <a:lnTo>
                    <a:pt x="88691" y="638293"/>
                  </a:lnTo>
                  <a:lnTo>
                    <a:pt x="91155" y="627061"/>
                  </a:lnTo>
                  <a:lnTo>
                    <a:pt x="93618" y="613885"/>
                  </a:lnTo>
                  <a:lnTo>
                    <a:pt x="96082" y="598606"/>
                  </a:lnTo>
                  <a:lnTo>
                    <a:pt x="98546" y="581086"/>
                  </a:lnTo>
                  <a:lnTo>
                    <a:pt x="101009" y="561215"/>
                  </a:lnTo>
                  <a:lnTo>
                    <a:pt x="103473" y="538920"/>
                  </a:lnTo>
                  <a:lnTo>
                    <a:pt x="105937" y="513918"/>
                  </a:lnTo>
                  <a:lnTo>
                    <a:pt x="108400" y="486367"/>
                  </a:lnTo>
                  <a:lnTo>
                    <a:pt x="110864" y="456553"/>
                  </a:lnTo>
                  <a:lnTo>
                    <a:pt x="113328" y="424670"/>
                  </a:lnTo>
                  <a:lnTo>
                    <a:pt x="115791" y="390980"/>
                  </a:lnTo>
                  <a:lnTo>
                    <a:pt x="118255" y="355810"/>
                  </a:lnTo>
                  <a:lnTo>
                    <a:pt x="120719" y="319554"/>
                  </a:lnTo>
                  <a:lnTo>
                    <a:pt x="123182" y="282664"/>
                  </a:lnTo>
                  <a:lnTo>
                    <a:pt x="125646" y="245724"/>
                  </a:lnTo>
                  <a:lnTo>
                    <a:pt x="128110" y="209443"/>
                  </a:lnTo>
                  <a:lnTo>
                    <a:pt x="130573" y="174409"/>
                  </a:lnTo>
                  <a:lnTo>
                    <a:pt x="133037" y="141206"/>
                  </a:lnTo>
                  <a:lnTo>
                    <a:pt x="135501" y="110398"/>
                  </a:lnTo>
                  <a:lnTo>
                    <a:pt x="137964" y="82514"/>
                  </a:lnTo>
                  <a:lnTo>
                    <a:pt x="140428" y="58029"/>
                  </a:lnTo>
                  <a:lnTo>
                    <a:pt x="142892" y="37347"/>
                  </a:lnTo>
                  <a:lnTo>
                    <a:pt x="145355" y="21401"/>
                  </a:lnTo>
                  <a:lnTo>
                    <a:pt x="147819" y="9931"/>
                  </a:lnTo>
                  <a:lnTo>
                    <a:pt x="150283" y="2831"/>
                  </a:lnTo>
                  <a:lnTo>
                    <a:pt x="152746" y="0"/>
                  </a:lnTo>
                  <a:lnTo>
                    <a:pt x="155210" y="1218"/>
                  </a:lnTo>
                  <a:lnTo>
                    <a:pt x="157674" y="6160"/>
                  </a:lnTo>
                  <a:lnTo>
                    <a:pt x="160137" y="14405"/>
                  </a:lnTo>
                  <a:lnTo>
                    <a:pt x="162601" y="25449"/>
                  </a:lnTo>
                  <a:lnTo>
                    <a:pt x="165065" y="38942"/>
                  </a:lnTo>
                  <a:lnTo>
                    <a:pt x="167528" y="53828"/>
                  </a:lnTo>
                  <a:lnTo>
                    <a:pt x="169992" y="69482"/>
                  </a:lnTo>
                  <a:lnTo>
                    <a:pt x="172456" y="85333"/>
                  </a:lnTo>
                  <a:lnTo>
                    <a:pt x="174919" y="100867"/>
                  </a:lnTo>
                  <a:lnTo>
                    <a:pt x="177383" y="115645"/>
                  </a:lnTo>
                  <a:lnTo>
                    <a:pt x="179847" y="129313"/>
                  </a:lnTo>
                  <a:lnTo>
                    <a:pt x="182310" y="141608"/>
                  </a:lnTo>
                  <a:lnTo>
                    <a:pt x="184774" y="152157"/>
                  </a:lnTo>
                  <a:lnTo>
                    <a:pt x="187237" y="161222"/>
                  </a:lnTo>
                  <a:lnTo>
                    <a:pt x="189701" y="168939"/>
                  </a:lnTo>
                  <a:lnTo>
                    <a:pt x="192165" y="175522"/>
                  </a:lnTo>
                  <a:lnTo>
                    <a:pt x="194628" y="181251"/>
                  </a:lnTo>
                  <a:lnTo>
                    <a:pt x="197092" y="186453"/>
                  </a:lnTo>
                  <a:lnTo>
                    <a:pt x="199556" y="191482"/>
                  </a:lnTo>
                  <a:lnTo>
                    <a:pt x="202019" y="196720"/>
                  </a:lnTo>
                  <a:lnTo>
                    <a:pt x="204483" y="202669"/>
                  </a:lnTo>
                  <a:lnTo>
                    <a:pt x="206947" y="209596"/>
                  </a:lnTo>
                  <a:lnTo>
                    <a:pt x="209410" y="217747"/>
                  </a:lnTo>
                  <a:lnTo>
                    <a:pt x="211874" y="227307"/>
                  </a:lnTo>
                  <a:lnTo>
                    <a:pt x="214338" y="238401"/>
                  </a:lnTo>
                  <a:lnTo>
                    <a:pt x="216801" y="251090"/>
                  </a:lnTo>
                  <a:lnTo>
                    <a:pt x="219265" y="265375"/>
                  </a:lnTo>
                  <a:lnTo>
                    <a:pt x="221729" y="281260"/>
                  </a:lnTo>
                  <a:lnTo>
                    <a:pt x="224192" y="298710"/>
                  </a:lnTo>
                  <a:lnTo>
                    <a:pt x="226656" y="317358"/>
                  </a:lnTo>
                  <a:lnTo>
                    <a:pt x="229120" y="337004"/>
                  </a:lnTo>
                  <a:lnTo>
                    <a:pt x="231583" y="357435"/>
                  </a:lnTo>
                  <a:lnTo>
                    <a:pt x="234047" y="378428"/>
                  </a:lnTo>
                  <a:lnTo>
                    <a:pt x="236511" y="399756"/>
                  </a:lnTo>
                  <a:lnTo>
                    <a:pt x="238974" y="421196"/>
                  </a:lnTo>
                  <a:lnTo>
                    <a:pt x="241438" y="442511"/>
                  </a:lnTo>
                  <a:lnTo>
                    <a:pt x="243902" y="463432"/>
                  </a:lnTo>
                  <a:lnTo>
                    <a:pt x="246365" y="483796"/>
                  </a:lnTo>
                  <a:lnTo>
                    <a:pt x="248829" y="503449"/>
                  </a:lnTo>
                  <a:lnTo>
                    <a:pt x="251293" y="522252"/>
                  </a:lnTo>
                  <a:lnTo>
                    <a:pt x="253756" y="540089"/>
                  </a:lnTo>
                  <a:lnTo>
                    <a:pt x="256220" y="556865"/>
                  </a:lnTo>
                  <a:lnTo>
                    <a:pt x="258684" y="572503"/>
                  </a:lnTo>
                  <a:lnTo>
                    <a:pt x="261147" y="586850"/>
                  </a:lnTo>
                  <a:lnTo>
                    <a:pt x="263611" y="599857"/>
                  </a:lnTo>
                  <a:lnTo>
                    <a:pt x="266075" y="611629"/>
                  </a:lnTo>
                  <a:lnTo>
                    <a:pt x="268538" y="622181"/>
                  </a:lnTo>
                  <a:lnTo>
                    <a:pt x="271002" y="631541"/>
                  </a:lnTo>
                  <a:lnTo>
                    <a:pt x="273465" y="639752"/>
                  </a:lnTo>
                  <a:lnTo>
                    <a:pt x="275929" y="646869"/>
                  </a:lnTo>
                  <a:lnTo>
                    <a:pt x="278393" y="652954"/>
                  </a:lnTo>
                  <a:lnTo>
                    <a:pt x="280856" y="657991"/>
                  </a:lnTo>
                  <a:lnTo>
                    <a:pt x="283320" y="662099"/>
                  </a:lnTo>
                  <a:lnTo>
                    <a:pt x="285784" y="665419"/>
                  </a:lnTo>
                  <a:lnTo>
                    <a:pt x="288247" y="668020"/>
                  </a:lnTo>
                  <a:lnTo>
                    <a:pt x="290711" y="669966"/>
                  </a:lnTo>
                  <a:lnTo>
                    <a:pt x="293175" y="671315"/>
                  </a:lnTo>
                  <a:lnTo>
                    <a:pt x="295638" y="672115"/>
                  </a:lnTo>
                  <a:lnTo>
                    <a:pt x="298102" y="672410"/>
                  </a:lnTo>
                  <a:lnTo>
                    <a:pt x="300566" y="672178"/>
                  </a:lnTo>
                  <a:lnTo>
                    <a:pt x="303029" y="671476"/>
                  </a:lnTo>
                  <a:lnTo>
                    <a:pt x="305493" y="670336"/>
                  </a:lnTo>
                  <a:lnTo>
                    <a:pt x="307957" y="668761"/>
                  </a:lnTo>
                  <a:lnTo>
                    <a:pt x="310420" y="666748"/>
                  </a:lnTo>
                  <a:lnTo>
                    <a:pt x="312884" y="664290"/>
                  </a:lnTo>
                  <a:lnTo>
                    <a:pt x="315348" y="661377"/>
                  </a:lnTo>
                  <a:lnTo>
                    <a:pt x="317811" y="658001"/>
                  </a:lnTo>
                  <a:lnTo>
                    <a:pt x="320275" y="654091"/>
                  </a:lnTo>
                  <a:lnTo>
                    <a:pt x="322739" y="649696"/>
                  </a:lnTo>
                  <a:lnTo>
                    <a:pt x="325202" y="644846"/>
                  </a:lnTo>
                  <a:lnTo>
                    <a:pt x="327666" y="639563"/>
                  </a:lnTo>
                  <a:lnTo>
                    <a:pt x="330130" y="633885"/>
                  </a:lnTo>
                  <a:lnTo>
                    <a:pt x="332593" y="627861"/>
                  </a:lnTo>
                  <a:lnTo>
                    <a:pt x="335057" y="621557"/>
                  </a:lnTo>
                  <a:lnTo>
                    <a:pt x="337521" y="615050"/>
                  </a:lnTo>
                  <a:lnTo>
                    <a:pt x="339984" y="608437"/>
                  </a:lnTo>
                  <a:lnTo>
                    <a:pt x="342448" y="601862"/>
                  </a:lnTo>
                  <a:lnTo>
                    <a:pt x="344912" y="595441"/>
                  </a:lnTo>
                  <a:lnTo>
                    <a:pt x="347375" y="589291"/>
                  </a:lnTo>
                  <a:lnTo>
                    <a:pt x="349839" y="583529"/>
                  </a:lnTo>
                  <a:lnTo>
                    <a:pt x="352303" y="578262"/>
                  </a:lnTo>
                  <a:lnTo>
                    <a:pt x="354766" y="573593"/>
                  </a:lnTo>
                  <a:lnTo>
                    <a:pt x="357230" y="569608"/>
                  </a:lnTo>
                  <a:lnTo>
                    <a:pt x="359694" y="566517"/>
                  </a:lnTo>
                  <a:lnTo>
                    <a:pt x="362157" y="564238"/>
                  </a:lnTo>
                  <a:lnTo>
                    <a:pt x="364621" y="562789"/>
                  </a:lnTo>
                  <a:lnTo>
                    <a:pt x="367084" y="562164"/>
                  </a:lnTo>
                  <a:lnTo>
                    <a:pt x="369548" y="562337"/>
                  </a:lnTo>
                  <a:lnTo>
                    <a:pt x="372012" y="563268"/>
                  </a:lnTo>
                  <a:lnTo>
                    <a:pt x="374475" y="564897"/>
                  </a:lnTo>
                  <a:lnTo>
                    <a:pt x="376939" y="567167"/>
                  </a:lnTo>
                  <a:lnTo>
                    <a:pt x="379403" y="570047"/>
                  </a:lnTo>
                  <a:lnTo>
                    <a:pt x="381866" y="573355"/>
                  </a:lnTo>
                  <a:lnTo>
                    <a:pt x="384330" y="577006"/>
                  </a:lnTo>
                  <a:lnTo>
                    <a:pt x="386794" y="580913"/>
                  </a:lnTo>
                  <a:lnTo>
                    <a:pt x="389257" y="584999"/>
                  </a:lnTo>
                  <a:lnTo>
                    <a:pt x="391721" y="589187"/>
                  </a:lnTo>
                  <a:lnTo>
                    <a:pt x="394185" y="593410"/>
                  </a:lnTo>
                  <a:lnTo>
                    <a:pt x="396648" y="597604"/>
                  </a:lnTo>
                  <a:lnTo>
                    <a:pt x="399112" y="601698"/>
                  </a:lnTo>
                  <a:lnTo>
                    <a:pt x="401576" y="605658"/>
                  </a:lnTo>
                  <a:lnTo>
                    <a:pt x="404039" y="609453"/>
                  </a:lnTo>
                  <a:lnTo>
                    <a:pt x="406503" y="613058"/>
                  </a:lnTo>
                  <a:lnTo>
                    <a:pt x="408967" y="616458"/>
                  </a:lnTo>
                  <a:lnTo>
                    <a:pt x="411430" y="619643"/>
                  </a:lnTo>
                  <a:lnTo>
                    <a:pt x="413894" y="622609"/>
                  </a:lnTo>
                  <a:lnTo>
                    <a:pt x="416358" y="625348"/>
                  </a:lnTo>
                  <a:lnTo>
                    <a:pt x="418821" y="627861"/>
                  </a:lnTo>
                  <a:lnTo>
                    <a:pt x="421285" y="630189"/>
                  </a:lnTo>
                  <a:lnTo>
                    <a:pt x="423749" y="632352"/>
                  </a:lnTo>
                  <a:lnTo>
                    <a:pt x="426212" y="634373"/>
                  </a:lnTo>
                  <a:lnTo>
                    <a:pt x="428676" y="636275"/>
                  </a:lnTo>
                  <a:lnTo>
                    <a:pt x="431140" y="638085"/>
                  </a:lnTo>
                  <a:lnTo>
                    <a:pt x="433603" y="639825"/>
                  </a:lnTo>
                  <a:lnTo>
                    <a:pt x="436067" y="641518"/>
                  </a:lnTo>
                  <a:lnTo>
                    <a:pt x="438531" y="643189"/>
                  </a:lnTo>
                  <a:lnTo>
                    <a:pt x="440994" y="644857"/>
                  </a:lnTo>
                  <a:lnTo>
                    <a:pt x="443458" y="646535"/>
                  </a:lnTo>
                  <a:lnTo>
                    <a:pt x="445922" y="648230"/>
                  </a:lnTo>
                  <a:lnTo>
                    <a:pt x="448385" y="649944"/>
                  </a:lnTo>
                  <a:lnTo>
                    <a:pt x="450849" y="651679"/>
                  </a:lnTo>
                  <a:lnTo>
                    <a:pt x="453312" y="653431"/>
                  </a:lnTo>
                  <a:lnTo>
                    <a:pt x="455776" y="655194"/>
                  </a:lnTo>
                  <a:lnTo>
                    <a:pt x="458240" y="656955"/>
                  </a:lnTo>
                  <a:lnTo>
                    <a:pt x="460703" y="658703"/>
                  </a:lnTo>
                  <a:lnTo>
                    <a:pt x="463167" y="660427"/>
                  </a:lnTo>
                  <a:lnTo>
                    <a:pt x="465631" y="662115"/>
                  </a:lnTo>
                  <a:lnTo>
                    <a:pt x="468094" y="663756"/>
                  </a:lnTo>
                  <a:lnTo>
                    <a:pt x="470558" y="665341"/>
                  </a:lnTo>
                  <a:lnTo>
                    <a:pt x="473022" y="666860"/>
                  </a:lnTo>
                  <a:lnTo>
                    <a:pt x="475485" y="668298"/>
                  </a:lnTo>
                  <a:lnTo>
                    <a:pt x="477949" y="669652"/>
                  </a:lnTo>
                  <a:lnTo>
                    <a:pt x="480413" y="670922"/>
                  </a:lnTo>
                  <a:lnTo>
                    <a:pt x="482876" y="672108"/>
                  </a:lnTo>
                  <a:lnTo>
                    <a:pt x="485340" y="673209"/>
                  </a:lnTo>
                  <a:lnTo>
                    <a:pt x="487804" y="674225"/>
                  </a:lnTo>
                  <a:lnTo>
                    <a:pt x="490267" y="675160"/>
                  </a:lnTo>
                  <a:lnTo>
                    <a:pt x="492731" y="676015"/>
                  </a:lnTo>
                  <a:lnTo>
                    <a:pt x="495195" y="676784"/>
                  </a:lnTo>
                  <a:lnTo>
                    <a:pt x="497658" y="677480"/>
                  </a:lnTo>
                  <a:lnTo>
                    <a:pt x="500122" y="678111"/>
                  </a:lnTo>
                  <a:lnTo>
                    <a:pt x="502586" y="678679"/>
                  </a:lnTo>
                  <a:lnTo>
                    <a:pt x="505049" y="679190"/>
                  </a:lnTo>
                  <a:lnTo>
                    <a:pt x="507513" y="679648"/>
                  </a:lnTo>
                  <a:lnTo>
                    <a:pt x="509977" y="680056"/>
                  </a:lnTo>
                  <a:lnTo>
                    <a:pt x="512440" y="680418"/>
                  </a:lnTo>
                  <a:lnTo>
                    <a:pt x="514904" y="680730"/>
                  </a:lnTo>
                  <a:lnTo>
                    <a:pt x="517368" y="681003"/>
                  </a:lnTo>
                  <a:lnTo>
                    <a:pt x="519831" y="681237"/>
                  </a:lnTo>
                  <a:lnTo>
                    <a:pt x="522295" y="681437"/>
                  </a:lnTo>
                  <a:lnTo>
                    <a:pt x="524759" y="681602"/>
                  </a:lnTo>
                  <a:lnTo>
                    <a:pt x="527222" y="681735"/>
                  </a:lnTo>
                  <a:lnTo>
                    <a:pt x="529686" y="681837"/>
                  </a:lnTo>
                  <a:lnTo>
                    <a:pt x="532150" y="681911"/>
                  </a:lnTo>
                  <a:lnTo>
                    <a:pt x="534613" y="681953"/>
                  </a:lnTo>
                  <a:lnTo>
                    <a:pt x="537077" y="681970"/>
                  </a:lnTo>
                  <a:lnTo>
                    <a:pt x="539541" y="681965"/>
                  </a:lnTo>
                  <a:lnTo>
                    <a:pt x="542004" y="681940"/>
                  </a:lnTo>
                  <a:lnTo>
                    <a:pt x="544468" y="681899"/>
                  </a:lnTo>
                  <a:lnTo>
                    <a:pt x="546931" y="681845"/>
                  </a:lnTo>
                  <a:lnTo>
                    <a:pt x="549395" y="681779"/>
                  </a:lnTo>
                  <a:lnTo>
                    <a:pt x="551859" y="681707"/>
                  </a:lnTo>
                  <a:lnTo>
                    <a:pt x="554322" y="681631"/>
                  </a:lnTo>
                  <a:lnTo>
                    <a:pt x="556786" y="681555"/>
                  </a:lnTo>
                  <a:lnTo>
                    <a:pt x="559250" y="681484"/>
                  </a:lnTo>
                  <a:lnTo>
                    <a:pt x="561713" y="681419"/>
                  </a:lnTo>
                  <a:lnTo>
                    <a:pt x="564177" y="681363"/>
                  </a:lnTo>
                  <a:lnTo>
                    <a:pt x="566641" y="681319"/>
                  </a:lnTo>
                  <a:lnTo>
                    <a:pt x="569104" y="681288"/>
                  </a:lnTo>
                  <a:lnTo>
                    <a:pt x="571568" y="681273"/>
                  </a:lnTo>
                  <a:lnTo>
                    <a:pt x="574032" y="681277"/>
                  </a:lnTo>
                  <a:lnTo>
                    <a:pt x="576495" y="681299"/>
                  </a:lnTo>
                  <a:lnTo>
                    <a:pt x="578959" y="681338"/>
                  </a:lnTo>
                  <a:lnTo>
                    <a:pt x="581423" y="681394"/>
                  </a:lnTo>
                  <a:lnTo>
                    <a:pt x="583886" y="681467"/>
                  </a:lnTo>
                  <a:lnTo>
                    <a:pt x="586350" y="681555"/>
                  </a:lnTo>
                  <a:lnTo>
                    <a:pt x="588814" y="681658"/>
                  </a:lnTo>
                  <a:lnTo>
                    <a:pt x="591277" y="681775"/>
                  </a:lnTo>
                  <a:lnTo>
                    <a:pt x="593741" y="681902"/>
                  </a:lnTo>
                  <a:lnTo>
                    <a:pt x="596205" y="682036"/>
                  </a:lnTo>
                  <a:lnTo>
                    <a:pt x="598668" y="682175"/>
                  </a:lnTo>
                  <a:lnTo>
                    <a:pt x="601132" y="682315"/>
                  </a:lnTo>
                  <a:lnTo>
                    <a:pt x="603596" y="682453"/>
                  </a:lnTo>
                  <a:lnTo>
                    <a:pt x="606059" y="682587"/>
                  </a:lnTo>
                  <a:lnTo>
                    <a:pt x="608523" y="682713"/>
                  </a:lnTo>
                  <a:lnTo>
                    <a:pt x="610987" y="682829"/>
                  </a:lnTo>
                  <a:lnTo>
                    <a:pt x="613450" y="682930"/>
                  </a:lnTo>
                  <a:lnTo>
                    <a:pt x="615914" y="683016"/>
                  </a:lnTo>
                  <a:lnTo>
                    <a:pt x="618378" y="683087"/>
                  </a:lnTo>
                  <a:lnTo>
                    <a:pt x="620841" y="683141"/>
                  </a:lnTo>
                  <a:lnTo>
                    <a:pt x="623305" y="683180"/>
                  </a:lnTo>
                  <a:lnTo>
                    <a:pt x="625769" y="683203"/>
                  </a:lnTo>
                  <a:lnTo>
                    <a:pt x="628232" y="683212"/>
                  </a:lnTo>
                  <a:lnTo>
                    <a:pt x="630696" y="683208"/>
                  </a:lnTo>
                  <a:lnTo>
                    <a:pt x="633159" y="683194"/>
                  </a:lnTo>
                  <a:lnTo>
                    <a:pt x="635623" y="683173"/>
                  </a:lnTo>
                  <a:lnTo>
                    <a:pt x="638087" y="683147"/>
                  </a:lnTo>
                  <a:lnTo>
                    <a:pt x="640550" y="683119"/>
                  </a:lnTo>
                  <a:lnTo>
                    <a:pt x="643014" y="683090"/>
                  </a:lnTo>
                  <a:lnTo>
                    <a:pt x="645478" y="683063"/>
                  </a:lnTo>
                  <a:lnTo>
                    <a:pt x="647941" y="683037"/>
                  </a:lnTo>
                  <a:lnTo>
                    <a:pt x="650405" y="683014"/>
                  </a:lnTo>
                  <a:lnTo>
                    <a:pt x="652869" y="682995"/>
                  </a:lnTo>
                  <a:lnTo>
                    <a:pt x="655332" y="682977"/>
                  </a:lnTo>
                  <a:lnTo>
                    <a:pt x="657796" y="682961"/>
                  </a:lnTo>
                  <a:lnTo>
                    <a:pt x="660260" y="682944"/>
                  </a:lnTo>
                  <a:lnTo>
                    <a:pt x="662723" y="682925"/>
                  </a:lnTo>
                  <a:lnTo>
                    <a:pt x="665187" y="682902"/>
                  </a:lnTo>
                  <a:lnTo>
                    <a:pt x="667651" y="682874"/>
                  </a:lnTo>
                  <a:lnTo>
                    <a:pt x="670114" y="682838"/>
                  </a:lnTo>
                  <a:lnTo>
                    <a:pt x="672578" y="682793"/>
                  </a:lnTo>
                  <a:lnTo>
                    <a:pt x="675042" y="682738"/>
                  </a:lnTo>
                  <a:lnTo>
                    <a:pt x="677505" y="682673"/>
                  </a:lnTo>
                  <a:lnTo>
                    <a:pt x="679969" y="682597"/>
                  </a:lnTo>
                  <a:lnTo>
                    <a:pt x="682433" y="682509"/>
                  </a:lnTo>
                  <a:lnTo>
                    <a:pt x="684896" y="682410"/>
                  </a:lnTo>
                  <a:lnTo>
                    <a:pt x="687360" y="682299"/>
                  </a:lnTo>
                  <a:lnTo>
                    <a:pt x="689824" y="682176"/>
                  </a:lnTo>
                  <a:lnTo>
                    <a:pt x="692287" y="682042"/>
                  </a:lnTo>
                  <a:lnTo>
                    <a:pt x="694751" y="681897"/>
                  </a:lnTo>
                  <a:lnTo>
                    <a:pt x="697215" y="681743"/>
                  </a:lnTo>
                  <a:lnTo>
                    <a:pt x="699678" y="681578"/>
                  </a:lnTo>
                  <a:lnTo>
                    <a:pt x="702142" y="681405"/>
                  </a:lnTo>
                  <a:lnTo>
                    <a:pt x="704606" y="681223"/>
                  </a:lnTo>
                  <a:lnTo>
                    <a:pt x="707069" y="681034"/>
                  </a:lnTo>
                  <a:lnTo>
                    <a:pt x="709533" y="680839"/>
                  </a:lnTo>
                  <a:lnTo>
                    <a:pt x="711997" y="680641"/>
                  </a:lnTo>
                  <a:lnTo>
                    <a:pt x="714460" y="680442"/>
                  </a:lnTo>
                  <a:lnTo>
                    <a:pt x="716924" y="680246"/>
                  </a:lnTo>
                  <a:lnTo>
                    <a:pt x="719388" y="680056"/>
                  </a:lnTo>
                  <a:lnTo>
                    <a:pt x="721851" y="679876"/>
                  </a:lnTo>
                  <a:lnTo>
                    <a:pt x="724315" y="679711"/>
                  </a:lnTo>
                  <a:lnTo>
                    <a:pt x="726778" y="679564"/>
                  </a:lnTo>
                  <a:lnTo>
                    <a:pt x="729242" y="679445"/>
                  </a:lnTo>
                  <a:lnTo>
                    <a:pt x="731706" y="679354"/>
                  </a:lnTo>
                  <a:lnTo>
                    <a:pt x="734169" y="679296"/>
                  </a:lnTo>
                  <a:lnTo>
                    <a:pt x="736633" y="679272"/>
                  </a:lnTo>
                  <a:lnTo>
                    <a:pt x="739097" y="679285"/>
                  </a:lnTo>
                  <a:lnTo>
                    <a:pt x="741560" y="679336"/>
                  </a:lnTo>
                  <a:lnTo>
                    <a:pt x="744024" y="679425"/>
                  </a:lnTo>
                  <a:lnTo>
                    <a:pt x="746488" y="679551"/>
                  </a:lnTo>
                  <a:lnTo>
                    <a:pt x="748951" y="679715"/>
                  </a:lnTo>
                  <a:lnTo>
                    <a:pt x="751415" y="679909"/>
                  </a:lnTo>
                  <a:lnTo>
                    <a:pt x="753879" y="680127"/>
                  </a:lnTo>
                  <a:lnTo>
                    <a:pt x="756342" y="680364"/>
                  </a:lnTo>
                  <a:lnTo>
                    <a:pt x="758806" y="680614"/>
                  </a:lnTo>
                  <a:lnTo>
                    <a:pt x="761270" y="680871"/>
                  </a:lnTo>
                  <a:lnTo>
                    <a:pt x="763733" y="681129"/>
                  </a:lnTo>
                  <a:lnTo>
                    <a:pt x="766197" y="681382"/>
                  </a:lnTo>
                  <a:lnTo>
                    <a:pt x="768661" y="681622"/>
                  </a:lnTo>
                  <a:lnTo>
                    <a:pt x="771124" y="681846"/>
                  </a:lnTo>
                  <a:lnTo>
                    <a:pt x="773588" y="682050"/>
                  </a:lnTo>
                  <a:lnTo>
                    <a:pt x="776052" y="682232"/>
                  </a:lnTo>
                  <a:lnTo>
                    <a:pt x="778515" y="682392"/>
                  </a:lnTo>
                  <a:lnTo>
                    <a:pt x="780979" y="682529"/>
                  </a:lnTo>
                  <a:lnTo>
                    <a:pt x="783443" y="682643"/>
                  </a:lnTo>
                  <a:lnTo>
                    <a:pt x="785906" y="682734"/>
                  </a:lnTo>
                  <a:lnTo>
                    <a:pt x="788370" y="682806"/>
                  </a:lnTo>
                  <a:lnTo>
                    <a:pt x="790834" y="682863"/>
                  </a:lnTo>
                  <a:lnTo>
                    <a:pt x="793297" y="682907"/>
                  </a:lnTo>
                  <a:lnTo>
                    <a:pt x="795761" y="682943"/>
                  </a:lnTo>
                  <a:lnTo>
                    <a:pt x="798225" y="682972"/>
                  </a:lnTo>
                  <a:lnTo>
                    <a:pt x="800688" y="682997"/>
                  </a:lnTo>
                  <a:lnTo>
                    <a:pt x="803152" y="683021"/>
                  </a:lnTo>
                  <a:lnTo>
                    <a:pt x="805616" y="683044"/>
                  </a:lnTo>
                  <a:lnTo>
                    <a:pt x="808079" y="683067"/>
                  </a:lnTo>
                  <a:lnTo>
                    <a:pt x="810543" y="683091"/>
                  </a:lnTo>
                  <a:lnTo>
                    <a:pt x="813006" y="683116"/>
                  </a:lnTo>
                  <a:lnTo>
                    <a:pt x="815470" y="683139"/>
                  </a:lnTo>
                  <a:lnTo>
                    <a:pt x="817934" y="683161"/>
                  </a:lnTo>
                  <a:lnTo>
                    <a:pt x="820397" y="683180"/>
                  </a:lnTo>
                  <a:lnTo>
                    <a:pt x="822861" y="683195"/>
                  </a:lnTo>
                  <a:lnTo>
                    <a:pt x="825325" y="683206"/>
                  </a:lnTo>
                  <a:lnTo>
                    <a:pt x="827788" y="683211"/>
                  </a:lnTo>
                  <a:lnTo>
                    <a:pt x="830252" y="683212"/>
                  </a:lnTo>
                  <a:lnTo>
                    <a:pt x="832716" y="683209"/>
                  </a:lnTo>
                  <a:lnTo>
                    <a:pt x="835179" y="683204"/>
                  </a:lnTo>
                  <a:lnTo>
                    <a:pt x="837643" y="683197"/>
                  </a:lnTo>
                  <a:lnTo>
                    <a:pt x="840107" y="683190"/>
                  </a:lnTo>
                  <a:lnTo>
                    <a:pt x="842570" y="683186"/>
                  </a:lnTo>
                  <a:lnTo>
                    <a:pt x="845034" y="683187"/>
                  </a:lnTo>
                  <a:lnTo>
                    <a:pt x="847498" y="683196"/>
                  </a:lnTo>
                  <a:lnTo>
                    <a:pt x="849961" y="683214"/>
                  </a:lnTo>
                  <a:lnTo>
                    <a:pt x="852425" y="683242"/>
                  </a:lnTo>
                  <a:lnTo>
                    <a:pt x="854889" y="683280"/>
                  </a:lnTo>
                  <a:lnTo>
                    <a:pt x="857352" y="683330"/>
                  </a:lnTo>
                  <a:lnTo>
                    <a:pt x="859816" y="683391"/>
                  </a:lnTo>
                  <a:lnTo>
                    <a:pt x="862280" y="683462"/>
                  </a:lnTo>
                  <a:lnTo>
                    <a:pt x="864743" y="683544"/>
                  </a:lnTo>
                  <a:lnTo>
                    <a:pt x="867207" y="683632"/>
                  </a:lnTo>
                  <a:lnTo>
                    <a:pt x="869671" y="683725"/>
                  </a:lnTo>
                  <a:lnTo>
                    <a:pt x="872134" y="683820"/>
                  </a:lnTo>
                  <a:lnTo>
                    <a:pt x="874598" y="683914"/>
                  </a:lnTo>
                  <a:lnTo>
                    <a:pt x="877062" y="684006"/>
                  </a:lnTo>
                  <a:lnTo>
                    <a:pt x="879525" y="684092"/>
                  </a:lnTo>
                  <a:lnTo>
                    <a:pt x="881989" y="684171"/>
                  </a:lnTo>
                  <a:lnTo>
                    <a:pt x="884453" y="684238"/>
                  </a:lnTo>
                  <a:lnTo>
                    <a:pt x="886916" y="684292"/>
                  </a:lnTo>
                  <a:lnTo>
                    <a:pt x="889380" y="684332"/>
                  </a:lnTo>
                  <a:lnTo>
                    <a:pt x="891844" y="684356"/>
                  </a:lnTo>
                  <a:lnTo>
                    <a:pt x="894307" y="684363"/>
                  </a:lnTo>
                  <a:lnTo>
                    <a:pt x="896771" y="684353"/>
                  </a:lnTo>
                  <a:lnTo>
                    <a:pt x="899235" y="684324"/>
                  </a:lnTo>
                  <a:lnTo>
                    <a:pt x="901698" y="684277"/>
                  </a:lnTo>
                  <a:lnTo>
                    <a:pt x="904162" y="684207"/>
                  </a:lnTo>
                  <a:lnTo>
                    <a:pt x="906625" y="684119"/>
                  </a:lnTo>
                  <a:lnTo>
                    <a:pt x="909089" y="684013"/>
                  </a:lnTo>
                  <a:lnTo>
                    <a:pt x="911553" y="683890"/>
                  </a:lnTo>
                  <a:lnTo>
                    <a:pt x="914016" y="683752"/>
                  </a:lnTo>
                  <a:lnTo>
                    <a:pt x="916480" y="683602"/>
                  </a:lnTo>
                  <a:lnTo>
                    <a:pt x="918944" y="683440"/>
                  </a:lnTo>
                  <a:lnTo>
                    <a:pt x="921407" y="683271"/>
                  </a:lnTo>
                  <a:lnTo>
                    <a:pt x="923871" y="683098"/>
                  </a:lnTo>
                  <a:lnTo>
                    <a:pt x="926335" y="682925"/>
                  </a:lnTo>
                  <a:lnTo>
                    <a:pt x="928798" y="682756"/>
                  </a:lnTo>
                  <a:lnTo>
                    <a:pt x="931262" y="682596"/>
                  </a:lnTo>
                  <a:lnTo>
                    <a:pt x="933726" y="682448"/>
                  </a:lnTo>
                  <a:lnTo>
                    <a:pt x="936189" y="682317"/>
                  </a:lnTo>
                  <a:lnTo>
                    <a:pt x="938653" y="682206"/>
                  </a:lnTo>
                  <a:lnTo>
                    <a:pt x="941117" y="682119"/>
                  </a:lnTo>
                  <a:lnTo>
                    <a:pt x="943580" y="682061"/>
                  </a:lnTo>
                  <a:lnTo>
                    <a:pt x="946044" y="682031"/>
                  </a:lnTo>
                  <a:lnTo>
                    <a:pt x="948508" y="682030"/>
                  </a:lnTo>
                  <a:lnTo>
                    <a:pt x="950971" y="682057"/>
                  </a:lnTo>
                  <a:lnTo>
                    <a:pt x="953435" y="682112"/>
                  </a:lnTo>
                  <a:lnTo>
                    <a:pt x="955899" y="682193"/>
                  </a:lnTo>
                  <a:lnTo>
                    <a:pt x="958362" y="682299"/>
                  </a:lnTo>
                  <a:lnTo>
                    <a:pt x="960826" y="682426"/>
                  </a:lnTo>
                  <a:lnTo>
                    <a:pt x="963290" y="682571"/>
                  </a:lnTo>
                  <a:lnTo>
                    <a:pt x="965753" y="682729"/>
                  </a:lnTo>
                  <a:lnTo>
                    <a:pt x="968217" y="682894"/>
                  </a:lnTo>
                  <a:lnTo>
                    <a:pt x="970681" y="683063"/>
                  </a:lnTo>
                  <a:lnTo>
                    <a:pt x="973144" y="683232"/>
                  </a:lnTo>
                  <a:lnTo>
                    <a:pt x="975608" y="683397"/>
                  </a:lnTo>
                  <a:lnTo>
                    <a:pt x="978072" y="683554"/>
                  </a:lnTo>
                  <a:lnTo>
                    <a:pt x="980535" y="683699"/>
                  </a:lnTo>
                  <a:lnTo>
                    <a:pt x="982999" y="683828"/>
                  </a:lnTo>
                  <a:lnTo>
                    <a:pt x="985463" y="683940"/>
                  </a:lnTo>
                  <a:lnTo>
                    <a:pt x="987926" y="684034"/>
                  </a:lnTo>
                  <a:lnTo>
                    <a:pt x="990390" y="684108"/>
                  </a:lnTo>
                  <a:lnTo>
                    <a:pt x="992853" y="684163"/>
                  </a:lnTo>
                  <a:lnTo>
                    <a:pt x="995317" y="684197"/>
                  </a:lnTo>
                  <a:lnTo>
                    <a:pt x="997781" y="684211"/>
                  </a:lnTo>
                  <a:lnTo>
                    <a:pt x="1000244" y="684205"/>
                  </a:lnTo>
                  <a:lnTo>
                    <a:pt x="1002708" y="684180"/>
                  </a:lnTo>
                  <a:lnTo>
                    <a:pt x="1005172" y="684138"/>
                  </a:lnTo>
                  <a:lnTo>
                    <a:pt x="1007635" y="684084"/>
                  </a:lnTo>
                  <a:lnTo>
                    <a:pt x="1010099" y="684017"/>
                  </a:lnTo>
                  <a:lnTo>
                    <a:pt x="1012563" y="683943"/>
                  </a:lnTo>
                  <a:lnTo>
                    <a:pt x="1015026" y="683862"/>
                  </a:lnTo>
                  <a:lnTo>
                    <a:pt x="1017490" y="683778"/>
                  </a:lnTo>
                  <a:lnTo>
                    <a:pt x="1019954" y="683694"/>
                  </a:lnTo>
                  <a:lnTo>
                    <a:pt x="1022417" y="683614"/>
                  </a:lnTo>
                  <a:lnTo>
                    <a:pt x="1024881" y="683542"/>
                  </a:lnTo>
                  <a:lnTo>
                    <a:pt x="1027345" y="683479"/>
                  </a:lnTo>
                  <a:lnTo>
                    <a:pt x="1029808" y="683427"/>
                  </a:lnTo>
                  <a:lnTo>
                    <a:pt x="1032272" y="683389"/>
                  </a:lnTo>
                  <a:lnTo>
                    <a:pt x="1034736" y="683364"/>
                  </a:lnTo>
                  <a:lnTo>
                    <a:pt x="1037199" y="683355"/>
                  </a:lnTo>
                  <a:lnTo>
                    <a:pt x="1039663" y="683362"/>
                  </a:lnTo>
                  <a:lnTo>
                    <a:pt x="1042127" y="683384"/>
                  </a:lnTo>
                  <a:lnTo>
                    <a:pt x="1044590" y="683417"/>
                  </a:lnTo>
                  <a:lnTo>
                    <a:pt x="1047054" y="683460"/>
                  </a:lnTo>
                  <a:lnTo>
                    <a:pt x="1049518" y="683511"/>
                  </a:lnTo>
                  <a:lnTo>
                    <a:pt x="1051981" y="683566"/>
                  </a:lnTo>
                  <a:lnTo>
                    <a:pt x="1054445" y="683622"/>
                  </a:lnTo>
                  <a:lnTo>
                    <a:pt x="1056909" y="683677"/>
                  </a:lnTo>
                  <a:lnTo>
                    <a:pt x="1059372" y="683726"/>
                  </a:lnTo>
                  <a:lnTo>
                    <a:pt x="1061836" y="683767"/>
                  </a:lnTo>
                  <a:lnTo>
                    <a:pt x="1064300" y="683798"/>
                  </a:lnTo>
                  <a:lnTo>
                    <a:pt x="1066763" y="683817"/>
                  </a:lnTo>
                  <a:lnTo>
                    <a:pt x="1069227" y="683823"/>
                  </a:lnTo>
                  <a:lnTo>
                    <a:pt x="1071691" y="683817"/>
                  </a:lnTo>
                  <a:lnTo>
                    <a:pt x="1074154" y="683797"/>
                  </a:lnTo>
                  <a:lnTo>
                    <a:pt x="1076618" y="683766"/>
                  </a:lnTo>
                  <a:lnTo>
                    <a:pt x="1079082" y="683723"/>
                  </a:lnTo>
                  <a:lnTo>
                    <a:pt x="1081545" y="683673"/>
                  </a:lnTo>
                  <a:lnTo>
                    <a:pt x="1084009" y="683618"/>
                  </a:lnTo>
                  <a:lnTo>
                    <a:pt x="1086472" y="683562"/>
                  </a:lnTo>
                  <a:lnTo>
                    <a:pt x="1088936" y="683507"/>
                  </a:lnTo>
                  <a:lnTo>
                    <a:pt x="1091400" y="683457"/>
                  </a:lnTo>
                  <a:lnTo>
                    <a:pt x="1093863" y="683413"/>
                  </a:lnTo>
                  <a:lnTo>
                    <a:pt x="1096327" y="683380"/>
                  </a:lnTo>
                  <a:lnTo>
                    <a:pt x="1098791" y="683361"/>
                  </a:lnTo>
                  <a:lnTo>
                    <a:pt x="1101254" y="683357"/>
                  </a:lnTo>
                  <a:lnTo>
                    <a:pt x="1103718" y="683368"/>
                  </a:lnTo>
                  <a:lnTo>
                    <a:pt x="1106182" y="683394"/>
                  </a:lnTo>
                  <a:lnTo>
                    <a:pt x="1108645" y="683435"/>
                  </a:lnTo>
                  <a:lnTo>
                    <a:pt x="1111109" y="683490"/>
                  </a:lnTo>
                  <a:lnTo>
                    <a:pt x="1113573" y="683559"/>
                  </a:lnTo>
                  <a:lnTo>
                    <a:pt x="1116036" y="683638"/>
                  </a:lnTo>
                  <a:lnTo>
                    <a:pt x="1118500" y="683728"/>
                  </a:lnTo>
                  <a:lnTo>
                    <a:pt x="1120964" y="683823"/>
                  </a:lnTo>
                  <a:lnTo>
                    <a:pt x="1123427" y="683921"/>
                  </a:lnTo>
                  <a:lnTo>
                    <a:pt x="1125891" y="684021"/>
                  </a:lnTo>
                  <a:lnTo>
                    <a:pt x="1128355" y="684120"/>
                  </a:lnTo>
                  <a:lnTo>
                    <a:pt x="1130818" y="684216"/>
                  </a:lnTo>
                  <a:lnTo>
                    <a:pt x="1133282" y="684308"/>
                  </a:lnTo>
                  <a:lnTo>
                    <a:pt x="1135746" y="684393"/>
                  </a:lnTo>
                  <a:lnTo>
                    <a:pt x="1138209" y="684471"/>
                  </a:lnTo>
                  <a:lnTo>
                    <a:pt x="1140673" y="684542"/>
                  </a:lnTo>
                  <a:lnTo>
                    <a:pt x="1143137" y="684604"/>
                  </a:lnTo>
                  <a:lnTo>
                    <a:pt x="1145600" y="684659"/>
                  </a:lnTo>
                  <a:lnTo>
                    <a:pt x="1148064" y="684707"/>
                  </a:lnTo>
                  <a:lnTo>
                    <a:pt x="1150528" y="684747"/>
                  </a:lnTo>
                  <a:lnTo>
                    <a:pt x="1152991" y="684781"/>
                  </a:lnTo>
                  <a:lnTo>
                    <a:pt x="1155455" y="684809"/>
                  </a:lnTo>
                  <a:lnTo>
                    <a:pt x="1157919" y="684832"/>
                  </a:lnTo>
                  <a:lnTo>
                    <a:pt x="1160382" y="684850"/>
                  </a:lnTo>
                  <a:lnTo>
                    <a:pt x="1162846" y="684864"/>
                  </a:lnTo>
                  <a:lnTo>
                    <a:pt x="1165310" y="684875"/>
                  </a:lnTo>
                  <a:lnTo>
                    <a:pt x="1167773" y="684884"/>
                  </a:lnTo>
                  <a:lnTo>
                    <a:pt x="1170237" y="684891"/>
                  </a:lnTo>
                  <a:lnTo>
                    <a:pt x="1172701" y="684896"/>
                  </a:lnTo>
                  <a:lnTo>
                    <a:pt x="1175164" y="684900"/>
                  </a:lnTo>
                  <a:lnTo>
                    <a:pt x="1177628" y="684902"/>
                  </a:lnTo>
                  <a:lnTo>
                    <a:pt x="1180091" y="684904"/>
                  </a:lnTo>
                  <a:lnTo>
                    <a:pt x="1182555" y="684906"/>
                  </a:lnTo>
                  <a:lnTo>
                    <a:pt x="1185019" y="684907"/>
                  </a:lnTo>
                  <a:lnTo>
                    <a:pt x="1187482" y="684907"/>
                  </a:lnTo>
                  <a:lnTo>
                    <a:pt x="1189946" y="684908"/>
                  </a:lnTo>
                  <a:lnTo>
                    <a:pt x="1192410" y="684908"/>
                  </a:lnTo>
                  <a:lnTo>
                    <a:pt x="1194873" y="684908"/>
                  </a:lnTo>
                  <a:lnTo>
                    <a:pt x="1197337" y="684908"/>
                  </a:lnTo>
                  <a:lnTo>
                    <a:pt x="1199801" y="684909"/>
                  </a:lnTo>
                  <a:lnTo>
                    <a:pt x="1202264" y="684909"/>
                  </a:lnTo>
                  <a:lnTo>
                    <a:pt x="1204728" y="684909"/>
                  </a:lnTo>
                  <a:lnTo>
                    <a:pt x="1207192" y="684909"/>
                  </a:lnTo>
                  <a:lnTo>
                    <a:pt x="1209655" y="684909"/>
                  </a:lnTo>
                  <a:lnTo>
                    <a:pt x="1212119" y="684909"/>
                  </a:lnTo>
                  <a:lnTo>
                    <a:pt x="1214583" y="684909"/>
                  </a:lnTo>
                  <a:lnTo>
                    <a:pt x="1217046" y="684909"/>
                  </a:lnTo>
                  <a:lnTo>
                    <a:pt x="1219510" y="684909"/>
                  </a:lnTo>
                  <a:lnTo>
                    <a:pt x="1221974" y="684909"/>
                  </a:lnTo>
                  <a:lnTo>
                    <a:pt x="1224437" y="684909"/>
                  </a:lnTo>
                  <a:lnTo>
                    <a:pt x="1226901" y="684909"/>
                  </a:lnTo>
                  <a:lnTo>
                    <a:pt x="1229365" y="684909"/>
                  </a:lnTo>
                  <a:lnTo>
                    <a:pt x="1231828" y="684909"/>
                  </a:lnTo>
                  <a:lnTo>
                    <a:pt x="1234292" y="684909"/>
                  </a:lnTo>
                  <a:lnTo>
                    <a:pt x="1236756" y="684909"/>
                  </a:lnTo>
                  <a:lnTo>
                    <a:pt x="1239219" y="684909"/>
                  </a:lnTo>
                  <a:lnTo>
                    <a:pt x="1241683" y="684909"/>
                  </a:lnTo>
                  <a:lnTo>
                    <a:pt x="1244147" y="684909"/>
                  </a:lnTo>
                  <a:lnTo>
                    <a:pt x="1246610" y="684909"/>
                  </a:lnTo>
                  <a:lnTo>
                    <a:pt x="1249074" y="684909"/>
                  </a:lnTo>
                  <a:lnTo>
                    <a:pt x="1251538" y="684909"/>
                  </a:lnTo>
                  <a:lnTo>
                    <a:pt x="1254001" y="684909"/>
                  </a:lnTo>
                  <a:lnTo>
                    <a:pt x="1256465" y="684909"/>
                  </a:lnTo>
                  <a:lnTo>
                    <a:pt x="1258929" y="684909"/>
                  </a:lnTo>
                  <a:lnTo>
                    <a:pt x="1256465" y="684909"/>
                  </a:lnTo>
                  <a:lnTo>
                    <a:pt x="1254001" y="684909"/>
                  </a:lnTo>
                  <a:lnTo>
                    <a:pt x="1251538" y="684909"/>
                  </a:lnTo>
                  <a:lnTo>
                    <a:pt x="1249074" y="684909"/>
                  </a:lnTo>
                  <a:lnTo>
                    <a:pt x="1246610" y="684909"/>
                  </a:lnTo>
                  <a:lnTo>
                    <a:pt x="1244147" y="684909"/>
                  </a:lnTo>
                  <a:lnTo>
                    <a:pt x="1241683" y="684909"/>
                  </a:lnTo>
                  <a:lnTo>
                    <a:pt x="1239219" y="684909"/>
                  </a:lnTo>
                  <a:lnTo>
                    <a:pt x="1236756" y="684909"/>
                  </a:lnTo>
                  <a:lnTo>
                    <a:pt x="1234292" y="684909"/>
                  </a:lnTo>
                  <a:lnTo>
                    <a:pt x="1231828" y="684909"/>
                  </a:lnTo>
                  <a:lnTo>
                    <a:pt x="1229365" y="684909"/>
                  </a:lnTo>
                  <a:lnTo>
                    <a:pt x="1226901" y="684909"/>
                  </a:lnTo>
                  <a:lnTo>
                    <a:pt x="1224437" y="684909"/>
                  </a:lnTo>
                  <a:lnTo>
                    <a:pt x="1221974" y="684909"/>
                  </a:lnTo>
                  <a:lnTo>
                    <a:pt x="1219510" y="684909"/>
                  </a:lnTo>
                  <a:lnTo>
                    <a:pt x="1217046" y="684909"/>
                  </a:lnTo>
                  <a:lnTo>
                    <a:pt x="1214583" y="684909"/>
                  </a:lnTo>
                  <a:lnTo>
                    <a:pt x="1212119" y="684909"/>
                  </a:lnTo>
                  <a:lnTo>
                    <a:pt x="1209655" y="684909"/>
                  </a:lnTo>
                  <a:lnTo>
                    <a:pt x="1207192" y="684909"/>
                  </a:lnTo>
                  <a:lnTo>
                    <a:pt x="1204728" y="684909"/>
                  </a:lnTo>
                  <a:lnTo>
                    <a:pt x="1202264" y="684909"/>
                  </a:lnTo>
                  <a:lnTo>
                    <a:pt x="1199801" y="684909"/>
                  </a:lnTo>
                  <a:lnTo>
                    <a:pt x="1197337" y="684909"/>
                  </a:lnTo>
                  <a:lnTo>
                    <a:pt x="1194873" y="684909"/>
                  </a:lnTo>
                  <a:lnTo>
                    <a:pt x="1192410" y="684909"/>
                  </a:lnTo>
                  <a:lnTo>
                    <a:pt x="1189946" y="684909"/>
                  </a:lnTo>
                  <a:lnTo>
                    <a:pt x="1187482" y="684909"/>
                  </a:lnTo>
                  <a:lnTo>
                    <a:pt x="1185019" y="684909"/>
                  </a:lnTo>
                  <a:lnTo>
                    <a:pt x="1182555" y="684909"/>
                  </a:lnTo>
                  <a:lnTo>
                    <a:pt x="1180091" y="684909"/>
                  </a:lnTo>
                  <a:lnTo>
                    <a:pt x="1177628" y="684909"/>
                  </a:lnTo>
                  <a:lnTo>
                    <a:pt x="1175164" y="684909"/>
                  </a:lnTo>
                  <a:lnTo>
                    <a:pt x="1172701" y="684909"/>
                  </a:lnTo>
                  <a:lnTo>
                    <a:pt x="1170237" y="684909"/>
                  </a:lnTo>
                  <a:lnTo>
                    <a:pt x="1167773" y="684909"/>
                  </a:lnTo>
                  <a:lnTo>
                    <a:pt x="1165310" y="684909"/>
                  </a:lnTo>
                  <a:lnTo>
                    <a:pt x="1162846" y="684909"/>
                  </a:lnTo>
                  <a:lnTo>
                    <a:pt x="1160382" y="684909"/>
                  </a:lnTo>
                  <a:lnTo>
                    <a:pt x="1157919" y="684909"/>
                  </a:lnTo>
                  <a:lnTo>
                    <a:pt x="1155455" y="684909"/>
                  </a:lnTo>
                  <a:lnTo>
                    <a:pt x="1152991" y="684909"/>
                  </a:lnTo>
                  <a:lnTo>
                    <a:pt x="1150528" y="684909"/>
                  </a:lnTo>
                  <a:lnTo>
                    <a:pt x="1148064" y="684909"/>
                  </a:lnTo>
                  <a:lnTo>
                    <a:pt x="1145600" y="684909"/>
                  </a:lnTo>
                  <a:lnTo>
                    <a:pt x="1143137" y="684909"/>
                  </a:lnTo>
                  <a:lnTo>
                    <a:pt x="1140673" y="684909"/>
                  </a:lnTo>
                  <a:lnTo>
                    <a:pt x="1138209" y="684909"/>
                  </a:lnTo>
                  <a:lnTo>
                    <a:pt x="1135746" y="684909"/>
                  </a:lnTo>
                  <a:lnTo>
                    <a:pt x="1133282" y="684909"/>
                  </a:lnTo>
                  <a:lnTo>
                    <a:pt x="1130818" y="684909"/>
                  </a:lnTo>
                  <a:lnTo>
                    <a:pt x="1128355" y="684909"/>
                  </a:lnTo>
                  <a:lnTo>
                    <a:pt x="1125891" y="684909"/>
                  </a:lnTo>
                  <a:lnTo>
                    <a:pt x="1123427" y="684909"/>
                  </a:lnTo>
                  <a:lnTo>
                    <a:pt x="1120964" y="684909"/>
                  </a:lnTo>
                  <a:lnTo>
                    <a:pt x="1118500" y="684909"/>
                  </a:lnTo>
                  <a:lnTo>
                    <a:pt x="1116036" y="684909"/>
                  </a:lnTo>
                  <a:lnTo>
                    <a:pt x="1113573" y="684909"/>
                  </a:lnTo>
                  <a:lnTo>
                    <a:pt x="1111109" y="684909"/>
                  </a:lnTo>
                  <a:lnTo>
                    <a:pt x="1108645" y="684909"/>
                  </a:lnTo>
                  <a:lnTo>
                    <a:pt x="1106182" y="684909"/>
                  </a:lnTo>
                  <a:lnTo>
                    <a:pt x="1103718" y="684909"/>
                  </a:lnTo>
                  <a:lnTo>
                    <a:pt x="1101254" y="684909"/>
                  </a:lnTo>
                  <a:lnTo>
                    <a:pt x="1098791" y="684909"/>
                  </a:lnTo>
                  <a:lnTo>
                    <a:pt x="1096327" y="684909"/>
                  </a:lnTo>
                  <a:lnTo>
                    <a:pt x="1093863" y="684909"/>
                  </a:lnTo>
                  <a:lnTo>
                    <a:pt x="1091400" y="684909"/>
                  </a:lnTo>
                  <a:lnTo>
                    <a:pt x="1088936" y="684909"/>
                  </a:lnTo>
                  <a:lnTo>
                    <a:pt x="1086472" y="684909"/>
                  </a:lnTo>
                  <a:lnTo>
                    <a:pt x="1084009" y="684909"/>
                  </a:lnTo>
                  <a:lnTo>
                    <a:pt x="1081545" y="684909"/>
                  </a:lnTo>
                  <a:lnTo>
                    <a:pt x="1079082" y="684909"/>
                  </a:lnTo>
                  <a:lnTo>
                    <a:pt x="1076618" y="684909"/>
                  </a:lnTo>
                  <a:lnTo>
                    <a:pt x="1074154" y="684909"/>
                  </a:lnTo>
                  <a:lnTo>
                    <a:pt x="1071691" y="684909"/>
                  </a:lnTo>
                  <a:lnTo>
                    <a:pt x="1069227" y="684909"/>
                  </a:lnTo>
                  <a:lnTo>
                    <a:pt x="1066763" y="684909"/>
                  </a:lnTo>
                  <a:lnTo>
                    <a:pt x="1064300" y="684909"/>
                  </a:lnTo>
                  <a:lnTo>
                    <a:pt x="1061836" y="684909"/>
                  </a:lnTo>
                  <a:lnTo>
                    <a:pt x="1059372" y="684909"/>
                  </a:lnTo>
                  <a:lnTo>
                    <a:pt x="1056909" y="684909"/>
                  </a:lnTo>
                  <a:lnTo>
                    <a:pt x="1054445" y="684909"/>
                  </a:lnTo>
                  <a:lnTo>
                    <a:pt x="1051981" y="684909"/>
                  </a:lnTo>
                  <a:lnTo>
                    <a:pt x="1049518" y="684909"/>
                  </a:lnTo>
                  <a:lnTo>
                    <a:pt x="1047054" y="684909"/>
                  </a:lnTo>
                  <a:lnTo>
                    <a:pt x="1044590" y="684909"/>
                  </a:lnTo>
                  <a:lnTo>
                    <a:pt x="1042127" y="684909"/>
                  </a:lnTo>
                  <a:lnTo>
                    <a:pt x="1039663" y="684909"/>
                  </a:lnTo>
                  <a:lnTo>
                    <a:pt x="1037199" y="684909"/>
                  </a:lnTo>
                  <a:lnTo>
                    <a:pt x="1034736" y="684909"/>
                  </a:lnTo>
                  <a:lnTo>
                    <a:pt x="1032272" y="684909"/>
                  </a:lnTo>
                  <a:lnTo>
                    <a:pt x="1029808" y="684909"/>
                  </a:lnTo>
                  <a:lnTo>
                    <a:pt x="1027345" y="684909"/>
                  </a:lnTo>
                  <a:lnTo>
                    <a:pt x="1024881" y="684909"/>
                  </a:lnTo>
                  <a:lnTo>
                    <a:pt x="1022417" y="684909"/>
                  </a:lnTo>
                  <a:lnTo>
                    <a:pt x="1019954" y="684909"/>
                  </a:lnTo>
                  <a:lnTo>
                    <a:pt x="1017490" y="684909"/>
                  </a:lnTo>
                  <a:lnTo>
                    <a:pt x="1015026" y="684909"/>
                  </a:lnTo>
                  <a:lnTo>
                    <a:pt x="1012563" y="684909"/>
                  </a:lnTo>
                  <a:lnTo>
                    <a:pt x="1010099" y="684909"/>
                  </a:lnTo>
                  <a:lnTo>
                    <a:pt x="1007635" y="684909"/>
                  </a:lnTo>
                  <a:lnTo>
                    <a:pt x="1005172" y="684909"/>
                  </a:lnTo>
                  <a:lnTo>
                    <a:pt x="1002708" y="684909"/>
                  </a:lnTo>
                  <a:lnTo>
                    <a:pt x="1000244" y="684909"/>
                  </a:lnTo>
                  <a:lnTo>
                    <a:pt x="997781" y="684909"/>
                  </a:lnTo>
                  <a:lnTo>
                    <a:pt x="995317" y="684909"/>
                  </a:lnTo>
                  <a:lnTo>
                    <a:pt x="992853" y="684909"/>
                  </a:lnTo>
                  <a:lnTo>
                    <a:pt x="990390" y="684909"/>
                  </a:lnTo>
                  <a:lnTo>
                    <a:pt x="987926" y="684909"/>
                  </a:lnTo>
                  <a:lnTo>
                    <a:pt x="985463" y="684909"/>
                  </a:lnTo>
                  <a:lnTo>
                    <a:pt x="982999" y="684909"/>
                  </a:lnTo>
                  <a:lnTo>
                    <a:pt x="980535" y="684909"/>
                  </a:lnTo>
                  <a:lnTo>
                    <a:pt x="978072" y="684909"/>
                  </a:lnTo>
                  <a:lnTo>
                    <a:pt x="975608" y="684909"/>
                  </a:lnTo>
                  <a:lnTo>
                    <a:pt x="973144" y="684909"/>
                  </a:lnTo>
                  <a:lnTo>
                    <a:pt x="970681" y="684909"/>
                  </a:lnTo>
                  <a:lnTo>
                    <a:pt x="968217" y="684909"/>
                  </a:lnTo>
                  <a:lnTo>
                    <a:pt x="965753" y="684909"/>
                  </a:lnTo>
                  <a:lnTo>
                    <a:pt x="963290" y="684909"/>
                  </a:lnTo>
                  <a:lnTo>
                    <a:pt x="960826" y="684909"/>
                  </a:lnTo>
                  <a:lnTo>
                    <a:pt x="958362" y="684909"/>
                  </a:lnTo>
                  <a:lnTo>
                    <a:pt x="955899" y="684909"/>
                  </a:lnTo>
                  <a:lnTo>
                    <a:pt x="953435" y="684909"/>
                  </a:lnTo>
                  <a:lnTo>
                    <a:pt x="950971" y="684909"/>
                  </a:lnTo>
                  <a:lnTo>
                    <a:pt x="948508" y="684909"/>
                  </a:lnTo>
                  <a:lnTo>
                    <a:pt x="946044" y="684909"/>
                  </a:lnTo>
                  <a:lnTo>
                    <a:pt x="943580" y="684909"/>
                  </a:lnTo>
                  <a:lnTo>
                    <a:pt x="941117" y="684909"/>
                  </a:lnTo>
                  <a:lnTo>
                    <a:pt x="938653" y="684909"/>
                  </a:lnTo>
                  <a:lnTo>
                    <a:pt x="936189" y="684909"/>
                  </a:lnTo>
                  <a:lnTo>
                    <a:pt x="933726" y="684909"/>
                  </a:lnTo>
                  <a:lnTo>
                    <a:pt x="931262" y="684909"/>
                  </a:lnTo>
                  <a:lnTo>
                    <a:pt x="928798" y="684909"/>
                  </a:lnTo>
                  <a:lnTo>
                    <a:pt x="926335" y="684909"/>
                  </a:lnTo>
                  <a:lnTo>
                    <a:pt x="923871" y="684909"/>
                  </a:lnTo>
                  <a:lnTo>
                    <a:pt x="921407" y="684909"/>
                  </a:lnTo>
                  <a:lnTo>
                    <a:pt x="918944" y="684909"/>
                  </a:lnTo>
                  <a:lnTo>
                    <a:pt x="916480" y="684909"/>
                  </a:lnTo>
                  <a:lnTo>
                    <a:pt x="914016" y="684909"/>
                  </a:lnTo>
                  <a:lnTo>
                    <a:pt x="911553" y="684909"/>
                  </a:lnTo>
                  <a:lnTo>
                    <a:pt x="909089" y="684909"/>
                  </a:lnTo>
                  <a:lnTo>
                    <a:pt x="906625" y="684909"/>
                  </a:lnTo>
                  <a:lnTo>
                    <a:pt x="904162" y="684909"/>
                  </a:lnTo>
                  <a:lnTo>
                    <a:pt x="901698" y="684909"/>
                  </a:lnTo>
                  <a:lnTo>
                    <a:pt x="899235" y="684909"/>
                  </a:lnTo>
                  <a:lnTo>
                    <a:pt x="896771" y="684909"/>
                  </a:lnTo>
                  <a:lnTo>
                    <a:pt x="894307" y="684909"/>
                  </a:lnTo>
                  <a:lnTo>
                    <a:pt x="891844" y="684909"/>
                  </a:lnTo>
                  <a:lnTo>
                    <a:pt x="889380" y="684909"/>
                  </a:lnTo>
                  <a:lnTo>
                    <a:pt x="886916" y="684909"/>
                  </a:lnTo>
                  <a:lnTo>
                    <a:pt x="884453" y="684909"/>
                  </a:lnTo>
                  <a:lnTo>
                    <a:pt x="881989" y="684909"/>
                  </a:lnTo>
                  <a:lnTo>
                    <a:pt x="879525" y="684909"/>
                  </a:lnTo>
                  <a:lnTo>
                    <a:pt x="877062" y="684909"/>
                  </a:lnTo>
                  <a:lnTo>
                    <a:pt x="874598" y="684909"/>
                  </a:lnTo>
                  <a:lnTo>
                    <a:pt x="872134" y="684909"/>
                  </a:lnTo>
                  <a:lnTo>
                    <a:pt x="869671" y="684909"/>
                  </a:lnTo>
                  <a:lnTo>
                    <a:pt x="867207" y="684909"/>
                  </a:lnTo>
                  <a:lnTo>
                    <a:pt x="864743" y="684909"/>
                  </a:lnTo>
                  <a:lnTo>
                    <a:pt x="862280" y="684909"/>
                  </a:lnTo>
                  <a:lnTo>
                    <a:pt x="859816" y="684909"/>
                  </a:lnTo>
                  <a:lnTo>
                    <a:pt x="857352" y="684909"/>
                  </a:lnTo>
                  <a:lnTo>
                    <a:pt x="854889" y="684909"/>
                  </a:lnTo>
                  <a:lnTo>
                    <a:pt x="852425" y="684909"/>
                  </a:lnTo>
                  <a:lnTo>
                    <a:pt x="849961" y="684909"/>
                  </a:lnTo>
                  <a:lnTo>
                    <a:pt x="847498" y="684909"/>
                  </a:lnTo>
                  <a:lnTo>
                    <a:pt x="845034" y="684909"/>
                  </a:lnTo>
                  <a:lnTo>
                    <a:pt x="842570" y="684909"/>
                  </a:lnTo>
                  <a:lnTo>
                    <a:pt x="840107" y="684909"/>
                  </a:lnTo>
                  <a:lnTo>
                    <a:pt x="837643" y="684909"/>
                  </a:lnTo>
                  <a:lnTo>
                    <a:pt x="835179" y="684909"/>
                  </a:lnTo>
                  <a:lnTo>
                    <a:pt x="832716" y="684909"/>
                  </a:lnTo>
                  <a:lnTo>
                    <a:pt x="830252" y="684909"/>
                  </a:lnTo>
                  <a:lnTo>
                    <a:pt x="827788" y="684909"/>
                  </a:lnTo>
                  <a:lnTo>
                    <a:pt x="825325" y="684909"/>
                  </a:lnTo>
                  <a:lnTo>
                    <a:pt x="822861" y="684909"/>
                  </a:lnTo>
                  <a:lnTo>
                    <a:pt x="820397" y="684909"/>
                  </a:lnTo>
                  <a:lnTo>
                    <a:pt x="817934" y="684909"/>
                  </a:lnTo>
                  <a:lnTo>
                    <a:pt x="815470" y="684909"/>
                  </a:lnTo>
                  <a:lnTo>
                    <a:pt x="813006" y="684909"/>
                  </a:lnTo>
                  <a:lnTo>
                    <a:pt x="810543" y="684909"/>
                  </a:lnTo>
                  <a:lnTo>
                    <a:pt x="808079" y="684909"/>
                  </a:lnTo>
                  <a:lnTo>
                    <a:pt x="805616" y="684909"/>
                  </a:lnTo>
                  <a:lnTo>
                    <a:pt x="803152" y="684909"/>
                  </a:lnTo>
                  <a:lnTo>
                    <a:pt x="800688" y="684909"/>
                  </a:lnTo>
                  <a:lnTo>
                    <a:pt x="798225" y="684909"/>
                  </a:lnTo>
                  <a:lnTo>
                    <a:pt x="795761" y="684909"/>
                  </a:lnTo>
                  <a:lnTo>
                    <a:pt x="793297" y="684909"/>
                  </a:lnTo>
                  <a:lnTo>
                    <a:pt x="790834" y="684909"/>
                  </a:lnTo>
                  <a:lnTo>
                    <a:pt x="788370" y="684909"/>
                  </a:lnTo>
                  <a:lnTo>
                    <a:pt x="785906" y="684909"/>
                  </a:lnTo>
                  <a:lnTo>
                    <a:pt x="783443" y="684909"/>
                  </a:lnTo>
                  <a:lnTo>
                    <a:pt x="780979" y="684909"/>
                  </a:lnTo>
                  <a:lnTo>
                    <a:pt x="778515" y="684909"/>
                  </a:lnTo>
                  <a:lnTo>
                    <a:pt x="776052" y="684909"/>
                  </a:lnTo>
                  <a:lnTo>
                    <a:pt x="773588" y="684909"/>
                  </a:lnTo>
                  <a:lnTo>
                    <a:pt x="771124" y="684909"/>
                  </a:lnTo>
                  <a:lnTo>
                    <a:pt x="768661" y="684909"/>
                  </a:lnTo>
                  <a:lnTo>
                    <a:pt x="766197" y="684909"/>
                  </a:lnTo>
                  <a:lnTo>
                    <a:pt x="763733" y="684909"/>
                  </a:lnTo>
                  <a:lnTo>
                    <a:pt x="761270" y="684909"/>
                  </a:lnTo>
                  <a:lnTo>
                    <a:pt x="758806" y="684909"/>
                  </a:lnTo>
                  <a:lnTo>
                    <a:pt x="756342" y="684909"/>
                  </a:lnTo>
                  <a:lnTo>
                    <a:pt x="753879" y="684909"/>
                  </a:lnTo>
                  <a:lnTo>
                    <a:pt x="751415" y="684909"/>
                  </a:lnTo>
                  <a:lnTo>
                    <a:pt x="748951" y="684909"/>
                  </a:lnTo>
                  <a:lnTo>
                    <a:pt x="746488" y="684909"/>
                  </a:lnTo>
                  <a:lnTo>
                    <a:pt x="744024" y="684909"/>
                  </a:lnTo>
                  <a:lnTo>
                    <a:pt x="741560" y="684909"/>
                  </a:lnTo>
                  <a:lnTo>
                    <a:pt x="739097" y="684909"/>
                  </a:lnTo>
                  <a:lnTo>
                    <a:pt x="736633" y="684909"/>
                  </a:lnTo>
                  <a:lnTo>
                    <a:pt x="734169" y="684909"/>
                  </a:lnTo>
                  <a:lnTo>
                    <a:pt x="731706" y="684909"/>
                  </a:lnTo>
                  <a:lnTo>
                    <a:pt x="729242" y="684909"/>
                  </a:lnTo>
                  <a:lnTo>
                    <a:pt x="726778" y="684909"/>
                  </a:lnTo>
                  <a:lnTo>
                    <a:pt x="724315" y="684909"/>
                  </a:lnTo>
                  <a:lnTo>
                    <a:pt x="721851" y="684909"/>
                  </a:lnTo>
                  <a:lnTo>
                    <a:pt x="719388" y="684909"/>
                  </a:lnTo>
                  <a:lnTo>
                    <a:pt x="716924" y="684909"/>
                  </a:lnTo>
                  <a:lnTo>
                    <a:pt x="714460" y="684909"/>
                  </a:lnTo>
                  <a:lnTo>
                    <a:pt x="711997" y="684909"/>
                  </a:lnTo>
                  <a:lnTo>
                    <a:pt x="709533" y="684909"/>
                  </a:lnTo>
                  <a:lnTo>
                    <a:pt x="707069" y="684909"/>
                  </a:lnTo>
                  <a:lnTo>
                    <a:pt x="704606" y="684909"/>
                  </a:lnTo>
                  <a:lnTo>
                    <a:pt x="702142" y="684909"/>
                  </a:lnTo>
                  <a:lnTo>
                    <a:pt x="699678" y="684909"/>
                  </a:lnTo>
                  <a:lnTo>
                    <a:pt x="697215" y="684909"/>
                  </a:lnTo>
                  <a:lnTo>
                    <a:pt x="694751" y="684909"/>
                  </a:lnTo>
                  <a:lnTo>
                    <a:pt x="692287" y="684909"/>
                  </a:lnTo>
                  <a:lnTo>
                    <a:pt x="689824" y="684909"/>
                  </a:lnTo>
                  <a:lnTo>
                    <a:pt x="687360" y="684909"/>
                  </a:lnTo>
                  <a:lnTo>
                    <a:pt x="684896" y="684909"/>
                  </a:lnTo>
                  <a:lnTo>
                    <a:pt x="682433" y="684909"/>
                  </a:lnTo>
                  <a:lnTo>
                    <a:pt x="679969" y="684909"/>
                  </a:lnTo>
                  <a:lnTo>
                    <a:pt x="677505" y="684909"/>
                  </a:lnTo>
                  <a:lnTo>
                    <a:pt x="675042" y="684909"/>
                  </a:lnTo>
                  <a:lnTo>
                    <a:pt x="672578" y="684909"/>
                  </a:lnTo>
                  <a:lnTo>
                    <a:pt x="670114" y="684909"/>
                  </a:lnTo>
                  <a:lnTo>
                    <a:pt x="667651" y="684909"/>
                  </a:lnTo>
                  <a:lnTo>
                    <a:pt x="665187" y="684909"/>
                  </a:lnTo>
                  <a:lnTo>
                    <a:pt x="662723" y="684909"/>
                  </a:lnTo>
                  <a:lnTo>
                    <a:pt x="660260" y="684909"/>
                  </a:lnTo>
                  <a:lnTo>
                    <a:pt x="657796" y="684909"/>
                  </a:lnTo>
                  <a:lnTo>
                    <a:pt x="655332" y="684909"/>
                  </a:lnTo>
                  <a:lnTo>
                    <a:pt x="652869" y="684909"/>
                  </a:lnTo>
                  <a:lnTo>
                    <a:pt x="650405" y="684909"/>
                  </a:lnTo>
                  <a:lnTo>
                    <a:pt x="647941" y="684909"/>
                  </a:lnTo>
                  <a:lnTo>
                    <a:pt x="645478" y="684909"/>
                  </a:lnTo>
                  <a:lnTo>
                    <a:pt x="643014" y="684909"/>
                  </a:lnTo>
                  <a:lnTo>
                    <a:pt x="640550" y="684909"/>
                  </a:lnTo>
                  <a:lnTo>
                    <a:pt x="638087" y="684909"/>
                  </a:lnTo>
                  <a:lnTo>
                    <a:pt x="635623" y="684909"/>
                  </a:lnTo>
                  <a:lnTo>
                    <a:pt x="633159" y="684909"/>
                  </a:lnTo>
                  <a:lnTo>
                    <a:pt x="630696" y="684909"/>
                  </a:lnTo>
                  <a:lnTo>
                    <a:pt x="628232" y="684909"/>
                  </a:lnTo>
                  <a:lnTo>
                    <a:pt x="625769" y="684909"/>
                  </a:lnTo>
                  <a:lnTo>
                    <a:pt x="623305" y="684909"/>
                  </a:lnTo>
                  <a:lnTo>
                    <a:pt x="620841" y="684909"/>
                  </a:lnTo>
                  <a:lnTo>
                    <a:pt x="618378" y="684909"/>
                  </a:lnTo>
                  <a:lnTo>
                    <a:pt x="615914" y="684909"/>
                  </a:lnTo>
                  <a:lnTo>
                    <a:pt x="613450" y="684909"/>
                  </a:lnTo>
                  <a:lnTo>
                    <a:pt x="610987" y="684909"/>
                  </a:lnTo>
                  <a:lnTo>
                    <a:pt x="608523" y="684909"/>
                  </a:lnTo>
                  <a:lnTo>
                    <a:pt x="606059" y="684909"/>
                  </a:lnTo>
                  <a:lnTo>
                    <a:pt x="603596" y="684909"/>
                  </a:lnTo>
                  <a:lnTo>
                    <a:pt x="601132" y="684909"/>
                  </a:lnTo>
                  <a:lnTo>
                    <a:pt x="598668" y="684909"/>
                  </a:lnTo>
                  <a:lnTo>
                    <a:pt x="596205" y="684909"/>
                  </a:lnTo>
                  <a:lnTo>
                    <a:pt x="593741" y="684909"/>
                  </a:lnTo>
                  <a:lnTo>
                    <a:pt x="591277" y="684909"/>
                  </a:lnTo>
                  <a:lnTo>
                    <a:pt x="588814" y="684909"/>
                  </a:lnTo>
                  <a:lnTo>
                    <a:pt x="586350" y="684909"/>
                  </a:lnTo>
                  <a:lnTo>
                    <a:pt x="583886" y="684909"/>
                  </a:lnTo>
                  <a:lnTo>
                    <a:pt x="581423" y="684909"/>
                  </a:lnTo>
                  <a:lnTo>
                    <a:pt x="578959" y="684909"/>
                  </a:lnTo>
                  <a:lnTo>
                    <a:pt x="576495" y="684909"/>
                  </a:lnTo>
                  <a:lnTo>
                    <a:pt x="574032" y="684909"/>
                  </a:lnTo>
                  <a:lnTo>
                    <a:pt x="571568" y="684909"/>
                  </a:lnTo>
                  <a:lnTo>
                    <a:pt x="569104" y="684909"/>
                  </a:lnTo>
                  <a:lnTo>
                    <a:pt x="566641" y="684909"/>
                  </a:lnTo>
                  <a:lnTo>
                    <a:pt x="564177" y="684909"/>
                  </a:lnTo>
                  <a:lnTo>
                    <a:pt x="561713" y="684909"/>
                  </a:lnTo>
                  <a:lnTo>
                    <a:pt x="559250" y="684909"/>
                  </a:lnTo>
                  <a:lnTo>
                    <a:pt x="556786" y="684909"/>
                  </a:lnTo>
                  <a:lnTo>
                    <a:pt x="554322" y="684909"/>
                  </a:lnTo>
                  <a:lnTo>
                    <a:pt x="551859" y="684909"/>
                  </a:lnTo>
                  <a:lnTo>
                    <a:pt x="549395" y="684909"/>
                  </a:lnTo>
                  <a:lnTo>
                    <a:pt x="546931" y="684909"/>
                  </a:lnTo>
                  <a:lnTo>
                    <a:pt x="544468" y="684909"/>
                  </a:lnTo>
                  <a:lnTo>
                    <a:pt x="542004" y="684909"/>
                  </a:lnTo>
                  <a:lnTo>
                    <a:pt x="539541" y="684909"/>
                  </a:lnTo>
                  <a:lnTo>
                    <a:pt x="537077" y="684909"/>
                  </a:lnTo>
                  <a:lnTo>
                    <a:pt x="534613" y="684909"/>
                  </a:lnTo>
                  <a:lnTo>
                    <a:pt x="532150" y="684909"/>
                  </a:lnTo>
                  <a:lnTo>
                    <a:pt x="529686" y="684909"/>
                  </a:lnTo>
                  <a:lnTo>
                    <a:pt x="527222" y="684909"/>
                  </a:lnTo>
                  <a:lnTo>
                    <a:pt x="524759" y="684909"/>
                  </a:lnTo>
                  <a:lnTo>
                    <a:pt x="522295" y="684909"/>
                  </a:lnTo>
                  <a:lnTo>
                    <a:pt x="519831" y="684909"/>
                  </a:lnTo>
                  <a:lnTo>
                    <a:pt x="517368" y="684909"/>
                  </a:lnTo>
                  <a:lnTo>
                    <a:pt x="514904" y="684909"/>
                  </a:lnTo>
                  <a:lnTo>
                    <a:pt x="512440" y="684909"/>
                  </a:lnTo>
                  <a:lnTo>
                    <a:pt x="509977" y="684909"/>
                  </a:lnTo>
                  <a:lnTo>
                    <a:pt x="507513" y="684909"/>
                  </a:lnTo>
                  <a:lnTo>
                    <a:pt x="505049" y="684909"/>
                  </a:lnTo>
                  <a:lnTo>
                    <a:pt x="502586" y="684909"/>
                  </a:lnTo>
                  <a:lnTo>
                    <a:pt x="500122" y="684909"/>
                  </a:lnTo>
                  <a:lnTo>
                    <a:pt x="497658" y="684909"/>
                  </a:lnTo>
                  <a:lnTo>
                    <a:pt x="495195" y="684909"/>
                  </a:lnTo>
                  <a:lnTo>
                    <a:pt x="492731" y="684909"/>
                  </a:lnTo>
                  <a:lnTo>
                    <a:pt x="490267" y="684909"/>
                  </a:lnTo>
                  <a:lnTo>
                    <a:pt x="487804" y="684909"/>
                  </a:lnTo>
                  <a:lnTo>
                    <a:pt x="485340" y="684909"/>
                  </a:lnTo>
                  <a:lnTo>
                    <a:pt x="482876" y="684909"/>
                  </a:lnTo>
                  <a:lnTo>
                    <a:pt x="480413" y="684909"/>
                  </a:lnTo>
                  <a:lnTo>
                    <a:pt x="477949" y="684909"/>
                  </a:lnTo>
                  <a:lnTo>
                    <a:pt x="475485" y="684909"/>
                  </a:lnTo>
                  <a:lnTo>
                    <a:pt x="473022" y="684909"/>
                  </a:lnTo>
                  <a:lnTo>
                    <a:pt x="470558" y="684909"/>
                  </a:lnTo>
                  <a:lnTo>
                    <a:pt x="468094" y="684909"/>
                  </a:lnTo>
                  <a:lnTo>
                    <a:pt x="465631" y="684909"/>
                  </a:lnTo>
                  <a:lnTo>
                    <a:pt x="463167" y="684909"/>
                  </a:lnTo>
                  <a:lnTo>
                    <a:pt x="460703" y="684909"/>
                  </a:lnTo>
                  <a:lnTo>
                    <a:pt x="458240" y="684909"/>
                  </a:lnTo>
                  <a:lnTo>
                    <a:pt x="455776" y="684909"/>
                  </a:lnTo>
                  <a:lnTo>
                    <a:pt x="453312" y="684909"/>
                  </a:lnTo>
                  <a:lnTo>
                    <a:pt x="450849" y="684909"/>
                  </a:lnTo>
                  <a:lnTo>
                    <a:pt x="448385" y="684909"/>
                  </a:lnTo>
                  <a:lnTo>
                    <a:pt x="445922" y="684909"/>
                  </a:lnTo>
                  <a:lnTo>
                    <a:pt x="443458" y="684909"/>
                  </a:lnTo>
                  <a:lnTo>
                    <a:pt x="440994" y="684909"/>
                  </a:lnTo>
                  <a:lnTo>
                    <a:pt x="438531" y="684909"/>
                  </a:lnTo>
                  <a:lnTo>
                    <a:pt x="436067" y="684909"/>
                  </a:lnTo>
                  <a:lnTo>
                    <a:pt x="433603" y="684909"/>
                  </a:lnTo>
                  <a:lnTo>
                    <a:pt x="431140" y="684909"/>
                  </a:lnTo>
                  <a:lnTo>
                    <a:pt x="428676" y="684909"/>
                  </a:lnTo>
                  <a:lnTo>
                    <a:pt x="426212" y="684909"/>
                  </a:lnTo>
                  <a:lnTo>
                    <a:pt x="423749" y="684909"/>
                  </a:lnTo>
                  <a:lnTo>
                    <a:pt x="421285" y="684909"/>
                  </a:lnTo>
                  <a:lnTo>
                    <a:pt x="418821" y="684909"/>
                  </a:lnTo>
                  <a:lnTo>
                    <a:pt x="416358" y="684909"/>
                  </a:lnTo>
                  <a:lnTo>
                    <a:pt x="413894" y="684909"/>
                  </a:lnTo>
                  <a:lnTo>
                    <a:pt x="411430" y="684909"/>
                  </a:lnTo>
                  <a:lnTo>
                    <a:pt x="408967" y="684909"/>
                  </a:lnTo>
                  <a:lnTo>
                    <a:pt x="406503" y="684909"/>
                  </a:lnTo>
                  <a:lnTo>
                    <a:pt x="404039" y="684909"/>
                  </a:lnTo>
                  <a:lnTo>
                    <a:pt x="401576" y="684909"/>
                  </a:lnTo>
                  <a:lnTo>
                    <a:pt x="399112" y="684909"/>
                  </a:lnTo>
                  <a:lnTo>
                    <a:pt x="396648" y="684909"/>
                  </a:lnTo>
                  <a:lnTo>
                    <a:pt x="394185" y="684909"/>
                  </a:lnTo>
                  <a:lnTo>
                    <a:pt x="391721" y="684909"/>
                  </a:lnTo>
                  <a:lnTo>
                    <a:pt x="389257" y="684909"/>
                  </a:lnTo>
                  <a:lnTo>
                    <a:pt x="386794" y="684909"/>
                  </a:lnTo>
                  <a:lnTo>
                    <a:pt x="384330" y="684909"/>
                  </a:lnTo>
                  <a:lnTo>
                    <a:pt x="381866" y="684909"/>
                  </a:lnTo>
                  <a:lnTo>
                    <a:pt x="379403" y="684909"/>
                  </a:lnTo>
                  <a:lnTo>
                    <a:pt x="376939" y="684909"/>
                  </a:lnTo>
                  <a:lnTo>
                    <a:pt x="374475" y="684909"/>
                  </a:lnTo>
                  <a:lnTo>
                    <a:pt x="372012" y="684909"/>
                  </a:lnTo>
                  <a:lnTo>
                    <a:pt x="369548" y="684909"/>
                  </a:lnTo>
                  <a:lnTo>
                    <a:pt x="367084" y="684909"/>
                  </a:lnTo>
                  <a:lnTo>
                    <a:pt x="364621" y="684909"/>
                  </a:lnTo>
                  <a:lnTo>
                    <a:pt x="362157" y="684909"/>
                  </a:lnTo>
                  <a:lnTo>
                    <a:pt x="359694" y="684909"/>
                  </a:lnTo>
                  <a:lnTo>
                    <a:pt x="357230" y="684909"/>
                  </a:lnTo>
                  <a:lnTo>
                    <a:pt x="354766" y="684909"/>
                  </a:lnTo>
                  <a:lnTo>
                    <a:pt x="352303" y="684909"/>
                  </a:lnTo>
                  <a:lnTo>
                    <a:pt x="349839" y="684909"/>
                  </a:lnTo>
                  <a:lnTo>
                    <a:pt x="347375" y="684909"/>
                  </a:lnTo>
                  <a:lnTo>
                    <a:pt x="344912" y="684909"/>
                  </a:lnTo>
                  <a:lnTo>
                    <a:pt x="342448" y="684909"/>
                  </a:lnTo>
                  <a:lnTo>
                    <a:pt x="339984" y="684909"/>
                  </a:lnTo>
                  <a:lnTo>
                    <a:pt x="337521" y="684909"/>
                  </a:lnTo>
                  <a:lnTo>
                    <a:pt x="335057" y="684909"/>
                  </a:lnTo>
                  <a:lnTo>
                    <a:pt x="332593" y="684909"/>
                  </a:lnTo>
                  <a:lnTo>
                    <a:pt x="330130" y="684909"/>
                  </a:lnTo>
                  <a:lnTo>
                    <a:pt x="327666" y="684909"/>
                  </a:lnTo>
                  <a:lnTo>
                    <a:pt x="325202" y="684909"/>
                  </a:lnTo>
                  <a:lnTo>
                    <a:pt x="322739" y="684909"/>
                  </a:lnTo>
                  <a:lnTo>
                    <a:pt x="320275" y="684909"/>
                  </a:lnTo>
                  <a:lnTo>
                    <a:pt x="317811" y="684909"/>
                  </a:lnTo>
                  <a:lnTo>
                    <a:pt x="315348" y="684909"/>
                  </a:lnTo>
                  <a:lnTo>
                    <a:pt x="312884" y="684909"/>
                  </a:lnTo>
                  <a:lnTo>
                    <a:pt x="310420" y="684909"/>
                  </a:lnTo>
                  <a:lnTo>
                    <a:pt x="307957" y="684909"/>
                  </a:lnTo>
                  <a:lnTo>
                    <a:pt x="305493" y="684909"/>
                  </a:lnTo>
                  <a:lnTo>
                    <a:pt x="303029" y="684909"/>
                  </a:lnTo>
                  <a:lnTo>
                    <a:pt x="300566" y="684909"/>
                  </a:lnTo>
                  <a:lnTo>
                    <a:pt x="298102" y="684909"/>
                  </a:lnTo>
                  <a:lnTo>
                    <a:pt x="295638" y="684909"/>
                  </a:lnTo>
                  <a:lnTo>
                    <a:pt x="293175" y="684909"/>
                  </a:lnTo>
                  <a:lnTo>
                    <a:pt x="290711" y="684909"/>
                  </a:lnTo>
                  <a:lnTo>
                    <a:pt x="288247" y="684909"/>
                  </a:lnTo>
                  <a:lnTo>
                    <a:pt x="285784" y="684909"/>
                  </a:lnTo>
                  <a:lnTo>
                    <a:pt x="283320" y="684909"/>
                  </a:lnTo>
                  <a:lnTo>
                    <a:pt x="280856" y="684909"/>
                  </a:lnTo>
                  <a:lnTo>
                    <a:pt x="278393" y="684909"/>
                  </a:lnTo>
                  <a:lnTo>
                    <a:pt x="275929" y="684909"/>
                  </a:lnTo>
                  <a:lnTo>
                    <a:pt x="273465" y="684909"/>
                  </a:lnTo>
                  <a:lnTo>
                    <a:pt x="271002" y="684909"/>
                  </a:lnTo>
                  <a:lnTo>
                    <a:pt x="268538" y="684909"/>
                  </a:lnTo>
                  <a:lnTo>
                    <a:pt x="266075" y="684909"/>
                  </a:lnTo>
                  <a:lnTo>
                    <a:pt x="263611" y="684909"/>
                  </a:lnTo>
                  <a:lnTo>
                    <a:pt x="261147" y="684909"/>
                  </a:lnTo>
                  <a:lnTo>
                    <a:pt x="258684" y="684909"/>
                  </a:lnTo>
                  <a:lnTo>
                    <a:pt x="256220" y="684909"/>
                  </a:lnTo>
                  <a:lnTo>
                    <a:pt x="253756" y="684909"/>
                  </a:lnTo>
                  <a:lnTo>
                    <a:pt x="251293" y="684909"/>
                  </a:lnTo>
                  <a:lnTo>
                    <a:pt x="248829" y="684909"/>
                  </a:lnTo>
                  <a:lnTo>
                    <a:pt x="246365" y="684909"/>
                  </a:lnTo>
                  <a:lnTo>
                    <a:pt x="243902" y="684909"/>
                  </a:lnTo>
                  <a:lnTo>
                    <a:pt x="241438" y="684909"/>
                  </a:lnTo>
                  <a:lnTo>
                    <a:pt x="238974" y="684909"/>
                  </a:lnTo>
                  <a:lnTo>
                    <a:pt x="236511" y="684909"/>
                  </a:lnTo>
                  <a:lnTo>
                    <a:pt x="234047" y="684909"/>
                  </a:lnTo>
                  <a:lnTo>
                    <a:pt x="231583" y="684909"/>
                  </a:lnTo>
                  <a:lnTo>
                    <a:pt x="229120" y="684909"/>
                  </a:lnTo>
                  <a:lnTo>
                    <a:pt x="226656" y="684909"/>
                  </a:lnTo>
                  <a:lnTo>
                    <a:pt x="224192" y="684909"/>
                  </a:lnTo>
                  <a:lnTo>
                    <a:pt x="221729" y="684909"/>
                  </a:lnTo>
                  <a:lnTo>
                    <a:pt x="219265" y="684909"/>
                  </a:lnTo>
                  <a:lnTo>
                    <a:pt x="216801" y="684909"/>
                  </a:lnTo>
                  <a:lnTo>
                    <a:pt x="214338" y="684909"/>
                  </a:lnTo>
                  <a:lnTo>
                    <a:pt x="211874" y="684909"/>
                  </a:lnTo>
                  <a:lnTo>
                    <a:pt x="209410" y="684909"/>
                  </a:lnTo>
                  <a:lnTo>
                    <a:pt x="206947" y="684909"/>
                  </a:lnTo>
                  <a:lnTo>
                    <a:pt x="204483" y="684909"/>
                  </a:lnTo>
                  <a:lnTo>
                    <a:pt x="202019" y="684909"/>
                  </a:lnTo>
                  <a:lnTo>
                    <a:pt x="199556" y="684909"/>
                  </a:lnTo>
                  <a:lnTo>
                    <a:pt x="197092" y="684909"/>
                  </a:lnTo>
                  <a:lnTo>
                    <a:pt x="194628" y="684909"/>
                  </a:lnTo>
                  <a:lnTo>
                    <a:pt x="192165" y="684909"/>
                  </a:lnTo>
                  <a:lnTo>
                    <a:pt x="189701" y="684909"/>
                  </a:lnTo>
                  <a:lnTo>
                    <a:pt x="187237" y="684909"/>
                  </a:lnTo>
                  <a:lnTo>
                    <a:pt x="184774" y="684909"/>
                  </a:lnTo>
                  <a:lnTo>
                    <a:pt x="182310" y="684909"/>
                  </a:lnTo>
                  <a:lnTo>
                    <a:pt x="179847" y="684909"/>
                  </a:lnTo>
                  <a:lnTo>
                    <a:pt x="177383" y="684909"/>
                  </a:lnTo>
                  <a:lnTo>
                    <a:pt x="174919" y="684909"/>
                  </a:lnTo>
                  <a:lnTo>
                    <a:pt x="172456" y="684909"/>
                  </a:lnTo>
                  <a:lnTo>
                    <a:pt x="169992" y="684909"/>
                  </a:lnTo>
                  <a:lnTo>
                    <a:pt x="167528" y="684909"/>
                  </a:lnTo>
                  <a:lnTo>
                    <a:pt x="165065" y="684909"/>
                  </a:lnTo>
                  <a:lnTo>
                    <a:pt x="162601" y="684909"/>
                  </a:lnTo>
                  <a:lnTo>
                    <a:pt x="160137" y="684909"/>
                  </a:lnTo>
                  <a:lnTo>
                    <a:pt x="157674" y="684909"/>
                  </a:lnTo>
                  <a:lnTo>
                    <a:pt x="155210" y="684909"/>
                  </a:lnTo>
                  <a:lnTo>
                    <a:pt x="152746" y="684909"/>
                  </a:lnTo>
                  <a:lnTo>
                    <a:pt x="150283" y="684909"/>
                  </a:lnTo>
                  <a:lnTo>
                    <a:pt x="147819" y="684909"/>
                  </a:lnTo>
                  <a:lnTo>
                    <a:pt x="145355" y="684909"/>
                  </a:lnTo>
                  <a:lnTo>
                    <a:pt x="142892" y="684909"/>
                  </a:lnTo>
                  <a:lnTo>
                    <a:pt x="140428" y="684909"/>
                  </a:lnTo>
                  <a:lnTo>
                    <a:pt x="137964" y="684909"/>
                  </a:lnTo>
                  <a:lnTo>
                    <a:pt x="135501" y="684909"/>
                  </a:lnTo>
                  <a:lnTo>
                    <a:pt x="133037" y="684909"/>
                  </a:lnTo>
                  <a:lnTo>
                    <a:pt x="130573" y="684909"/>
                  </a:lnTo>
                  <a:lnTo>
                    <a:pt x="128110" y="684909"/>
                  </a:lnTo>
                  <a:lnTo>
                    <a:pt x="125646" y="684909"/>
                  </a:lnTo>
                  <a:lnTo>
                    <a:pt x="123182" y="684909"/>
                  </a:lnTo>
                  <a:lnTo>
                    <a:pt x="120719" y="684909"/>
                  </a:lnTo>
                  <a:lnTo>
                    <a:pt x="118255" y="684909"/>
                  </a:lnTo>
                  <a:lnTo>
                    <a:pt x="115791" y="684909"/>
                  </a:lnTo>
                  <a:lnTo>
                    <a:pt x="113328" y="684909"/>
                  </a:lnTo>
                  <a:lnTo>
                    <a:pt x="110864" y="684909"/>
                  </a:lnTo>
                  <a:lnTo>
                    <a:pt x="108400" y="684909"/>
                  </a:lnTo>
                  <a:lnTo>
                    <a:pt x="105937" y="684909"/>
                  </a:lnTo>
                  <a:lnTo>
                    <a:pt x="103473" y="684909"/>
                  </a:lnTo>
                  <a:lnTo>
                    <a:pt x="101009" y="684909"/>
                  </a:lnTo>
                  <a:lnTo>
                    <a:pt x="98546" y="684909"/>
                  </a:lnTo>
                  <a:lnTo>
                    <a:pt x="96082" y="684909"/>
                  </a:lnTo>
                  <a:lnTo>
                    <a:pt x="93618" y="684909"/>
                  </a:lnTo>
                  <a:lnTo>
                    <a:pt x="91155" y="684909"/>
                  </a:lnTo>
                  <a:lnTo>
                    <a:pt x="88691" y="684909"/>
                  </a:lnTo>
                  <a:lnTo>
                    <a:pt x="86228" y="684909"/>
                  </a:lnTo>
                  <a:lnTo>
                    <a:pt x="83764" y="684909"/>
                  </a:lnTo>
                  <a:lnTo>
                    <a:pt x="81300" y="684909"/>
                  </a:lnTo>
                  <a:lnTo>
                    <a:pt x="78837" y="684909"/>
                  </a:lnTo>
                  <a:lnTo>
                    <a:pt x="76373" y="684909"/>
                  </a:lnTo>
                  <a:lnTo>
                    <a:pt x="73909" y="684909"/>
                  </a:lnTo>
                  <a:lnTo>
                    <a:pt x="71446" y="684909"/>
                  </a:lnTo>
                  <a:lnTo>
                    <a:pt x="68982" y="684909"/>
                  </a:lnTo>
                  <a:lnTo>
                    <a:pt x="66518" y="684909"/>
                  </a:lnTo>
                  <a:lnTo>
                    <a:pt x="64055" y="684909"/>
                  </a:lnTo>
                  <a:lnTo>
                    <a:pt x="61591" y="684909"/>
                  </a:lnTo>
                  <a:lnTo>
                    <a:pt x="59127" y="684909"/>
                  </a:lnTo>
                  <a:lnTo>
                    <a:pt x="56664" y="684909"/>
                  </a:lnTo>
                  <a:lnTo>
                    <a:pt x="54200" y="684909"/>
                  </a:lnTo>
                  <a:lnTo>
                    <a:pt x="51736" y="684909"/>
                  </a:lnTo>
                  <a:lnTo>
                    <a:pt x="49273" y="684909"/>
                  </a:lnTo>
                  <a:lnTo>
                    <a:pt x="46809" y="684909"/>
                  </a:lnTo>
                  <a:lnTo>
                    <a:pt x="44345" y="684909"/>
                  </a:lnTo>
                  <a:lnTo>
                    <a:pt x="41882" y="684909"/>
                  </a:lnTo>
                  <a:lnTo>
                    <a:pt x="39418" y="684909"/>
                  </a:lnTo>
                  <a:lnTo>
                    <a:pt x="36954" y="684909"/>
                  </a:lnTo>
                  <a:lnTo>
                    <a:pt x="34491" y="684909"/>
                  </a:lnTo>
                  <a:lnTo>
                    <a:pt x="32027" y="684909"/>
                  </a:lnTo>
                  <a:lnTo>
                    <a:pt x="29563" y="684909"/>
                  </a:lnTo>
                  <a:lnTo>
                    <a:pt x="27100" y="684909"/>
                  </a:lnTo>
                  <a:lnTo>
                    <a:pt x="24636" y="684909"/>
                  </a:lnTo>
                  <a:lnTo>
                    <a:pt x="22172" y="684909"/>
                  </a:lnTo>
                  <a:lnTo>
                    <a:pt x="19709" y="684909"/>
                  </a:lnTo>
                  <a:lnTo>
                    <a:pt x="17245" y="684909"/>
                  </a:lnTo>
                  <a:lnTo>
                    <a:pt x="14781" y="684909"/>
                  </a:lnTo>
                  <a:lnTo>
                    <a:pt x="12318" y="684909"/>
                  </a:lnTo>
                  <a:lnTo>
                    <a:pt x="9854" y="684909"/>
                  </a:lnTo>
                  <a:lnTo>
                    <a:pt x="7390" y="684909"/>
                  </a:lnTo>
                  <a:lnTo>
                    <a:pt x="4927" y="684909"/>
                  </a:lnTo>
                  <a:lnTo>
                    <a:pt x="2463" y="68490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2433616" y="5468988"/>
              <a:ext cx="1258929" cy="684909"/>
            </a:xfrm>
            <a:custGeom>
              <a:avLst/>
              <a:pathLst>
                <a:path w="1258929" h="684909">
                  <a:moveTo>
                    <a:pt x="0" y="684909"/>
                  </a:moveTo>
                  <a:lnTo>
                    <a:pt x="2463" y="684909"/>
                  </a:lnTo>
                  <a:lnTo>
                    <a:pt x="4927" y="684909"/>
                  </a:lnTo>
                  <a:lnTo>
                    <a:pt x="7390" y="684909"/>
                  </a:lnTo>
                  <a:lnTo>
                    <a:pt x="9854" y="684909"/>
                  </a:lnTo>
                  <a:lnTo>
                    <a:pt x="12318" y="684908"/>
                  </a:lnTo>
                  <a:lnTo>
                    <a:pt x="14781" y="684908"/>
                  </a:lnTo>
                  <a:lnTo>
                    <a:pt x="17245" y="684908"/>
                  </a:lnTo>
                  <a:lnTo>
                    <a:pt x="19709" y="684907"/>
                  </a:lnTo>
                  <a:lnTo>
                    <a:pt x="22172" y="684906"/>
                  </a:lnTo>
                  <a:lnTo>
                    <a:pt x="24636" y="684904"/>
                  </a:lnTo>
                  <a:lnTo>
                    <a:pt x="27100" y="684902"/>
                  </a:lnTo>
                  <a:lnTo>
                    <a:pt x="29563" y="684897"/>
                  </a:lnTo>
                  <a:lnTo>
                    <a:pt x="32027" y="684890"/>
                  </a:lnTo>
                  <a:lnTo>
                    <a:pt x="34491" y="684879"/>
                  </a:lnTo>
                  <a:lnTo>
                    <a:pt x="36954" y="684862"/>
                  </a:lnTo>
                  <a:lnTo>
                    <a:pt x="39418" y="684836"/>
                  </a:lnTo>
                  <a:lnTo>
                    <a:pt x="41882" y="684798"/>
                  </a:lnTo>
                  <a:lnTo>
                    <a:pt x="44345" y="684743"/>
                  </a:lnTo>
                  <a:lnTo>
                    <a:pt x="46809" y="684661"/>
                  </a:lnTo>
                  <a:lnTo>
                    <a:pt x="49273" y="684538"/>
                  </a:lnTo>
                  <a:lnTo>
                    <a:pt x="51736" y="684362"/>
                  </a:lnTo>
                  <a:lnTo>
                    <a:pt x="54200" y="684114"/>
                  </a:lnTo>
                  <a:lnTo>
                    <a:pt x="56664" y="683769"/>
                  </a:lnTo>
                  <a:lnTo>
                    <a:pt x="59127" y="683295"/>
                  </a:lnTo>
                  <a:lnTo>
                    <a:pt x="61591" y="682654"/>
                  </a:lnTo>
                  <a:lnTo>
                    <a:pt x="64055" y="681798"/>
                  </a:lnTo>
                  <a:lnTo>
                    <a:pt x="66518" y="680642"/>
                  </a:lnTo>
                  <a:lnTo>
                    <a:pt x="68982" y="679081"/>
                  </a:lnTo>
                  <a:lnTo>
                    <a:pt x="71446" y="677047"/>
                  </a:lnTo>
                  <a:lnTo>
                    <a:pt x="73909" y="674435"/>
                  </a:lnTo>
                  <a:lnTo>
                    <a:pt x="76373" y="671120"/>
                  </a:lnTo>
                  <a:lnTo>
                    <a:pt x="78837" y="666966"/>
                  </a:lnTo>
                  <a:lnTo>
                    <a:pt x="81300" y="661821"/>
                  </a:lnTo>
                  <a:lnTo>
                    <a:pt x="83764" y="655521"/>
                  </a:lnTo>
                  <a:lnTo>
                    <a:pt x="86228" y="647756"/>
                  </a:lnTo>
                  <a:lnTo>
                    <a:pt x="88691" y="638293"/>
                  </a:lnTo>
                  <a:lnTo>
                    <a:pt x="91155" y="627061"/>
                  </a:lnTo>
                  <a:lnTo>
                    <a:pt x="93618" y="613885"/>
                  </a:lnTo>
                  <a:lnTo>
                    <a:pt x="96082" y="598606"/>
                  </a:lnTo>
                  <a:lnTo>
                    <a:pt x="98546" y="581086"/>
                  </a:lnTo>
                  <a:lnTo>
                    <a:pt x="101009" y="561215"/>
                  </a:lnTo>
                  <a:lnTo>
                    <a:pt x="103473" y="538920"/>
                  </a:lnTo>
                  <a:lnTo>
                    <a:pt x="105937" y="513918"/>
                  </a:lnTo>
                  <a:lnTo>
                    <a:pt x="108400" y="486367"/>
                  </a:lnTo>
                  <a:lnTo>
                    <a:pt x="110864" y="456553"/>
                  </a:lnTo>
                  <a:lnTo>
                    <a:pt x="113328" y="424670"/>
                  </a:lnTo>
                  <a:lnTo>
                    <a:pt x="115791" y="390980"/>
                  </a:lnTo>
                  <a:lnTo>
                    <a:pt x="118255" y="355810"/>
                  </a:lnTo>
                  <a:lnTo>
                    <a:pt x="120719" y="319554"/>
                  </a:lnTo>
                  <a:lnTo>
                    <a:pt x="123182" y="282664"/>
                  </a:lnTo>
                  <a:lnTo>
                    <a:pt x="125646" y="245724"/>
                  </a:lnTo>
                  <a:lnTo>
                    <a:pt x="128110" y="209443"/>
                  </a:lnTo>
                  <a:lnTo>
                    <a:pt x="130573" y="174409"/>
                  </a:lnTo>
                  <a:lnTo>
                    <a:pt x="133037" y="141206"/>
                  </a:lnTo>
                  <a:lnTo>
                    <a:pt x="135501" y="110398"/>
                  </a:lnTo>
                  <a:lnTo>
                    <a:pt x="137964" y="82514"/>
                  </a:lnTo>
                  <a:lnTo>
                    <a:pt x="140428" y="58029"/>
                  </a:lnTo>
                  <a:lnTo>
                    <a:pt x="142892" y="37347"/>
                  </a:lnTo>
                  <a:lnTo>
                    <a:pt x="145355" y="21401"/>
                  </a:lnTo>
                  <a:lnTo>
                    <a:pt x="147819" y="9931"/>
                  </a:lnTo>
                  <a:lnTo>
                    <a:pt x="150283" y="2831"/>
                  </a:lnTo>
                  <a:lnTo>
                    <a:pt x="152746" y="0"/>
                  </a:lnTo>
                  <a:lnTo>
                    <a:pt x="155210" y="1218"/>
                  </a:lnTo>
                  <a:lnTo>
                    <a:pt x="157674" y="6160"/>
                  </a:lnTo>
                  <a:lnTo>
                    <a:pt x="160137" y="14405"/>
                  </a:lnTo>
                  <a:lnTo>
                    <a:pt x="162601" y="25449"/>
                  </a:lnTo>
                  <a:lnTo>
                    <a:pt x="165065" y="38942"/>
                  </a:lnTo>
                  <a:lnTo>
                    <a:pt x="167528" y="53828"/>
                  </a:lnTo>
                  <a:lnTo>
                    <a:pt x="169992" y="69482"/>
                  </a:lnTo>
                  <a:lnTo>
                    <a:pt x="172456" y="85333"/>
                  </a:lnTo>
                  <a:lnTo>
                    <a:pt x="174919" y="100867"/>
                  </a:lnTo>
                  <a:lnTo>
                    <a:pt x="177383" y="115645"/>
                  </a:lnTo>
                  <a:lnTo>
                    <a:pt x="179847" y="129313"/>
                  </a:lnTo>
                  <a:lnTo>
                    <a:pt x="182310" y="141608"/>
                  </a:lnTo>
                  <a:lnTo>
                    <a:pt x="184774" y="152157"/>
                  </a:lnTo>
                  <a:lnTo>
                    <a:pt x="187237" y="161222"/>
                  </a:lnTo>
                  <a:lnTo>
                    <a:pt x="189701" y="168939"/>
                  </a:lnTo>
                  <a:lnTo>
                    <a:pt x="192165" y="175522"/>
                  </a:lnTo>
                  <a:lnTo>
                    <a:pt x="194628" y="181251"/>
                  </a:lnTo>
                  <a:lnTo>
                    <a:pt x="197092" y="186453"/>
                  </a:lnTo>
                  <a:lnTo>
                    <a:pt x="199556" y="191482"/>
                  </a:lnTo>
                  <a:lnTo>
                    <a:pt x="202019" y="196720"/>
                  </a:lnTo>
                  <a:lnTo>
                    <a:pt x="204483" y="202669"/>
                  </a:lnTo>
                  <a:lnTo>
                    <a:pt x="206947" y="209596"/>
                  </a:lnTo>
                  <a:lnTo>
                    <a:pt x="209410" y="217747"/>
                  </a:lnTo>
                  <a:lnTo>
                    <a:pt x="211874" y="227307"/>
                  </a:lnTo>
                  <a:lnTo>
                    <a:pt x="214338" y="238401"/>
                  </a:lnTo>
                  <a:lnTo>
                    <a:pt x="216801" y="251090"/>
                  </a:lnTo>
                  <a:lnTo>
                    <a:pt x="219265" y="265375"/>
                  </a:lnTo>
                  <a:lnTo>
                    <a:pt x="221729" y="281260"/>
                  </a:lnTo>
                  <a:lnTo>
                    <a:pt x="224192" y="298710"/>
                  </a:lnTo>
                  <a:lnTo>
                    <a:pt x="226656" y="317358"/>
                  </a:lnTo>
                  <a:lnTo>
                    <a:pt x="229120" y="337004"/>
                  </a:lnTo>
                  <a:lnTo>
                    <a:pt x="231583" y="357435"/>
                  </a:lnTo>
                  <a:lnTo>
                    <a:pt x="234047" y="378428"/>
                  </a:lnTo>
                  <a:lnTo>
                    <a:pt x="236511" y="399756"/>
                  </a:lnTo>
                  <a:lnTo>
                    <a:pt x="238974" y="421196"/>
                  </a:lnTo>
                  <a:lnTo>
                    <a:pt x="241438" y="442511"/>
                  </a:lnTo>
                  <a:lnTo>
                    <a:pt x="243902" y="463432"/>
                  </a:lnTo>
                  <a:lnTo>
                    <a:pt x="246365" y="483796"/>
                  </a:lnTo>
                  <a:lnTo>
                    <a:pt x="248829" y="503449"/>
                  </a:lnTo>
                  <a:lnTo>
                    <a:pt x="251293" y="522252"/>
                  </a:lnTo>
                  <a:lnTo>
                    <a:pt x="253756" y="540089"/>
                  </a:lnTo>
                  <a:lnTo>
                    <a:pt x="256220" y="556865"/>
                  </a:lnTo>
                  <a:lnTo>
                    <a:pt x="258684" y="572503"/>
                  </a:lnTo>
                  <a:lnTo>
                    <a:pt x="261147" y="586850"/>
                  </a:lnTo>
                  <a:lnTo>
                    <a:pt x="263611" y="599857"/>
                  </a:lnTo>
                  <a:lnTo>
                    <a:pt x="266075" y="611629"/>
                  </a:lnTo>
                  <a:lnTo>
                    <a:pt x="268538" y="622181"/>
                  </a:lnTo>
                  <a:lnTo>
                    <a:pt x="271002" y="631541"/>
                  </a:lnTo>
                  <a:lnTo>
                    <a:pt x="273465" y="639752"/>
                  </a:lnTo>
                  <a:lnTo>
                    <a:pt x="275929" y="646869"/>
                  </a:lnTo>
                  <a:lnTo>
                    <a:pt x="278393" y="652954"/>
                  </a:lnTo>
                  <a:lnTo>
                    <a:pt x="280856" y="657991"/>
                  </a:lnTo>
                  <a:lnTo>
                    <a:pt x="283320" y="662099"/>
                  </a:lnTo>
                  <a:lnTo>
                    <a:pt x="285784" y="665419"/>
                  </a:lnTo>
                  <a:lnTo>
                    <a:pt x="288247" y="668020"/>
                  </a:lnTo>
                  <a:lnTo>
                    <a:pt x="290711" y="669966"/>
                  </a:lnTo>
                  <a:lnTo>
                    <a:pt x="293175" y="671315"/>
                  </a:lnTo>
                  <a:lnTo>
                    <a:pt x="295638" y="672115"/>
                  </a:lnTo>
                  <a:lnTo>
                    <a:pt x="298102" y="672410"/>
                  </a:lnTo>
                  <a:lnTo>
                    <a:pt x="300566" y="672178"/>
                  </a:lnTo>
                  <a:lnTo>
                    <a:pt x="303029" y="671476"/>
                  </a:lnTo>
                  <a:lnTo>
                    <a:pt x="305493" y="670336"/>
                  </a:lnTo>
                  <a:lnTo>
                    <a:pt x="307957" y="668761"/>
                  </a:lnTo>
                  <a:lnTo>
                    <a:pt x="310420" y="666748"/>
                  </a:lnTo>
                  <a:lnTo>
                    <a:pt x="312884" y="664290"/>
                  </a:lnTo>
                  <a:lnTo>
                    <a:pt x="315348" y="661377"/>
                  </a:lnTo>
                  <a:lnTo>
                    <a:pt x="317811" y="658001"/>
                  </a:lnTo>
                  <a:lnTo>
                    <a:pt x="320275" y="654091"/>
                  </a:lnTo>
                  <a:lnTo>
                    <a:pt x="322739" y="649696"/>
                  </a:lnTo>
                  <a:lnTo>
                    <a:pt x="325202" y="644846"/>
                  </a:lnTo>
                  <a:lnTo>
                    <a:pt x="327666" y="639563"/>
                  </a:lnTo>
                  <a:lnTo>
                    <a:pt x="330130" y="633885"/>
                  </a:lnTo>
                  <a:lnTo>
                    <a:pt x="332593" y="627861"/>
                  </a:lnTo>
                  <a:lnTo>
                    <a:pt x="335057" y="621557"/>
                  </a:lnTo>
                  <a:lnTo>
                    <a:pt x="337521" y="615050"/>
                  </a:lnTo>
                  <a:lnTo>
                    <a:pt x="339984" y="608437"/>
                  </a:lnTo>
                  <a:lnTo>
                    <a:pt x="342448" y="601862"/>
                  </a:lnTo>
                  <a:lnTo>
                    <a:pt x="344912" y="595441"/>
                  </a:lnTo>
                  <a:lnTo>
                    <a:pt x="347375" y="589291"/>
                  </a:lnTo>
                  <a:lnTo>
                    <a:pt x="349839" y="583529"/>
                  </a:lnTo>
                  <a:lnTo>
                    <a:pt x="352303" y="578262"/>
                  </a:lnTo>
                  <a:lnTo>
                    <a:pt x="354766" y="573593"/>
                  </a:lnTo>
                  <a:lnTo>
                    <a:pt x="357230" y="569608"/>
                  </a:lnTo>
                  <a:lnTo>
                    <a:pt x="359694" y="566517"/>
                  </a:lnTo>
                  <a:lnTo>
                    <a:pt x="362157" y="564238"/>
                  </a:lnTo>
                  <a:lnTo>
                    <a:pt x="364621" y="562789"/>
                  </a:lnTo>
                  <a:lnTo>
                    <a:pt x="367084" y="562164"/>
                  </a:lnTo>
                  <a:lnTo>
                    <a:pt x="369548" y="562337"/>
                  </a:lnTo>
                  <a:lnTo>
                    <a:pt x="372012" y="563268"/>
                  </a:lnTo>
                  <a:lnTo>
                    <a:pt x="374475" y="564897"/>
                  </a:lnTo>
                  <a:lnTo>
                    <a:pt x="376939" y="567167"/>
                  </a:lnTo>
                  <a:lnTo>
                    <a:pt x="379403" y="570047"/>
                  </a:lnTo>
                  <a:lnTo>
                    <a:pt x="381866" y="573355"/>
                  </a:lnTo>
                  <a:lnTo>
                    <a:pt x="384330" y="577006"/>
                  </a:lnTo>
                  <a:lnTo>
                    <a:pt x="386794" y="580913"/>
                  </a:lnTo>
                  <a:lnTo>
                    <a:pt x="389257" y="584999"/>
                  </a:lnTo>
                  <a:lnTo>
                    <a:pt x="391721" y="589187"/>
                  </a:lnTo>
                  <a:lnTo>
                    <a:pt x="394185" y="593410"/>
                  </a:lnTo>
                  <a:lnTo>
                    <a:pt x="396648" y="597604"/>
                  </a:lnTo>
                  <a:lnTo>
                    <a:pt x="399112" y="601698"/>
                  </a:lnTo>
                  <a:lnTo>
                    <a:pt x="401576" y="605658"/>
                  </a:lnTo>
                  <a:lnTo>
                    <a:pt x="404039" y="609453"/>
                  </a:lnTo>
                  <a:lnTo>
                    <a:pt x="406503" y="613058"/>
                  </a:lnTo>
                  <a:lnTo>
                    <a:pt x="408967" y="616458"/>
                  </a:lnTo>
                  <a:lnTo>
                    <a:pt x="411430" y="619643"/>
                  </a:lnTo>
                  <a:lnTo>
                    <a:pt x="413894" y="622609"/>
                  </a:lnTo>
                  <a:lnTo>
                    <a:pt x="416358" y="625348"/>
                  </a:lnTo>
                  <a:lnTo>
                    <a:pt x="418821" y="627861"/>
                  </a:lnTo>
                  <a:lnTo>
                    <a:pt x="421285" y="630189"/>
                  </a:lnTo>
                  <a:lnTo>
                    <a:pt x="423749" y="632352"/>
                  </a:lnTo>
                  <a:lnTo>
                    <a:pt x="426212" y="634373"/>
                  </a:lnTo>
                  <a:lnTo>
                    <a:pt x="428676" y="636275"/>
                  </a:lnTo>
                  <a:lnTo>
                    <a:pt x="431140" y="638085"/>
                  </a:lnTo>
                  <a:lnTo>
                    <a:pt x="433603" y="639825"/>
                  </a:lnTo>
                  <a:lnTo>
                    <a:pt x="436067" y="641518"/>
                  </a:lnTo>
                  <a:lnTo>
                    <a:pt x="438531" y="643189"/>
                  </a:lnTo>
                  <a:lnTo>
                    <a:pt x="440994" y="644857"/>
                  </a:lnTo>
                  <a:lnTo>
                    <a:pt x="443458" y="646535"/>
                  </a:lnTo>
                  <a:lnTo>
                    <a:pt x="445922" y="648230"/>
                  </a:lnTo>
                  <a:lnTo>
                    <a:pt x="448385" y="649944"/>
                  </a:lnTo>
                  <a:lnTo>
                    <a:pt x="450849" y="651679"/>
                  </a:lnTo>
                  <a:lnTo>
                    <a:pt x="453312" y="653431"/>
                  </a:lnTo>
                  <a:lnTo>
                    <a:pt x="455776" y="655194"/>
                  </a:lnTo>
                  <a:lnTo>
                    <a:pt x="458240" y="656955"/>
                  </a:lnTo>
                  <a:lnTo>
                    <a:pt x="460703" y="658703"/>
                  </a:lnTo>
                  <a:lnTo>
                    <a:pt x="463167" y="660427"/>
                  </a:lnTo>
                  <a:lnTo>
                    <a:pt x="465631" y="662115"/>
                  </a:lnTo>
                  <a:lnTo>
                    <a:pt x="468094" y="663756"/>
                  </a:lnTo>
                  <a:lnTo>
                    <a:pt x="470558" y="665341"/>
                  </a:lnTo>
                  <a:lnTo>
                    <a:pt x="473022" y="666860"/>
                  </a:lnTo>
                  <a:lnTo>
                    <a:pt x="475485" y="668298"/>
                  </a:lnTo>
                  <a:lnTo>
                    <a:pt x="477949" y="669652"/>
                  </a:lnTo>
                  <a:lnTo>
                    <a:pt x="480413" y="670922"/>
                  </a:lnTo>
                  <a:lnTo>
                    <a:pt x="482876" y="672108"/>
                  </a:lnTo>
                  <a:lnTo>
                    <a:pt x="485340" y="673209"/>
                  </a:lnTo>
                  <a:lnTo>
                    <a:pt x="487804" y="674225"/>
                  </a:lnTo>
                  <a:lnTo>
                    <a:pt x="490267" y="675160"/>
                  </a:lnTo>
                  <a:lnTo>
                    <a:pt x="492731" y="676015"/>
                  </a:lnTo>
                  <a:lnTo>
                    <a:pt x="495195" y="676784"/>
                  </a:lnTo>
                  <a:lnTo>
                    <a:pt x="497658" y="677480"/>
                  </a:lnTo>
                  <a:lnTo>
                    <a:pt x="500122" y="678111"/>
                  </a:lnTo>
                  <a:lnTo>
                    <a:pt x="502586" y="678679"/>
                  </a:lnTo>
                  <a:lnTo>
                    <a:pt x="505049" y="679190"/>
                  </a:lnTo>
                  <a:lnTo>
                    <a:pt x="507513" y="679648"/>
                  </a:lnTo>
                  <a:lnTo>
                    <a:pt x="509977" y="680056"/>
                  </a:lnTo>
                  <a:lnTo>
                    <a:pt x="512440" y="680418"/>
                  </a:lnTo>
                  <a:lnTo>
                    <a:pt x="514904" y="680730"/>
                  </a:lnTo>
                  <a:lnTo>
                    <a:pt x="517368" y="681003"/>
                  </a:lnTo>
                  <a:lnTo>
                    <a:pt x="519831" y="681237"/>
                  </a:lnTo>
                  <a:lnTo>
                    <a:pt x="522295" y="681437"/>
                  </a:lnTo>
                  <a:lnTo>
                    <a:pt x="524759" y="681602"/>
                  </a:lnTo>
                  <a:lnTo>
                    <a:pt x="527222" y="681735"/>
                  </a:lnTo>
                  <a:lnTo>
                    <a:pt x="529686" y="681837"/>
                  </a:lnTo>
                  <a:lnTo>
                    <a:pt x="532150" y="681911"/>
                  </a:lnTo>
                  <a:lnTo>
                    <a:pt x="534613" y="681953"/>
                  </a:lnTo>
                  <a:lnTo>
                    <a:pt x="537077" y="681970"/>
                  </a:lnTo>
                  <a:lnTo>
                    <a:pt x="539541" y="681965"/>
                  </a:lnTo>
                  <a:lnTo>
                    <a:pt x="542004" y="681940"/>
                  </a:lnTo>
                  <a:lnTo>
                    <a:pt x="544468" y="681899"/>
                  </a:lnTo>
                  <a:lnTo>
                    <a:pt x="546931" y="681845"/>
                  </a:lnTo>
                  <a:lnTo>
                    <a:pt x="549395" y="681779"/>
                  </a:lnTo>
                  <a:lnTo>
                    <a:pt x="551859" y="681707"/>
                  </a:lnTo>
                  <a:lnTo>
                    <a:pt x="554322" y="681631"/>
                  </a:lnTo>
                  <a:lnTo>
                    <a:pt x="556786" y="681555"/>
                  </a:lnTo>
                  <a:lnTo>
                    <a:pt x="559250" y="681484"/>
                  </a:lnTo>
                  <a:lnTo>
                    <a:pt x="561713" y="681419"/>
                  </a:lnTo>
                  <a:lnTo>
                    <a:pt x="564177" y="681363"/>
                  </a:lnTo>
                  <a:lnTo>
                    <a:pt x="566641" y="681319"/>
                  </a:lnTo>
                  <a:lnTo>
                    <a:pt x="569104" y="681288"/>
                  </a:lnTo>
                  <a:lnTo>
                    <a:pt x="571568" y="681273"/>
                  </a:lnTo>
                  <a:lnTo>
                    <a:pt x="574032" y="681277"/>
                  </a:lnTo>
                  <a:lnTo>
                    <a:pt x="576495" y="681299"/>
                  </a:lnTo>
                  <a:lnTo>
                    <a:pt x="578959" y="681338"/>
                  </a:lnTo>
                  <a:lnTo>
                    <a:pt x="581423" y="681394"/>
                  </a:lnTo>
                  <a:lnTo>
                    <a:pt x="583886" y="681467"/>
                  </a:lnTo>
                  <a:lnTo>
                    <a:pt x="586350" y="681555"/>
                  </a:lnTo>
                  <a:lnTo>
                    <a:pt x="588814" y="681658"/>
                  </a:lnTo>
                  <a:lnTo>
                    <a:pt x="591277" y="681775"/>
                  </a:lnTo>
                  <a:lnTo>
                    <a:pt x="593741" y="681902"/>
                  </a:lnTo>
                  <a:lnTo>
                    <a:pt x="596205" y="682036"/>
                  </a:lnTo>
                  <a:lnTo>
                    <a:pt x="598668" y="682175"/>
                  </a:lnTo>
                  <a:lnTo>
                    <a:pt x="601132" y="682315"/>
                  </a:lnTo>
                  <a:lnTo>
                    <a:pt x="603596" y="682453"/>
                  </a:lnTo>
                  <a:lnTo>
                    <a:pt x="606059" y="682587"/>
                  </a:lnTo>
                  <a:lnTo>
                    <a:pt x="608523" y="682713"/>
                  </a:lnTo>
                  <a:lnTo>
                    <a:pt x="610987" y="682829"/>
                  </a:lnTo>
                  <a:lnTo>
                    <a:pt x="613450" y="682930"/>
                  </a:lnTo>
                  <a:lnTo>
                    <a:pt x="615914" y="683016"/>
                  </a:lnTo>
                  <a:lnTo>
                    <a:pt x="618378" y="683087"/>
                  </a:lnTo>
                  <a:lnTo>
                    <a:pt x="620841" y="683141"/>
                  </a:lnTo>
                  <a:lnTo>
                    <a:pt x="623305" y="683180"/>
                  </a:lnTo>
                  <a:lnTo>
                    <a:pt x="625769" y="683203"/>
                  </a:lnTo>
                  <a:lnTo>
                    <a:pt x="628232" y="683212"/>
                  </a:lnTo>
                  <a:lnTo>
                    <a:pt x="630696" y="683208"/>
                  </a:lnTo>
                  <a:lnTo>
                    <a:pt x="633159" y="683194"/>
                  </a:lnTo>
                  <a:lnTo>
                    <a:pt x="635623" y="683173"/>
                  </a:lnTo>
                  <a:lnTo>
                    <a:pt x="638087" y="683147"/>
                  </a:lnTo>
                  <a:lnTo>
                    <a:pt x="640550" y="683119"/>
                  </a:lnTo>
                  <a:lnTo>
                    <a:pt x="643014" y="683090"/>
                  </a:lnTo>
                  <a:lnTo>
                    <a:pt x="645478" y="683063"/>
                  </a:lnTo>
                  <a:lnTo>
                    <a:pt x="647941" y="683037"/>
                  </a:lnTo>
                  <a:lnTo>
                    <a:pt x="650405" y="683014"/>
                  </a:lnTo>
                  <a:lnTo>
                    <a:pt x="652869" y="682995"/>
                  </a:lnTo>
                  <a:lnTo>
                    <a:pt x="655332" y="682977"/>
                  </a:lnTo>
                  <a:lnTo>
                    <a:pt x="657796" y="682961"/>
                  </a:lnTo>
                  <a:lnTo>
                    <a:pt x="660260" y="682944"/>
                  </a:lnTo>
                  <a:lnTo>
                    <a:pt x="662723" y="682925"/>
                  </a:lnTo>
                  <a:lnTo>
                    <a:pt x="665187" y="682902"/>
                  </a:lnTo>
                  <a:lnTo>
                    <a:pt x="667651" y="682874"/>
                  </a:lnTo>
                  <a:lnTo>
                    <a:pt x="670114" y="682838"/>
                  </a:lnTo>
                  <a:lnTo>
                    <a:pt x="672578" y="682793"/>
                  </a:lnTo>
                  <a:lnTo>
                    <a:pt x="675042" y="682738"/>
                  </a:lnTo>
                  <a:lnTo>
                    <a:pt x="677505" y="682673"/>
                  </a:lnTo>
                  <a:lnTo>
                    <a:pt x="679969" y="682597"/>
                  </a:lnTo>
                  <a:lnTo>
                    <a:pt x="682433" y="682509"/>
                  </a:lnTo>
                  <a:lnTo>
                    <a:pt x="684896" y="682410"/>
                  </a:lnTo>
                  <a:lnTo>
                    <a:pt x="687360" y="682299"/>
                  </a:lnTo>
                  <a:lnTo>
                    <a:pt x="689824" y="682176"/>
                  </a:lnTo>
                  <a:lnTo>
                    <a:pt x="692287" y="682042"/>
                  </a:lnTo>
                  <a:lnTo>
                    <a:pt x="694751" y="681897"/>
                  </a:lnTo>
                  <a:lnTo>
                    <a:pt x="697215" y="681743"/>
                  </a:lnTo>
                  <a:lnTo>
                    <a:pt x="699678" y="681578"/>
                  </a:lnTo>
                  <a:lnTo>
                    <a:pt x="702142" y="681405"/>
                  </a:lnTo>
                  <a:lnTo>
                    <a:pt x="704606" y="681223"/>
                  </a:lnTo>
                  <a:lnTo>
                    <a:pt x="707069" y="681034"/>
                  </a:lnTo>
                  <a:lnTo>
                    <a:pt x="709533" y="680839"/>
                  </a:lnTo>
                  <a:lnTo>
                    <a:pt x="711997" y="680641"/>
                  </a:lnTo>
                  <a:lnTo>
                    <a:pt x="714460" y="680442"/>
                  </a:lnTo>
                  <a:lnTo>
                    <a:pt x="716924" y="680246"/>
                  </a:lnTo>
                  <a:lnTo>
                    <a:pt x="719388" y="680056"/>
                  </a:lnTo>
                  <a:lnTo>
                    <a:pt x="721851" y="679876"/>
                  </a:lnTo>
                  <a:lnTo>
                    <a:pt x="724315" y="679711"/>
                  </a:lnTo>
                  <a:lnTo>
                    <a:pt x="726778" y="679564"/>
                  </a:lnTo>
                  <a:lnTo>
                    <a:pt x="729242" y="679445"/>
                  </a:lnTo>
                  <a:lnTo>
                    <a:pt x="731706" y="679354"/>
                  </a:lnTo>
                  <a:lnTo>
                    <a:pt x="734169" y="679296"/>
                  </a:lnTo>
                  <a:lnTo>
                    <a:pt x="736633" y="679272"/>
                  </a:lnTo>
                  <a:lnTo>
                    <a:pt x="739097" y="679285"/>
                  </a:lnTo>
                  <a:lnTo>
                    <a:pt x="741560" y="679336"/>
                  </a:lnTo>
                  <a:lnTo>
                    <a:pt x="744024" y="679425"/>
                  </a:lnTo>
                  <a:lnTo>
                    <a:pt x="746488" y="679551"/>
                  </a:lnTo>
                  <a:lnTo>
                    <a:pt x="748951" y="679715"/>
                  </a:lnTo>
                  <a:lnTo>
                    <a:pt x="751415" y="679909"/>
                  </a:lnTo>
                  <a:lnTo>
                    <a:pt x="753879" y="680127"/>
                  </a:lnTo>
                  <a:lnTo>
                    <a:pt x="756342" y="680364"/>
                  </a:lnTo>
                  <a:lnTo>
                    <a:pt x="758806" y="680614"/>
                  </a:lnTo>
                  <a:lnTo>
                    <a:pt x="761270" y="680871"/>
                  </a:lnTo>
                  <a:lnTo>
                    <a:pt x="763733" y="681129"/>
                  </a:lnTo>
                  <a:lnTo>
                    <a:pt x="766197" y="681382"/>
                  </a:lnTo>
                  <a:lnTo>
                    <a:pt x="768661" y="681622"/>
                  </a:lnTo>
                  <a:lnTo>
                    <a:pt x="771124" y="681846"/>
                  </a:lnTo>
                  <a:lnTo>
                    <a:pt x="773588" y="682050"/>
                  </a:lnTo>
                  <a:lnTo>
                    <a:pt x="776052" y="682232"/>
                  </a:lnTo>
                  <a:lnTo>
                    <a:pt x="778515" y="682392"/>
                  </a:lnTo>
                  <a:lnTo>
                    <a:pt x="780979" y="682529"/>
                  </a:lnTo>
                  <a:lnTo>
                    <a:pt x="783443" y="682643"/>
                  </a:lnTo>
                  <a:lnTo>
                    <a:pt x="785906" y="682734"/>
                  </a:lnTo>
                  <a:lnTo>
                    <a:pt x="788370" y="682806"/>
                  </a:lnTo>
                  <a:lnTo>
                    <a:pt x="790834" y="682863"/>
                  </a:lnTo>
                  <a:lnTo>
                    <a:pt x="793297" y="682907"/>
                  </a:lnTo>
                  <a:lnTo>
                    <a:pt x="795761" y="682943"/>
                  </a:lnTo>
                  <a:lnTo>
                    <a:pt x="798225" y="682972"/>
                  </a:lnTo>
                  <a:lnTo>
                    <a:pt x="800688" y="682997"/>
                  </a:lnTo>
                  <a:lnTo>
                    <a:pt x="803152" y="683021"/>
                  </a:lnTo>
                  <a:lnTo>
                    <a:pt x="805616" y="683044"/>
                  </a:lnTo>
                  <a:lnTo>
                    <a:pt x="808079" y="683067"/>
                  </a:lnTo>
                  <a:lnTo>
                    <a:pt x="810543" y="683091"/>
                  </a:lnTo>
                  <a:lnTo>
                    <a:pt x="813006" y="683116"/>
                  </a:lnTo>
                  <a:lnTo>
                    <a:pt x="815470" y="683139"/>
                  </a:lnTo>
                  <a:lnTo>
                    <a:pt x="817934" y="683161"/>
                  </a:lnTo>
                  <a:lnTo>
                    <a:pt x="820397" y="683180"/>
                  </a:lnTo>
                  <a:lnTo>
                    <a:pt x="822861" y="683195"/>
                  </a:lnTo>
                  <a:lnTo>
                    <a:pt x="825325" y="683206"/>
                  </a:lnTo>
                  <a:lnTo>
                    <a:pt x="827788" y="683211"/>
                  </a:lnTo>
                  <a:lnTo>
                    <a:pt x="830252" y="683212"/>
                  </a:lnTo>
                  <a:lnTo>
                    <a:pt x="832716" y="683209"/>
                  </a:lnTo>
                  <a:lnTo>
                    <a:pt x="835179" y="683204"/>
                  </a:lnTo>
                  <a:lnTo>
                    <a:pt x="837643" y="683197"/>
                  </a:lnTo>
                  <a:lnTo>
                    <a:pt x="840107" y="683190"/>
                  </a:lnTo>
                  <a:lnTo>
                    <a:pt x="842570" y="683186"/>
                  </a:lnTo>
                  <a:lnTo>
                    <a:pt x="845034" y="683187"/>
                  </a:lnTo>
                  <a:lnTo>
                    <a:pt x="847498" y="683196"/>
                  </a:lnTo>
                  <a:lnTo>
                    <a:pt x="849961" y="683214"/>
                  </a:lnTo>
                  <a:lnTo>
                    <a:pt x="852425" y="683242"/>
                  </a:lnTo>
                  <a:lnTo>
                    <a:pt x="854889" y="683280"/>
                  </a:lnTo>
                  <a:lnTo>
                    <a:pt x="857352" y="683330"/>
                  </a:lnTo>
                  <a:lnTo>
                    <a:pt x="859816" y="683391"/>
                  </a:lnTo>
                  <a:lnTo>
                    <a:pt x="862280" y="683462"/>
                  </a:lnTo>
                  <a:lnTo>
                    <a:pt x="864743" y="683544"/>
                  </a:lnTo>
                  <a:lnTo>
                    <a:pt x="867207" y="683632"/>
                  </a:lnTo>
                  <a:lnTo>
                    <a:pt x="869671" y="683725"/>
                  </a:lnTo>
                  <a:lnTo>
                    <a:pt x="872134" y="683820"/>
                  </a:lnTo>
                  <a:lnTo>
                    <a:pt x="874598" y="683914"/>
                  </a:lnTo>
                  <a:lnTo>
                    <a:pt x="877062" y="684006"/>
                  </a:lnTo>
                  <a:lnTo>
                    <a:pt x="879525" y="684092"/>
                  </a:lnTo>
                  <a:lnTo>
                    <a:pt x="881989" y="684171"/>
                  </a:lnTo>
                  <a:lnTo>
                    <a:pt x="884453" y="684238"/>
                  </a:lnTo>
                  <a:lnTo>
                    <a:pt x="886916" y="684292"/>
                  </a:lnTo>
                  <a:lnTo>
                    <a:pt x="889380" y="684332"/>
                  </a:lnTo>
                  <a:lnTo>
                    <a:pt x="891844" y="684356"/>
                  </a:lnTo>
                  <a:lnTo>
                    <a:pt x="894307" y="684363"/>
                  </a:lnTo>
                  <a:lnTo>
                    <a:pt x="896771" y="684353"/>
                  </a:lnTo>
                  <a:lnTo>
                    <a:pt x="899235" y="684324"/>
                  </a:lnTo>
                  <a:lnTo>
                    <a:pt x="901698" y="684277"/>
                  </a:lnTo>
                  <a:lnTo>
                    <a:pt x="904162" y="684207"/>
                  </a:lnTo>
                  <a:lnTo>
                    <a:pt x="906625" y="684119"/>
                  </a:lnTo>
                  <a:lnTo>
                    <a:pt x="909089" y="684013"/>
                  </a:lnTo>
                  <a:lnTo>
                    <a:pt x="911553" y="683890"/>
                  </a:lnTo>
                  <a:lnTo>
                    <a:pt x="914016" y="683752"/>
                  </a:lnTo>
                  <a:lnTo>
                    <a:pt x="916480" y="683602"/>
                  </a:lnTo>
                  <a:lnTo>
                    <a:pt x="918944" y="683440"/>
                  </a:lnTo>
                  <a:lnTo>
                    <a:pt x="921407" y="683271"/>
                  </a:lnTo>
                  <a:lnTo>
                    <a:pt x="923871" y="683098"/>
                  </a:lnTo>
                  <a:lnTo>
                    <a:pt x="926335" y="682925"/>
                  </a:lnTo>
                  <a:lnTo>
                    <a:pt x="928798" y="682756"/>
                  </a:lnTo>
                  <a:lnTo>
                    <a:pt x="931262" y="682596"/>
                  </a:lnTo>
                  <a:lnTo>
                    <a:pt x="933726" y="682448"/>
                  </a:lnTo>
                  <a:lnTo>
                    <a:pt x="936189" y="682317"/>
                  </a:lnTo>
                  <a:lnTo>
                    <a:pt x="938653" y="682206"/>
                  </a:lnTo>
                  <a:lnTo>
                    <a:pt x="941117" y="682119"/>
                  </a:lnTo>
                  <a:lnTo>
                    <a:pt x="943580" y="682061"/>
                  </a:lnTo>
                  <a:lnTo>
                    <a:pt x="946044" y="682031"/>
                  </a:lnTo>
                  <a:lnTo>
                    <a:pt x="948508" y="682030"/>
                  </a:lnTo>
                  <a:lnTo>
                    <a:pt x="950971" y="682057"/>
                  </a:lnTo>
                  <a:lnTo>
                    <a:pt x="953435" y="682112"/>
                  </a:lnTo>
                  <a:lnTo>
                    <a:pt x="955899" y="682193"/>
                  </a:lnTo>
                  <a:lnTo>
                    <a:pt x="958362" y="682299"/>
                  </a:lnTo>
                  <a:lnTo>
                    <a:pt x="960826" y="682426"/>
                  </a:lnTo>
                  <a:lnTo>
                    <a:pt x="963290" y="682571"/>
                  </a:lnTo>
                  <a:lnTo>
                    <a:pt x="965753" y="682729"/>
                  </a:lnTo>
                  <a:lnTo>
                    <a:pt x="968217" y="682894"/>
                  </a:lnTo>
                  <a:lnTo>
                    <a:pt x="970681" y="683063"/>
                  </a:lnTo>
                  <a:lnTo>
                    <a:pt x="973144" y="683232"/>
                  </a:lnTo>
                  <a:lnTo>
                    <a:pt x="975608" y="683397"/>
                  </a:lnTo>
                  <a:lnTo>
                    <a:pt x="978072" y="683554"/>
                  </a:lnTo>
                  <a:lnTo>
                    <a:pt x="980535" y="683699"/>
                  </a:lnTo>
                  <a:lnTo>
                    <a:pt x="982999" y="683828"/>
                  </a:lnTo>
                  <a:lnTo>
                    <a:pt x="985463" y="683940"/>
                  </a:lnTo>
                  <a:lnTo>
                    <a:pt x="987926" y="684034"/>
                  </a:lnTo>
                  <a:lnTo>
                    <a:pt x="990390" y="684108"/>
                  </a:lnTo>
                  <a:lnTo>
                    <a:pt x="992853" y="684163"/>
                  </a:lnTo>
                  <a:lnTo>
                    <a:pt x="995317" y="684197"/>
                  </a:lnTo>
                  <a:lnTo>
                    <a:pt x="997781" y="684211"/>
                  </a:lnTo>
                  <a:lnTo>
                    <a:pt x="1000244" y="684205"/>
                  </a:lnTo>
                  <a:lnTo>
                    <a:pt x="1002708" y="684180"/>
                  </a:lnTo>
                  <a:lnTo>
                    <a:pt x="1005172" y="684138"/>
                  </a:lnTo>
                  <a:lnTo>
                    <a:pt x="1007635" y="684084"/>
                  </a:lnTo>
                  <a:lnTo>
                    <a:pt x="1010099" y="684017"/>
                  </a:lnTo>
                  <a:lnTo>
                    <a:pt x="1012563" y="683943"/>
                  </a:lnTo>
                  <a:lnTo>
                    <a:pt x="1015026" y="683862"/>
                  </a:lnTo>
                  <a:lnTo>
                    <a:pt x="1017490" y="683778"/>
                  </a:lnTo>
                  <a:lnTo>
                    <a:pt x="1019954" y="683694"/>
                  </a:lnTo>
                  <a:lnTo>
                    <a:pt x="1022417" y="683614"/>
                  </a:lnTo>
                  <a:lnTo>
                    <a:pt x="1024881" y="683542"/>
                  </a:lnTo>
                  <a:lnTo>
                    <a:pt x="1027345" y="683479"/>
                  </a:lnTo>
                  <a:lnTo>
                    <a:pt x="1029808" y="683427"/>
                  </a:lnTo>
                  <a:lnTo>
                    <a:pt x="1032272" y="683389"/>
                  </a:lnTo>
                  <a:lnTo>
                    <a:pt x="1034736" y="683364"/>
                  </a:lnTo>
                  <a:lnTo>
                    <a:pt x="1037199" y="683355"/>
                  </a:lnTo>
                  <a:lnTo>
                    <a:pt x="1039663" y="683362"/>
                  </a:lnTo>
                  <a:lnTo>
                    <a:pt x="1042127" y="683384"/>
                  </a:lnTo>
                  <a:lnTo>
                    <a:pt x="1044590" y="683417"/>
                  </a:lnTo>
                  <a:lnTo>
                    <a:pt x="1047054" y="683460"/>
                  </a:lnTo>
                  <a:lnTo>
                    <a:pt x="1049518" y="683511"/>
                  </a:lnTo>
                  <a:lnTo>
                    <a:pt x="1051981" y="683566"/>
                  </a:lnTo>
                  <a:lnTo>
                    <a:pt x="1054445" y="683622"/>
                  </a:lnTo>
                  <a:lnTo>
                    <a:pt x="1056909" y="683677"/>
                  </a:lnTo>
                  <a:lnTo>
                    <a:pt x="1059372" y="683726"/>
                  </a:lnTo>
                  <a:lnTo>
                    <a:pt x="1061836" y="683767"/>
                  </a:lnTo>
                  <a:lnTo>
                    <a:pt x="1064300" y="683798"/>
                  </a:lnTo>
                  <a:lnTo>
                    <a:pt x="1066763" y="683817"/>
                  </a:lnTo>
                  <a:lnTo>
                    <a:pt x="1069227" y="683823"/>
                  </a:lnTo>
                  <a:lnTo>
                    <a:pt x="1071691" y="683817"/>
                  </a:lnTo>
                  <a:lnTo>
                    <a:pt x="1074154" y="683797"/>
                  </a:lnTo>
                  <a:lnTo>
                    <a:pt x="1076618" y="683766"/>
                  </a:lnTo>
                  <a:lnTo>
                    <a:pt x="1079082" y="683723"/>
                  </a:lnTo>
                  <a:lnTo>
                    <a:pt x="1081545" y="683673"/>
                  </a:lnTo>
                  <a:lnTo>
                    <a:pt x="1084009" y="683618"/>
                  </a:lnTo>
                  <a:lnTo>
                    <a:pt x="1086472" y="683562"/>
                  </a:lnTo>
                  <a:lnTo>
                    <a:pt x="1088936" y="683507"/>
                  </a:lnTo>
                  <a:lnTo>
                    <a:pt x="1091400" y="683457"/>
                  </a:lnTo>
                  <a:lnTo>
                    <a:pt x="1093863" y="683413"/>
                  </a:lnTo>
                  <a:lnTo>
                    <a:pt x="1096327" y="683380"/>
                  </a:lnTo>
                  <a:lnTo>
                    <a:pt x="1098791" y="683361"/>
                  </a:lnTo>
                  <a:lnTo>
                    <a:pt x="1101254" y="683357"/>
                  </a:lnTo>
                  <a:lnTo>
                    <a:pt x="1103718" y="683368"/>
                  </a:lnTo>
                  <a:lnTo>
                    <a:pt x="1106182" y="683394"/>
                  </a:lnTo>
                  <a:lnTo>
                    <a:pt x="1108645" y="683435"/>
                  </a:lnTo>
                  <a:lnTo>
                    <a:pt x="1111109" y="683490"/>
                  </a:lnTo>
                  <a:lnTo>
                    <a:pt x="1113573" y="683559"/>
                  </a:lnTo>
                  <a:lnTo>
                    <a:pt x="1116036" y="683638"/>
                  </a:lnTo>
                  <a:lnTo>
                    <a:pt x="1118500" y="683728"/>
                  </a:lnTo>
                  <a:lnTo>
                    <a:pt x="1120964" y="683823"/>
                  </a:lnTo>
                  <a:lnTo>
                    <a:pt x="1123427" y="683921"/>
                  </a:lnTo>
                  <a:lnTo>
                    <a:pt x="1125891" y="684021"/>
                  </a:lnTo>
                  <a:lnTo>
                    <a:pt x="1128355" y="684120"/>
                  </a:lnTo>
                  <a:lnTo>
                    <a:pt x="1130818" y="684216"/>
                  </a:lnTo>
                  <a:lnTo>
                    <a:pt x="1133282" y="684308"/>
                  </a:lnTo>
                  <a:lnTo>
                    <a:pt x="1135746" y="684393"/>
                  </a:lnTo>
                  <a:lnTo>
                    <a:pt x="1138209" y="684471"/>
                  </a:lnTo>
                  <a:lnTo>
                    <a:pt x="1140673" y="684542"/>
                  </a:lnTo>
                  <a:lnTo>
                    <a:pt x="1143137" y="684604"/>
                  </a:lnTo>
                  <a:lnTo>
                    <a:pt x="1145600" y="684659"/>
                  </a:lnTo>
                  <a:lnTo>
                    <a:pt x="1148064" y="684707"/>
                  </a:lnTo>
                  <a:lnTo>
                    <a:pt x="1150528" y="684747"/>
                  </a:lnTo>
                  <a:lnTo>
                    <a:pt x="1152991" y="684781"/>
                  </a:lnTo>
                  <a:lnTo>
                    <a:pt x="1155455" y="684809"/>
                  </a:lnTo>
                  <a:lnTo>
                    <a:pt x="1157919" y="684832"/>
                  </a:lnTo>
                  <a:lnTo>
                    <a:pt x="1160382" y="684850"/>
                  </a:lnTo>
                  <a:lnTo>
                    <a:pt x="1162846" y="684864"/>
                  </a:lnTo>
                  <a:lnTo>
                    <a:pt x="1165310" y="684875"/>
                  </a:lnTo>
                  <a:lnTo>
                    <a:pt x="1167773" y="684884"/>
                  </a:lnTo>
                  <a:lnTo>
                    <a:pt x="1170237" y="684891"/>
                  </a:lnTo>
                  <a:lnTo>
                    <a:pt x="1172701" y="684896"/>
                  </a:lnTo>
                  <a:lnTo>
                    <a:pt x="1175164" y="684900"/>
                  </a:lnTo>
                  <a:lnTo>
                    <a:pt x="1177628" y="684902"/>
                  </a:lnTo>
                  <a:lnTo>
                    <a:pt x="1180091" y="684904"/>
                  </a:lnTo>
                  <a:lnTo>
                    <a:pt x="1182555" y="684906"/>
                  </a:lnTo>
                  <a:lnTo>
                    <a:pt x="1185019" y="684907"/>
                  </a:lnTo>
                  <a:lnTo>
                    <a:pt x="1187482" y="684907"/>
                  </a:lnTo>
                  <a:lnTo>
                    <a:pt x="1189946" y="684908"/>
                  </a:lnTo>
                  <a:lnTo>
                    <a:pt x="1192410" y="684908"/>
                  </a:lnTo>
                  <a:lnTo>
                    <a:pt x="1194873" y="684908"/>
                  </a:lnTo>
                  <a:lnTo>
                    <a:pt x="1197337" y="684908"/>
                  </a:lnTo>
                  <a:lnTo>
                    <a:pt x="1199801" y="684909"/>
                  </a:lnTo>
                  <a:lnTo>
                    <a:pt x="1202264" y="684909"/>
                  </a:lnTo>
                  <a:lnTo>
                    <a:pt x="1204728" y="684909"/>
                  </a:lnTo>
                  <a:lnTo>
                    <a:pt x="1207192" y="684909"/>
                  </a:lnTo>
                  <a:lnTo>
                    <a:pt x="1209655" y="684909"/>
                  </a:lnTo>
                  <a:lnTo>
                    <a:pt x="1212119" y="684909"/>
                  </a:lnTo>
                  <a:lnTo>
                    <a:pt x="1214583" y="684909"/>
                  </a:lnTo>
                  <a:lnTo>
                    <a:pt x="1217046" y="684909"/>
                  </a:lnTo>
                  <a:lnTo>
                    <a:pt x="1219510" y="684909"/>
                  </a:lnTo>
                  <a:lnTo>
                    <a:pt x="1221974" y="684909"/>
                  </a:lnTo>
                  <a:lnTo>
                    <a:pt x="1224437" y="684909"/>
                  </a:lnTo>
                  <a:lnTo>
                    <a:pt x="1226901" y="684909"/>
                  </a:lnTo>
                  <a:lnTo>
                    <a:pt x="1229365" y="684909"/>
                  </a:lnTo>
                  <a:lnTo>
                    <a:pt x="1231828" y="684909"/>
                  </a:lnTo>
                  <a:lnTo>
                    <a:pt x="1234292" y="684909"/>
                  </a:lnTo>
                  <a:lnTo>
                    <a:pt x="1236756" y="684909"/>
                  </a:lnTo>
                  <a:lnTo>
                    <a:pt x="1239219" y="684909"/>
                  </a:lnTo>
                  <a:lnTo>
                    <a:pt x="1241683" y="684909"/>
                  </a:lnTo>
                  <a:lnTo>
                    <a:pt x="1244147" y="684909"/>
                  </a:lnTo>
                  <a:lnTo>
                    <a:pt x="1246610" y="684909"/>
                  </a:lnTo>
                  <a:lnTo>
                    <a:pt x="1249074" y="684909"/>
                  </a:lnTo>
                  <a:lnTo>
                    <a:pt x="1251538" y="684909"/>
                  </a:lnTo>
                  <a:lnTo>
                    <a:pt x="1254001" y="684909"/>
                  </a:lnTo>
                  <a:lnTo>
                    <a:pt x="1256465" y="684909"/>
                  </a:lnTo>
                  <a:lnTo>
                    <a:pt x="1258929" y="684909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2433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79"/>
                  </a:lnTo>
                  <a:lnTo>
                    <a:pt x="71446" y="1188079"/>
                  </a:lnTo>
                  <a:lnTo>
                    <a:pt x="73909" y="1188078"/>
                  </a:lnTo>
                  <a:lnTo>
                    <a:pt x="76373" y="1188076"/>
                  </a:lnTo>
                  <a:lnTo>
                    <a:pt x="78837" y="1188073"/>
                  </a:lnTo>
                  <a:lnTo>
                    <a:pt x="81300" y="1188067"/>
                  </a:lnTo>
                  <a:lnTo>
                    <a:pt x="83764" y="1188055"/>
                  </a:lnTo>
                  <a:lnTo>
                    <a:pt x="86228" y="1188035"/>
                  </a:lnTo>
                  <a:lnTo>
                    <a:pt x="88691" y="1188002"/>
                  </a:lnTo>
                  <a:lnTo>
                    <a:pt x="91155" y="1187948"/>
                  </a:lnTo>
                  <a:lnTo>
                    <a:pt x="93618" y="1187863"/>
                  </a:lnTo>
                  <a:lnTo>
                    <a:pt x="96082" y="1187736"/>
                  </a:lnTo>
                  <a:lnTo>
                    <a:pt x="98546" y="1187551"/>
                  </a:lnTo>
                  <a:lnTo>
                    <a:pt x="101009" y="1187292"/>
                  </a:lnTo>
                  <a:lnTo>
                    <a:pt x="103473" y="1186941"/>
                  </a:lnTo>
                  <a:lnTo>
                    <a:pt x="105937" y="1186480"/>
                  </a:lnTo>
                  <a:lnTo>
                    <a:pt x="108400" y="1185891"/>
                  </a:lnTo>
                  <a:lnTo>
                    <a:pt x="110864" y="1185165"/>
                  </a:lnTo>
                  <a:lnTo>
                    <a:pt x="113328" y="1184311"/>
                  </a:lnTo>
                  <a:lnTo>
                    <a:pt x="115791" y="1183341"/>
                  </a:lnTo>
                  <a:lnTo>
                    <a:pt x="118255" y="1182278"/>
                  </a:lnTo>
                  <a:lnTo>
                    <a:pt x="120719" y="1181148"/>
                  </a:lnTo>
                  <a:lnTo>
                    <a:pt x="123182" y="1179983"/>
                  </a:lnTo>
                  <a:lnTo>
                    <a:pt x="125646" y="1178812"/>
                  </a:lnTo>
                  <a:lnTo>
                    <a:pt x="128110" y="1177659"/>
                  </a:lnTo>
                  <a:lnTo>
                    <a:pt x="130573" y="1176540"/>
                  </a:lnTo>
                  <a:lnTo>
                    <a:pt x="133037" y="1175460"/>
                  </a:lnTo>
                  <a:lnTo>
                    <a:pt x="135501" y="1174415"/>
                  </a:lnTo>
                  <a:lnTo>
                    <a:pt x="137964" y="1173389"/>
                  </a:lnTo>
                  <a:lnTo>
                    <a:pt x="140428" y="1172359"/>
                  </a:lnTo>
                  <a:lnTo>
                    <a:pt x="142892" y="1171295"/>
                  </a:lnTo>
                  <a:lnTo>
                    <a:pt x="145355" y="1170165"/>
                  </a:lnTo>
                  <a:lnTo>
                    <a:pt x="147819" y="1168927"/>
                  </a:lnTo>
                  <a:lnTo>
                    <a:pt x="150283" y="1167528"/>
                  </a:lnTo>
                  <a:lnTo>
                    <a:pt x="152746" y="1165903"/>
                  </a:lnTo>
                  <a:lnTo>
                    <a:pt x="155210" y="1163972"/>
                  </a:lnTo>
                  <a:lnTo>
                    <a:pt x="157674" y="1161644"/>
                  </a:lnTo>
                  <a:lnTo>
                    <a:pt x="160137" y="1158823"/>
                  </a:lnTo>
                  <a:lnTo>
                    <a:pt x="162601" y="1155422"/>
                  </a:lnTo>
                  <a:lnTo>
                    <a:pt x="165065" y="1151367"/>
                  </a:lnTo>
                  <a:lnTo>
                    <a:pt x="167528" y="1146618"/>
                  </a:lnTo>
                  <a:lnTo>
                    <a:pt x="169992" y="1141134"/>
                  </a:lnTo>
                  <a:lnTo>
                    <a:pt x="172456" y="1134967"/>
                  </a:lnTo>
                  <a:lnTo>
                    <a:pt x="174919" y="1128222"/>
                  </a:lnTo>
                  <a:lnTo>
                    <a:pt x="177383" y="1120993"/>
                  </a:lnTo>
                  <a:lnTo>
                    <a:pt x="179847" y="1113378"/>
                  </a:lnTo>
                  <a:lnTo>
                    <a:pt x="182310" y="1105469"/>
                  </a:lnTo>
                  <a:lnTo>
                    <a:pt x="184774" y="1097351"/>
                  </a:lnTo>
                  <a:lnTo>
                    <a:pt x="187237" y="1089097"/>
                  </a:lnTo>
                  <a:lnTo>
                    <a:pt x="189701" y="1080773"/>
                  </a:lnTo>
                  <a:lnTo>
                    <a:pt x="192165" y="1072449"/>
                  </a:lnTo>
                  <a:lnTo>
                    <a:pt x="194628" y="1064197"/>
                  </a:lnTo>
                  <a:lnTo>
                    <a:pt x="197092" y="1056100"/>
                  </a:lnTo>
                  <a:lnTo>
                    <a:pt x="199556" y="1048246"/>
                  </a:lnTo>
                  <a:lnTo>
                    <a:pt x="202019" y="1040758"/>
                  </a:lnTo>
                  <a:lnTo>
                    <a:pt x="204483" y="1033681"/>
                  </a:lnTo>
                  <a:lnTo>
                    <a:pt x="206947" y="1027067"/>
                  </a:lnTo>
                  <a:lnTo>
                    <a:pt x="209410" y="1020948"/>
                  </a:lnTo>
                  <a:lnTo>
                    <a:pt x="211874" y="1015350"/>
                  </a:lnTo>
                  <a:lnTo>
                    <a:pt x="214338" y="1010309"/>
                  </a:lnTo>
                  <a:lnTo>
                    <a:pt x="216801" y="1005880"/>
                  </a:lnTo>
                  <a:lnTo>
                    <a:pt x="219265" y="1002155"/>
                  </a:lnTo>
                  <a:lnTo>
                    <a:pt x="221729" y="999259"/>
                  </a:lnTo>
                  <a:lnTo>
                    <a:pt x="224192" y="997337"/>
                  </a:lnTo>
                  <a:lnTo>
                    <a:pt x="226656" y="996531"/>
                  </a:lnTo>
                  <a:lnTo>
                    <a:pt x="229120" y="996938"/>
                  </a:lnTo>
                  <a:lnTo>
                    <a:pt x="231583" y="998619"/>
                  </a:lnTo>
                  <a:lnTo>
                    <a:pt x="234047" y="1001346"/>
                  </a:lnTo>
                  <a:lnTo>
                    <a:pt x="236511" y="1004672"/>
                  </a:lnTo>
                  <a:lnTo>
                    <a:pt x="238974" y="1007991"/>
                  </a:lnTo>
                  <a:lnTo>
                    <a:pt x="241438" y="1010505"/>
                  </a:lnTo>
                  <a:lnTo>
                    <a:pt x="243902" y="1011271"/>
                  </a:lnTo>
                  <a:lnTo>
                    <a:pt x="246365" y="1009270"/>
                  </a:lnTo>
                  <a:lnTo>
                    <a:pt x="248829" y="1003500"/>
                  </a:lnTo>
                  <a:lnTo>
                    <a:pt x="251293" y="993077"/>
                  </a:lnTo>
                  <a:lnTo>
                    <a:pt x="253756" y="977342"/>
                  </a:lnTo>
                  <a:lnTo>
                    <a:pt x="256220" y="955960"/>
                  </a:lnTo>
                  <a:lnTo>
                    <a:pt x="258684" y="929000"/>
                  </a:lnTo>
                  <a:lnTo>
                    <a:pt x="261147" y="896923"/>
                  </a:lnTo>
                  <a:lnTo>
                    <a:pt x="263611" y="860595"/>
                  </a:lnTo>
                  <a:lnTo>
                    <a:pt x="266075" y="821874"/>
                  </a:lnTo>
                  <a:lnTo>
                    <a:pt x="268538" y="782389"/>
                  </a:lnTo>
                  <a:lnTo>
                    <a:pt x="271002" y="743768"/>
                  </a:lnTo>
                  <a:lnTo>
                    <a:pt x="273465" y="707410"/>
                  </a:lnTo>
                  <a:lnTo>
                    <a:pt x="275929" y="674274"/>
                  </a:lnTo>
                  <a:lnTo>
                    <a:pt x="278393" y="644689"/>
                  </a:lnTo>
                  <a:lnTo>
                    <a:pt x="280856" y="618224"/>
                  </a:lnTo>
                  <a:lnTo>
                    <a:pt x="283320" y="593649"/>
                  </a:lnTo>
                  <a:lnTo>
                    <a:pt x="285784" y="569008"/>
                  </a:lnTo>
                  <a:lnTo>
                    <a:pt x="288247" y="541820"/>
                  </a:lnTo>
                  <a:lnTo>
                    <a:pt x="290711" y="509400"/>
                  </a:lnTo>
                  <a:lnTo>
                    <a:pt x="293175" y="468687"/>
                  </a:lnTo>
                  <a:lnTo>
                    <a:pt x="295638" y="418267"/>
                  </a:lnTo>
                  <a:lnTo>
                    <a:pt x="298102" y="358469"/>
                  </a:lnTo>
                  <a:lnTo>
                    <a:pt x="300566" y="291071"/>
                  </a:lnTo>
                  <a:lnTo>
                    <a:pt x="303029" y="219603"/>
                  </a:lnTo>
                  <a:lnTo>
                    <a:pt x="305493" y="149123"/>
                  </a:lnTo>
                  <a:lnTo>
                    <a:pt x="307957" y="85747"/>
                  </a:lnTo>
                  <a:lnTo>
                    <a:pt x="310420" y="35958"/>
                  </a:lnTo>
                  <a:lnTo>
                    <a:pt x="312884" y="5787"/>
                  </a:lnTo>
                  <a:lnTo>
                    <a:pt x="315348" y="0"/>
                  </a:lnTo>
                  <a:lnTo>
                    <a:pt x="317811" y="21382"/>
                  </a:lnTo>
                  <a:lnTo>
                    <a:pt x="320275" y="70284"/>
                  </a:lnTo>
                  <a:lnTo>
                    <a:pt x="322739" y="144856"/>
                  </a:lnTo>
                  <a:lnTo>
                    <a:pt x="325202" y="240785"/>
                  </a:lnTo>
                  <a:lnTo>
                    <a:pt x="327666" y="349417"/>
                  </a:lnTo>
                  <a:lnTo>
                    <a:pt x="330130" y="463440"/>
                  </a:lnTo>
                  <a:lnTo>
                    <a:pt x="332593" y="575805"/>
                  </a:lnTo>
                  <a:lnTo>
                    <a:pt x="335057" y="680430"/>
                  </a:lnTo>
                  <a:lnTo>
                    <a:pt x="337521" y="772698"/>
                  </a:lnTo>
                  <a:lnTo>
                    <a:pt x="339984" y="849714"/>
                  </a:lnTo>
                  <a:lnTo>
                    <a:pt x="342448" y="910330"/>
                  </a:lnTo>
                  <a:lnTo>
                    <a:pt x="344912" y="954968"/>
                  </a:lnTo>
                  <a:lnTo>
                    <a:pt x="347375" y="985310"/>
                  </a:lnTo>
                  <a:lnTo>
                    <a:pt x="349839" y="1003899"/>
                  </a:lnTo>
                  <a:lnTo>
                    <a:pt x="352303" y="1013728"/>
                  </a:lnTo>
                  <a:lnTo>
                    <a:pt x="354766" y="1017674"/>
                  </a:lnTo>
                  <a:lnTo>
                    <a:pt x="357230" y="1019030"/>
                  </a:lnTo>
                  <a:lnTo>
                    <a:pt x="359694" y="1020013"/>
                  </a:lnTo>
                  <a:lnTo>
                    <a:pt x="362157" y="1022056"/>
                  </a:lnTo>
                  <a:lnTo>
                    <a:pt x="364621" y="1025946"/>
                  </a:lnTo>
                  <a:lnTo>
                    <a:pt x="367084" y="1031895"/>
                  </a:lnTo>
                  <a:lnTo>
                    <a:pt x="369548" y="1039659"/>
                  </a:lnTo>
                  <a:lnTo>
                    <a:pt x="372012" y="1048688"/>
                  </a:lnTo>
                  <a:lnTo>
                    <a:pt x="374475" y="1058284"/>
                  </a:lnTo>
                  <a:lnTo>
                    <a:pt x="376939" y="1067752"/>
                  </a:lnTo>
                  <a:lnTo>
                    <a:pt x="379403" y="1076523"/>
                  </a:lnTo>
                  <a:lnTo>
                    <a:pt x="381866" y="1084232"/>
                  </a:lnTo>
                  <a:lnTo>
                    <a:pt x="384330" y="1090727"/>
                  </a:lnTo>
                  <a:lnTo>
                    <a:pt x="386794" y="1096100"/>
                  </a:lnTo>
                  <a:lnTo>
                    <a:pt x="389257" y="1100736"/>
                  </a:lnTo>
                  <a:lnTo>
                    <a:pt x="391721" y="1104981"/>
                  </a:lnTo>
                  <a:lnTo>
                    <a:pt x="394185" y="1109153"/>
                  </a:lnTo>
                  <a:lnTo>
                    <a:pt x="396648" y="1113478"/>
                  </a:lnTo>
                  <a:lnTo>
                    <a:pt x="399112" y="1118055"/>
                  </a:lnTo>
                  <a:lnTo>
                    <a:pt x="401576" y="1122850"/>
                  </a:lnTo>
                  <a:lnTo>
                    <a:pt x="404039" y="1127715"/>
                  </a:lnTo>
                  <a:lnTo>
                    <a:pt x="406503" y="1132428"/>
                  </a:lnTo>
                  <a:lnTo>
                    <a:pt x="408967" y="1136739"/>
                  </a:lnTo>
                  <a:lnTo>
                    <a:pt x="411430" y="1140419"/>
                  </a:lnTo>
                  <a:lnTo>
                    <a:pt x="413894" y="1143301"/>
                  </a:lnTo>
                  <a:lnTo>
                    <a:pt x="416358" y="1145244"/>
                  </a:lnTo>
                  <a:lnTo>
                    <a:pt x="418821" y="1146334"/>
                  </a:lnTo>
                  <a:lnTo>
                    <a:pt x="421285" y="1146715"/>
                  </a:lnTo>
                  <a:lnTo>
                    <a:pt x="423749" y="1146567"/>
                  </a:lnTo>
                  <a:lnTo>
                    <a:pt x="426212" y="1146098"/>
                  </a:lnTo>
                  <a:lnTo>
                    <a:pt x="428676" y="1145515"/>
                  </a:lnTo>
                  <a:lnTo>
                    <a:pt x="431140" y="1145010"/>
                  </a:lnTo>
                  <a:lnTo>
                    <a:pt x="433603" y="1144737"/>
                  </a:lnTo>
                  <a:lnTo>
                    <a:pt x="436067" y="1144810"/>
                  </a:lnTo>
                  <a:lnTo>
                    <a:pt x="438531" y="1145299"/>
                  </a:lnTo>
                  <a:lnTo>
                    <a:pt x="440994" y="1146234"/>
                  </a:lnTo>
                  <a:lnTo>
                    <a:pt x="443458" y="1147612"/>
                  </a:lnTo>
                  <a:lnTo>
                    <a:pt x="445922" y="1149414"/>
                  </a:lnTo>
                  <a:lnTo>
                    <a:pt x="448385" y="1151599"/>
                  </a:lnTo>
                  <a:lnTo>
                    <a:pt x="450849" y="1154080"/>
                  </a:lnTo>
                  <a:lnTo>
                    <a:pt x="453312" y="1156789"/>
                  </a:lnTo>
                  <a:lnTo>
                    <a:pt x="455776" y="1159656"/>
                  </a:lnTo>
                  <a:lnTo>
                    <a:pt x="458240" y="1162604"/>
                  </a:lnTo>
                  <a:lnTo>
                    <a:pt x="460703" y="1165555"/>
                  </a:lnTo>
                  <a:lnTo>
                    <a:pt x="463167" y="1168435"/>
                  </a:lnTo>
                  <a:lnTo>
                    <a:pt x="465631" y="1171174"/>
                  </a:lnTo>
                  <a:lnTo>
                    <a:pt x="468094" y="1173712"/>
                  </a:lnTo>
                  <a:lnTo>
                    <a:pt x="470558" y="1176006"/>
                  </a:lnTo>
                  <a:lnTo>
                    <a:pt x="473022" y="1178030"/>
                  </a:lnTo>
                  <a:lnTo>
                    <a:pt x="475485" y="1179779"/>
                  </a:lnTo>
                  <a:lnTo>
                    <a:pt x="477949" y="1181244"/>
                  </a:lnTo>
                  <a:lnTo>
                    <a:pt x="480413" y="1182470"/>
                  </a:lnTo>
                  <a:lnTo>
                    <a:pt x="482876" y="1183494"/>
                  </a:lnTo>
                  <a:lnTo>
                    <a:pt x="485340" y="1184349"/>
                  </a:lnTo>
                  <a:lnTo>
                    <a:pt x="487804" y="1185063"/>
                  </a:lnTo>
                  <a:lnTo>
                    <a:pt x="490267" y="1185661"/>
                  </a:lnTo>
                  <a:lnTo>
                    <a:pt x="492731" y="1186162"/>
                  </a:lnTo>
                  <a:lnTo>
                    <a:pt x="495195" y="1186577"/>
                  </a:lnTo>
                  <a:lnTo>
                    <a:pt x="497658" y="1186917"/>
                  </a:lnTo>
                  <a:lnTo>
                    <a:pt x="500122" y="1187186"/>
                  </a:lnTo>
                  <a:lnTo>
                    <a:pt x="502586" y="1187389"/>
                  </a:lnTo>
                  <a:lnTo>
                    <a:pt x="505049" y="1187528"/>
                  </a:lnTo>
                  <a:lnTo>
                    <a:pt x="507513" y="1187603"/>
                  </a:lnTo>
                  <a:lnTo>
                    <a:pt x="509977" y="1187616"/>
                  </a:lnTo>
                  <a:lnTo>
                    <a:pt x="512440" y="1187573"/>
                  </a:lnTo>
                  <a:lnTo>
                    <a:pt x="514904" y="1187474"/>
                  </a:lnTo>
                  <a:lnTo>
                    <a:pt x="517368" y="1187325"/>
                  </a:lnTo>
                  <a:lnTo>
                    <a:pt x="519831" y="1187131"/>
                  </a:lnTo>
                  <a:lnTo>
                    <a:pt x="522295" y="1186900"/>
                  </a:lnTo>
                  <a:lnTo>
                    <a:pt x="524759" y="1186646"/>
                  </a:lnTo>
                  <a:lnTo>
                    <a:pt x="527222" y="1186383"/>
                  </a:lnTo>
                  <a:lnTo>
                    <a:pt x="529686" y="1186129"/>
                  </a:lnTo>
                  <a:lnTo>
                    <a:pt x="532150" y="1185905"/>
                  </a:lnTo>
                  <a:lnTo>
                    <a:pt x="534613" y="1185728"/>
                  </a:lnTo>
                  <a:lnTo>
                    <a:pt x="537077" y="1185615"/>
                  </a:lnTo>
                  <a:lnTo>
                    <a:pt x="539541" y="1185585"/>
                  </a:lnTo>
                  <a:lnTo>
                    <a:pt x="542004" y="1185633"/>
                  </a:lnTo>
                  <a:lnTo>
                    <a:pt x="544468" y="1185756"/>
                  </a:lnTo>
                  <a:lnTo>
                    <a:pt x="546931" y="1185940"/>
                  </a:lnTo>
                  <a:lnTo>
                    <a:pt x="549395" y="1186171"/>
                  </a:lnTo>
                  <a:lnTo>
                    <a:pt x="551859" y="1186429"/>
                  </a:lnTo>
                  <a:lnTo>
                    <a:pt x="554322" y="1186697"/>
                  </a:lnTo>
                  <a:lnTo>
                    <a:pt x="556786" y="1186958"/>
                  </a:lnTo>
                  <a:lnTo>
                    <a:pt x="559250" y="1187199"/>
                  </a:lnTo>
                  <a:lnTo>
                    <a:pt x="561713" y="1187411"/>
                  </a:lnTo>
                  <a:lnTo>
                    <a:pt x="564177" y="1187588"/>
                  </a:lnTo>
                  <a:lnTo>
                    <a:pt x="566641" y="1187730"/>
                  </a:lnTo>
                  <a:lnTo>
                    <a:pt x="569104" y="1187839"/>
                  </a:lnTo>
                  <a:lnTo>
                    <a:pt x="571568" y="1187918"/>
                  </a:lnTo>
                  <a:lnTo>
                    <a:pt x="574032" y="1187974"/>
                  </a:lnTo>
                  <a:lnTo>
                    <a:pt x="576495" y="1188013"/>
                  </a:lnTo>
                  <a:lnTo>
                    <a:pt x="578959" y="1188039"/>
                  </a:lnTo>
                  <a:lnTo>
                    <a:pt x="581423" y="1188056"/>
                  </a:lnTo>
                  <a:lnTo>
                    <a:pt x="583886" y="1188066"/>
                  </a:lnTo>
                  <a:lnTo>
                    <a:pt x="586350" y="1188072"/>
                  </a:lnTo>
                  <a:lnTo>
                    <a:pt x="588814" y="1188076"/>
                  </a:lnTo>
                  <a:lnTo>
                    <a:pt x="591277" y="1188078"/>
                  </a:lnTo>
                  <a:lnTo>
                    <a:pt x="593741" y="1188079"/>
                  </a:lnTo>
                  <a:lnTo>
                    <a:pt x="596205" y="1188079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79"/>
                  </a:lnTo>
                  <a:lnTo>
                    <a:pt x="739097" y="1188079"/>
                  </a:lnTo>
                  <a:lnTo>
                    <a:pt x="741560" y="1188078"/>
                  </a:lnTo>
                  <a:lnTo>
                    <a:pt x="744024" y="1188076"/>
                  </a:lnTo>
                  <a:lnTo>
                    <a:pt x="746488" y="1188072"/>
                  </a:lnTo>
                  <a:lnTo>
                    <a:pt x="748951" y="1188066"/>
                  </a:lnTo>
                  <a:lnTo>
                    <a:pt x="751415" y="1188057"/>
                  </a:lnTo>
                  <a:lnTo>
                    <a:pt x="753879" y="1188040"/>
                  </a:lnTo>
                  <a:lnTo>
                    <a:pt x="756342" y="1188014"/>
                  </a:lnTo>
                  <a:lnTo>
                    <a:pt x="758806" y="1187975"/>
                  </a:lnTo>
                  <a:lnTo>
                    <a:pt x="761270" y="1187918"/>
                  </a:lnTo>
                  <a:lnTo>
                    <a:pt x="763733" y="1187837"/>
                  </a:lnTo>
                  <a:lnTo>
                    <a:pt x="766197" y="1187729"/>
                  </a:lnTo>
                  <a:lnTo>
                    <a:pt x="768661" y="1187589"/>
                  </a:lnTo>
                  <a:lnTo>
                    <a:pt x="771124" y="1187414"/>
                  </a:lnTo>
                  <a:lnTo>
                    <a:pt x="773588" y="1187206"/>
                  </a:lnTo>
                  <a:lnTo>
                    <a:pt x="776052" y="1186967"/>
                  </a:lnTo>
                  <a:lnTo>
                    <a:pt x="778515" y="1186707"/>
                  </a:lnTo>
                  <a:lnTo>
                    <a:pt x="780979" y="1186438"/>
                  </a:lnTo>
                  <a:lnTo>
                    <a:pt x="783443" y="1186176"/>
                  </a:lnTo>
                  <a:lnTo>
                    <a:pt x="785906" y="1185944"/>
                  </a:lnTo>
                  <a:lnTo>
                    <a:pt x="788370" y="1185761"/>
                  </a:lnTo>
                  <a:lnTo>
                    <a:pt x="790834" y="1185641"/>
                  </a:lnTo>
                  <a:lnTo>
                    <a:pt x="793297" y="1185595"/>
                  </a:lnTo>
                  <a:lnTo>
                    <a:pt x="795761" y="1185626"/>
                  </a:lnTo>
                  <a:lnTo>
                    <a:pt x="798225" y="1185732"/>
                  </a:lnTo>
                  <a:lnTo>
                    <a:pt x="800688" y="1185903"/>
                  </a:lnTo>
                  <a:lnTo>
                    <a:pt x="803152" y="1186125"/>
                  </a:lnTo>
                  <a:lnTo>
                    <a:pt x="805616" y="1186379"/>
                  </a:lnTo>
                  <a:lnTo>
                    <a:pt x="808079" y="1186647"/>
                  </a:lnTo>
                  <a:lnTo>
                    <a:pt x="810543" y="1186911"/>
                  </a:lnTo>
                  <a:lnTo>
                    <a:pt x="813006" y="1187158"/>
                  </a:lnTo>
                  <a:lnTo>
                    <a:pt x="815470" y="1187375"/>
                  </a:lnTo>
                  <a:lnTo>
                    <a:pt x="817934" y="1187556"/>
                  </a:lnTo>
                  <a:lnTo>
                    <a:pt x="820397" y="1187703"/>
                  </a:lnTo>
                  <a:lnTo>
                    <a:pt x="822861" y="1187817"/>
                  </a:lnTo>
                  <a:lnTo>
                    <a:pt x="825325" y="1187902"/>
                  </a:lnTo>
                  <a:lnTo>
                    <a:pt x="827788" y="1187964"/>
                  </a:lnTo>
                  <a:lnTo>
                    <a:pt x="830252" y="1188006"/>
                  </a:lnTo>
                  <a:lnTo>
                    <a:pt x="832716" y="1188035"/>
                  </a:lnTo>
                  <a:lnTo>
                    <a:pt x="835179" y="1188053"/>
                  </a:lnTo>
                  <a:lnTo>
                    <a:pt x="837643" y="1188065"/>
                  </a:lnTo>
                  <a:lnTo>
                    <a:pt x="840107" y="1188071"/>
                  </a:lnTo>
                  <a:lnTo>
                    <a:pt x="842570" y="1188075"/>
                  </a:lnTo>
                  <a:lnTo>
                    <a:pt x="845034" y="1188077"/>
                  </a:lnTo>
                  <a:lnTo>
                    <a:pt x="847498" y="1188079"/>
                  </a:lnTo>
                  <a:lnTo>
                    <a:pt x="849961" y="1188079"/>
                  </a:lnTo>
                  <a:lnTo>
                    <a:pt x="852425" y="1188079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79"/>
                  </a:lnTo>
                  <a:lnTo>
                    <a:pt x="918944" y="1188079"/>
                  </a:lnTo>
                  <a:lnTo>
                    <a:pt x="921407" y="1188077"/>
                  </a:lnTo>
                  <a:lnTo>
                    <a:pt x="923871" y="1188075"/>
                  </a:lnTo>
                  <a:lnTo>
                    <a:pt x="926335" y="1188071"/>
                  </a:lnTo>
                  <a:lnTo>
                    <a:pt x="928798" y="1188065"/>
                  </a:lnTo>
                  <a:lnTo>
                    <a:pt x="931262" y="1188054"/>
                  </a:lnTo>
                  <a:lnTo>
                    <a:pt x="933726" y="1188037"/>
                  </a:lnTo>
                  <a:lnTo>
                    <a:pt x="936189" y="1188010"/>
                  </a:lnTo>
                  <a:lnTo>
                    <a:pt x="938653" y="1187968"/>
                  </a:lnTo>
                  <a:lnTo>
                    <a:pt x="941117" y="1187908"/>
                  </a:lnTo>
                  <a:lnTo>
                    <a:pt x="943580" y="1187823"/>
                  </a:lnTo>
                  <a:lnTo>
                    <a:pt x="946044" y="1187710"/>
                  </a:lnTo>
                  <a:lnTo>
                    <a:pt x="948508" y="1187564"/>
                  </a:lnTo>
                  <a:lnTo>
                    <a:pt x="950971" y="1187383"/>
                  </a:lnTo>
                  <a:lnTo>
                    <a:pt x="953435" y="1187169"/>
                  </a:lnTo>
                  <a:lnTo>
                    <a:pt x="955899" y="1186926"/>
                  </a:lnTo>
                  <a:lnTo>
                    <a:pt x="958362" y="1186664"/>
                  </a:lnTo>
                  <a:lnTo>
                    <a:pt x="960826" y="1186396"/>
                  </a:lnTo>
                  <a:lnTo>
                    <a:pt x="963290" y="1186139"/>
                  </a:lnTo>
                  <a:lnTo>
                    <a:pt x="965753" y="1185911"/>
                  </a:lnTo>
                  <a:lnTo>
                    <a:pt x="968217" y="1185733"/>
                  </a:lnTo>
                  <a:lnTo>
                    <a:pt x="970681" y="1185624"/>
                  </a:lnTo>
                  <a:lnTo>
                    <a:pt x="973144" y="1185591"/>
                  </a:lnTo>
                  <a:lnTo>
                    <a:pt x="975608" y="1185636"/>
                  </a:lnTo>
                  <a:lnTo>
                    <a:pt x="978072" y="1185755"/>
                  </a:lnTo>
                  <a:lnTo>
                    <a:pt x="980535" y="1185936"/>
                  </a:lnTo>
                  <a:lnTo>
                    <a:pt x="982999" y="1186164"/>
                  </a:lnTo>
                  <a:lnTo>
                    <a:pt x="985463" y="1186422"/>
                  </a:lnTo>
                  <a:lnTo>
                    <a:pt x="987926" y="1186689"/>
                  </a:lnTo>
                  <a:lnTo>
                    <a:pt x="990390" y="1186951"/>
                  </a:lnTo>
                  <a:lnTo>
                    <a:pt x="992853" y="1187193"/>
                  </a:lnTo>
                  <a:lnTo>
                    <a:pt x="995317" y="1187406"/>
                  </a:lnTo>
                  <a:lnTo>
                    <a:pt x="997781" y="1187584"/>
                  </a:lnTo>
                  <a:lnTo>
                    <a:pt x="1000244" y="1187725"/>
                  </a:lnTo>
                  <a:lnTo>
                    <a:pt x="1002708" y="1187834"/>
                  </a:lnTo>
                  <a:lnTo>
                    <a:pt x="1005172" y="1187914"/>
                  </a:lnTo>
                  <a:lnTo>
                    <a:pt x="1007635" y="1187972"/>
                  </a:lnTo>
                  <a:lnTo>
                    <a:pt x="1010099" y="1188012"/>
                  </a:lnTo>
                  <a:lnTo>
                    <a:pt x="1012563" y="1188038"/>
                  </a:lnTo>
                  <a:lnTo>
                    <a:pt x="1015026" y="1188055"/>
                  </a:lnTo>
                  <a:lnTo>
                    <a:pt x="1017490" y="1188066"/>
                  </a:lnTo>
                  <a:lnTo>
                    <a:pt x="1019954" y="1188072"/>
                  </a:lnTo>
                  <a:lnTo>
                    <a:pt x="1022417" y="1188076"/>
                  </a:lnTo>
                  <a:lnTo>
                    <a:pt x="1024881" y="1188078"/>
                  </a:lnTo>
                  <a:lnTo>
                    <a:pt x="1027345" y="1188079"/>
                  </a:lnTo>
                  <a:lnTo>
                    <a:pt x="1029808" y="1188079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2433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79"/>
                  </a:lnTo>
                  <a:lnTo>
                    <a:pt x="71446" y="1188079"/>
                  </a:lnTo>
                  <a:lnTo>
                    <a:pt x="73909" y="1188078"/>
                  </a:lnTo>
                  <a:lnTo>
                    <a:pt x="76373" y="1188076"/>
                  </a:lnTo>
                  <a:lnTo>
                    <a:pt x="78837" y="1188073"/>
                  </a:lnTo>
                  <a:lnTo>
                    <a:pt x="81300" y="1188067"/>
                  </a:lnTo>
                  <a:lnTo>
                    <a:pt x="83764" y="1188055"/>
                  </a:lnTo>
                  <a:lnTo>
                    <a:pt x="86228" y="1188035"/>
                  </a:lnTo>
                  <a:lnTo>
                    <a:pt x="88691" y="1188002"/>
                  </a:lnTo>
                  <a:lnTo>
                    <a:pt x="91155" y="1187948"/>
                  </a:lnTo>
                  <a:lnTo>
                    <a:pt x="93618" y="1187863"/>
                  </a:lnTo>
                  <a:lnTo>
                    <a:pt x="96082" y="1187736"/>
                  </a:lnTo>
                  <a:lnTo>
                    <a:pt x="98546" y="1187551"/>
                  </a:lnTo>
                  <a:lnTo>
                    <a:pt x="101009" y="1187292"/>
                  </a:lnTo>
                  <a:lnTo>
                    <a:pt x="103473" y="1186941"/>
                  </a:lnTo>
                  <a:lnTo>
                    <a:pt x="105937" y="1186480"/>
                  </a:lnTo>
                  <a:lnTo>
                    <a:pt x="108400" y="1185891"/>
                  </a:lnTo>
                  <a:lnTo>
                    <a:pt x="110864" y="1185165"/>
                  </a:lnTo>
                  <a:lnTo>
                    <a:pt x="113328" y="1184311"/>
                  </a:lnTo>
                  <a:lnTo>
                    <a:pt x="115791" y="1183341"/>
                  </a:lnTo>
                  <a:lnTo>
                    <a:pt x="118255" y="1182278"/>
                  </a:lnTo>
                  <a:lnTo>
                    <a:pt x="120719" y="1181148"/>
                  </a:lnTo>
                  <a:lnTo>
                    <a:pt x="123182" y="1179983"/>
                  </a:lnTo>
                  <a:lnTo>
                    <a:pt x="125646" y="1178812"/>
                  </a:lnTo>
                  <a:lnTo>
                    <a:pt x="128110" y="1177659"/>
                  </a:lnTo>
                  <a:lnTo>
                    <a:pt x="130573" y="1176540"/>
                  </a:lnTo>
                  <a:lnTo>
                    <a:pt x="133037" y="1175460"/>
                  </a:lnTo>
                  <a:lnTo>
                    <a:pt x="135501" y="1174415"/>
                  </a:lnTo>
                  <a:lnTo>
                    <a:pt x="137964" y="1173389"/>
                  </a:lnTo>
                  <a:lnTo>
                    <a:pt x="140428" y="1172359"/>
                  </a:lnTo>
                  <a:lnTo>
                    <a:pt x="142892" y="1171295"/>
                  </a:lnTo>
                  <a:lnTo>
                    <a:pt x="145355" y="1170165"/>
                  </a:lnTo>
                  <a:lnTo>
                    <a:pt x="147819" y="1168927"/>
                  </a:lnTo>
                  <a:lnTo>
                    <a:pt x="150283" y="1167528"/>
                  </a:lnTo>
                  <a:lnTo>
                    <a:pt x="152746" y="1165903"/>
                  </a:lnTo>
                  <a:lnTo>
                    <a:pt x="155210" y="1163972"/>
                  </a:lnTo>
                  <a:lnTo>
                    <a:pt x="157674" y="1161644"/>
                  </a:lnTo>
                  <a:lnTo>
                    <a:pt x="160137" y="1158823"/>
                  </a:lnTo>
                  <a:lnTo>
                    <a:pt x="162601" y="1155422"/>
                  </a:lnTo>
                  <a:lnTo>
                    <a:pt x="165065" y="1151367"/>
                  </a:lnTo>
                  <a:lnTo>
                    <a:pt x="167528" y="1146618"/>
                  </a:lnTo>
                  <a:lnTo>
                    <a:pt x="169992" y="1141134"/>
                  </a:lnTo>
                  <a:lnTo>
                    <a:pt x="172456" y="1134967"/>
                  </a:lnTo>
                  <a:lnTo>
                    <a:pt x="174919" y="1128222"/>
                  </a:lnTo>
                  <a:lnTo>
                    <a:pt x="177383" y="1120993"/>
                  </a:lnTo>
                  <a:lnTo>
                    <a:pt x="179847" y="1113378"/>
                  </a:lnTo>
                  <a:lnTo>
                    <a:pt x="182310" y="1105469"/>
                  </a:lnTo>
                  <a:lnTo>
                    <a:pt x="184774" y="1097351"/>
                  </a:lnTo>
                  <a:lnTo>
                    <a:pt x="187237" y="1089097"/>
                  </a:lnTo>
                  <a:lnTo>
                    <a:pt x="189701" y="1080773"/>
                  </a:lnTo>
                  <a:lnTo>
                    <a:pt x="192165" y="1072449"/>
                  </a:lnTo>
                  <a:lnTo>
                    <a:pt x="194628" y="1064197"/>
                  </a:lnTo>
                  <a:lnTo>
                    <a:pt x="197092" y="1056100"/>
                  </a:lnTo>
                  <a:lnTo>
                    <a:pt x="199556" y="1048246"/>
                  </a:lnTo>
                  <a:lnTo>
                    <a:pt x="202019" y="1040758"/>
                  </a:lnTo>
                  <a:lnTo>
                    <a:pt x="204483" y="1033681"/>
                  </a:lnTo>
                  <a:lnTo>
                    <a:pt x="206947" y="1027067"/>
                  </a:lnTo>
                  <a:lnTo>
                    <a:pt x="209410" y="1020948"/>
                  </a:lnTo>
                  <a:lnTo>
                    <a:pt x="211874" y="1015350"/>
                  </a:lnTo>
                  <a:lnTo>
                    <a:pt x="214338" y="1010309"/>
                  </a:lnTo>
                  <a:lnTo>
                    <a:pt x="216801" y="1005880"/>
                  </a:lnTo>
                  <a:lnTo>
                    <a:pt x="219265" y="1002155"/>
                  </a:lnTo>
                  <a:lnTo>
                    <a:pt x="221729" y="999259"/>
                  </a:lnTo>
                  <a:lnTo>
                    <a:pt x="224192" y="997337"/>
                  </a:lnTo>
                  <a:lnTo>
                    <a:pt x="226656" y="996531"/>
                  </a:lnTo>
                  <a:lnTo>
                    <a:pt x="229120" y="996938"/>
                  </a:lnTo>
                  <a:lnTo>
                    <a:pt x="231583" y="998619"/>
                  </a:lnTo>
                  <a:lnTo>
                    <a:pt x="234047" y="1001346"/>
                  </a:lnTo>
                  <a:lnTo>
                    <a:pt x="236511" y="1004672"/>
                  </a:lnTo>
                  <a:lnTo>
                    <a:pt x="238974" y="1007991"/>
                  </a:lnTo>
                  <a:lnTo>
                    <a:pt x="241438" y="1010505"/>
                  </a:lnTo>
                  <a:lnTo>
                    <a:pt x="243902" y="1011271"/>
                  </a:lnTo>
                  <a:lnTo>
                    <a:pt x="246365" y="1009270"/>
                  </a:lnTo>
                  <a:lnTo>
                    <a:pt x="248829" y="1003500"/>
                  </a:lnTo>
                  <a:lnTo>
                    <a:pt x="251293" y="993077"/>
                  </a:lnTo>
                  <a:lnTo>
                    <a:pt x="253756" y="977342"/>
                  </a:lnTo>
                  <a:lnTo>
                    <a:pt x="256220" y="955960"/>
                  </a:lnTo>
                  <a:lnTo>
                    <a:pt x="258684" y="929000"/>
                  </a:lnTo>
                  <a:lnTo>
                    <a:pt x="261147" y="896923"/>
                  </a:lnTo>
                  <a:lnTo>
                    <a:pt x="263611" y="860595"/>
                  </a:lnTo>
                  <a:lnTo>
                    <a:pt x="266075" y="821874"/>
                  </a:lnTo>
                  <a:lnTo>
                    <a:pt x="268538" y="782389"/>
                  </a:lnTo>
                  <a:lnTo>
                    <a:pt x="271002" y="743768"/>
                  </a:lnTo>
                  <a:lnTo>
                    <a:pt x="273465" y="707410"/>
                  </a:lnTo>
                  <a:lnTo>
                    <a:pt x="275929" y="674274"/>
                  </a:lnTo>
                  <a:lnTo>
                    <a:pt x="278393" y="644689"/>
                  </a:lnTo>
                  <a:lnTo>
                    <a:pt x="280856" y="618224"/>
                  </a:lnTo>
                  <a:lnTo>
                    <a:pt x="283320" y="593649"/>
                  </a:lnTo>
                  <a:lnTo>
                    <a:pt x="285784" y="569008"/>
                  </a:lnTo>
                  <a:lnTo>
                    <a:pt x="288247" y="541820"/>
                  </a:lnTo>
                  <a:lnTo>
                    <a:pt x="290711" y="509400"/>
                  </a:lnTo>
                  <a:lnTo>
                    <a:pt x="293175" y="468687"/>
                  </a:lnTo>
                  <a:lnTo>
                    <a:pt x="295638" y="418267"/>
                  </a:lnTo>
                  <a:lnTo>
                    <a:pt x="298102" y="358469"/>
                  </a:lnTo>
                  <a:lnTo>
                    <a:pt x="300566" y="291071"/>
                  </a:lnTo>
                  <a:lnTo>
                    <a:pt x="303029" y="219603"/>
                  </a:lnTo>
                  <a:lnTo>
                    <a:pt x="305493" y="149123"/>
                  </a:lnTo>
                  <a:lnTo>
                    <a:pt x="307957" y="85747"/>
                  </a:lnTo>
                  <a:lnTo>
                    <a:pt x="310420" y="35958"/>
                  </a:lnTo>
                  <a:lnTo>
                    <a:pt x="312884" y="5787"/>
                  </a:lnTo>
                  <a:lnTo>
                    <a:pt x="315348" y="0"/>
                  </a:lnTo>
                  <a:lnTo>
                    <a:pt x="317811" y="21382"/>
                  </a:lnTo>
                  <a:lnTo>
                    <a:pt x="320275" y="70284"/>
                  </a:lnTo>
                  <a:lnTo>
                    <a:pt x="322739" y="144856"/>
                  </a:lnTo>
                  <a:lnTo>
                    <a:pt x="325202" y="240785"/>
                  </a:lnTo>
                  <a:lnTo>
                    <a:pt x="327666" y="349417"/>
                  </a:lnTo>
                  <a:lnTo>
                    <a:pt x="330130" y="463440"/>
                  </a:lnTo>
                  <a:lnTo>
                    <a:pt x="332593" y="575805"/>
                  </a:lnTo>
                  <a:lnTo>
                    <a:pt x="335057" y="680430"/>
                  </a:lnTo>
                  <a:lnTo>
                    <a:pt x="337521" y="772698"/>
                  </a:lnTo>
                  <a:lnTo>
                    <a:pt x="339984" y="849714"/>
                  </a:lnTo>
                  <a:lnTo>
                    <a:pt x="342448" y="910330"/>
                  </a:lnTo>
                  <a:lnTo>
                    <a:pt x="344912" y="954968"/>
                  </a:lnTo>
                  <a:lnTo>
                    <a:pt x="347375" y="985310"/>
                  </a:lnTo>
                  <a:lnTo>
                    <a:pt x="349839" y="1003899"/>
                  </a:lnTo>
                  <a:lnTo>
                    <a:pt x="352303" y="1013728"/>
                  </a:lnTo>
                  <a:lnTo>
                    <a:pt x="354766" y="1017674"/>
                  </a:lnTo>
                  <a:lnTo>
                    <a:pt x="357230" y="1019030"/>
                  </a:lnTo>
                  <a:lnTo>
                    <a:pt x="359694" y="1020013"/>
                  </a:lnTo>
                  <a:lnTo>
                    <a:pt x="362157" y="1022056"/>
                  </a:lnTo>
                  <a:lnTo>
                    <a:pt x="364621" y="1025946"/>
                  </a:lnTo>
                  <a:lnTo>
                    <a:pt x="367084" y="1031895"/>
                  </a:lnTo>
                  <a:lnTo>
                    <a:pt x="369548" y="1039659"/>
                  </a:lnTo>
                  <a:lnTo>
                    <a:pt x="372012" y="1048688"/>
                  </a:lnTo>
                  <a:lnTo>
                    <a:pt x="374475" y="1058284"/>
                  </a:lnTo>
                  <a:lnTo>
                    <a:pt x="376939" y="1067752"/>
                  </a:lnTo>
                  <a:lnTo>
                    <a:pt x="379403" y="1076523"/>
                  </a:lnTo>
                  <a:lnTo>
                    <a:pt x="381866" y="1084232"/>
                  </a:lnTo>
                  <a:lnTo>
                    <a:pt x="384330" y="1090727"/>
                  </a:lnTo>
                  <a:lnTo>
                    <a:pt x="386794" y="1096100"/>
                  </a:lnTo>
                  <a:lnTo>
                    <a:pt x="389257" y="1100736"/>
                  </a:lnTo>
                  <a:lnTo>
                    <a:pt x="391721" y="1104981"/>
                  </a:lnTo>
                  <a:lnTo>
                    <a:pt x="394185" y="1109153"/>
                  </a:lnTo>
                  <a:lnTo>
                    <a:pt x="396648" y="1113478"/>
                  </a:lnTo>
                  <a:lnTo>
                    <a:pt x="399112" y="1118055"/>
                  </a:lnTo>
                  <a:lnTo>
                    <a:pt x="401576" y="1122850"/>
                  </a:lnTo>
                  <a:lnTo>
                    <a:pt x="404039" y="1127715"/>
                  </a:lnTo>
                  <a:lnTo>
                    <a:pt x="406503" y="1132428"/>
                  </a:lnTo>
                  <a:lnTo>
                    <a:pt x="408967" y="1136739"/>
                  </a:lnTo>
                  <a:lnTo>
                    <a:pt x="411430" y="1140419"/>
                  </a:lnTo>
                  <a:lnTo>
                    <a:pt x="413894" y="1143301"/>
                  </a:lnTo>
                  <a:lnTo>
                    <a:pt x="416358" y="1145244"/>
                  </a:lnTo>
                  <a:lnTo>
                    <a:pt x="418821" y="1146334"/>
                  </a:lnTo>
                  <a:lnTo>
                    <a:pt x="421285" y="1146715"/>
                  </a:lnTo>
                  <a:lnTo>
                    <a:pt x="423749" y="1146567"/>
                  </a:lnTo>
                  <a:lnTo>
                    <a:pt x="426212" y="1146098"/>
                  </a:lnTo>
                  <a:lnTo>
                    <a:pt x="428676" y="1145515"/>
                  </a:lnTo>
                  <a:lnTo>
                    <a:pt x="431140" y="1145010"/>
                  </a:lnTo>
                  <a:lnTo>
                    <a:pt x="433603" y="1144737"/>
                  </a:lnTo>
                  <a:lnTo>
                    <a:pt x="436067" y="1144810"/>
                  </a:lnTo>
                  <a:lnTo>
                    <a:pt x="438531" y="1145299"/>
                  </a:lnTo>
                  <a:lnTo>
                    <a:pt x="440994" y="1146234"/>
                  </a:lnTo>
                  <a:lnTo>
                    <a:pt x="443458" y="1147612"/>
                  </a:lnTo>
                  <a:lnTo>
                    <a:pt x="445922" y="1149414"/>
                  </a:lnTo>
                  <a:lnTo>
                    <a:pt x="448385" y="1151599"/>
                  </a:lnTo>
                  <a:lnTo>
                    <a:pt x="450849" y="1154080"/>
                  </a:lnTo>
                  <a:lnTo>
                    <a:pt x="453312" y="1156789"/>
                  </a:lnTo>
                  <a:lnTo>
                    <a:pt x="455776" y="1159656"/>
                  </a:lnTo>
                  <a:lnTo>
                    <a:pt x="458240" y="1162604"/>
                  </a:lnTo>
                  <a:lnTo>
                    <a:pt x="460703" y="1165555"/>
                  </a:lnTo>
                  <a:lnTo>
                    <a:pt x="463167" y="1168435"/>
                  </a:lnTo>
                  <a:lnTo>
                    <a:pt x="465631" y="1171174"/>
                  </a:lnTo>
                  <a:lnTo>
                    <a:pt x="468094" y="1173712"/>
                  </a:lnTo>
                  <a:lnTo>
                    <a:pt x="470558" y="1176006"/>
                  </a:lnTo>
                  <a:lnTo>
                    <a:pt x="473022" y="1178030"/>
                  </a:lnTo>
                  <a:lnTo>
                    <a:pt x="475485" y="1179779"/>
                  </a:lnTo>
                  <a:lnTo>
                    <a:pt x="477949" y="1181244"/>
                  </a:lnTo>
                  <a:lnTo>
                    <a:pt x="480413" y="1182470"/>
                  </a:lnTo>
                  <a:lnTo>
                    <a:pt x="482876" y="1183494"/>
                  </a:lnTo>
                  <a:lnTo>
                    <a:pt x="485340" y="1184349"/>
                  </a:lnTo>
                  <a:lnTo>
                    <a:pt x="487804" y="1185063"/>
                  </a:lnTo>
                  <a:lnTo>
                    <a:pt x="490267" y="1185661"/>
                  </a:lnTo>
                  <a:lnTo>
                    <a:pt x="492731" y="1186162"/>
                  </a:lnTo>
                  <a:lnTo>
                    <a:pt x="495195" y="1186577"/>
                  </a:lnTo>
                  <a:lnTo>
                    <a:pt x="497658" y="1186917"/>
                  </a:lnTo>
                  <a:lnTo>
                    <a:pt x="500122" y="1187186"/>
                  </a:lnTo>
                  <a:lnTo>
                    <a:pt x="502586" y="1187389"/>
                  </a:lnTo>
                  <a:lnTo>
                    <a:pt x="505049" y="1187528"/>
                  </a:lnTo>
                  <a:lnTo>
                    <a:pt x="507513" y="1187603"/>
                  </a:lnTo>
                  <a:lnTo>
                    <a:pt x="509977" y="1187616"/>
                  </a:lnTo>
                  <a:lnTo>
                    <a:pt x="512440" y="1187573"/>
                  </a:lnTo>
                  <a:lnTo>
                    <a:pt x="514904" y="1187474"/>
                  </a:lnTo>
                  <a:lnTo>
                    <a:pt x="517368" y="1187325"/>
                  </a:lnTo>
                  <a:lnTo>
                    <a:pt x="519831" y="1187131"/>
                  </a:lnTo>
                  <a:lnTo>
                    <a:pt x="522295" y="1186900"/>
                  </a:lnTo>
                  <a:lnTo>
                    <a:pt x="524759" y="1186646"/>
                  </a:lnTo>
                  <a:lnTo>
                    <a:pt x="527222" y="1186383"/>
                  </a:lnTo>
                  <a:lnTo>
                    <a:pt x="529686" y="1186129"/>
                  </a:lnTo>
                  <a:lnTo>
                    <a:pt x="532150" y="1185905"/>
                  </a:lnTo>
                  <a:lnTo>
                    <a:pt x="534613" y="1185728"/>
                  </a:lnTo>
                  <a:lnTo>
                    <a:pt x="537077" y="1185615"/>
                  </a:lnTo>
                  <a:lnTo>
                    <a:pt x="539541" y="1185585"/>
                  </a:lnTo>
                  <a:lnTo>
                    <a:pt x="542004" y="1185633"/>
                  </a:lnTo>
                  <a:lnTo>
                    <a:pt x="544468" y="1185756"/>
                  </a:lnTo>
                  <a:lnTo>
                    <a:pt x="546931" y="1185940"/>
                  </a:lnTo>
                  <a:lnTo>
                    <a:pt x="549395" y="1186171"/>
                  </a:lnTo>
                  <a:lnTo>
                    <a:pt x="551859" y="1186429"/>
                  </a:lnTo>
                  <a:lnTo>
                    <a:pt x="554322" y="1186697"/>
                  </a:lnTo>
                  <a:lnTo>
                    <a:pt x="556786" y="1186958"/>
                  </a:lnTo>
                  <a:lnTo>
                    <a:pt x="559250" y="1187199"/>
                  </a:lnTo>
                  <a:lnTo>
                    <a:pt x="561713" y="1187411"/>
                  </a:lnTo>
                  <a:lnTo>
                    <a:pt x="564177" y="1187588"/>
                  </a:lnTo>
                  <a:lnTo>
                    <a:pt x="566641" y="1187730"/>
                  </a:lnTo>
                  <a:lnTo>
                    <a:pt x="569104" y="1187839"/>
                  </a:lnTo>
                  <a:lnTo>
                    <a:pt x="571568" y="1187918"/>
                  </a:lnTo>
                  <a:lnTo>
                    <a:pt x="574032" y="1187974"/>
                  </a:lnTo>
                  <a:lnTo>
                    <a:pt x="576495" y="1188013"/>
                  </a:lnTo>
                  <a:lnTo>
                    <a:pt x="578959" y="1188039"/>
                  </a:lnTo>
                  <a:lnTo>
                    <a:pt x="581423" y="1188056"/>
                  </a:lnTo>
                  <a:lnTo>
                    <a:pt x="583886" y="1188066"/>
                  </a:lnTo>
                  <a:lnTo>
                    <a:pt x="586350" y="1188072"/>
                  </a:lnTo>
                  <a:lnTo>
                    <a:pt x="588814" y="1188076"/>
                  </a:lnTo>
                  <a:lnTo>
                    <a:pt x="591277" y="1188078"/>
                  </a:lnTo>
                  <a:lnTo>
                    <a:pt x="593741" y="1188079"/>
                  </a:lnTo>
                  <a:lnTo>
                    <a:pt x="596205" y="1188079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80"/>
                  </a:lnTo>
                  <a:lnTo>
                    <a:pt x="662723" y="1188080"/>
                  </a:lnTo>
                  <a:lnTo>
                    <a:pt x="665187" y="1188080"/>
                  </a:lnTo>
                  <a:lnTo>
                    <a:pt x="667651" y="1188080"/>
                  </a:lnTo>
                  <a:lnTo>
                    <a:pt x="670114" y="1188080"/>
                  </a:lnTo>
                  <a:lnTo>
                    <a:pt x="672578" y="1188080"/>
                  </a:lnTo>
                  <a:lnTo>
                    <a:pt x="675042" y="1188080"/>
                  </a:lnTo>
                  <a:lnTo>
                    <a:pt x="677505" y="1188080"/>
                  </a:lnTo>
                  <a:lnTo>
                    <a:pt x="679969" y="1188080"/>
                  </a:lnTo>
                  <a:lnTo>
                    <a:pt x="682433" y="1188080"/>
                  </a:lnTo>
                  <a:lnTo>
                    <a:pt x="684896" y="1188080"/>
                  </a:lnTo>
                  <a:lnTo>
                    <a:pt x="687360" y="1188080"/>
                  </a:lnTo>
                  <a:lnTo>
                    <a:pt x="689824" y="1188080"/>
                  </a:lnTo>
                  <a:lnTo>
                    <a:pt x="692287" y="1188080"/>
                  </a:lnTo>
                  <a:lnTo>
                    <a:pt x="694751" y="1188080"/>
                  </a:lnTo>
                  <a:lnTo>
                    <a:pt x="697215" y="1188080"/>
                  </a:lnTo>
                  <a:lnTo>
                    <a:pt x="699678" y="1188080"/>
                  </a:lnTo>
                  <a:lnTo>
                    <a:pt x="702142" y="1188080"/>
                  </a:lnTo>
                  <a:lnTo>
                    <a:pt x="704606" y="1188080"/>
                  </a:lnTo>
                  <a:lnTo>
                    <a:pt x="707069" y="1188080"/>
                  </a:lnTo>
                  <a:lnTo>
                    <a:pt x="709533" y="1188080"/>
                  </a:lnTo>
                  <a:lnTo>
                    <a:pt x="711997" y="1188080"/>
                  </a:lnTo>
                  <a:lnTo>
                    <a:pt x="714460" y="1188080"/>
                  </a:lnTo>
                  <a:lnTo>
                    <a:pt x="716924" y="1188080"/>
                  </a:lnTo>
                  <a:lnTo>
                    <a:pt x="719388" y="1188080"/>
                  </a:lnTo>
                  <a:lnTo>
                    <a:pt x="721851" y="1188080"/>
                  </a:lnTo>
                  <a:lnTo>
                    <a:pt x="724315" y="1188080"/>
                  </a:lnTo>
                  <a:lnTo>
                    <a:pt x="726778" y="1188080"/>
                  </a:lnTo>
                  <a:lnTo>
                    <a:pt x="729242" y="1188080"/>
                  </a:lnTo>
                  <a:lnTo>
                    <a:pt x="731706" y="1188080"/>
                  </a:lnTo>
                  <a:lnTo>
                    <a:pt x="734169" y="1188080"/>
                  </a:lnTo>
                  <a:lnTo>
                    <a:pt x="736633" y="1188079"/>
                  </a:lnTo>
                  <a:lnTo>
                    <a:pt x="739097" y="1188079"/>
                  </a:lnTo>
                  <a:lnTo>
                    <a:pt x="741560" y="1188078"/>
                  </a:lnTo>
                  <a:lnTo>
                    <a:pt x="744024" y="1188076"/>
                  </a:lnTo>
                  <a:lnTo>
                    <a:pt x="746488" y="1188072"/>
                  </a:lnTo>
                  <a:lnTo>
                    <a:pt x="748951" y="1188066"/>
                  </a:lnTo>
                  <a:lnTo>
                    <a:pt x="751415" y="1188057"/>
                  </a:lnTo>
                  <a:lnTo>
                    <a:pt x="753879" y="1188040"/>
                  </a:lnTo>
                  <a:lnTo>
                    <a:pt x="756342" y="1188014"/>
                  </a:lnTo>
                  <a:lnTo>
                    <a:pt x="758806" y="1187975"/>
                  </a:lnTo>
                  <a:lnTo>
                    <a:pt x="761270" y="1187918"/>
                  </a:lnTo>
                  <a:lnTo>
                    <a:pt x="763733" y="1187837"/>
                  </a:lnTo>
                  <a:lnTo>
                    <a:pt x="766197" y="1187729"/>
                  </a:lnTo>
                  <a:lnTo>
                    <a:pt x="768661" y="1187589"/>
                  </a:lnTo>
                  <a:lnTo>
                    <a:pt x="771124" y="1187414"/>
                  </a:lnTo>
                  <a:lnTo>
                    <a:pt x="773588" y="1187206"/>
                  </a:lnTo>
                  <a:lnTo>
                    <a:pt x="776052" y="1186967"/>
                  </a:lnTo>
                  <a:lnTo>
                    <a:pt x="778515" y="1186707"/>
                  </a:lnTo>
                  <a:lnTo>
                    <a:pt x="780979" y="1186438"/>
                  </a:lnTo>
                  <a:lnTo>
                    <a:pt x="783443" y="1186176"/>
                  </a:lnTo>
                  <a:lnTo>
                    <a:pt x="785906" y="1185944"/>
                  </a:lnTo>
                  <a:lnTo>
                    <a:pt x="788370" y="1185761"/>
                  </a:lnTo>
                  <a:lnTo>
                    <a:pt x="790834" y="1185641"/>
                  </a:lnTo>
                  <a:lnTo>
                    <a:pt x="793297" y="1185595"/>
                  </a:lnTo>
                  <a:lnTo>
                    <a:pt x="795761" y="1185626"/>
                  </a:lnTo>
                  <a:lnTo>
                    <a:pt x="798225" y="1185732"/>
                  </a:lnTo>
                  <a:lnTo>
                    <a:pt x="800688" y="1185903"/>
                  </a:lnTo>
                  <a:lnTo>
                    <a:pt x="803152" y="1186125"/>
                  </a:lnTo>
                  <a:lnTo>
                    <a:pt x="805616" y="1186379"/>
                  </a:lnTo>
                  <a:lnTo>
                    <a:pt x="808079" y="1186647"/>
                  </a:lnTo>
                  <a:lnTo>
                    <a:pt x="810543" y="1186911"/>
                  </a:lnTo>
                  <a:lnTo>
                    <a:pt x="813006" y="1187158"/>
                  </a:lnTo>
                  <a:lnTo>
                    <a:pt x="815470" y="1187375"/>
                  </a:lnTo>
                  <a:lnTo>
                    <a:pt x="817934" y="1187556"/>
                  </a:lnTo>
                  <a:lnTo>
                    <a:pt x="820397" y="1187703"/>
                  </a:lnTo>
                  <a:lnTo>
                    <a:pt x="822861" y="1187817"/>
                  </a:lnTo>
                  <a:lnTo>
                    <a:pt x="825325" y="1187902"/>
                  </a:lnTo>
                  <a:lnTo>
                    <a:pt x="827788" y="1187964"/>
                  </a:lnTo>
                  <a:lnTo>
                    <a:pt x="830252" y="1188006"/>
                  </a:lnTo>
                  <a:lnTo>
                    <a:pt x="832716" y="1188035"/>
                  </a:lnTo>
                  <a:lnTo>
                    <a:pt x="835179" y="1188053"/>
                  </a:lnTo>
                  <a:lnTo>
                    <a:pt x="837643" y="1188065"/>
                  </a:lnTo>
                  <a:lnTo>
                    <a:pt x="840107" y="1188071"/>
                  </a:lnTo>
                  <a:lnTo>
                    <a:pt x="842570" y="1188075"/>
                  </a:lnTo>
                  <a:lnTo>
                    <a:pt x="845034" y="1188077"/>
                  </a:lnTo>
                  <a:lnTo>
                    <a:pt x="847498" y="1188079"/>
                  </a:lnTo>
                  <a:lnTo>
                    <a:pt x="849961" y="1188079"/>
                  </a:lnTo>
                  <a:lnTo>
                    <a:pt x="852425" y="1188079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79"/>
                  </a:lnTo>
                  <a:lnTo>
                    <a:pt x="918944" y="1188079"/>
                  </a:lnTo>
                  <a:lnTo>
                    <a:pt x="921407" y="1188077"/>
                  </a:lnTo>
                  <a:lnTo>
                    <a:pt x="923871" y="1188075"/>
                  </a:lnTo>
                  <a:lnTo>
                    <a:pt x="926335" y="1188071"/>
                  </a:lnTo>
                  <a:lnTo>
                    <a:pt x="928798" y="1188065"/>
                  </a:lnTo>
                  <a:lnTo>
                    <a:pt x="931262" y="1188054"/>
                  </a:lnTo>
                  <a:lnTo>
                    <a:pt x="933726" y="1188037"/>
                  </a:lnTo>
                  <a:lnTo>
                    <a:pt x="936189" y="1188010"/>
                  </a:lnTo>
                  <a:lnTo>
                    <a:pt x="938653" y="1187968"/>
                  </a:lnTo>
                  <a:lnTo>
                    <a:pt x="941117" y="1187908"/>
                  </a:lnTo>
                  <a:lnTo>
                    <a:pt x="943580" y="1187823"/>
                  </a:lnTo>
                  <a:lnTo>
                    <a:pt x="946044" y="1187710"/>
                  </a:lnTo>
                  <a:lnTo>
                    <a:pt x="948508" y="1187564"/>
                  </a:lnTo>
                  <a:lnTo>
                    <a:pt x="950971" y="1187383"/>
                  </a:lnTo>
                  <a:lnTo>
                    <a:pt x="953435" y="1187169"/>
                  </a:lnTo>
                  <a:lnTo>
                    <a:pt x="955899" y="1186926"/>
                  </a:lnTo>
                  <a:lnTo>
                    <a:pt x="958362" y="1186664"/>
                  </a:lnTo>
                  <a:lnTo>
                    <a:pt x="960826" y="1186396"/>
                  </a:lnTo>
                  <a:lnTo>
                    <a:pt x="963290" y="1186139"/>
                  </a:lnTo>
                  <a:lnTo>
                    <a:pt x="965753" y="1185911"/>
                  </a:lnTo>
                  <a:lnTo>
                    <a:pt x="968217" y="1185733"/>
                  </a:lnTo>
                  <a:lnTo>
                    <a:pt x="970681" y="1185624"/>
                  </a:lnTo>
                  <a:lnTo>
                    <a:pt x="973144" y="1185591"/>
                  </a:lnTo>
                  <a:lnTo>
                    <a:pt x="975608" y="1185636"/>
                  </a:lnTo>
                  <a:lnTo>
                    <a:pt x="978072" y="1185755"/>
                  </a:lnTo>
                  <a:lnTo>
                    <a:pt x="980535" y="1185936"/>
                  </a:lnTo>
                  <a:lnTo>
                    <a:pt x="982999" y="1186164"/>
                  </a:lnTo>
                  <a:lnTo>
                    <a:pt x="985463" y="1186422"/>
                  </a:lnTo>
                  <a:lnTo>
                    <a:pt x="987926" y="1186689"/>
                  </a:lnTo>
                  <a:lnTo>
                    <a:pt x="990390" y="1186951"/>
                  </a:lnTo>
                  <a:lnTo>
                    <a:pt x="992853" y="1187193"/>
                  </a:lnTo>
                  <a:lnTo>
                    <a:pt x="995317" y="1187406"/>
                  </a:lnTo>
                  <a:lnTo>
                    <a:pt x="997781" y="1187584"/>
                  </a:lnTo>
                  <a:lnTo>
                    <a:pt x="1000244" y="1187725"/>
                  </a:lnTo>
                  <a:lnTo>
                    <a:pt x="1002708" y="1187834"/>
                  </a:lnTo>
                  <a:lnTo>
                    <a:pt x="1005172" y="1187914"/>
                  </a:lnTo>
                  <a:lnTo>
                    <a:pt x="1007635" y="1187972"/>
                  </a:lnTo>
                  <a:lnTo>
                    <a:pt x="1010099" y="1188012"/>
                  </a:lnTo>
                  <a:lnTo>
                    <a:pt x="1012563" y="1188038"/>
                  </a:lnTo>
                  <a:lnTo>
                    <a:pt x="1015026" y="1188055"/>
                  </a:lnTo>
                  <a:lnTo>
                    <a:pt x="1017490" y="1188066"/>
                  </a:lnTo>
                  <a:lnTo>
                    <a:pt x="1019954" y="1188072"/>
                  </a:lnTo>
                  <a:lnTo>
                    <a:pt x="1022417" y="1188076"/>
                  </a:lnTo>
                  <a:lnTo>
                    <a:pt x="1024881" y="1188078"/>
                  </a:lnTo>
                  <a:lnTo>
                    <a:pt x="1027345" y="1188079"/>
                  </a:lnTo>
                  <a:lnTo>
                    <a:pt x="1029808" y="1188079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2433616" y="5427567"/>
              <a:ext cx="1258929" cy="726330"/>
            </a:xfrm>
            <a:custGeom>
              <a:avLst/>
              <a:pathLst>
                <a:path w="1258929" h="726330">
                  <a:moveTo>
                    <a:pt x="0" y="726330"/>
                  </a:moveTo>
                  <a:lnTo>
                    <a:pt x="2463" y="726330"/>
                  </a:lnTo>
                  <a:lnTo>
                    <a:pt x="4927" y="726330"/>
                  </a:lnTo>
                  <a:lnTo>
                    <a:pt x="7390" y="726330"/>
                  </a:lnTo>
                  <a:lnTo>
                    <a:pt x="9854" y="726330"/>
                  </a:lnTo>
                  <a:lnTo>
                    <a:pt x="12318" y="726330"/>
                  </a:lnTo>
                  <a:lnTo>
                    <a:pt x="14781" y="726330"/>
                  </a:lnTo>
                  <a:lnTo>
                    <a:pt x="17245" y="726330"/>
                  </a:lnTo>
                  <a:lnTo>
                    <a:pt x="19709" y="726330"/>
                  </a:lnTo>
                  <a:lnTo>
                    <a:pt x="22172" y="726330"/>
                  </a:lnTo>
                  <a:lnTo>
                    <a:pt x="24636" y="726330"/>
                  </a:lnTo>
                  <a:lnTo>
                    <a:pt x="27100" y="726330"/>
                  </a:lnTo>
                  <a:lnTo>
                    <a:pt x="29563" y="726330"/>
                  </a:lnTo>
                  <a:lnTo>
                    <a:pt x="32027" y="726330"/>
                  </a:lnTo>
                  <a:lnTo>
                    <a:pt x="34491" y="726330"/>
                  </a:lnTo>
                  <a:lnTo>
                    <a:pt x="36954" y="726330"/>
                  </a:lnTo>
                  <a:lnTo>
                    <a:pt x="39418" y="726330"/>
                  </a:lnTo>
                  <a:lnTo>
                    <a:pt x="41882" y="726330"/>
                  </a:lnTo>
                  <a:lnTo>
                    <a:pt x="44345" y="726330"/>
                  </a:lnTo>
                  <a:lnTo>
                    <a:pt x="46809" y="726330"/>
                  </a:lnTo>
                  <a:lnTo>
                    <a:pt x="49273" y="726330"/>
                  </a:lnTo>
                  <a:lnTo>
                    <a:pt x="51736" y="726330"/>
                  </a:lnTo>
                  <a:lnTo>
                    <a:pt x="54200" y="726330"/>
                  </a:lnTo>
                  <a:lnTo>
                    <a:pt x="56664" y="726330"/>
                  </a:lnTo>
                  <a:lnTo>
                    <a:pt x="59127" y="726330"/>
                  </a:lnTo>
                  <a:lnTo>
                    <a:pt x="61591" y="726330"/>
                  </a:lnTo>
                  <a:lnTo>
                    <a:pt x="64055" y="726330"/>
                  </a:lnTo>
                  <a:lnTo>
                    <a:pt x="66518" y="726330"/>
                  </a:lnTo>
                  <a:lnTo>
                    <a:pt x="68982" y="726330"/>
                  </a:lnTo>
                  <a:lnTo>
                    <a:pt x="71446" y="726330"/>
                  </a:lnTo>
                  <a:lnTo>
                    <a:pt x="73909" y="726330"/>
                  </a:lnTo>
                  <a:lnTo>
                    <a:pt x="76373" y="726330"/>
                  </a:lnTo>
                  <a:lnTo>
                    <a:pt x="78837" y="726330"/>
                  </a:lnTo>
                  <a:lnTo>
                    <a:pt x="81300" y="726330"/>
                  </a:lnTo>
                  <a:lnTo>
                    <a:pt x="83764" y="726330"/>
                  </a:lnTo>
                  <a:lnTo>
                    <a:pt x="86228" y="726330"/>
                  </a:lnTo>
                  <a:lnTo>
                    <a:pt x="88691" y="726330"/>
                  </a:lnTo>
                  <a:lnTo>
                    <a:pt x="91155" y="726330"/>
                  </a:lnTo>
                  <a:lnTo>
                    <a:pt x="93618" y="726330"/>
                  </a:lnTo>
                  <a:lnTo>
                    <a:pt x="96082" y="726330"/>
                  </a:lnTo>
                  <a:lnTo>
                    <a:pt x="98546" y="726330"/>
                  </a:lnTo>
                  <a:lnTo>
                    <a:pt x="101009" y="726330"/>
                  </a:lnTo>
                  <a:lnTo>
                    <a:pt x="103473" y="726330"/>
                  </a:lnTo>
                  <a:lnTo>
                    <a:pt x="105937" y="726330"/>
                  </a:lnTo>
                  <a:lnTo>
                    <a:pt x="108400" y="726330"/>
                  </a:lnTo>
                  <a:lnTo>
                    <a:pt x="110864" y="726330"/>
                  </a:lnTo>
                  <a:lnTo>
                    <a:pt x="113328" y="726330"/>
                  </a:lnTo>
                  <a:lnTo>
                    <a:pt x="115791" y="726330"/>
                  </a:lnTo>
                  <a:lnTo>
                    <a:pt x="118255" y="726330"/>
                  </a:lnTo>
                  <a:lnTo>
                    <a:pt x="120719" y="726330"/>
                  </a:lnTo>
                  <a:lnTo>
                    <a:pt x="123182" y="726330"/>
                  </a:lnTo>
                  <a:lnTo>
                    <a:pt x="125646" y="726330"/>
                  </a:lnTo>
                  <a:lnTo>
                    <a:pt x="128110" y="726330"/>
                  </a:lnTo>
                  <a:lnTo>
                    <a:pt x="130573" y="726330"/>
                  </a:lnTo>
                  <a:lnTo>
                    <a:pt x="133037" y="726330"/>
                  </a:lnTo>
                  <a:lnTo>
                    <a:pt x="135501" y="726330"/>
                  </a:lnTo>
                  <a:lnTo>
                    <a:pt x="137964" y="726330"/>
                  </a:lnTo>
                  <a:lnTo>
                    <a:pt x="140428" y="726330"/>
                  </a:lnTo>
                  <a:lnTo>
                    <a:pt x="142892" y="726330"/>
                  </a:lnTo>
                  <a:lnTo>
                    <a:pt x="145355" y="726330"/>
                  </a:lnTo>
                  <a:lnTo>
                    <a:pt x="147819" y="726330"/>
                  </a:lnTo>
                  <a:lnTo>
                    <a:pt x="150283" y="726330"/>
                  </a:lnTo>
                  <a:lnTo>
                    <a:pt x="152746" y="726330"/>
                  </a:lnTo>
                  <a:lnTo>
                    <a:pt x="155210" y="726330"/>
                  </a:lnTo>
                  <a:lnTo>
                    <a:pt x="157674" y="726330"/>
                  </a:lnTo>
                  <a:lnTo>
                    <a:pt x="160137" y="726330"/>
                  </a:lnTo>
                  <a:lnTo>
                    <a:pt x="162601" y="726330"/>
                  </a:lnTo>
                  <a:lnTo>
                    <a:pt x="165065" y="726330"/>
                  </a:lnTo>
                  <a:lnTo>
                    <a:pt x="167528" y="726330"/>
                  </a:lnTo>
                  <a:lnTo>
                    <a:pt x="169992" y="726330"/>
                  </a:lnTo>
                  <a:lnTo>
                    <a:pt x="172456" y="726330"/>
                  </a:lnTo>
                  <a:lnTo>
                    <a:pt x="174919" y="726330"/>
                  </a:lnTo>
                  <a:lnTo>
                    <a:pt x="177383" y="726330"/>
                  </a:lnTo>
                  <a:lnTo>
                    <a:pt x="179847" y="726330"/>
                  </a:lnTo>
                  <a:lnTo>
                    <a:pt x="182310" y="726330"/>
                  </a:lnTo>
                  <a:lnTo>
                    <a:pt x="184774" y="726330"/>
                  </a:lnTo>
                  <a:lnTo>
                    <a:pt x="187237" y="726330"/>
                  </a:lnTo>
                  <a:lnTo>
                    <a:pt x="189701" y="726330"/>
                  </a:lnTo>
                  <a:lnTo>
                    <a:pt x="192165" y="726330"/>
                  </a:lnTo>
                  <a:lnTo>
                    <a:pt x="194628" y="726330"/>
                  </a:lnTo>
                  <a:lnTo>
                    <a:pt x="197092" y="726330"/>
                  </a:lnTo>
                  <a:lnTo>
                    <a:pt x="199556" y="726330"/>
                  </a:lnTo>
                  <a:lnTo>
                    <a:pt x="202019" y="726330"/>
                  </a:lnTo>
                  <a:lnTo>
                    <a:pt x="204483" y="726330"/>
                  </a:lnTo>
                  <a:lnTo>
                    <a:pt x="206947" y="726330"/>
                  </a:lnTo>
                  <a:lnTo>
                    <a:pt x="209410" y="726330"/>
                  </a:lnTo>
                  <a:lnTo>
                    <a:pt x="211874" y="726330"/>
                  </a:lnTo>
                  <a:lnTo>
                    <a:pt x="214338" y="726330"/>
                  </a:lnTo>
                  <a:lnTo>
                    <a:pt x="216801" y="726329"/>
                  </a:lnTo>
                  <a:lnTo>
                    <a:pt x="219265" y="726329"/>
                  </a:lnTo>
                  <a:lnTo>
                    <a:pt x="221729" y="726328"/>
                  </a:lnTo>
                  <a:lnTo>
                    <a:pt x="224192" y="726328"/>
                  </a:lnTo>
                  <a:lnTo>
                    <a:pt x="226656" y="726327"/>
                  </a:lnTo>
                  <a:lnTo>
                    <a:pt x="229120" y="726325"/>
                  </a:lnTo>
                  <a:lnTo>
                    <a:pt x="231583" y="726322"/>
                  </a:lnTo>
                  <a:lnTo>
                    <a:pt x="234047" y="726319"/>
                  </a:lnTo>
                  <a:lnTo>
                    <a:pt x="236511" y="726314"/>
                  </a:lnTo>
                  <a:lnTo>
                    <a:pt x="238974" y="726307"/>
                  </a:lnTo>
                  <a:lnTo>
                    <a:pt x="241438" y="726298"/>
                  </a:lnTo>
                  <a:lnTo>
                    <a:pt x="243902" y="726285"/>
                  </a:lnTo>
                  <a:lnTo>
                    <a:pt x="246365" y="726268"/>
                  </a:lnTo>
                  <a:lnTo>
                    <a:pt x="248829" y="726246"/>
                  </a:lnTo>
                  <a:lnTo>
                    <a:pt x="251293" y="726217"/>
                  </a:lnTo>
                  <a:lnTo>
                    <a:pt x="253756" y="726180"/>
                  </a:lnTo>
                  <a:lnTo>
                    <a:pt x="256220" y="726132"/>
                  </a:lnTo>
                  <a:lnTo>
                    <a:pt x="258684" y="726073"/>
                  </a:lnTo>
                  <a:lnTo>
                    <a:pt x="261147" y="726000"/>
                  </a:lnTo>
                  <a:lnTo>
                    <a:pt x="263611" y="725912"/>
                  </a:lnTo>
                  <a:lnTo>
                    <a:pt x="266075" y="725807"/>
                  </a:lnTo>
                  <a:lnTo>
                    <a:pt x="268538" y="725682"/>
                  </a:lnTo>
                  <a:lnTo>
                    <a:pt x="271002" y="725534"/>
                  </a:lnTo>
                  <a:lnTo>
                    <a:pt x="273465" y="725361"/>
                  </a:lnTo>
                  <a:lnTo>
                    <a:pt x="275929" y="725163"/>
                  </a:lnTo>
                  <a:lnTo>
                    <a:pt x="278393" y="724939"/>
                  </a:lnTo>
                  <a:lnTo>
                    <a:pt x="280856" y="724688"/>
                  </a:lnTo>
                  <a:lnTo>
                    <a:pt x="283320" y="724408"/>
                  </a:lnTo>
                  <a:lnTo>
                    <a:pt x="285784" y="724098"/>
                  </a:lnTo>
                  <a:lnTo>
                    <a:pt x="288247" y="723757"/>
                  </a:lnTo>
                  <a:lnTo>
                    <a:pt x="290711" y="723380"/>
                  </a:lnTo>
                  <a:lnTo>
                    <a:pt x="293175" y="722962"/>
                  </a:lnTo>
                  <a:lnTo>
                    <a:pt x="295638" y="722500"/>
                  </a:lnTo>
                  <a:lnTo>
                    <a:pt x="298102" y="721989"/>
                  </a:lnTo>
                  <a:lnTo>
                    <a:pt x="300566" y="721418"/>
                  </a:lnTo>
                  <a:lnTo>
                    <a:pt x="303029" y="720778"/>
                  </a:lnTo>
                  <a:lnTo>
                    <a:pt x="305493" y="720053"/>
                  </a:lnTo>
                  <a:lnTo>
                    <a:pt x="307957" y="719230"/>
                  </a:lnTo>
                  <a:lnTo>
                    <a:pt x="310420" y="718280"/>
                  </a:lnTo>
                  <a:lnTo>
                    <a:pt x="312884" y="717171"/>
                  </a:lnTo>
                  <a:lnTo>
                    <a:pt x="315348" y="715891"/>
                  </a:lnTo>
                  <a:lnTo>
                    <a:pt x="317811" y="714419"/>
                  </a:lnTo>
                  <a:lnTo>
                    <a:pt x="320275" y="712730"/>
                  </a:lnTo>
                  <a:lnTo>
                    <a:pt x="322739" y="710806"/>
                  </a:lnTo>
                  <a:lnTo>
                    <a:pt x="325202" y="708628"/>
                  </a:lnTo>
                  <a:lnTo>
                    <a:pt x="327666" y="706182"/>
                  </a:lnTo>
                  <a:lnTo>
                    <a:pt x="330130" y="703448"/>
                  </a:lnTo>
                  <a:lnTo>
                    <a:pt x="332593" y="700403"/>
                  </a:lnTo>
                  <a:lnTo>
                    <a:pt x="335057" y="697091"/>
                  </a:lnTo>
                  <a:lnTo>
                    <a:pt x="337521" y="693532"/>
                  </a:lnTo>
                  <a:lnTo>
                    <a:pt x="339984" y="689750"/>
                  </a:lnTo>
                  <a:lnTo>
                    <a:pt x="342448" y="685782"/>
                  </a:lnTo>
                  <a:lnTo>
                    <a:pt x="344912" y="681667"/>
                  </a:lnTo>
                  <a:lnTo>
                    <a:pt x="347375" y="677454"/>
                  </a:lnTo>
                  <a:lnTo>
                    <a:pt x="349839" y="673194"/>
                  </a:lnTo>
                  <a:lnTo>
                    <a:pt x="352303" y="668956"/>
                  </a:lnTo>
                  <a:lnTo>
                    <a:pt x="354766" y="664802"/>
                  </a:lnTo>
                  <a:lnTo>
                    <a:pt x="357230" y="660783"/>
                  </a:lnTo>
                  <a:lnTo>
                    <a:pt x="359694" y="656946"/>
                  </a:lnTo>
                  <a:lnTo>
                    <a:pt x="362157" y="653335"/>
                  </a:lnTo>
                  <a:lnTo>
                    <a:pt x="364621" y="649983"/>
                  </a:lnTo>
                  <a:lnTo>
                    <a:pt x="367084" y="646919"/>
                  </a:lnTo>
                  <a:lnTo>
                    <a:pt x="369548" y="644162"/>
                  </a:lnTo>
                  <a:lnTo>
                    <a:pt x="372012" y="641778"/>
                  </a:lnTo>
                  <a:lnTo>
                    <a:pt x="374475" y="639718"/>
                  </a:lnTo>
                  <a:lnTo>
                    <a:pt x="376939" y="637975"/>
                  </a:lnTo>
                  <a:lnTo>
                    <a:pt x="379403" y="636543"/>
                  </a:lnTo>
                  <a:lnTo>
                    <a:pt x="381866" y="635408"/>
                  </a:lnTo>
                  <a:lnTo>
                    <a:pt x="384330" y="634555"/>
                  </a:lnTo>
                  <a:lnTo>
                    <a:pt x="386794" y="633971"/>
                  </a:lnTo>
                  <a:lnTo>
                    <a:pt x="389257" y="633637"/>
                  </a:lnTo>
                  <a:lnTo>
                    <a:pt x="391721" y="633569"/>
                  </a:lnTo>
                  <a:lnTo>
                    <a:pt x="394185" y="633716"/>
                  </a:lnTo>
                  <a:lnTo>
                    <a:pt x="396648" y="634058"/>
                  </a:lnTo>
                  <a:lnTo>
                    <a:pt x="399112" y="634577"/>
                  </a:lnTo>
                  <a:lnTo>
                    <a:pt x="401576" y="635254"/>
                  </a:lnTo>
                  <a:lnTo>
                    <a:pt x="404039" y="636069"/>
                  </a:lnTo>
                  <a:lnTo>
                    <a:pt x="406503" y="637001"/>
                  </a:lnTo>
                  <a:lnTo>
                    <a:pt x="408967" y="638025"/>
                  </a:lnTo>
                  <a:lnTo>
                    <a:pt x="411430" y="639121"/>
                  </a:lnTo>
                  <a:lnTo>
                    <a:pt x="413894" y="640250"/>
                  </a:lnTo>
                  <a:lnTo>
                    <a:pt x="416358" y="641379"/>
                  </a:lnTo>
                  <a:lnTo>
                    <a:pt x="418821" y="642483"/>
                  </a:lnTo>
                  <a:lnTo>
                    <a:pt x="421285" y="643534"/>
                  </a:lnTo>
                  <a:lnTo>
                    <a:pt x="423749" y="644507"/>
                  </a:lnTo>
                  <a:lnTo>
                    <a:pt x="426212" y="645382"/>
                  </a:lnTo>
                  <a:lnTo>
                    <a:pt x="428676" y="646140"/>
                  </a:lnTo>
                  <a:lnTo>
                    <a:pt x="431140" y="646754"/>
                  </a:lnTo>
                  <a:lnTo>
                    <a:pt x="433603" y="647221"/>
                  </a:lnTo>
                  <a:lnTo>
                    <a:pt x="436067" y="647550"/>
                  </a:lnTo>
                  <a:lnTo>
                    <a:pt x="438531" y="647748"/>
                  </a:lnTo>
                  <a:lnTo>
                    <a:pt x="440994" y="647825"/>
                  </a:lnTo>
                  <a:lnTo>
                    <a:pt x="443458" y="647796"/>
                  </a:lnTo>
                  <a:lnTo>
                    <a:pt x="445922" y="647682"/>
                  </a:lnTo>
                  <a:lnTo>
                    <a:pt x="448385" y="647505"/>
                  </a:lnTo>
                  <a:lnTo>
                    <a:pt x="450849" y="647287"/>
                  </a:lnTo>
                  <a:lnTo>
                    <a:pt x="453312" y="647061"/>
                  </a:lnTo>
                  <a:lnTo>
                    <a:pt x="455776" y="646851"/>
                  </a:lnTo>
                  <a:lnTo>
                    <a:pt x="458240" y="646676"/>
                  </a:lnTo>
                  <a:lnTo>
                    <a:pt x="460703" y="646549"/>
                  </a:lnTo>
                  <a:lnTo>
                    <a:pt x="463167" y="646478"/>
                  </a:lnTo>
                  <a:lnTo>
                    <a:pt x="465631" y="646464"/>
                  </a:lnTo>
                  <a:lnTo>
                    <a:pt x="468094" y="646500"/>
                  </a:lnTo>
                  <a:lnTo>
                    <a:pt x="470558" y="646572"/>
                  </a:lnTo>
                  <a:lnTo>
                    <a:pt x="473022" y="646648"/>
                  </a:lnTo>
                  <a:lnTo>
                    <a:pt x="475485" y="646689"/>
                  </a:lnTo>
                  <a:lnTo>
                    <a:pt x="477949" y="646655"/>
                  </a:lnTo>
                  <a:lnTo>
                    <a:pt x="480413" y="646502"/>
                  </a:lnTo>
                  <a:lnTo>
                    <a:pt x="482876" y="646182"/>
                  </a:lnTo>
                  <a:lnTo>
                    <a:pt x="485340" y="645650"/>
                  </a:lnTo>
                  <a:lnTo>
                    <a:pt x="487804" y="644861"/>
                  </a:lnTo>
                  <a:lnTo>
                    <a:pt x="490267" y="643758"/>
                  </a:lnTo>
                  <a:lnTo>
                    <a:pt x="492731" y="642280"/>
                  </a:lnTo>
                  <a:lnTo>
                    <a:pt x="495195" y="640441"/>
                  </a:lnTo>
                  <a:lnTo>
                    <a:pt x="497658" y="638234"/>
                  </a:lnTo>
                  <a:lnTo>
                    <a:pt x="500122" y="635660"/>
                  </a:lnTo>
                  <a:lnTo>
                    <a:pt x="502586" y="632731"/>
                  </a:lnTo>
                  <a:lnTo>
                    <a:pt x="505049" y="629466"/>
                  </a:lnTo>
                  <a:lnTo>
                    <a:pt x="507513" y="625892"/>
                  </a:lnTo>
                  <a:lnTo>
                    <a:pt x="509977" y="622036"/>
                  </a:lnTo>
                  <a:lnTo>
                    <a:pt x="512440" y="617918"/>
                  </a:lnTo>
                  <a:lnTo>
                    <a:pt x="514904" y="613604"/>
                  </a:lnTo>
                  <a:lnTo>
                    <a:pt x="517368" y="609122"/>
                  </a:lnTo>
                  <a:lnTo>
                    <a:pt x="519831" y="604489"/>
                  </a:lnTo>
                  <a:lnTo>
                    <a:pt x="522295" y="599710"/>
                  </a:lnTo>
                  <a:lnTo>
                    <a:pt x="524759" y="594778"/>
                  </a:lnTo>
                  <a:lnTo>
                    <a:pt x="527222" y="589673"/>
                  </a:lnTo>
                  <a:lnTo>
                    <a:pt x="529686" y="584354"/>
                  </a:lnTo>
                  <a:lnTo>
                    <a:pt x="532150" y="578716"/>
                  </a:lnTo>
                  <a:lnTo>
                    <a:pt x="534613" y="572714"/>
                  </a:lnTo>
                  <a:lnTo>
                    <a:pt x="537077" y="566260"/>
                  </a:lnTo>
                  <a:lnTo>
                    <a:pt x="539541" y="559255"/>
                  </a:lnTo>
                  <a:lnTo>
                    <a:pt x="542004" y="551591"/>
                  </a:lnTo>
                  <a:lnTo>
                    <a:pt x="544468" y="543155"/>
                  </a:lnTo>
                  <a:lnTo>
                    <a:pt x="546931" y="533832"/>
                  </a:lnTo>
                  <a:lnTo>
                    <a:pt x="549395" y="523506"/>
                  </a:lnTo>
                  <a:lnTo>
                    <a:pt x="551859" y="511862"/>
                  </a:lnTo>
                  <a:lnTo>
                    <a:pt x="554322" y="498947"/>
                  </a:lnTo>
                  <a:lnTo>
                    <a:pt x="556786" y="484677"/>
                  </a:lnTo>
                  <a:lnTo>
                    <a:pt x="559250" y="468973"/>
                  </a:lnTo>
                  <a:lnTo>
                    <a:pt x="561713" y="451776"/>
                  </a:lnTo>
                  <a:lnTo>
                    <a:pt x="564177" y="433047"/>
                  </a:lnTo>
                  <a:lnTo>
                    <a:pt x="566641" y="412768"/>
                  </a:lnTo>
                  <a:lnTo>
                    <a:pt x="569104" y="390951"/>
                  </a:lnTo>
                  <a:lnTo>
                    <a:pt x="571568" y="367446"/>
                  </a:lnTo>
                  <a:lnTo>
                    <a:pt x="574032" y="342533"/>
                  </a:lnTo>
                  <a:lnTo>
                    <a:pt x="576495" y="316389"/>
                  </a:lnTo>
                  <a:lnTo>
                    <a:pt x="578959" y="289197"/>
                  </a:lnTo>
                  <a:lnTo>
                    <a:pt x="581423" y="261182"/>
                  </a:lnTo>
                  <a:lnTo>
                    <a:pt x="583886" y="232613"/>
                  </a:lnTo>
                  <a:lnTo>
                    <a:pt x="586350" y="203803"/>
                  </a:lnTo>
                  <a:lnTo>
                    <a:pt x="588814" y="175103"/>
                  </a:lnTo>
                  <a:lnTo>
                    <a:pt x="591277" y="147037"/>
                  </a:lnTo>
                  <a:lnTo>
                    <a:pt x="593741" y="120104"/>
                  </a:lnTo>
                  <a:lnTo>
                    <a:pt x="596205" y="94743"/>
                  </a:lnTo>
                  <a:lnTo>
                    <a:pt x="598668" y="71425"/>
                  </a:lnTo>
                  <a:lnTo>
                    <a:pt x="601132" y="50617"/>
                  </a:lnTo>
                  <a:lnTo>
                    <a:pt x="603596" y="32770"/>
                  </a:lnTo>
                  <a:lnTo>
                    <a:pt x="606059" y="18309"/>
                  </a:lnTo>
                  <a:lnTo>
                    <a:pt x="608523" y="7617"/>
                  </a:lnTo>
                  <a:lnTo>
                    <a:pt x="610987" y="1468"/>
                  </a:lnTo>
                  <a:lnTo>
                    <a:pt x="613450" y="0"/>
                  </a:lnTo>
                  <a:lnTo>
                    <a:pt x="615914" y="3074"/>
                  </a:lnTo>
                  <a:lnTo>
                    <a:pt x="618378" y="10721"/>
                  </a:lnTo>
                  <a:lnTo>
                    <a:pt x="620841" y="22873"/>
                  </a:lnTo>
                  <a:lnTo>
                    <a:pt x="623305" y="39371"/>
                  </a:lnTo>
                  <a:lnTo>
                    <a:pt x="625769" y="59962"/>
                  </a:lnTo>
                  <a:lnTo>
                    <a:pt x="628232" y="84306"/>
                  </a:lnTo>
                  <a:lnTo>
                    <a:pt x="630696" y="112205"/>
                  </a:lnTo>
                  <a:lnTo>
                    <a:pt x="633159" y="143009"/>
                  </a:lnTo>
                  <a:lnTo>
                    <a:pt x="635623" y="175887"/>
                  </a:lnTo>
                  <a:lnTo>
                    <a:pt x="638087" y="210255"/>
                  </a:lnTo>
                  <a:lnTo>
                    <a:pt x="640550" y="245521"/>
                  </a:lnTo>
                  <a:lnTo>
                    <a:pt x="643014" y="281107"/>
                  </a:lnTo>
                  <a:lnTo>
                    <a:pt x="645478" y="316452"/>
                  </a:lnTo>
                  <a:lnTo>
                    <a:pt x="647941" y="351037"/>
                  </a:lnTo>
                  <a:lnTo>
                    <a:pt x="650405" y="384277"/>
                  </a:lnTo>
                  <a:lnTo>
                    <a:pt x="652869" y="415606"/>
                  </a:lnTo>
                  <a:lnTo>
                    <a:pt x="655332" y="444852"/>
                  </a:lnTo>
                  <a:lnTo>
                    <a:pt x="657796" y="471783"/>
                  </a:lnTo>
                  <a:lnTo>
                    <a:pt x="660260" y="496242"/>
                  </a:lnTo>
                  <a:lnTo>
                    <a:pt x="662723" y="518137"/>
                  </a:lnTo>
                  <a:lnTo>
                    <a:pt x="665187" y="537439"/>
                  </a:lnTo>
                  <a:lnTo>
                    <a:pt x="667651" y="554182"/>
                  </a:lnTo>
                  <a:lnTo>
                    <a:pt x="670114" y="568346"/>
                  </a:lnTo>
                  <a:lnTo>
                    <a:pt x="672578" y="579933"/>
                  </a:lnTo>
                  <a:lnTo>
                    <a:pt x="675042" y="589424"/>
                  </a:lnTo>
                  <a:lnTo>
                    <a:pt x="677505" y="597023"/>
                  </a:lnTo>
                  <a:lnTo>
                    <a:pt x="679969" y="602950"/>
                  </a:lnTo>
                  <a:lnTo>
                    <a:pt x="682433" y="607429"/>
                  </a:lnTo>
                  <a:lnTo>
                    <a:pt x="684896" y="610686"/>
                  </a:lnTo>
                  <a:lnTo>
                    <a:pt x="687360" y="612940"/>
                  </a:lnTo>
                  <a:lnTo>
                    <a:pt x="689824" y="614388"/>
                  </a:lnTo>
                  <a:lnTo>
                    <a:pt x="692287" y="615201"/>
                  </a:lnTo>
                  <a:lnTo>
                    <a:pt x="694751" y="615650"/>
                  </a:lnTo>
                  <a:lnTo>
                    <a:pt x="697215" y="615882"/>
                  </a:lnTo>
                  <a:lnTo>
                    <a:pt x="699678" y="616021"/>
                  </a:lnTo>
                  <a:lnTo>
                    <a:pt x="702142" y="616171"/>
                  </a:lnTo>
                  <a:lnTo>
                    <a:pt x="704606" y="616419"/>
                  </a:lnTo>
                  <a:lnTo>
                    <a:pt x="707069" y="616834"/>
                  </a:lnTo>
                  <a:lnTo>
                    <a:pt x="709533" y="617471"/>
                  </a:lnTo>
                  <a:lnTo>
                    <a:pt x="711997" y="618416"/>
                  </a:lnTo>
                  <a:lnTo>
                    <a:pt x="714460" y="619656"/>
                  </a:lnTo>
                  <a:lnTo>
                    <a:pt x="716924" y="621206"/>
                  </a:lnTo>
                  <a:lnTo>
                    <a:pt x="719388" y="623076"/>
                  </a:lnTo>
                  <a:lnTo>
                    <a:pt x="721851" y="625268"/>
                  </a:lnTo>
                  <a:lnTo>
                    <a:pt x="724315" y="627782"/>
                  </a:lnTo>
                  <a:lnTo>
                    <a:pt x="726778" y="630614"/>
                  </a:lnTo>
                  <a:lnTo>
                    <a:pt x="729242" y="633754"/>
                  </a:lnTo>
                  <a:lnTo>
                    <a:pt x="731706" y="637232"/>
                  </a:lnTo>
                  <a:lnTo>
                    <a:pt x="734169" y="640983"/>
                  </a:lnTo>
                  <a:lnTo>
                    <a:pt x="736633" y="644980"/>
                  </a:lnTo>
                  <a:lnTo>
                    <a:pt x="739097" y="649192"/>
                  </a:lnTo>
                  <a:lnTo>
                    <a:pt x="741560" y="653586"/>
                  </a:lnTo>
                  <a:lnTo>
                    <a:pt x="744024" y="658122"/>
                  </a:lnTo>
                  <a:lnTo>
                    <a:pt x="746488" y="662759"/>
                  </a:lnTo>
                  <a:lnTo>
                    <a:pt x="748951" y="667451"/>
                  </a:lnTo>
                  <a:lnTo>
                    <a:pt x="751415" y="672143"/>
                  </a:lnTo>
                  <a:lnTo>
                    <a:pt x="753879" y="676777"/>
                  </a:lnTo>
                  <a:lnTo>
                    <a:pt x="756342" y="681309"/>
                  </a:lnTo>
                  <a:lnTo>
                    <a:pt x="758806" y="685696"/>
                  </a:lnTo>
                  <a:lnTo>
                    <a:pt x="761270" y="689901"/>
                  </a:lnTo>
                  <a:lnTo>
                    <a:pt x="763733" y="693894"/>
                  </a:lnTo>
                  <a:lnTo>
                    <a:pt x="766197" y="697647"/>
                  </a:lnTo>
                  <a:lnTo>
                    <a:pt x="768661" y="701141"/>
                  </a:lnTo>
                  <a:lnTo>
                    <a:pt x="771124" y="704331"/>
                  </a:lnTo>
                  <a:lnTo>
                    <a:pt x="773588" y="707229"/>
                  </a:lnTo>
                  <a:lnTo>
                    <a:pt x="776052" y="709850"/>
                  </a:lnTo>
                  <a:lnTo>
                    <a:pt x="778515" y="712201"/>
                  </a:lnTo>
                  <a:lnTo>
                    <a:pt x="780979" y="714294"/>
                  </a:lnTo>
                  <a:lnTo>
                    <a:pt x="783443" y="716142"/>
                  </a:lnTo>
                  <a:lnTo>
                    <a:pt x="785906" y="717761"/>
                  </a:lnTo>
                  <a:lnTo>
                    <a:pt x="788370" y="719169"/>
                  </a:lnTo>
                  <a:lnTo>
                    <a:pt x="790834" y="720369"/>
                  </a:lnTo>
                  <a:lnTo>
                    <a:pt x="793297" y="721388"/>
                  </a:lnTo>
                  <a:lnTo>
                    <a:pt x="795761" y="722259"/>
                  </a:lnTo>
                  <a:lnTo>
                    <a:pt x="798225" y="722998"/>
                  </a:lnTo>
                  <a:lnTo>
                    <a:pt x="800688" y="723621"/>
                  </a:lnTo>
                  <a:lnTo>
                    <a:pt x="803152" y="724142"/>
                  </a:lnTo>
                  <a:lnTo>
                    <a:pt x="805616" y="724576"/>
                  </a:lnTo>
                  <a:lnTo>
                    <a:pt x="808079" y="724935"/>
                  </a:lnTo>
                  <a:lnTo>
                    <a:pt x="810543" y="725225"/>
                  </a:lnTo>
                  <a:lnTo>
                    <a:pt x="813006" y="725458"/>
                  </a:lnTo>
                  <a:lnTo>
                    <a:pt x="815470" y="725648"/>
                  </a:lnTo>
                  <a:lnTo>
                    <a:pt x="817934" y="725801"/>
                  </a:lnTo>
                  <a:lnTo>
                    <a:pt x="820397" y="725923"/>
                  </a:lnTo>
                  <a:lnTo>
                    <a:pt x="822861" y="726020"/>
                  </a:lnTo>
                  <a:lnTo>
                    <a:pt x="825325" y="726097"/>
                  </a:lnTo>
                  <a:lnTo>
                    <a:pt x="827788" y="726156"/>
                  </a:lnTo>
                  <a:lnTo>
                    <a:pt x="830252" y="726201"/>
                  </a:lnTo>
                  <a:lnTo>
                    <a:pt x="832716" y="726235"/>
                  </a:lnTo>
                  <a:lnTo>
                    <a:pt x="835179" y="726260"/>
                  </a:lnTo>
                  <a:lnTo>
                    <a:pt x="837643" y="726280"/>
                  </a:lnTo>
                  <a:lnTo>
                    <a:pt x="840107" y="726294"/>
                  </a:lnTo>
                  <a:lnTo>
                    <a:pt x="842570" y="726305"/>
                  </a:lnTo>
                  <a:lnTo>
                    <a:pt x="845034" y="726312"/>
                  </a:lnTo>
                  <a:lnTo>
                    <a:pt x="847498" y="726318"/>
                  </a:lnTo>
                  <a:lnTo>
                    <a:pt x="849961" y="726322"/>
                  </a:lnTo>
                  <a:lnTo>
                    <a:pt x="852425" y="726324"/>
                  </a:lnTo>
                  <a:lnTo>
                    <a:pt x="854889" y="726326"/>
                  </a:lnTo>
                  <a:lnTo>
                    <a:pt x="857352" y="726327"/>
                  </a:lnTo>
                  <a:lnTo>
                    <a:pt x="859816" y="726328"/>
                  </a:lnTo>
                  <a:lnTo>
                    <a:pt x="862280" y="726329"/>
                  </a:lnTo>
                  <a:lnTo>
                    <a:pt x="864743" y="726329"/>
                  </a:lnTo>
                  <a:lnTo>
                    <a:pt x="867207" y="726330"/>
                  </a:lnTo>
                  <a:lnTo>
                    <a:pt x="869671" y="726330"/>
                  </a:lnTo>
                  <a:lnTo>
                    <a:pt x="872134" y="726330"/>
                  </a:lnTo>
                  <a:lnTo>
                    <a:pt x="874598" y="726330"/>
                  </a:lnTo>
                  <a:lnTo>
                    <a:pt x="877062" y="726330"/>
                  </a:lnTo>
                  <a:lnTo>
                    <a:pt x="879525" y="726330"/>
                  </a:lnTo>
                  <a:lnTo>
                    <a:pt x="881989" y="726330"/>
                  </a:lnTo>
                  <a:lnTo>
                    <a:pt x="884453" y="726330"/>
                  </a:lnTo>
                  <a:lnTo>
                    <a:pt x="886916" y="726330"/>
                  </a:lnTo>
                  <a:lnTo>
                    <a:pt x="889380" y="726330"/>
                  </a:lnTo>
                  <a:lnTo>
                    <a:pt x="891844" y="726330"/>
                  </a:lnTo>
                  <a:lnTo>
                    <a:pt x="894307" y="726330"/>
                  </a:lnTo>
                  <a:lnTo>
                    <a:pt x="896771" y="726330"/>
                  </a:lnTo>
                  <a:lnTo>
                    <a:pt x="899235" y="726330"/>
                  </a:lnTo>
                  <a:lnTo>
                    <a:pt x="901698" y="726330"/>
                  </a:lnTo>
                  <a:lnTo>
                    <a:pt x="904162" y="726330"/>
                  </a:lnTo>
                  <a:lnTo>
                    <a:pt x="906625" y="726330"/>
                  </a:lnTo>
                  <a:lnTo>
                    <a:pt x="909089" y="726330"/>
                  </a:lnTo>
                  <a:lnTo>
                    <a:pt x="911553" y="726330"/>
                  </a:lnTo>
                  <a:lnTo>
                    <a:pt x="914016" y="726330"/>
                  </a:lnTo>
                  <a:lnTo>
                    <a:pt x="916480" y="726330"/>
                  </a:lnTo>
                  <a:lnTo>
                    <a:pt x="918944" y="726330"/>
                  </a:lnTo>
                  <a:lnTo>
                    <a:pt x="921407" y="726330"/>
                  </a:lnTo>
                  <a:lnTo>
                    <a:pt x="923871" y="726330"/>
                  </a:lnTo>
                  <a:lnTo>
                    <a:pt x="926335" y="726330"/>
                  </a:lnTo>
                  <a:lnTo>
                    <a:pt x="928798" y="726330"/>
                  </a:lnTo>
                  <a:lnTo>
                    <a:pt x="931262" y="726330"/>
                  </a:lnTo>
                  <a:lnTo>
                    <a:pt x="933726" y="726330"/>
                  </a:lnTo>
                  <a:lnTo>
                    <a:pt x="936189" y="726330"/>
                  </a:lnTo>
                  <a:lnTo>
                    <a:pt x="938653" y="726330"/>
                  </a:lnTo>
                  <a:lnTo>
                    <a:pt x="941117" y="726330"/>
                  </a:lnTo>
                  <a:lnTo>
                    <a:pt x="943580" y="726330"/>
                  </a:lnTo>
                  <a:lnTo>
                    <a:pt x="946044" y="726330"/>
                  </a:lnTo>
                  <a:lnTo>
                    <a:pt x="948508" y="726330"/>
                  </a:lnTo>
                  <a:lnTo>
                    <a:pt x="950971" y="726330"/>
                  </a:lnTo>
                  <a:lnTo>
                    <a:pt x="953435" y="726330"/>
                  </a:lnTo>
                  <a:lnTo>
                    <a:pt x="955899" y="726330"/>
                  </a:lnTo>
                  <a:lnTo>
                    <a:pt x="958362" y="726330"/>
                  </a:lnTo>
                  <a:lnTo>
                    <a:pt x="960826" y="726330"/>
                  </a:lnTo>
                  <a:lnTo>
                    <a:pt x="963290" y="726330"/>
                  </a:lnTo>
                  <a:lnTo>
                    <a:pt x="965753" y="726330"/>
                  </a:lnTo>
                  <a:lnTo>
                    <a:pt x="968217" y="726330"/>
                  </a:lnTo>
                  <a:lnTo>
                    <a:pt x="970681" y="726330"/>
                  </a:lnTo>
                  <a:lnTo>
                    <a:pt x="973144" y="726330"/>
                  </a:lnTo>
                  <a:lnTo>
                    <a:pt x="975608" y="726330"/>
                  </a:lnTo>
                  <a:lnTo>
                    <a:pt x="978072" y="726330"/>
                  </a:lnTo>
                  <a:lnTo>
                    <a:pt x="980535" y="726330"/>
                  </a:lnTo>
                  <a:lnTo>
                    <a:pt x="982999" y="726330"/>
                  </a:lnTo>
                  <a:lnTo>
                    <a:pt x="985463" y="726330"/>
                  </a:lnTo>
                  <a:lnTo>
                    <a:pt x="987926" y="726330"/>
                  </a:lnTo>
                  <a:lnTo>
                    <a:pt x="990390" y="726330"/>
                  </a:lnTo>
                  <a:lnTo>
                    <a:pt x="992853" y="726330"/>
                  </a:lnTo>
                  <a:lnTo>
                    <a:pt x="995317" y="726330"/>
                  </a:lnTo>
                  <a:lnTo>
                    <a:pt x="997781" y="726330"/>
                  </a:lnTo>
                  <a:lnTo>
                    <a:pt x="1000244" y="726330"/>
                  </a:lnTo>
                  <a:lnTo>
                    <a:pt x="1002708" y="726330"/>
                  </a:lnTo>
                  <a:lnTo>
                    <a:pt x="1005172" y="726330"/>
                  </a:lnTo>
                  <a:lnTo>
                    <a:pt x="1007635" y="726330"/>
                  </a:lnTo>
                  <a:lnTo>
                    <a:pt x="1010099" y="726330"/>
                  </a:lnTo>
                  <a:lnTo>
                    <a:pt x="1012563" y="726330"/>
                  </a:lnTo>
                  <a:lnTo>
                    <a:pt x="1015026" y="726330"/>
                  </a:lnTo>
                  <a:lnTo>
                    <a:pt x="1017490" y="726330"/>
                  </a:lnTo>
                  <a:lnTo>
                    <a:pt x="1019954" y="726330"/>
                  </a:lnTo>
                  <a:lnTo>
                    <a:pt x="1022417" y="726330"/>
                  </a:lnTo>
                  <a:lnTo>
                    <a:pt x="1024881" y="726330"/>
                  </a:lnTo>
                  <a:lnTo>
                    <a:pt x="1027345" y="726330"/>
                  </a:lnTo>
                  <a:lnTo>
                    <a:pt x="1029808" y="726330"/>
                  </a:lnTo>
                  <a:lnTo>
                    <a:pt x="1032272" y="726330"/>
                  </a:lnTo>
                  <a:lnTo>
                    <a:pt x="1034736" y="726330"/>
                  </a:lnTo>
                  <a:lnTo>
                    <a:pt x="1037199" y="726330"/>
                  </a:lnTo>
                  <a:lnTo>
                    <a:pt x="1039663" y="726330"/>
                  </a:lnTo>
                  <a:lnTo>
                    <a:pt x="1042127" y="726330"/>
                  </a:lnTo>
                  <a:lnTo>
                    <a:pt x="1044590" y="726330"/>
                  </a:lnTo>
                  <a:lnTo>
                    <a:pt x="1047054" y="726330"/>
                  </a:lnTo>
                  <a:lnTo>
                    <a:pt x="1049518" y="726330"/>
                  </a:lnTo>
                  <a:lnTo>
                    <a:pt x="1051981" y="726330"/>
                  </a:lnTo>
                  <a:lnTo>
                    <a:pt x="1054445" y="726330"/>
                  </a:lnTo>
                  <a:lnTo>
                    <a:pt x="1056909" y="726330"/>
                  </a:lnTo>
                  <a:lnTo>
                    <a:pt x="1059372" y="726330"/>
                  </a:lnTo>
                  <a:lnTo>
                    <a:pt x="1061836" y="726330"/>
                  </a:lnTo>
                  <a:lnTo>
                    <a:pt x="1064300" y="726330"/>
                  </a:lnTo>
                  <a:lnTo>
                    <a:pt x="1066763" y="726330"/>
                  </a:lnTo>
                  <a:lnTo>
                    <a:pt x="1069227" y="726330"/>
                  </a:lnTo>
                  <a:lnTo>
                    <a:pt x="1071691" y="726330"/>
                  </a:lnTo>
                  <a:lnTo>
                    <a:pt x="1074154" y="726330"/>
                  </a:lnTo>
                  <a:lnTo>
                    <a:pt x="1076618" y="726330"/>
                  </a:lnTo>
                  <a:lnTo>
                    <a:pt x="1079082" y="726330"/>
                  </a:lnTo>
                  <a:lnTo>
                    <a:pt x="1081545" y="726330"/>
                  </a:lnTo>
                  <a:lnTo>
                    <a:pt x="1084009" y="726330"/>
                  </a:lnTo>
                  <a:lnTo>
                    <a:pt x="1086472" y="726330"/>
                  </a:lnTo>
                  <a:lnTo>
                    <a:pt x="1088936" y="726330"/>
                  </a:lnTo>
                  <a:lnTo>
                    <a:pt x="1091400" y="726330"/>
                  </a:lnTo>
                  <a:lnTo>
                    <a:pt x="1093863" y="726330"/>
                  </a:lnTo>
                  <a:lnTo>
                    <a:pt x="1096327" y="726330"/>
                  </a:lnTo>
                  <a:lnTo>
                    <a:pt x="1098791" y="726330"/>
                  </a:lnTo>
                  <a:lnTo>
                    <a:pt x="1101254" y="726330"/>
                  </a:lnTo>
                  <a:lnTo>
                    <a:pt x="1103718" y="726330"/>
                  </a:lnTo>
                  <a:lnTo>
                    <a:pt x="1106182" y="726330"/>
                  </a:lnTo>
                  <a:lnTo>
                    <a:pt x="1108645" y="726330"/>
                  </a:lnTo>
                  <a:lnTo>
                    <a:pt x="1111109" y="726330"/>
                  </a:lnTo>
                  <a:lnTo>
                    <a:pt x="1113573" y="726330"/>
                  </a:lnTo>
                  <a:lnTo>
                    <a:pt x="1116036" y="726330"/>
                  </a:lnTo>
                  <a:lnTo>
                    <a:pt x="1118500" y="726330"/>
                  </a:lnTo>
                  <a:lnTo>
                    <a:pt x="1120964" y="726330"/>
                  </a:lnTo>
                  <a:lnTo>
                    <a:pt x="1123427" y="726330"/>
                  </a:lnTo>
                  <a:lnTo>
                    <a:pt x="1125891" y="726330"/>
                  </a:lnTo>
                  <a:lnTo>
                    <a:pt x="1128355" y="726330"/>
                  </a:lnTo>
                  <a:lnTo>
                    <a:pt x="1130818" y="726330"/>
                  </a:lnTo>
                  <a:lnTo>
                    <a:pt x="1133282" y="726330"/>
                  </a:lnTo>
                  <a:lnTo>
                    <a:pt x="1135746" y="726330"/>
                  </a:lnTo>
                  <a:lnTo>
                    <a:pt x="1138209" y="726330"/>
                  </a:lnTo>
                  <a:lnTo>
                    <a:pt x="1140673" y="726330"/>
                  </a:lnTo>
                  <a:lnTo>
                    <a:pt x="1143137" y="726330"/>
                  </a:lnTo>
                  <a:lnTo>
                    <a:pt x="1145600" y="726330"/>
                  </a:lnTo>
                  <a:lnTo>
                    <a:pt x="1148064" y="726330"/>
                  </a:lnTo>
                  <a:lnTo>
                    <a:pt x="1150528" y="726330"/>
                  </a:lnTo>
                  <a:lnTo>
                    <a:pt x="1152991" y="726330"/>
                  </a:lnTo>
                  <a:lnTo>
                    <a:pt x="1155455" y="726330"/>
                  </a:lnTo>
                  <a:lnTo>
                    <a:pt x="1157919" y="726330"/>
                  </a:lnTo>
                  <a:lnTo>
                    <a:pt x="1160382" y="726330"/>
                  </a:lnTo>
                  <a:lnTo>
                    <a:pt x="1162846" y="726330"/>
                  </a:lnTo>
                  <a:lnTo>
                    <a:pt x="1165310" y="726330"/>
                  </a:lnTo>
                  <a:lnTo>
                    <a:pt x="1167773" y="726330"/>
                  </a:lnTo>
                  <a:lnTo>
                    <a:pt x="1170237" y="726330"/>
                  </a:lnTo>
                  <a:lnTo>
                    <a:pt x="1172701" y="726330"/>
                  </a:lnTo>
                  <a:lnTo>
                    <a:pt x="1175164" y="726330"/>
                  </a:lnTo>
                  <a:lnTo>
                    <a:pt x="1177628" y="726330"/>
                  </a:lnTo>
                  <a:lnTo>
                    <a:pt x="1180091" y="726330"/>
                  </a:lnTo>
                  <a:lnTo>
                    <a:pt x="1182555" y="726330"/>
                  </a:lnTo>
                  <a:lnTo>
                    <a:pt x="1185019" y="726330"/>
                  </a:lnTo>
                  <a:lnTo>
                    <a:pt x="1187482" y="726330"/>
                  </a:lnTo>
                  <a:lnTo>
                    <a:pt x="1189946" y="726330"/>
                  </a:lnTo>
                  <a:lnTo>
                    <a:pt x="1192410" y="726330"/>
                  </a:lnTo>
                  <a:lnTo>
                    <a:pt x="1194873" y="726330"/>
                  </a:lnTo>
                  <a:lnTo>
                    <a:pt x="1197337" y="726330"/>
                  </a:lnTo>
                  <a:lnTo>
                    <a:pt x="1199801" y="726330"/>
                  </a:lnTo>
                  <a:lnTo>
                    <a:pt x="1202264" y="726330"/>
                  </a:lnTo>
                  <a:lnTo>
                    <a:pt x="1204728" y="726330"/>
                  </a:lnTo>
                  <a:lnTo>
                    <a:pt x="1207192" y="726330"/>
                  </a:lnTo>
                  <a:lnTo>
                    <a:pt x="1209655" y="726330"/>
                  </a:lnTo>
                  <a:lnTo>
                    <a:pt x="1212119" y="726330"/>
                  </a:lnTo>
                  <a:lnTo>
                    <a:pt x="1214583" y="726330"/>
                  </a:lnTo>
                  <a:lnTo>
                    <a:pt x="1217046" y="726330"/>
                  </a:lnTo>
                  <a:lnTo>
                    <a:pt x="1219510" y="726330"/>
                  </a:lnTo>
                  <a:lnTo>
                    <a:pt x="1221974" y="726330"/>
                  </a:lnTo>
                  <a:lnTo>
                    <a:pt x="1224437" y="726330"/>
                  </a:lnTo>
                  <a:lnTo>
                    <a:pt x="1226901" y="726330"/>
                  </a:lnTo>
                  <a:lnTo>
                    <a:pt x="1229365" y="726330"/>
                  </a:lnTo>
                  <a:lnTo>
                    <a:pt x="1231828" y="726330"/>
                  </a:lnTo>
                  <a:lnTo>
                    <a:pt x="1234292" y="726330"/>
                  </a:lnTo>
                  <a:lnTo>
                    <a:pt x="1236756" y="726330"/>
                  </a:lnTo>
                  <a:lnTo>
                    <a:pt x="1239219" y="726330"/>
                  </a:lnTo>
                  <a:lnTo>
                    <a:pt x="1241683" y="726330"/>
                  </a:lnTo>
                  <a:lnTo>
                    <a:pt x="1244147" y="726330"/>
                  </a:lnTo>
                  <a:lnTo>
                    <a:pt x="1246610" y="726330"/>
                  </a:lnTo>
                  <a:lnTo>
                    <a:pt x="1249074" y="726330"/>
                  </a:lnTo>
                  <a:lnTo>
                    <a:pt x="1251538" y="726330"/>
                  </a:lnTo>
                  <a:lnTo>
                    <a:pt x="1254001" y="726330"/>
                  </a:lnTo>
                  <a:lnTo>
                    <a:pt x="1256465" y="726330"/>
                  </a:lnTo>
                  <a:lnTo>
                    <a:pt x="1258929" y="726330"/>
                  </a:lnTo>
                  <a:lnTo>
                    <a:pt x="1256465" y="726330"/>
                  </a:lnTo>
                  <a:lnTo>
                    <a:pt x="1254001" y="726330"/>
                  </a:lnTo>
                  <a:lnTo>
                    <a:pt x="1251538" y="726330"/>
                  </a:lnTo>
                  <a:lnTo>
                    <a:pt x="1249074" y="726330"/>
                  </a:lnTo>
                  <a:lnTo>
                    <a:pt x="1246610" y="726330"/>
                  </a:lnTo>
                  <a:lnTo>
                    <a:pt x="1244147" y="726330"/>
                  </a:lnTo>
                  <a:lnTo>
                    <a:pt x="1241683" y="726330"/>
                  </a:lnTo>
                  <a:lnTo>
                    <a:pt x="1239219" y="726330"/>
                  </a:lnTo>
                  <a:lnTo>
                    <a:pt x="1236756" y="726330"/>
                  </a:lnTo>
                  <a:lnTo>
                    <a:pt x="1234292" y="726330"/>
                  </a:lnTo>
                  <a:lnTo>
                    <a:pt x="1231828" y="726330"/>
                  </a:lnTo>
                  <a:lnTo>
                    <a:pt x="1229365" y="726330"/>
                  </a:lnTo>
                  <a:lnTo>
                    <a:pt x="1226901" y="726330"/>
                  </a:lnTo>
                  <a:lnTo>
                    <a:pt x="1224437" y="726330"/>
                  </a:lnTo>
                  <a:lnTo>
                    <a:pt x="1221974" y="726330"/>
                  </a:lnTo>
                  <a:lnTo>
                    <a:pt x="1219510" y="726330"/>
                  </a:lnTo>
                  <a:lnTo>
                    <a:pt x="1217046" y="726330"/>
                  </a:lnTo>
                  <a:lnTo>
                    <a:pt x="1214583" y="726330"/>
                  </a:lnTo>
                  <a:lnTo>
                    <a:pt x="1212119" y="726330"/>
                  </a:lnTo>
                  <a:lnTo>
                    <a:pt x="1209655" y="726330"/>
                  </a:lnTo>
                  <a:lnTo>
                    <a:pt x="1207192" y="726330"/>
                  </a:lnTo>
                  <a:lnTo>
                    <a:pt x="1204728" y="726330"/>
                  </a:lnTo>
                  <a:lnTo>
                    <a:pt x="1202264" y="726330"/>
                  </a:lnTo>
                  <a:lnTo>
                    <a:pt x="1199801" y="726330"/>
                  </a:lnTo>
                  <a:lnTo>
                    <a:pt x="1197337" y="726330"/>
                  </a:lnTo>
                  <a:lnTo>
                    <a:pt x="1194873" y="726330"/>
                  </a:lnTo>
                  <a:lnTo>
                    <a:pt x="1192410" y="726330"/>
                  </a:lnTo>
                  <a:lnTo>
                    <a:pt x="1189946" y="726330"/>
                  </a:lnTo>
                  <a:lnTo>
                    <a:pt x="1187482" y="726330"/>
                  </a:lnTo>
                  <a:lnTo>
                    <a:pt x="1185019" y="726330"/>
                  </a:lnTo>
                  <a:lnTo>
                    <a:pt x="1182555" y="726330"/>
                  </a:lnTo>
                  <a:lnTo>
                    <a:pt x="1180091" y="726330"/>
                  </a:lnTo>
                  <a:lnTo>
                    <a:pt x="1177628" y="726330"/>
                  </a:lnTo>
                  <a:lnTo>
                    <a:pt x="1175164" y="726330"/>
                  </a:lnTo>
                  <a:lnTo>
                    <a:pt x="1172701" y="726330"/>
                  </a:lnTo>
                  <a:lnTo>
                    <a:pt x="1170237" y="726330"/>
                  </a:lnTo>
                  <a:lnTo>
                    <a:pt x="1167773" y="726330"/>
                  </a:lnTo>
                  <a:lnTo>
                    <a:pt x="1165310" y="726330"/>
                  </a:lnTo>
                  <a:lnTo>
                    <a:pt x="1162846" y="726330"/>
                  </a:lnTo>
                  <a:lnTo>
                    <a:pt x="1160382" y="726330"/>
                  </a:lnTo>
                  <a:lnTo>
                    <a:pt x="1157919" y="726330"/>
                  </a:lnTo>
                  <a:lnTo>
                    <a:pt x="1155455" y="726330"/>
                  </a:lnTo>
                  <a:lnTo>
                    <a:pt x="1152991" y="726330"/>
                  </a:lnTo>
                  <a:lnTo>
                    <a:pt x="1150528" y="726330"/>
                  </a:lnTo>
                  <a:lnTo>
                    <a:pt x="1148064" y="726330"/>
                  </a:lnTo>
                  <a:lnTo>
                    <a:pt x="1145600" y="726330"/>
                  </a:lnTo>
                  <a:lnTo>
                    <a:pt x="1143137" y="726330"/>
                  </a:lnTo>
                  <a:lnTo>
                    <a:pt x="1140673" y="726330"/>
                  </a:lnTo>
                  <a:lnTo>
                    <a:pt x="1138209" y="726330"/>
                  </a:lnTo>
                  <a:lnTo>
                    <a:pt x="1135746" y="726330"/>
                  </a:lnTo>
                  <a:lnTo>
                    <a:pt x="1133282" y="726330"/>
                  </a:lnTo>
                  <a:lnTo>
                    <a:pt x="1130818" y="726330"/>
                  </a:lnTo>
                  <a:lnTo>
                    <a:pt x="1128355" y="726330"/>
                  </a:lnTo>
                  <a:lnTo>
                    <a:pt x="1125891" y="726330"/>
                  </a:lnTo>
                  <a:lnTo>
                    <a:pt x="1123427" y="726330"/>
                  </a:lnTo>
                  <a:lnTo>
                    <a:pt x="1120964" y="726330"/>
                  </a:lnTo>
                  <a:lnTo>
                    <a:pt x="1118500" y="726330"/>
                  </a:lnTo>
                  <a:lnTo>
                    <a:pt x="1116036" y="726330"/>
                  </a:lnTo>
                  <a:lnTo>
                    <a:pt x="1113573" y="726330"/>
                  </a:lnTo>
                  <a:lnTo>
                    <a:pt x="1111109" y="726330"/>
                  </a:lnTo>
                  <a:lnTo>
                    <a:pt x="1108645" y="726330"/>
                  </a:lnTo>
                  <a:lnTo>
                    <a:pt x="1106182" y="726330"/>
                  </a:lnTo>
                  <a:lnTo>
                    <a:pt x="1103718" y="726330"/>
                  </a:lnTo>
                  <a:lnTo>
                    <a:pt x="1101254" y="726330"/>
                  </a:lnTo>
                  <a:lnTo>
                    <a:pt x="1098791" y="726330"/>
                  </a:lnTo>
                  <a:lnTo>
                    <a:pt x="1096327" y="726330"/>
                  </a:lnTo>
                  <a:lnTo>
                    <a:pt x="1093863" y="726330"/>
                  </a:lnTo>
                  <a:lnTo>
                    <a:pt x="1091400" y="726330"/>
                  </a:lnTo>
                  <a:lnTo>
                    <a:pt x="1088936" y="726330"/>
                  </a:lnTo>
                  <a:lnTo>
                    <a:pt x="1086472" y="726330"/>
                  </a:lnTo>
                  <a:lnTo>
                    <a:pt x="1084009" y="726330"/>
                  </a:lnTo>
                  <a:lnTo>
                    <a:pt x="1081545" y="726330"/>
                  </a:lnTo>
                  <a:lnTo>
                    <a:pt x="1079082" y="726330"/>
                  </a:lnTo>
                  <a:lnTo>
                    <a:pt x="1076618" y="726330"/>
                  </a:lnTo>
                  <a:lnTo>
                    <a:pt x="1074154" y="726330"/>
                  </a:lnTo>
                  <a:lnTo>
                    <a:pt x="1071691" y="726330"/>
                  </a:lnTo>
                  <a:lnTo>
                    <a:pt x="1069227" y="726330"/>
                  </a:lnTo>
                  <a:lnTo>
                    <a:pt x="1066763" y="726330"/>
                  </a:lnTo>
                  <a:lnTo>
                    <a:pt x="1064300" y="726330"/>
                  </a:lnTo>
                  <a:lnTo>
                    <a:pt x="1061836" y="726330"/>
                  </a:lnTo>
                  <a:lnTo>
                    <a:pt x="1059372" y="726330"/>
                  </a:lnTo>
                  <a:lnTo>
                    <a:pt x="1056909" y="726330"/>
                  </a:lnTo>
                  <a:lnTo>
                    <a:pt x="1054445" y="726330"/>
                  </a:lnTo>
                  <a:lnTo>
                    <a:pt x="1051981" y="726330"/>
                  </a:lnTo>
                  <a:lnTo>
                    <a:pt x="1049518" y="726330"/>
                  </a:lnTo>
                  <a:lnTo>
                    <a:pt x="1047054" y="726330"/>
                  </a:lnTo>
                  <a:lnTo>
                    <a:pt x="1044590" y="726330"/>
                  </a:lnTo>
                  <a:lnTo>
                    <a:pt x="1042127" y="726330"/>
                  </a:lnTo>
                  <a:lnTo>
                    <a:pt x="1039663" y="726330"/>
                  </a:lnTo>
                  <a:lnTo>
                    <a:pt x="1037199" y="726330"/>
                  </a:lnTo>
                  <a:lnTo>
                    <a:pt x="1034736" y="726330"/>
                  </a:lnTo>
                  <a:lnTo>
                    <a:pt x="1032272" y="726330"/>
                  </a:lnTo>
                  <a:lnTo>
                    <a:pt x="1029808" y="726330"/>
                  </a:lnTo>
                  <a:lnTo>
                    <a:pt x="1027345" y="726330"/>
                  </a:lnTo>
                  <a:lnTo>
                    <a:pt x="1024881" y="726330"/>
                  </a:lnTo>
                  <a:lnTo>
                    <a:pt x="1022417" y="726330"/>
                  </a:lnTo>
                  <a:lnTo>
                    <a:pt x="1019954" y="726330"/>
                  </a:lnTo>
                  <a:lnTo>
                    <a:pt x="1017490" y="726330"/>
                  </a:lnTo>
                  <a:lnTo>
                    <a:pt x="1015026" y="726330"/>
                  </a:lnTo>
                  <a:lnTo>
                    <a:pt x="1012563" y="726330"/>
                  </a:lnTo>
                  <a:lnTo>
                    <a:pt x="1010099" y="726330"/>
                  </a:lnTo>
                  <a:lnTo>
                    <a:pt x="1007635" y="726330"/>
                  </a:lnTo>
                  <a:lnTo>
                    <a:pt x="1005172" y="726330"/>
                  </a:lnTo>
                  <a:lnTo>
                    <a:pt x="1002708" y="726330"/>
                  </a:lnTo>
                  <a:lnTo>
                    <a:pt x="1000244" y="726330"/>
                  </a:lnTo>
                  <a:lnTo>
                    <a:pt x="997781" y="726330"/>
                  </a:lnTo>
                  <a:lnTo>
                    <a:pt x="995317" y="726330"/>
                  </a:lnTo>
                  <a:lnTo>
                    <a:pt x="992853" y="726330"/>
                  </a:lnTo>
                  <a:lnTo>
                    <a:pt x="990390" y="726330"/>
                  </a:lnTo>
                  <a:lnTo>
                    <a:pt x="987926" y="726330"/>
                  </a:lnTo>
                  <a:lnTo>
                    <a:pt x="985463" y="726330"/>
                  </a:lnTo>
                  <a:lnTo>
                    <a:pt x="982999" y="726330"/>
                  </a:lnTo>
                  <a:lnTo>
                    <a:pt x="980535" y="726330"/>
                  </a:lnTo>
                  <a:lnTo>
                    <a:pt x="978072" y="726330"/>
                  </a:lnTo>
                  <a:lnTo>
                    <a:pt x="975608" y="726330"/>
                  </a:lnTo>
                  <a:lnTo>
                    <a:pt x="973144" y="726330"/>
                  </a:lnTo>
                  <a:lnTo>
                    <a:pt x="970681" y="726330"/>
                  </a:lnTo>
                  <a:lnTo>
                    <a:pt x="968217" y="726330"/>
                  </a:lnTo>
                  <a:lnTo>
                    <a:pt x="965753" y="726330"/>
                  </a:lnTo>
                  <a:lnTo>
                    <a:pt x="963290" y="726330"/>
                  </a:lnTo>
                  <a:lnTo>
                    <a:pt x="960826" y="726330"/>
                  </a:lnTo>
                  <a:lnTo>
                    <a:pt x="958362" y="726330"/>
                  </a:lnTo>
                  <a:lnTo>
                    <a:pt x="955899" y="726330"/>
                  </a:lnTo>
                  <a:lnTo>
                    <a:pt x="953435" y="726330"/>
                  </a:lnTo>
                  <a:lnTo>
                    <a:pt x="950971" y="726330"/>
                  </a:lnTo>
                  <a:lnTo>
                    <a:pt x="948508" y="726330"/>
                  </a:lnTo>
                  <a:lnTo>
                    <a:pt x="946044" y="726330"/>
                  </a:lnTo>
                  <a:lnTo>
                    <a:pt x="943580" y="726330"/>
                  </a:lnTo>
                  <a:lnTo>
                    <a:pt x="941117" y="726330"/>
                  </a:lnTo>
                  <a:lnTo>
                    <a:pt x="938653" y="726330"/>
                  </a:lnTo>
                  <a:lnTo>
                    <a:pt x="936189" y="726330"/>
                  </a:lnTo>
                  <a:lnTo>
                    <a:pt x="933726" y="726330"/>
                  </a:lnTo>
                  <a:lnTo>
                    <a:pt x="931262" y="726330"/>
                  </a:lnTo>
                  <a:lnTo>
                    <a:pt x="928798" y="726330"/>
                  </a:lnTo>
                  <a:lnTo>
                    <a:pt x="926335" y="726330"/>
                  </a:lnTo>
                  <a:lnTo>
                    <a:pt x="923871" y="726330"/>
                  </a:lnTo>
                  <a:lnTo>
                    <a:pt x="921407" y="726330"/>
                  </a:lnTo>
                  <a:lnTo>
                    <a:pt x="918944" y="726330"/>
                  </a:lnTo>
                  <a:lnTo>
                    <a:pt x="916480" y="726330"/>
                  </a:lnTo>
                  <a:lnTo>
                    <a:pt x="914016" y="726330"/>
                  </a:lnTo>
                  <a:lnTo>
                    <a:pt x="911553" y="726330"/>
                  </a:lnTo>
                  <a:lnTo>
                    <a:pt x="909089" y="726330"/>
                  </a:lnTo>
                  <a:lnTo>
                    <a:pt x="906625" y="726330"/>
                  </a:lnTo>
                  <a:lnTo>
                    <a:pt x="904162" y="726330"/>
                  </a:lnTo>
                  <a:lnTo>
                    <a:pt x="901698" y="726330"/>
                  </a:lnTo>
                  <a:lnTo>
                    <a:pt x="899235" y="726330"/>
                  </a:lnTo>
                  <a:lnTo>
                    <a:pt x="896771" y="726330"/>
                  </a:lnTo>
                  <a:lnTo>
                    <a:pt x="894307" y="726330"/>
                  </a:lnTo>
                  <a:lnTo>
                    <a:pt x="891844" y="726330"/>
                  </a:lnTo>
                  <a:lnTo>
                    <a:pt x="889380" y="726330"/>
                  </a:lnTo>
                  <a:lnTo>
                    <a:pt x="886916" y="726330"/>
                  </a:lnTo>
                  <a:lnTo>
                    <a:pt x="884453" y="726330"/>
                  </a:lnTo>
                  <a:lnTo>
                    <a:pt x="881989" y="726330"/>
                  </a:lnTo>
                  <a:lnTo>
                    <a:pt x="879525" y="726330"/>
                  </a:lnTo>
                  <a:lnTo>
                    <a:pt x="877062" y="726330"/>
                  </a:lnTo>
                  <a:lnTo>
                    <a:pt x="874598" y="726330"/>
                  </a:lnTo>
                  <a:lnTo>
                    <a:pt x="872134" y="726330"/>
                  </a:lnTo>
                  <a:lnTo>
                    <a:pt x="869671" y="726330"/>
                  </a:lnTo>
                  <a:lnTo>
                    <a:pt x="867207" y="726330"/>
                  </a:lnTo>
                  <a:lnTo>
                    <a:pt x="864743" y="726330"/>
                  </a:lnTo>
                  <a:lnTo>
                    <a:pt x="862280" y="726330"/>
                  </a:lnTo>
                  <a:lnTo>
                    <a:pt x="859816" y="726330"/>
                  </a:lnTo>
                  <a:lnTo>
                    <a:pt x="857352" y="726330"/>
                  </a:lnTo>
                  <a:lnTo>
                    <a:pt x="854889" y="726330"/>
                  </a:lnTo>
                  <a:lnTo>
                    <a:pt x="852425" y="726330"/>
                  </a:lnTo>
                  <a:lnTo>
                    <a:pt x="849961" y="726330"/>
                  </a:lnTo>
                  <a:lnTo>
                    <a:pt x="847498" y="726330"/>
                  </a:lnTo>
                  <a:lnTo>
                    <a:pt x="845034" y="726330"/>
                  </a:lnTo>
                  <a:lnTo>
                    <a:pt x="842570" y="726330"/>
                  </a:lnTo>
                  <a:lnTo>
                    <a:pt x="840107" y="726330"/>
                  </a:lnTo>
                  <a:lnTo>
                    <a:pt x="837643" y="726330"/>
                  </a:lnTo>
                  <a:lnTo>
                    <a:pt x="835179" y="726330"/>
                  </a:lnTo>
                  <a:lnTo>
                    <a:pt x="832716" y="726330"/>
                  </a:lnTo>
                  <a:lnTo>
                    <a:pt x="830252" y="726330"/>
                  </a:lnTo>
                  <a:lnTo>
                    <a:pt x="827788" y="726330"/>
                  </a:lnTo>
                  <a:lnTo>
                    <a:pt x="825325" y="726330"/>
                  </a:lnTo>
                  <a:lnTo>
                    <a:pt x="822861" y="726330"/>
                  </a:lnTo>
                  <a:lnTo>
                    <a:pt x="820397" y="726330"/>
                  </a:lnTo>
                  <a:lnTo>
                    <a:pt x="817934" y="726330"/>
                  </a:lnTo>
                  <a:lnTo>
                    <a:pt x="815470" y="726330"/>
                  </a:lnTo>
                  <a:lnTo>
                    <a:pt x="813006" y="726330"/>
                  </a:lnTo>
                  <a:lnTo>
                    <a:pt x="810543" y="726330"/>
                  </a:lnTo>
                  <a:lnTo>
                    <a:pt x="808079" y="726330"/>
                  </a:lnTo>
                  <a:lnTo>
                    <a:pt x="805616" y="726330"/>
                  </a:lnTo>
                  <a:lnTo>
                    <a:pt x="803152" y="726330"/>
                  </a:lnTo>
                  <a:lnTo>
                    <a:pt x="800688" y="726330"/>
                  </a:lnTo>
                  <a:lnTo>
                    <a:pt x="798225" y="726330"/>
                  </a:lnTo>
                  <a:lnTo>
                    <a:pt x="795761" y="726330"/>
                  </a:lnTo>
                  <a:lnTo>
                    <a:pt x="793297" y="726330"/>
                  </a:lnTo>
                  <a:lnTo>
                    <a:pt x="790834" y="726330"/>
                  </a:lnTo>
                  <a:lnTo>
                    <a:pt x="788370" y="726330"/>
                  </a:lnTo>
                  <a:lnTo>
                    <a:pt x="785906" y="726330"/>
                  </a:lnTo>
                  <a:lnTo>
                    <a:pt x="783443" y="726330"/>
                  </a:lnTo>
                  <a:lnTo>
                    <a:pt x="780979" y="726330"/>
                  </a:lnTo>
                  <a:lnTo>
                    <a:pt x="778515" y="726330"/>
                  </a:lnTo>
                  <a:lnTo>
                    <a:pt x="776052" y="726330"/>
                  </a:lnTo>
                  <a:lnTo>
                    <a:pt x="773588" y="726330"/>
                  </a:lnTo>
                  <a:lnTo>
                    <a:pt x="771124" y="726330"/>
                  </a:lnTo>
                  <a:lnTo>
                    <a:pt x="768661" y="726330"/>
                  </a:lnTo>
                  <a:lnTo>
                    <a:pt x="766197" y="726330"/>
                  </a:lnTo>
                  <a:lnTo>
                    <a:pt x="763733" y="726330"/>
                  </a:lnTo>
                  <a:lnTo>
                    <a:pt x="761270" y="726330"/>
                  </a:lnTo>
                  <a:lnTo>
                    <a:pt x="758806" y="726330"/>
                  </a:lnTo>
                  <a:lnTo>
                    <a:pt x="756342" y="726330"/>
                  </a:lnTo>
                  <a:lnTo>
                    <a:pt x="753879" y="726330"/>
                  </a:lnTo>
                  <a:lnTo>
                    <a:pt x="751415" y="726330"/>
                  </a:lnTo>
                  <a:lnTo>
                    <a:pt x="748951" y="726330"/>
                  </a:lnTo>
                  <a:lnTo>
                    <a:pt x="746488" y="726330"/>
                  </a:lnTo>
                  <a:lnTo>
                    <a:pt x="744024" y="726330"/>
                  </a:lnTo>
                  <a:lnTo>
                    <a:pt x="741560" y="726330"/>
                  </a:lnTo>
                  <a:lnTo>
                    <a:pt x="739097" y="726330"/>
                  </a:lnTo>
                  <a:lnTo>
                    <a:pt x="736633" y="726330"/>
                  </a:lnTo>
                  <a:lnTo>
                    <a:pt x="734169" y="726330"/>
                  </a:lnTo>
                  <a:lnTo>
                    <a:pt x="731706" y="726330"/>
                  </a:lnTo>
                  <a:lnTo>
                    <a:pt x="729242" y="726330"/>
                  </a:lnTo>
                  <a:lnTo>
                    <a:pt x="726778" y="726330"/>
                  </a:lnTo>
                  <a:lnTo>
                    <a:pt x="724315" y="726330"/>
                  </a:lnTo>
                  <a:lnTo>
                    <a:pt x="721851" y="726330"/>
                  </a:lnTo>
                  <a:lnTo>
                    <a:pt x="719388" y="726330"/>
                  </a:lnTo>
                  <a:lnTo>
                    <a:pt x="716924" y="726330"/>
                  </a:lnTo>
                  <a:lnTo>
                    <a:pt x="714460" y="726330"/>
                  </a:lnTo>
                  <a:lnTo>
                    <a:pt x="711997" y="726330"/>
                  </a:lnTo>
                  <a:lnTo>
                    <a:pt x="709533" y="726330"/>
                  </a:lnTo>
                  <a:lnTo>
                    <a:pt x="707069" y="726330"/>
                  </a:lnTo>
                  <a:lnTo>
                    <a:pt x="704606" y="726330"/>
                  </a:lnTo>
                  <a:lnTo>
                    <a:pt x="702142" y="726330"/>
                  </a:lnTo>
                  <a:lnTo>
                    <a:pt x="699678" y="726330"/>
                  </a:lnTo>
                  <a:lnTo>
                    <a:pt x="697215" y="726330"/>
                  </a:lnTo>
                  <a:lnTo>
                    <a:pt x="694751" y="726330"/>
                  </a:lnTo>
                  <a:lnTo>
                    <a:pt x="692287" y="726330"/>
                  </a:lnTo>
                  <a:lnTo>
                    <a:pt x="689824" y="726330"/>
                  </a:lnTo>
                  <a:lnTo>
                    <a:pt x="687360" y="726330"/>
                  </a:lnTo>
                  <a:lnTo>
                    <a:pt x="684896" y="726330"/>
                  </a:lnTo>
                  <a:lnTo>
                    <a:pt x="682433" y="726330"/>
                  </a:lnTo>
                  <a:lnTo>
                    <a:pt x="679969" y="726330"/>
                  </a:lnTo>
                  <a:lnTo>
                    <a:pt x="677505" y="726330"/>
                  </a:lnTo>
                  <a:lnTo>
                    <a:pt x="675042" y="726330"/>
                  </a:lnTo>
                  <a:lnTo>
                    <a:pt x="672578" y="726330"/>
                  </a:lnTo>
                  <a:lnTo>
                    <a:pt x="670114" y="726330"/>
                  </a:lnTo>
                  <a:lnTo>
                    <a:pt x="667651" y="726330"/>
                  </a:lnTo>
                  <a:lnTo>
                    <a:pt x="665187" y="726330"/>
                  </a:lnTo>
                  <a:lnTo>
                    <a:pt x="662723" y="726330"/>
                  </a:lnTo>
                  <a:lnTo>
                    <a:pt x="660260" y="726330"/>
                  </a:lnTo>
                  <a:lnTo>
                    <a:pt x="657796" y="726330"/>
                  </a:lnTo>
                  <a:lnTo>
                    <a:pt x="655332" y="726330"/>
                  </a:lnTo>
                  <a:lnTo>
                    <a:pt x="652869" y="726330"/>
                  </a:lnTo>
                  <a:lnTo>
                    <a:pt x="650405" y="726330"/>
                  </a:lnTo>
                  <a:lnTo>
                    <a:pt x="647941" y="726330"/>
                  </a:lnTo>
                  <a:lnTo>
                    <a:pt x="645478" y="726330"/>
                  </a:lnTo>
                  <a:lnTo>
                    <a:pt x="643014" y="726330"/>
                  </a:lnTo>
                  <a:lnTo>
                    <a:pt x="640550" y="726330"/>
                  </a:lnTo>
                  <a:lnTo>
                    <a:pt x="638087" y="726330"/>
                  </a:lnTo>
                  <a:lnTo>
                    <a:pt x="635623" y="726330"/>
                  </a:lnTo>
                  <a:lnTo>
                    <a:pt x="633159" y="726330"/>
                  </a:lnTo>
                  <a:lnTo>
                    <a:pt x="630696" y="726330"/>
                  </a:lnTo>
                  <a:lnTo>
                    <a:pt x="628232" y="726330"/>
                  </a:lnTo>
                  <a:lnTo>
                    <a:pt x="625769" y="726330"/>
                  </a:lnTo>
                  <a:lnTo>
                    <a:pt x="623305" y="726330"/>
                  </a:lnTo>
                  <a:lnTo>
                    <a:pt x="620841" y="726330"/>
                  </a:lnTo>
                  <a:lnTo>
                    <a:pt x="618378" y="726330"/>
                  </a:lnTo>
                  <a:lnTo>
                    <a:pt x="615914" y="726330"/>
                  </a:lnTo>
                  <a:lnTo>
                    <a:pt x="613450" y="726330"/>
                  </a:lnTo>
                  <a:lnTo>
                    <a:pt x="610987" y="726330"/>
                  </a:lnTo>
                  <a:lnTo>
                    <a:pt x="608523" y="726330"/>
                  </a:lnTo>
                  <a:lnTo>
                    <a:pt x="606059" y="726330"/>
                  </a:lnTo>
                  <a:lnTo>
                    <a:pt x="603596" y="726330"/>
                  </a:lnTo>
                  <a:lnTo>
                    <a:pt x="601132" y="726330"/>
                  </a:lnTo>
                  <a:lnTo>
                    <a:pt x="598668" y="726330"/>
                  </a:lnTo>
                  <a:lnTo>
                    <a:pt x="596205" y="726330"/>
                  </a:lnTo>
                  <a:lnTo>
                    <a:pt x="593741" y="726330"/>
                  </a:lnTo>
                  <a:lnTo>
                    <a:pt x="591277" y="726330"/>
                  </a:lnTo>
                  <a:lnTo>
                    <a:pt x="588814" y="726330"/>
                  </a:lnTo>
                  <a:lnTo>
                    <a:pt x="586350" y="726330"/>
                  </a:lnTo>
                  <a:lnTo>
                    <a:pt x="583886" y="726330"/>
                  </a:lnTo>
                  <a:lnTo>
                    <a:pt x="581423" y="726330"/>
                  </a:lnTo>
                  <a:lnTo>
                    <a:pt x="578959" y="726330"/>
                  </a:lnTo>
                  <a:lnTo>
                    <a:pt x="576495" y="726330"/>
                  </a:lnTo>
                  <a:lnTo>
                    <a:pt x="574032" y="726330"/>
                  </a:lnTo>
                  <a:lnTo>
                    <a:pt x="571568" y="726330"/>
                  </a:lnTo>
                  <a:lnTo>
                    <a:pt x="569104" y="726330"/>
                  </a:lnTo>
                  <a:lnTo>
                    <a:pt x="566641" y="726330"/>
                  </a:lnTo>
                  <a:lnTo>
                    <a:pt x="564177" y="726330"/>
                  </a:lnTo>
                  <a:lnTo>
                    <a:pt x="561713" y="726330"/>
                  </a:lnTo>
                  <a:lnTo>
                    <a:pt x="559250" y="726330"/>
                  </a:lnTo>
                  <a:lnTo>
                    <a:pt x="556786" y="726330"/>
                  </a:lnTo>
                  <a:lnTo>
                    <a:pt x="554322" y="726330"/>
                  </a:lnTo>
                  <a:lnTo>
                    <a:pt x="551859" y="726330"/>
                  </a:lnTo>
                  <a:lnTo>
                    <a:pt x="549395" y="726330"/>
                  </a:lnTo>
                  <a:lnTo>
                    <a:pt x="546931" y="726330"/>
                  </a:lnTo>
                  <a:lnTo>
                    <a:pt x="544468" y="726330"/>
                  </a:lnTo>
                  <a:lnTo>
                    <a:pt x="542004" y="726330"/>
                  </a:lnTo>
                  <a:lnTo>
                    <a:pt x="539541" y="726330"/>
                  </a:lnTo>
                  <a:lnTo>
                    <a:pt x="537077" y="726330"/>
                  </a:lnTo>
                  <a:lnTo>
                    <a:pt x="534613" y="726330"/>
                  </a:lnTo>
                  <a:lnTo>
                    <a:pt x="532150" y="726330"/>
                  </a:lnTo>
                  <a:lnTo>
                    <a:pt x="529686" y="726330"/>
                  </a:lnTo>
                  <a:lnTo>
                    <a:pt x="527222" y="726330"/>
                  </a:lnTo>
                  <a:lnTo>
                    <a:pt x="524759" y="726330"/>
                  </a:lnTo>
                  <a:lnTo>
                    <a:pt x="522295" y="726330"/>
                  </a:lnTo>
                  <a:lnTo>
                    <a:pt x="519831" y="726330"/>
                  </a:lnTo>
                  <a:lnTo>
                    <a:pt x="517368" y="726330"/>
                  </a:lnTo>
                  <a:lnTo>
                    <a:pt x="514904" y="726330"/>
                  </a:lnTo>
                  <a:lnTo>
                    <a:pt x="512440" y="726330"/>
                  </a:lnTo>
                  <a:lnTo>
                    <a:pt x="509977" y="726330"/>
                  </a:lnTo>
                  <a:lnTo>
                    <a:pt x="507513" y="726330"/>
                  </a:lnTo>
                  <a:lnTo>
                    <a:pt x="505049" y="726330"/>
                  </a:lnTo>
                  <a:lnTo>
                    <a:pt x="502586" y="726330"/>
                  </a:lnTo>
                  <a:lnTo>
                    <a:pt x="500122" y="726330"/>
                  </a:lnTo>
                  <a:lnTo>
                    <a:pt x="497658" y="726330"/>
                  </a:lnTo>
                  <a:lnTo>
                    <a:pt x="495195" y="726330"/>
                  </a:lnTo>
                  <a:lnTo>
                    <a:pt x="492731" y="726330"/>
                  </a:lnTo>
                  <a:lnTo>
                    <a:pt x="490267" y="726330"/>
                  </a:lnTo>
                  <a:lnTo>
                    <a:pt x="487804" y="726330"/>
                  </a:lnTo>
                  <a:lnTo>
                    <a:pt x="485340" y="726330"/>
                  </a:lnTo>
                  <a:lnTo>
                    <a:pt x="482876" y="726330"/>
                  </a:lnTo>
                  <a:lnTo>
                    <a:pt x="480413" y="726330"/>
                  </a:lnTo>
                  <a:lnTo>
                    <a:pt x="477949" y="726330"/>
                  </a:lnTo>
                  <a:lnTo>
                    <a:pt x="475485" y="726330"/>
                  </a:lnTo>
                  <a:lnTo>
                    <a:pt x="473022" y="726330"/>
                  </a:lnTo>
                  <a:lnTo>
                    <a:pt x="470558" y="726330"/>
                  </a:lnTo>
                  <a:lnTo>
                    <a:pt x="468094" y="726330"/>
                  </a:lnTo>
                  <a:lnTo>
                    <a:pt x="465631" y="726330"/>
                  </a:lnTo>
                  <a:lnTo>
                    <a:pt x="463167" y="726330"/>
                  </a:lnTo>
                  <a:lnTo>
                    <a:pt x="460703" y="726330"/>
                  </a:lnTo>
                  <a:lnTo>
                    <a:pt x="458240" y="726330"/>
                  </a:lnTo>
                  <a:lnTo>
                    <a:pt x="455776" y="726330"/>
                  </a:lnTo>
                  <a:lnTo>
                    <a:pt x="453312" y="726330"/>
                  </a:lnTo>
                  <a:lnTo>
                    <a:pt x="450849" y="726330"/>
                  </a:lnTo>
                  <a:lnTo>
                    <a:pt x="448385" y="726330"/>
                  </a:lnTo>
                  <a:lnTo>
                    <a:pt x="445922" y="726330"/>
                  </a:lnTo>
                  <a:lnTo>
                    <a:pt x="443458" y="726330"/>
                  </a:lnTo>
                  <a:lnTo>
                    <a:pt x="440994" y="726330"/>
                  </a:lnTo>
                  <a:lnTo>
                    <a:pt x="438531" y="726330"/>
                  </a:lnTo>
                  <a:lnTo>
                    <a:pt x="436067" y="726330"/>
                  </a:lnTo>
                  <a:lnTo>
                    <a:pt x="433603" y="726330"/>
                  </a:lnTo>
                  <a:lnTo>
                    <a:pt x="431140" y="726330"/>
                  </a:lnTo>
                  <a:lnTo>
                    <a:pt x="428676" y="726330"/>
                  </a:lnTo>
                  <a:lnTo>
                    <a:pt x="426212" y="726330"/>
                  </a:lnTo>
                  <a:lnTo>
                    <a:pt x="423749" y="726330"/>
                  </a:lnTo>
                  <a:lnTo>
                    <a:pt x="421285" y="726330"/>
                  </a:lnTo>
                  <a:lnTo>
                    <a:pt x="418821" y="726330"/>
                  </a:lnTo>
                  <a:lnTo>
                    <a:pt x="416358" y="726330"/>
                  </a:lnTo>
                  <a:lnTo>
                    <a:pt x="413894" y="726330"/>
                  </a:lnTo>
                  <a:lnTo>
                    <a:pt x="411430" y="726330"/>
                  </a:lnTo>
                  <a:lnTo>
                    <a:pt x="408967" y="726330"/>
                  </a:lnTo>
                  <a:lnTo>
                    <a:pt x="406503" y="726330"/>
                  </a:lnTo>
                  <a:lnTo>
                    <a:pt x="404039" y="726330"/>
                  </a:lnTo>
                  <a:lnTo>
                    <a:pt x="401576" y="726330"/>
                  </a:lnTo>
                  <a:lnTo>
                    <a:pt x="399112" y="726330"/>
                  </a:lnTo>
                  <a:lnTo>
                    <a:pt x="396648" y="726330"/>
                  </a:lnTo>
                  <a:lnTo>
                    <a:pt x="394185" y="726330"/>
                  </a:lnTo>
                  <a:lnTo>
                    <a:pt x="391721" y="726330"/>
                  </a:lnTo>
                  <a:lnTo>
                    <a:pt x="389257" y="726330"/>
                  </a:lnTo>
                  <a:lnTo>
                    <a:pt x="386794" y="726330"/>
                  </a:lnTo>
                  <a:lnTo>
                    <a:pt x="384330" y="726330"/>
                  </a:lnTo>
                  <a:lnTo>
                    <a:pt x="381866" y="726330"/>
                  </a:lnTo>
                  <a:lnTo>
                    <a:pt x="379403" y="726330"/>
                  </a:lnTo>
                  <a:lnTo>
                    <a:pt x="376939" y="726330"/>
                  </a:lnTo>
                  <a:lnTo>
                    <a:pt x="374475" y="726330"/>
                  </a:lnTo>
                  <a:lnTo>
                    <a:pt x="372012" y="726330"/>
                  </a:lnTo>
                  <a:lnTo>
                    <a:pt x="369548" y="726330"/>
                  </a:lnTo>
                  <a:lnTo>
                    <a:pt x="367084" y="726330"/>
                  </a:lnTo>
                  <a:lnTo>
                    <a:pt x="364621" y="726330"/>
                  </a:lnTo>
                  <a:lnTo>
                    <a:pt x="362157" y="726330"/>
                  </a:lnTo>
                  <a:lnTo>
                    <a:pt x="359694" y="726330"/>
                  </a:lnTo>
                  <a:lnTo>
                    <a:pt x="357230" y="726330"/>
                  </a:lnTo>
                  <a:lnTo>
                    <a:pt x="354766" y="726330"/>
                  </a:lnTo>
                  <a:lnTo>
                    <a:pt x="352303" y="726330"/>
                  </a:lnTo>
                  <a:lnTo>
                    <a:pt x="349839" y="726330"/>
                  </a:lnTo>
                  <a:lnTo>
                    <a:pt x="347375" y="726330"/>
                  </a:lnTo>
                  <a:lnTo>
                    <a:pt x="344912" y="726330"/>
                  </a:lnTo>
                  <a:lnTo>
                    <a:pt x="342448" y="726330"/>
                  </a:lnTo>
                  <a:lnTo>
                    <a:pt x="339984" y="726330"/>
                  </a:lnTo>
                  <a:lnTo>
                    <a:pt x="337521" y="726330"/>
                  </a:lnTo>
                  <a:lnTo>
                    <a:pt x="335057" y="726330"/>
                  </a:lnTo>
                  <a:lnTo>
                    <a:pt x="332593" y="726330"/>
                  </a:lnTo>
                  <a:lnTo>
                    <a:pt x="330130" y="726330"/>
                  </a:lnTo>
                  <a:lnTo>
                    <a:pt x="327666" y="726330"/>
                  </a:lnTo>
                  <a:lnTo>
                    <a:pt x="325202" y="726330"/>
                  </a:lnTo>
                  <a:lnTo>
                    <a:pt x="322739" y="726330"/>
                  </a:lnTo>
                  <a:lnTo>
                    <a:pt x="320275" y="726330"/>
                  </a:lnTo>
                  <a:lnTo>
                    <a:pt x="317811" y="726330"/>
                  </a:lnTo>
                  <a:lnTo>
                    <a:pt x="315348" y="726330"/>
                  </a:lnTo>
                  <a:lnTo>
                    <a:pt x="312884" y="726330"/>
                  </a:lnTo>
                  <a:lnTo>
                    <a:pt x="310420" y="726330"/>
                  </a:lnTo>
                  <a:lnTo>
                    <a:pt x="307957" y="726330"/>
                  </a:lnTo>
                  <a:lnTo>
                    <a:pt x="305493" y="726330"/>
                  </a:lnTo>
                  <a:lnTo>
                    <a:pt x="303029" y="726330"/>
                  </a:lnTo>
                  <a:lnTo>
                    <a:pt x="300566" y="726330"/>
                  </a:lnTo>
                  <a:lnTo>
                    <a:pt x="298102" y="726330"/>
                  </a:lnTo>
                  <a:lnTo>
                    <a:pt x="295638" y="726330"/>
                  </a:lnTo>
                  <a:lnTo>
                    <a:pt x="293175" y="726330"/>
                  </a:lnTo>
                  <a:lnTo>
                    <a:pt x="290711" y="726330"/>
                  </a:lnTo>
                  <a:lnTo>
                    <a:pt x="288247" y="726330"/>
                  </a:lnTo>
                  <a:lnTo>
                    <a:pt x="285784" y="726330"/>
                  </a:lnTo>
                  <a:lnTo>
                    <a:pt x="283320" y="726330"/>
                  </a:lnTo>
                  <a:lnTo>
                    <a:pt x="280856" y="726330"/>
                  </a:lnTo>
                  <a:lnTo>
                    <a:pt x="278393" y="726330"/>
                  </a:lnTo>
                  <a:lnTo>
                    <a:pt x="275929" y="726330"/>
                  </a:lnTo>
                  <a:lnTo>
                    <a:pt x="273465" y="726330"/>
                  </a:lnTo>
                  <a:lnTo>
                    <a:pt x="271002" y="726330"/>
                  </a:lnTo>
                  <a:lnTo>
                    <a:pt x="268538" y="726330"/>
                  </a:lnTo>
                  <a:lnTo>
                    <a:pt x="266075" y="726330"/>
                  </a:lnTo>
                  <a:lnTo>
                    <a:pt x="263611" y="726330"/>
                  </a:lnTo>
                  <a:lnTo>
                    <a:pt x="261147" y="726330"/>
                  </a:lnTo>
                  <a:lnTo>
                    <a:pt x="258684" y="726330"/>
                  </a:lnTo>
                  <a:lnTo>
                    <a:pt x="256220" y="726330"/>
                  </a:lnTo>
                  <a:lnTo>
                    <a:pt x="253756" y="726330"/>
                  </a:lnTo>
                  <a:lnTo>
                    <a:pt x="251293" y="726330"/>
                  </a:lnTo>
                  <a:lnTo>
                    <a:pt x="248829" y="726330"/>
                  </a:lnTo>
                  <a:lnTo>
                    <a:pt x="246365" y="726330"/>
                  </a:lnTo>
                  <a:lnTo>
                    <a:pt x="243902" y="726330"/>
                  </a:lnTo>
                  <a:lnTo>
                    <a:pt x="241438" y="726330"/>
                  </a:lnTo>
                  <a:lnTo>
                    <a:pt x="238974" y="726330"/>
                  </a:lnTo>
                  <a:lnTo>
                    <a:pt x="236511" y="726330"/>
                  </a:lnTo>
                  <a:lnTo>
                    <a:pt x="234047" y="726330"/>
                  </a:lnTo>
                  <a:lnTo>
                    <a:pt x="231583" y="726330"/>
                  </a:lnTo>
                  <a:lnTo>
                    <a:pt x="229120" y="726330"/>
                  </a:lnTo>
                  <a:lnTo>
                    <a:pt x="226656" y="726330"/>
                  </a:lnTo>
                  <a:lnTo>
                    <a:pt x="224192" y="726330"/>
                  </a:lnTo>
                  <a:lnTo>
                    <a:pt x="221729" y="726330"/>
                  </a:lnTo>
                  <a:lnTo>
                    <a:pt x="219265" y="726330"/>
                  </a:lnTo>
                  <a:lnTo>
                    <a:pt x="216801" y="726330"/>
                  </a:lnTo>
                  <a:lnTo>
                    <a:pt x="214338" y="726330"/>
                  </a:lnTo>
                  <a:lnTo>
                    <a:pt x="211874" y="726330"/>
                  </a:lnTo>
                  <a:lnTo>
                    <a:pt x="209410" y="726330"/>
                  </a:lnTo>
                  <a:lnTo>
                    <a:pt x="206947" y="726330"/>
                  </a:lnTo>
                  <a:lnTo>
                    <a:pt x="204483" y="726330"/>
                  </a:lnTo>
                  <a:lnTo>
                    <a:pt x="202019" y="726330"/>
                  </a:lnTo>
                  <a:lnTo>
                    <a:pt x="199556" y="726330"/>
                  </a:lnTo>
                  <a:lnTo>
                    <a:pt x="197092" y="726330"/>
                  </a:lnTo>
                  <a:lnTo>
                    <a:pt x="194628" y="726330"/>
                  </a:lnTo>
                  <a:lnTo>
                    <a:pt x="192165" y="726330"/>
                  </a:lnTo>
                  <a:lnTo>
                    <a:pt x="189701" y="726330"/>
                  </a:lnTo>
                  <a:lnTo>
                    <a:pt x="187237" y="726330"/>
                  </a:lnTo>
                  <a:lnTo>
                    <a:pt x="184774" y="726330"/>
                  </a:lnTo>
                  <a:lnTo>
                    <a:pt x="182310" y="726330"/>
                  </a:lnTo>
                  <a:lnTo>
                    <a:pt x="179847" y="726330"/>
                  </a:lnTo>
                  <a:lnTo>
                    <a:pt x="177383" y="726330"/>
                  </a:lnTo>
                  <a:lnTo>
                    <a:pt x="174919" y="726330"/>
                  </a:lnTo>
                  <a:lnTo>
                    <a:pt x="172456" y="726330"/>
                  </a:lnTo>
                  <a:lnTo>
                    <a:pt x="169992" y="726330"/>
                  </a:lnTo>
                  <a:lnTo>
                    <a:pt x="167528" y="726330"/>
                  </a:lnTo>
                  <a:lnTo>
                    <a:pt x="165065" y="726330"/>
                  </a:lnTo>
                  <a:lnTo>
                    <a:pt x="162601" y="726330"/>
                  </a:lnTo>
                  <a:lnTo>
                    <a:pt x="160137" y="726330"/>
                  </a:lnTo>
                  <a:lnTo>
                    <a:pt x="157674" y="726330"/>
                  </a:lnTo>
                  <a:lnTo>
                    <a:pt x="155210" y="726330"/>
                  </a:lnTo>
                  <a:lnTo>
                    <a:pt x="152746" y="726330"/>
                  </a:lnTo>
                  <a:lnTo>
                    <a:pt x="150283" y="726330"/>
                  </a:lnTo>
                  <a:lnTo>
                    <a:pt x="147819" y="726330"/>
                  </a:lnTo>
                  <a:lnTo>
                    <a:pt x="145355" y="726330"/>
                  </a:lnTo>
                  <a:lnTo>
                    <a:pt x="142892" y="726330"/>
                  </a:lnTo>
                  <a:lnTo>
                    <a:pt x="140428" y="726330"/>
                  </a:lnTo>
                  <a:lnTo>
                    <a:pt x="137964" y="726330"/>
                  </a:lnTo>
                  <a:lnTo>
                    <a:pt x="135501" y="726330"/>
                  </a:lnTo>
                  <a:lnTo>
                    <a:pt x="133037" y="726330"/>
                  </a:lnTo>
                  <a:lnTo>
                    <a:pt x="130573" y="726330"/>
                  </a:lnTo>
                  <a:lnTo>
                    <a:pt x="128110" y="726330"/>
                  </a:lnTo>
                  <a:lnTo>
                    <a:pt x="125646" y="726330"/>
                  </a:lnTo>
                  <a:lnTo>
                    <a:pt x="123182" y="726330"/>
                  </a:lnTo>
                  <a:lnTo>
                    <a:pt x="120719" y="726330"/>
                  </a:lnTo>
                  <a:lnTo>
                    <a:pt x="118255" y="726330"/>
                  </a:lnTo>
                  <a:lnTo>
                    <a:pt x="115791" y="726330"/>
                  </a:lnTo>
                  <a:lnTo>
                    <a:pt x="113328" y="726330"/>
                  </a:lnTo>
                  <a:lnTo>
                    <a:pt x="110864" y="726330"/>
                  </a:lnTo>
                  <a:lnTo>
                    <a:pt x="108400" y="726330"/>
                  </a:lnTo>
                  <a:lnTo>
                    <a:pt x="105937" y="726330"/>
                  </a:lnTo>
                  <a:lnTo>
                    <a:pt x="103473" y="726330"/>
                  </a:lnTo>
                  <a:lnTo>
                    <a:pt x="101009" y="726330"/>
                  </a:lnTo>
                  <a:lnTo>
                    <a:pt x="98546" y="726330"/>
                  </a:lnTo>
                  <a:lnTo>
                    <a:pt x="96082" y="726330"/>
                  </a:lnTo>
                  <a:lnTo>
                    <a:pt x="93618" y="726330"/>
                  </a:lnTo>
                  <a:lnTo>
                    <a:pt x="91155" y="726330"/>
                  </a:lnTo>
                  <a:lnTo>
                    <a:pt x="88691" y="726330"/>
                  </a:lnTo>
                  <a:lnTo>
                    <a:pt x="86228" y="726330"/>
                  </a:lnTo>
                  <a:lnTo>
                    <a:pt x="83764" y="726330"/>
                  </a:lnTo>
                  <a:lnTo>
                    <a:pt x="81300" y="726330"/>
                  </a:lnTo>
                  <a:lnTo>
                    <a:pt x="78837" y="726330"/>
                  </a:lnTo>
                  <a:lnTo>
                    <a:pt x="76373" y="726330"/>
                  </a:lnTo>
                  <a:lnTo>
                    <a:pt x="73909" y="726330"/>
                  </a:lnTo>
                  <a:lnTo>
                    <a:pt x="71446" y="726330"/>
                  </a:lnTo>
                  <a:lnTo>
                    <a:pt x="68982" y="726330"/>
                  </a:lnTo>
                  <a:lnTo>
                    <a:pt x="66518" y="726330"/>
                  </a:lnTo>
                  <a:lnTo>
                    <a:pt x="64055" y="726330"/>
                  </a:lnTo>
                  <a:lnTo>
                    <a:pt x="61591" y="726330"/>
                  </a:lnTo>
                  <a:lnTo>
                    <a:pt x="59127" y="726330"/>
                  </a:lnTo>
                  <a:lnTo>
                    <a:pt x="56664" y="726330"/>
                  </a:lnTo>
                  <a:lnTo>
                    <a:pt x="54200" y="726330"/>
                  </a:lnTo>
                  <a:lnTo>
                    <a:pt x="51736" y="726330"/>
                  </a:lnTo>
                  <a:lnTo>
                    <a:pt x="49273" y="726330"/>
                  </a:lnTo>
                  <a:lnTo>
                    <a:pt x="46809" y="726330"/>
                  </a:lnTo>
                  <a:lnTo>
                    <a:pt x="44345" y="726330"/>
                  </a:lnTo>
                  <a:lnTo>
                    <a:pt x="41882" y="726330"/>
                  </a:lnTo>
                  <a:lnTo>
                    <a:pt x="39418" y="726330"/>
                  </a:lnTo>
                  <a:lnTo>
                    <a:pt x="36954" y="726330"/>
                  </a:lnTo>
                  <a:lnTo>
                    <a:pt x="34491" y="726330"/>
                  </a:lnTo>
                  <a:lnTo>
                    <a:pt x="32027" y="726330"/>
                  </a:lnTo>
                  <a:lnTo>
                    <a:pt x="29563" y="726330"/>
                  </a:lnTo>
                  <a:lnTo>
                    <a:pt x="27100" y="726330"/>
                  </a:lnTo>
                  <a:lnTo>
                    <a:pt x="24636" y="726330"/>
                  </a:lnTo>
                  <a:lnTo>
                    <a:pt x="22172" y="726330"/>
                  </a:lnTo>
                  <a:lnTo>
                    <a:pt x="19709" y="726330"/>
                  </a:lnTo>
                  <a:lnTo>
                    <a:pt x="17245" y="726330"/>
                  </a:lnTo>
                  <a:lnTo>
                    <a:pt x="14781" y="726330"/>
                  </a:lnTo>
                  <a:lnTo>
                    <a:pt x="12318" y="726330"/>
                  </a:lnTo>
                  <a:lnTo>
                    <a:pt x="9854" y="726330"/>
                  </a:lnTo>
                  <a:lnTo>
                    <a:pt x="7390" y="726330"/>
                  </a:lnTo>
                  <a:lnTo>
                    <a:pt x="4927" y="726330"/>
                  </a:lnTo>
                  <a:lnTo>
                    <a:pt x="2463" y="72633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2433616" y="5427567"/>
              <a:ext cx="1258929" cy="726330"/>
            </a:xfrm>
            <a:custGeom>
              <a:avLst/>
              <a:pathLst>
                <a:path w="1258929" h="726330">
                  <a:moveTo>
                    <a:pt x="0" y="726330"/>
                  </a:moveTo>
                  <a:lnTo>
                    <a:pt x="2463" y="726330"/>
                  </a:lnTo>
                  <a:lnTo>
                    <a:pt x="4927" y="726330"/>
                  </a:lnTo>
                  <a:lnTo>
                    <a:pt x="7390" y="726330"/>
                  </a:lnTo>
                  <a:lnTo>
                    <a:pt x="9854" y="726330"/>
                  </a:lnTo>
                  <a:lnTo>
                    <a:pt x="12318" y="726330"/>
                  </a:lnTo>
                  <a:lnTo>
                    <a:pt x="14781" y="726330"/>
                  </a:lnTo>
                  <a:lnTo>
                    <a:pt x="17245" y="726330"/>
                  </a:lnTo>
                  <a:lnTo>
                    <a:pt x="19709" y="726330"/>
                  </a:lnTo>
                  <a:lnTo>
                    <a:pt x="22172" y="726330"/>
                  </a:lnTo>
                  <a:lnTo>
                    <a:pt x="24636" y="726330"/>
                  </a:lnTo>
                  <a:lnTo>
                    <a:pt x="27100" y="726330"/>
                  </a:lnTo>
                  <a:lnTo>
                    <a:pt x="29563" y="726330"/>
                  </a:lnTo>
                  <a:lnTo>
                    <a:pt x="32027" y="726330"/>
                  </a:lnTo>
                  <a:lnTo>
                    <a:pt x="34491" y="726330"/>
                  </a:lnTo>
                  <a:lnTo>
                    <a:pt x="36954" y="726330"/>
                  </a:lnTo>
                  <a:lnTo>
                    <a:pt x="39418" y="726330"/>
                  </a:lnTo>
                  <a:lnTo>
                    <a:pt x="41882" y="726330"/>
                  </a:lnTo>
                  <a:lnTo>
                    <a:pt x="44345" y="726330"/>
                  </a:lnTo>
                  <a:lnTo>
                    <a:pt x="46809" y="726330"/>
                  </a:lnTo>
                  <a:lnTo>
                    <a:pt x="49273" y="726330"/>
                  </a:lnTo>
                  <a:lnTo>
                    <a:pt x="51736" y="726330"/>
                  </a:lnTo>
                  <a:lnTo>
                    <a:pt x="54200" y="726330"/>
                  </a:lnTo>
                  <a:lnTo>
                    <a:pt x="56664" y="726330"/>
                  </a:lnTo>
                  <a:lnTo>
                    <a:pt x="59127" y="726330"/>
                  </a:lnTo>
                  <a:lnTo>
                    <a:pt x="61591" y="726330"/>
                  </a:lnTo>
                  <a:lnTo>
                    <a:pt x="64055" y="726330"/>
                  </a:lnTo>
                  <a:lnTo>
                    <a:pt x="66518" y="726330"/>
                  </a:lnTo>
                  <a:lnTo>
                    <a:pt x="68982" y="726330"/>
                  </a:lnTo>
                  <a:lnTo>
                    <a:pt x="71446" y="726330"/>
                  </a:lnTo>
                  <a:lnTo>
                    <a:pt x="73909" y="726330"/>
                  </a:lnTo>
                  <a:lnTo>
                    <a:pt x="76373" y="726330"/>
                  </a:lnTo>
                  <a:lnTo>
                    <a:pt x="78837" y="726330"/>
                  </a:lnTo>
                  <a:lnTo>
                    <a:pt x="81300" y="726330"/>
                  </a:lnTo>
                  <a:lnTo>
                    <a:pt x="83764" y="726330"/>
                  </a:lnTo>
                  <a:lnTo>
                    <a:pt x="86228" y="726330"/>
                  </a:lnTo>
                  <a:lnTo>
                    <a:pt x="88691" y="726330"/>
                  </a:lnTo>
                  <a:lnTo>
                    <a:pt x="91155" y="726330"/>
                  </a:lnTo>
                  <a:lnTo>
                    <a:pt x="93618" y="726330"/>
                  </a:lnTo>
                  <a:lnTo>
                    <a:pt x="96082" y="726330"/>
                  </a:lnTo>
                  <a:lnTo>
                    <a:pt x="98546" y="726330"/>
                  </a:lnTo>
                  <a:lnTo>
                    <a:pt x="101009" y="726330"/>
                  </a:lnTo>
                  <a:lnTo>
                    <a:pt x="103473" y="726330"/>
                  </a:lnTo>
                  <a:lnTo>
                    <a:pt x="105937" y="726330"/>
                  </a:lnTo>
                  <a:lnTo>
                    <a:pt x="108400" y="726330"/>
                  </a:lnTo>
                  <a:lnTo>
                    <a:pt x="110864" y="726330"/>
                  </a:lnTo>
                  <a:lnTo>
                    <a:pt x="113328" y="726330"/>
                  </a:lnTo>
                  <a:lnTo>
                    <a:pt x="115791" y="726330"/>
                  </a:lnTo>
                  <a:lnTo>
                    <a:pt x="118255" y="726330"/>
                  </a:lnTo>
                  <a:lnTo>
                    <a:pt x="120719" y="726330"/>
                  </a:lnTo>
                  <a:lnTo>
                    <a:pt x="123182" y="726330"/>
                  </a:lnTo>
                  <a:lnTo>
                    <a:pt x="125646" y="726330"/>
                  </a:lnTo>
                  <a:lnTo>
                    <a:pt x="128110" y="726330"/>
                  </a:lnTo>
                  <a:lnTo>
                    <a:pt x="130573" y="726330"/>
                  </a:lnTo>
                  <a:lnTo>
                    <a:pt x="133037" y="726330"/>
                  </a:lnTo>
                  <a:lnTo>
                    <a:pt x="135501" y="726330"/>
                  </a:lnTo>
                  <a:lnTo>
                    <a:pt x="137964" y="726330"/>
                  </a:lnTo>
                  <a:lnTo>
                    <a:pt x="140428" y="726330"/>
                  </a:lnTo>
                  <a:lnTo>
                    <a:pt x="142892" y="726330"/>
                  </a:lnTo>
                  <a:lnTo>
                    <a:pt x="145355" y="726330"/>
                  </a:lnTo>
                  <a:lnTo>
                    <a:pt x="147819" y="726330"/>
                  </a:lnTo>
                  <a:lnTo>
                    <a:pt x="150283" y="726330"/>
                  </a:lnTo>
                  <a:lnTo>
                    <a:pt x="152746" y="726330"/>
                  </a:lnTo>
                  <a:lnTo>
                    <a:pt x="155210" y="726330"/>
                  </a:lnTo>
                  <a:lnTo>
                    <a:pt x="157674" y="726330"/>
                  </a:lnTo>
                  <a:lnTo>
                    <a:pt x="160137" y="726330"/>
                  </a:lnTo>
                  <a:lnTo>
                    <a:pt x="162601" y="726330"/>
                  </a:lnTo>
                  <a:lnTo>
                    <a:pt x="165065" y="726330"/>
                  </a:lnTo>
                  <a:lnTo>
                    <a:pt x="167528" y="726330"/>
                  </a:lnTo>
                  <a:lnTo>
                    <a:pt x="169992" y="726330"/>
                  </a:lnTo>
                  <a:lnTo>
                    <a:pt x="172456" y="726330"/>
                  </a:lnTo>
                  <a:lnTo>
                    <a:pt x="174919" y="726330"/>
                  </a:lnTo>
                  <a:lnTo>
                    <a:pt x="177383" y="726330"/>
                  </a:lnTo>
                  <a:lnTo>
                    <a:pt x="179847" y="726330"/>
                  </a:lnTo>
                  <a:lnTo>
                    <a:pt x="182310" y="726330"/>
                  </a:lnTo>
                  <a:lnTo>
                    <a:pt x="184774" y="726330"/>
                  </a:lnTo>
                  <a:lnTo>
                    <a:pt x="187237" y="726330"/>
                  </a:lnTo>
                  <a:lnTo>
                    <a:pt x="189701" y="726330"/>
                  </a:lnTo>
                  <a:lnTo>
                    <a:pt x="192165" y="726330"/>
                  </a:lnTo>
                  <a:lnTo>
                    <a:pt x="194628" y="726330"/>
                  </a:lnTo>
                  <a:lnTo>
                    <a:pt x="197092" y="726330"/>
                  </a:lnTo>
                  <a:lnTo>
                    <a:pt x="199556" y="726330"/>
                  </a:lnTo>
                  <a:lnTo>
                    <a:pt x="202019" y="726330"/>
                  </a:lnTo>
                  <a:lnTo>
                    <a:pt x="204483" y="726330"/>
                  </a:lnTo>
                  <a:lnTo>
                    <a:pt x="206947" y="726330"/>
                  </a:lnTo>
                  <a:lnTo>
                    <a:pt x="209410" y="726330"/>
                  </a:lnTo>
                  <a:lnTo>
                    <a:pt x="211874" y="726330"/>
                  </a:lnTo>
                  <a:lnTo>
                    <a:pt x="214338" y="726330"/>
                  </a:lnTo>
                  <a:lnTo>
                    <a:pt x="216801" y="726329"/>
                  </a:lnTo>
                  <a:lnTo>
                    <a:pt x="219265" y="726329"/>
                  </a:lnTo>
                  <a:lnTo>
                    <a:pt x="221729" y="726328"/>
                  </a:lnTo>
                  <a:lnTo>
                    <a:pt x="224192" y="726328"/>
                  </a:lnTo>
                  <a:lnTo>
                    <a:pt x="226656" y="726327"/>
                  </a:lnTo>
                  <a:lnTo>
                    <a:pt x="229120" y="726325"/>
                  </a:lnTo>
                  <a:lnTo>
                    <a:pt x="231583" y="726322"/>
                  </a:lnTo>
                  <a:lnTo>
                    <a:pt x="234047" y="726319"/>
                  </a:lnTo>
                  <a:lnTo>
                    <a:pt x="236511" y="726314"/>
                  </a:lnTo>
                  <a:lnTo>
                    <a:pt x="238974" y="726307"/>
                  </a:lnTo>
                  <a:lnTo>
                    <a:pt x="241438" y="726298"/>
                  </a:lnTo>
                  <a:lnTo>
                    <a:pt x="243902" y="726285"/>
                  </a:lnTo>
                  <a:lnTo>
                    <a:pt x="246365" y="726268"/>
                  </a:lnTo>
                  <a:lnTo>
                    <a:pt x="248829" y="726246"/>
                  </a:lnTo>
                  <a:lnTo>
                    <a:pt x="251293" y="726217"/>
                  </a:lnTo>
                  <a:lnTo>
                    <a:pt x="253756" y="726180"/>
                  </a:lnTo>
                  <a:lnTo>
                    <a:pt x="256220" y="726132"/>
                  </a:lnTo>
                  <a:lnTo>
                    <a:pt x="258684" y="726073"/>
                  </a:lnTo>
                  <a:lnTo>
                    <a:pt x="261147" y="726000"/>
                  </a:lnTo>
                  <a:lnTo>
                    <a:pt x="263611" y="725912"/>
                  </a:lnTo>
                  <a:lnTo>
                    <a:pt x="266075" y="725807"/>
                  </a:lnTo>
                  <a:lnTo>
                    <a:pt x="268538" y="725682"/>
                  </a:lnTo>
                  <a:lnTo>
                    <a:pt x="271002" y="725534"/>
                  </a:lnTo>
                  <a:lnTo>
                    <a:pt x="273465" y="725361"/>
                  </a:lnTo>
                  <a:lnTo>
                    <a:pt x="275929" y="725163"/>
                  </a:lnTo>
                  <a:lnTo>
                    <a:pt x="278393" y="724939"/>
                  </a:lnTo>
                  <a:lnTo>
                    <a:pt x="280856" y="724688"/>
                  </a:lnTo>
                  <a:lnTo>
                    <a:pt x="283320" y="724408"/>
                  </a:lnTo>
                  <a:lnTo>
                    <a:pt x="285784" y="724098"/>
                  </a:lnTo>
                  <a:lnTo>
                    <a:pt x="288247" y="723757"/>
                  </a:lnTo>
                  <a:lnTo>
                    <a:pt x="290711" y="723380"/>
                  </a:lnTo>
                  <a:lnTo>
                    <a:pt x="293175" y="722962"/>
                  </a:lnTo>
                  <a:lnTo>
                    <a:pt x="295638" y="722500"/>
                  </a:lnTo>
                  <a:lnTo>
                    <a:pt x="298102" y="721989"/>
                  </a:lnTo>
                  <a:lnTo>
                    <a:pt x="300566" y="721418"/>
                  </a:lnTo>
                  <a:lnTo>
                    <a:pt x="303029" y="720778"/>
                  </a:lnTo>
                  <a:lnTo>
                    <a:pt x="305493" y="720053"/>
                  </a:lnTo>
                  <a:lnTo>
                    <a:pt x="307957" y="719230"/>
                  </a:lnTo>
                  <a:lnTo>
                    <a:pt x="310420" y="718280"/>
                  </a:lnTo>
                  <a:lnTo>
                    <a:pt x="312884" y="717171"/>
                  </a:lnTo>
                  <a:lnTo>
                    <a:pt x="315348" y="715891"/>
                  </a:lnTo>
                  <a:lnTo>
                    <a:pt x="317811" y="714419"/>
                  </a:lnTo>
                  <a:lnTo>
                    <a:pt x="320275" y="712730"/>
                  </a:lnTo>
                  <a:lnTo>
                    <a:pt x="322739" y="710806"/>
                  </a:lnTo>
                  <a:lnTo>
                    <a:pt x="325202" y="708628"/>
                  </a:lnTo>
                  <a:lnTo>
                    <a:pt x="327666" y="706182"/>
                  </a:lnTo>
                  <a:lnTo>
                    <a:pt x="330130" y="703448"/>
                  </a:lnTo>
                  <a:lnTo>
                    <a:pt x="332593" y="700403"/>
                  </a:lnTo>
                  <a:lnTo>
                    <a:pt x="335057" y="697091"/>
                  </a:lnTo>
                  <a:lnTo>
                    <a:pt x="337521" y="693532"/>
                  </a:lnTo>
                  <a:lnTo>
                    <a:pt x="339984" y="689750"/>
                  </a:lnTo>
                  <a:lnTo>
                    <a:pt x="342448" y="685782"/>
                  </a:lnTo>
                  <a:lnTo>
                    <a:pt x="344912" y="681667"/>
                  </a:lnTo>
                  <a:lnTo>
                    <a:pt x="347375" y="677454"/>
                  </a:lnTo>
                  <a:lnTo>
                    <a:pt x="349839" y="673194"/>
                  </a:lnTo>
                  <a:lnTo>
                    <a:pt x="352303" y="668956"/>
                  </a:lnTo>
                  <a:lnTo>
                    <a:pt x="354766" y="664802"/>
                  </a:lnTo>
                  <a:lnTo>
                    <a:pt x="357230" y="660783"/>
                  </a:lnTo>
                  <a:lnTo>
                    <a:pt x="359694" y="656946"/>
                  </a:lnTo>
                  <a:lnTo>
                    <a:pt x="362157" y="653335"/>
                  </a:lnTo>
                  <a:lnTo>
                    <a:pt x="364621" y="649983"/>
                  </a:lnTo>
                  <a:lnTo>
                    <a:pt x="367084" y="646919"/>
                  </a:lnTo>
                  <a:lnTo>
                    <a:pt x="369548" y="644162"/>
                  </a:lnTo>
                  <a:lnTo>
                    <a:pt x="372012" y="641778"/>
                  </a:lnTo>
                  <a:lnTo>
                    <a:pt x="374475" y="639718"/>
                  </a:lnTo>
                  <a:lnTo>
                    <a:pt x="376939" y="637975"/>
                  </a:lnTo>
                  <a:lnTo>
                    <a:pt x="379403" y="636543"/>
                  </a:lnTo>
                  <a:lnTo>
                    <a:pt x="381866" y="635408"/>
                  </a:lnTo>
                  <a:lnTo>
                    <a:pt x="384330" y="634555"/>
                  </a:lnTo>
                  <a:lnTo>
                    <a:pt x="386794" y="633971"/>
                  </a:lnTo>
                  <a:lnTo>
                    <a:pt x="389257" y="633637"/>
                  </a:lnTo>
                  <a:lnTo>
                    <a:pt x="391721" y="633569"/>
                  </a:lnTo>
                  <a:lnTo>
                    <a:pt x="394185" y="633716"/>
                  </a:lnTo>
                  <a:lnTo>
                    <a:pt x="396648" y="634058"/>
                  </a:lnTo>
                  <a:lnTo>
                    <a:pt x="399112" y="634577"/>
                  </a:lnTo>
                  <a:lnTo>
                    <a:pt x="401576" y="635254"/>
                  </a:lnTo>
                  <a:lnTo>
                    <a:pt x="404039" y="636069"/>
                  </a:lnTo>
                  <a:lnTo>
                    <a:pt x="406503" y="637001"/>
                  </a:lnTo>
                  <a:lnTo>
                    <a:pt x="408967" y="638025"/>
                  </a:lnTo>
                  <a:lnTo>
                    <a:pt x="411430" y="639121"/>
                  </a:lnTo>
                  <a:lnTo>
                    <a:pt x="413894" y="640250"/>
                  </a:lnTo>
                  <a:lnTo>
                    <a:pt x="416358" y="641379"/>
                  </a:lnTo>
                  <a:lnTo>
                    <a:pt x="418821" y="642483"/>
                  </a:lnTo>
                  <a:lnTo>
                    <a:pt x="421285" y="643534"/>
                  </a:lnTo>
                  <a:lnTo>
                    <a:pt x="423749" y="644507"/>
                  </a:lnTo>
                  <a:lnTo>
                    <a:pt x="426212" y="645382"/>
                  </a:lnTo>
                  <a:lnTo>
                    <a:pt x="428676" y="646140"/>
                  </a:lnTo>
                  <a:lnTo>
                    <a:pt x="431140" y="646754"/>
                  </a:lnTo>
                  <a:lnTo>
                    <a:pt x="433603" y="647221"/>
                  </a:lnTo>
                  <a:lnTo>
                    <a:pt x="436067" y="647550"/>
                  </a:lnTo>
                  <a:lnTo>
                    <a:pt x="438531" y="647748"/>
                  </a:lnTo>
                  <a:lnTo>
                    <a:pt x="440994" y="647825"/>
                  </a:lnTo>
                  <a:lnTo>
                    <a:pt x="443458" y="647796"/>
                  </a:lnTo>
                  <a:lnTo>
                    <a:pt x="445922" y="647682"/>
                  </a:lnTo>
                  <a:lnTo>
                    <a:pt x="448385" y="647505"/>
                  </a:lnTo>
                  <a:lnTo>
                    <a:pt x="450849" y="647287"/>
                  </a:lnTo>
                  <a:lnTo>
                    <a:pt x="453312" y="647061"/>
                  </a:lnTo>
                  <a:lnTo>
                    <a:pt x="455776" y="646851"/>
                  </a:lnTo>
                  <a:lnTo>
                    <a:pt x="458240" y="646676"/>
                  </a:lnTo>
                  <a:lnTo>
                    <a:pt x="460703" y="646549"/>
                  </a:lnTo>
                  <a:lnTo>
                    <a:pt x="463167" y="646478"/>
                  </a:lnTo>
                  <a:lnTo>
                    <a:pt x="465631" y="646464"/>
                  </a:lnTo>
                  <a:lnTo>
                    <a:pt x="468094" y="646500"/>
                  </a:lnTo>
                  <a:lnTo>
                    <a:pt x="470558" y="646572"/>
                  </a:lnTo>
                  <a:lnTo>
                    <a:pt x="473022" y="646648"/>
                  </a:lnTo>
                  <a:lnTo>
                    <a:pt x="475485" y="646689"/>
                  </a:lnTo>
                  <a:lnTo>
                    <a:pt x="477949" y="646655"/>
                  </a:lnTo>
                  <a:lnTo>
                    <a:pt x="480413" y="646502"/>
                  </a:lnTo>
                  <a:lnTo>
                    <a:pt x="482876" y="646182"/>
                  </a:lnTo>
                  <a:lnTo>
                    <a:pt x="485340" y="645650"/>
                  </a:lnTo>
                  <a:lnTo>
                    <a:pt x="487804" y="644861"/>
                  </a:lnTo>
                  <a:lnTo>
                    <a:pt x="490267" y="643758"/>
                  </a:lnTo>
                  <a:lnTo>
                    <a:pt x="492731" y="642280"/>
                  </a:lnTo>
                  <a:lnTo>
                    <a:pt x="495195" y="640441"/>
                  </a:lnTo>
                  <a:lnTo>
                    <a:pt x="497658" y="638234"/>
                  </a:lnTo>
                  <a:lnTo>
                    <a:pt x="500122" y="635660"/>
                  </a:lnTo>
                  <a:lnTo>
                    <a:pt x="502586" y="632731"/>
                  </a:lnTo>
                  <a:lnTo>
                    <a:pt x="505049" y="629466"/>
                  </a:lnTo>
                  <a:lnTo>
                    <a:pt x="507513" y="625892"/>
                  </a:lnTo>
                  <a:lnTo>
                    <a:pt x="509977" y="622036"/>
                  </a:lnTo>
                  <a:lnTo>
                    <a:pt x="512440" y="617918"/>
                  </a:lnTo>
                  <a:lnTo>
                    <a:pt x="514904" y="613604"/>
                  </a:lnTo>
                  <a:lnTo>
                    <a:pt x="517368" y="609122"/>
                  </a:lnTo>
                  <a:lnTo>
                    <a:pt x="519831" y="604489"/>
                  </a:lnTo>
                  <a:lnTo>
                    <a:pt x="522295" y="599710"/>
                  </a:lnTo>
                  <a:lnTo>
                    <a:pt x="524759" y="594778"/>
                  </a:lnTo>
                  <a:lnTo>
                    <a:pt x="527222" y="589673"/>
                  </a:lnTo>
                  <a:lnTo>
                    <a:pt x="529686" y="584354"/>
                  </a:lnTo>
                  <a:lnTo>
                    <a:pt x="532150" y="578716"/>
                  </a:lnTo>
                  <a:lnTo>
                    <a:pt x="534613" y="572714"/>
                  </a:lnTo>
                  <a:lnTo>
                    <a:pt x="537077" y="566260"/>
                  </a:lnTo>
                  <a:lnTo>
                    <a:pt x="539541" y="559255"/>
                  </a:lnTo>
                  <a:lnTo>
                    <a:pt x="542004" y="551591"/>
                  </a:lnTo>
                  <a:lnTo>
                    <a:pt x="544468" y="543155"/>
                  </a:lnTo>
                  <a:lnTo>
                    <a:pt x="546931" y="533832"/>
                  </a:lnTo>
                  <a:lnTo>
                    <a:pt x="549395" y="523506"/>
                  </a:lnTo>
                  <a:lnTo>
                    <a:pt x="551859" y="511862"/>
                  </a:lnTo>
                  <a:lnTo>
                    <a:pt x="554322" y="498947"/>
                  </a:lnTo>
                  <a:lnTo>
                    <a:pt x="556786" y="484677"/>
                  </a:lnTo>
                  <a:lnTo>
                    <a:pt x="559250" y="468973"/>
                  </a:lnTo>
                  <a:lnTo>
                    <a:pt x="561713" y="451776"/>
                  </a:lnTo>
                  <a:lnTo>
                    <a:pt x="564177" y="433047"/>
                  </a:lnTo>
                  <a:lnTo>
                    <a:pt x="566641" y="412768"/>
                  </a:lnTo>
                  <a:lnTo>
                    <a:pt x="569104" y="390951"/>
                  </a:lnTo>
                  <a:lnTo>
                    <a:pt x="571568" y="367446"/>
                  </a:lnTo>
                  <a:lnTo>
                    <a:pt x="574032" y="342533"/>
                  </a:lnTo>
                  <a:lnTo>
                    <a:pt x="576495" y="316389"/>
                  </a:lnTo>
                  <a:lnTo>
                    <a:pt x="578959" y="289197"/>
                  </a:lnTo>
                  <a:lnTo>
                    <a:pt x="581423" y="261182"/>
                  </a:lnTo>
                  <a:lnTo>
                    <a:pt x="583886" y="232613"/>
                  </a:lnTo>
                  <a:lnTo>
                    <a:pt x="586350" y="203803"/>
                  </a:lnTo>
                  <a:lnTo>
                    <a:pt x="588814" y="175103"/>
                  </a:lnTo>
                  <a:lnTo>
                    <a:pt x="591277" y="147037"/>
                  </a:lnTo>
                  <a:lnTo>
                    <a:pt x="593741" y="120104"/>
                  </a:lnTo>
                  <a:lnTo>
                    <a:pt x="596205" y="94743"/>
                  </a:lnTo>
                  <a:lnTo>
                    <a:pt x="598668" y="71425"/>
                  </a:lnTo>
                  <a:lnTo>
                    <a:pt x="601132" y="50617"/>
                  </a:lnTo>
                  <a:lnTo>
                    <a:pt x="603596" y="32770"/>
                  </a:lnTo>
                  <a:lnTo>
                    <a:pt x="606059" y="18309"/>
                  </a:lnTo>
                  <a:lnTo>
                    <a:pt x="608523" y="7617"/>
                  </a:lnTo>
                  <a:lnTo>
                    <a:pt x="610987" y="1468"/>
                  </a:lnTo>
                  <a:lnTo>
                    <a:pt x="613450" y="0"/>
                  </a:lnTo>
                  <a:lnTo>
                    <a:pt x="615914" y="3074"/>
                  </a:lnTo>
                  <a:lnTo>
                    <a:pt x="618378" y="10721"/>
                  </a:lnTo>
                  <a:lnTo>
                    <a:pt x="620841" y="22873"/>
                  </a:lnTo>
                  <a:lnTo>
                    <a:pt x="623305" y="39371"/>
                  </a:lnTo>
                  <a:lnTo>
                    <a:pt x="625769" y="59962"/>
                  </a:lnTo>
                  <a:lnTo>
                    <a:pt x="628232" y="84306"/>
                  </a:lnTo>
                  <a:lnTo>
                    <a:pt x="630696" y="112205"/>
                  </a:lnTo>
                  <a:lnTo>
                    <a:pt x="633159" y="143009"/>
                  </a:lnTo>
                  <a:lnTo>
                    <a:pt x="635623" y="175887"/>
                  </a:lnTo>
                  <a:lnTo>
                    <a:pt x="638087" y="210255"/>
                  </a:lnTo>
                  <a:lnTo>
                    <a:pt x="640550" y="245521"/>
                  </a:lnTo>
                  <a:lnTo>
                    <a:pt x="643014" y="281107"/>
                  </a:lnTo>
                  <a:lnTo>
                    <a:pt x="645478" y="316452"/>
                  </a:lnTo>
                  <a:lnTo>
                    <a:pt x="647941" y="351037"/>
                  </a:lnTo>
                  <a:lnTo>
                    <a:pt x="650405" y="384277"/>
                  </a:lnTo>
                  <a:lnTo>
                    <a:pt x="652869" y="415606"/>
                  </a:lnTo>
                  <a:lnTo>
                    <a:pt x="655332" y="444852"/>
                  </a:lnTo>
                  <a:lnTo>
                    <a:pt x="657796" y="471783"/>
                  </a:lnTo>
                  <a:lnTo>
                    <a:pt x="660260" y="496242"/>
                  </a:lnTo>
                  <a:lnTo>
                    <a:pt x="662723" y="518137"/>
                  </a:lnTo>
                  <a:lnTo>
                    <a:pt x="665187" y="537439"/>
                  </a:lnTo>
                  <a:lnTo>
                    <a:pt x="667651" y="554182"/>
                  </a:lnTo>
                  <a:lnTo>
                    <a:pt x="670114" y="568346"/>
                  </a:lnTo>
                  <a:lnTo>
                    <a:pt x="672578" y="579933"/>
                  </a:lnTo>
                  <a:lnTo>
                    <a:pt x="675042" y="589424"/>
                  </a:lnTo>
                  <a:lnTo>
                    <a:pt x="677505" y="597023"/>
                  </a:lnTo>
                  <a:lnTo>
                    <a:pt x="679969" y="602950"/>
                  </a:lnTo>
                  <a:lnTo>
                    <a:pt x="682433" y="607429"/>
                  </a:lnTo>
                  <a:lnTo>
                    <a:pt x="684896" y="610686"/>
                  </a:lnTo>
                  <a:lnTo>
                    <a:pt x="687360" y="612940"/>
                  </a:lnTo>
                  <a:lnTo>
                    <a:pt x="689824" y="614388"/>
                  </a:lnTo>
                  <a:lnTo>
                    <a:pt x="692287" y="615201"/>
                  </a:lnTo>
                  <a:lnTo>
                    <a:pt x="694751" y="615650"/>
                  </a:lnTo>
                  <a:lnTo>
                    <a:pt x="697215" y="615882"/>
                  </a:lnTo>
                  <a:lnTo>
                    <a:pt x="699678" y="616021"/>
                  </a:lnTo>
                  <a:lnTo>
                    <a:pt x="702142" y="616171"/>
                  </a:lnTo>
                  <a:lnTo>
                    <a:pt x="704606" y="616419"/>
                  </a:lnTo>
                  <a:lnTo>
                    <a:pt x="707069" y="616834"/>
                  </a:lnTo>
                  <a:lnTo>
                    <a:pt x="709533" y="617471"/>
                  </a:lnTo>
                  <a:lnTo>
                    <a:pt x="711997" y="618416"/>
                  </a:lnTo>
                  <a:lnTo>
                    <a:pt x="714460" y="619656"/>
                  </a:lnTo>
                  <a:lnTo>
                    <a:pt x="716924" y="621206"/>
                  </a:lnTo>
                  <a:lnTo>
                    <a:pt x="719388" y="623076"/>
                  </a:lnTo>
                  <a:lnTo>
                    <a:pt x="721851" y="625268"/>
                  </a:lnTo>
                  <a:lnTo>
                    <a:pt x="724315" y="627782"/>
                  </a:lnTo>
                  <a:lnTo>
                    <a:pt x="726778" y="630614"/>
                  </a:lnTo>
                  <a:lnTo>
                    <a:pt x="729242" y="633754"/>
                  </a:lnTo>
                  <a:lnTo>
                    <a:pt x="731706" y="637232"/>
                  </a:lnTo>
                  <a:lnTo>
                    <a:pt x="734169" y="640983"/>
                  </a:lnTo>
                  <a:lnTo>
                    <a:pt x="736633" y="644980"/>
                  </a:lnTo>
                  <a:lnTo>
                    <a:pt x="739097" y="649192"/>
                  </a:lnTo>
                  <a:lnTo>
                    <a:pt x="741560" y="653586"/>
                  </a:lnTo>
                  <a:lnTo>
                    <a:pt x="744024" y="658122"/>
                  </a:lnTo>
                  <a:lnTo>
                    <a:pt x="746488" y="662759"/>
                  </a:lnTo>
                  <a:lnTo>
                    <a:pt x="748951" y="667451"/>
                  </a:lnTo>
                  <a:lnTo>
                    <a:pt x="751415" y="672143"/>
                  </a:lnTo>
                  <a:lnTo>
                    <a:pt x="753879" y="676777"/>
                  </a:lnTo>
                  <a:lnTo>
                    <a:pt x="756342" y="681309"/>
                  </a:lnTo>
                  <a:lnTo>
                    <a:pt x="758806" y="685696"/>
                  </a:lnTo>
                  <a:lnTo>
                    <a:pt x="761270" y="689901"/>
                  </a:lnTo>
                  <a:lnTo>
                    <a:pt x="763733" y="693894"/>
                  </a:lnTo>
                  <a:lnTo>
                    <a:pt x="766197" y="697647"/>
                  </a:lnTo>
                  <a:lnTo>
                    <a:pt x="768661" y="701141"/>
                  </a:lnTo>
                  <a:lnTo>
                    <a:pt x="771124" y="704331"/>
                  </a:lnTo>
                  <a:lnTo>
                    <a:pt x="773588" y="707229"/>
                  </a:lnTo>
                  <a:lnTo>
                    <a:pt x="776052" y="709850"/>
                  </a:lnTo>
                  <a:lnTo>
                    <a:pt x="778515" y="712201"/>
                  </a:lnTo>
                  <a:lnTo>
                    <a:pt x="780979" y="714294"/>
                  </a:lnTo>
                  <a:lnTo>
                    <a:pt x="783443" y="716142"/>
                  </a:lnTo>
                  <a:lnTo>
                    <a:pt x="785906" y="717761"/>
                  </a:lnTo>
                  <a:lnTo>
                    <a:pt x="788370" y="719169"/>
                  </a:lnTo>
                  <a:lnTo>
                    <a:pt x="790834" y="720369"/>
                  </a:lnTo>
                  <a:lnTo>
                    <a:pt x="793297" y="721388"/>
                  </a:lnTo>
                  <a:lnTo>
                    <a:pt x="795761" y="722259"/>
                  </a:lnTo>
                  <a:lnTo>
                    <a:pt x="798225" y="722998"/>
                  </a:lnTo>
                  <a:lnTo>
                    <a:pt x="800688" y="723621"/>
                  </a:lnTo>
                  <a:lnTo>
                    <a:pt x="803152" y="724142"/>
                  </a:lnTo>
                  <a:lnTo>
                    <a:pt x="805616" y="724576"/>
                  </a:lnTo>
                  <a:lnTo>
                    <a:pt x="808079" y="724935"/>
                  </a:lnTo>
                  <a:lnTo>
                    <a:pt x="810543" y="725225"/>
                  </a:lnTo>
                  <a:lnTo>
                    <a:pt x="813006" y="725458"/>
                  </a:lnTo>
                  <a:lnTo>
                    <a:pt x="815470" y="725648"/>
                  </a:lnTo>
                  <a:lnTo>
                    <a:pt x="817934" y="725801"/>
                  </a:lnTo>
                  <a:lnTo>
                    <a:pt x="820397" y="725923"/>
                  </a:lnTo>
                  <a:lnTo>
                    <a:pt x="822861" y="726020"/>
                  </a:lnTo>
                  <a:lnTo>
                    <a:pt x="825325" y="726097"/>
                  </a:lnTo>
                  <a:lnTo>
                    <a:pt x="827788" y="726156"/>
                  </a:lnTo>
                  <a:lnTo>
                    <a:pt x="830252" y="726201"/>
                  </a:lnTo>
                  <a:lnTo>
                    <a:pt x="832716" y="726235"/>
                  </a:lnTo>
                  <a:lnTo>
                    <a:pt x="835179" y="726260"/>
                  </a:lnTo>
                  <a:lnTo>
                    <a:pt x="837643" y="726280"/>
                  </a:lnTo>
                  <a:lnTo>
                    <a:pt x="840107" y="726294"/>
                  </a:lnTo>
                  <a:lnTo>
                    <a:pt x="842570" y="726305"/>
                  </a:lnTo>
                  <a:lnTo>
                    <a:pt x="845034" y="726312"/>
                  </a:lnTo>
                  <a:lnTo>
                    <a:pt x="847498" y="726318"/>
                  </a:lnTo>
                  <a:lnTo>
                    <a:pt x="849961" y="726322"/>
                  </a:lnTo>
                  <a:lnTo>
                    <a:pt x="852425" y="726324"/>
                  </a:lnTo>
                  <a:lnTo>
                    <a:pt x="854889" y="726326"/>
                  </a:lnTo>
                  <a:lnTo>
                    <a:pt x="857352" y="726327"/>
                  </a:lnTo>
                  <a:lnTo>
                    <a:pt x="859816" y="726328"/>
                  </a:lnTo>
                  <a:lnTo>
                    <a:pt x="862280" y="726329"/>
                  </a:lnTo>
                  <a:lnTo>
                    <a:pt x="864743" y="726329"/>
                  </a:lnTo>
                  <a:lnTo>
                    <a:pt x="867207" y="726330"/>
                  </a:lnTo>
                  <a:lnTo>
                    <a:pt x="869671" y="726330"/>
                  </a:lnTo>
                  <a:lnTo>
                    <a:pt x="872134" y="726330"/>
                  </a:lnTo>
                  <a:lnTo>
                    <a:pt x="874598" y="726330"/>
                  </a:lnTo>
                  <a:lnTo>
                    <a:pt x="877062" y="726330"/>
                  </a:lnTo>
                  <a:lnTo>
                    <a:pt x="879525" y="726330"/>
                  </a:lnTo>
                  <a:lnTo>
                    <a:pt x="881989" y="726330"/>
                  </a:lnTo>
                  <a:lnTo>
                    <a:pt x="884453" y="726330"/>
                  </a:lnTo>
                  <a:lnTo>
                    <a:pt x="886916" y="726330"/>
                  </a:lnTo>
                  <a:lnTo>
                    <a:pt x="889380" y="726330"/>
                  </a:lnTo>
                  <a:lnTo>
                    <a:pt x="891844" y="726330"/>
                  </a:lnTo>
                  <a:lnTo>
                    <a:pt x="894307" y="726330"/>
                  </a:lnTo>
                  <a:lnTo>
                    <a:pt x="896771" y="726330"/>
                  </a:lnTo>
                  <a:lnTo>
                    <a:pt x="899235" y="726330"/>
                  </a:lnTo>
                  <a:lnTo>
                    <a:pt x="901698" y="726330"/>
                  </a:lnTo>
                  <a:lnTo>
                    <a:pt x="904162" y="726330"/>
                  </a:lnTo>
                  <a:lnTo>
                    <a:pt x="906625" y="726330"/>
                  </a:lnTo>
                  <a:lnTo>
                    <a:pt x="909089" y="726330"/>
                  </a:lnTo>
                  <a:lnTo>
                    <a:pt x="911553" y="726330"/>
                  </a:lnTo>
                  <a:lnTo>
                    <a:pt x="914016" y="726330"/>
                  </a:lnTo>
                  <a:lnTo>
                    <a:pt x="916480" y="726330"/>
                  </a:lnTo>
                  <a:lnTo>
                    <a:pt x="918944" y="726330"/>
                  </a:lnTo>
                  <a:lnTo>
                    <a:pt x="921407" y="726330"/>
                  </a:lnTo>
                  <a:lnTo>
                    <a:pt x="923871" y="726330"/>
                  </a:lnTo>
                  <a:lnTo>
                    <a:pt x="926335" y="726330"/>
                  </a:lnTo>
                  <a:lnTo>
                    <a:pt x="928798" y="726330"/>
                  </a:lnTo>
                  <a:lnTo>
                    <a:pt x="931262" y="726330"/>
                  </a:lnTo>
                  <a:lnTo>
                    <a:pt x="933726" y="726330"/>
                  </a:lnTo>
                  <a:lnTo>
                    <a:pt x="936189" y="726330"/>
                  </a:lnTo>
                  <a:lnTo>
                    <a:pt x="938653" y="726330"/>
                  </a:lnTo>
                  <a:lnTo>
                    <a:pt x="941117" y="726330"/>
                  </a:lnTo>
                  <a:lnTo>
                    <a:pt x="943580" y="726330"/>
                  </a:lnTo>
                  <a:lnTo>
                    <a:pt x="946044" y="726330"/>
                  </a:lnTo>
                  <a:lnTo>
                    <a:pt x="948508" y="726330"/>
                  </a:lnTo>
                  <a:lnTo>
                    <a:pt x="950971" y="726330"/>
                  </a:lnTo>
                  <a:lnTo>
                    <a:pt x="953435" y="726330"/>
                  </a:lnTo>
                  <a:lnTo>
                    <a:pt x="955899" y="726330"/>
                  </a:lnTo>
                  <a:lnTo>
                    <a:pt x="958362" y="726330"/>
                  </a:lnTo>
                  <a:lnTo>
                    <a:pt x="960826" y="726330"/>
                  </a:lnTo>
                  <a:lnTo>
                    <a:pt x="963290" y="726330"/>
                  </a:lnTo>
                  <a:lnTo>
                    <a:pt x="965753" y="726330"/>
                  </a:lnTo>
                  <a:lnTo>
                    <a:pt x="968217" y="726330"/>
                  </a:lnTo>
                  <a:lnTo>
                    <a:pt x="970681" y="726330"/>
                  </a:lnTo>
                  <a:lnTo>
                    <a:pt x="973144" y="726330"/>
                  </a:lnTo>
                  <a:lnTo>
                    <a:pt x="975608" y="726330"/>
                  </a:lnTo>
                  <a:lnTo>
                    <a:pt x="978072" y="726330"/>
                  </a:lnTo>
                  <a:lnTo>
                    <a:pt x="980535" y="726330"/>
                  </a:lnTo>
                  <a:lnTo>
                    <a:pt x="982999" y="726330"/>
                  </a:lnTo>
                  <a:lnTo>
                    <a:pt x="985463" y="726330"/>
                  </a:lnTo>
                  <a:lnTo>
                    <a:pt x="987926" y="726330"/>
                  </a:lnTo>
                  <a:lnTo>
                    <a:pt x="990390" y="726330"/>
                  </a:lnTo>
                  <a:lnTo>
                    <a:pt x="992853" y="726330"/>
                  </a:lnTo>
                  <a:lnTo>
                    <a:pt x="995317" y="726330"/>
                  </a:lnTo>
                  <a:lnTo>
                    <a:pt x="997781" y="726330"/>
                  </a:lnTo>
                  <a:lnTo>
                    <a:pt x="1000244" y="726330"/>
                  </a:lnTo>
                  <a:lnTo>
                    <a:pt x="1002708" y="726330"/>
                  </a:lnTo>
                  <a:lnTo>
                    <a:pt x="1005172" y="726330"/>
                  </a:lnTo>
                  <a:lnTo>
                    <a:pt x="1007635" y="726330"/>
                  </a:lnTo>
                  <a:lnTo>
                    <a:pt x="1010099" y="726330"/>
                  </a:lnTo>
                  <a:lnTo>
                    <a:pt x="1012563" y="726330"/>
                  </a:lnTo>
                  <a:lnTo>
                    <a:pt x="1015026" y="726330"/>
                  </a:lnTo>
                  <a:lnTo>
                    <a:pt x="1017490" y="726330"/>
                  </a:lnTo>
                  <a:lnTo>
                    <a:pt x="1019954" y="726330"/>
                  </a:lnTo>
                  <a:lnTo>
                    <a:pt x="1022417" y="726330"/>
                  </a:lnTo>
                  <a:lnTo>
                    <a:pt x="1024881" y="726330"/>
                  </a:lnTo>
                  <a:lnTo>
                    <a:pt x="1027345" y="726330"/>
                  </a:lnTo>
                  <a:lnTo>
                    <a:pt x="1029808" y="726330"/>
                  </a:lnTo>
                  <a:lnTo>
                    <a:pt x="1032272" y="726330"/>
                  </a:lnTo>
                  <a:lnTo>
                    <a:pt x="1034736" y="726330"/>
                  </a:lnTo>
                  <a:lnTo>
                    <a:pt x="1037199" y="726330"/>
                  </a:lnTo>
                  <a:lnTo>
                    <a:pt x="1039663" y="726330"/>
                  </a:lnTo>
                  <a:lnTo>
                    <a:pt x="1042127" y="726330"/>
                  </a:lnTo>
                  <a:lnTo>
                    <a:pt x="1044590" y="726330"/>
                  </a:lnTo>
                  <a:lnTo>
                    <a:pt x="1047054" y="726330"/>
                  </a:lnTo>
                  <a:lnTo>
                    <a:pt x="1049518" y="726330"/>
                  </a:lnTo>
                  <a:lnTo>
                    <a:pt x="1051981" y="726330"/>
                  </a:lnTo>
                  <a:lnTo>
                    <a:pt x="1054445" y="726330"/>
                  </a:lnTo>
                  <a:lnTo>
                    <a:pt x="1056909" y="726330"/>
                  </a:lnTo>
                  <a:lnTo>
                    <a:pt x="1059372" y="726330"/>
                  </a:lnTo>
                  <a:lnTo>
                    <a:pt x="1061836" y="726330"/>
                  </a:lnTo>
                  <a:lnTo>
                    <a:pt x="1064300" y="726330"/>
                  </a:lnTo>
                  <a:lnTo>
                    <a:pt x="1066763" y="726330"/>
                  </a:lnTo>
                  <a:lnTo>
                    <a:pt x="1069227" y="726330"/>
                  </a:lnTo>
                  <a:lnTo>
                    <a:pt x="1071691" y="726330"/>
                  </a:lnTo>
                  <a:lnTo>
                    <a:pt x="1074154" y="726330"/>
                  </a:lnTo>
                  <a:lnTo>
                    <a:pt x="1076618" y="726330"/>
                  </a:lnTo>
                  <a:lnTo>
                    <a:pt x="1079082" y="726330"/>
                  </a:lnTo>
                  <a:lnTo>
                    <a:pt x="1081545" y="726330"/>
                  </a:lnTo>
                  <a:lnTo>
                    <a:pt x="1084009" y="726330"/>
                  </a:lnTo>
                  <a:lnTo>
                    <a:pt x="1086472" y="726330"/>
                  </a:lnTo>
                  <a:lnTo>
                    <a:pt x="1088936" y="726330"/>
                  </a:lnTo>
                  <a:lnTo>
                    <a:pt x="1091400" y="726330"/>
                  </a:lnTo>
                  <a:lnTo>
                    <a:pt x="1093863" y="726330"/>
                  </a:lnTo>
                  <a:lnTo>
                    <a:pt x="1096327" y="726330"/>
                  </a:lnTo>
                  <a:lnTo>
                    <a:pt x="1098791" y="726330"/>
                  </a:lnTo>
                  <a:lnTo>
                    <a:pt x="1101254" y="726330"/>
                  </a:lnTo>
                  <a:lnTo>
                    <a:pt x="1103718" y="726330"/>
                  </a:lnTo>
                  <a:lnTo>
                    <a:pt x="1106182" y="726330"/>
                  </a:lnTo>
                  <a:lnTo>
                    <a:pt x="1108645" y="726330"/>
                  </a:lnTo>
                  <a:lnTo>
                    <a:pt x="1111109" y="726330"/>
                  </a:lnTo>
                  <a:lnTo>
                    <a:pt x="1113573" y="726330"/>
                  </a:lnTo>
                  <a:lnTo>
                    <a:pt x="1116036" y="726330"/>
                  </a:lnTo>
                  <a:lnTo>
                    <a:pt x="1118500" y="726330"/>
                  </a:lnTo>
                  <a:lnTo>
                    <a:pt x="1120964" y="726330"/>
                  </a:lnTo>
                  <a:lnTo>
                    <a:pt x="1123427" y="726330"/>
                  </a:lnTo>
                  <a:lnTo>
                    <a:pt x="1125891" y="726330"/>
                  </a:lnTo>
                  <a:lnTo>
                    <a:pt x="1128355" y="726330"/>
                  </a:lnTo>
                  <a:lnTo>
                    <a:pt x="1130818" y="726330"/>
                  </a:lnTo>
                  <a:lnTo>
                    <a:pt x="1133282" y="726330"/>
                  </a:lnTo>
                  <a:lnTo>
                    <a:pt x="1135746" y="726330"/>
                  </a:lnTo>
                  <a:lnTo>
                    <a:pt x="1138209" y="726330"/>
                  </a:lnTo>
                  <a:lnTo>
                    <a:pt x="1140673" y="726330"/>
                  </a:lnTo>
                  <a:lnTo>
                    <a:pt x="1143137" y="726330"/>
                  </a:lnTo>
                  <a:lnTo>
                    <a:pt x="1145600" y="726330"/>
                  </a:lnTo>
                  <a:lnTo>
                    <a:pt x="1148064" y="726330"/>
                  </a:lnTo>
                  <a:lnTo>
                    <a:pt x="1150528" y="726330"/>
                  </a:lnTo>
                  <a:lnTo>
                    <a:pt x="1152991" y="726330"/>
                  </a:lnTo>
                  <a:lnTo>
                    <a:pt x="1155455" y="726330"/>
                  </a:lnTo>
                  <a:lnTo>
                    <a:pt x="1157919" y="726330"/>
                  </a:lnTo>
                  <a:lnTo>
                    <a:pt x="1160382" y="726330"/>
                  </a:lnTo>
                  <a:lnTo>
                    <a:pt x="1162846" y="726330"/>
                  </a:lnTo>
                  <a:lnTo>
                    <a:pt x="1165310" y="726330"/>
                  </a:lnTo>
                  <a:lnTo>
                    <a:pt x="1167773" y="726330"/>
                  </a:lnTo>
                  <a:lnTo>
                    <a:pt x="1170237" y="726330"/>
                  </a:lnTo>
                  <a:lnTo>
                    <a:pt x="1172701" y="726330"/>
                  </a:lnTo>
                  <a:lnTo>
                    <a:pt x="1175164" y="726330"/>
                  </a:lnTo>
                  <a:lnTo>
                    <a:pt x="1177628" y="726330"/>
                  </a:lnTo>
                  <a:lnTo>
                    <a:pt x="1180091" y="726330"/>
                  </a:lnTo>
                  <a:lnTo>
                    <a:pt x="1182555" y="726330"/>
                  </a:lnTo>
                  <a:lnTo>
                    <a:pt x="1185019" y="726330"/>
                  </a:lnTo>
                  <a:lnTo>
                    <a:pt x="1187482" y="726330"/>
                  </a:lnTo>
                  <a:lnTo>
                    <a:pt x="1189946" y="726330"/>
                  </a:lnTo>
                  <a:lnTo>
                    <a:pt x="1192410" y="726330"/>
                  </a:lnTo>
                  <a:lnTo>
                    <a:pt x="1194873" y="726330"/>
                  </a:lnTo>
                  <a:lnTo>
                    <a:pt x="1197337" y="726330"/>
                  </a:lnTo>
                  <a:lnTo>
                    <a:pt x="1199801" y="726330"/>
                  </a:lnTo>
                  <a:lnTo>
                    <a:pt x="1202264" y="726330"/>
                  </a:lnTo>
                  <a:lnTo>
                    <a:pt x="1204728" y="726330"/>
                  </a:lnTo>
                  <a:lnTo>
                    <a:pt x="1207192" y="726330"/>
                  </a:lnTo>
                  <a:lnTo>
                    <a:pt x="1209655" y="726330"/>
                  </a:lnTo>
                  <a:lnTo>
                    <a:pt x="1212119" y="726330"/>
                  </a:lnTo>
                  <a:lnTo>
                    <a:pt x="1214583" y="726330"/>
                  </a:lnTo>
                  <a:lnTo>
                    <a:pt x="1217046" y="726330"/>
                  </a:lnTo>
                  <a:lnTo>
                    <a:pt x="1219510" y="726330"/>
                  </a:lnTo>
                  <a:lnTo>
                    <a:pt x="1221974" y="726330"/>
                  </a:lnTo>
                  <a:lnTo>
                    <a:pt x="1224437" y="726330"/>
                  </a:lnTo>
                  <a:lnTo>
                    <a:pt x="1226901" y="726330"/>
                  </a:lnTo>
                  <a:lnTo>
                    <a:pt x="1229365" y="726330"/>
                  </a:lnTo>
                  <a:lnTo>
                    <a:pt x="1231828" y="726330"/>
                  </a:lnTo>
                  <a:lnTo>
                    <a:pt x="1234292" y="726330"/>
                  </a:lnTo>
                  <a:lnTo>
                    <a:pt x="1236756" y="726330"/>
                  </a:lnTo>
                  <a:lnTo>
                    <a:pt x="1239219" y="726330"/>
                  </a:lnTo>
                  <a:lnTo>
                    <a:pt x="1241683" y="726330"/>
                  </a:lnTo>
                  <a:lnTo>
                    <a:pt x="1244147" y="726330"/>
                  </a:lnTo>
                  <a:lnTo>
                    <a:pt x="1246610" y="726330"/>
                  </a:lnTo>
                  <a:lnTo>
                    <a:pt x="1249074" y="726330"/>
                  </a:lnTo>
                  <a:lnTo>
                    <a:pt x="1251538" y="726330"/>
                  </a:lnTo>
                  <a:lnTo>
                    <a:pt x="1254001" y="726330"/>
                  </a:lnTo>
                  <a:lnTo>
                    <a:pt x="1256465" y="726330"/>
                  </a:lnTo>
                  <a:lnTo>
                    <a:pt x="1258929" y="726330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2433616" y="5531645"/>
              <a:ext cx="1258929" cy="622252"/>
            </a:xfrm>
            <a:custGeom>
              <a:avLst/>
              <a:pathLst>
                <a:path w="1258929" h="622252">
                  <a:moveTo>
                    <a:pt x="0" y="622252"/>
                  </a:moveTo>
                  <a:lnTo>
                    <a:pt x="2463" y="622252"/>
                  </a:lnTo>
                  <a:lnTo>
                    <a:pt x="4927" y="622252"/>
                  </a:lnTo>
                  <a:lnTo>
                    <a:pt x="7390" y="622252"/>
                  </a:lnTo>
                  <a:lnTo>
                    <a:pt x="9854" y="622252"/>
                  </a:lnTo>
                  <a:lnTo>
                    <a:pt x="12318" y="622252"/>
                  </a:lnTo>
                  <a:lnTo>
                    <a:pt x="14781" y="622252"/>
                  </a:lnTo>
                  <a:lnTo>
                    <a:pt x="17245" y="622252"/>
                  </a:lnTo>
                  <a:lnTo>
                    <a:pt x="19709" y="622252"/>
                  </a:lnTo>
                  <a:lnTo>
                    <a:pt x="22172" y="622252"/>
                  </a:lnTo>
                  <a:lnTo>
                    <a:pt x="24636" y="622252"/>
                  </a:lnTo>
                  <a:lnTo>
                    <a:pt x="27100" y="622252"/>
                  </a:lnTo>
                  <a:lnTo>
                    <a:pt x="29563" y="622252"/>
                  </a:lnTo>
                  <a:lnTo>
                    <a:pt x="32027" y="622252"/>
                  </a:lnTo>
                  <a:lnTo>
                    <a:pt x="34491" y="622252"/>
                  </a:lnTo>
                  <a:lnTo>
                    <a:pt x="36954" y="622252"/>
                  </a:lnTo>
                  <a:lnTo>
                    <a:pt x="39418" y="622252"/>
                  </a:lnTo>
                  <a:lnTo>
                    <a:pt x="41882" y="622252"/>
                  </a:lnTo>
                  <a:lnTo>
                    <a:pt x="44345" y="622252"/>
                  </a:lnTo>
                  <a:lnTo>
                    <a:pt x="46809" y="622252"/>
                  </a:lnTo>
                  <a:lnTo>
                    <a:pt x="49273" y="622252"/>
                  </a:lnTo>
                  <a:lnTo>
                    <a:pt x="51736" y="622252"/>
                  </a:lnTo>
                  <a:lnTo>
                    <a:pt x="54200" y="622252"/>
                  </a:lnTo>
                  <a:lnTo>
                    <a:pt x="56664" y="622252"/>
                  </a:lnTo>
                  <a:lnTo>
                    <a:pt x="59127" y="622252"/>
                  </a:lnTo>
                  <a:lnTo>
                    <a:pt x="61591" y="622252"/>
                  </a:lnTo>
                  <a:lnTo>
                    <a:pt x="64055" y="622252"/>
                  </a:lnTo>
                  <a:lnTo>
                    <a:pt x="66518" y="622252"/>
                  </a:lnTo>
                  <a:lnTo>
                    <a:pt x="68982" y="622252"/>
                  </a:lnTo>
                  <a:lnTo>
                    <a:pt x="71446" y="622252"/>
                  </a:lnTo>
                  <a:lnTo>
                    <a:pt x="73909" y="622252"/>
                  </a:lnTo>
                  <a:lnTo>
                    <a:pt x="76373" y="622252"/>
                  </a:lnTo>
                  <a:lnTo>
                    <a:pt x="78837" y="622252"/>
                  </a:lnTo>
                  <a:lnTo>
                    <a:pt x="81300" y="622252"/>
                  </a:lnTo>
                  <a:lnTo>
                    <a:pt x="83764" y="622252"/>
                  </a:lnTo>
                  <a:lnTo>
                    <a:pt x="86228" y="622252"/>
                  </a:lnTo>
                  <a:lnTo>
                    <a:pt x="88691" y="622252"/>
                  </a:lnTo>
                  <a:lnTo>
                    <a:pt x="91155" y="622252"/>
                  </a:lnTo>
                  <a:lnTo>
                    <a:pt x="93618" y="622252"/>
                  </a:lnTo>
                  <a:lnTo>
                    <a:pt x="96082" y="622252"/>
                  </a:lnTo>
                  <a:lnTo>
                    <a:pt x="98546" y="622252"/>
                  </a:lnTo>
                  <a:lnTo>
                    <a:pt x="101009" y="622252"/>
                  </a:lnTo>
                  <a:lnTo>
                    <a:pt x="103473" y="622252"/>
                  </a:lnTo>
                  <a:lnTo>
                    <a:pt x="105937" y="622252"/>
                  </a:lnTo>
                  <a:lnTo>
                    <a:pt x="108400" y="622252"/>
                  </a:lnTo>
                  <a:lnTo>
                    <a:pt x="110864" y="622252"/>
                  </a:lnTo>
                  <a:lnTo>
                    <a:pt x="113328" y="622252"/>
                  </a:lnTo>
                  <a:lnTo>
                    <a:pt x="115791" y="622252"/>
                  </a:lnTo>
                  <a:lnTo>
                    <a:pt x="118255" y="622252"/>
                  </a:lnTo>
                  <a:lnTo>
                    <a:pt x="120719" y="622252"/>
                  </a:lnTo>
                  <a:lnTo>
                    <a:pt x="123182" y="622252"/>
                  </a:lnTo>
                  <a:lnTo>
                    <a:pt x="125646" y="622252"/>
                  </a:lnTo>
                  <a:lnTo>
                    <a:pt x="128110" y="622252"/>
                  </a:lnTo>
                  <a:lnTo>
                    <a:pt x="130573" y="622252"/>
                  </a:lnTo>
                  <a:lnTo>
                    <a:pt x="133037" y="622252"/>
                  </a:lnTo>
                  <a:lnTo>
                    <a:pt x="135501" y="622252"/>
                  </a:lnTo>
                  <a:lnTo>
                    <a:pt x="137964" y="622252"/>
                  </a:lnTo>
                  <a:lnTo>
                    <a:pt x="140428" y="622252"/>
                  </a:lnTo>
                  <a:lnTo>
                    <a:pt x="142892" y="622252"/>
                  </a:lnTo>
                  <a:lnTo>
                    <a:pt x="145355" y="622252"/>
                  </a:lnTo>
                  <a:lnTo>
                    <a:pt x="147819" y="622252"/>
                  </a:lnTo>
                  <a:lnTo>
                    <a:pt x="150283" y="622252"/>
                  </a:lnTo>
                  <a:lnTo>
                    <a:pt x="152746" y="622252"/>
                  </a:lnTo>
                  <a:lnTo>
                    <a:pt x="155210" y="622252"/>
                  </a:lnTo>
                  <a:lnTo>
                    <a:pt x="157674" y="622252"/>
                  </a:lnTo>
                  <a:lnTo>
                    <a:pt x="160137" y="622252"/>
                  </a:lnTo>
                  <a:lnTo>
                    <a:pt x="162601" y="622252"/>
                  </a:lnTo>
                  <a:lnTo>
                    <a:pt x="165065" y="622252"/>
                  </a:lnTo>
                  <a:lnTo>
                    <a:pt x="167528" y="622252"/>
                  </a:lnTo>
                  <a:lnTo>
                    <a:pt x="169992" y="622252"/>
                  </a:lnTo>
                  <a:lnTo>
                    <a:pt x="172456" y="622252"/>
                  </a:lnTo>
                  <a:lnTo>
                    <a:pt x="174919" y="622252"/>
                  </a:lnTo>
                  <a:lnTo>
                    <a:pt x="177383" y="622252"/>
                  </a:lnTo>
                  <a:lnTo>
                    <a:pt x="179847" y="622252"/>
                  </a:lnTo>
                  <a:lnTo>
                    <a:pt x="182310" y="622252"/>
                  </a:lnTo>
                  <a:lnTo>
                    <a:pt x="184774" y="622252"/>
                  </a:lnTo>
                  <a:lnTo>
                    <a:pt x="187237" y="622252"/>
                  </a:lnTo>
                  <a:lnTo>
                    <a:pt x="189701" y="622252"/>
                  </a:lnTo>
                  <a:lnTo>
                    <a:pt x="192165" y="622252"/>
                  </a:lnTo>
                  <a:lnTo>
                    <a:pt x="194628" y="622252"/>
                  </a:lnTo>
                  <a:lnTo>
                    <a:pt x="197092" y="622252"/>
                  </a:lnTo>
                  <a:lnTo>
                    <a:pt x="199556" y="622252"/>
                  </a:lnTo>
                  <a:lnTo>
                    <a:pt x="202019" y="622252"/>
                  </a:lnTo>
                  <a:lnTo>
                    <a:pt x="204483" y="622252"/>
                  </a:lnTo>
                  <a:lnTo>
                    <a:pt x="206947" y="622252"/>
                  </a:lnTo>
                  <a:lnTo>
                    <a:pt x="209410" y="622252"/>
                  </a:lnTo>
                  <a:lnTo>
                    <a:pt x="211874" y="622252"/>
                  </a:lnTo>
                  <a:lnTo>
                    <a:pt x="214338" y="622252"/>
                  </a:lnTo>
                  <a:lnTo>
                    <a:pt x="216801" y="622252"/>
                  </a:lnTo>
                  <a:lnTo>
                    <a:pt x="219265" y="622252"/>
                  </a:lnTo>
                  <a:lnTo>
                    <a:pt x="221729" y="622252"/>
                  </a:lnTo>
                  <a:lnTo>
                    <a:pt x="224192" y="622252"/>
                  </a:lnTo>
                  <a:lnTo>
                    <a:pt x="226656" y="622252"/>
                  </a:lnTo>
                  <a:lnTo>
                    <a:pt x="229120" y="622252"/>
                  </a:lnTo>
                  <a:lnTo>
                    <a:pt x="231583" y="622252"/>
                  </a:lnTo>
                  <a:lnTo>
                    <a:pt x="234047" y="622252"/>
                  </a:lnTo>
                  <a:lnTo>
                    <a:pt x="236511" y="622252"/>
                  </a:lnTo>
                  <a:lnTo>
                    <a:pt x="238974" y="622252"/>
                  </a:lnTo>
                  <a:lnTo>
                    <a:pt x="241438" y="622252"/>
                  </a:lnTo>
                  <a:lnTo>
                    <a:pt x="243902" y="622252"/>
                  </a:lnTo>
                  <a:lnTo>
                    <a:pt x="246365" y="622252"/>
                  </a:lnTo>
                  <a:lnTo>
                    <a:pt x="248829" y="622252"/>
                  </a:lnTo>
                  <a:lnTo>
                    <a:pt x="251293" y="622252"/>
                  </a:lnTo>
                  <a:lnTo>
                    <a:pt x="253756" y="622252"/>
                  </a:lnTo>
                  <a:lnTo>
                    <a:pt x="256220" y="622252"/>
                  </a:lnTo>
                  <a:lnTo>
                    <a:pt x="258684" y="622252"/>
                  </a:lnTo>
                  <a:lnTo>
                    <a:pt x="261147" y="622252"/>
                  </a:lnTo>
                  <a:lnTo>
                    <a:pt x="263611" y="622252"/>
                  </a:lnTo>
                  <a:lnTo>
                    <a:pt x="266075" y="622252"/>
                  </a:lnTo>
                  <a:lnTo>
                    <a:pt x="268538" y="622252"/>
                  </a:lnTo>
                  <a:lnTo>
                    <a:pt x="271002" y="622252"/>
                  </a:lnTo>
                  <a:lnTo>
                    <a:pt x="273465" y="622252"/>
                  </a:lnTo>
                  <a:lnTo>
                    <a:pt x="275929" y="622252"/>
                  </a:lnTo>
                  <a:lnTo>
                    <a:pt x="278393" y="622252"/>
                  </a:lnTo>
                  <a:lnTo>
                    <a:pt x="280856" y="622252"/>
                  </a:lnTo>
                  <a:lnTo>
                    <a:pt x="283320" y="622252"/>
                  </a:lnTo>
                  <a:lnTo>
                    <a:pt x="285784" y="622252"/>
                  </a:lnTo>
                  <a:lnTo>
                    <a:pt x="288247" y="622252"/>
                  </a:lnTo>
                  <a:lnTo>
                    <a:pt x="290711" y="622252"/>
                  </a:lnTo>
                  <a:lnTo>
                    <a:pt x="293175" y="622252"/>
                  </a:lnTo>
                  <a:lnTo>
                    <a:pt x="295638" y="622252"/>
                  </a:lnTo>
                  <a:lnTo>
                    <a:pt x="298102" y="622252"/>
                  </a:lnTo>
                  <a:lnTo>
                    <a:pt x="300566" y="622252"/>
                  </a:lnTo>
                  <a:lnTo>
                    <a:pt x="303029" y="622252"/>
                  </a:lnTo>
                  <a:lnTo>
                    <a:pt x="305493" y="622252"/>
                  </a:lnTo>
                  <a:lnTo>
                    <a:pt x="307957" y="622252"/>
                  </a:lnTo>
                  <a:lnTo>
                    <a:pt x="310420" y="622252"/>
                  </a:lnTo>
                  <a:lnTo>
                    <a:pt x="312884" y="622252"/>
                  </a:lnTo>
                  <a:lnTo>
                    <a:pt x="315348" y="622252"/>
                  </a:lnTo>
                  <a:lnTo>
                    <a:pt x="317811" y="622252"/>
                  </a:lnTo>
                  <a:lnTo>
                    <a:pt x="320275" y="622252"/>
                  </a:lnTo>
                  <a:lnTo>
                    <a:pt x="322739" y="622252"/>
                  </a:lnTo>
                  <a:lnTo>
                    <a:pt x="325202" y="622252"/>
                  </a:lnTo>
                  <a:lnTo>
                    <a:pt x="327666" y="622252"/>
                  </a:lnTo>
                  <a:lnTo>
                    <a:pt x="330130" y="622252"/>
                  </a:lnTo>
                  <a:lnTo>
                    <a:pt x="332593" y="622252"/>
                  </a:lnTo>
                  <a:lnTo>
                    <a:pt x="335057" y="622252"/>
                  </a:lnTo>
                  <a:lnTo>
                    <a:pt x="337521" y="622252"/>
                  </a:lnTo>
                  <a:lnTo>
                    <a:pt x="339984" y="622252"/>
                  </a:lnTo>
                  <a:lnTo>
                    <a:pt x="342448" y="622252"/>
                  </a:lnTo>
                  <a:lnTo>
                    <a:pt x="344912" y="622252"/>
                  </a:lnTo>
                  <a:lnTo>
                    <a:pt x="347375" y="622252"/>
                  </a:lnTo>
                  <a:lnTo>
                    <a:pt x="349839" y="622252"/>
                  </a:lnTo>
                  <a:lnTo>
                    <a:pt x="352303" y="622252"/>
                  </a:lnTo>
                  <a:lnTo>
                    <a:pt x="354766" y="622252"/>
                  </a:lnTo>
                  <a:lnTo>
                    <a:pt x="357230" y="622252"/>
                  </a:lnTo>
                  <a:lnTo>
                    <a:pt x="359694" y="622252"/>
                  </a:lnTo>
                  <a:lnTo>
                    <a:pt x="362157" y="622252"/>
                  </a:lnTo>
                  <a:lnTo>
                    <a:pt x="364621" y="622252"/>
                  </a:lnTo>
                  <a:lnTo>
                    <a:pt x="367084" y="622252"/>
                  </a:lnTo>
                  <a:lnTo>
                    <a:pt x="369548" y="622252"/>
                  </a:lnTo>
                  <a:lnTo>
                    <a:pt x="372012" y="622252"/>
                  </a:lnTo>
                  <a:lnTo>
                    <a:pt x="374475" y="622252"/>
                  </a:lnTo>
                  <a:lnTo>
                    <a:pt x="376939" y="622252"/>
                  </a:lnTo>
                  <a:lnTo>
                    <a:pt x="379403" y="622252"/>
                  </a:lnTo>
                  <a:lnTo>
                    <a:pt x="381866" y="622252"/>
                  </a:lnTo>
                  <a:lnTo>
                    <a:pt x="384330" y="622252"/>
                  </a:lnTo>
                  <a:lnTo>
                    <a:pt x="386794" y="622252"/>
                  </a:lnTo>
                  <a:lnTo>
                    <a:pt x="389257" y="622252"/>
                  </a:lnTo>
                  <a:lnTo>
                    <a:pt x="391721" y="622252"/>
                  </a:lnTo>
                  <a:lnTo>
                    <a:pt x="394185" y="622252"/>
                  </a:lnTo>
                  <a:lnTo>
                    <a:pt x="396648" y="622252"/>
                  </a:lnTo>
                  <a:lnTo>
                    <a:pt x="399112" y="622252"/>
                  </a:lnTo>
                  <a:lnTo>
                    <a:pt x="401576" y="622252"/>
                  </a:lnTo>
                  <a:lnTo>
                    <a:pt x="404039" y="622252"/>
                  </a:lnTo>
                  <a:lnTo>
                    <a:pt x="406503" y="622252"/>
                  </a:lnTo>
                  <a:lnTo>
                    <a:pt x="408967" y="622252"/>
                  </a:lnTo>
                  <a:lnTo>
                    <a:pt x="411430" y="622252"/>
                  </a:lnTo>
                  <a:lnTo>
                    <a:pt x="413894" y="622252"/>
                  </a:lnTo>
                  <a:lnTo>
                    <a:pt x="416358" y="622252"/>
                  </a:lnTo>
                  <a:lnTo>
                    <a:pt x="418821" y="622252"/>
                  </a:lnTo>
                  <a:lnTo>
                    <a:pt x="421285" y="622252"/>
                  </a:lnTo>
                  <a:lnTo>
                    <a:pt x="423749" y="622252"/>
                  </a:lnTo>
                  <a:lnTo>
                    <a:pt x="426212" y="622252"/>
                  </a:lnTo>
                  <a:lnTo>
                    <a:pt x="428676" y="622252"/>
                  </a:lnTo>
                  <a:lnTo>
                    <a:pt x="431140" y="622252"/>
                  </a:lnTo>
                  <a:lnTo>
                    <a:pt x="433603" y="622252"/>
                  </a:lnTo>
                  <a:lnTo>
                    <a:pt x="436067" y="622252"/>
                  </a:lnTo>
                  <a:lnTo>
                    <a:pt x="438531" y="622252"/>
                  </a:lnTo>
                  <a:lnTo>
                    <a:pt x="440994" y="622252"/>
                  </a:lnTo>
                  <a:lnTo>
                    <a:pt x="443458" y="622252"/>
                  </a:lnTo>
                  <a:lnTo>
                    <a:pt x="445922" y="622252"/>
                  </a:lnTo>
                  <a:lnTo>
                    <a:pt x="448385" y="622252"/>
                  </a:lnTo>
                  <a:lnTo>
                    <a:pt x="450849" y="622252"/>
                  </a:lnTo>
                  <a:lnTo>
                    <a:pt x="453312" y="622252"/>
                  </a:lnTo>
                  <a:lnTo>
                    <a:pt x="455776" y="622252"/>
                  </a:lnTo>
                  <a:lnTo>
                    <a:pt x="458240" y="622252"/>
                  </a:lnTo>
                  <a:lnTo>
                    <a:pt x="460703" y="622252"/>
                  </a:lnTo>
                  <a:lnTo>
                    <a:pt x="463167" y="622252"/>
                  </a:lnTo>
                  <a:lnTo>
                    <a:pt x="465631" y="622252"/>
                  </a:lnTo>
                  <a:lnTo>
                    <a:pt x="468094" y="622252"/>
                  </a:lnTo>
                  <a:lnTo>
                    <a:pt x="470558" y="622252"/>
                  </a:lnTo>
                  <a:lnTo>
                    <a:pt x="473022" y="622251"/>
                  </a:lnTo>
                  <a:lnTo>
                    <a:pt x="475485" y="622251"/>
                  </a:lnTo>
                  <a:lnTo>
                    <a:pt x="477949" y="622250"/>
                  </a:lnTo>
                  <a:lnTo>
                    <a:pt x="480413" y="622249"/>
                  </a:lnTo>
                  <a:lnTo>
                    <a:pt x="482876" y="622248"/>
                  </a:lnTo>
                  <a:lnTo>
                    <a:pt x="485340" y="622246"/>
                  </a:lnTo>
                  <a:lnTo>
                    <a:pt x="487804" y="622244"/>
                  </a:lnTo>
                  <a:lnTo>
                    <a:pt x="490267" y="622241"/>
                  </a:lnTo>
                  <a:lnTo>
                    <a:pt x="492731" y="622236"/>
                  </a:lnTo>
                  <a:lnTo>
                    <a:pt x="495195" y="622230"/>
                  </a:lnTo>
                  <a:lnTo>
                    <a:pt x="497658" y="622222"/>
                  </a:lnTo>
                  <a:lnTo>
                    <a:pt x="500122" y="622211"/>
                  </a:lnTo>
                  <a:lnTo>
                    <a:pt x="502586" y="622197"/>
                  </a:lnTo>
                  <a:lnTo>
                    <a:pt x="505049" y="622178"/>
                  </a:lnTo>
                  <a:lnTo>
                    <a:pt x="507513" y="622154"/>
                  </a:lnTo>
                  <a:lnTo>
                    <a:pt x="509977" y="622125"/>
                  </a:lnTo>
                  <a:lnTo>
                    <a:pt x="512440" y="622089"/>
                  </a:lnTo>
                  <a:lnTo>
                    <a:pt x="514904" y="622044"/>
                  </a:lnTo>
                  <a:lnTo>
                    <a:pt x="517368" y="621990"/>
                  </a:lnTo>
                  <a:lnTo>
                    <a:pt x="519831" y="621923"/>
                  </a:lnTo>
                  <a:lnTo>
                    <a:pt x="522295" y="621844"/>
                  </a:lnTo>
                  <a:lnTo>
                    <a:pt x="524759" y="621751"/>
                  </a:lnTo>
                  <a:lnTo>
                    <a:pt x="527222" y="621644"/>
                  </a:lnTo>
                  <a:lnTo>
                    <a:pt x="529686" y="621522"/>
                  </a:lnTo>
                  <a:lnTo>
                    <a:pt x="532150" y="621384"/>
                  </a:lnTo>
                  <a:lnTo>
                    <a:pt x="534613" y="621229"/>
                  </a:lnTo>
                  <a:lnTo>
                    <a:pt x="537077" y="621056"/>
                  </a:lnTo>
                  <a:lnTo>
                    <a:pt x="539541" y="620866"/>
                  </a:lnTo>
                  <a:lnTo>
                    <a:pt x="542004" y="620660"/>
                  </a:lnTo>
                  <a:lnTo>
                    <a:pt x="544468" y="620439"/>
                  </a:lnTo>
                  <a:lnTo>
                    <a:pt x="546931" y="620204"/>
                  </a:lnTo>
                  <a:lnTo>
                    <a:pt x="549395" y="619956"/>
                  </a:lnTo>
                  <a:lnTo>
                    <a:pt x="551859" y="619696"/>
                  </a:lnTo>
                  <a:lnTo>
                    <a:pt x="554322" y="619426"/>
                  </a:lnTo>
                  <a:lnTo>
                    <a:pt x="556786" y="619143"/>
                  </a:lnTo>
                  <a:lnTo>
                    <a:pt x="559250" y="618849"/>
                  </a:lnTo>
                  <a:lnTo>
                    <a:pt x="561713" y="618545"/>
                  </a:lnTo>
                  <a:lnTo>
                    <a:pt x="564177" y="618228"/>
                  </a:lnTo>
                  <a:lnTo>
                    <a:pt x="566641" y="617896"/>
                  </a:lnTo>
                  <a:lnTo>
                    <a:pt x="569104" y="617546"/>
                  </a:lnTo>
                  <a:lnTo>
                    <a:pt x="571568" y="617175"/>
                  </a:lnTo>
                  <a:lnTo>
                    <a:pt x="574032" y="616777"/>
                  </a:lnTo>
                  <a:lnTo>
                    <a:pt x="576495" y="616342"/>
                  </a:lnTo>
                  <a:lnTo>
                    <a:pt x="578959" y="615867"/>
                  </a:lnTo>
                  <a:lnTo>
                    <a:pt x="581423" y="615348"/>
                  </a:lnTo>
                  <a:lnTo>
                    <a:pt x="583886" y="614776"/>
                  </a:lnTo>
                  <a:lnTo>
                    <a:pt x="586350" y="614147"/>
                  </a:lnTo>
                  <a:lnTo>
                    <a:pt x="588814" y="613456"/>
                  </a:lnTo>
                  <a:lnTo>
                    <a:pt x="591277" y="612696"/>
                  </a:lnTo>
                  <a:lnTo>
                    <a:pt x="593741" y="611856"/>
                  </a:lnTo>
                  <a:lnTo>
                    <a:pt x="596205" y="610936"/>
                  </a:lnTo>
                  <a:lnTo>
                    <a:pt x="598668" y="609941"/>
                  </a:lnTo>
                  <a:lnTo>
                    <a:pt x="601132" y="608870"/>
                  </a:lnTo>
                  <a:lnTo>
                    <a:pt x="603596" y="607727"/>
                  </a:lnTo>
                  <a:lnTo>
                    <a:pt x="606059" y="606514"/>
                  </a:lnTo>
                  <a:lnTo>
                    <a:pt x="608523" y="605237"/>
                  </a:lnTo>
                  <a:lnTo>
                    <a:pt x="610987" y="603901"/>
                  </a:lnTo>
                  <a:lnTo>
                    <a:pt x="613450" y="602508"/>
                  </a:lnTo>
                  <a:lnTo>
                    <a:pt x="615914" y="601076"/>
                  </a:lnTo>
                  <a:lnTo>
                    <a:pt x="618378" y="599613"/>
                  </a:lnTo>
                  <a:lnTo>
                    <a:pt x="620841" y="598129"/>
                  </a:lnTo>
                  <a:lnTo>
                    <a:pt x="623305" y="596633"/>
                  </a:lnTo>
                  <a:lnTo>
                    <a:pt x="625769" y="595131"/>
                  </a:lnTo>
                  <a:lnTo>
                    <a:pt x="628232" y="593632"/>
                  </a:lnTo>
                  <a:lnTo>
                    <a:pt x="630696" y="592143"/>
                  </a:lnTo>
                  <a:lnTo>
                    <a:pt x="633159" y="590670"/>
                  </a:lnTo>
                  <a:lnTo>
                    <a:pt x="635623" y="589214"/>
                  </a:lnTo>
                  <a:lnTo>
                    <a:pt x="638087" y="587775"/>
                  </a:lnTo>
                  <a:lnTo>
                    <a:pt x="640550" y="586354"/>
                  </a:lnTo>
                  <a:lnTo>
                    <a:pt x="643014" y="584948"/>
                  </a:lnTo>
                  <a:lnTo>
                    <a:pt x="645478" y="583554"/>
                  </a:lnTo>
                  <a:lnTo>
                    <a:pt x="647941" y="582168"/>
                  </a:lnTo>
                  <a:lnTo>
                    <a:pt x="650405" y="580786"/>
                  </a:lnTo>
                  <a:lnTo>
                    <a:pt x="652869" y="579400"/>
                  </a:lnTo>
                  <a:lnTo>
                    <a:pt x="655332" y="578006"/>
                  </a:lnTo>
                  <a:lnTo>
                    <a:pt x="657796" y="576600"/>
                  </a:lnTo>
                  <a:lnTo>
                    <a:pt x="660260" y="575180"/>
                  </a:lnTo>
                  <a:lnTo>
                    <a:pt x="662723" y="573743"/>
                  </a:lnTo>
                  <a:lnTo>
                    <a:pt x="665187" y="572287"/>
                  </a:lnTo>
                  <a:lnTo>
                    <a:pt x="667651" y="570812"/>
                  </a:lnTo>
                  <a:lnTo>
                    <a:pt x="670114" y="569318"/>
                  </a:lnTo>
                  <a:lnTo>
                    <a:pt x="672578" y="567811"/>
                  </a:lnTo>
                  <a:lnTo>
                    <a:pt x="675042" y="566294"/>
                  </a:lnTo>
                  <a:lnTo>
                    <a:pt x="677505" y="564773"/>
                  </a:lnTo>
                  <a:lnTo>
                    <a:pt x="679969" y="563251"/>
                  </a:lnTo>
                  <a:lnTo>
                    <a:pt x="682433" y="561735"/>
                  </a:lnTo>
                  <a:lnTo>
                    <a:pt x="684896" y="560231"/>
                  </a:lnTo>
                  <a:lnTo>
                    <a:pt x="687360" y="558750"/>
                  </a:lnTo>
                  <a:lnTo>
                    <a:pt x="689824" y="557300"/>
                  </a:lnTo>
                  <a:lnTo>
                    <a:pt x="692287" y="555888"/>
                  </a:lnTo>
                  <a:lnTo>
                    <a:pt x="694751" y="554523"/>
                  </a:lnTo>
                  <a:lnTo>
                    <a:pt x="697215" y="553212"/>
                  </a:lnTo>
                  <a:lnTo>
                    <a:pt x="699678" y="551964"/>
                  </a:lnTo>
                  <a:lnTo>
                    <a:pt x="702142" y="550787"/>
                  </a:lnTo>
                  <a:lnTo>
                    <a:pt x="704606" y="549691"/>
                  </a:lnTo>
                  <a:lnTo>
                    <a:pt x="707069" y="548699"/>
                  </a:lnTo>
                  <a:lnTo>
                    <a:pt x="709533" y="547803"/>
                  </a:lnTo>
                  <a:lnTo>
                    <a:pt x="711997" y="547008"/>
                  </a:lnTo>
                  <a:lnTo>
                    <a:pt x="714460" y="546317"/>
                  </a:lnTo>
                  <a:lnTo>
                    <a:pt x="716924" y="545731"/>
                  </a:lnTo>
                  <a:lnTo>
                    <a:pt x="719388" y="545250"/>
                  </a:lnTo>
                  <a:lnTo>
                    <a:pt x="721851" y="544870"/>
                  </a:lnTo>
                  <a:lnTo>
                    <a:pt x="724315" y="544594"/>
                  </a:lnTo>
                  <a:lnTo>
                    <a:pt x="726778" y="544415"/>
                  </a:lnTo>
                  <a:lnTo>
                    <a:pt x="729242" y="544312"/>
                  </a:lnTo>
                  <a:lnTo>
                    <a:pt x="731706" y="544275"/>
                  </a:lnTo>
                  <a:lnTo>
                    <a:pt x="734169" y="544293"/>
                  </a:lnTo>
                  <a:lnTo>
                    <a:pt x="736633" y="544352"/>
                  </a:lnTo>
                  <a:lnTo>
                    <a:pt x="739097" y="544440"/>
                  </a:lnTo>
                  <a:lnTo>
                    <a:pt x="741560" y="544544"/>
                  </a:lnTo>
                  <a:lnTo>
                    <a:pt x="744024" y="544649"/>
                  </a:lnTo>
                  <a:lnTo>
                    <a:pt x="746488" y="544741"/>
                  </a:lnTo>
                  <a:lnTo>
                    <a:pt x="748951" y="544809"/>
                  </a:lnTo>
                  <a:lnTo>
                    <a:pt x="751415" y="544844"/>
                  </a:lnTo>
                  <a:lnTo>
                    <a:pt x="753879" y="544836"/>
                  </a:lnTo>
                  <a:lnTo>
                    <a:pt x="756342" y="544776"/>
                  </a:lnTo>
                  <a:lnTo>
                    <a:pt x="758806" y="544656"/>
                  </a:lnTo>
                  <a:lnTo>
                    <a:pt x="761270" y="544466"/>
                  </a:lnTo>
                  <a:lnTo>
                    <a:pt x="763733" y="544185"/>
                  </a:lnTo>
                  <a:lnTo>
                    <a:pt x="766197" y="543815"/>
                  </a:lnTo>
                  <a:lnTo>
                    <a:pt x="768661" y="543345"/>
                  </a:lnTo>
                  <a:lnTo>
                    <a:pt x="771124" y="542764"/>
                  </a:lnTo>
                  <a:lnTo>
                    <a:pt x="773588" y="542060"/>
                  </a:lnTo>
                  <a:lnTo>
                    <a:pt x="776052" y="541220"/>
                  </a:lnTo>
                  <a:lnTo>
                    <a:pt x="778515" y="540231"/>
                  </a:lnTo>
                  <a:lnTo>
                    <a:pt x="780979" y="539058"/>
                  </a:lnTo>
                  <a:lnTo>
                    <a:pt x="783443" y="537689"/>
                  </a:lnTo>
                  <a:lnTo>
                    <a:pt x="785906" y="536122"/>
                  </a:lnTo>
                  <a:lnTo>
                    <a:pt x="788370" y="534344"/>
                  </a:lnTo>
                  <a:lnTo>
                    <a:pt x="790834" y="532345"/>
                  </a:lnTo>
                  <a:lnTo>
                    <a:pt x="793297" y="530116"/>
                  </a:lnTo>
                  <a:lnTo>
                    <a:pt x="795761" y="527651"/>
                  </a:lnTo>
                  <a:lnTo>
                    <a:pt x="798225" y="524947"/>
                  </a:lnTo>
                  <a:lnTo>
                    <a:pt x="800688" y="521962"/>
                  </a:lnTo>
                  <a:lnTo>
                    <a:pt x="803152" y="518740"/>
                  </a:lnTo>
                  <a:lnTo>
                    <a:pt x="805616" y="515286"/>
                  </a:lnTo>
                  <a:lnTo>
                    <a:pt x="808079" y="511607"/>
                  </a:lnTo>
                  <a:lnTo>
                    <a:pt x="810543" y="507707"/>
                  </a:lnTo>
                  <a:lnTo>
                    <a:pt x="813006" y="503591"/>
                  </a:lnTo>
                  <a:lnTo>
                    <a:pt x="815470" y="499259"/>
                  </a:lnTo>
                  <a:lnTo>
                    <a:pt x="817934" y="494694"/>
                  </a:lnTo>
                  <a:lnTo>
                    <a:pt x="820397" y="489876"/>
                  </a:lnTo>
                  <a:lnTo>
                    <a:pt x="822861" y="484808"/>
                  </a:lnTo>
                  <a:lnTo>
                    <a:pt x="825325" y="479468"/>
                  </a:lnTo>
                  <a:lnTo>
                    <a:pt x="827788" y="473820"/>
                  </a:lnTo>
                  <a:lnTo>
                    <a:pt x="830252" y="467826"/>
                  </a:lnTo>
                  <a:lnTo>
                    <a:pt x="832716" y="461437"/>
                  </a:lnTo>
                  <a:lnTo>
                    <a:pt x="835179" y="454599"/>
                  </a:lnTo>
                  <a:lnTo>
                    <a:pt x="837643" y="447171"/>
                  </a:lnTo>
                  <a:lnTo>
                    <a:pt x="840107" y="439118"/>
                  </a:lnTo>
                  <a:lnTo>
                    <a:pt x="842570" y="430392"/>
                  </a:lnTo>
                  <a:lnTo>
                    <a:pt x="845034" y="420926"/>
                  </a:lnTo>
                  <a:lnTo>
                    <a:pt x="847498" y="410656"/>
                  </a:lnTo>
                  <a:lnTo>
                    <a:pt x="849961" y="399518"/>
                  </a:lnTo>
                  <a:lnTo>
                    <a:pt x="852425" y="387461"/>
                  </a:lnTo>
                  <a:lnTo>
                    <a:pt x="854889" y="374410"/>
                  </a:lnTo>
                  <a:lnTo>
                    <a:pt x="857352" y="360202"/>
                  </a:lnTo>
                  <a:lnTo>
                    <a:pt x="859816" y="344974"/>
                  </a:lnTo>
                  <a:lnTo>
                    <a:pt x="862280" y="328733"/>
                  </a:lnTo>
                  <a:lnTo>
                    <a:pt x="864743" y="311506"/>
                  </a:lnTo>
                  <a:lnTo>
                    <a:pt x="867207" y="293338"/>
                  </a:lnTo>
                  <a:lnTo>
                    <a:pt x="869671" y="274299"/>
                  </a:lnTo>
                  <a:lnTo>
                    <a:pt x="872134" y="254476"/>
                  </a:lnTo>
                  <a:lnTo>
                    <a:pt x="874598" y="233939"/>
                  </a:lnTo>
                  <a:lnTo>
                    <a:pt x="877062" y="212887"/>
                  </a:lnTo>
                  <a:lnTo>
                    <a:pt x="879525" y="191553"/>
                  </a:lnTo>
                  <a:lnTo>
                    <a:pt x="881989" y="170135"/>
                  </a:lnTo>
                  <a:lnTo>
                    <a:pt x="884453" y="148850"/>
                  </a:lnTo>
                  <a:lnTo>
                    <a:pt x="886916" y="127934"/>
                  </a:lnTo>
                  <a:lnTo>
                    <a:pt x="889380" y="107633"/>
                  </a:lnTo>
                  <a:lnTo>
                    <a:pt x="891844" y="88207"/>
                  </a:lnTo>
                  <a:lnTo>
                    <a:pt x="894307" y="70171"/>
                  </a:lnTo>
                  <a:lnTo>
                    <a:pt x="896771" y="53674"/>
                  </a:lnTo>
                  <a:lnTo>
                    <a:pt x="899235" y="38955"/>
                  </a:lnTo>
                  <a:lnTo>
                    <a:pt x="901698" y="26258"/>
                  </a:lnTo>
                  <a:lnTo>
                    <a:pt x="904162" y="15809"/>
                  </a:lnTo>
                  <a:lnTo>
                    <a:pt x="906625" y="7811"/>
                  </a:lnTo>
                  <a:lnTo>
                    <a:pt x="909089" y="2439"/>
                  </a:lnTo>
                  <a:lnTo>
                    <a:pt x="911553" y="0"/>
                  </a:lnTo>
                  <a:lnTo>
                    <a:pt x="914016" y="812"/>
                  </a:lnTo>
                  <a:lnTo>
                    <a:pt x="916480" y="4573"/>
                  </a:lnTo>
                  <a:lnTo>
                    <a:pt x="918944" y="11280"/>
                  </a:lnTo>
                  <a:lnTo>
                    <a:pt x="921407" y="20889"/>
                  </a:lnTo>
                  <a:lnTo>
                    <a:pt x="923871" y="33316"/>
                  </a:lnTo>
                  <a:lnTo>
                    <a:pt x="926335" y="48434"/>
                  </a:lnTo>
                  <a:lnTo>
                    <a:pt x="928798" y="66082"/>
                  </a:lnTo>
                  <a:lnTo>
                    <a:pt x="931262" y="86310"/>
                  </a:lnTo>
                  <a:lnTo>
                    <a:pt x="933726" y="108648"/>
                  </a:lnTo>
                  <a:lnTo>
                    <a:pt x="936189" y="132700"/>
                  </a:lnTo>
                  <a:lnTo>
                    <a:pt x="938653" y="158176"/>
                  </a:lnTo>
                  <a:lnTo>
                    <a:pt x="941117" y="184776"/>
                  </a:lnTo>
                  <a:lnTo>
                    <a:pt x="943580" y="212196"/>
                  </a:lnTo>
                  <a:lnTo>
                    <a:pt x="946044" y="240127"/>
                  </a:lnTo>
                  <a:lnTo>
                    <a:pt x="948508" y="268265"/>
                  </a:lnTo>
                  <a:lnTo>
                    <a:pt x="950971" y="296233"/>
                  </a:lnTo>
                  <a:lnTo>
                    <a:pt x="953435" y="323733"/>
                  </a:lnTo>
                  <a:lnTo>
                    <a:pt x="955899" y="350524"/>
                  </a:lnTo>
                  <a:lnTo>
                    <a:pt x="958362" y="376391"/>
                  </a:lnTo>
                  <a:lnTo>
                    <a:pt x="960826" y="401145"/>
                  </a:lnTo>
                  <a:lnTo>
                    <a:pt x="963290" y="424626"/>
                  </a:lnTo>
                  <a:lnTo>
                    <a:pt x="965753" y="446702"/>
                  </a:lnTo>
                  <a:lnTo>
                    <a:pt x="968217" y="467139"/>
                  </a:lnTo>
                  <a:lnTo>
                    <a:pt x="970681" y="485840"/>
                  </a:lnTo>
                  <a:lnTo>
                    <a:pt x="973144" y="502926"/>
                  </a:lnTo>
                  <a:lnTo>
                    <a:pt x="975608" y="518399"/>
                  </a:lnTo>
                  <a:lnTo>
                    <a:pt x="978072" y="532282"/>
                  </a:lnTo>
                  <a:lnTo>
                    <a:pt x="980535" y="544620"/>
                  </a:lnTo>
                  <a:lnTo>
                    <a:pt x="982999" y="555472"/>
                  </a:lnTo>
                  <a:lnTo>
                    <a:pt x="985463" y="564913"/>
                  </a:lnTo>
                  <a:lnTo>
                    <a:pt x="987926" y="572845"/>
                  </a:lnTo>
                  <a:lnTo>
                    <a:pt x="990390" y="579556"/>
                  </a:lnTo>
                  <a:lnTo>
                    <a:pt x="992853" y="585178"/>
                  </a:lnTo>
                  <a:lnTo>
                    <a:pt x="995317" y="589813"/>
                  </a:lnTo>
                  <a:lnTo>
                    <a:pt x="997781" y="593561"/>
                  </a:lnTo>
                  <a:lnTo>
                    <a:pt x="1000244" y="596519"/>
                  </a:lnTo>
                  <a:lnTo>
                    <a:pt x="1002708" y="598782"/>
                  </a:lnTo>
                  <a:lnTo>
                    <a:pt x="1005172" y="600417"/>
                  </a:lnTo>
                  <a:lnTo>
                    <a:pt x="1007635" y="601482"/>
                  </a:lnTo>
                  <a:lnTo>
                    <a:pt x="1010099" y="602132"/>
                  </a:lnTo>
                  <a:lnTo>
                    <a:pt x="1012563" y="602434"/>
                  </a:lnTo>
                  <a:lnTo>
                    <a:pt x="1015026" y="602449"/>
                  </a:lnTo>
                  <a:lnTo>
                    <a:pt x="1017490" y="602233"/>
                  </a:lnTo>
                  <a:lnTo>
                    <a:pt x="1019954" y="601837"/>
                  </a:lnTo>
                  <a:lnTo>
                    <a:pt x="1022417" y="601305"/>
                  </a:lnTo>
                  <a:lnTo>
                    <a:pt x="1024881" y="600673"/>
                  </a:lnTo>
                  <a:lnTo>
                    <a:pt x="1027345" y="599989"/>
                  </a:lnTo>
                  <a:lnTo>
                    <a:pt x="1029808" y="599287"/>
                  </a:lnTo>
                  <a:lnTo>
                    <a:pt x="1032272" y="598590"/>
                  </a:lnTo>
                  <a:lnTo>
                    <a:pt x="1034736" y="597918"/>
                  </a:lnTo>
                  <a:lnTo>
                    <a:pt x="1037199" y="597288"/>
                  </a:lnTo>
                  <a:lnTo>
                    <a:pt x="1039663" y="596712"/>
                  </a:lnTo>
                  <a:lnTo>
                    <a:pt x="1042127" y="596200"/>
                  </a:lnTo>
                  <a:lnTo>
                    <a:pt x="1044590" y="595768"/>
                  </a:lnTo>
                  <a:lnTo>
                    <a:pt x="1047054" y="595407"/>
                  </a:lnTo>
                  <a:lnTo>
                    <a:pt x="1049518" y="595113"/>
                  </a:lnTo>
                  <a:lnTo>
                    <a:pt x="1051981" y="594882"/>
                  </a:lnTo>
                  <a:lnTo>
                    <a:pt x="1054445" y="594708"/>
                  </a:lnTo>
                  <a:lnTo>
                    <a:pt x="1056909" y="594582"/>
                  </a:lnTo>
                  <a:lnTo>
                    <a:pt x="1059372" y="594496"/>
                  </a:lnTo>
                  <a:lnTo>
                    <a:pt x="1061836" y="594439"/>
                  </a:lnTo>
                  <a:lnTo>
                    <a:pt x="1064300" y="594400"/>
                  </a:lnTo>
                  <a:lnTo>
                    <a:pt x="1066763" y="594364"/>
                  </a:lnTo>
                  <a:lnTo>
                    <a:pt x="1069227" y="594322"/>
                  </a:lnTo>
                  <a:lnTo>
                    <a:pt x="1071691" y="594262"/>
                  </a:lnTo>
                  <a:lnTo>
                    <a:pt x="1074154" y="594177"/>
                  </a:lnTo>
                  <a:lnTo>
                    <a:pt x="1076618" y="594057"/>
                  </a:lnTo>
                  <a:lnTo>
                    <a:pt x="1079082" y="593892"/>
                  </a:lnTo>
                  <a:lnTo>
                    <a:pt x="1081545" y="593665"/>
                  </a:lnTo>
                  <a:lnTo>
                    <a:pt x="1084009" y="593371"/>
                  </a:lnTo>
                  <a:lnTo>
                    <a:pt x="1086472" y="593002"/>
                  </a:lnTo>
                  <a:lnTo>
                    <a:pt x="1088936" y="592550"/>
                  </a:lnTo>
                  <a:lnTo>
                    <a:pt x="1091400" y="592003"/>
                  </a:lnTo>
                  <a:lnTo>
                    <a:pt x="1093863" y="591352"/>
                  </a:lnTo>
                  <a:lnTo>
                    <a:pt x="1096327" y="590586"/>
                  </a:lnTo>
                  <a:lnTo>
                    <a:pt x="1098791" y="589690"/>
                  </a:lnTo>
                  <a:lnTo>
                    <a:pt x="1101254" y="588636"/>
                  </a:lnTo>
                  <a:lnTo>
                    <a:pt x="1103718" y="587430"/>
                  </a:lnTo>
                  <a:lnTo>
                    <a:pt x="1106182" y="586065"/>
                  </a:lnTo>
                  <a:lnTo>
                    <a:pt x="1108645" y="584533"/>
                  </a:lnTo>
                  <a:lnTo>
                    <a:pt x="1111109" y="582829"/>
                  </a:lnTo>
                  <a:lnTo>
                    <a:pt x="1113573" y="580950"/>
                  </a:lnTo>
                  <a:lnTo>
                    <a:pt x="1116036" y="578894"/>
                  </a:lnTo>
                  <a:lnTo>
                    <a:pt x="1118500" y="576648"/>
                  </a:lnTo>
                  <a:lnTo>
                    <a:pt x="1120964" y="574224"/>
                  </a:lnTo>
                  <a:lnTo>
                    <a:pt x="1123427" y="571646"/>
                  </a:lnTo>
                  <a:lnTo>
                    <a:pt x="1125891" y="568931"/>
                  </a:lnTo>
                  <a:lnTo>
                    <a:pt x="1128355" y="566094"/>
                  </a:lnTo>
                  <a:lnTo>
                    <a:pt x="1130818" y="563158"/>
                  </a:lnTo>
                  <a:lnTo>
                    <a:pt x="1133282" y="560144"/>
                  </a:lnTo>
                  <a:lnTo>
                    <a:pt x="1135746" y="557080"/>
                  </a:lnTo>
                  <a:lnTo>
                    <a:pt x="1138209" y="553996"/>
                  </a:lnTo>
                  <a:lnTo>
                    <a:pt x="1140673" y="550930"/>
                  </a:lnTo>
                  <a:lnTo>
                    <a:pt x="1143137" y="547914"/>
                  </a:lnTo>
                  <a:lnTo>
                    <a:pt x="1145600" y="544977"/>
                  </a:lnTo>
                  <a:lnTo>
                    <a:pt x="1148064" y="542150"/>
                  </a:lnTo>
                  <a:lnTo>
                    <a:pt x="1150528" y="539461"/>
                  </a:lnTo>
                  <a:lnTo>
                    <a:pt x="1152991" y="536938"/>
                  </a:lnTo>
                  <a:lnTo>
                    <a:pt x="1155455" y="534621"/>
                  </a:lnTo>
                  <a:lnTo>
                    <a:pt x="1157919" y="532553"/>
                  </a:lnTo>
                  <a:lnTo>
                    <a:pt x="1160382" y="530731"/>
                  </a:lnTo>
                  <a:lnTo>
                    <a:pt x="1162846" y="529173"/>
                  </a:lnTo>
                  <a:lnTo>
                    <a:pt x="1165310" y="527894"/>
                  </a:lnTo>
                  <a:lnTo>
                    <a:pt x="1167773" y="526908"/>
                  </a:lnTo>
                  <a:lnTo>
                    <a:pt x="1170237" y="526224"/>
                  </a:lnTo>
                  <a:lnTo>
                    <a:pt x="1172701" y="525851"/>
                  </a:lnTo>
                  <a:lnTo>
                    <a:pt x="1175164" y="525836"/>
                  </a:lnTo>
                  <a:lnTo>
                    <a:pt x="1177628" y="526156"/>
                  </a:lnTo>
                  <a:lnTo>
                    <a:pt x="1180091" y="526796"/>
                  </a:lnTo>
                  <a:lnTo>
                    <a:pt x="1182555" y="527752"/>
                  </a:lnTo>
                  <a:lnTo>
                    <a:pt x="1185019" y="529020"/>
                  </a:lnTo>
                  <a:lnTo>
                    <a:pt x="1187482" y="530594"/>
                  </a:lnTo>
                  <a:lnTo>
                    <a:pt x="1189946" y="532465"/>
                  </a:lnTo>
                  <a:lnTo>
                    <a:pt x="1192410" y="534628"/>
                  </a:lnTo>
                  <a:lnTo>
                    <a:pt x="1194873" y="537102"/>
                  </a:lnTo>
                  <a:lnTo>
                    <a:pt x="1197337" y="539826"/>
                  </a:lnTo>
                  <a:lnTo>
                    <a:pt x="1199801" y="542779"/>
                  </a:lnTo>
                  <a:lnTo>
                    <a:pt x="1202264" y="545940"/>
                  </a:lnTo>
                  <a:lnTo>
                    <a:pt x="1204728" y="549286"/>
                  </a:lnTo>
                  <a:lnTo>
                    <a:pt x="1207192" y="552789"/>
                  </a:lnTo>
                  <a:lnTo>
                    <a:pt x="1209655" y="556423"/>
                  </a:lnTo>
                  <a:lnTo>
                    <a:pt x="1212119" y="560163"/>
                  </a:lnTo>
                  <a:lnTo>
                    <a:pt x="1214583" y="563968"/>
                  </a:lnTo>
                  <a:lnTo>
                    <a:pt x="1217046" y="567798"/>
                  </a:lnTo>
                  <a:lnTo>
                    <a:pt x="1219510" y="571621"/>
                  </a:lnTo>
                  <a:lnTo>
                    <a:pt x="1221974" y="575406"/>
                  </a:lnTo>
                  <a:lnTo>
                    <a:pt x="1224437" y="579126"/>
                  </a:lnTo>
                  <a:lnTo>
                    <a:pt x="1226901" y="582752"/>
                  </a:lnTo>
                  <a:lnTo>
                    <a:pt x="1229365" y="586260"/>
                  </a:lnTo>
                  <a:lnTo>
                    <a:pt x="1231828" y="589600"/>
                  </a:lnTo>
                  <a:lnTo>
                    <a:pt x="1234292" y="592772"/>
                  </a:lnTo>
                  <a:lnTo>
                    <a:pt x="1236756" y="595765"/>
                  </a:lnTo>
                  <a:lnTo>
                    <a:pt x="1239219" y="598569"/>
                  </a:lnTo>
                  <a:lnTo>
                    <a:pt x="1241683" y="601179"/>
                  </a:lnTo>
                  <a:lnTo>
                    <a:pt x="1244147" y="603590"/>
                  </a:lnTo>
                  <a:lnTo>
                    <a:pt x="1246610" y="605803"/>
                  </a:lnTo>
                  <a:lnTo>
                    <a:pt x="1249074" y="607813"/>
                  </a:lnTo>
                  <a:lnTo>
                    <a:pt x="1251538" y="609610"/>
                  </a:lnTo>
                  <a:lnTo>
                    <a:pt x="1254001" y="611230"/>
                  </a:lnTo>
                  <a:lnTo>
                    <a:pt x="1256465" y="612681"/>
                  </a:lnTo>
                  <a:lnTo>
                    <a:pt x="1258929" y="613976"/>
                  </a:lnTo>
                  <a:lnTo>
                    <a:pt x="1258929" y="622252"/>
                  </a:lnTo>
                  <a:lnTo>
                    <a:pt x="1256465" y="622252"/>
                  </a:lnTo>
                  <a:lnTo>
                    <a:pt x="1254001" y="622252"/>
                  </a:lnTo>
                  <a:lnTo>
                    <a:pt x="1251538" y="622252"/>
                  </a:lnTo>
                  <a:lnTo>
                    <a:pt x="1249074" y="622252"/>
                  </a:lnTo>
                  <a:lnTo>
                    <a:pt x="1246610" y="622252"/>
                  </a:lnTo>
                  <a:lnTo>
                    <a:pt x="1244147" y="622252"/>
                  </a:lnTo>
                  <a:lnTo>
                    <a:pt x="1241683" y="622252"/>
                  </a:lnTo>
                  <a:lnTo>
                    <a:pt x="1239219" y="622252"/>
                  </a:lnTo>
                  <a:lnTo>
                    <a:pt x="1236756" y="622252"/>
                  </a:lnTo>
                  <a:lnTo>
                    <a:pt x="1234292" y="622252"/>
                  </a:lnTo>
                  <a:lnTo>
                    <a:pt x="1231828" y="622252"/>
                  </a:lnTo>
                  <a:lnTo>
                    <a:pt x="1229365" y="622252"/>
                  </a:lnTo>
                  <a:lnTo>
                    <a:pt x="1226901" y="622252"/>
                  </a:lnTo>
                  <a:lnTo>
                    <a:pt x="1224437" y="622252"/>
                  </a:lnTo>
                  <a:lnTo>
                    <a:pt x="1221974" y="622252"/>
                  </a:lnTo>
                  <a:lnTo>
                    <a:pt x="1219510" y="622252"/>
                  </a:lnTo>
                  <a:lnTo>
                    <a:pt x="1217046" y="622252"/>
                  </a:lnTo>
                  <a:lnTo>
                    <a:pt x="1214583" y="622252"/>
                  </a:lnTo>
                  <a:lnTo>
                    <a:pt x="1212119" y="622252"/>
                  </a:lnTo>
                  <a:lnTo>
                    <a:pt x="1209655" y="622252"/>
                  </a:lnTo>
                  <a:lnTo>
                    <a:pt x="1207192" y="622252"/>
                  </a:lnTo>
                  <a:lnTo>
                    <a:pt x="1204728" y="622252"/>
                  </a:lnTo>
                  <a:lnTo>
                    <a:pt x="1202264" y="622252"/>
                  </a:lnTo>
                  <a:lnTo>
                    <a:pt x="1199801" y="622252"/>
                  </a:lnTo>
                  <a:lnTo>
                    <a:pt x="1197337" y="622252"/>
                  </a:lnTo>
                  <a:lnTo>
                    <a:pt x="1194873" y="622252"/>
                  </a:lnTo>
                  <a:lnTo>
                    <a:pt x="1192410" y="622252"/>
                  </a:lnTo>
                  <a:lnTo>
                    <a:pt x="1189946" y="622252"/>
                  </a:lnTo>
                  <a:lnTo>
                    <a:pt x="1187482" y="622252"/>
                  </a:lnTo>
                  <a:lnTo>
                    <a:pt x="1185019" y="622252"/>
                  </a:lnTo>
                  <a:lnTo>
                    <a:pt x="1182555" y="622252"/>
                  </a:lnTo>
                  <a:lnTo>
                    <a:pt x="1180091" y="622252"/>
                  </a:lnTo>
                  <a:lnTo>
                    <a:pt x="1177628" y="622252"/>
                  </a:lnTo>
                  <a:lnTo>
                    <a:pt x="1175164" y="622252"/>
                  </a:lnTo>
                  <a:lnTo>
                    <a:pt x="1172701" y="622252"/>
                  </a:lnTo>
                  <a:lnTo>
                    <a:pt x="1170237" y="622252"/>
                  </a:lnTo>
                  <a:lnTo>
                    <a:pt x="1167773" y="622252"/>
                  </a:lnTo>
                  <a:lnTo>
                    <a:pt x="1165310" y="622252"/>
                  </a:lnTo>
                  <a:lnTo>
                    <a:pt x="1162846" y="622252"/>
                  </a:lnTo>
                  <a:lnTo>
                    <a:pt x="1160382" y="622252"/>
                  </a:lnTo>
                  <a:lnTo>
                    <a:pt x="1157919" y="622252"/>
                  </a:lnTo>
                  <a:lnTo>
                    <a:pt x="1155455" y="622252"/>
                  </a:lnTo>
                  <a:lnTo>
                    <a:pt x="1152991" y="622252"/>
                  </a:lnTo>
                  <a:lnTo>
                    <a:pt x="1150528" y="622252"/>
                  </a:lnTo>
                  <a:lnTo>
                    <a:pt x="1148064" y="622252"/>
                  </a:lnTo>
                  <a:lnTo>
                    <a:pt x="1145600" y="622252"/>
                  </a:lnTo>
                  <a:lnTo>
                    <a:pt x="1143137" y="622252"/>
                  </a:lnTo>
                  <a:lnTo>
                    <a:pt x="1140673" y="622252"/>
                  </a:lnTo>
                  <a:lnTo>
                    <a:pt x="1138209" y="622252"/>
                  </a:lnTo>
                  <a:lnTo>
                    <a:pt x="1135746" y="622252"/>
                  </a:lnTo>
                  <a:lnTo>
                    <a:pt x="1133282" y="622252"/>
                  </a:lnTo>
                  <a:lnTo>
                    <a:pt x="1130818" y="622252"/>
                  </a:lnTo>
                  <a:lnTo>
                    <a:pt x="1128355" y="622252"/>
                  </a:lnTo>
                  <a:lnTo>
                    <a:pt x="1125891" y="622252"/>
                  </a:lnTo>
                  <a:lnTo>
                    <a:pt x="1123427" y="622252"/>
                  </a:lnTo>
                  <a:lnTo>
                    <a:pt x="1120964" y="622252"/>
                  </a:lnTo>
                  <a:lnTo>
                    <a:pt x="1118500" y="622252"/>
                  </a:lnTo>
                  <a:lnTo>
                    <a:pt x="1116036" y="622252"/>
                  </a:lnTo>
                  <a:lnTo>
                    <a:pt x="1113573" y="622252"/>
                  </a:lnTo>
                  <a:lnTo>
                    <a:pt x="1111109" y="622252"/>
                  </a:lnTo>
                  <a:lnTo>
                    <a:pt x="1108645" y="622252"/>
                  </a:lnTo>
                  <a:lnTo>
                    <a:pt x="1106182" y="622252"/>
                  </a:lnTo>
                  <a:lnTo>
                    <a:pt x="1103718" y="622252"/>
                  </a:lnTo>
                  <a:lnTo>
                    <a:pt x="1101254" y="622252"/>
                  </a:lnTo>
                  <a:lnTo>
                    <a:pt x="1098791" y="622252"/>
                  </a:lnTo>
                  <a:lnTo>
                    <a:pt x="1096327" y="622252"/>
                  </a:lnTo>
                  <a:lnTo>
                    <a:pt x="1093863" y="622252"/>
                  </a:lnTo>
                  <a:lnTo>
                    <a:pt x="1091400" y="622252"/>
                  </a:lnTo>
                  <a:lnTo>
                    <a:pt x="1088936" y="622252"/>
                  </a:lnTo>
                  <a:lnTo>
                    <a:pt x="1086472" y="622252"/>
                  </a:lnTo>
                  <a:lnTo>
                    <a:pt x="1084009" y="622252"/>
                  </a:lnTo>
                  <a:lnTo>
                    <a:pt x="1081545" y="622252"/>
                  </a:lnTo>
                  <a:lnTo>
                    <a:pt x="1079082" y="622252"/>
                  </a:lnTo>
                  <a:lnTo>
                    <a:pt x="1076618" y="622252"/>
                  </a:lnTo>
                  <a:lnTo>
                    <a:pt x="1074154" y="622252"/>
                  </a:lnTo>
                  <a:lnTo>
                    <a:pt x="1071691" y="622252"/>
                  </a:lnTo>
                  <a:lnTo>
                    <a:pt x="1069227" y="622252"/>
                  </a:lnTo>
                  <a:lnTo>
                    <a:pt x="1066763" y="622252"/>
                  </a:lnTo>
                  <a:lnTo>
                    <a:pt x="1064300" y="622252"/>
                  </a:lnTo>
                  <a:lnTo>
                    <a:pt x="1061836" y="622252"/>
                  </a:lnTo>
                  <a:lnTo>
                    <a:pt x="1059372" y="622252"/>
                  </a:lnTo>
                  <a:lnTo>
                    <a:pt x="1056909" y="622252"/>
                  </a:lnTo>
                  <a:lnTo>
                    <a:pt x="1054445" y="622252"/>
                  </a:lnTo>
                  <a:lnTo>
                    <a:pt x="1051981" y="622252"/>
                  </a:lnTo>
                  <a:lnTo>
                    <a:pt x="1049518" y="622252"/>
                  </a:lnTo>
                  <a:lnTo>
                    <a:pt x="1047054" y="622252"/>
                  </a:lnTo>
                  <a:lnTo>
                    <a:pt x="1044590" y="622252"/>
                  </a:lnTo>
                  <a:lnTo>
                    <a:pt x="1042127" y="622252"/>
                  </a:lnTo>
                  <a:lnTo>
                    <a:pt x="1039663" y="622252"/>
                  </a:lnTo>
                  <a:lnTo>
                    <a:pt x="1037199" y="622252"/>
                  </a:lnTo>
                  <a:lnTo>
                    <a:pt x="1034736" y="622252"/>
                  </a:lnTo>
                  <a:lnTo>
                    <a:pt x="1032272" y="622252"/>
                  </a:lnTo>
                  <a:lnTo>
                    <a:pt x="1029808" y="622252"/>
                  </a:lnTo>
                  <a:lnTo>
                    <a:pt x="1027345" y="622252"/>
                  </a:lnTo>
                  <a:lnTo>
                    <a:pt x="1024881" y="622252"/>
                  </a:lnTo>
                  <a:lnTo>
                    <a:pt x="1022417" y="622252"/>
                  </a:lnTo>
                  <a:lnTo>
                    <a:pt x="1019954" y="622252"/>
                  </a:lnTo>
                  <a:lnTo>
                    <a:pt x="1017490" y="622252"/>
                  </a:lnTo>
                  <a:lnTo>
                    <a:pt x="1015026" y="622252"/>
                  </a:lnTo>
                  <a:lnTo>
                    <a:pt x="1012563" y="622252"/>
                  </a:lnTo>
                  <a:lnTo>
                    <a:pt x="1010099" y="622252"/>
                  </a:lnTo>
                  <a:lnTo>
                    <a:pt x="1007635" y="622252"/>
                  </a:lnTo>
                  <a:lnTo>
                    <a:pt x="1005172" y="622252"/>
                  </a:lnTo>
                  <a:lnTo>
                    <a:pt x="1002708" y="622252"/>
                  </a:lnTo>
                  <a:lnTo>
                    <a:pt x="1000244" y="622252"/>
                  </a:lnTo>
                  <a:lnTo>
                    <a:pt x="997781" y="622252"/>
                  </a:lnTo>
                  <a:lnTo>
                    <a:pt x="995317" y="622252"/>
                  </a:lnTo>
                  <a:lnTo>
                    <a:pt x="992853" y="622252"/>
                  </a:lnTo>
                  <a:lnTo>
                    <a:pt x="990390" y="622252"/>
                  </a:lnTo>
                  <a:lnTo>
                    <a:pt x="987926" y="622252"/>
                  </a:lnTo>
                  <a:lnTo>
                    <a:pt x="985463" y="622252"/>
                  </a:lnTo>
                  <a:lnTo>
                    <a:pt x="982999" y="622252"/>
                  </a:lnTo>
                  <a:lnTo>
                    <a:pt x="980535" y="622252"/>
                  </a:lnTo>
                  <a:lnTo>
                    <a:pt x="978072" y="622252"/>
                  </a:lnTo>
                  <a:lnTo>
                    <a:pt x="975608" y="622252"/>
                  </a:lnTo>
                  <a:lnTo>
                    <a:pt x="973144" y="622252"/>
                  </a:lnTo>
                  <a:lnTo>
                    <a:pt x="970681" y="622252"/>
                  </a:lnTo>
                  <a:lnTo>
                    <a:pt x="968217" y="622252"/>
                  </a:lnTo>
                  <a:lnTo>
                    <a:pt x="965753" y="622252"/>
                  </a:lnTo>
                  <a:lnTo>
                    <a:pt x="963290" y="622252"/>
                  </a:lnTo>
                  <a:lnTo>
                    <a:pt x="960826" y="622252"/>
                  </a:lnTo>
                  <a:lnTo>
                    <a:pt x="958362" y="622252"/>
                  </a:lnTo>
                  <a:lnTo>
                    <a:pt x="955899" y="622252"/>
                  </a:lnTo>
                  <a:lnTo>
                    <a:pt x="953435" y="622252"/>
                  </a:lnTo>
                  <a:lnTo>
                    <a:pt x="950971" y="622252"/>
                  </a:lnTo>
                  <a:lnTo>
                    <a:pt x="948508" y="622252"/>
                  </a:lnTo>
                  <a:lnTo>
                    <a:pt x="946044" y="622252"/>
                  </a:lnTo>
                  <a:lnTo>
                    <a:pt x="943580" y="622252"/>
                  </a:lnTo>
                  <a:lnTo>
                    <a:pt x="941117" y="622252"/>
                  </a:lnTo>
                  <a:lnTo>
                    <a:pt x="938653" y="622252"/>
                  </a:lnTo>
                  <a:lnTo>
                    <a:pt x="936189" y="622252"/>
                  </a:lnTo>
                  <a:lnTo>
                    <a:pt x="933726" y="622252"/>
                  </a:lnTo>
                  <a:lnTo>
                    <a:pt x="931262" y="622252"/>
                  </a:lnTo>
                  <a:lnTo>
                    <a:pt x="928798" y="622252"/>
                  </a:lnTo>
                  <a:lnTo>
                    <a:pt x="926335" y="622252"/>
                  </a:lnTo>
                  <a:lnTo>
                    <a:pt x="923871" y="622252"/>
                  </a:lnTo>
                  <a:lnTo>
                    <a:pt x="921407" y="622252"/>
                  </a:lnTo>
                  <a:lnTo>
                    <a:pt x="918944" y="622252"/>
                  </a:lnTo>
                  <a:lnTo>
                    <a:pt x="916480" y="622252"/>
                  </a:lnTo>
                  <a:lnTo>
                    <a:pt x="914016" y="622252"/>
                  </a:lnTo>
                  <a:lnTo>
                    <a:pt x="911553" y="622252"/>
                  </a:lnTo>
                  <a:lnTo>
                    <a:pt x="909089" y="622252"/>
                  </a:lnTo>
                  <a:lnTo>
                    <a:pt x="906625" y="622252"/>
                  </a:lnTo>
                  <a:lnTo>
                    <a:pt x="904162" y="622252"/>
                  </a:lnTo>
                  <a:lnTo>
                    <a:pt x="901698" y="622252"/>
                  </a:lnTo>
                  <a:lnTo>
                    <a:pt x="899235" y="622252"/>
                  </a:lnTo>
                  <a:lnTo>
                    <a:pt x="896771" y="622252"/>
                  </a:lnTo>
                  <a:lnTo>
                    <a:pt x="894307" y="622252"/>
                  </a:lnTo>
                  <a:lnTo>
                    <a:pt x="891844" y="622252"/>
                  </a:lnTo>
                  <a:lnTo>
                    <a:pt x="889380" y="622252"/>
                  </a:lnTo>
                  <a:lnTo>
                    <a:pt x="886916" y="622252"/>
                  </a:lnTo>
                  <a:lnTo>
                    <a:pt x="884453" y="622252"/>
                  </a:lnTo>
                  <a:lnTo>
                    <a:pt x="881989" y="622252"/>
                  </a:lnTo>
                  <a:lnTo>
                    <a:pt x="879525" y="622252"/>
                  </a:lnTo>
                  <a:lnTo>
                    <a:pt x="877062" y="622252"/>
                  </a:lnTo>
                  <a:lnTo>
                    <a:pt x="874598" y="622252"/>
                  </a:lnTo>
                  <a:lnTo>
                    <a:pt x="872134" y="622252"/>
                  </a:lnTo>
                  <a:lnTo>
                    <a:pt x="869671" y="622252"/>
                  </a:lnTo>
                  <a:lnTo>
                    <a:pt x="867207" y="622252"/>
                  </a:lnTo>
                  <a:lnTo>
                    <a:pt x="864743" y="622252"/>
                  </a:lnTo>
                  <a:lnTo>
                    <a:pt x="862280" y="622252"/>
                  </a:lnTo>
                  <a:lnTo>
                    <a:pt x="859816" y="622252"/>
                  </a:lnTo>
                  <a:lnTo>
                    <a:pt x="857352" y="622252"/>
                  </a:lnTo>
                  <a:lnTo>
                    <a:pt x="854889" y="622252"/>
                  </a:lnTo>
                  <a:lnTo>
                    <a:pt x="852425" y="622252"/>
                  </a:lnTo>
                  <a:lnTo>
                    <a:pt x="849961" y="622252"/>
                  </a:lnTo>
                  <a:lnTo>
                    <a:pt x="847498" y="622252"/>
                  </a:lnTo>
                  <a:lnTo>
                    <a:pt x="845034" y="622252"/>
                  </a:lnTo>
                  <a:lnTo>
                    <a:pt x="842570" y="622252"/>
                  </a:lnTo>
                  <a:lnTo>
                    <a:pt x="840107" y="622252"/>
                  </a:lnTo>
                  <a:lnTo>
                    <a:pt x="837643" y="622252"/>
                  </a:lnTo>
                  <a:lnTo>
                    <a:pt x="835179" y="622252"/>
                  </a:lnTo>
                  <a:lnTo>
                    <a:pt x="832716" y="622252"/>
                  </a:lnTo>
                  <a:lnTo>
                    <a:pt x="830252" y="622252"/>
                  </a:lnTo>
                  <a:lnTo>
                    <a:pt x="827788" y="622252"/>
                  </a:lnTo>
                  <a:lnTo>
                    <a:pt x="825325" y="622252"/>
                  </a:lnTo>
                  <a:lnTo>
                    <a:pt x="822861" y="622252"/>
                  </a:lnTo>
                  <a:lnTo>
                    <a:pt x="820397" y="622252"/>
                  </a:lnTo>
                  <a:lnTo>
                    <a:pt x="817934" y="622252"/>
                  </a:lnTo>
                  <a:lnTo>
                    <a:pt x="815470" y="622252"/>
                  </a:lnTo>
                  <a:lnTo>
                    <a:pt x="813006" y="622252"/>
                  </a:lnTo>
                  <a:lnTo>
                    <a:pt x="810543" y="622252"/>
                  </a:lnTo>
                  <a:lnTo>
                    <a:pt x="808079" y="622252"/>
                  </a:lnTo>
                  <a:lnTo>
                    <a:pt x="805616" y="622252"/>
                  </a:lnTo>
                  <a:lnTo>
                    <a:pt x="803152" y="622252"/>
                  </a:lnTo>
                  <a:lnTo>
                    <a:pt x="800688" y="622252"/>
                  </a:lnTo>
                  <a:lnTo>
                    <a:pt x="798225" y="622252"/>
                  </a:lnTo>
                  <a:lnTo>
                    <a:pt x="795761" y="622252"/>
                  </a:lnTo>
                  <a:lnTo>
                    <a:pt x="793297" y="622252"/>
                  </a:lnTo>
                  <a:lnTo>
                    <a:pt x="790834" y="622252"/>
                  </a:lnTo>
                  <a:lnTo>
                    <a:pt x="788370" y="622252"/>
                  </a:lnTo>
                  <a:lnTo>
                    <a:pt x="785906" y="622252"/>
                  </a:lnTo>
                  <a:lnTo>
                    <a:pt x="783443" y="622252"/>
                  </a:lnTo>
                  <a:lnTo>
                    <a:pt x="780979" y="622252"/>
                  </a:lnTo>
                  <a:lnTo>
                    <a:pt x="778515" y="622252"/>
                  </a:lnTo>
                  <a:lnTo>
                    <a:pt x="776052" y="622252"/>
                  </a:lnTo>
                  <a:lnTo>
                    <a:pt x="773588" y="622252"/>
                  </a:lnTo>
                  <a:lnTo>
                    <a:pt x="771124" y="622252"/>
                  </a:lnTo>
                  <a:lnTo>
                    <a:pt x="768661" y="622252"/>
                  </a:lnTo>
                  <a:lnTo>
                    <a:pt x="766197" y="622252"/>
                  </a:lnTo>
                  <a:lnTo>
                    <a:pt x="763733" y="622252"/>
                  </a:lnTo>
                  <a:lnTo>
                    <a:pt x="761270" y="622252"/>
                  </a:lnTo>
                  <a:lnTo>
                    <a:pt x="758806" y="622252"/>
                  </a:lnTo>
                  <a:lnTo>
                    <a:pt x="756342" y="622252"/>
                  </a:lnTo>
                  <a:lnTo>
                    <a:pt x="753879" y="622252"/>
                  </a:lnTo>
                  <a:lnTo>
                    <a:pt x="751415" y="622252"/>
                  </a:lnTo>
                  <a:lnTo>
                    <a:pt x="748951" y="622252"/>
                  </a:lnTo>
                  <a:lnTo>
                    <a:pt x="746488" y="622252"/>
                  </a:lnTo>
                  <a:lnTo>
                    <a:pt x="744024" y="622252"/>
                  </a:lnTo>
                  <a:lnTo>
                    <a:pt x="741560" y="622252"/>
                  </a:lnTo>
                  <a:lnTo>
                    <a:pt x="739097" y="622252"/>
                  </a:lnTo>
                  <a:lnTo>
                    <a:pt x="736633" y="622252"/>
                  </a:lnTo>
                  <a:lnTo>
                    <a:pt x="734169" y="622252"/>
                  </a:lnTo>
                  <a:lnTo>
                    <a:pt x="731706" y="622252"/>
                  </a:lnTo>
                  <a:lnTo>
                    <a:pt x="729242" y="622252"/>
                  </a:lnTo>
                  <a:lnTo>
                    <a:pt x="726778" y="622252"/>
                  </a:lnTo>
                  <a:lnTo>
                    <a:pt x="724315" y="622252"/>
                  </a:lnTo>
                  <a:lnTo>
                    <a:pt x="721851" y="622252"/>
                  </a:lnTo>
                  <a:lnTo>
                    <a:pt x="719388" y="622252"/>
                  </a:lnTo>
                  <a:lnTo>
                    <a:pt x="716924" y="622252"/>
                  </a:lnTo>
                  <a:lnTo>
                    <a:pt x="714460" y="622252"/>
                  </a:lnTo>
                  <a:lnTo>
                    <a:pt x="711997" y="622252"/>
                  </a:lnTo>
                  <a:lnTo>
                    <a:pt x="709533" y="622252"/>
                  </a:lnTo>
                  <a:lnTo>
                    <a:pt x="707069" y="622252"/>
                  </a:lnTo>
                  <a:lnTo>
                    <a:pt x="704606" y="622252"/>
                  </a:lnTo>
                  <a:lnTo>
                    <a:pt x="702142" y="622252"/>
                  </a:lnTo>
                  <a:lnTo>
                    <a:pt x="699678" y="622252"/>
                  </a:lnTo>
                  <a:lnTo>
                    <a:pt x="697215" y="622252"/>
                  </a:lnTo>
                  <a:lnTo>
                    <a:pt x="694751" y="622252"/>
                  </a:lnTo>
                  <a:lnTo>
                    <a:pt x="692287" y="622252"/>
                  </a:lnTo>
                  <a:lnTo>
                    <a:pt x="689824" y="622252"/>
                  </a:lnTo>
                  <a:lnTo>
                    <a:pt x="687360" y="622252"/>
                  </a:lnTo>
                  <a:lnTo>
                    <a:pt x="684896" y="622252"/>
                  </a:lnTo>
                  <a:lnTo>
                    <a:pt x="682433" y="622252"/>
                  </a:lnTo>
                  <a:lnTo>
                    <a:pt x="679969" y="622252"/>
                  </a:lnTo>
                  <a:lnTo>
                    <a:pt x="677505" y="622252"/>
                  </a:lnTo>
                  <a:lnTo>
                    <a:pt x="675042" y="622252"/>
                  </a:lnTo>
                  <a:lnTo>
                    <a:pt x="672578" y="622252"/>
                  </a:lnTo>
                  <a:lnTo>
                    <a:pt x="670114" y="622252"/>
                  </a:lnTo>
                  <a:lnTo>
                    <a:pt x="667651" y="622252"/>
                  </a:lnTo>
                  <a:lnTo>
                    <a:pt x="665187" y="622252"/>
                  </a:lnTo>
                  <a:lnTo>
                    <a:pt x="662723" y="622252"/>
                  </a:lnTo>
                  <a:lnTo>
                    <a:pt x="660260" y="622252"/>
                  </a:lnTo>
                  <a:lnTo>
                    <a:pt x="657796" y="622252"/>
                  </a:lnTo>
                  <a:lnTo>
                    <a:pt x="655332" y="622252"/>
                  </a:lnTo>
                  <a:lnTo>
                    <a:pt x="652869" y="622252"/>
                  </a:lnTo>
                  <a:lnTo>
                    <a:pt x="650405" y="622252"/>
                  </a:lnTo>
                  <a:lnTo>
                    <a:pt x="647941" y="622252"/>
                  </a:lnTo>
                  <a:lnTo>
                    <a:pt x="645478" y="622252"/>
                  </a:lnTo>
                  <a:lnTo>
                    <a:pt x="643014" y="622252"/>
                  </a:lnTo>
                  <a:lnTo>
                    <a:pt x="640550" y="622252"/>
                  </a:lnTo>
                  <a:lnTo>
                    <a:pt x="638087" y="622252"/>
                  </a:lnTo>
                  <a:lnTo>
                    <a:pt x="635623" y="622252"/>
                  </a:lnTo>
                  <a:lnTo>
                    <a:pt x="633159" y="622252"/>
                  </a:lnTo>
                  <a:lnTo>
                    <a:pt x="630696" y="622252"/>
                  </a:lnTo>
                  <a:lnTo>
                    <a:pt x="628232" y="622252"/>
                  </a:lnTo>
                  <a:lnTo>
                    <a:pt x="625769" y="622252"/>
                  </a:lnTo>
                  <a:lnTo>
                    <a:pt x="623305" y="622252"/>
                  </a:lnTo>
                  <a:lnTo>
                    <a:pt x="620841" y="622252"/>
                  </a:lnTo>
                  <a:lnTo>
                    <a:pt x="618378" y="622252"/>
                  </a:lnTo>
                  <a:lnTo>
                    <a:pt x="615914" y="622252"/>
                  </a:lnTo>
                  <a:lnTo>
                    <a:pt x="613450" y="622252"/>
                  </a:lnTo>
                  <a:lnTo>
                    <a:pt x="610987" y="622252"/>
                  </a:lnTo>
                  <a:lnTo>
                    <a:pt x="608523" y="622252"/>
                  </a:lnTo>
                  <a:lnTo>
                    <a:pt x="606059" y="622252"/>
                  </a:lnTo>
                  <a:lnTo>
                    <a:pt x="603596" y="622252"/>
                  </a:lnTo>
                  <a:lnTo>
                    <a:pt x="601132" y="622252"/>
                  </a:lnTo>
                  <a:lnTo>
                    <a:pt x="598668" y="622252"/>
                  </a:lnTo>
                  <a:lnTo>
                    <a:pt x="596205" y="622252"/>
                  </a:lnTo>
                  <a:lnTo>
                    <a:pt x="593741" y="622252"/>
                  </a:lnTo>
                  <a:lnTo>
                    <a:pt x="591277" y="622252"/>
                  </a:lnTo>
                  <a:lnTo>
                    <a:pt x="588814" y="622252"/>
                  </a:lnTo>
                  <a:lnTo>
                    <a:pt x="586350" y="622252"/>
                  </a:lnTo>
                  <a:lnTo>
                    <a:pt x="583886" y="622252"/>
                  </a:lnTo>
                  <a:lnTo>
                    <a:pt x="581423" y="622252"/>
                  </a:lnTo>
                  <a:lnTo>
                    <a:pt x="578959" y="622252"/>
                  </a:lnTo>
                  <a:lnTo>
                    <a:pt x="576495" y="622252"/>
                  </a:lnTo>
                  <a:lnTo>
                    <a:pt x="574032" y="622252"/>
                  </a:lnTo>
                  <a:lnTo>
                    <a:pt x="571568" y="622252"/>
                  </a:lnTo>
                  <a:lnTo>
                    <a:pt x="569104" y="622252"/>
                  </a:lnTo>
                  <a:lnTo>
                    <a:pt x="566641" y="622252"/>
                  </a:lnTo>
                  <a:lnTo>
                    <a:pt x="564177" y="622252"/>
                  </a:lnTo>
                  <a:lnTo>
                    <a:pt x="561713" y="622252"/>
                  </a:lnTo>
                  <a:lnTo>
                    <a:pt x="559250" y="622252"/>
                  </a:lnTo>
                  <a:lnTo>
                    <a:pt x="556786" y="622252"/>
                  </a:lnTo>
                  <a:lnTo>
                    <a:pt x="554322" y="622252"/>
                  </a:lnTo>
                  <a:lnTo>
                    <a:pt x="551859" y="622252"/>
                  </a:lnTo>
                  <a:lnTo>
                    <a:pt x="549395" y="622252"/>
                  </a:lnTo>
                  <a:lnTo>
                    <a:pt x="546931" y="622252"/>
                  </a:lnTo>
                  <a:lnTo>
                    <a:pt x="544468" y="622252"/>
                  </a:lnTo>
                  <a:lnTo>
                    <a:pt x="542004" y="622252"/>
                  </a:lnTo>
                  <a:lnTo>
                    <a:pt x="539541" y="622252"/>
                  </a:lnTo>
                  <a:lnTo>
                    <a:pt x="537077" y="622252"/>
                  </a:lnTo>
                  <a:lnTo>
                    <a:pt x="534613" y="622252"/>
                  </a:lnTo>
                  <a:lnTo>
                    <a:pt x="532150" y="622252"/>
                  </a:lnTo>
                  <a:lnTo>
                    <a:pt x="529686" y="622252"/>
                  </a:lnTo>
                  <a:lnTo>
                    <a:pt x="527222" y="622252"/>
                  </a:lnTo>
                  <a:lnTo>
                    <a:pt x="524759" y="622252"/>
                  </a:lnTo>
                  <a:lnTo>
                    <a:pt x="522295" y="622252"/>
                  </a:lnTo>
                  <a:lnTo>
                    <a:pt x="519831" y="622252"/>
                  </a:lnTo>
                  <a:lnTo>
                    <a:pt x="517368" y="622252"/>
                  </a:lnTo>
                  <a:lnTo>
                    <a:pt x="514904" y="622252"/>
                  </a:lnTo>
                  <a:lnTo>
                    <a:pt x="512440" y="622252"/>
                  </a:lnTo>
                  <a:lnTo>
                    <a:pt x="509977" y="622252"/>
                  </a:lnTo>
                  <a:lnTo>
                    <a:pt x="507513" y="622252"/>
                  </a:lnTo>
                  <a:lnTo>
                    <a:pt x="505049" y="622252"/>
                  </a:lnTo>
                  <a:lnTo>
                    <a:pt x="502586" y="622252"/>
                  </a:lnTo>
                  <a:lnTo>
                    <a:pt x="500122" y="622252"/>
                  </a:lnTo>
                  <a:lnTo>
                    <a:pt x="497658" y="622252"/>
                  </a:lnTo>
                  <a:lnTo>
                    <a:pt x="495195" y="622252"/>
                  </a:lnTo>
                  <a:lnTo>
                    <a:pt x="492731" y="622252"/>
                  </a:lnTo>
                  <a:lnTo>
                    <a:pt x="490267" y="622252"/>
                  </a:lnTo>
                  <a:lnTo>
                    <a:pt x="487804" y="622252"/>
                  </a:lnTo>
                  <a:lnTo>
                    <a:pt x="485340" y="622252"/>
                  </a:lnTo>
                  <a:lnTo>
                    <a:pt x="482876" y="622252"/>
                  </a:lnTo>
                  <a:lnTo>
                    <a:pt x="480413" y="622252"/>
                  </a:lnTo>
                  <a:lnTo>
                    <a:pt x="477949" y="622252"/>
                  </a:lnTo>
                  <a:lnTo>
                    <a:pt x="475485" y="622252"/>
                  </a:lnTo>
                  <a:lnTo>
                    <a:pt x="473022" y="622252"/>
                  </a:lnTo>
                  <a:lnTo>
                    <a:pt x="470558" y="622252"/>
                  </a:lnTo>
                  <a:lnTo>
                    <a:pt x="468094" y="622252"/>
                  </a:lnTo>
                  <a:lnTo>
                    <a:pt x="465631" y="622252"/>
                  </a:lnTo>
                  <a:lnTo>
                    <a:pt x="463167" y="622252"/>
                  </a:lnTo>
                  <a:lnTo>
                    <a:pt x="460703" y="622252"/>
                  </a:lnTo>
                  <a:lnTo>
                    <a:pt x="458240" y="622252"/>
                  </a:lnTo>
                  <a:lnTo>
                    <a:pt x="455776" y="622252"/>
                  </a:lnTo>
                  <a:lnTo>
                    <a:pt x="453312" y="622252"/>
                  </a:lnTo>
                  <a:lnTo>
                    <a:pt x="450849" y="622252"/>
                  </a:lnTo>
                  <a:lnTo>
                    <a:pt x="448385" y="622252"/>
                  </a:lnTo>
                  <a:lnTo>
                    <a:pt x="445922" y="622252"/>
                  </a:lnTo>
                  <a:lnTo>
                    <a:pt x="443458" y="622252"/>
                  </a:lnTo>
                  <a:lnTo>
                    <a:pt x="440994" y="622252"/>
                  </a:lnTo>
                  <a:lnTo>
                    <a:pt x="438531" y="622252"/>
                  </a:lnTo>
                  <a:lnTo>
                    <a:pt x="436067" y="622252"/>
                  </a:lnTo>
                  <a:lnTo>
                    <a:pt x="433603" y="622252"/>
                  </a:lnTo>
                  <a:lnTo>
                    <a:pt x="431140" y="622252"/>
                  </a:lnTo>
                  <a:lnTo>
                    <a:pt x="428676" y="622252"/>
                  </a:lnTo>
                  <a:lnTo>
                    <a:pt x="426212" y="622252"/>
                  </a:lnTo>
                  <a:lnTo>
                    <a:pt x="423749" y="622252"/>
                  </a:lnTo>
                  <a:lnTo>
                    <a:pt x="421285" y="622252"/>
                  </a:lnTo>
                  <a:lnTo>
                    <a:pt x="418821" y="622252"/>
                  </a:lnTo>
                  <a:lnTo>
                    <a:pt x="416358" y="622252"/>
                  </a:lnTo>
                  <a:lnTo>
                    <a:pt x="413894" y="622252"/>
                  </a:lnTo>
                  <a:lnTo>
                    <a:pt x="411430" y="622252"/>
                  </a:lnTo>
                  <a:lnTo>
                    <a:pt x="408967" y="622252"/>
                  </a:lnTo>
                  <a:lnTo>
                    <a:pt x="406503" y="622252"/>
                  </a:lnTo>
                  <a:lnTo>
                    <a:pt x="404039" y="622252"/>
                  </a:lnTo>
                  <a:lnTo>
                    <a:pt x="401576" y="622252"/>
                  </a:lnTo>
                  <a:lnTo>
                    <a:pt x="399112" y="622252"/>
                  </a:lnTo>
                  <a:lnTo>
                    <a:pt x="396648" y="622252"/>
                  </a:lnTo>
                  <a:lnTo>
                    <a:pt x="394185" y="622252"/>
                  </a:lnTo>
                  <a:lnTo>
                    <a:pt x="391721" y="622252"/>
                  </a:lnTo>
                  <a:lnTo>
                    <a:pt x="389257" y="622252"/>
                  </a:lnTo>
                  <a:lnTo>
                    <a:pt x="386794" y="622252"/>
                  </a:lnTo>
                  <a:lnTo>
                    <a:pt x="384330" y="622252"/>
                  </a:lnTo>
                  <a:lnTo>
                    <a:pt x="381866" y="622252"/>
                  </a:lnTo>
                  <a:lnTo>
                    <a:pt x="379403" y="622252"/>
                  </a:lnTo>
                  <a:lnTo>
                    <a:pt x="376939" y="622252"/>
                  </a:lnTo>
                  <a:lnTo>
                    <a:pt x="374475" y="622252"/>
                  </a:lnTo>
                  <a:lnTo>
                    <a:pt x="372012" y="622252"/>
                  </a:lnTo>
                  <a:lnTo>
                    <a:pt x="369548" y="622252"/>
                  </a:lnTo>
                  <a:lnTo>
                    <a:pt x="367084" y="622252"/>
                  </a:lnTo>
                  <a:lnTo>
                    <a:pt x="364621" y="622252"/>
                  </a:lnTo>
                  <a:lnTo>
                    <a:pt x="362157" y="622252"/>
                  </a:lnTo>
                  <a:lnTo>
                    <a:pt x="359694" y="622252"/>
                  </a:lnTo>
                  <a:lnTo>
                    <a:pt x="357230" y="622252"/>
                  </a:lnTo>
                  <a:lnTo>
                    <a:pt x="354766" y="622252"/>
                  </a:lnTo>
                  <a:lnTo>
                    <a:pt x="352303" y="622252"/>
                  </a:lnTo>
                  <a:lnTo>
                    <a:pt x="349839" y="622252"/>
                  </a:lnTo>
                  <a:lnTo>
                    <a:pt x="347375" y="622252"/>
                  </a:lnTo>
                  <a:lnTo>
                    <a:pt x="344912" y="622252"/>
                  </a:lnTo>
                  <a:lnTo>
                    <a:pt x="342448" y="622252"/>
                  </a:lnTo>
                  <a:lnTo>
                    <a:pt x="339984" y="622252"/>
                  </a:lnTo>
                  <a:lnTo>
                    <a:pt x="337521" y="622252"/>
                  </a:lnTo>
                  <a:lnTo>
                    <a:pt x="335057" y="622252"/>
                  </a:lnTo>
                  <a:lnTo>
                    <a:pt x="332593" y="622252"/>
                  </a:lnTo>
                  <a:lnTo>
                    <a:pt x="330130" y="622252"/>
                  </a:lnTo>
                  <a:lnTo>
                    <a:pt x="327666" y="622252"/>
                  </a:lnTo>
                  <a:lnTo>
                    <a:pt x="325202" y="622252"/>
                  </a:lnTo>
                  <a:lnTo>
                    <a:pt x="322739" y="622252"/>
                  </a:lnTo>
                  <a:lnTo>
                    <a:pt x="320275" y="622252"/>
                  </a:lnTo>
                  <a:lnTo>
                    <a:pt x="317811" y="622252"/>
                  </a:lnTo>
                  <a:lnTo>
                    <a:pt x="315348" y="622252"/>
                  </a:lnTo>
                  <a:lnTo>
                    <a:pt x="312884" y="622252"/>
                  </a:lnTo>
                  <a:lnTo>
                    <a:pt x="310420" y="622252"/>
                  </a:lnTo>
                  <a:lnTo>
                    <a:pt x="307957" y="622252"/>
                  </a:lnTo>
                  <a:lnTo>
                    <a:pt x="305493" y="622252"/>
                  </a:lnTo>
                  <a:lnTo>
                    <a:pt x="303029" y="622252"/>
                  </a:lnTo>
                  <a:lnTo>
                    <a:pt x="300566" y="622252"/>
                  </a:lnTo>
                  <a:lnTo>
                    <a:pt x="298102" y="622252"/>
                  </a:lnTo>
                  <a:lnTo>
                    <a:pt x="295638" y="622252"/>
                  </a:lnTo>
                  <a:lnTo>
                    <a:pt x="293175" y="622252"/>
                  </a:lnTo>
                  <a:lnTo>
                    <a:pt x="290711" y="622252"/>
                  </a:lnTo>
                  <a:lnTo>
                    <a:pt x="288247" y="622252"/>
                  </a:lnTo>
                  <a:lnTo>
                    <a:pt x="285784" y="622252"/>
                  </a:lnTo>
                  <a:lnTo>
                    <a:pt x="283320" y="622252"/>
                  </a:lnTo>
                  <a:lnTo>
                    <a:pt x="280856" y="622252"/>
                  </a:lnTo>
                  <a:lnTo>
                    <a:pt x="278393" y="622252"/>
                  </a:lnTo>
                  <a:lnTo>
                    <a:pt x="275929" y="622252"/>
                  </a:lnTo>
                  <a:lnTo>
                    <a:pt x="273465" y="622252"/>
                  </a:lnTo>
                  <a:lnTo>
                    <a:pt x="271002" y="622252"/>
                  </a:lnTo>
                  <a:lnTo>
                    <a:pt x="268538" y="622252"/>
                  </a:lnTo>
                  <a:lnTo>
                    <a:pt x="266075" y="622252"/>
                  </a:lnTo>
                  <a:lnTo>
                    <a:pt x="263611" y="622252"/>
                  </a:lnTo>
                  <a:lnTo>
                    <a:pt x="261147" y="622252"/>
                  </a:lnTo>
                  <a:lnTo>
                    <a:pt x="258684" y="622252"/>
                  </a:lnTo>
                  <a:lnTo>
                    <a:pt x="256220" y="622252"/>
                  </a:lnTo>
                  <a:lnTo>
                    <a:pt x="253756" y="622252"/>
                  </a:lnTo>
                  <a:lnTo>
                    <a:pt x="251293" y="622252"/>
                  </a:lnTo>
                  <a:lnTo>
                    <a:pt x="248829" y="622252"/>
                  </a:lnTo>
                  <a:lnTo>
                    <a:pt x="246365" y="622252"/>
                  </a:lnTo>
                  <a:lnTo>
                    <a:pt x="243902" y="622252"/>
                  </a:lnTo>
                  <a:lnTo>
                    <a:pt x="241438" y="622252"/>
                  </a:lnTo>
                  <a:lnTo>
                    <a:pt x="238974" y="622252"/>
                  </a:lnTo>
                  <a:lnTo>
                    <a:pt x="236511" y="622252"/>
                  </a:lnTo>
                  <a:lnTo>
                    <a:pt x="234047" y="622252"/>
                  </a:lnTo>
                  <a:lnTo>
                    <a:pt x="231583" y="622252"/>
                  </a:lnTo>
                  <a:lnTo>
                    <a:pt x="229120" y="622252"/>
                  </a:lnTo>
                  <a:lnTo>
                    <a:pt x="226656" y="622252"/>
                  </a:lnTo>
                  <a:lnTo>
                    <a:pt x="224192" y="622252"/>
                  </a:lnTo>
                  <a:lnTo>
                    <a:pt x="221729" y="622252"/>
                  </a:lnTo>
                  <a:lnTo>
                    <a:pt x="219265" y="622252"/>
                  </a:lnTo>
                  <a:lnTo>
                    <a:pt x="216801" y="622252"/>
                  </a:lnTo>
                  <a:lnTo>
                    <a:pt x="214338" y="622252"/>
                  </a:lnTo>
                  <a:lnTo>
                    <a:pt x="211874" y="622252"/>
                  </a:lnTo>
                  <a:lnTo>
                    <a:pt x="209410" y="622252"/>
                  </a:lnTo>
                  <a:lnTo>
                    <a:pt x="206947" y="622252"/>
                  </a:lnTo>
                  <a:lnTo>
                    <a:pt x="204483" y="622252"/>
                  </a:lnTo>
                  <a:lnTo>
                    <a:pt x="202019" y="622252"/>
                  </a:lnTo>
                  <a:lnTo>
                    <a:pt x="199556" y="622252"/>
                  </a:lnTo>
                  <a:lnTo>
                    <a:pt x="197092" y="622252"/>
                  </a:lnTo>
                  <a:lnTo>
                    <a:pt x="194628" y="622252"/>
                  </a:lnTo>
                  <a:lnTo>
                    <a:pt x="192165" y="622252"/>
                  </a:lnTo>
                  <a:lnTo>
                    <a:pt x="189701" y="622252"/>
                  </a:lnTo>
                  <a:lnTo>
                    <a:pt x="187237" y="622252"/>
                  </a:lnTo>
                  <a:lnTo>
                    <a:pt x="184774" y="622252"/>
                  </a:lnTo>
                  <a:lnTo>
                    <a:pt x="182310" y="622252"/>
                  </a:lnTo>
                  <a:lnTo>
                    <a:pt x="179847" y="622252"/>
                  </a:lnTo>
                  <a:lnTo>
                    <a:pt x="177383" y="622252"/>
                  </a:lnTo>
                  <a:lnTo>
                    <a:pt x="174919" y="622252"/>
                  </a:lnTo>
                  <a:lnTo>
                    <a:pt x="172456" y="622252"/>
                  </a:lnTo>
                  <a:lnTo>
                    <a:pt x="169992" y="622252"/>
                  </a:lnTo>
                  <a:lnTo>
                    <a:pt x="167528" y="622252"/>
                  </a:lnTo>
                  <a:lnTo>
                    <a:pt x="165065" y="622252"/>
                  </a:lnTo>
                  <a:lnTo>
                    <a:pt x="162601" y="622252"/>
                  </a:lnTo>
                  <a:lnTo>
                    <a:pt x="160137" y="622252"/>
                  </a:lnTo>
                  <a:lnTo>
                    <a:pt x="157674" y="622252"/>
                  </a:lnTo>
                  <a:lnTo>
                    <a:pt x="155210" y="622252"/>
                  </a:lnTo>
                  <a:lnTo>
                    <a:pt x="152746" y="622252"/>
                  </a:lnTo>
                  <a:lnTo>
                    <a:pt x="150283" y="622252"/>
                  </a:lnTo>
                  <a:lnTo>
                    <a:pt x="147819" y="622252"/>
                  </a:lnTo>
                  <a:lnTo>
                    <a:pt x="145355" y="622252"/>
                  </a:lnTo>
                  <a:lnTo>
                    <a:pt x="142892" y="622252"/>
                  </a:lnTo>
                  <a:lnTo>
                    <a:pt x="140428" y="622252"/>
                  </a:lnTo>
                  <a:lnTo>
                    <a:pt x="137964" y="622252"/>
                  </a:lnTo>
                  <a:lnTo>
                    <a:pt x="135501" y="622252"/>
                  </a:lnTo>
                  <a:lnTo>
                    <a:pt x="133037" y="622252"/>
                  </a:lnTo>
                  <a:lnTo>
                    <a:pt x="130573" y="622252"/>
                  </a:lnTo>
                  <a:lnTo>
                    <a:pt x="128110" y="622252"/>
                  </a:lnTo>
                  <a:lnTo>
                    <a:pt x="125646" y="622252"/>
                  </a:lnTo>
                  <a:lnTo>
                    <a:pt x="123182" y="622252"/>
                  </a:lnTo>
                  <a:lnTo>
                    <a:pt x="120719" y="622252"/>
                  </a:lnTo>
                  <a:lnTo>
                    <a:pt x="118255" y="622252"/>
                  </a:lnTo>
                  <a:lnTo>
                    <a:pt x="115791" y="622252"/>
                  </a:lnTo>
                  <a:lnTo>
                    <a:pt x="113328" y="622252"/>
                  </a:lnTo>
                  <a:lnTo>
                    <a:pt x="110864" y="622252"/>
                  </a:lnTo>
                  <a:lnTo>
                    <a:pt x="108400" y="622252"/>
                  </a:lnTo>
                  <a:lnTo>
                    <a:pt x="105937" y="622252"/>
                  </a:lnTo>
                  <a:lnTo>
                    <a:pt x="103473" y="622252"/>
                  </a:lnTo>
                  <a:lnTo>
                    <a:pt x="101009" y="622252"/>
                  </a:lnTo>
                  <a:lnTo>
                    <a:pt x="98546" y="622252"/>
                  </a:lnTo>
                  <a:lnTo>
                    <a:pt x="96082" y="622252"/>
                  </a:lnTo>
                  <a:lnTo>
                    <a:pt x="93618" y="622252"/>
                  </a:lnTo>
                  <a:lnTo>
                    <a:pt x="91155" y="622252"/>
                  </a:lnTo>
                  <a:lnTo>
                    <a:pt x="88691" y="622252"/>
                  </a:lnTo>
                  <a:lnTo>
                    <a:pt x="86228" y="622252"/>
                  </a:lnTo>
                  <a:lnTo>
                    <a:pt x="83764" y="622252"/>
                  </a:lnTo>
                  <a:lnTo>
                    <a:pt x="81300" y="622252"/>
                  </a:lnTo>
                  <a:lnTo>
                    <a:pt x="78837" y="622252"/>
                  </a:lnTo>
                  <a:lnTo>
                    <a:pt x="76373" y="622252"/>
                  </a:lnTo>
                  <a:lnTo>
                    <a:pt x="73909" y="622252"/>
                  </a:lnTo>
                  <a:lnTo>
                    <a:pt x="71446" y="622252"/>
                  </a:lnTo>
                  <a:lnTo>
                    <a:pt x="68982" y="622252"/>
                  </a:lnTo>
                  <a:lnTo>
                    <a:pt x="66518" y="622252"/>
                  </a:lnTo>
                  <a:lnTo>
                    <a:pt x="64055" y="622252"/>
                  </a:lnTo>
                  <a:lnTo>
                    <a:pt x="61591" y="622252"/>
                  </a:lnTo>
                  <a:lnTo>
                    <a:pt x="59127" y="622252"/>
                  </a:lnTo>
                  <a:lnTo>
                    <a:pt x="56664" y="622252"/>
                  </a:lnTo>
                  <a:lnTo>
                    <a:pt x="54200" y="622252"/>
                  </a:lnTo>
                  <a:lnTo>
                    <a:pt x="51736" y="622252"/>
                  </a:lnTo>
                  <a:lnTo>
                    <a:pt x="49273" y="622252"/>
                  </a:lnTo>
                  <a:lnTo>
                    <a:pt x="46809" y="622252"/>
                  </a:lnTo>
                  <a:lnTo>
                    <a:pt x="44345" y="622252"/>
                  </a:lnTo>
                  <a:lnTo>
                    <a:pt x="41882" y="622252"/>
                  </a:lnTo>
                  <a:lnTo>
                    <a:pt x="39418" y="622252"/>
                  </a:lnTo>
                  <a:lnTo>
                    <a:pt x="36954" y="622252"/>
                  </a:lnTo>
                  <a:lnTo>
                    <a:pt x="34491" y="622252"/>
                  </a:lnTo>
                  <a:lnTo>
                    <a:pt x="32027" y="622252"/>
                  </a:lnTo>
                  <a:lnTo>
                    <a:pt x="29563" y="622252"/>
                  </a:lnTo>
                  <a:lnTo>
                    <a:pt x="27100" y="622252"/>
                  </a:lnTo>
                  <a:lnTo>
                    <a:pt x="24636" y="622252"/>
                  </a:lnTo>
                  <a:lnTo>
                    <a:pt x="22172" y="622252"/>
                  </a:lnTo>
                  <a:lnTo>
                    <a:pt x="19709" y="622252"/>
                  </a:lnTo>
                  <a:lnTo>
                    <a:pt x="17245" y="622252"/>
                  </a:lnTo>
                  <a:lnTo>
                    <a:pt x="14781" y="622252"/>
                  </a:lnTo>
                  <a:lnTo>
                    <a:pt x="12318" y="622252"/>
                  </a:lnTo>
                  <a:lnTo>
                    <a:pt x="9854" y="622252"/>
                  </a:lnTo>
                  <a:lnTo>
                    <a:pt x="7390" y="622252"/>
                  </a:lnTo>
                  <a:lnTo>
                    <a:pt x="4927" y="622252"/>
                  </a:lnTo>
                  <a:lnTo>
                    <a:pt x="2463" y="62225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2433616" y="5531645"/>
              <a:ext cx="1258929" cy="622252"/>
            </a:xfrm>
            <a:custGeom>
              <a:avLst/>
              <a:pathLst>
                <a:path w="1258929" h="622252">
                  <a:moveTo>
                    <a:pt x="0" y="622252"/>
                  </a:moveTo>
                  <a:lnTo>
                    <a:pt x="2463" y="622252"/>
                  </a:lnTo>
                  <a:lnTo>
                    <a:pt x="4927" y="622252"/>
                  </a:lnTo>
                  <a:lnTo>
                    <a:pt x="7390" y="622252"/>
                  </a:lnTo>
                  <a:lnTo>
                    <a:pt x="9854" y="622252"/>
                  </a:lnTo>
                  <a:lnTo>
                    <a:pt x="12318" y="622252"/>
                  </a:lnTo>
                  <a:lnTo>
                    <a:pt x="14781" y="622252"/>
                  </a:lnTo>
                  <a:lnTo>
                    <a:pt x="17245" y="622252"/>
                  </a:lnTo>
                  <a:lnTo>
                    <a:pt x="19709" y="622252"/>
                  </a:lnTo>
                  <a:lnTo>
                    <a:pt x="22172" y="622252"/>
                  </a:lnTo>
                  <a:lnTo>
                    <a:pt x="24636" y="622252"/>
                  </a:lnTo>
                  <a:lnTo>
                    <a:pt x="27100" y="622252"/>
                  </a:lnTo>
                  <a:lnTo>
                    <a:pt x="29563" y="622252"/>
                  </a:lnTo>
                  <a:lnTo>
                    <a:pt x="32027" y="622252"/>
                  </a:lnTo>
                  <a:lnTo>
                    <a:pt x="34491" y="622252"/>
                  </a:lnTo>
                  <a:lnTo>
                    <a:pt x="36954" y="622252"/>
                  </a:lnTo>
                  <a:lnTo>
                    <a:pt x="39418" y="622252"/>
                  </a:lnTo>
                  <a:lnTo>
                    <a:pt x="41882" y="622252"/>
                  </a:lnTo>
                  <a:lnTo>
                    <a:pt x="44345" y="622252"/>
                  </a:lnTo>
                  <a:lnTo>
                    <a:pt x="46809" y="622252"/>
                  </a:lnTo>
                  <a:lnTo>
                    <a:pt x="49273" y="622252"/>
                  </a:lnTo>
                  <a:lnTo>
                    <a:pt x="51736" y="622252"/>
                  </a:lnTo>
                  <a:lnTo>
                    <a:pt x="54200" y="622252"/>
                  </a:lnTo>
                  <a:lnTo>
                    <a:pt x="56664" y="622252"/>
                  </a:lnTo>
                  <a:lnTo>
                    <a:pt x="59127" y="622252"/>
                  </a:lnTo>
                  <a:lnTo>
                    <a:pt x="61591" y="622252"/>
                  </a:lnTo>
                  <a:lnTo>
                    <a:pt x="64055" y="622252"/>
                  </a:lnTo>
                  <a:lnTo>
                    <a:pt x="66518" y="622252"/>
                  </a:lnTo>
                  <a:lnTo>
                    <a:pt x="68982" y="622252"/>
                  </a:lnTo>
                  <a:lnTo>
                    <a:pt x="71446" y="622252"/>
                  </a:lnTo>
                  <a:lnTo>
                    <a:pt x="73909" y="622252"/>
                  </a:lnTo>
                  <a:lnTo>
                    <a:pt x="76373" y="622252"/>
                  </a:lnTo>
                  <a:lnTo>
                    <a:pt x="78837" y="622252"/>
                  </a:lnTo>
                  <a:lnTo>
                    <a:pt x="81300" y="622252"/>
                  </a:lnTo>
                  <a:lnTo>
                    <a:pt x="83764" y="622252"/>
                  </a:lnTo>
                  <a:lnTo>
                    <a:pt x="86228" y="622252"/>
                  </a:lnTo>
                  <a:lnTo>
                    <a:pt x="88691" y="622252"/>
                  </a:lnTo>
                  <a:lnTo>
                    <a:pt x="91155" y="622252"/>
                  </a:lnTo>
                  <a:lnTo>
                    <a:pt x="93618" y="622252"/>
                  </a:lnTo>
                  <a:lnTo>
                    <a:pt x="96082" y="622252"/>
                  </a:lnTo>
                  <a:lnTo>
                    <a:pt x="98546" y="622252"/>
                  </a:lnTo>
                  <a:lnTo>
                    <a:pt x="101009" y="622252"/>
                  </a:lnTo>
                  <a:lnTo>
                    <a:pt x="103473" y="622252"/>
                  </a:lnTo>
                  <a:lnTo>
                    <a:pt x="105937" y="622252"/>
                  </a:lnTo>
                  <a:lnTo>
                    <a:pt x="108400" y="622252"/>
                  </a:lnTo>
                  <a:lnTo>
                    <a:pt x="110864" y="622252"/>
                  </a:lnTo>
                  <a:lnTo>
                    <a:pt x="113328" y="622252"/>
                  </a:lnTo>
                  <a:lnTo>
                    <a:pt x="115791" y="622252"/>
                  </a:lnTo>
                  <a:lnTo>
                    <a:pt x="118255" y="622252"/>
                  </a:lnTo>
                  <a:lnTo>
                    <a:pt x="120719" y="622252"/>
                  </a:lnTo>
                  <a:lnTo>
                    <a:pt x="123182" y="622252"/>
                  </a:lnTo>
                  <a:lnTo>
                    <a:pt x="125646" y="622252"/>
                  </a:lnTo>
                  <a:lnTo>
                    <a:pt x="128110" y="622252"/>
                  </a:lnTo>
                  <a:lnTo>
                    <a:pt x="130573" y="622252"/>
                  </a:lnTo>
                  <a:lnTo>
                    <a:pt x="133037" y="622252"/>
                  </a:lnTo>
                  <a:lnTo>
                    <a:pt x="135501" y="622252"/>
                  </a:lnTo>
                  <a:lnTo>
                    <a:pt x="137964" y="622252"/>
                  </a:lnTo>
                  <a:lnTo>
                    <a:pt x="140428" y="622252"/>
                  </a:lnTo>
                  <a:lnTo>
                    <a:pt x="142892" y="622252"/>
                  </a:lnTo>
                  <a:lnTo>
                    <a:pt x="145355" y="622252"/>
                  </a:lnTo>
                  <a:lnTo>
                    <a:pt x="147819" y="622252"/>
                  </a:lnTo>
                  <a:lnTo>
                    <a:pt x="150283" y="622252"/>
                  </a:lnTo>
                  <a:lnTo>
                    <a:pt x="152746" y="622252"/>
                  </a:lnTo>
                  <a:lnTo>
                    <a:pt x="155210" y="622252"/>
                  </a:lnTo>
                  <a:lnTo>
                    <a:pt x="157674" y="622252"/>
                  </a:lnTo>
                  <a:lnTo>
                    <a:pt x="160137" y="622252"/>
                  </a:lnTo>
                  <a:lnTo>
                    <a:pt x="162601" y="622252"/>
                  </a:lnTo>
                  <a:lnTo>
                    <a:pt x="165065" y="622252"/>
                  </a:lnTo>
                  <a:lnTo>
                    <a:pt x="167528" y="622252"/>
                  </a:lnTo>
                  <a:lnTo>
                    <a:pt x="169992" y="622252"/>
                  </a:lnTo>
                  <a:lnTo>
                    <a:pt x="172456" y="622252"/>
                  </a:lnTo>
                  <a:lnTo>
                    <a:pt x="174919" y="622252"/>
                  </a:lnTo>
                  <a:lnTo>
                    <a:pt x="177383" y="622252"/>
                  </a:lnTo>
                  <a:lnTo>
                    <a:pt x="179847" y="622252"/>
                  </a:lnTo>
                  <a:lnTo>
                    <a:pt x="182310" y="622252"/>
                  </a:lnTo>
                  <a:lnTo>
                    <a:pt x="184774" y="622252"/>
                  </a:lnTo>
                  <a:lnTo>
                    <a:pt x="187237" y="622252"/>
                  </a:lnTo>
                  <a:lnTo>
                    <a:pt x="189701" y="622252"/>
                  </a:lnTo>
                  <a:lnTo>
                    <a:pt x="192165" y="622252"/>
                  </a:lnTo>
                  <a:lnTo>
                    <a:pt x="194628" y="622252"/>
                  </a:lnTo>
                  <a:lnTo>
                    <a:pt x="197092" y="622252"/>
                  </a:lnTo>
                  <a:lnTo>
                    <a:pt x="199556" y="622252"/>
                  </a:lnTo>
                  <a:lnTo>
                    <a:pt x="202019" y="622252"/>
                  </a:lnTo>
                  <a:lnTo>
                    <a:pt x="204483" y="622252"/>
                  </a:lnTo>
                  <a:lnTo>
                    <a:pt x="206947" y="622252"/>
                  </a:lnTo>
                  <a:lnTo>
                    <a:pt x="209410" y="622252"/>
                  </a:lnTo>
                  <a:lnTo>
                    <a:pt x="211874" y="622252"/>
                  </a:lnTo>
                  <a:lnTo>
                    <a:pt x="214338" y="622252"/>
                  </a:lnTo>
                  <a:lnTo>
                    <a:pt x="216801" y="622252"/>
                  </a:lnTo>
                  <a:lnTo>
                    <a:pt x="219265" y="622252"/>
                  </a:lnTo>
                  <a:lnTo>
                    <a:pt x="221729" y="622252"/>
                  </a:lnTo>
                  <a:lnTo>
                    <a:pt x="224192" y="622252"/>
                  </a:lnTo>
                  <a:lnTo>
                    <a:pt x="226656" y="622252"/>
                  </a:lnTo>
                  <a:lnTo>
                    <a:pt x="229120" y="622252"/>
                  </a:lnTo>
                  <a:lnTo>
                    <a:pt x="231583" y="622252"/>
                  </a:lnTo>
                  <a:lnTo>
                    <a:pt x="234047" y="622252"/>
                  </a:lnTo>
                  <a:lnTo>
                    <a:pt x="236511" y="622252"/>
                  </a:lnTo>
                  <a:lnTo>
                    <a:pt x="238974" y="622252"/>
                  </a:lnTo>
                  <a:lnTo>
                    <a:pt x="241438" y="622252"/>
                  </a:lnTo>
                  <a:lnTo>
                    <a:pt x="243902" y="622252"/>
                  </a:lnTo>
                  <a:lnTo>
                    <a:pt x="246365" y="622252"/>
                  </a:lnTo>
                  <a:lnTo>
                    <a:pt x="248829" y="622252"/>
                  </a:lnTo>
                  <a:lnTo>
                    <a:pt x="251293" y="622252"/>
                  </a:lnTo>
                  <a:lnTo>
                    <a:pt x="253756" y="622252"/>
                  </a:lnTo>
                  <a:lnTo>
                    <a:pt x="256220" y="622252"/>
                  </a:lnTo>
                  <a:lnTo>
                    <a:pt x="258684" y="622252"/>
                  </a:lnTo>
                  <a:lnTo>
                    <a:pt x="261147" y="622252"/>
                  </a:lnTo>
                  <a:lnTo>
                    <a:pt x="263611" y="622252"/>
                  </a:lnTo>
                  <a:lnTo>
                    <a:pt x="266075" y="622252"/>
                  </a:lnTo>
                  <a:lnTo>
                    <a:pt x="268538" y="622252"/>
                  </a:lnTo>
                  <a:lnTo>
                    <a:pt x="271002" y="622252"/>
                  </a:lnTo>
                  <a:lnTo>
                    <a:pt x="273465" y="622252"/>
                  </a:lnTo>
                  <a:lnTo>
                    <a:pt x="275929" y="622252"/>
                  </a:lnTo>
                  <a:lnTo>
                    <a:pt x="278393" y="622252"/>
                  </a:lnTo>
                  <a:lnTo>
                    <a:pt x="280856" y="622252"/>
                  </a:lnTo>
                  <a:lnTo>
                    <a:pt x="283320" y="622252"/>
                  </a:lnTo>
                  <a:lnTo>
                    <a:pt x="285784" y="622252"/>
                  </a:lnTo>
                  <a:lnTo>
                    <a:pt x="288247" y="622252"/>
                  </a:lnTo>
                  <a:lnTo>
                    <a:pt x="290711" y="622252"/>
                  </a:lnTo>
                  <a:lnTo>
                    <a:pt x="293175" y="622252"/>
                  </a:lnTo>
                  <a:lnTo>
                    <a:pt x="295638" y="622252"/>
                  </a:lnTo>
                  <a:lnTo>
                    <a:pt x="298102" y="622252"/>
                  </a:lnTo>
                  <a:lnTo>
                    <a:pt x="300566" y="622252"/>
                  </a:lnTo>
                  <a:lnTo>
                    <a:pt x="303029" y="622252"/>
                  </a:lnTo>
                  <a:lnTo>
                    <a:pt x="305493" y="622252"/>
                  </a:lnTo>
                  <a:lnTo>
                    <a:pt x="307957" y="622252"/>
                  </a:lnTo>
                  <a:lnTo>
                    <a:pt x="310420" y="622252"/>
                  </a:lnTo>
                  <a:lnTo>
                    <a:pt x="312884" y="622252"/>
                  </a:lnTo>
                  <a:lnTo>
                    <a:pt x="315348" y="622252"/>
                  </a:lnTo>
                  <a:lnTo>
                    <a:pt x="317811" y="622252"/>
                  </a:lnTo>
                  <a:lnTo>
                    <a:pt x="320275" y="622252"/>
                  </a:lnTo>
                  <a:lnTo>
                    <a:pt x="322739" y="622252"/>
                  </a:lnTo>
                  <a:lnTo>
                    <a:pt x="325202" y="622252"/>
                  </a:lnTo>
                  <a:lnTo>
                    <a:pt x="327666" y="622252"/>
                  </a:lnTo>
                  <a:lnTo>
                    <a:pt x="330130" y="622252"/>
                  </a:lnTo>
                  <a:lnTo>
                    <a:pt x="332593" y="622252"/>
                  </a:lnTo>
                  <a:lnTo>
                    <a:pt x="335057" y="622252"/>
                  </a:lnTo>
                  <a:lnTo>
                    <a:pt x="337521" y="622252"/>
                  </a:lnTo>
                  <a:lnTo>
                    <a:pt x="339984" y="622252"/>
                  </a:lnTo>
                  <a:lnTo>
                    <a:pt x="342448" y="622252"/>
                  </a:lnTo>
                  <a:lnTo>
                    <a:pt x="344912" y="622252"/>
                  </a:lnTo>
                  <a:lnTo>
                    <a:pt x="347375" y="622252"/>
                  </a:lnTo>
                  <a:lnTo>
                    <a:pt x="349839" y="622252"/>
                  </a:lnTo>
                  <a:lnTo>
                    <a:pt x="352303" y="622252"/>
                  </a:lnTo>
                  <a:lnTo>
                    <a:pt x="354766" y="622252"/>
                  </a:lnTo>
                  <a:lnTo>
                    <a:pt x="357230" y="622252"/>
                  </a:lnTo>
                  <a:lnTo>
                    <a:pt x="359694" y="622252"/>
                  </a:lnTo>
                  <a:lnTo>
                    <a:pt x="362157" y="622252"/>
                  </a:lnTo>
                  <a:lnTo>
                    <a:pt x="364621" y="622252"/>
                  </a:lnTo>
                  <a:lnTo>
                    <a:pt x="367084" y="622252"/>
                  </a:lnTo>
                  <a:lnTo>
                    <a:pt x="369548" y="622252"/>
                  </a:lnTo>
                  <a:lnTo>
                    <a:pt x="372012" y="622252"/>
                  </a:lnTo>
                  <a:lnTo>
                    <a:pt x="374475" y="622252"/>
                  </a:lnTo>
                  <a:lnTo>
                    <a:pt x="376939" y="622252"/>
                  </a:lnTo>
                  <a:lnTo>
                    <a:pt x="379403" y="622252"/>
                  </a:lnTo>
                  <a:lnTo>
                    <a:pt x="381866" y="622252"/>
                  </a:lnTo>
                  <a:lnTo>
                    <a:pt x="384330" y="622252"/>
                  </a:lnTo>
                  <a:lnTo>
                    <a:pt x="386794" y="622252"/>
                  </a:lnTo>
                  <a:lnTo>
                    <a:pt x="389257" y="622252"/>
                  </a:lnTo>
                  <a:lnTo>
                    <a:pt x="391721" y="622252"/>
                  </a:lnTo>
                  <a:lnTo>
                    <a:pt x="394185" y="622252"/>
                  </a:lnTo>
                  <a:lnTo>
                    <a:pt x="396648" y="622252"/>
                  </a:lnTo>
                  <a:lnTo>
                    <a:pt x="399112" y="622252"/>
                  </a:lnTo>
                  <a:lnTo>
                    <a:pt x="401576" y="622252"/>
                  </a:lnTo>
                  <a:lnTo>
                    <a:pt x="404039" y="622252"/>
                  </a:lnTo>
                  <a:lnTo>
                    <a:pt x="406503" y="622252"/>
                  </a:lnTo>
                  <a:lnTo>
                    <a:pt x="408967" y="622252"/>
                  </a:lnTo>
                  <a:lnTo>
                    <a:pt x="411430" y="622252"/>
                  </a:lnTo>
                  <a:lnTo>
                    <a:pt x="413894" y="622252"/>
                  </a:lnTo>
                  <a:lnTo>
                    <a:pt x="416358" y="622252"/>
                  </a:lnTo>
                  <a:lnTo>
                    <a:pt x="418821" y="622252"/>
                  </a:lnTo>
                  <a:lnTo>
                    <a:pt x="421285" y="622252"/>
                  </a:lnTo>
                  <a:lnTo>
                    <a:pt x="423749" y="622252"/>
                  </a:lnTo>
                  <a:lnTo>
                    <a:pt x="426212" y="622252"/>
                  </a:lnTo>
                  <a:lnTo>
                    <a:pt x="428676" y="622252"/>
                  </a:lnTo>
                  <a:lnTo>
                    <a:pt x="431140" y="622252"/>
                  </a:lnTo>
                  <a:lnTo>
                    <a:pt x="433603" y="622252"/>
                  </a:lnTo>
                  <a:lnTo>
                    <a:pt x="436067" y="622252"/>
                  </a:lnTo>
                  <a:lnTo>
                    <a:pt x="438531" y="622252"/>
                  </a:lnTo>
                  <a:lnTo>
                    <a:pt x="440994" y="622252"/>
                  </a:lnTo>
                  <a:lnTo>
                    <a:pt x="443458" y="622252"/>
                  </a:lnTo>
                  <a:lnTo>
                    <a:pt x="445922" y="622252"/>
                  </a:lnTo>
                  <a:lnTo>
                    <a:pt x="448385" y="622252"/>
                  </a:lnTo>
                  <a:lnTo>
                    <a:pt x="450849" y="622252"/>
                  </a:lnTo>
                  <a:lnTo>
                    <a:pt x="453312" y="622252"/>
                  </a:lnTo>
                  <a:lnTo>
                    <a:pt x="455776" y="622252"/>
                  </a:lnTo>
                  <a:lnTo>
                    <a:pt x="458240" y="622252"/>
                  </a:lnTo>
                  <a:lnTo>
                    <a:pt x="460703" y="622252"/>
                  </a:lnTo>
                  <a:lnTo>
                    <a:pt x="463167" y="622252"/>
                  </a:lnTo>
                  <a:lnTo>
                    <a:pt x="465631" y="622252"/>
                  </a:lnTo>
                  <a:lnTo>
                    <a:pt x="468094" y="622252"/>
                  </a:lnTo>
                  <a:lnTo>
                    <a:pt x="470558" y="622252"/>
                  </a:lnTo>
                  <a:lnTo>
                    <a:pt x="473022" y="622251"/>
                  </a:lnTo>
                  <a:lnTo>
                    <a:pt x="475485" y="622251"/>
                  </a:lnTo>
                  <a:lnTo>
                    <a:pt x="477949" y="622250"/>
                  </a:lnTo>
                  <a:lnTo>
                    <a:pt x="480413" y="622249"/>
                  </a:lnTo>
                  <a:lnTo>
                    <a:pt x="482876" y="622248"/>
                  </a:lnTo>
                  <a:lnTo>
                    <a:pt x="485340" y="622246"/>
                  </a:lnTo>
                  <a:lnTo>
                    <a:pt x="487804" y="622244"/>
                  </a:lnTo>
                  <a:lnTo>
                    <a:pt x="490267" y="622241"/>
                  </a:lnTo>
                  <a:lnTo>
                    <a:pt x="492731" y="622236"/>
                  </a:lnTo>
                  <a:lnTo>
                    <a:pt x="495195" y="622230"/>
                  </a:lnTo>
                  <a:lnTo>
                    <a:pt x="497658" y="622222"/>
                  </a:lnTo>
                  <a:lnTo>
                    <a:pt x="500122" y="622211"/>
                  </a:lnTo>
                  <a:lnTo>
                    <a:pt x="502586" y="622197"/>
                  </a:lnTo>
                  <a:lnTo>
                    <a:pt x="505049" y="622178"/>
                  </a:lnTo>
                  <a:lnTo>
                    <a:pt x="507513" y="622154"/>
                  </a:lnTo>
                  <a:lnTo>
                    <a:pt x="509977" y="622125"/>
                  </a:lnTo>
                  <a:lnTo>
                    <a:pt x="512440" y="622089"/>
                  </a:lnTo>
                  <a:lnTo>
                    <a:pt x="514904" y="622044"/>
                  </a:lnTo>
                  <a:lnTo>
                    <a:pt x="517368" y="621990"/>
                  </a:lnTo>
                  <a:lnTo>
                    <a:pt x="519831" y="621923"/>
                  </a:lnTo>
                  <a:lnTo>
                    <a:pt x="522295" y="621844"/>
                  </a:lnTo>
                  <a:lnTo>
                    <a:pt x="524759" y="621751"/>
                  </a:lnTo>
                  <a:lnTo>
                    <a:pt x="527222" y="621644"/>
                  </a:lnTo>
                  <a:lnTo>
                    <a:pt x="529686" y="621522"/>
                  </a:lnTo>
                  <a:lnTo>
                    <a:pt x="532150" y="621384"/>
                  </a:lnTo>
                  <a:lnTo>
                    <a:pt x="534613" y="621229"/>
                  </a:lnTo>
                  <a:lnTo>
                    <a:pt x="537077" y="621056"/>
                  </a:lnTo>
                  <a:lnTo>
                    <a:pt x="539541" y="620866"/>
                  </a:lnTo>
                  <a:lnTo>
                    <a:pt x="542004" y="620660"/>
                  </a:lnTo>
                  <a:lnTo>
                    <a:pt x="544468" y="620439"/>
                  </a:lnTo>
                  <a:lnTo>
                    <a:pt x="546931" y="620204"/>
                  </a:lnTo>
                  <a:lnTo>
                    <a:pt x="549395" y="619956"/>
                  </a:lnTo>
                  <a:lnTo>
                    <a:pt x="551859" y="619696"/>
                  </a:lnTo>
                  <a:lnTo>
                    <a:pt x="554322" y="619426"/>
                  </a:lnTo>
                  <a:lnTo>
                    <a:pt x="556786" y="619143"/>
                  </a:lnTo>
                  <a:lnTo>
                    <a:pt x="559250" y="618849"/>
                  </a:lnTo>
                  <a:lnTo>
                    <a:pt x="561713" y="618545"/>
                  </a:lnTo>
                  <a:lnTo>
                    <a:pt x="564177" y="618228"/>
                  </a:lnTo>
                  <a:lnTo>
                    <a:pt x="566641" y="617896"/>
                  </a:lnTo>
                  <a:lnTo>
                    <a:pt x="569104" y="617546"/>
                  </a:lnTo>
                  <a:lnTo>
                    <a:pt x="571568" y="617175"/>
                  </a:lnTo>
                  <a:lnTo>
                    <a:pt x="574032" y="616777"/>
                  </a:lnTo>
                  <a:lnTo>
                    <a:pt x="576495" y="616342"/>
                  </a:lnTo>
                  <a:lnTo>
                    <a:pt x="578959" y="615867"/>
                  </a:lnTo>
                  <a:lnTo>
                    <a:pt x="581423" y="615348"/>
                  </a:lnTo>
                  <a:lnTo>
                    <a:pt x="583886" y="614776"/>
                  </a:lnTo>
                  <a:lnTo>
                    <a:pt x="586350" y="614147"/>
                  </a:lnTo>
                  <a:lnTo>
                    <a:pt x="588814" y="613456"/>
                  </a:lnTo>
                  <a:lnTo>
                    <a:pt x="591277" y="612696"/>
                  </a:lnTo>
                  <a:lnTo>
                    <a:pt x="593741" y="611856"/>
                  </a:lnTo>
                  <a:lnTo>
                    <a:pt x="596205" y="610936"/>
                  </a:lnTo>
                  <a:lnTo>
                    <a:pt x="598668" y="609941"/>
                  </a:lnTo>
                  <a:lnTo>
                    <a:pt x="601132" y="608870"/>
                  </a:lnTo>
                  <a:lnTo>
                    <a:pt x="603596" y="607727"/>
                  </a:lnTo>
                  <a:lnTo>
                    <a:pt x="606059" y="606514"/>
                  </a:lnTo>
                  <a:lnTo>
                    <a:pt x="608523" y="605237"/>
                  </a:lnTo>
                  <a:lnTo>
                    <a:pt x="610987" y="603901"/>
                  </a:lnTo>
                  <a:lnTo>
                    <a:pt x="613450" y="602508"/>
                  </a:lnTo>
                  <a:lnTo>
                    <a:pt x="615914" y="601076"/>
                  </a:lnTo>
                  <a:lnTo>
                    <a:pt x="618378" y="599613"/>
                  </a:lnTo>
                  <a:lnTo>
                    <a:pt x="620841" y="598129"/>
                  </a:lnTo>
                  <a:lnTo>
                    <a:pt x="623305" y="596633"/>
                  </a:lnTo>
                  <a:lnTo>
                    <a:pt x="625769" y="595131"/>
                  </a:lnTo>
                  <a:lnTo>
                    <a:pt x="628232" y="593632"/>
                  </a:lnTo>
                  <a:lnTo>
                    <a:pt x="630696" y="592143"/>
                  </a:lnTo>
                  <a:lnTo>
                    <a:pt x="633159" y="590670"/>
                  </a:lnTo>
                  <a:lnTo>
                    <a:pt x="635623" y="589214"/>
                  </a:lnTo>
                  <a:lnTo>
                    <a:pt x="638087" y="587775"/>
                  </a:lnTo>
                  <a:lnTo>
                    <a:pt x="640550" y="586354"/>
                  </a:lnTo>
                  <a:lnTo>
                    <a:pt x="643014" y="584948"/>
                  </a:lnTo>
                  <a:lnTo>
                    <a:pt x="645478" y="583554"/>
                  </a:lnTo>
                  <a:lnTo>
                    <a:pt x="647941" y="582168"/>
                  </a:lnTo>
                  <a:lnTo>
                    <a:pt x="650405" y="580786"/>
                  </a:lnTo>
                  <a:lnTo>
                    <a:pt x="652869" y="579400"/>
                  </a:lnTo>
                  <a:lnTo>
                    <a:pt x="655332" y="578006"/>
                  </a:lnTo>
                  <a:lnTo>
                    <a:pt x="657796" y="576600"/>
                  </a:lnTo>
                  <a:lnTo>
                    <a:pt x="660260" y="575180"/>
                  </a:lnTo>
                  <a:lnTo>
                    <a:pt x="662723" y="573743"/>
                  </a:lnTo>
                  <a:lnTo>
                    <a:pt x="665187" y="572287"/>
                  </a:lnTo>
                  <a:lnTo>
                    <a:pt x="667651" y="570812"/>
                  </a:lnTo>
                  <a:lnTo>
                    <a:pt x="670114" y="569318"/>
                  </a:lnTo>
                  <a:lnTo>
                    <a:pt x="672578" y="567811"/>
                  </a:lnTo>
                  <a:lnTo>
                    <a:pt x="675042" y="566294"/>
                  </a:lnTo>
                  <a:lnTo>
                    <a:pt x="677505" y="564773"/>
                  </a:lnTo>
                  <a:lnTo>
                    <a:pt x="679969" y="563251"/>
                  </a:lnTo>
                  <a:lnTo>
                    <a:pt x="682433" y="561735"/>
                  </a:lnTo>
                  <a:lnTo>
                    <a:pt x="684896" y="560231"/>
                  </a:lnTo>
                  <a:lnTo>
                    <a:pt x="687360" y="558750"/>
                  </a:lnTo>
                  <a:lnTo>
                    <a:pt x="689824" y="557300"/>
                  </a:lnTo>
                  <a:lnTo>
                    <a:pt x="692287" y="555888"/>
                  </a:lnTo>
                  <a:lnTo>
                    <a:pt x="694751" y="554523"/>
                  </a:lnTo>
                  <a:lnTo>
                    <a:pt x="697215" y="553212"/>
                  </a:lnTo>
                  <a:lnTo>
                    <a:pt x="699678" y="551964"/>
                  </a:lnTo>
                  <a:lnTo>
                    <a:pt x="702142" y="550787"/>
                  </a:lnTo>
                  <a:lnTo>
                    <a:pt x="704606" y="549691"/>
                  </a:lnTo>
                  <a:lnTo>
                    <a:pt x="707069" y="548699"/>
                  </a:lnTo>
                  <a:lnTo>
                    <a:pt x="709533" y="547803"/>
                  </a:lnTo>
                  <a:lnTo>
                    <a:pt x="711997" y="547008"/>
                  </a:lnTo>
                  <a:lnTo>
                    <a:pt x="714460" y="546317"/>
                  </a:lnTo>
                  <a:lnTo>
                    <a:pt x="716924" y="545731"/>
                  </a:lnTo>
                  <a:lnTo>
                    <a:pt x="719388" y="545250"/>
                  </a:lnTo>
                  <a:lnTo>
                    <a:pt x="721851" y="544870"/>
                  </a:lnTo>
                  <a:lnTo>
                    <a:pt x="724315" y="544594"/>
                  </a:lnTo>
                  <a:lnTo>
                    <a:pt x="726778" y="544415"/>
                  </a:lnTo>
                  <a:lnTo>
                    <a:pt x="729242" y="544312"/>
                  </a:lnTo>
                  <a:lnTo>
                    <a:pt x="731706" y="544275"/>
                  </a:lnTo>
                  <a:lnTo>
                    <a:pt x="734169" y="544293"/>
                  </a:lnTo>
                  <a:lnTo>
                    <a:pt x="736633" y="544352"/>
                  </a:lnTo>
                  <a:lnTo>
                    <a:pt x="739097" y="544440"/>
                  </a:lnTo>
                  <a:lnTo>
                    <a:pt x="741560" y="544544"/>
                  </a:lnTo>
                  <a:lnTo>
                    <a:pt x="744024" y="544649"/>
                  </a:lnTo>
                  <a:lnTo>
                    <a:pt x="746488" y="544741"/>
                  </a:lnTo>
                  <a:lnTo>
                    <a:pt x="748951" y="544809"/>
                  </a:lnTo>
                  <a:lnTo>
                    <a:pt x="751415" y="544844"/>
                  </a:lnTo>
                  <a:lnTo>
                    <a:pt x="753879" y="544836"/>
                  </a:lnTo>
                  <a:lnTo>
                    <a:pt x="756342" y="544776"/>
                  </a:lnTo>
                  <a:lnTo>
                    <a:pt x="758806" y="544656"/>
                  </a:lnTo>
                  <a:lnTo>
                    <a:pt x="761270" y="544466"/>
                  </a:lnTo>
                  <a:lnTo>
                    <a:pt x="763733" y="544185"/>
                  </a:lnTo>
                  <a:lnTo>
                    <a:pt x="766197" y="543815"/>
                  </a:lnTo>
                  <a:lnTo>
                    <a:pt x="768661" y="543345"/>
                  </a:lnTo>
                  <a:lnTo>
                    <a:pt x="771124" y="542764"/>
                  </a:lnTo>
                  <a:lnTo>
                    <a:pt x="773588" y="542060"/>
                  </a:lnTo>
                  <a:lnTo>
                    <a:pt x="776052" y="541220"/>
                  </a:lnTo>
                  <a:lnTo>
                    <a:pt x="778515" y="540231"/>
                  </a:lnTo>
                  <a:lnTo>
                    <a:pt x="780979" y="539058"/>
                  </a:lnTo>
                  <a:lnTo>
                    <a:pt x="783443" y="537689"/>
                  </a:lnTo>
                  <a:lnTo>
                    <a:pt x="785906" y="536122"/>
                  </a:lnTo>
                  <a:lnTo>
                    <a:pt x="788370" y="534344"/>
                  </a:lnTo>
                  <a:lnTo>
                    <a:pt x="790834" y="532345"/>
                  </a:lnTo>
                  <a:lnTo>
                    <a:pt x="793297" y="530116"/>
                  </a:lnTo>
                  <a:lnTo>
                    <a:pt x="795761" y="527651"/>
                  </a:lnTo>
                  <a:lnTo>
                    <a:pt x="798225" y="524947"/>
                  </a:lnTo>
                  <a:lnTo>
                    <a:pt x="800688" y="521962"/>
                  </a:lnTo>
                  <a:lnTo>
                    <a:pt x="803152" y="518740"/>
                  </a:lnTo>
                  <a:lnTo>
                    <a:pt x="805616" y="515286"/>
                  </a:lnTo>
                  <a:lnTo>
                    <a:pt x="808079" y="511607"/>
                  </a:lnTo>
                  <a:lnTo>
                    <a:pt x="810543" y="507707"/>
                  </a:lnTo>
                  <a:lnTo>
                    <a:pt x="813006" y="503591"/>
                  </a:lnTo>
                  <a:lnTo>
                    <a:pt x="815470" y="499259"/>
                  </a:lnTo>
                  <a:lnTo>
                    <a:pt x="817934" y="494694"/>
                  </a:lnTo>
                  <a:lnTo>
                    <a:pt x="820397" y="489876"/>
                  </a:lnTo>
                  <a:lnTo>
                    <a:pt x="822861" y="484808"/>
                  </a:lnTo>
                  <a:lnTo>
                    <a:pt x="825325" y="479468"/>
                  </a:lnTo>
                  <a:lnTo>
                    <a:pt x="827788" y="473820"/>
                  </a:lnTo>
                  <a:lnTo>
                    <a:pt x="830252" y="467826"/>
                  </a:lnTo>
                  <a:lnTo>
                    <a:pt x="832716" y="461437"/>
                  </a:lnTo>
                  <a:lnTo>
                    <a:pt x="835179" y="454599"/>
                  </a:lnTo>
                  <a:lnTo>
                    <a:pt x="837643" y="447171"/>
                  </a:lnTo>
                  <a:lnTo>
                    <a:pt x="840107" y="439118"/>
                  </a:lnTo>
                  <a:lnTo>
                    <a:pt x="842570" y="430392"/>
                  </a:lnTo>
                  <a:lnTo>
                    <a:pt x="845034" y="420926"/>
                  </a:lnTo>
                  <a:lnTo>
                    <a:pt x="847498" y="410656"/>
                  </a:lnTo>
                  <a:lnTo>
                    <a:pt x="849961" y="399518"/>
                  </a:lnTo>
                  <a:lnTo>
                    <a:pt x="852425" y="387461"/>
                  </a:lnTo>
                  <a:lnTo>
                    <a:pt x="854889" y="374410"/>
                  </a:lnTo>
                  <a:lnTo>
                    <a:pt x="857352" y="360202"/>
                  </a:lnTo>
                  <a:lnTo>
                    <a:pt x="859816" y="344974"/>
                  </a:lnTo>
                  <a:lnTo>
                    <a:pt x="862280" y="328733"/>
                  </a:lnTo>
                  <a:lnTo>
                    <a:pt x="864743" y="311506"/>
                  </a:lnTo>
                  <a:lnTo>
                    <a:pt x="867207" y="293338"/>
                  </a:lnTo>
                  <a:lnTo>
                    <a:pt x="869671" y="274299"/>
                  </a:lnTo>
                  <a:lnTo>
                    <a:pt x="872134" y="254476"/>
                  </a:lnTo>
                  <a:lnTo>
                    <a:pt x="874598" y="233939"/>
                  </a:lnTo>
                  <a:lnTo>
                    <a:pt x="877062" y="212887"/>
                  </a:lnTo>
                  <a:lnTo>
                    <a:pt x="879525" y="191553"/>
                  </a:lnTo>
                  <a:lnTo>
                    <a:pt x="881989" y="170135"/>
                  </a:lnTo>
                  <a:lnTo>
                    <a:pt x="884453" y="148850"/>
                  </a:lnTo>
                  <a:lnTo>
                    <a:pt x="886916" y="127934"/>
                  </a:lnTo>
                  <a:lnTo>
                    <a:pt x="889380" y="107633"/>
                  </a:lnTo>
                  <a:lnTo>
                    <a:pt x="891844" y="88207"/>
                  </a:lnTo>
                  <a:lnTo>
                    <a:pt x="894307" y="70171"/>
                  </a:lnTo>
                  <a:lnTo>
                    <a:pt x="896771" y="53674"/>
                  </a:lnTo>
                  <a:lnTo>
                    <a:pt x="899235" y="38955"/>
                  </a:lnTo>
                  <a:lnTo>
                    <a:pt x="901698" y="26258"/>
                  </a:lnTo>
                  <a:lnTo>
                    <a:pt x="904162" y="15809"/>
                  </a:lnTo>
                  <a:lnTo>
                    <a:pt x="906625" y="7811"/>
                  </a:lnTo>
                  <a:lnTo>
                    <a:pt x="909089" y="2439"/>
                  </a:lnTo>
                  <a:lnTo>
                    <a:pt x="911553" y="0"/>
                  </a:lnTo>
                  <a:lnTo>
                    <a:pt x="914016" y="812"/>
                  </a:lnTo>
                  <a:lnTo>
                    <a:pt x="916480" y="4573"/>
                  </a:lnTo>
                  <a:lnTo>
                    <a:pt x="918944" y="11280"/>
                  </a:lnTo>
                  <a:lnTo>
                    <a:pt x="921407" y="20889"/>
                  </a:lnTo>
                  <a:lnTo>
                    <a:pt x="923871" y="33316"/>
                  </a:lnTo>
                  <a:lnTo>
                    <a:pt x="926335" y="48434"/>
                  </a:lnTo>
                  <a:lnTo>
                    <a:pt x="928798" y="66082"/>
                  </a:lnTo>
                  <a:lnTo>
                    <a:pt x="931262" y="86310"/>
                  </a:lnTo>
                  <a:lnTo>
                    <a:pt x="933726" y="108648"/>
                  </a:lnTo>
                  <a:lnTo>
                    <a:pt x="936189" y="132700"/>
                  </a:lnTo>
                  <a:lnTo>
                    <a:pt x="938653" y="158176"/>
                  </a:lnTo>
                  <a:lnTo>
                    <a:pt x="941117" y="184776"/>
                  </a:lnTo>
                  <a:lnTo>
                    <a:pt x="943580" y="212196"/>
                  </a:lnTo>
                  <a:lnTo>
                    <a:pt x="946044" y="240127"/>
                  </a:lnTo>
                  <a:lnTo>
                    <a:pt x="948508" y="268265"/>
                  </a:lnTo>
                  <a:lnTo>
                    <a:pt x="950971" y="296233"/>
                  </a:lnTo>
                  <a:lnTo>
                    <a:pt x="953435" y="323733"/>
                  </a:lnTo>
                  <a:lnTo>
                    <a:pt x="955899" y="350524"/>
                  </a:lnTo>
                  <a:lnTo>
                    <a:pt x="958362" y="376391"/>
                  </a:lnTo>
                  <a:lnTo>
                    <a:pt x="960826" y="401145"/>
                  </a:lnTo>
                  <a:lnTo>
                    <a:pt x="963290" y="424626"/>
                  </a:lnTo>
                  <a:lnTo>
                    <a:pt x="965753" y="446702"/>
                  </a:lnTo>
                  <a:lnTo>
                    <a:pt x="968217" y="467139"/>
                  </a:lnTo>
                  <a:lnTo>
                    <a:pt x="970681" y="485840"/>
                  </a:lnTo>
                  <a:lnTo>
                    <a:pt x="973144" y="502926"/>
                  </a:lnTo>
                  <a:lnTo>
                    <a:pt x="975608" y="518399"/>
                  </a:lnTo>
                  <a:lnTo>
                    <a:pt x="978072" y="532282"/>
                  </a:lnTo>
                  <a:lnTo>
                    <a:pt x="980535" y="544620"/>
                  </a:lnTo>
                  <a:lnTo>
                    <a:pt x="982999" y="555472"/>
                  </a:lnTo>
                  <a:lnTo>
                    <a:pt x="985463" y="564913"/>
                  </a:lnTo>
                  <a:lnTo>
                    <a:pt x="987926" y="572845"/>
                  </a:lnTo>
                  <a:lnTo>
                    <a:pt x="990390" y="579556"/>
                  </a:lnTo>
                  <a:lnTo>
                    <a:pt x="992853" y="585178"/>
                  </a:lnTo>
                  <a:lnTo>
                    <a:pt x="995317" y="589813"/>
                  </a:lnTo>
                  <a:lnTo>
                    <a:pt x="997781" y="593561"/>
                  </a:lnTo>
                  <a:lnTo>
                    <a:pt x="1000244" y="596519"/>
                  </a:lnTo>
                  <a:lnTo>
                    <a:pt x="1002708" y="598782"/>
                  </a:lnTo>
                  <a:lnTo>
                    <a:pt x="1005172" y="600417"/>
                  </a:lnTo>
                  <a:lnTo>
                    <a:pt x="1007635" y="601482"/>
                  </a:lnTo>
                  <a:lnTo>
                    <a:pt x="1010099" y="602132"/>
                  </a:lnTo>
                  <a:lnTo>
                    <a:pt x="1012563" y="602434"/>
                  </a:lnTo>
                  <a:lnTo>
                    <a:pt x="1015026" y="602449"/>
                  </a:lnTo>
                  <a:lnTo>
                    <a:pt x="1017490" y="602233"/>
                  </a:lnTo>
                  <a:lnTo>
                    <a:pt x="1019954" y="601837"/>
                  </a:lnTo>
                  <a:lnTo>
                    <a:pt x="1022417" y="601305"/>
                  </a:lnTo>
                  <a:lnTo>
                    <a:pt x="1024881" y="600673"/>
                  </a:lnTo>
                  <a:lnTo>
                    <a:pt x="1027345" y="599989"/>
                  </a:lnTo>
                  <a:lnTo>
                    <a:pt x="1029808" y="599287"/>
                  </a:lnTo>
                  <a:lnTo>
                    <a:pt x="1032272" y="598590"/>
                  </a:lnTo>
                  <a:lnTo>
                    <a:pt x="1034736" y="597918"/>
                  </a:lnTo>
                  <a:lnTo>
                    <a:pt x="1037199" y="597288"/>
                  </a:lnTo>
                  <a:lnTo>
                    <a:pt x="1039663" y="596712"/>
                  </a:lnTo>
                  <a:lnTo>
                    <a:pt x="1042127" y="596200"/>
                  </a:lnTo>
                  <a:lnTo>
                    <a:pt x="1044590" y="595768"/>
                  </a:lnTo>
                  <a:lnTo>
                    <a:pt x="1047054" y="595407"/>
                  </a:lnTo>
                  <a:lnTo>
                    <a:pt x="1049518" y="595113"/>
                  </a:lnTo>
                  <a:lnTo>
                    <a:pt x="1051981" y="594882"/>
                  </a:lnTo>
                  <a:lnTo>
                    <a:pt x="1054445" y="594708"/>
                  </a:lnTo>
                  <a:lnTo>
                    <a:pt x="1056909" y="594582"/>
                  </a:lnTo>
                  <a:lnTo>
                    <a:pt x="1059372" y="594496"/>
                  </a:lnTo>
                  <a:lnTo>
                    <a:pt x="1061836" y="594439"/>
                  </a:lnTo>
                  <a:lnTo>
                    <a:pt x="1064300" y="594400"/>
                  </a:lnTo>
                  <a:lnTo>
                    <a:pt x="1066763" y="594364"/>
                  </a:lnTo>
                  <a:lnTo>
                    <a:pt x="1069227" y="594322"/>
                  </a:lnTo>
                  <a:lnTo>
                    <a:pt x="1071691" y="594262"/>
                  </a:lnTo>
                  <a:lnTo>
                    <a:pt x="1074154" y="594177"/>
                  </a:lnTo>
                  <a:lnTo>
                    <a:pt x="1076618" y="594057"/>
                  </a:lnTo>
                  <a:lnTo>
                    <a:pt x="1079082" y="593892"/>
                  </a:lnTo>
                  <a:lnTo>
                    <a:pt x="1081545" y="593665"/>
                  </a:lnTo>
                  <a:lnTo>
                    <a:pt x="1084009" y="593371"/>
                  </a:lnTo>
                  <a:lnTo>
                    <a:pt x="1086472" y="593002"/>
                  </a:lnTo>
                  <a:lnTo>
                    <a:pt x="1088936" y="592550"/>
                  </a:lnTo>
                  <a:lnTo>
                    <a:pt x="1091400" y="592003"/>
                  </a:lnTo>
                  <a:lnTo>
                    <a:pt x="1093863" y="591352"/>
                  </a:lnTo>
                  <a:lnTo>
                    <a:pt x="1096327" y="590586"/>
                  </a:lnTo>
                  <a:lnTo>
                    <a:pt x="1098791" y="589690"/>
                  </a:lnTo>
                  <a:lnTo>
                    <a:pt x="1101254" y="588636"/>
                  </a:lnTo>
                  <a:lnTo>
                    <a:pt x="1103718" y="587430"/>
                  </a:lnTo>
                  <a:lnTo>
                    <a:pt x="1106182" y="586065"/>
                  </a:lnTo>
                  <a:lnTo>
                    <a:pt x="1108645" y="584533"/>
                  </a:lnTo>
                  <a:lnTo>
                    <a:pt x="1111109" y="582829"/>
                  </a:lnTo>
                  <a:lnTo>
                    <a:pt x="1113573" y="580950"/>
                  </a:lnTo>
                  <a:lnTo>
                    <a:pt x="1116036" y="578894"/>
                  </a:lnTo>
                  <a:lnTo>
                    <a:pt x="1118500" y="576648"/>
                  </a:lnTo>
                  <a:lnTo>
                    <a:pt x="1120964" y="574224"/>
                  </a:lnTo>
                  <a:lnTo>
                    <a:pt x="1123427" y="571646"/>
                  </a:lnTo>
                  <a:lnTo>
                    <a:pt x="1125891" y="568931"/>
                  </a:lnTo>
                  <a:lnTo>
                    <a:pt x="1128355" y="566094"/>
                  </a:lnTo>
                  <a:lnTo>
                    <a:pt x="1130818" y="563158"/>
                  </a:lnTo>
                  <a:lnTo>
                    <a:pt x="1133282" y="560144"/>
                  </a:lnTo>
                  <a:lnTo>
                    <a:pt x="1135746" y="557080"/>
                  </a:lnTo>
                  <a:lnTo>
                    <a:pt x="1138209" y="553996"/>
                  </a:lnTo>
                  <a:lnTo>
                    <a:pt x="1140673" y="550930"/>
                  </a:lnTo>
                  <a:lnTo>
                    <a:pt x="1143137" y="547914"/>
                  </a:lnTo>
                  <a:lnTo>
                    <a:pt x="1145600" y="544977"/>
                  </a:lnTo>
                  <a:lnTo>
                    <a:pt x="1148064" y="542150"/>
                  </a:lnTo>
                  <a:lnTo>
                    <a:pt x="1150528" y="539461"/>
                  </a:lnTo>
                  <a:lnTo>
                    <a:pt x="1152991" y="536938"/>
                  </a:lnTo>
                  <a:lnTo>
                    <a:pt x="1155455" y="534621"/>
                  </a:lnTo>
                  <a:lnTo>
                    <a:pt x="1157919" y="532553"/>
                  </a:lnTo>
                  <a:lnTo>
                    <a:pt x="1160382" y="530731"/>
                  </a:lnTo>
                  <a:lnTo>
                    <a:pt x="1162846" y="529173"/>
                  </a:lnTo>
                  <a:lnTo>
                    <a:pt x="1165310" y="527894"/>
                  </a:lnTo>
                  <a:lnTo>
                    <a:pt x="1167773" y="526908"/>
                  </a:lnTo>
                  <a:lnTo>
                    <a:pt x="1170237" y="526224"/>
                  </a:lnTo>
                  <a:lnTo>
                    <a:pt x="1172701" y="525851"/>
                  </a:lnTo>
                  <a:lnTo>
                    <a:pt x="1175164" y="525836"/>
                  </a:lnTo>
                  <a:lnTo>
                    <a:pt x="1177628" y="526156"/>
                  </a:lnTo>
                  <a:lnTo>
                    <a:pt x="1180091" y="526796"/>
                  </a:lnTo>
                  <a:lnTo>
                    <a:pt x="1182555" y="527752"/>
                  </a:lnTo>
                  <a:lnTo>
                    <a:pt x="1185019" y="529020"/>
                  </a:lnTo>
                  <a:lnTo>
                    <a:pt x="1187482" y="530594"/>
                  </a:lnTo>
                  <a:lnTo>
                    <a:pt x="1189946" y="532465"/>
                  </a:lnTo>
                  <a:lnTo>
                    <a:pt x="1192410" y="534628"/>
                  </a:lnTo>
                  <a:lnTo>
                    <a:pt x="1194873" y="537102"/>
                  </a:lnTo>
                  <a:lnTo>
                    <a:pt x="1197337" y="539826"/>
                  </a:lnTo>
                  <a:lnTo>
                    <a:pt x="1199801" y="542779"/>
                  </a:lnTo>
                  <a:lnTo>
                    <a:pt x="1202264" y="545940"/>
                  </a:lnTo>
                  <a:lnTo>
                    <a:pt x="1204728" y="549286"/>
                  </a:lnTo>
                  <a:lnTo>
                    <a:pt x="1207192" y="552789"/>
                  </a:lnTo>
                  <a:lnTo>
                    <a:pt x="1209655" y="556423"/>
                  </a:lnTo>
                  <a:lnTo>
                    <a:pt x="1212119" y="560163"/>
                  </a:lnTo>
                  <a:lnTo>
                    <a:pt x="1214583" y="563968"/>
                  </a:lnTo>
                  <a:lnTo>
                    <a:pt x="1217046" y="567798"/>
                  </a:lnTo>
                  <a:lnTo>
                    <a:pt x="1219510" y="571621"/>
                  </a:lnTo>
                  <a:lnTo>
                    <a:pt x="1221974" y="575406"/>
                  </a:lnTo>
                  <a:lnTo>
                    <a:pt x="1224437" y="579126"/>
                  </a:lnTo>
                  <a:lnTo>
                    <a:pt x="1226901" y="582752"/>
                  </a:lnTo>
                  <a:lnTo>
                    <a:pt x="1229365" y="586260"/>
                  </a:lnTo>
                  <a:lnTo>
                    <a:pt x="1231828" y="589600"/>
                  </a:lnTo>
                  <a:lnTo>
                    <a:pt x="1234292" y="592772"/>
                  </a:lnTo>
                  <a:lnTo>
                    <a:pt x="1236756" y="595765"/>
                  </a:lnTo>
                  <a:lnTo>
                    <a:pt x="1239219" y="598569"/>
                  </a:lnTo>
                  <a:lnTo>
                    <a:pt x="1241683" y="601179"/>
                  </a:lnTo>
                  <a:lnTo>
                    <a:pt x="1244147" y="603590"/>
                  </a:lnTo>
                  <a:lnTo>
                    <a:pt x="1246610" y="605803"/>
                  </a:lnTo>
                  <a:lnTo>
                    <a:pt x="1249074" y="607813"/>
                  </a:lnTo>
                  <a:lnTo>
                    <a:pt x="1251538" y="609610"/>
                  </a:lnTo>
                  <a:lnTo>
                    <a:pt x="1254001" y="611230"/>
                  </a:lnTo>
                  <a:lnTo>
                    <a:pt x="1256465" y="612681"/>
                  </a:lnTo>
                  <a:lnTo>
                    <a:pt x="1258929" y="613976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2433616" y="5540669"/>
              <a:ext cx="1258929" cy="613228"/>
            </a:xfrm>
            <a:custGeom>
              <a:avLst/>
              <a:pathLst>
                <a:path w="1258929" h="613228">
                  <a:moveTo>
                    <a:pt x="0" y="613228"/>
                  </a:moveTo>
                  <a:lnTo>
                    <a:pt x="2463" y="613228"/>
                  </a:lnTo>
                  <a:lnTo>
                    <a:pt x="4927" y="613228"/>
                  </a:lnTo>
                  <a:lnTo>
                    <a:pt x="7390" y="613228"/>
                  </a:lnTo>
                  <a:lnTo>
                    <a:pt x="9854" y="613228"/>
                  </a:lnTo>
                  <a:lnTo>
                    <a:pt x="12318" y="613228"/>
                  </a:lnTo>
                  <a:lnTo>
                    <a:pt x="14781" y="613228"/>
                  </a:lnTo>
                  <a:lnTo>
                    <a:pt x="17245" y="613228"/>
                  </a:lnTo>
                  <a:lnTo>
                    <a:pt x="19709" y="613228"/>
                  </a:lnTo>
                  <a:lnTo>
                    <a:pt x="22172" y="613228"/>
                  </a:lnTo>
                  <a:lnTo>
                    <a:pt x="24636" y="613228"/>
                  </a:lnTo>
                  <a:lnTo>
                    <a:pt x="27100" y="613228"/>
                  </a:lnTo>
                  <a:lnTo>
                    <a:pt x="29563" y="613228"/>
                  </a:lnTo>
                  <a:lnTo>
                    <a:pt x="32027" y="613228"/>
                  </a:lnTo>
                  <a:lnTo>
                    <a:pt x="34491" y="613228"/>
                  </a:lnTo>
                  <a:lnTo>
                    <a:pt x="36954" y="613228"/>
                  </a:lnTo>
                  <a:lnTo>
                    <a:pt x="39418" y="613228"/>
                  </a:lnTo>
                  <a:lnTo>
                    <a:pt x="41882" y="613228"/>
                  </a:lnTo>
                  <a:lnTo>
                    <a:pt x="44345" y="613228"/>
                  </a:lnTo>
                  <a:lnTo>
                    <a:pt x="46809" y="613228"/>
                  </a:lnTo>
                  <a:lnTo>
                    <a:pt x="49273" y="613228"/>
                  </a:lnTo>
                  <a:lnTo>
                    <a:pt x="51736" y="613228"/>
                  </a:lnTo>
                  <a:lnTo>
                    <a:pt x="54200" y="613228"/>
                  </a:lnTo>
                  <a:lnTo>
                    <a:pt x="56664" y="613228"/>
                  </a:lnTo>
                  <a:lnTo>
                    <a:pt x="59127" y="613228"/>
                  </a:lnTo>
                  <a:lnTo>
                    <a:pt x="61591" y="613228"/>
                  </a:lnTo>
                  <a:lnTo>
                    <a:pt x="64055" y="613228"/>
                  </a:lnTo>
                  <a:lnTo>
                    <a:pt x="66518" y="613228"/>
                  </a:lnTo>
                  <a:lnTo>
                    <a:pt x="68982" y="613228"/>
                  </a:lnTo>
                  <a:lnTo>
                    <a:pt x="71446" y="613228"/>
                  </a:lnTo>
                  <a:lnTo>
                    <a:pt x="73909" y="613228"/>
                  </a:lnTo>
                  <a:lnTo>
                    <a:pt x="76373" y="613228"/>
                  </a:lnTo>
                  <a:lnTo>
                    <a:pt x="78837" y="613228"/>
                  </a:lnTo>
                  <a:lnTo>
                    <a:pt x="81300" y="613228"/>
                  </a:lnTo>
                  <a:lnTo>
                    <a:pt x="83764" y="613228"/>
                  </a:lnTo>
                  <a:lnTo>
                    <a:pt x="86228" y="613228"/>
                  </a:lnTo>
                  <a:lnTo>
                    <a:pt x="88691" y="613228"/>
                  </a:lnTo>
                  <a:lnTo>
                    <a:pt x="91155" y="613228"/>
                  </a:lnTo>
                  <a:lnTo>
                    <a:pt x="93618" y="613228"/>
                  </a:lnTo>
                  <a:lnTo>
                    <a:pt x="96082" y="613228"/>
                  </a:lnTo>
                  <a:lnTo>
                    <a:pt x="98546" y="613228"/>
                  </a:lnTo>
                  <a:lnTo>
                    <a:pt x="101009" y="613228"/>
                  </a:lnTo>
                  <a:lnTo>
                    <a:pt x="103473" y="613228"/>
                  </a:lnTo>
                  <a:lnTo>
                    <a:pt x="105937" y="613228"/>
                  </a:lnTo>
                  <a:lnTo>
                    <a:pt x="108400" y="613228"/>
                  </a:lnTo>
                  <a:lnTo>
                    <a:pt x="110864" y="613228"/>
                  </a:lnTo>
                  <a:lnTo>
                    <a:pt x="113328" y="613228"/>
                  </a:lnTo>
                  <a:lnTo>
                    <a:pt x="115791" y="613228"/>
                  </a:lnTo>
                  <a:lnTo>
                    <a:pt x="118255" y="613228"/>
                  </a:lnTo>
                  <a:lnTo>
                    <a:pt x="120719" y="613228"/>
                  </a:lnTo>
                  <a:lnTo>
                    <a:pt x="123182" y="613228"/>
                  </a:lnTo>
                  <a:lnTo>
                    <a:pt x="125646" y="613228"/>
                  </a:lnTo>
                  <a:lnTo>
                    <a:pt x="128110" y="613228"/>
                  </a:lnTo>
                  <a:lnTo>
                    <a:pt x="130573" y="613228"/>
                  </a:lnTo>
                  <a:lnTo>
                    <a:pt x="133037" y="613228"/>
                  </a:lnTo>
                  <a:lnTo>
                    <a:pt x="135501" y="613228"/>
                  </a:lnTo>
                  <a:lnTo>
                    <a:pt x="137964" y="613228"/>
                  </a:lnTo>
                  <a:lnTo>
                    <a:pt x="140428" y="613228"/>
                  </a:lnTo>
                  <a:lnTo>
                    <a:pt x="142892" y="613228"/>
                  </a:lnTo>
                  <a:lnTo>
                    <a:pt x="145355" y="613228"/>
                  </a:lnTo>
                  <a:lnTo>
                    <a:pt x="147819" y="613228"/>
                  </a:lnTo>
                  <a:lnTo>
                    <a:pt x="150283" y="613228"/>
                  </a:lnTo>
                  <a:lnTo>
                    <a:pt x="152746" y="613228"/>
                  </a:lnTo>
                  <a:lnTo>
                    <a:pt x="155210" y="613228"/>
                  </a:lnTo>
                  <a:lnTo>
                    <a:pt x="157674" y="613228"/>
                  </a:lnTo>
                  <a:lnTo>
                    <a:pt x="160137" y="613228"/>
                  </a:lnTo>
                  <a:lnTo>
                    <a:pt x="162601" y="613228"/>
                  </a:lnTo>
                  <a:lnTo>
                    <a:pt x="165065" y="613228"/>
                  </a:lnTo>
                  <a:lnTo>
                    <a:pt x="167528" y="613228"/>
                  </a:lnTo>
                  <a:lnTo>
                    <a:pt x="169992" y="613228"/>
                  </a:lnTo>
                  <a:lnTo>
                    <a:pt x="172456" y="613228"/>
                  </a:lnTo>
                  <a:lnTo>
                    <a:pt x="174919" y="613228"/>
                  </a:lnTo>
                  <a:lnTo>
                    <a:pt x="177383" y="613228"/>
                  </a:lnTo>
                  <a:lnTo>
                    <a:pt x="179847" y="613228"/>
                  </a:lnTo>
                  <a:lnTo>
                    <a:pt x="182310" y="613228"/>
                  </a:lnTo>
                  <a:lnTo>
                    <a:pt x="184774" y="613228"/>
                  </a:lnTo>
                  <a:lnTo>
                    <a:pt x="187237" y="613228"/>
                  </a:lnTo>
                  <a:lnTo>
                    <a:pt x="189701" y="613228"/>
                  </a:lnTo>
                  <a:lnTo>
                    <a:pt x="192165" y="613228"/>
                  </a:lnTo>
                  <a:lnTo>
                    <a:pt x="194628" y="613228"/>
                  </a:lnTo>
                  <a:lnTo>
                    <a:pt x="197092" y="613228"/>
                  </a:lnTo>
                  <a:lnTo>
                    <a:pt x="199556" y="613228"/>
                  </a:lnTo>
                  <a:lnTo>
                    <a:pt x="202019" y="613228"/>
                  </a:lnTo>
                  <a:lnTo>
                    <a:pt x="204483" y="613228"/>
                  </a:lnTo>
                  <a:lnTo>
                    <a:pt x="206947" y="613228"/>
                  </a:lnTo>
                  <a:lnTo>
                    <a:pt x="209410" y="613228"/>
                  </a:lnTo>
                  <a:lnTo>
                    <a:pt x="211874" y="613228"/>
                  </a:lnTo>
                  <a:lnTo>
                    <a:pt x="214338" y="613228"/>
                  </a:lnTo>
                  <a:lnTo>
                    <a:pt x="216801" y="613228"/>
                  </a:lnTo>
                  <a:lnTo>
                    <a:pt x="219265" y="613228"/>
                  </a:lnTo>
                  <a:lnTo>
                    <a:pt x="221729" y="613228"/>
                  </a:lnTo>
                  <a:lnTo>
                    <a:pt x="224192" y="613228"/>
                  </a:lnTo>
                  <a:lnTo>
                    <a:pt x="226656" y="613228"/>
                  </a:lnTo>
                  <a:lnTo>
                    <a:pt x="229120" y="613228"/>
                  </a:lnTo>
                  <a:lnTo>
                    <a:pt x="231583" y="613228"/>
                  </a:lnTo>
                  <a:lnTo>
                    <a:pt x="234047" y="613228"/>
                  </a:lnTo>
                  <a:lnTo>
                    <a:pt x="236511" y="613228"/>
                  </a:lnTo>
                  <a:lnTo>
                    <a:pt x="238974" y="613228"/>
                  </a:lnTo>
                  <a:lnTo>
                    <a:pt x="241438" y="613228"/>
                  </a:lnTo>
                  <a:lnTo>
                    <a:pt x="243902" y="613228"/>
                  </a:lnTo>
                  <a:lnTo>
                    <a:pt x="246365" y="613228"/>
                  </a:lnTo>
                  <a:lnTo>
                    <a:pt x="248829" y="613228"/>
                  </a:lnTo>
                  <a:lnTo>
                    <a:pt x="251293" y="613228"/>
                  </a:lnTo>
                  <a:lnTo>
                    <a:pt x="253756" y="613228"/>
                  </a:lnTo>
                  <a:lnTo>
                    <a:pt x="256220" y="613228"/>
                  </a:lnTo>
                  <a:lnTo>
                    <a:pt x="258684" y="613228"/>
                  </a:lnTo>
                  <a:lnTo>
                    <a:pt x="261147" y="613228"/>
                  </a:lnTo>
                  <a:lnTo>
                    <a:pt x="263611" y="613228"/>
                  </a:lnTo>
                  <a:lnTo>
                    <a:pt x="266075" y="613228"/>
                  </a:lnTo>
                  <a:lnTo>
                    <a:pt x="268538" y="613228"/>
                  </a:lnTo>
                  <a:lnTo>
                    <a:pt x="271002" y="613228"/>
                  </a:lnTo>
                  <a:lnTo>
                    <a:pt x="273465" y="613228"/>
                  </a:lnTo>
                  <a:lnTo>
                    <a:pt x="275929" y="613228"/>
                  </a:lnTo>
                  <a:lnTo>
                    <a:pt x="278393" y="613228"/>
                  </a:lnTo>
                  <a:lnTo>
                    <a:pt x="280856" y="613228"/>
                  </a:lnTo>
                  <a:lnTo>
                    <a:pt x="283320" y="613228"/>
                  </a:lnTo>
                  <a:lnTo>
                    <a:pt x="285784" y="613228"/>
                  </a:lnTo>
                  <a:lnTo>
                    <a:pt x="288247" y="613228"/>
                  </a:lnTo>
                  <a:lnTo>
                    <a:pt x="290711" y="613228"/>
                  </a:lnTo>
                  <a:lnTo>
                    <a:pt x="293175" y="613228"/>
                  </a:lnTo>
                  <a:lnTo>
                    <a:pt x="295638" y="613228"/>
                  </a:lnTo>
                  <a:lnTo>
                    <a:pt x="298102" y="613228"/>
                  </a:lnTo>
                  <a:lnTo>
                    <a:pt x="300566" y="613228"/>
                  </a:lnTo>
                  <a:lnTo>
                    <a:pt x="303029" y="613228"/>
                  </a:lnTo>
                  <a:lnTo>
                    <a:pt x="305493" y="613228"/>
                  </a:lnTo>
                  <a:lnTo>
                    <a:pt x="307957" y="613228"/>
                  </a:lnTo>
                  <a:lnTo>
                    <a:pt x="310420" y="613228"/>
                  </a:lnTo>
                  <a:lnTo>
                    <a:pt x="312884" y="613228"/>
                  </a:lnTo>
                  <a:lnTo>
                    <a:pt x="315348" y="613228"/>
                  </a:lnTo>
                  <a:lnTo>
                    <a:pt x="317811" y="613228"/>
                  </a:lnTo>
                  <a:lnTo>
                    <a:pt x="320275" y="613228"/>
                  </a:lnTo>
                  <a:lnTo>
                    <a:pt x="322739" y="613228"/>
                  </a:lnTo>
                  <a:lnTo>
                    <a:pt x="325202" y="613228"/>
                  </a:lnTo>
                  <a:lnTo>
                    <a:pt x="327666" y="613228"/>
                  </a:lnTo>
                  <a:lnTo>
                    <a:pt x="330130" y="613228"/>
                  </a:lnTo>
                  <a:lnTo>
                    <a:pt x="332593" y="613228"/>
                  </a:lnTo>
                  <a:lnTo>
                    <a:pt x="335057" y="613228"/>
                  </a:lnTo>
                  <a:lnTo>
                    <a:pt x="337521" y="613228"/>
                  </a:lnTo>
                  <a:lnTo>
                    <a:pt x="339984" y="613228"/>
                  </a:lnTo>
                  <a:lnTo>
                    <a:pt x="342448" y="613228"/>
                  </a:lnTo>
                  <a:lnTo>
                    <a:pt x="344912" y="613228"/>
                  </a:lnTo>
                  <a:lnTo>
                    <a:pt x="347375" y="613228"/>
                  </a:lnTo>
                  <a:lnTo>
                    <a:pt x="349839" y="613228"/>
                  </a:lnTo>
                  <a:lnTo>
                    <a:pt x="352303" y="613228"/>
                  </a:lnTo>
                  <a:lnTo>
                    <a:pt x="354766" y="613228"/>
                  </a:lnTo>
                  <a:lnTo>
                    <a:pt x="357230" y="613228"/>
                  </a:lnTo>
                  <a:lnTo>
                    <a:pt x="359694" y="613228"/>
                  </a:lnTo>
                  <a:lnTo>
                    <a:pt x="362157" y="613228"/>
                  </a:lnTo>
                  <a:lnTo>
                    <a:pt x="364621" y="613228"/>
                  </a:lnTo>
                  <a:lnTo>
                    <a:pt x="367084" y="613228"/>
                  </a:lnTo>
                  <a:lnTo>
                    <a:pt x="369548" y="613228"/>
                  </a:lnTo>
                  <a:lnTo>
                    <a:pt x="372012" y="613228"/>
                  </a:lnTo>
                  <a:lnTo>
                    <a:pt x="374475" y="613228"/>
                  </a:lnTo>
                  <a:lnTo>
                    <a:pt x="376939" y="613228"/>
                  </a:lnTo>
                  <a:lnTo>
                    <a:pt x="379403" y="613228"/>
                  </a:lnTo>
                  <a:lnTo>
                    <a:pt x="381866" y="613228"/>
                  </a:lnTo>
                  <a:lnTo>
                    <a:pt x="384330" y="613228"/>
                  </a:lnTo>
                  <a:lnTo>
                    <a:pt x="386794" y="613228"/>
                  </a:lnTo>
                  <a:lnTo>
                    <a:pt x="389257" y="613228"/>
                  </a:lnTo>
                  <a:lnTo>
                    <a:pt x="391721" y="613228"/>
                  </a:lnTo>
                  <a:lnTo>
                    <a:pt x="394185" y="613228"/>
                  </a:lnTo>
                  <a:lnTo>
                    <a:pt x="396648" y="613228"/>
                  </a:lnTo>
                  <a:lnTo>
                    <a:pt x="399112" y="613228"/>
                  </a:lnTo>
                  <a:lnTo>
                    <a:pt x="401576" y="613228"/>
                  </a:lnTo>
                  <a:lnTo>
                    <a:pt x="404039" y="613228"/>
                  </a:lnTo>
                  <a:lnTo>
                    <a:pt x="406503" y="613228"/>
                  </a:lnTo>
                  <a:lnTo>
                    <a:pt x="408967" y="613228"/>
                  </a:lnTo>
                  <a:lnTo>
                    <a:pt x="411430" y="613228"/>
                  </a:lnTo>
                  <a:lnTo>
                    <a:pt x="413894" y="613228"/>
                  </a:lnTo>
                  <a:lnTo>
                    <a:pt x="416358" y="613228"/>
                  </a:lnTo>
                  <a:lnTo>
                    <a:pt x="418821" y="613228"/>
                  </a:lnTo>
                  <a:lnTo>
                    <a:pt x="421285" y="613228"/>
                  </a:lnTo>
                  <a:lnTo>
                    <a:pt x="423749" y="613228"/>
                  </a:lnTo>
                  <a:lnTo>
                    <a:pt x="426212" y="613228"/>
                  </a:lnTo>
                  <a:lnTo>
                    <a:pt x="428676" y="613228"/>
                  </a:lnTo>
                  <a:lnTo>
                    <a:pt x="431140" y="613228"/>
                  </a:lnTo>
                  <a:lnTo>
                    <a:pt x="433603" y="613228"/>
                  </a:lnTo>
                  <a:lnTo>
                    <a:pt x="436067" y="613228"/>
                  </a:lnTo>
                  <a:lnTo>
                    <a:pt x="438531" y="613228"/>
                  </a:lnTo>
                  <a:lnTo>
                    <a:pt x="440994" y="613228"/>
                  </a:lnTo>
                  <a:lnTo>
                    <a:pt x="443458" y="613228"/>
                  </a:lnTo>
                  <a:lnTo>
                    <a:pt x="445922" y="613228"/>
                  </a:lnTo>
                  <a:lnTo>
                    <a:pt x="448385" y="613228"/>
                  </a:lnTo>
                  <a:lnTo>
                    <a:pt x="450849" y="613228"/>
                  </a:lnTo>
                  <a:lnTo>
                    <a:pt x="453312" y="613228"/>
                  </a:lnTo>
                  <a:lnTo>
                    <a:pt x="455776" y="613228"/>
                  </a:lnTo>
                  <a:lnTo>
                    <a:pt x="458240" y="613228"/>
                  </a:lnTo>
                  <a:lnTo>
                    <a:pt x="460703" y="613228"/>
                  </a:lnTo>
                  <a:lnTo>
                    <a:pt x="463167" y="613228"/>
                  </a:lnTo>
                  <a:lnTo>
                    <a:pt x="465631" y="613228"/>
                  </a:lnTo>
                  <a:lnTo>
                    <a:pt x="468094" y="613228"/>
                  </a:lnTo>
                  <a:lnTo>
                    <a:pt x="470558" y="613228"/>
                  </a:lnTo>
                  <a:lnTo>
                    <a:pt x="473022" y="613228"/>
                  </a:lnTo>
                  <a:lnTo>
                    <a:pt x="475485" y="613228"/>
                  </a:lnTo>
                  <a:lnTo>
                    <a:pt x="477949" y="613228"/>
                  </a:lnTo>
                  <a:lnTo>
                    <a:pt x="480413" y="613228"/>
                  </a:lnTo>
                  <a:lnTo>
                    <a:pt x="482876" y="613228"/>
                  </a:lnTo>
                  <a:lnTo>
                    <a:pt x="485340" y="613228"/>
                  </a:lnTo>
                  <a:lnTo>
                    <a:pt x="487804" y="613228"/>
                  </a:lnTo>
                  <a:lnTo>
                    <a:pt x="490267" y="613228"/>
                  </a:lnTo>
                  <a:lnTo>
                    <a:pt x="492731" y="613228"/>
                  </a:lnTo>
                  <a:lnTo>
                    <a:pt x="495195" y="613228"/>
                  </a:lnTo>
                  <a:lnTo>
                    <a:pt x="497658" y="613228"/>
                  </a:lnTo>
                  <a:lnTo>
                    <a:pt x="500122" y="613228"/>
                  </a:lnTo>
                  <a:lnTo>
                    <a:pt x="502586" y="613228"/>
                  </a:lnTo>
                  <a:lnTo>
                    <a:pt x="505049" y="613228"/>
                  </a:lnTo>
                  <a:lnTo>
                    <a:pt x="507513" y="613228"/>
                  </a:lnTo>
                  <a:lnTo>
                    <a:pt x="509977" y="613228"/>
                  </a:lnTo>
                  <a:lnTo>
                    <a:pt x="512440" y="613228"/>
                  </a:lnTo>
                  <a:lnTo>
                    <a:pt x="514904" y="613228"/>
                  </a:lnTo>
                  <a:lnTo>
                    <a:pt x="517368" y="613228"/>
                  </a:lnTo>
                  <a:lnTo>
                    <a:pt x="519831" y="613228"/>
                  </a:lnTo>
                  <a:lnTo>
                    <a:pt x="522295" y="613228"/>
                  </a:lnTo>
                  <a:lnTo>
                    <a:pt x="524759" y="613228"/>
                  </a:lnTo>
                  <a:lnTo>
                    <a:pt x="527222" y="613228"/>
                  </a:lnTo>
                  <a:lnTo>
                    <a:pt x="529686" y="613228"/>
                  </a:lnTo>
                  <a:lnTo>
                    <a:pt x="532150" y="613228"/>
                  </a:lnTo>
                  <a:lnTo>
                    <a:pt x="534613" y="613228"/>
                  </a:lnTo>
                  <a:lnTo>
                    <a:pt x="537077" y="613228"/>
                  </a:lnTo>
                  <a:lnTo>
                    <a:pt x="539541" y="613228"/>
                  </a:lnTo>
                  <a:lnTo>
                    <a:pt x="542004" y="613228"/>
                  </a:lnTo>
                  <a:lnTo>
                    <a:pt x="544468" y="613228"/>
                  </a:lnTo>
                  <a:lnTo>
                    <a:pt x="546931" y="613228"/>
                  </a:lnTo>
                  <a:lnTo>
                    <a:pt x="549395" y="613228"/>
                  </a:lnTo>
                  <a:lnTo>
                    <a:pt x="551859" y="613228"/>
                  </a:lnTo>
                  <a:lnTo>
                    <a:pt x="554322" y="613228"/>
                  </a:lnTo>
                  <a:lnTo>
                    <a:pt x="556786" y="613228"/>
                  </a:lnTo>
                  <a:lnTo>
                    <a:pt x="559250" y="613228"/>
                  </a:lnTo>
                  <a:lnTo>
                    <a:pt x="561713" y="613228"/>
                  </a:lnTo>
                  <a:lnTo>
                    <a:pt x="564177" y="613228"/>
                  </a:lnTo>
                  <a:lnTo>
                    <a:pt x="566641" y="613228"/>
                  </a:lnTo>
                  <a:lnTo>
                    <a:pt x="569104" y="613228"/>
                  </a:lnTo>
                  <a:lnTo>
                    <a:pt x="571568" y="613228"/>
                  </a:lnTo>
                  <a:lnTo>
                    <a:pt x="574032" y="613228"/>
                  </a:lnTo>
                  <a:lnTo>
                    <a:pt x="576495" y="613228"/>
                  </a:lnTo>
                  <a:lnTo>
                    <a:pt x="578959" y="613228"/>
                  </a:lnTo>
                  <a:lnTo>
                    <a:pt x="581423" y="613228"/>
                  </a:lnTo>
                  <a:lnTo>
                    <a:pt x="583886" y="613228"/>
                  </a:lnTo>
                  <a:lnTo>
                    <a:pt x="586350" y="613228"/>
                  </a:lnTo>
                  <a:lnTo>
                    <a:pt x="588814" y="613228"/>
                  </a:lnTo>
                  <a:lnTo>
                    <a:pt x="591277" y="613228"/>
                  </a:lnTo>
                  <a:lnTo>
                    <a:pt x="593741" y="613228"/>
                  </a:lnTo>
                  <a:lnTo>
                    <a:pt x="596205" y="613228"/>
                  </a:lnTo>
                  <a:lnTo>
                    <a:pt x="598668" y="613228"/>
                  </a:lnTo>
                  <a:lnTo>
                    <a:pt x="601132" y="613228"/>
                  </a:lnTo>
                  <a:lnTo>
                    <a:pt x="603596" y="613228"/>
                  </a:lnTo>
                  <a:lnTo>
                    <a:pt x="606059" y="613228"/>
                  </a:lnTo>
                  <a:lnTo>
                    <a:pt x="608523" y="613228"/>
                  </a:lnTo>
                  <a:lnTo>
                    <a:pt x="610987" y="613228"/>
                  </a:lnTo>
                  <a:lnTo>
                    <a:pt x="613450" y="613228"/>
                  </a:lnTo>
                  <a:lnTo>
                    <a:pt x="615914" y="613228"/>
                  </a:lnTo>
                  <a:lnTo>
                    <a:pt x="618378" y="613228"/>
                  </a:lnTo>
                  <a:lnTo>
                    <a:pt x="620841" y="613228"/>
                  </a:lnTo>
                  <a:lnTo>
                    <a:pt x="623305" y="613228"/>
                  </a:lnTo>
                  <a:lnTo>
                    <a:pt x="625769" y="613228"/>
                  </a:lnTo>
                  <a:lnTo>
                    <a:pt x="628232" y="613228"/>
                  </a:lnTo>
                  <a:lnTo>
                    <a:pt x="630696" y="613228"/>
                  </a:lnTo>
                  <a:lnTo>
                    <a:pt x="633159" y="613228"/>
                  </a:lnTo>
                  <a:lnTo>
                    <a:pt x="635623" y="613228"/>
                  </a:lnTo>
                  <a:lnTo>
                    <a:pt x="638087" y="613228"/>
                  </a:lnTo>
                  <a:lnTo>
                    <a:pt x="640550" y="613228"/>
                  </a:lnTo>
                  <a:lnTo>
                    <a:pt x="643014" y="613228"/>
                  </a:lnTo>
                  <a:lnTo>
                    <a:pt x="645478" y="613228"/>
                  </a:lnTo>
                  <a:lnTo>
                    <a:pt x="647941" y="613228"/>
                  </a:lnTo>
                  <a:lnTo>
                    <a:pt x="650405" y="613228"/>
                  </a:lnTo>
                  <a:lnTo>
                    <a:pt x="652869" y="613228"/>
                  </a:lnTo>
                  <a:lnTo>
                    <a:pt x="655332" y="613228"/>
                  </a:lnTo>
                  <a:lnTo>
                    <a:pt x="657796" y="613228"/>
                  </a:lnTo>
                  <a:lnTo>
                    <a:pt x="660260" y="613228"/>
                  </a:lnTo>
                  <a:lnTo>
                    <a:pt x="662723" y="613228"/>
                  </a:lnTo>
                  <a:lnTo>
                    <a:pt x="665187" y="613228"/>
                  </a:lnTo>
                  <a:lnTo>
                    <a:pt x="667651" y="613228"/>
                  </a:lnTo>
                  <a:lnTo>
                    <a:pt x="670114" y="613228"/>
                  </a:lnTo>
                  <a:lnTo>
                    <a:pt x="672578" y="613228"/>
                  </a:lnTo>
                  <a:lnTo>
                    <a:pt x="675042" y="613228"/>
                  </a:lnTo>
                  <a:lnTo>
                    <a:pt x="677505" y="613228"/>
                  </a:lnTo>
                  <a:lnTo>
                    <a:pt x="679969" y="613228"/>
                  </a:lnTo>
                  <a:lnTo>
                    <a:pt x="682433" y="613228"/>
                  </a:lnTo>
                  <a:lnTo>
                    <a:pt x="684896" y="613228"/>
                  </a:lnTo>
                  <a:lnTo>
                    <a:pt x="687360" y="613228"/>
                  </a:lnTo>
                  <a:lnTo>
                    <a:pt x="689824" y="613228"/>
                  </a:lnTo>
                  <a:lnTo>
                    <a:pt x="692287" y="613228"/>
                  </a:lnTo>
                  <a:lnTo>
                    <a:pt x="694751" y="613228"/>
                  </a:lnTo>
                  <a:lnTo>
                    <a:pt x="697215" y="613228"/>
                  </a:lnTo>
                  <a:lnTo>
                    <a:pt x="699678" y="613228"/>
                  </a:lnTo>
                  <a:lnTo>
                    <a:pt x="702142" y="613228"/>
                  </a:lnTo>
                  <a:lnTo>
                    <a:pt x="704606" y="613228"/>
                  </a:lnTo>
                  <a:lnTo>
                    <a:pt x="707069" y="613228"/>
                  </a:lnTo>
                  <a:lnTo>
                    <a:pt x="709533" y="613228"/>
                  </a:lnTo>
                  <a:lnTo>
                    <a:pt x="711997" y="613228"/>
                  </a:lnTo>
                  <a:lnTo>
                    <a:pt x="714460" y="613228"/>
                  </a:lnTo>
                  <a:lnTo>
                    <a:pt x="716924" y="613228"/>
                  </a:lnTo>
                  <a:lnTo>
                    <a:pt x="719388" y="613228"/>
                  </a:lnTo>
                  <a:lnTo>
                    <a:pt x="721851" y="613228"/>
                  </a:lnTo>
                  <a:lnTo>
                    <a:pt x="724315" y="613228"/>
                  </a:lnTo>
                  <a:lnTo>
                    <a:pt x="726778" y="613227"/>
                  </a:lnTo>
                  <a:lnTo>
                    <a:pt x="729242" y="613227"/>
                  </a:lnTo>
                  <a:lnTo>
                    <a:pt x="731706" y="613227"/>
                  </a:lnTo>
                  <a:lnTo>
                    <a:pt x="734169" y="613226"/>
                  </a:lnTo>
                  <a:lnTo>
                    <a:pt x="736633" y="613226"/>
                  </a:lnTo>
                  <a:lnTo>
                    <a:pt x="739097" y="613225"/>
                  </a:lnTo>
                  <a:lnTo>
                    <a:pt x="741560" y="613224"/>
                  </a:lnTo>
                  <a:lnTo>
                    <a:pt x="744024" y="613223"/>
                  </a:lnTo>
                  <a:lnTo>
                    <a:pt x="746488" y="613221"/>
                  </a:lnTo>
                  <a:lnTo>
                    <a:pt x="748951" y="613219"/>
                  </a:lnTo>
                  <a:lnTo>
                    <a:pt x="751415" y="613217"/>
                  </a:lnTo>
                  <a:lnTo>
                    <a:pt x="753879" y="613213"/>
                  </a:lnTo>
                  <a:lnTo>
                    <a:pt x="756342" y="613209"/>
                  </a:lnTo>
                  <a:lnTo>
                    <a:pt x="758806" y="613204"/>
                  </a:lnTo>
                  <a:lnTo>
                    <a:pt x="761270" y="613198"/>
                  </a:lnTo>
                  <a:lnTo>
                    <a:pt x="763733" y="613190"/>
                  </a:lnTo>
                  <a:lnTo>
                    <a:pt x="766197" y="613180"/>
                  </a:lnTo>
                  <a:lnTo>
                    <a:pt x="768661" y="613168"/>
                  </a:lnTo>
                  <a:lnTo>
                    <a:pt x="771124" y="613154"/>
                  </a:lnTo>
                  <a:lnTo>
                    <a:pt x="773588" y="613137"/>
                  </a:lnTo>
                  <a:lnTo>
                    <a:pt x="776052" y="613117"/>
                  </a:lnTo>
                  <a:lnTo>
                    <a:pt x="778515" y="613093"/>
                  </a:lnTo>
                  <a:lnTo>
                    <a:pt x="780979" y="613064"/>
                  </a:lnTo>
                  <a:lnTo>
                    <a:pt x="783443" y="613031"/>
                  </a:lnTo>
                  <a:lnTo>
                    <a:pt x="785906" y="612992"/>
                  </a:lnTo>
                  <a:lnTo>
                    <a:pt x="788370" y="612947"/>
                  </a:lnTo>
                  <a:lnTo>
                    <a:pt x="790834" y="612896"/>
                  </a:lnTo>
                  <a:lnTo>
                    <a:pt x="793297" y="612839"/>
                  </a:lnTo>
                  <a:lnTo>
                    <a:pt x="795761" y="612773"/>
                  </a:lnTo>
                  <a:lnTo>
                    <a:pt x="798225" y="612699"/>
                  </a:lnTo>
                  <a:lnTo>
                    <a:pt x="800688" y="612616"/>
                  </a:lnTo>
                  <a:lnTo>
                    <a:pt x="803152" y="612524"/>
                  </a:lnTo>
                  <a:lnTo>
                    <a:pt x="805616" y="612423"/>
                  </a:lnTo>
                  <a:lnTo>
                    <a:pt x="808079" y="612313"/>
                  </a:lnTo>
                  <a:lnTo>
                    <a:pt x="810543" y="612193"/>
                  </a:lnTo>
                  <a:lnTo>
                    <a:pt x="813006" y="612061"/>
                  </a:lnTo>
                  <a:lnTo>
                    <a:pt x="815470" y="611919"/>
                  </a:lnTo>
                  <a:lnTo>
                    <a:pt x="817934" y="611767"/>
                  </a:lnTo>
                  <a:lnTo>
                    <a:pt x="820397" y="611606"/>
                  </a:lnTo>
                  <a:lnTo>
                    <a:pt x="822861" y="611434"/>
                  </a:lnTo>
                  <a:lnTo>
                    <a:pt x="825325" y="611253"/>
                  </a:lnTo>
                  <a:lnTo>
                    <a:pt x="827788" y="611061"/>
                  </a:lnTo>
                  <a:lnTo>
                    <a:pt x="830252" y="610858"/>
                  </a:lnTo>
                  <a:lnTo>
                    <a:pt x="832716" y="610646"/>
                  </a:lnTo>
                  <a:lnTo>
                    <a:pt x="835179" y="610425"/>
                  </a:lnTo>
                  <a:lnTo>
                    <a:pt x="837643" y="610193"/>
                  </a:lnTo>
                  <a:lnTo>
                    <a:pt x="840107" y="609951"/>
                  </a:lnTo>
                  <a:lnTo>
                    <a:pt x="842570" y="609694"/>
                  </a:lnTo>
                  <a:lnTo>
                    <a:pt x="845034" y="609425"/>
                  </a:lnTo>
                  <a:lnTo>
                    <a:pt x="847498" y="609142"/>
                  </a:lnTo>
                  <a:lnTo>
                    <a:pt x="849961" y="608844"/>
                  </a:lnTo>
                  <a:lnTo>
                    <a:pt x="852425" y="608528"/>
                  </a:lnTo>
                  <a:lnTo>
                    <a:pt x="854889" y="608193"/>
                  </a:lnTo>
                  <a:lnTo>
                    <a:pt x="857352" y="607832"/>
                  </a:lnTo>
                  <a:lnTo>
                    <a:pt x="859816" y="607444"/>
                  </a:lnTo>
                  <a:lnTo>
                    <a:pt x="862280" y="607028"/>
                  </a:lnTo>
                  <a:lnTo>
                    <a:pt x="864743" y="606580"/>
                  </a:lnTo>
                  <a:lnTo>
                    <a:pt x="867207" y="606098"/>
                  </a:lnTo>
                  <a:lnTo>
                    <a:pt x="869671" y="605578"/>
                  </a:lnTo>
                  <a:lnTo>
                    <a:pt x="872134" y="605009"/>
                  </a:lnTo>
                  <a:lnTo>
                    <a:pt x="874598" y="604392"/>
                  </a:lnTo>
                  <a:lnTo>
                    <a:pt x="877062" y="603727"/>
                  </a:lnTo>
                  <a:lnTo>
                    <a:pt x="879525" y="603011"/>
                  </a:lnTo>
                  <a:lnTo>
                    <a:pt x="881989" y="602243"/>
                  </a:lnTo>
                  <a:lnTo>
                    <a:pt x="884453" y="601420"/>
                  </a:lnTo>
                  <a:lnTo>
                    <a:pt x="886916" y="600533"/>
                  </a:lnTo>
                  <a:lnTo>
                    <a:pt x="889380" y="599584"/>
                  </a:lnTo>
                  <a:lnTo>
                    <a:pt x="891844" y="598579"/>
                  </a:lnTo>
                  <a:lnTo>
                    <a:pt x="894307" y="597518"/>
                  </a:lnTo>
                  <a:lnTo>
                    <a:pt x="896771" y="596402"/>
                  </a:lnTo>
                  <a:lnTo>
                    <a:pt x="899235" y="595233"/>
                  </a:lnTo>
                  <a:lnTo>
                    <a:pt x="901698" y="594007"/>
                  </a:lnTo>
                  <a:lnTo>
                    <a:pt x="904162" y="592729"/>
                  </a:lnTo>
                  <a:lnTo>
                    <a:pt x="906625" y="591407"/>
                  </a:lnTo>
                  <a:lnTo>
                    <a:pt x="909089" y="590045"/>
                  </a:lnTo>
                  <a:lnTo>
                    <a:pt x="911553" y="588647"/>
                  </a:lnTo>
                  <a:lnTo>
                    <a:pt x="914016" y="587215"/>
                  </a:lnTo>
                  <a:lnTo>
                    <a:pt x="916480" y="585751"/>
                  </a:lnTo>
                  <a:lnTo>
                    <a:pt x="918944" y="584259"/>
                  </a:lnTo>
                  <a:lnTo>
                    <a:pt x="921407" y="582745"/>
                  </a:lnTo>
                  <a:lnTo>
                    <a:pt x="923871" y="581212"/>
                  </a:lnTo>
                  <a:lnTo>
                    <a:pt x="926335" y="579663"/>
                  </a:lnTo>
                  <a:lnTo>
                    <a:pt x="928798" y="578098"/>
                  </a:lnTo>
                  <a:lnTo>
                    <a:pt x="931262" y="576519"/>
                  </a:lnTo>
                  <a:lnTo>
                    <a:pt x="933726" y="574926"/>
                  </a:lnTo>
                  <a:lnTo>
                    <a:pt x="936189" y="573320"/>
                  </a:lnTo>
                  <a:lnTo>
                    <a:pt x="938653" y="571701"/>
                  </a:lnTo>
                  <a:lnTo>
                    <a:pt x="941117" y="570069"/>
                  </a:lnTo>
                  <a:lnTo>
                    <a:pt x="943580" y="568423"/>
                  </a:lnTo>
                  <a:lnTo>
                    <a:pt x="946044" y="566762"/>
                  </a:lnTo>
                  <a:lnTo>
                    <a:pt x="948508" y="565081"/>
                  </a:lnTo>
                  <a:lnTo>
                    <a:pt x="950971" y="563382"/>
                  </a:lnTo>
                  <a:lnTo>
                    <a:pt x="953435" y="561664"/>
                  </a:lnTo>
                  <a:lnTo>
                    <a:pt x="955899" y="559927"/>
                  </a:lnTo>
                  <a:lnTo>
                    <a:pt x="958362" y="558171"/>
                  </a:lnTo>
                  <a:lnTo>
                    <a:pt x="960826" y="556395"/>
                  </a:lnTo>
                  <a:lnTo>
                    <a:pt x="963290" y="554596"/>
                  </a:lnTo>
                  <a:lnTo>
                    <a:pt x="965753" y="552781"/>
                  </a:lnTo>
                  <a:lnTo>
                    <a:pt x="968217" y="550951"/>
                  </a:lnTo>
                  <a:lnTo>
                    <a:pt x="970681" y="549109"/>
                  </a:lnTo>
                  <a:lnTo>
                    <a:pt x="973144" y="547258"/>
                  </a:lnTo>
                  <a:lnTo>
                    <a:pt x="975608" y="545400"/>
                  </a:lnTo>
                  <a:lnTo>
                    <a:pt x="978072" y="543543"/>
                  </a:lnTo>
                  <a:lnTo>
                    <a:pt x="980535" y="541692"/>
                  </a:lnTo>
                  <a:lnTo>
                    <a:pt x="982999" y="539851"/>
                  </a:lnTo>
                  <a:lnTo>
                    <a:pt x="985463" y="538028"/>
                  </a:lnTo>
                  <a:lnTo>
                    <a:pt x="987926" y="536228"/>
                  </a:lnTo>
                  <a:lnTo>
                    <a:pt x="990390" y="534456"/>
                  </a:lnTo>
                  <a:lnTo>
                    <a:pt x="992853" y="532729"/>
                  </a:lnTo>
                  <a:lnTo>
                    <a:pt x="995317" y="531049"/>
                  </a:lnTo>
                  <a:lnTo>
                    <a:pt x="997781" y="529421"/>
                  </a:lnTo>
                  <a:lnTo>
                    <a:pt x="1000244" y="527853"/>
                  </a:lnTo>
                  <a:lnTo>
                    <a:pt x="1002708" y="526350"/>
                  </a:lnTo>
                  <a:lnTo>
                    <a:pt x="1005172" y="524919"/>
                  </a:lnTo>
                  <a:lnTo>
                    <a:pt x="1007635" y="523580"/>
                  </a:lnTo>
                  <a:lnTo>
                    <a:pt x="1010099" y="522334"/>
                  </a:lnTo>
                  <a:lnTo>
                    <a:pt x="1012563" y="521179"/>
                  </a:lnTo>
                  <a:lnTo>
                    <a:pt x="1015026" y="520120"/>
                  </a:lnTo>
                  <a:lnTo>
                    <a:pt x="1017490" y="519160"/>
                  </a:lnTo>
                  <a:lnTo>
                    <a:pt x="1019954" y="518302"/>
                  </a:lnTo>
                  <a:lnTo>
                    <a:pt x="1022417" y="517562"/>
                  </a:lnTo>
                  <a:lnTo>
                    <a:pt x="1024881" y="516937"/>
                  </a:lnTo>
                  <a:lnTo>
                    <a:pt x="1027345" y="516414"/>
                  </a:lnTo>
                  <a:lnTo>
                    <a:pt x="1029808" y="515991"/>
                  </a:lnTo>
                  <a:lnTo>
                    <a:pt x="1032272" y="515665"/>
                  </a:lnTo>
                  <a:lnTo>
                    <a:pt x="1034736" y="515429"/>
                  </a:lnTo>
                  <a:lnTo>
                    <a:pt x="1037199" y="515287"/>
                  </a:lnTo>
                  <a:lnTo>
                    <a:pt x="1039663" y="515227"/>
                  </a:lnTo>
                  <a:lnTo>
                    <a:pt x="1042127" y="515229"/>
                  </a:lnTo>
                  <a:lnTo>
                    <a:pt x="1044590" y="515282"/>
                  </a:lnTo>
                  <a:lnTo>
                    <a:pt x="1047054" y="515374"/>
                  </a:lnTo>
                  <a:lnTo>
                    <a:pt x="1049518" y="515493"/>
                  </a:lnTo>
                  <a:lnTo>
                    <a:pt x="1051981" y="515624"/>
                  </a:lnTo>
                  <a:lnTo>
                    <a:pt x="1054445" y="515746"/>
                  </a:lnTo>
                  <a:lnTo>
                    <a:pt x="1056909" y="515844"/>
                  </a:lnTo>
                  <a:lnTo>
                    <a:pt x="1059372" y="515902"/>
                  </a:lnTo>
                  <a:lnTo>
                    <a:pt x="1061836" y="515906"/>
                  </a:lnTo>
                  <a:lnTo>
                    <a:pt x="1064300" y="515841"/>
                  </a:lnTo>
                  <a:lnTo>
                    <a:pt x="1066763" y="515688"/>
                  </a:lnTo>
                  <a:lnTo>
                    <a:pt x="1069227" y="515416"/>
                  </a:lnTo>
                  <a:lnTo>
                    <a:pt x="1071691" y="515028"/>
                  </a:lnTo>
                  <a:lnTo>
                    <a:pt x="1074154" y="514513"/>
                  </a:lnTo>
                  <a:lnTo>
                    <a:pt x="1076618" y="513859"/>
                  </a:lnTo>
                  <a:lnTo>
                    <a:pt x="1079082" y="513059"/>
                  </a:lnTo>
                  <a:lnTo>
                    <a:pt x="1081545" y="512096"/>
                  </a:lnTo>
                  <a:lnTo>
                    <a:pt x="1084009" y="510931"/>
                  </a:lnTo>
                  <a:lnTo>
                    <a:pt x="1086472" y="509591"/>
                  </a:lnTo>
                  <a:lnTo>
                    <a:pt x="1088936" y="508068"/>
                  </a:lnTo>
                  <a:lnTo>
                    <a:pt x="1091400" y="506359"/>
                  </a:lnTo>
                  <a:lnTo>
                    <a:pt x="1093863" y="504456"/>
                  </a:lnTo>
                  <a:lnTo>
                    <a:pt x="1096327" y="502352"/>
                  </a:lnTo>
                  <a:lnTo>
                    <a:pt x="1098791" y="499993"/>
                  </a:lnTo>
                  <a:lnTo>
                    <a:pt x="1101254" y="497419"/>
                  </a:lnTo>
                  <a:lnTo>
                    <a:pt x="1103718" y="494622"/>
                  </a:lnTo>
                  <a:lnTo>
                    <a:pt x="1106182" y="491594"/>
                  </a:lnTo>
                  <a:lnTo>
                    <a:pt x="1108645" y="488326"/>
                  </a:lnTo>
                  <a:lnTo>
                    <a:pt x="1111109" y="484806"/>
                  </a:lnTo>
                  <a:lnTo>
                    <a:pt x="1113573" y="480958"/>
                  </a:lnTo>
                  <a:lnTo>
                    <a:pt x="1116036" y="476818"/>
                  </a:lnTo>
                  <a:lnTo>
                    <a:pt x="1118500" y="472373"/>
                  </a:lnTo>
                  <a:lnTo>
                    <a:pt x="1120964" y="467606"/>
                  </a:lnTo>
                  <a:lnTo>
                    <a:pt x="1123427" y="462496"/>
                  </a:lnTo>
                  <a:lnTo>
                    <a:pt x="1125891" y="457023"/>
                  </a:lnTo>
                  <a:lnTo>
                    <a:pt x="1128355" y="451079"/>
                  </a:lnTo>
                  <a:lnTo>
                    <a:pt x="1130818" y="444692"/>
                  </a:lnTo>
                  <a:lnTo>
                    <a:pt x="1133282" y="437855"/>
                  </a:lnTo>
                  <a:lnTo>
                    <a:pt x="1135746" y="430543"/>
                  </a:lnTo>
                  <a:lnTo>
                    <a:pt x="1138209" y="422731"/>
                  </a:lnTo>
                  <a:lnTo>
                    <a:pt x="1140673" y="414396"/>
                  </a:lnTo>
                  <a:lnTo>
                    <a:pt x="1143137" y="405417"/>
                  </a:lnTo>
                  <a:lnTo>
                    <a:pt x="1145600" y="395820"/>
                  </a:lnTo>
                  <a:lnTo>
                    <a:pt x="1148064" y="385629"/>
                  </a:lnTo>
                  <a:lnTo>
                    <a:pt x="1150528" y="374833"/>
                  </a:lnTo>
                  <a:lnTo>
                    <a:pt x="1152991" y="363424"/>
                  </a:lnTo>
                  <a:lnTo>
                    <a:pt x="1155455" y="351397"/>
                  </a:lnTo>
                  <a:lnTo>
                    <a:pt x="1157919" y="338665"/>
                  </a:lnTo>
                  <a:lnTo>
                    <a:pt x="1160382" y="325270"/>
                  </a:lnTo>
                  <a:lnTo>
                    <a:pt x="1162846" y="311291"/>
                  </a:lnTo>
                  <a:lnTo>
                    <a:pt x="1165310" y="296755"/>
                  </a:lnTo>
                  <a:lnTo>
                    <a:pt x="1167773" y="281693"/>
                  </a:lnTo>
                  <a:lnTo>
                    <a:pt x="1170237" y="266144"/>
                  </a:lnTo>
                  <a:lnTo>
                    <a:pt x="1172701" y="250114"/>
                  </a:lnTo>
                  <a:lnTo>
                    <a:pt x="1175164" y="233683"/>
                  </a:lnTo>
                  <a:lnTo>
                    <a:pt x="1177628" y="216977"/>
                  </a:lnTo>
                  <a:lnTo>
                    <a:pt x="1180091" y="200074"/>
                  </a:lnTo>
                  <a:lnTo>
                    <a:pt x="1182555" y="183058"/>
                  </a:lnTo>
                  <a:lnTo>
                    <a:pt x="1185019" y="166020"/>
                  </a:lnTo>
                  <a:lnTo>
                    <a:pt x="1187482" y="149078"/>
                  </a:lnTo>
                  <a:lnTo>
                    <a:pt x="1189946" y="132403"/>
                  </a:lnTo>
                  <a:lnTo>
                    <a:pt x="1192410" y="116097"/>
                  </a:lnTo>
                  <a:lnTo>
                    <a:pt x="1194873" y="100280"/>
                  </a:lnTo>
                  <a:lnTo>
                    <a:pt x="1197337" y="85077"/>
                  </a:lnTo>
                  <a:lnTo>
                    <a:pt x="1199801" y="70613"/>
                  </a:lnTo>
                  <a:lnTo>
                    <a:pt x="1202264" y="57083"/>
                  </a:lnTo>
                  <a:lnTo>
                    <a:pt x="1204728" y="44792"/>
                  </a:lnTo>
                  <a:lnTo>
                    <a:pt x="1207192" y="33708"/>
                  </a:lnTo>
                  <a:lnTo>
                    <a:pt x="1209655" y="23952"/>
                  </a:lnTo>
                  <a:lnTo>
                    <a:pt x="1212119" y="15642"/>
                  </a:lnTo>
                  <a:lnTo>
                    <a:pt x="1214583" y="8890"/>
                  </a:lnTo>
                  <a:lnTo>
                    <a:pt x="1217046" y="3862"/>
                  </a:lnTo>
                  <a:lnTo>
                    <a:pt x="1219510" y="992"/>
                  </a:lnTo>
                  <a:lnTo>
                    <a:pt x="1221974" y="0"/>
                  </a:lnTo>
                  <a:lnTo>
                    <a:pt x="1224437" y="941"/>
                  </a:lnTo>
                  <a:lnTo>
                    <a:pt x="1226901" y="3857"/>
                  </a:lnTo>
                  <a:lnTo>
                    <a:pt x="1229365" y="8772"/>
                  </a:lnTo>
                  <a:lnTo>
                    <a:pt x="1231828" y="15710"/>
                  </a:lnTo>
                  <a:lnTo>
                    <a:pt x="1234292" y="25101"/>
                  </a:lnTo>
                  <a:lnTo>
                    <a:pt x="1236756" y="36423"/>
                  </a:lnTo>
                  <a:lnTo>
                    <a:pt x="1239219" y="49606"/>
                  </a:lnTo>
                  <a:lnTo>
                    <a:pt x="1241683" y="64565"/>
                  </a:lnTo>
                  <a:lnTo>
                    <a:pt x="1244147" y="81199"/>
                  </a:lnTo>
                  <a:lnTo>
                    <a:pt x="1246610" y="99390"/>
                  </a:lnTo>
                  <a:lnTo>
                    <a:pt x="1249074" y="119268"/>
                  </a:lnTo>
                  <a:lnTo>
                    <a:pt x="1251538" y="140340"/>
                  </a:lnTo>
                  <a:lnTo>
                    <a:pt x="1254001" y="162410"/>
                  </a:lnTo>
                  <a:lnTo>
                    <a:pt x="1256465" y="185301"/>
                  </a:lnTo>
                  <a:lnTo>
                    <a:pt x="1258929" y="208831"/>
                  </a:lnTo>
                  <a:lnTo>
                    <a:pt x="1258929" y="613228"/>
                  </a:lnTo>
                  <a:lnTo>
                    <a:pt x="1256465" y="613228"/>
                  </a:lnTo>
                  <a:lnTo>
                    <a:pt x="1254001" y="613228"/>
                  </a:lnTo>
                  <a:lnTo>
                    <a:pt x="1251538" y="613228"/>
                  </a:lnTo>
                  <a:lnTo>
                    <a:pt x="1249074" y="613228"/>
                  </a:lnTo>
                  <a:lnTo>
                    <a:pt x="1246610" y="613228"/>
                  </a:lnTo>
                  <a:lnTo>
                    <a:pt x="1244147" y="613228"/>
                  </a:lnTo>
                  <a:lnTo>
                    <a:pt x="1241683" y="613228"/>
                  </a:lnTo>
                  <a:lnTo>
                    <a:pt x="1239219" y="613228"/>
                  </a:lnTo>
                  <a:lnTo>
                    <a:pt x="1236756" y="613228"/>
                  </a:lnTo>
                  <a:lnTo>
                    <a:pt x="1234292" y="613228"/>
                  </a:lnTo>
                  <a:lnTo>
                    <a:pt x="1231828" y="613228"/>
                  </a:lnTo>
                  <a:lnTo>
                    <a:pt x="1229365" y="613228"/>
                  </a:lnTo>
                  <a:lnTo>
                    <a:pt x="1226901" y="613228"/>
                  </a:lnTo>
                  <a:lnTo>
                    <a:pt x="1224437" y="613228"/>
                  </a:lnTo>
                  <a:lnTo>
                    <a:pt x="1221974" y="613228"/>
                  </a:lnTo>
                  <a:lnTo>
                    <a:pt x="1219510" y="613228"/>
                  </a:lnTo>
                  <a:lnTo>
                    <a:pt x="1217046" y="613228"/>
                  </a:lnTo>
                  <a:lnTo>
                    <a:pt x="1214583" y="613228"/>
                  </a:lnTo>
                  <a:lnTo>
                    <a:pt x="1212119" y="613228"/>
                  </a:lnTo>
                  <a:lnTo>
                    <a:pt x="1209655" y="613228"/>
                  </a:lnTo>
                  <a:lnTo>
                    <a:pt x="1207192" y="613228"/>
                  </a:lnTo>
                  <a:lnTo>
                    <a:pt x="1204728" y="613228"/>
                  </a:lnTo>
                  <a:lnTo>
                    <a:pt x="1202264" y="613228"/>
                  </a:lnTo>
                  <a:lnTo>
                    <a:pt x="1199801" y="613228"/>
                  </a:lnTo>
                  <a:lnTo>
                    <a:pt x="1197337" y="613228"/>
                  </a:lnTo>
                  <a:lnTo>
                    <a:pt x="1194873" y="613228"/>
                  </a:lnTo>
                  <a:lnTo>
                    <a:pt x="1192410" y="613228"/>
                  </a:lnTo>
                  <a:lnTo>
                    <a:pt x="1189946" y="613228"/>
                  </a:lnTo>
                  <a:lnTo>
                    <a:pt x="1187482" y="613228"/>
                  </a:lnTo>
                  <a:lnTo>
                    <a:pt x="1185019" y="613228"/>
                  </a:lnTo>
                  <a:lnTo>
                    <a:pt x="1182555" y="613228"/>
                  </a:lnTo>
                  <a:lnTo>
                    <a:pt x="1180091" y="613228"/>
                  </a:lnTo>
                  <a:lnTo>
                    <a:pt x="1177628" y="613228"/>
                  </a:lnTo>
                  <a:lnTo>
                    <a:pt x="1175164" y="613228"/>
                  </a:lnTo>
                  <a:lnTo>
                    <a:pt x="1172701" y="613228"/>
                  </a:lnTo>
                  <a:lnTo>
                    <a:pt x="1170237" y="613228"/>
                  </a:lnTo>
                  <a:lnTo>
                    <a:pt x="1167773" y="613228"/>
                  </a:lnTo>
                  <a:lnTo>
                    <a:pt x="1165310" y="613228"/>
                  </a:lnTo>
                  <a:lnTo>
                    <a:pt x="1162846" y="613228"/>
                  </a:lnTo>
                  <a:lnTo>
                    <a:pt x="1160382" y="613228"/>
                  </a:lnTo>
                  <a:lnTo>
                    <a:pt x="1157919" y="613228"/>
                  </a:lnTo>
                  <a:lnTo>
                    <a:pt x="1155455" y="613228"/>
                  </a:lnTo>
                  <a:lnTo>
                    <a:pt x="1152991" y="613228"/>
                  </a:lnTo>
                  <a:lnTo>
                    <a:pt x="1150528" y="613228"/>
                  </a:lnTo>
                  <a:lnTo>
                    <a:pt x="1148064" y="613228"/>
                  </a:lnTo>
                  <a:lnTo>
                    <a:pt x="1145600" y="613228"/>
                  </a:lnTo>
                  <a:lnTo>
                    <a:pt x="1143137" y="613228"/>
                  </a:lnTo>
                  <a:lnTo>
                    <a:pt x="1140673" y="613228"/>
                  </a:lnTo>
                  <a:lnTo>
                    <a:pt x="1138209" y="613228"/>
                  </a:lnTo>
                  <a:lnTo>
                    <a:pt x="1135746" y="613228"/>
                  </a:lnTo>
                  <a:lnTo>
                    <a:pt x="1133282" y="613228"/>
                  </a:lnTo>
                  <a:lnTo>
                    <a:pt x="1130818" y="613228"/>
                  </a:lnTo>
                  <a:lnTo>
                    <a:pt x="1128355" y="613228"/>
                  </a:lnTo>
                  <a:lnTo>
                    <a:pt x="1125891" y="613228"/>
                  </a:lnTo>
                  <a:lnTo>
                    <a:pt x="1123427" y="613228"/>
                  </a:lnTo>
                  <a:lnTo>
                    <a:pt x="1120964" y="613228"/>
                  </a:lnTo>
                  <a:lnTo>
                    <a:pt x="1118500" y="613228"/>
                  </a:lnTo>
                  <a:lnTo>
                    <a:pt x="1116036" y="613228"/>
                  </a:lnTo>
                  <a:lnTo>
                    <a:pt x="1113573" y="613228"/>
                  </a:lnTo>
                  <a:lnTo>
                    <a:pt x="1111109" y="613228"/>
                  </a:lnTo>
                  <a:lnTo>
                    <a:pt x="1108645" y="613228"/>
                  </a:lnTo>
                  <a:lnTo>
                    <a:pt x="1106182" y="613228"/>
                  </a:lnTo>
                  <a:lnTo>
                    <a:pt x="1103718" y="613228"/>
                  </a:lnTo>
                  <a:lnTo>
                    <a:pt x="1101254" y="613228"/>
                  </a:lnTo>
                  <a:lnTo>
                    <a:pt x="1098791" y="613228"/>
                  </a:lnTo>
                  <a:lnTo>
                    <a:pt x="1096327" y="613228"/>
                  </a:lnTo>
                  <a:lnTo>
                    <a:pt x="1093863" y="613228"/>
                  </a:lnTo>
                  <a:lnTo>
                    <a:pt x="1091400" y="613228"/>
                  </a:lnTo>
                  <a:lnTo>
                    <a:pt x="1088936" y="613228"/>
                  </a:lnTo>
                  <a:lnTo>
                    <a:pt x="1086472" y="613228"/>
                  </a:lnTo>
                  <a:lnTo>
                    <a:pt x="1084009" y="613228"/>
                  </a:lnTo>
                  <a:lnTo>
                    <a:pt x="1081545" y="613228"/>
                  </a:lnTo>
                  <a:lnTo>
                    <a:pt x="1079082" y="613228"/>
                  </a:lnTo>
                  <a:lnTo>
                    <a:pt x="1076618" y="613228"/>
                  </a:lnTo>
                  <a:lnTo>
                    <a:pt x="1074154" y="613228"/>
                  </a:lnTo>
                  <a:lnTo>
                    <a:pt x="1071691" y="613228"/>
                  </a:lnTo>
                  <a:lnTo>
                    <a:pt x="1069227" y="613228"/>
                  </a:lnTo>
                  <a:lnTo>
                    <a:pt x="1066763" y="613228"/>
                  </a:lnTo>
                  <a:lnTo>
                    <a:pt x="1064300" y="613228"/>
                  </a:lnTo>
                  <a:lnTo>
                    <a:pt x="1061836" y="613228"/>
                  </a:lnTo>
                  <a:lnTo>
                    <a:pt x="1059372" y="613228"/>
                  </a:lnTo>
                  <a:lnTo>
                    <a:pt x="1056909" y="613228"/>
                  </a:lnTo>
                  <a:lnTo>
                    <a:pt x="1054445" y="613228"/>
                  </a:lnTo>
                  <a:lnTo>
                    <a:pt x="1051981" y="613228"/>
                  </a:lnTo>
                  <a:lnTo>
                    <a:pt x="1049518" y="613228"/>
                  </a:lnTo>
                  <a:lnTo>
                    <a:pt x="1047054" y="613228"/>
                  </a:lnTo>
                  <a:lnTo>
                    <a:pt x="1044590" y="613228"/>
                  </a:lnTo>
                  <a:lnTo>
                    <a:pt x="1042127" y="613228"/>
                  </a:lnTo>
                  <a:lnTo>
                    <a:pt x="1039663" y="613228"/>
                  </a:lnTo>
                  <a:lnTo>
                    <a:pt x="1037199" y="613228"/>
                  </a:lnTo>
                  <a:lnTo>
                    <a:pt x="1034736" y="613228"/>
                  </a:lnTo>
                  <a:lnTo>
                    <a:pt x="1032272" y="613228"/>
                  </a:lnTo>
                  <a:lnTo>
                    <a:pt x="1029808" y="613228"/>
                  </a:lnTo>
                  <a:lnTo>
                    <a:pt x="1027345" y="613228"/>
                  </a:lnTo>
                  <a:lnTo>
                    <a:pt x="1024881" y="613228"/>
                  </a:lnTo>
                  <a:lnTo>
                    <a:pt x="1022417" y="613228"/>
                  </a:lnTo>
                  <a:lnTo>
                    <a:pt x="1019954" y="613228"/>
                  </a:lnTo>
                  <a:lnTo>
                    <a:pt x="1017490" y="613228"/>
                  </a:lnTo>
                  <a:lnTo>
                    <a:pt x="1015026" y="613228"/>
                  </a:lnTo>
                  <a:lnTo>
                    <a:pt x="1012563" y="613228"/>
                  </a:lnTo>
                  <a:lnTo>
                    <a:pt x="1010099" y="613228"/>
                  </a:lnTo>
                  <a:lnTo>
                    <a:pt x="1007635" y="613228"/>
                  </a:lnTo>
                  <a:lnTo>
                    <a:pt x="1005172" y="613228"/>
                  </a:lnTo>
                  <a:lnTo>
                    <a:pt x="1002708" y="613228"/>
                  </a:lnTo>
                  <a:lnTo>
                    <a:pt x="1000244" y="613228"/>
                  </a:lnTo>
                  <a:lnTo>
                    <a:pt x="997781" y="613228"/>
                  </a:lnTo>
                  <a:lnTo>
                    <a:pt x="995317" y="613228"/>
                  </a:lnTo>
                  <a:lnTo>
                    <a:pt x="992853" y="613228"/>
                  </a:lnTo>
                  <a:lnTo>
                    <a:pt x="990390" y="613228"/>
                  </a:lnTo>
                  <a:lnTo>
                    <a:pt x="987926" y="613228"/>
                  </a:lnTo>
                  <a:lnTo>
                    <a:pt x="985463" y="613228"/>
                  </a:lnTo>
                  <a:lnTo>
                    <a:pt x="982999" y="613228"/>
                  </a:lnTo>
                  <a:lnTo>
                    <a:pt x="980535" y="613228"/>
                  </a:lnTo>
                  <a:lnTo>
                    <a:pt x="978072" y="613228"/>
                  </a:lnTo>
                  <a:lnTo>
                    <a:pt x="975608" y="613228"/>
                  </a:lnTo>
                  <a:lnTo>
                    <a:pt x="973144" y="613228"/>
                  </a:lnTo>
                  <a:lnTo>
                    <a:pt x="970681" y="613228"/>
                  </a:lnTo>
                  <a:lnTo>
                    <a:pt x="968217" y="613228"/>
                  </a:lnTo>
                  <a:lnTo>
                    <a:pt x="965753" y="613228"/>
                  </a:lnTo>
                  <a:lnTo>
                    <a:pt x="963290" y="613228"/>
                  </a:lnTo>
                  <a:lnTo>
                    <a:pt x="960826" y="613228"/>
                  </a:lnTo>
                  <a:lnTo>
                    <a:pt x="958362" y="613228"/>
                  </a:lnTo>
                  <a:lnTo>
                    <a:pt x="955899" y="613228"/>
                  </a:lnTo>
                  <a:lnTo>
                    <a:pt x="953435" y="613228"/>
                  </a:lnTo>
                  <a:lnTo>
                    <a:pt x="950971" y="613228"/>
                  </a:lnTo>
                  <a:lnTo>
                    <a:pt x="948508" y="613228"/>
                  </a:lnTo>
                  <a:lnTo>
                    <a:pt x="946044" y="613228"/>
                  </a:lnTo>
                  <a:lnTo>
                    <a:pt x="943580" y="613228"/>
                  </a:lnTo>
                  <a:lnTo>
                    <a:pt x="941117" y="613228"/>
                  </a:lnTo>
                  <a:lnTo>
                    <a:pt x="938653" y="613228"/>
                  </a:lnTo>
                  <a:lnTo>
                    <a:pt x="936189" y="613228"/>
                  </a:lnTo>
                  <a:lnTo>
                    <a:pt x="933726" y="613228"/>
                  </a:lnTo>
                  <a:lnTo>
                    <a:pt x="931262" y="613228"/>
                  </a:lnTo>
                  <a:lnTo>
                    <a:pt x="928798" y="613228"/>
                  </a:lnTo>
                  <a:lnTo>
                    <a:pt x="926335" y="613228"/>
                  </a:lnTo>
                  <a:lnTo>
                    <a:pt x="923871" y="613228"/>
                  </a:lnTo>
                  <a:lnTo>
                    <a:pt x="921407" y="613228"/>
                  </a:lnTo>
                  <a:lnTo>
                    <a:pt x="918944" y="613228"/>
                  </a:lnTo>
                  <a:lnTo>
                    <a:pt x="916480" y="613228"/>
                  </a:lnTo>
                  <a:lnTo>
                    <a:pt x="914016" y="613228"/>
                  </a:lnTo>
                  <a:lnTo>
                    <a:pt x="911553" y="613228"/>
                  </a:lnTo>
                  <a:lnTo>
                    <a:pt x="909089" y="613228"/>
                  </a:lnTo>
                  <a:lnTo>
                    <a:pt x="906625" y="613228"/>
                  </a:lnTo>
                  <a:lnTo>
                    <a:pt x="904162" y="613228"/>
                  </a:lnTo>
                  <a:lnTo>
                    <a:pt x="901698" y="613228"/>
                  </a:lnTo>
                  <a:lnTo>
                    <a:pt x="899235" y="613228"/>
                  </a:lnTo>
                  <a:lnTo>
                    <a:pt x="896771" y="613228"/>
                  </a:lnTo>
                  <a:lnTo>
                    <a:pt x="894307" y="613228"/>
                  </a:lnTo>
                  <a:lnTo>
                    <a:pt x="891844" y="613228"/>
                  </a:lnTo>
                  <a:lnTo>
                    <a:pt x="889380" y="613228"/>
                  </a:lnTo>
                  <a:lnTo>
                    <a:pt x="886916" y="613228"/>
                  </a:lnTo>
                  <a:lnTo>
                    <a:pt x="884453" y="613228"/>
                  </a:lnTo>
                  <a:lnTo>
                    <a:pt x="881989" y="613228"/>
                  </a:lnTo>
                  <a:lnTo>
                    <a:pt x="879525" y="613228"/>
                  </a:lnTo>
                  <a:lnTo>
                    <a:pt x="877062" y="613228"/>
                  </a:lnTo>
                  <a:lnTo>
                    <a:pt x="874598" y="613228"/>
                  </a:lnTo>
                  <a:lnTo>
                    <a:pt x="872134" y="613228"/>
                  </a:lnTo>
                  <a:lnTo>
                    <a:pt x="869671" y="613228"/>
                  </a:lnTo>
                  <a:lnTo>
                    <a:pt x="867207" y="613228"/>
                  </a:lnTo>
                  <a:lnTo>
                    <a:pt x="864743" y="613228"/>
                  </a:lnTo>
                  <a:lnTo>
                    <a:pt x="862280" y="613228"/>
                  </a:lnTo>
                  <a:lnTo>
                    <a:pt x="859816" y="613228"/>
                  </a:lnTo>
                  <a:lnTo>
                    <a:pt x="857352" y="613228"/>
                  </a:lnTo>
                  <a:lnTo>
                    <a:pt x="854889" y="613228"/>
                  </a:lnTo>
                  <a:lnTo>
                    <a:pt x="852425" y="613228"/>
                  </a:lnTo>
                  <a:lnTo>
                    <a:pt x="849961" y="613228"/>
                  </a:lnTo>
                  <a:lnTo>
                    <a:pt x="847498" y="613228"/>
                  </a:lnTo>
                  <a:lnTo>
                    <a:pt x="845034" y="613228"/>
                  </a:lnTo>
                  <a:lnTo>
                    <a:pt x="842570" y="613228"/>
                  </a:lnTo>
                  <a:lnTo>
                    <a:pt x="840107" y="613228"/>
                  </a:lnTo>
                  <a:lnTo>
                    <a:pt x="837643" y="613228"/>
                  </a:lnTo>
                  <a:lnTo>
                    <a:pt x="835179" y="613228"/>
                  </a:lnTo>
                  <a:lnTo>
                    <a:pt x="832716" y="613228"/>
                  </a:lnTo>
                  <a:lnTo>
                    <a:pt x="830252" y="613228"/>
                  </a:lnTo>
                  <a:lnTo>
                    <a:pt x="827788" y="613228"/>
                  </a:lnTo>
                  <a:lnTo>
                    <a:pt x="825325" y="613228"/>
                  </a:lnTo>
                  <a:lnTo>
                    <a:pt x="822861" y="613228"/>
                  </a:lnTo>
                  <a:lnTo>
                    <a:pt x="820397" y="613228"/>
                  </a:lnTo>
                  <a:lnTo>
                    <a:pt x="817934" y="613228"/>
                  </a:lnTo>
                  <a:lnTo>
                    <a:pt x="815470" y="613228"/>
                  </a:lnTo>
                  <a:lnTo>
                    <a:pt x="813006" y="613228"/>
                  </a:lnTo>
                  <a:lnTo>
                    <a:pt x="810543" y="613228"/>
                  </a:lnTo>
                  <a:lnTo>
                    <a:pt x="808079" y="613228"/>
                  </a:lnTo>
                  <a:lnTo>
                    <a:pt x="805616" y="613228"/>
                  </a:lnTo>
                  <a:lnTo>
                    <a:pt x="803152" y="613228"/>
                  </a:lnTo>
                  <a:lnTo>
                    <a:pt x="800688" y="613228"/>
                  </a:lnTo>
                  <a:lnTo>
                    <a:pt x="798225" y="613228"/>
                  </a:lnTo>
                  <a:lnTo>
                    <a:pt x="795761" y="613228"/>
                  </a:lnTo>
                  <a:lnTo>
                    <a:pt x="793297" y="613228"/>
                  </a:lnTo>
                  <a:lnTo>
                    <a:pt x="790834" y="613228"/>
                  </a:lnTo>
                  <a:lnTo>
                    <a:pt x="788370" y="613228"/>
                  </a:lnTo>
                  <a:lnTo>
                    <a:pt x="785906" y="613228"/>
                  </a:lnTo>
                  <a:lnTo>
                    <a:pt x="783443" y="613228"/>
                  </a:lnTo>
                  <a:lnTo>
                    <a:pt x="780979" y="613228"/>
                  </a:lnTo>
                  <a:lnTo>
                    <a:pt x="778515" y="613228"/>
                  </a:lnTo>
                  <a:lnTo>
                    <a:pt x="776052" y="613228"/>
                  </a:lnTo>
                  <a:lnTo>
                    <a:pt x="773588" y="613228"/>
                  </a:lnTo>
                  <a:lnTo>
                    <a:pt x="771124" y="613228"/>
                  </a:lnTo>
                  <a:lnTo>
                    <a:pt x="768661" y="613228"/>
                  </a:lnTo>
                  <a:lnTo>
                    <a:pt x="766197" y="613228"/>
                  </a:lnTo>
                  <a:lnTo>
                    <a:pt x="763733" y="613228"/>
                  </a:lnTo>
                  <a:lnTo>
                    <a:pt x="761270" y="613228"/>
                  </a:lnTo>
                  <a:lnTo>
                    <a:pt x="758806" y="613228"/>
                  </a:lnTo>
                  <a:lnTo>
                    <a:pt x="756342" y="613228"/>
                  </a:lnTo>
                  <a:lnTo>
                    <a:pt x="753879" y="613228"/>
                  </a:lnTo>
                  <a:lnTo>
                    <a:pt x="751415" y="613228"/>
                  </a:lnTo>
                  <a:lnTo>
                    <a:pt x="748951" y="613228"/>
                  </a:lnTo>
                  <a:lnTo>
                    <a:pt x="746488" y="613228"/>
                  </a:lnTo>
                  <a:lnTo>
                    <a:pt x="744024" y="613228"/>
                  </a:lnTo>
                  <a:lnTo>
                    <a:pt x="741560" y="613228"/>
                  </a:lnTo>
                  <a:lnTo>
                    <a:pt x="739097" y="613228"/>
                  </a:lnTo>
                  <a:lnTo>
                    <a:pt x="736633" y="613228"/>
                  </a:lnTo>
                  <a:lnTo>
                    <a:pt x="734169" y="613228"/>
                  </a:lnTo>
                  <a:lnTo>
                    <a:pt x="731706" y="613228"/>
                  </a:lnTo>
                  <a:lnTo>
                    <a:pt x="729242" y="613228"/>
                  </a:lnTo>
                  <a:lnTo>
                    <a:pt x="726778" y="613228"/>
                  </a:lnTo>
                  <a:lnTo>
                    <a:pt x="724315" y="613228"/>
                  </a:lnTo>
                  <a:lnTo>
                    <a:pt x="721851" y="613228"/>
                  </a:lnTo>
                  <a:lnTo>
                    <a:pt x="719388" y="613228"/>
                  </a:lnTo>
                  <a:lnTo>
                    <a:pt x="716924" y="613228"/>
                  </a:lnTo>
                  <a:lnTo>
                    <a:pt x="714460" y="613228"/>
                  </a:lnTo>
                  <a:lnTo>
                    <a:pt x="711997" y="613228"/>
                  </a:lnTo>
                  <a:lnTo>
                    <a:pt x="709533" y="613228"/>
                  </a:lnTo>
                  <a:lnTo>
                    <a:pt x="707069" y="613228"/>
                  </a:lnTo>
                  <a:lnTo>
                    <a:pt x="704606" y="613228"/>
                  </a:lnTo>
                  <a:lnTo>
                    <a:pt x="702142" y="613228"/>
                  </a:lnTo>
                  <a:lnTo>
                    <a:pt x="699678" y="613228"/>
                  </a:lnTo>
                  <a:lnTo>
                    <a:pt x="697215" y="613228"/>
                  </a:lnTo>
                  <a:lnTo>
                    <a:pt x="694751" y="613228"/>
                  </a:lnTo>
                  <a:lnTo>
                    <a:pt x="692287" y="613228"/>
                  </a:lnTo>
                  <a:lnTo>
                    <a:pt x="689824" y="613228"/>
                  </a:lnTo>
                  <a:lnTo>
                    <a:pt x="687360" y="613228"/>
                  </a:lnTo>
                  <a:lnTo>
                    <a:pt x="684896" y="613228"/>
                  </a:lnTo>
                  <a:lnTo>
                    <a:pt x="682433" y="613228"/>
                  </a:lnTo>
                  <a:lnTo>
                    <a:pt x="679969" y="613228"/>
                  </a:lnTo>
                  <a:lnTo>
                    <a:pt x="677505" y="613228"/>
                  </a:lnTo>
                  <a:lnTo>
                    <a:pt x="675042" y="613228"/>
                  </a:lnTo>
                  <a:lnTo>
                    <a:pt x="672578" y="613228"/>
                  </a:lnTo>
                  <a:lnTo>
                    <a:pt x="670114" y="613228"/>
                  </a:lnTo>
                  <a:lnTo>
                    <a:pt x="667651" y="613228"/>
                  </a:lnTo>
                  <a:lnTo>
                    <a:pt x="665187" y="613228"/>
                  </a:lnTo>
                  <a:lnTo>
                    <a:pt x="662723" y="613228"/>
                  </a:lnTo>
                  <a:lnTo>
                    <a:pt x="660260" y="613228"/>
                  </a:lnTo>
                  <a:lnTo>
                    <a:pt x="657796" y="613228"/>
                  </a:lnTo>
                  <a:lnTo>
                    <a:pt x="655332" y="613228"/>
                  </a:lnTo>
                  <a:lnTo>
                    <a:pt x="652869" y="613228"/>
                  </a:lnTo>
                  <a:lnTo>
                    <a:pt x="650405" y="613228"/>
                  </a:lnTo>
                  <a:lnTo>
                    <a:pt x="647941" y="613228"/>
                  </a:lnTo>
                  <a:lnTo>
                    <a:pt x="645478" y="613228"/>
                  </a:lnTo>
                  <a:lnTo>
                    <a:pt x="643014" y="613228"/>
                  </a:lnTo>
                  <a:lnTo>
                    <a:pt x="640550" y="613228"/>
                  </a:lnTo>
                  <a:lnTo>
                    <a:pt x="638087" y="613228"/>
                  </a:lnTo>
                  <a:lnTo>
                    <a:pt x="635623" y="613228"/>
                  </a:lnTo>
                  <a:lnTo>
                    <a:pt x="633159" y="613228"/>
                  </a:lnTo>
                  <a:lnTo>
                    <a:pt x="630696" y="613228"/>
                  </a:lnTo>
                  <a:lnTo>
                    <a:pt x="628232" y="613228"/>
                  </a:lnTo>
                  <a:lnTo>
                    <a:pt x="625769" y="613228"/>
                  </a:lnTo>
                  <a:lnTo>
                    <a:pt x="623305" y="613228"/>
                  </a:lnTo>
                  <a:lnTo>
                    <a:pt x="620841" y="613228"/>
                  </a:lnTo>
                  <a:lnTo>
                    <a:pt x="618378" y="613228"/>
                  </a:lnTo>
                  <a:lnTo>
                    <a:pt x="615914" y="613228"/>
                  </a:lnTo>
                  <a:lnTo>
                    <a:pt x="613450" y="613228"/>
                  </a:lnTo>
                  <a:lnTo>
                    <a:pt x="610987" y="613228"/>
                  </a:lnTo>
                  <a:lnTo>
                    <a:pt x="608523" y="613228"/>
                  </a:lnTo>
                  <a:lnTo>
                    <a:pt x="606059" y="613228"/>
                  </a:lnTo>
                  <a:lnTo>
                    <a:pt x="603596" y="613228"/>
                  </a:lnTo>
                  <a:lnTo>
                    <a:pt x="601132" y="613228"/>
                  </a:lnTo>
                  <a:lnTo>
                    <a:pt x="598668" y="613228"/>
                  </a:lnTo>
                  <a:lnTo>
                    <a:pt x="596205" y="613228"/>
                  </a:lnTo>
                  <a:lnTo>
                    <a:pt x="593741" y="613228"/>
                  </a:lnTo>
                  <a:lnTo>
                    <a:pt x="591277" y="613228"/>
                  </a:lnTo>
                  <a:lnTo>
                    <a:pt x="588814" y="613228"/>
                  </a:lnTo>
                  <a:lnTo>
                    <a:pt x="586350" y="613228"/>
                  </a:lnTo>
                  <a:lnTo>
                    <a:pt x="583886" y="613228"/>
                  </a:lnTo>
                  <a:lnTo>
                    <a:pt x="581423" y="613228"/>
                  </a:lnTo>
                  <a:lnTo>
                    <a:pt x="578959" y="613228"/>
                  </a:lnTo>
                  <a:lnTo>
                    <a:pt x="576495" y="613228"/>
                  </a:lnTo>
                  <a:lnTo>
                    <a:pt x="574032" y="613228"/>
                  </a:lnTo>
                  <a:lnTo>
                    <a:pt x="571568" y="613228"/>
                  </a:lnTo>
                  <a:lnTo>
                    <a:pt x="569104" y="613228"/>
                  </a:lnTo>
                  <a:lnTo>
                    <a:pt x="566641" y="613228"/>
                  </a:lnTo>
                  <a:lnTo>
                    <a:pt x="564177" y="613228"/>
                  </a:lnTo>
                  <a:lnTo>
                    <a:pt x="561713" y="613228"/>
                  </a:lnTo>
                  <a:lnTo>
                    <a:pt x="559250" y="613228"/>
                  </a:lnTo>
                  <a:lnTo>
                    <a:pt x="556786" y="613228"/>
                  </a:lnTo>
                  <a:lnTo>
                    <a:pt x="554322" y="613228"/>
                  </a:lnTo>
                  <a:lnTo>
                    <a:pt x="551859" y="613228"/>
                  </a:lnTo>
                  <a:lnTo>
                    <a:pt x="549395" y="613228"/>
                  </a:lnTo>
                  <a:lnTo>
                    <a:pt x="546931" y="613228"/>
                  </a:lnTo>
                  <a:lnTo>
                    <a:pt x="544468" y="613228"/>
                  </a:lnTo>
                  <a:lnTo>
                    <a:pt x="542004" y="613228"/>
                  </a:lnTo>
                  <a:lnTo>
                    <a:pt x="539541" y="613228"/>
                  </a:lnTo>
                  <a:lnTo>
                    <a:pt x="537077" y="613228"/>
                  </a:lnTo>
                  <a:lnTo>
                    <a:pt x="534613" y="613228"/>
                  </a:lnTo>
                  <a:lnTo>
                    <a:pt x="532150" y="613228"/>
                  </a:lnTo>
                  <a:lnTo>
                    <a:pt x="529686" y="613228"/>
                  </a:lnTo>
                  <a:lnTo>
                    <a:pt x="527222" y="613228"/>
                  </a:lnTo>
                  <a:lnTo>
                    <a:pt x="524759" y="613228"/>
                  </a:lnTo>
                  <a:lnTo>
                    <a:pt x="522295" y="613228"/>
                  </a:lnTo>
                  <a:lnTo>
                    <a:pt x="519831" y="613228"/>
                  </a:lnTo>
                  <a:lnTo>
                    <a:pt x="517368" y="613228"/>
                  </a:lnTo>
                  <a:lnTo>
                    <a:pt x="514904" y="613228"/>
                  </a:lnTo>
                  <a:lnTo>
                    <a:pt x="512440" y="613228"/>
                  </a:lnTo>
                  <a:lnTo>
                    <a:pt x="509977" y="613228"/>
                  </a:lnTo>
                  <a:lnTo>
                    <a:pt x="507513" y="613228"/>
                  </a:lnTo>
                  <a:lnTo>
                    <a:pt x="505049" y="613228"/>
                  </a:lnTo>
                  <a:lnTo>
                    <a:pt x="502586" y="613228"/>
                  </a:lnTo>
                  <a:lnTo>
                    <a:pt x="500122" y="613228"/>
                  </a:lnTo>
                  <a:lnTo>
                    <a:pt x="497658" y="613228"/>
                  </a:lnTo>
                  <a:lnTo>
                    <a:pt x="495195" y="613228"/>
                  </a:lnTo>
                  <a:lnTo>
                    <a:pt x="492731" y="613228"/>
                  </a:lnTo>
                  <a:lnTo>
                    <a:pt x="490267" y="613228"/>
                  </a:lnTo>
                  <a:lnTo>
                    <a:pt x="487804" y="613228"/>
                  </a:lnTo>
                  <a:lnTo>
                    <a:pt x="485340" y="613228"/>
                  </a:lnTo>
                  <a:lnTo>
                    <a:pt x="482876" y="613228"/>
                  </a:lnTo>
                  <a:lnTo>
                    <a:pt x="480413" y="613228"/>
                  </a:lnTo>
                  <a:lnTo>
                    <a:pt x="477949" y="613228"/>
                  </a:lnTo>
                  <a:lnTo>
                    <a:pt x="475485" y="613228"/>
                  </a:lnTo>
                  <a:lnTo>
                    <a:pt x="473022" y="613228"/>
                  </a:lnTo>
                  <a:lnTo>
                    <a:pt x="470558" y="613228"/>
                  </a:lnTo>
                  <a:lnTo>
                    <a:pt x="468094" y="613228"/>
                  </a:lnTo>
                  <a:lnTo>
                    <a:pt x="465631" y="613228"/>
                  </a:lnTo>
                  <a:lnTo>
                    <a:pt x="463167" y="613228"/>
                  </a:lnTo>
                  <a:lnTo>
                    <a:pt x="460703" y="613228"/>
                  </a:lnTo>
                  <a:lnTo>
                    <a:pt x="458240" y="613228"/>
                  </a:lnTo>
                  <a:lnTo>
                    <a:pt x="455776" y="613228"/>
                  </a:lnTo>
                  <a:lnTo>
                    <a:pt x="453312" y="613228"/>
                  </a:lnTo>
                  <a:lnTo>
                    <a:pt x="450849" y="613228"/>
                  </a:lnTo>
                  <a:lnTo>
                    <a:pt x="448385" y="613228"/>
                  </a:lnTo>
                  <a:lnTo>
                    <a:pt x="445922" y="613228"/>
                  </a:lnTo>
                  <a:lnTo>
                    <a:pt x="443458" y="613228"/>
                  </a:lnTo>
                  <a:lnTo>
                    <a:pt x="440994" y="613228"/>
                  </a:lnTo>
                  <a:lnTo>
                    <a:pt x="438531" y="613228"/>
                  </a:lnTo>
                  <a:lnTo>
                    <a:pt x="436067" y="613228"/>
                  </a:lnTo>
                  <a:lnTo>
                    <a:pt x="433603" y="613228"/>
                  </a:lnTo>
                  <a:lnTo>
                    <a:pt x="431140" y="613228"/>
                  </a:lnTo>
                  <a:lnTo>
                    <a:pt x="428676" y="613228"/>
                  </a:lnTo>
                  <a:lnTo>
                    <a:pt x="426212" y="613228"/>
                  </a:lnTo>
                  <a:lnTo>
                    <a:pt x="423749" y="613228"/>
                  </a:lnTo>
                  <a:lnTo>
                    <a:pt x="421285" y="613228"/>
                  </a:lnTo>
                  <a:lnTo>
                    <a:pt x="418821" y="613228"/>
                  </a:lnTo>
                  <a:lnTo>
                    <a:pt x="416358" y="613228"/>
                  </a:lnTo>
                  <a:lnTo>
                    <a:pt x="413894" y="613228"/>
                  </a:lnTo>
                  <a:lnTo>
                    <a:pt x="411430" y="613228"/>
                  </a:lnTo>
                  <a:lnTo>
                    <a:pt x="408967" y="613228"/>
                  </a:lnTo>
                  <a:lnTo>
                    <a:pt x="406503" y="613228"/>
                  </a:lnTo>
                  <a:lnTo>
                    <a:pt x="404039" y="613228"/>
                  </a:lnTo>
                  <a:lnTo>
                    <a:pt x="401576" y="613228"/>
                  </a:lnTo>
                  <a:lnTo>
                    <a:pt x="399112" y="613228"/>
                  </a:lnTo>
                  <a:lnTo>
                    <a:pt x="396648" y="613228"/>
                  </a:lnTo>
                  <a:lnTo>
                    <a:pt x="394185" y="613228"/>
                  </a:lnTo>
                  <a:lnTo>
                    <a:pt x="391721" y="613228"/>
                  </a:lnTo>
                  <a:lnTo>
                    <a:pt x="389257" y="613228"/>
                  </a:lnTo>
                  <a:lnTo>
                    <a:pt x="386794" y="613228"/>
                  </a:lnTo>
                  <a:lnTo>
                    <a:pt x="384330" y="613228"/>
                  </a:lnTo>
                  <a:lnTo>
                    <a:pt x="381866" y="613228"/>
                  </a:lnTo>
                  <a:lnTo>
                    <a:pt x="379403" y="613228"/>
                  </a:lnTo>
                  <a:lnTo>
                    <a:pt x="376939" y="613228"/>
                  </a:lnTo>
                  <a:lnTo>
                    <a:pt x="374475" y="613228"/>
                  </a:lnTo>
                  <a:lnTo>
                    <a:pt x="372012" y="613228"/>
                  </a:lnTo>
                  <a:lnTo>
                    <a:pt x="369548" y="613228"/>
                  </a:lnTo>
                  <a:lnTo>
                    <a:pt x="367084" y="613228"/>
                  </a:lnTo>
                  <a:lnTo>
                    <a:pt x="364621" y="613228"/>
                  </a:lnTo>
                  <a:lnTo>
                    <a:pt x="362157" y="613228"/>
                  </a:lnTo>
                  <a:lnTo>
                    <a:pt x="359694" y="613228"/>
                  </a:lnTo>
                  <a:lnTo>
                    <a:pt x="357230" y="613228"/>
                  </a:lnTo>
                  <a:lnTo>
                    <a:pt x="354766" y="613228"/>
                  </a:lnTo>
                  <a:lnTo>
                    <a:pt x="352303" y="613228"/>
                  </a:lnTo>
                  <a:lnTo>
                    <a:pt x="349839" y="613228"/>
                  </a:lnTo>
                  <a:lnTo>
                    <a:pt x="347375" y="613228"/>
                  </a:lnTo>
                  <a:lnTo>
                    <a:pt x="344912" y="613228"/>
                  </a:lnTo>
                  <a:lnTo>
                    <a:pt x="342448" y="613228"/>
                  </a:lnTo>
                  <a:lnTo>
                    <a:pt x="339984" y="613228"/>
                  </a:lnTo>
                  <a:lnTo>
                    <a:pt x="337521" y="613228"/>
                  </a:lnTo>
                  <a:lnTo>
                    <a:pt x="335057" y="613228"/>
                  </a:lnTo>
                  <a:lnTo>
                    <a:pt x="332593" y="613228"/>
                  </a:lnTo>
                  <a:lnTo>
                    <a:pt x="330130" y="613228"/>
                  </a:lnTo>
                  <a:lnTo>
                    <a:pt x="327666" y="613228"/>
                  </a:lnTo>
                  <a:lnTo>
                    <a:pt x="325202" y="613228"/>
                  </a:lnTo>
                  <a:lnTo>
                    <a:pt x="322739" y="613228"/>
                  </a:lnTo>
                  <a:lnTo>
                    <a:pt x="320275" y="613228"/>
                  </a:lnTo>
                  <a:lnTo>
                    <a:pt x="317811" y="613228"/>
                  </a:lnTo>
                  <a:lnTo>
                    <a:pt x="315348" y="613228"/>
                  </a:lnTo>
                  <a:lnTo>
                    <a:pt x="312884" y="613228"/>
                  </a:lnTo>
                  <a:lnTo>
                    <a:pt x="310420" y="613228"/>
                  </a:lnTo>
                  <a:lnTo>
                    <a:pt x="307957" y="613228"/>
                  </a:lnTo>
                  <a:lnTo>
                    <a:pt x="305493" y="613228"/>
                  </a:lnTo>
                  <a:lnTo>
                    <a:pt x="303029" y="613228"/>
                  </a:lnTo>
                  <a:lnTo>
                    <a:pt x="300566" y="613228"/>
                  </a:lnTo>
                  <a:lnTo>
                    <a:pt x="298102" y="613228"/>
                  </a:lnTo>
                  <a:lnTo>
                    <a:pt x="295638" y="613228"/>
                  </a:lnTo>
                  <a:lnTo>
                    <a:pt x="293175" y="613228"/>
                  </a:lnTo>
                  <a:lnTo>
                    <a:pt x="290711" y="613228"/>
                  </a:lnTo>
                  <a:lnTo>
                    <a:pt x="288247" y="613228"/>
                  </a:lnTo>
                  <a:lnTo>
                    <a:pt x="285784" y="613228"/>
                  </a:lnTo>
                  <a:lnTo>
                    <a:pt x="283320" y="613228"/>
                  </a:lnTo>
                  <a:lnTo>
                    <a:pt x="280856" y="613228"/>
                  </a:lnTo>
                  <a:lnTo>
                    <a:pt x="278393" y="613228"/>
                  </a:lnTo>
                  <a:lnTo>
                    <a:pt x="275929" y="613228"/>
                  </a:lnTo>
                  <a:lnTo>
                    <a:pt x="273465" y="613228"/>
                  </a:lnTo>
                  <a:lnTo>
                    <a:pt x="271002" y="613228"/>
                  </a:lnTo>
                  <a:lnTo>
                    <a:pt x="268538" y="613228"/>
                  </a:lnTo>
                  <a:lnTo>
                    <a:pt x="266075" y="613228"/>
                  </a:lnTo>
                  <a:lnTo>
                    <a:pt x="263611" y="613228"/>
                  </a:lnTo>
                  <a:lnTo>
                    <a:pt x="261147" y="613228"/>
                  </a:lnTo>
                  <a:lnTo>
                    <a:pt x="258684" y="613228"/>
                  </a:lnTo>
                  <a:lnTo>
                    <a:pt x="256220" y="613228"/>
                  </a:lnTo>
                  <a:lnTo>
                    <a:pt x="253756" y="613228"/>
                  </a:lnTo>
                  <a:lnTo>
                    <a:pt x="251293" y="613228"/>
                  </a:lnTo>
                  <a:lnTo>
                    <a:pt x="248829" y="613228"/>
                  </a:lnTo>
                  <a:lnTo>
                    <a:pt x="246365" y="613228"/>
                  </a:lnTo>
                  <a:lnTo>
                    <a:pt x="243902" y="613228"/>
                  </a:lnTo>
                  <a:lnTo>
                    <a:pt x="241438" y="613228"/>
                  </a:lnTo>
                  <a:lnTo>
                    <a:pt x="238974" y="613228"/>
                  </a:lnTo>
                  <a:lnTo>
                    <a:pt x="236511" y="613228"/>
                  </a:lnTo>
                  <a:lnTo>
                    <a:pt x="234047" y="613228"/>
                  </a:lnTo>
                  <a:lnTo>
                    <a:pt x="231583" y="613228"/>
                  </a:lnTo>
                  <a:lnTo>
                    <a:pt x="229120" y="613228"/>
                  </a:lnTo>
                  <a:lnTo>
                    <a:pt x="226656" y="613228"/>
                  </a:lnTo>
                  <a:lnTo>
                    <a:pt x="224192" y="613228"/>
                  </a:lnTo>
                  <a:lnTo>
                    <a:pt x="221729" y="613228"/>
                  </a:lnTo>
                  <a:lnTo>
                    <a:pt x="219265" y="613228"/>
                  </a:lnTo>
                  <a:lnTo>
                    <a:pt x="216801" y="613228"/>
                  </a:lnTo>
                  <a:lnTo>
                    <a:pt x="214338" y="613228"/>
                  </a:lnTo>
                  <a:lnTo>
                    <a:pt x="211874" y="613228"/>
                  </a:lnTo>
                  <a:lnTo>
                    <a:pt x="209410" y="613228"/>
                  </a:lnTo>
                  <a:lnTo>
                    <a:pt x="206947" y="613228"/>
                  </a:lnTo>
                  <a:lnTo>
                    <a:pt x="204483" y="613228"/>
                  </a:lnTo>
                  <a:lnTo>
                    <a:pt x="202019" y="613228"/>
                  </a:lnTo>
                  <a:lnTo>
                    <a:pt x="199556" y="613228"/>
                  </a:lnTo>
                  <a:lnTo>
                    <a:pt x="197092" y="613228"/>
                  </a:lnTo>
                  <a:lnTo>
                    <a:pt x="194628" y="613228"/>
                  </a:lnTo>
                  <a:lnTo>
                    <a:pt x="192165" y="613228"/>
                  </a:lnTo>
                  <a:lnTo>
                    <a:pt x="189701" y="613228"/>
                  </a:lnTo>
                  <a:lnTo>
                    <a:pt x="187237" y="613228"/>
                  </a:lnTo>
                  <a:lnTo>
                    <a:pt x="184774" y="613228"/>
                  </a:lnTo>
                  <a:lnTo>
                    <a:pt x="182310" y="613228"/>
                  </a:lnTo>
                  <a:lnTo>
                    <a:pt x="179847" y="613228"/>
                  </a:lnTo>
                  <a:lnTo>
                    <a:pt x="177383" y="613228"/>
                  </a:lnTo>
                  <a:lnTo>
                    <a:pt x="174919" y="613228"/>
                  </a:lnTo>
                  <a:lnTo>
                    <a:pt x="172456" y="613228"/>
                  </a:lnTo>
                  <a:lnTo>
                    <a:pt x="169992" y="613228"/>
                  </a:lnTo>
                  <a:lnTo>
                    <a:pt x="167528" y="613228"/>
                  </a:lnTo>
                  <a:lnTo>
                    <a:pt x="165065" y="613228"/>
                  </a:lnTo>
                  <a:lnTo>
                    <a:pt x="162601" y="613228"/>
                  </a:lnTo>
                  <a:lnTo>
                    <a:pt x="160137" y="613228"/>
                  </a:lnTo>
                  <a:lnTo>
                    <a:pt x="157674" y="613228"/>
                  </a:lnTo>
                  <a:lnTo>
                    <a:pt x="155210" y="613228"/>
                  </a:lnTo>
                  <a:lnTo>
                    <a:pt x="152746" y="613228"/>
                  </a:lnTo>
                  <a:lnTo>
                    <a:pt x="150283" y="613228"/>
                  </a:lnTo>
                  <a:lnTo>
                    <a:pt x="147819" y="613228"/>
                  </a:lnTo>
                  <a:lnTo>
                    <a:pt x="145355" y="613228"/>
                  </a:lnTo>
                  <a:lnTo>
                    <a:pt x="142892" y="613228"/>
                  </a:lnTo>
                  <a:lnTo>
                    <a:pt x="140428" y="613228"/>
                  </a:lnTo>
                  <a:lnTo>
                    <a:pt x="137964" y="613228"/>
                  </a:lnTo>
                  <a:lnTo>
                    <a:pt x="135501" y="613228"/>
                  </a:lnTo>
                  <a:lnTo>
                    <a:pt x="133037" y="613228"/>
                  </a:lnTo>
                  <a:lnTo>
                    <a:pt x="130573" y="613228"/>
                  </a:lnTo>
                  <a:lnTo>
                    <a:pt x="128110" y="613228"/>
                  </a:lnTo>
                  <a:lnTo>
                    <a:pt x="125646" y="613228"/>
                  </a:lnTo>
                  <a:lnTo>
                    <a:pt x="123182" y="613228"/>
                  </a:lnTo>
                  <a:lnTo>
                    <a:pt x="120719" y="613228"/>
                  </a:lnTo>
                  <a:lnTo>
                    <a:pt x="118255" y="613228"/>
                  </a:lnTo>
                  <a:lnTo>
                    <a:pt x="115791" y="613228"/>
                  </a:lnTo>
                  <a:lnTo>
                    <a:pt x="113328" y="613228"/>
                  </a:lnTo>
                  <a:lnTo>
                    <a:pt x="110864" y="613228"/>
                  </a:lnTo>
                  <a:lnTo>
                    <a:pt x="108400" y="613228"/>
                  </a:lnTo>
                  <a:lnTo>
                    <a:pt x="105937" y="613228"/>
                  </a:lnTo>
                  <a:lnTo>
                    <a:pt x="103473" y="613228"/>
                  </a:lnTo>
                  <a:lnTo>
                    <a:pt x="101009" y="613228"/>
                  </a:lnTo>
                  <a:lnTo>
                    <a:pt x="98546" y="613228"/>
                  </a:lnTo>
                  <a:lnTo>
                    <a:pt x="96082" y="613228"/>
                  </a:lnTo>
                  <a:lnTo>
                    <a:pt x="93618" y="613228"/>
                  </a:lnTo>
                  <a:lnTo>
                    <a:pt x="91155" y="613228"/>
                  </a:lnTo>
                  <a:lnTo>
                    <a:pt x="88691" y="613228"/>
                  </a:lnTo>
                  <a:lnTo>
                    <a:pt x="86228" y="613228"/>
                  </a:lnTo>
                  <a:lnTo>
                    <a:pt x="83764" y="613228"/>
                  </a:lnTo>
                  <a:lnTo>
                    <a:pt x="81300" y="613228"/>
                  </a:lnTo>
                  <a:lnTo>
                    <a:pt x="78837" y="613228"/>
                  </a:lnTo>
                  <a:lnTo>
                    <a:pt x="76373" y="613228"/>
                  </a:lnTo>
                  <a:lnTo>
                    <a:pt x="73909" y="613228"/>
                  </a:lnTo>
                  <a:lnTo>
                    <a:pt x="71446" y="613228"/>
                  </a:lnTo>
                  <a:lnTo>
                    <a:pt x="68982" y="613228"/>
                  </a:lnTo>
                  <a:lnTo>
                    <a:pt x="66518" y="613228"/>
                  </a:lnTo>
                  <a:lnTo>
                    <a:pt x="64055" y="613228"/>
                  </a:lnTo>
                  <a:lnTo>
                    <a:pt x="61591" y="613228"/>
                  </a:lnTo>
                  <a:lnTo>
                    <a:pt x="59127" y="613228"/>
                  </a:lnTo>
                  <a:lnTo>
                    <a:pt x="56664" y="613228"/>
                  </a:lnTo>
                  <a:lnTo>
                    <a:pt x="54200" y="613228"/>
                  </a:lnTo>
                  <a:lnTo>
                    <a:pt x="51736" y="613228"/>
                  </a:lnTo>
                  <a:lnTo>
                    <a:pt x="49273" y="613228"/>
                  </a:lnTo>
                  <a:lnTo>
                    <a:pt x="46809" y="613228"/>
                  </a:lnTo>
                  <a:lnTo>
                    <a:pt x="44345" y="613228"/>
                  </a:lnTo>
                  <a:lnTo>
                    <a:pt x="41882" y="613228"/>
                  </a:lnTo>
                  <a:lnTo>
                    <a:pt x="39418" y="613228"/>
                  </a:lnTo>
                  <a:lnTo>
                    <a:pt x="36954" y="613228"/>
                  </a:lnTo>
                  <a:lnTo>
                    <a:pt x="34491" y="613228"/>
                  </a:lnTo>
                  <a:lnTo>
                    <a:pt x="32027" y="613228"/>
                  </a:lnTo>
                  <a:lnTo>
                    <a:pt x="29563" y="613228"/>
                  </a:lnTo>
                  <a:lnTo>
                    <a:pt x="27100" y="613228"/>
                  </a:lnTo>
                  <a:lnTo>
                    <a:pt x="24636" y="613228"/>
                  </a:lnTo>
                  <a:lnTo>
                    <a:pt x="22172" y="613228"/>
                  </a:lnTo>
                  <a:lnTo>
                    <a:pt x="19709" y="613228"/>
                  </a:lnTo>
                  <a:lnTo>
                    <a:pt x="17245" y="613228"/>
                  </a:lnTo>
                  <a:lnTo>
                    <a:pt x="14781" y="613228"/>
                  </a:lnTo>
                  <a:lnTo>
                    <a:pt x="12318" y="613228"/>
                  </a:lnTo>
                  <a:lnTo>
                    <a:pt x="9854" y="613228"/>
                  </a:lnTo>
                  <a:lnTo>
                    <a:pt x="7390" y="613228"/>
                  </a:lnTo>
                  <a:lnTo>
                    <a:pt x="4927" y="613228"/>
                  </a:lnTo>
                  <a:lnTo>
                    <a:pt x="2463" y="61322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2433616" y="5540669"/>
              <a:ext cx="1258929" cy="613228"/>
            </a:xfrm>
            <a:custGeom>
              <a:avLst/>
              <a:pathLst>
                <a:path w="1258929" h="613228">
                  <a:moveTo>
                    <a:pt x="0" y="613228"/>
                  </a:moveTo>
                  <a:lnTo>
                    <a:pt x="2463" y="613228"/>
                  </a:lnTo>
                  <a:lnTo>
                    <a:pt x="4927" y="613228"/>
                  </a:lnTo>
                  <a:lnTo>
                    <a:pt x="7390" y="613228"/>
                  </a:lnTo>
                  <a:lnTo>
                    <a:pt x="9854" y="613228"/>
                  </a:lnTo>
                  <a:lnTo>
                    <a:pt x="12318" y="613228"/>
                  </a:lnTo>
                  <a:lnTo>
                    <a:pt x="14781" y="613228"/>
                  </a:lnTo>
                  <a:lnTo>
                    <a:pt x="17245" y="613228"/>
                  </a:lnTo>
                  <a:lnTo>
                    <a:pt x="19709" y="613228"/>
                  </a:lnTo>
                  <a:lnTo>
                    <a:pt x="22172" y="613228"/>
                  </a:lnTo>
                  <a:lnTo>
                    <a:pt x="24636" y="613228"/>
                  </a:lnTo>
                  <a:lnTo>
                    <a:pt x="27100" y="613228"/>
                  </a:lnTo>
                  <a:lnTo>
                    <a:pt x="29563" y="613228"/>
                  </a:lnTo>
                  <a:lnTo>
                    <a:pt x="32027" y="613228"/>
                  </a:lnTo>
                  <a:lnTo>
                    <a:pt x="34491" y="613228"/>
                  </a:lnTo>
                  <a:lnTo>
                    <a:pt x="36954" y="613228"/>
                  </a:lnTo>
                  <a:lnTo>
                    <a:pt x="39418" y="613228"/>
                  </a:lnTo>
                  <a:lnTo>
                    <a:pt x="41882" y="613228"/>
                  </a:lnTo>
                  <a:lnTo>
                    <a:pt x="44345" y="613228"/>
                  </a:lnTo>
                  <a:lnTo>
                    <a:pt x="46809" y="613228"/>
                  </a:lnTo>
                  <a:lnTo>
                    <a:pt x="49273" y="613228"/>
                  </a:lnTo>
                  <a:lnTo>
                    <a:pt x="51736" y="613228"/>
                  </a:lnTo>
                  <a:lnTo>
                    <a:pt x="54200" y="613228"/>
                  </a:lnTo>
                  <a:lnTo>
                    <a:pt x="56664" y="613228"/>
                  </a:lnTo>
                  <a:lnTo>
                    <a:pt x="59127" y="613228"/>
                  </a:lnTo>
                  <a:lnTo>
                    <a:pt x="61591" y="613228"/>
                  </a:lnTo>
                  <a:lnTo>
                    <a:pt x="64055" y="613228"/>
                  </a:lnTo>
                  <a:lnTo>
                    <a:pt x="66518" y="613228"/>
                  </a:lnTo>
                  <a:lnTo>
                    <a:pt x="68982" y="613228"/>
                  </a:lnTo>
                  <a:lnTo>
                    <a:pt x="71446" y="613228"/>
                  </a:lnTo>
                  <a:lnTo>
                    <a:pt x="73909" y="613228"/>
                  </a:lnTo>
                  <a:lnTo>
                    <a:pt x="76373" y="613228"/>
                  </a:lnTo>
                  <a:lnTo>
                    <a:pt x="78837" y="613228"/>
                  </a:lnTo>
                  <a:lnTo>
                    <a:pt x="81300" y="613228"/>
                  </a:lnTo>
                  <a:lnTo>
                    <a:pt x="83764" y="613228"/>
                  </a:lnTo>
                  <a:lnTo>
                    <a:pt x="86228" y="613228"/>
                  </a:lnTo>
                  <a:lnTo>
                    <a:pt x="88691" y="613228"/>
                  </a:lnTo>
                  <a:lnTo>
                    <a:pt x="91155" y="613228"/>
                  </a:lnTo>
                  <a:lnTo>
                    <a:pt x="93618" y="613228"/>
                  </a:lnTo>
                  <a:lnTo>
                    <a:pt x="96082" y="613228"/>
                  </a:lnTo>
                  <a:lnTo>
                    <a:pt x="98546" y="613228"/>
                  </a:lnTo>
                  <a:lnTo>
                    <a:pt x="101009" y="613228"/>
                  </a:lnTo>
                  <a:lnTo>
                    <a:pt x="103473" y="613228"/>
                  </a:lnTo>
                  <a:lnTo>
                    <a:pt x="105937" y="613228"/>
                  </a:lnTo>
                  <a:lnTo>
                    <a:pt x="108400" y="613228"/>
                  </a:lnTo>
                  <a:lnTo>
                    <a:pt x="110864" y="613228"/>
                  </a:lnTo>
                  <a:lnTo>
                    <a:pt x="113328" y="613228"/>
                  </a:lnTo>
                  <a:lnTo>
                    <a:pt x="115791" y="613228"/>
                  </a:lnTo>
                  <a:lnTo>
                    <a:pt x="118255" y="613228"/>
                  </a:lnTo>
                  <a:lnTo>
                    <a:pt x="120719" y="613228"/>
                  </a:lnTo>
                  <a:lnTo>
                    <a:pt x="123182" y="613228"/>
                  </a:lnTo>
                  <a:lnTo>
                    <a:pt x="125646" y="613228"/>
                  </a:lnTo>
                  <a:lnTo>
                    <a:pt x="128110" y="613228"/>
                  </a:lnTo>
                  <a:lnTo>
                    <a:pt x="130573" y="613228"/>
                  </a:lnTo>
                  <a:lnTo>
                    <a:pt x="133037" y="613228"/>
                  </a:lnTo>
                  <a:lnTo>
                    <a:pt x="135501" y="613228"/>
                  </a:lnTo>
                  <a:lnTo>
                    <a:pt x="137964" y="613228"/>
                  </a:lnTo>
                  <a:lnTo>
                    <a:pt x="140428" y="613228"/>
                  </a:lnTo>
                  <a:lnTo>
                    <a:pt x="142892" y="613228"/>
                  </a:lnTo>
                  <a:lnTo>
                    <a:pt x="145355" y="613228"/>
                  </a:lnTo>
                  <a:lnTo>
                    <a:pt x="147819" y="613228"/>
                  </a:lnTo>
                  <a:lnTo>
                    <a:pt x="150283" y="613228"/>
                  </a:lnTo>
                  <a:lnTo>
                    <a:pt x="152746" y="613228"/>
                  </a:lnTo>
                  <a:lnTo>
                    <a:pt x="155210" y="613228"/>
                  </a:lnTo>
                  <a:lnTo>
                    <a:pt x="157674" y="613228"/>
                  </a:lnTo>
                  <a:lnTo>
                    <a:pt x="160137" y="613228"/>
                  </a:lnTo>
                  <a:lnTo>
                    <a:pt x="162601" y="613228"/>
                  </a:lnTo>
                  <a:lnTo>
                    <a:pt x="165065" y="613228"/>
                  </a:lnTo>
                  <a:lnTo>
                    <a:pt x="167528" y="613228"/>
                  </a:lnTo>
                  <a:lnTo>
                    <a:pt x="169992" y="613228"/>
                  </a:lnTo>
                  <a:lnTo>
                    <a:pt x="172456" y="613228"/>
                  </a:lnTo>
                  <a:lnTo>
                    <a:pt x="174919" y="613228"/>
                  </a:lnTo>
                  <a:lnTo>
                    <a:pt x="177383" y="613228"/>
                  </a:lnTo>
                  <a:lnTo>
                    <a:pt x="179847" y="613228"/>
                  </a:lnTo>
                  <a:lnTo>
                    <a:pt x="182310" y="613228"/>
                  </a:lnTo>
                  <a:lnTo>
                    <a:pt x="184774" y="613228"/>
                  </a:lnTo>
                  <a:lnTo>
                    <a:pt x="187237" y="613228"/>
                  </a:lnTo>
                  <a:lnTo>
                    <a:pt x="189701" y="613228"/>
                  </a:lnTo>
                  <a:lnTo>
                    <a:pt x="192165" y="613228"/>
                  </a:lnTo>
                  <a:lnTo>
                    <a:pt x="194628" y="613228"/>
                  </a:lnTo>
                  <a:lnTo>
                    <a:pt x="197092" y="613228"/>
                  </a:lnTo>
                  <a:lnTo>
                    <a:pt x="199556" y="613228"/>
                  </a:lnTo>
                  <a:lnTo>
                    <a:pt x="202019" y="613228"/>
                  </a:lnTo>
                  <a:lnTo>
                    <a:pt x="204483" y="613228"/>
                  </a:lnTo>
                  <a:lnTo>
                    <a:pt x="206947" y="613228"/>
                  </a:lnTo>
                  <a:lnTo>
                    <a:pt x="209410" y="613228"/>
                  </a:lnTo>
                  <a:lnTo>
                    <a:pt x="211874" y="613228"/>
                  </a:lnTo>
                  <a:lnTo>
                    <a:pt x="214338" y="613228"/>
                  </a:lnTo>
                  <a:lnTo>
                    <a:pt x="216801" y="613228"/>
                  </a:lnTo>
                  <a:lnTo>
                    <a:pt x="219265" y="613228"/>
                  </a:lnTo>
                  <a:lnTo>
                    <a:pt x="221729" y="613228"/>
                  </a:lnTo>
                  <a:lnTo>
                    <a:pt x="224192" y="613228"/>
                  </a:lnTo>
                  <a:lnTo>
                    <a:pt x="226656" y="613228"/>
                  </a:lnTo>
                  <a:lnTo>
                    <a:pt x="229120" y="613228"/>
                  </a:lnTo>
                  <a:lnTo>
                    <a:pt x="231583" y="613228"/>
                  </a:lnTo>
                  <a:lnTo>
                    <a:pt x="234047" y="613228"/>
                  </a:lnTo>
                  <a:lnTo>
                    <a:pt x="236511" y="613228"/>
                  </a:lnTo>
                  <a:lnTo>
                    <a:pt x="238974" y="613228"/>
                  </a:lnTo>
                  <a:lnTo>
                    <a:pt x="241438" y="613228"/>
                  </a:lnTo>
                  <a:lnTo>
                    <a:pt x="243902" y="613228"/>
                  </a:lnTo>
                  <a:lnTo>
                    <a:pt x="246365" y="613228"/>
                  </a:lnTo>
                  <a:lnTo>
                    <a:pt x="248829" y="613228"/>
                  </a:lnTo>
                  <a:lnTo>
                    <a:pt x="251293" y="613228"/>
                  </a:lnTo>
                  <a:lnTo>
                    <a:pt x="253756" y="613228"/>
                  </a:lnTo>
                  <a:lnTo>
                    <a:pt x="256220" y="613228"/>
                  </a:lnTo>
                  <a:lnTo>
                    <a:pt x="258684" y="613228"/>
                  </a:lnTo>
                  <a:lnTo>
                    <a:pt x="261147" y="613228"/>
                  </a:lnTo>
                  <a:lnTo>
                    <a:pt x="263611" y="613228"/>
                  </a:lnTo>
                  <a:lnTo>
                    <a:pt x="266075" y="613228"/>
                  </a:lnTo>
                  <a:lnTo>
                    <a:pt x="268538" y="613228"/>
                  </a:lnTo>
                  <a:lnTo>
                    <a:pt x="271002" y="613228"/>
                  </a:lnTo>
                  <a:lnTo>
                    <a:pt x="273465" y="613228"/>
                  </a:lnTo>
                  <a:lnTo>
                    <a:pt x="275929" y="613228"/>
                  </a:lnTo>
                  <a:lnTo>
                    <a:pt x="278393" y="613228"/>
                  </a:lnTo>
                  <a:lnTo>
                    <a:pt x="280856" y="613228"/>
                  </a:lnTo>
                  <a:lnTo>
                    <a:pt x="283320" y="613228"/>
                  </a:lnTo>
                  <a:lnTo>
                    <a:pt x="285784" y="613228"/>
                  </a:lnTo>
                  <a:lnTo>
                    <a:pt x="288247" y="613228"/>
                  </a:lnTo>
                  <a:lnTo>
                    <a:pt x="290711" y="613228"/>
                  </a:lnTo>
                  <a:lnTo>
                    <a:pt x="293175" y="613228"/>
                  </a:lnTo>
                  <a:lnTo>
                    <a:pt x="295638" y="613228"/>
                  </a:lnTo>
                  <a:lnTo>
                    <a:pt x="298102" y="613228"/>
                  </a:lnTo>
                  <a:lnTo>
                    <a:pt x="300566" y="613228"/>
                  </a:lnTo>
                  <a:lnTo>
                    <a:pt x="303029" y="613228"/>
                  </a:lnTo>
                  <a:lnTo>
                    <a:pt x="305493" y="613228"/>
                  </a:lnTo>
                  <a:lnTo>
                    <a:pt x="307957" y="613228"/>
                  </a:lnTo>
                  <a:lnTo>
                    <a:pt x="310420" y="613228"/>
                  </a:lnTo>
                  <a:lnTo>
                    <a:pt x="312884" y="613228"/>
                  </a:lnTo>
                  <a:lnTo>
                    <a:pt x="315348" y="613228"/>
                  </a:lnTo>
                  <a:lnTo>
                    <a:pt x="317811" y="613228"/>
                  </a:lnTo>
                  <a:lnTo>
                    <a:pt x="320275" y="613228"/>
                  </a:lnTo>
                  <a:lnTo>
                    <a:pt x="322739" y="613228"/>
                  </a:lnTo>
                  <a:lnTo>
                    <a:pt x="325202" y="613228"/>
                  </a:lnTo>
                  <a:lnTo>
                    <a:pt x="327666" y="613228"/>
                  </a:lnTo>
                  <a:lnTo>
                    <a:pt x="330130" y="613228"/>
                  </a:lnTo>
                  <a:lnTo>
                    <a:pt x="332593" y="613228"/>
                  </a:lnTo>
                  <a:lnTo>
                    <a:pt x="335057" y="613228"/>
                  </a:lnTo>
                  <a:lnTo>
                    <a:pt x="337521" y="613228"/>
                  </a:lnTo>
                  <a:lnTo>
                    <a:pt x="339984" y="613228"/>
                  </a:lnTo>
                  <a:lnTo>
                    <a:pt x="342448" y="613228"/>
                  </a:lnTo>
                  <a:lnTo>
                    <a:pt x="344912" y="613228"/>
                  </a:lnTo>
                  <a:lnTo>
                    <a:pt x="347375" y="613228"/>
                  </a:lnTo>
                  <a:lnTo>
                    <a:pt x="349839" y="613228"/>
                  </a:lnTo>
                  <a:lnTo>
                    <a:pt x="352303" y="613228"/>
                  </a:lnTo>
                  <a:lnTo>
                    <a:pt x="354766" y="613228"/>
                  </a:lnTo>
                  <a:lnTo>
                    <a:pt x="357230" y="613228"/>
                  </a:lnTo>
                  <a:lnTo>
                    <a:pt x="359694" y="613228"/>
                  </a:lnTo>
                  <a:lnTo>
                    <a:pt x="362157" y="613228"/>
                  </a:lnTo>
                  <a:lnTo>
                    <a:pt x="364621" y="613228"/>
                  </a:lnTo>
                  <a:lnTo>
                    <a:pt x="367084" y="613228"/>
                  </a:lnTo>
                  <a:lnTo>
                    <a:pt x="369548" y="613228"/>
                  </a:lnTo>
                  <a:lnTo>
                    <a:pt x="372012" y="613228"/>
                  </a:lnTo>
                  <a:lnTo>
                    <a:pt x="374475" y="613228"/>
                  </a:lnTo>
                  <a:lnTo>
                    <a:pt x="376939" y="613228"/>
                  </a:lnTo>
                  <a:lnTo>
                    <a:pt x="379403" y="613228"/>
                  </a:lnTo>
                  <a:lnTo>
                    <a:pt x="381866" y="613228"/>
                  </a:lnTo>
                  <a:lnTo>
                    <a:pt x="384330" y="613228"/>
                  </a:lnTo>
                  <a:lnTo>
                    <a:pt x="386794" y="613228"/>
                  </a:lnTo>
                  <a:lnTo>
                    <a:pt x="389257" y="613228"/>
                  </a:lnTo>
                  <a:lnTo>
                    <a:pt x="391721" y="613228"/>
                  </a:lnTo>
                  <a:lnTo>
                    <a:pt x="394185" y="613228"/>
                  </a:lnTo>
                  <a:lnTo>
                    <a:pt x="396648" y="613228"/>
                  </a:lnTo>
                  <a:lnTo>
                    <a:pt x="399112" y="613228"/>
                  </a:lnTo>
                  <a:lnTo>
                    <a:pt x="401576" y="613228"/>
                  </a:lnTo>
                  <a:lnTo>
                    <a:pt x="404039" y="613228"/>
                  </a:lnTo>
                  <a:lnTo>
                    <a:pt x="406503" y="613228"/>
                  </a:lnTo>
                  <a:lnTo>
                    <a:pt x="408967" y="613228"/>
                  </a:lnTo>
                  <a:lnTo>
                    <a:pt x="411430" y="613228"/>
                  </a:lnTo>
                  <a:lnTo>
                    <a:pt x="413894" y="613228"/>
                  </a:lnTo>
                  <a:lnTo>
                    <a:pt x="416358" y="613228"/>
                  </a:lnTo>
                  <a:lnTo>
                    <a:pt x="418821" y="613228"/>
                  </a:lnTo>
                  <a:lnTo>
                    <a:pt x="421285" y="613228"/>
                  </a:lnTo>
                  <a:lnTo>
                    <a:pt x="423749" y="613228"/>
                  </a:lnTo>
                  <a:lnTo>
                    <a:pt x="426212" y="613228"/>
                  </a:lnTo>
                  <a:lnTo>
                    <a:pt x="428676" y="613228"/>
                  </a:lnTo>
                  <a:lnTo>
                    <a:pt x="431140" y="613228"/>
                  </a:lnTo>
                  <a:lnTo>
                    <a:pt x="433603" y="613228"/>
                  </a:lnTo>
                  <a:lnTo>
                    <a:pt x="436067" y="613228"/>
                  </a:lnTo>
                  <a:lnTo>
                    <a:pt x="438531" y="613228"/>
                  </a:lnTo>
                  <a:lnTo>
                    <a:pt x="440994" y="613228"/>
                  </a:lnTo>
                  <a:lnTo>
                    <a:pt x="443458" y="613228"/>
                  </a:lnTo>
                  <a:lnTo>
                    <a:pt x="445922" y="613228"/>
                  </a:lnTo>
                  <a:lnTo>
                    <a:pt x="448385" y="613228"/>
                  </a:lnTo>
                  <a:lnTo>
                    <a:pt x="450849" y="613228"/>
                  </a:lnTo>
                  <a:lnTo>
                    <a:pt x="453312" y="613228"/>
                  </a:lnTo>
                  <a:lnTo>
                    <a:pt x="455776" y="613228"/>
                  </a:lnTo>
                  <a:lnTo>
                    <a:pt x="458240" y="613228"/>
                  </a:lnTo>
                  <a:lnTo>
                    <a:pt x="460703" y="613228"/>
                  </a:lnTo>
                  <a:lnTo>
                    <a:pt x="463167" y="613228"/>
                  </a:lnTo>
                  <a:lnTo>
                    <a:pt x="465631" y="613228"/>
                  </a:lnTo>
                  <a:lnTo>
                    <a:pt x="468094" y="613228"/>
                  </a:lnTo>
                  <a:lnTo>
                    <a:pt x="470558" y="613228"/>
                  </a:lnTo>
                  <a:lnTo>
                    <a:pt x="473022" y="613228"/>
                  </a:lnTo>
                  <a:lnTo>
                    <a:pt x="475485" y="613228"/>
                  </a:lnTo>
                  <a:lnTo>
                    <a:pt x="477949" y="613228"/>
                  </a:lnTo>
                  <a:lnTo>
                    <a:pt x="480413" y="613228"/>
                  </a:lnTo>
                  <a:lnTo>
                    <a:pt x="482876" y="613228"/>
                  </a:lnTo>
                  <a:lnTo>
                    <a:pt x="485340" y="613228"/>
                  </a:lnTo>
                  <a:lnTo>
                    <a:pt x="487804" y="613228"/>
                  </a:lnTo>
                  <a:lnTo>
                    <a:pt x="490267" y="613228"/>
                  </a:lnTo>
                  <a:lnTo>
                    <a:pt x="492731" y="613228"/>
                  </a:lnTo>
                  <a:lnTo>
                    <a:pt x="495195" y="613228"/>
                  </a:lnTo>
                  <a:lnTo>
                    <a:pt x="497658" y="613228"/>
                  </a:lnTo>
                  <a:lnTo>
                    <a:pt x="500122" y="613228"/>
                  </a:lnTo>
                  <a:lnTo>
                    <a:pt x="502586" y="613228"/>
                  </a:lnTo>
                  <a:lnTo>
                    <a:pt x="505049" y="613228"/>
                  </a:lnTo>
                  <a:lnTo>
                    <a:pt x="507513" y="613228"/>
                  </a:lnTo>
                  <a:lnTo>
                    <a:pt x="509977" y="613228"/>
                  </a:lnTo>
                  <a:lnTo>
                    <a:pt x="512440" y="613228"/>
                  </a:lnTo>
                  <a:lnTo>
                    <a:pt x="514904" y="613228"/>
                  </a:lnTo>
                  <a:lnTo>
                    <a:pt x="517368" y="613228"/>
                  </a:lnTo>
                  <a:lnTo>
                    <a:pt x="519831" y="613228"/>
                  </a:lnTo>
                  <a:lnTo>
                    <a:pt x="522295" y="613228"/>
                  </a:lnTo>
                  <a:lnTo>
                    <a:pt x="524759" y="613228"/>
                  </a:lnTo>
                  <a:lnTo>
                    <a:pt x="527222" y="613228"/>
                  </a:lnTo>
                  <a:lnTo>
                    <a:pt x="529686" y="613228"/>
                  </a:lnTo>
                  <a:lnTo>
                    <a:pt x="532150" y="613228"/>
                  </a:lnTo>
                  <a:lnTo>
                    <a:pt x="534613" y="613228"/>
                  </a:lnTo>
                  <a:lnTo>
                    <a:pt x="537077" y="613228"/>
                  </a:lnTo>
                  <a:lnTo>
                    <a:pt x="539541" y="613228"/>
                  </a:lnTo>
                  <a:lnTo>
                    <a:pt x="542004" y="613228"/>
                  </a:lnTo>
                  <a:lnTo>
                    <a:pt x="544468" y="613228"/>
                  </a:lnTo>
                  <a:lnTo>
                    <a:pt x="546931" y="613228"/>
                  </a:lnTo>
                  <a:lnTo>
                    <a:pt x="549395" y="613228"/>
                  </a:lnTo>
                  <a:lnTo>
                    <a:pt x="551859" y="613228"/>
                  </a:lnTo>
                  <a:lnTo>
                    <a:pt x="554322" y="613228"/>
                  </a:lnTo>
                  <a:lnTo>
                    <a:pt x="556786" y="613228"/>
                  </a:lnTo>
                  <a:lnTo>
                    <a:pt x="559250" y="613228"/>
                  </a:lnTo>
                  <a:lnTo>
                    <a:pt x="561713" y="613228"/>
                  </a:lnTo>
                  <a:lnTo>
                    <a:pt x="564177" y="613228"/>
                  </a:lnTo>
                  <a:lnTo>
                    <a:pt x="566641" y="613228"/>
                  </a:lnTo>
                  <a:lnTo>
                    <a:pt x="569104" y="613228"/>
                  </a:lnTo>
                  <a:lnTo>
                    <a:pt x="571568" y="613228"/>
                  </a:lnTo>
                  <a:lnTo>
                    <a:pt x="574032" y="613228"/>
                  </a:lnTo>
                  <a:lnTo>
                    <a:pt x="576495" y="613228"/>
                  </a:lnTo>
                  <a:lnTo>
                    <a:pt x="578959" y="613228"/>
                  </a:lnTo>
                  <a:lnTo>
                    <a:pt x="581423" y="613228"/>
                  </a:lnTo>
                  <a:lnTo>
                    <a:pt x="583886" y="613228"/>
                  </a:lnTo>
                  <a:lnTo>
                    <a:pt x="586350" y="613228"/>
                  </a:lnTo>
                  <a:lnTo>
                    <a:pt x="588814" y="613228"/>
                  </a:lnTo>
                  <a:lnTo>
                    <a:pt x="591277" y="613228"/>
                  </a:lnTo>
                  <a:lnTo>
                    <a:pt x="593741" y="613228"/>
                  </a:lnTo>
                  <a:lnTo>
                    <a:pt x="596205" y="613228"/>
                  </a:lnTo>
                  <a:lnTo>
                    <a:pt x="598668" y="613228"/>
                  </a:lnTo>
                  <a:lnTo>
                    <a:pt x="601132" y="613228"/>
                  </a:lnTo>
                  <a:lnTo>
                    <a:pt x="603596" y="613228"/>
                  </a:lnTo>
                  <a:lnTo>
                    <a:pt x="606059" y="613228"/>
                  </a:lnTo>
                  <a:lnTo>
                    <a:pt x="608523" y="613228"/>
                  </a:lnTo>
                  <a:lnTo>
                    <a:pt x="610987" y="613228"/>
                  </a:lnTo>
                  <a:lnTo>
                    <a:pt x="613450" y="613228"/>
                  </a:lnTo>
                  <a:lnTo>
                    <a:pt x="615914" y="613228"/>
                  </a:lnTo>
                  <a:lnTo>
                    <a:pt x="618378" y="613228"/>
                  </a:lnTo>
                  <a:lnTo>
                    <a:pt x="620841" y="613228"/>
                  </a:lnTo>
                  <a:lnTo>
                    <a:pt x="623305" y="613228"/>
                  </a:lnTo>
                  <a:lnTo>
                    <a:pt x="625769" y="613228"/>
                  </a:lnTo>
                  <a:lnTo>
                    <a:pt x="628232" y="613228"/>
                  </a:lnTo>
                  <a:lnTo>
                    <a:pt x="630696" y="613228"/>
                  </a:lnTo>
                  <a:lnTo>
                    <a:pt x="633159" y="613228"/>
                  </a:lnTo>
                  <a:lnTo>
                    <a:pt x="635623" y="613228"/>
                  </a:lnTo>
                  <a:lnTo>
                    <a:pt x="638087" y="613228"/>
                  </a:lnTo>
                  <a:lnTo>
                    <a:pt x="640550" y="613228"/>
                  </a:lnTo>
                  <a:lnTo>
                    <a:pt x="643014" y="613228"/>
                  </a:lnTo>
                  <a:lnTo>
                    <a:pt x="645478" y="613228"/>
                  </a:lnTo>
                  <a:lnTo>
                    <a:pt x="647941" y="613228"/>
                  </a:lnTo>
                  <a:lnTo>
                    <a:pt x="650405" y="613228"/>
                  </a:lnTo>
                  <a:lnTo>
                    <a:pt x="652869" y="613228"/>
                  </a:lnTo>
                  <a:lnTo>
                    <a:pt x="655332" y="613228"/>
                  </a:lnTo>
                  <a:lnTo>
                    <a:pt x="657796" y="613228"/>
                  </a:lnTo>
                  <a:lnTo>
                    <a:pt x="660260" y="613228"/>
                  </a:lnTo>
                  <a:lnTo>
                    <a:pt x="662723" y="613228"/>
                  </a:lnTo>
                  <a:lnTo>
                    <a:pt x="665187" y="613228"/>
                  </a:lnTo>
                  <a:lnTo>
                    <a:pt x="667651" y="613228"/>
                  </a:lnTo>
                  <a:lnTo>
                    <a:pt x="670114" y="613228"/>
                  </a:lnTo>
                  <a:lnTo>
                    <a:pt x="672578" y="613228"/>
                  </a:lnTo>
                  <a:lnTo>
                    <a:pt x="675042" y="613228"/>
                  </a:lnTo>
                  <a:lnTo>
                    <a:pt x="677505" y="613228"/>
                  </a:lnTo>
                  <a:lnTo>
                    <a:pt x="679969" y="613228"/>
                  </a:lnTo>
                  <a:lnTo>
                    <a:pt x="682433" y="613228"/>
                  </a:lnTo>
                  <a:lnTo>
                    <a:pt x="684896" y="613228"/>
                  </a:lnTo>
                  <a:lnTo>
                    <a:pt x="687360" y="613228"/>
                  </a:lnTo>
                  <a:lnTo>
                    <a:pt x="689824" y="613228"/>
                  </a:lnTo>
                  <a:lnTo>
                    <a:pt x="692287" y="613228"/>
                  </a:lnTo>
                  <a:lnTo>
                    <a:pt x="694751" y="613228"/>
                  </a:lnTo>
                  <a:lnTo>
                    <a:pt x="697215" y="613228"/>
                  </a:lnTo>
                  <a:lnTo>
                    <a:pt x="699678" y="613228"/>
                  </a:lnTo>
                  <a:lnTo>
                    <a:pt x="702142" y="613228"/>
                  </a:lnTo>
                  <a:lnTo>
                    <a:pt x="704606" y="613228"/>
                  </a:lnTo>
                  <a:lnTo>
                    <a:pt x="707069" y="613228"/>
                  </a:lnTo>
                  <a:lnTo>
                    <a:pt x="709533" y="613228"/>
                  </a:lnTo>
                  <a:lnTo>
                    <a:pt x="711997" y="613228"/>
                  </a:lnTo>
                  <a:lnTo>
                    <a:pt x="714460" y="613228"/>
                  </a:lnTo>
                  <a:lnTo>
                    <a:pt x="716924" y="613228"/>
                  </a:lnTo>
                  <a:lnTo>
                    <a:pt x="719388" y="613228"/>
                  </a:lnTo>
                  <a:lnTo>
                    <a:pt x="721851" y="613228"/>
                  </a:lnTo>
                  <a:lnTo>
                    <a:pt x="724315" y="613228"/>
                  </a:lnTo>
                  <a:lnTo>
                    <a:pt x="726778" y="613227"/>
                  </a:lnTo>
                  <a:lnTo>
                    <a:pt x="729242" y="613227"/>
                  </a:lnTo>
                  <a:lnTo>
                    <a:pt x="731706" y="613227"/>
                  </a:lnTo>
                  <a:lnTo>
                    <a:pt x="734169" y="613226"/>
                  </a:lnTo>
                  <a:lnTo>
                    <a:pt x="736633" y="613226"/>
                  </a:lnTo>
                  <a:lnTo>
                    <a:pt x="739097" y="613225"/>
                  </a:lnTo>
                  <a:lnTo>
                    <a:pt x="741560" y="613224"/>
                  </a:lnTo>
                  <a:lnTo>
                    <a:pt x="744024" y="613223"/>
                  </a:lnTo>
                  <a:lnTo>
                    <a:pt x="746488" y="613221"/>
                  </a:lnTo>
                  <a:lnTo>
                    <a:pt x="748951" y="613219"/>
                  </a:lnTo>
                  <a:lnTo>
                    <a:pt x="751415" y="613217"/>
                  </a:lnTo>
                  <a:lnTo>
                    <a:pt x="753879" y="613213"/>
                  </a:lnTo>
                  <a:lnTo>
                    <a:pt x="756342" y="613209"/>
                  </a:lnTo>
                  <a:lnTo>
                    <a:pt x="758806" y="613204"/>
                  </a:lnTo>
                  <a:lnTo>
                    <a:pt x="761270" y="613198"/>
                  </a:lnTo>
                  <a:lnTo>
                    <a:pt x="763733" y="613190"/>
                  </a:lnTo>
                  <a:lnTo>
                    <a:pt x="766197" y="613180"/>
                  </a:lnTo>
                  <a:lnTo>
                    <a:pt x="768661" y="613168"/>
                  </a:lnTo>
                  <a:lnTo>
                    <a:pt x="771124" y="613154"/>
                  </a:lnTo>
                  <a:lnTo>
                    <a:pt x="773588" y="613137"/>
                  </a:lnTo>
                  <a:lnTo>
                    <a:pt x="776052" y="613117"/>
                  </a:lnTo>
                  <a:lnTo>
                    <a:pt x="778515" y="613093"/>
                  </a:lnTo>
                  <a:lnTo>
                    <a:pt x="780979" y="613064"/>
                  </a:lnTo>
                  <a:lnTo>
                    <a:pt x="783443" y="613031"/>
                  </a:lnTo>
                  <a:lnTo>
                    <a:pt x="785906" y="612992"/>
                  </a:lnTo>
                  <a:lnTo>
                    <a:pt x="788370" y="612947"/>
                  </a:lnTo>
                  <a:lnTo>
                    <a:pt x="790834" y="612896"/>
                  </a:lnTo>
                  <a:lnTo>
                    <a:pt x="793297" y="612839"/>
                  </a:lnTo>
                  <a:lnTo>
                    <a:pt x="795761" y="612773"/>
                  </a:lnTo>
                  <a:lnTo>
                    <a:pt x="798225" y="612699"/>
                  </a:lnTo>
                  <a:lnTo>
                    <a:pt x="800688" y="612616"/>
                  </a:lnTo>
                  <a:lnTo>
                    <a:pt x="803152" y="612524"/>
                  </a:lnTo>
                  <a:lnTo>
                    <a:pt x="805616" y="612423"/>
                  </a:lnTo>
                  <a:lnTo>
                    <a:pt x="808079" y="612313"/>
                  </a:lnTo>
                  <a:lnTo>
                    <a:pt x="810543" y="612193"/>
                  </a:lnTo>
                  <a:lnTo>
                    <a:pt x="813006" y="612061"/>
                  </a:lnTo>
                  <a:lnTo>
                    <a:pt x="815470" y="611919"/>
                  </a:lnTo>
                  <a:lnTo>
                    <a:pt x="817934" y="611767"/>
                  </a:lnTo>
                  <a:lnTo>
                    <a:pt x="820397" y="611606"/>
                  </a:lnTo>
                  <a:lnTo>
                    <a:pt x="822861" y="611434"/>
                  </a:lnTo>
                  <a:lnTo>
                    <a:pt x="825325" y="611253"/>
                  </a:lnTo>
                  <a:lnTo>
                    <a:pt x="827788" y="611061"/>
                  </a:lnTo>
                  <a:lnTo>
                    <a:pt x="830252" y="610858"/>
                  </a:lnTo>
                  <a:lnTo>
                    <a:pt x="832716" y="610646"/>
                  </a:lnTo>
                  <a:lnTo>
                    <a:pt x="835179" y="610425"/>
                  </a:lnTo>
                  <a:lnTo>
                    <a:pt x="837643" y="610193"/>
                  </a:lnTo>
                  <a:lnTo>
                    <a:pt x="840107" y="609951"/>
                  </a:lnTo>
                  <a:lnTo>
                    <a:pt x="842570" y="609694"/>
                  </a:lnTo>
                  <a:lnTo>
                    <a:pt x="845034" y="609425"/>
                  </a:lnTo>
                  <a:lnTo>
                    <a:pt x="847498" y="609142"/>
                  </a:lnTo>
                  <a:lnTo>
                    <a:pt x="849961" y="608844"/>
                  </a:lnTo>
                  <a:lnTo>
                    <a:pt x="852425" y="608528"/>
                  </a:lnTo>
                  <a:lnTo>
                    <a:pt x="854889" y="608193"/>
                  </a:lnTo>
                  <a:lnTo>
                    <a:pt x="857352" y="607832"/>
                  </a:lnTo>
                  <a:lnTo>
                    <a:pt x="859816" y="607444"/>
                  </a:lnTo>
                  <a:lnTo>
                    <a:pt x="862280" y="607028"/>
                  </a:lnTo>
                  <a:lnTo>
                    <a:pt x="864743" y="606580"/>
                  </a:lnTo>
                  <a:lnTo>
                    <a:pt x="867207" y="606098"/>
                  </a:lnTo>
                  <a:lnTo>
                    <a:pt x="869671" y="605578"/>
                  </a:lnTo>
                  <a:lnTo>
                    <a:pt x="872134" y="605009"/>
                  </a:lnTo>
                  <a:lnTo>
                    <a:pt x="874598" y="604392"/>
                  </a:lnTo>
                  <a:lnTo>
                    <a:pt x="877062" y="603727"/>
                  </a:lnTo>
                  <a:lnTo>
                    <a:pt x="879525" y="603011"/>
                  </a:lnTo>
                  <a:lnTo>
                    <a:pt x="881989" y="602243"/>
                  </a:lnTo>
                  <a:lnTo>
                    <a:pt x="884453" y="601420"/>
                  </a:lnTo>
                  <a:lnTo>
                    <a:pt x="886916" y="600533"/>
                  </a:lnTo>
                  <a:lnTo>
                    <a:pt x="889380" y="599584"/>
                  </a:lnTo>
                  <a:lnTo>
                    <a:pt x="891844" y="598579"/>
                  </a:lnTo>
                  <a:lnTo>
                    <a:pt x="894307" y="597518"/>
                  </a:lnTo>
                  <a:lnTo>
                    <a:pt x="896771" y="596402"/>
                  </a:lnTo>
                  <a:lnTo>
                    <a:pt x="899235" y="595233"/>
                  </a:lnTo>
                  <a:lnTo>
                    <a:pt x="901698" y="594007"/>
                  </a:lnTo>
                  <a:lnTo>
                    <a:pt x="904162" y="592729"/>
                  </a:lnTo>
                  <a:lnTo>
                    <a:pt x="906625" y="591407"/>
                  </a:lnTo>
                  <a:lnTo>
                    <a:pt x="909089" y="590045"/>
                  </a:lnTo>
                  <a:lnTo>
                    <a:pt x="911553" y="588647"/>
                  </a:lnTo>
                  <a:lnTo>
                    <a:pt x="914016" y="587215"/>
                  </a:lnTo>
                  <a:lnTo>
                    <a:pt x="916480" y="585751"/>
                  </a:lnTo>
                  <a:lnTo>
                    <a:pt x="918944" y="584259"/>
                  </a:lnTo>
                  <a:lnTo>
                    <a:pt x="921407" y="582745"/>
                  </a:lnTo>
                  <a:lnTo>
                    <a:pt x="923871" y="581212"/>
                  </a:lnTo>
                  <a:lnTo>
                    <a:pt x="926335" y="579663"/>
                  </a:lnTo>
                  <a:lnTo>
                    <a:pt x="928798" y="578098"/>
                  </a:lnTo>
                  <a:lnTo>
                    <a:pt x="931262" y="576519"/>
                  </a:lnTo>
                  <a:lnTo>
                    <a:pt x="933726" y="574926"/>
                  </a:lnTo>
                  <a:lnTo>
                    <a:pt x="936189" y="573320"/>
                  </a:lnTo>
                  <a:lnTo>
                    <a:pt x="938653" y="571701"/>
                  </a:lnTo>
                  <a:lnTo>
                    <a:pt x="941117" y="570069"/>
                  </a:lnTo>
                  <a:lnTo>
                    <a:pt x="943580" y="568423"/>
                  </a:lnTo>
                  <a:lnTo>
                    <a:pt x="946044" y="566762"/>
                  </a:lnTo>
                  <a:lnTo>
                    <a:pt x="948508" y="565081"/>
                  </a:lnTo>
                  <a:lnTo>
                    <a:pt x="950971" y="563382"/>
                  </a:lnTo>
                  <a:lnTo>
                    <a:pt x="953435" y="561664"/>
                  </a:lnTo>
                  <a:lnTo>
                    <a:pt x="955899" y="559927"/>
                  </a:lnTo>
                  <a:lnTo>
                    <a:pt x="958362" y="558171"/>
                  </a:lnTo>
                  <a:lnTo>
                    <a:pt x="960826" y="556395"/>
                  </a:lnTo>
                  <a:lnTo>
                    <a:pt x="963290" y="554596"/>
                  </a:lnTo>
                  <a:lnTo>
                    <a:pt x="965753" y="552781"/>
                  </a:lnTo>
                  <a:lnTo>
                    <a:pt x="968217" y="550951"/>
                  </a:lnTo>
                  <a:lnTo>
                    <a:pt x="970681" y="549109"/>
                  </a:lnTo>
                  <a:lnTo>
                    <a:pt x="973144" y="547258"/>
                  </a:lnTo>
                  <a:lnTo>
                    <a:pt x="975608" y="545400"/>
                  </a:lnTo>
                  <a:lnTo>
                    <a:pt x="978072" y="543543"/>
                  </a:lnTo>
                  <a:lnTo>
                    <a:pt x="980535" y="541692"/>
                  </a:lnTo>
                  <a:lnTo>
                    <a:pt x="982999" y="539851"/>
                  </a:lnTo>
                  <a:lnTo>
                    <a:pt x="985463" y="538028"/>
                  </a:lnTo>
                  <a:lnTo>
                    <a:pt x="987926" y="536228"/>
                  </a:lnTo>
                  <a:lnTo>
                    <a:pt x="990390" y="534456"/>
                  </a:lnTo>
                  <a:lnTo>
                    <a:pt x="992853" y="532729"/>
                  </a:lnTo>
                  <a:lnTo>
                    <a:pt x="995317" y="531049"/>
                  </a:lnTo>
                  <a:lnTo>
                    <a:pt x="997781" y="529421"/>
                  </a:lnTo>
                  <a:lnTo>
                    <a:pt x="1000244" y="527853"/>
                  </a:lnTo>
                  <a:lnTo>
                    <a:pt x="1002708" y="526350"/>
                  </a:lnTo>
                  <a:lnTo>
                    <a:pt x="1005172" y="524919"/>
                  </a:lnTo>
                  <a:lnTo>
                    <a:pt x="1007635" y="523580"/>
                  </a:lnTo>
                  <a:lnTo>
                    <a:pt x="1010099" y="522334"/>
                  </a:lnTo>
                  <a:lnTo>
                    <a:pt x="1012563" y="521179"/>
                  </a:lnTo>
                  <a:lnTo>
                    <a:pt x="1015026" y="520120"/>
                  </a:lnTo>
                  <a:lnTo>
                    <a:pt x="1017490" y="519160"/>
                  </a:lnTo>
                  <a:lnTo>
                    <a:pt x="1019954" y="518302"/>
                  </a:lnTo>
                  <a:lnTo>
                    <a:pt x="1022417" y="517562"/>
                  </a:lnTo>
                  <a:lnTo>
                    <a:pt x="1024881" y="516937"/>
                  </a:lnTo>
                  <a:lnTo>
                    <a:pt x="1027345" y="516414"/>
                  </a:lnTo>
                  <a:lnTo>
                    <a:pt x="1029808" y="515991"/>
                  </a:lnTo>
                  <a:lnTo>
                    <a:pt x="1032272" y="515665"/>
                  </a:lnTo>
                  <a:lnTo>
                    <a:pt x="1034736" y="515429"/>
                  </a:lnTo>
                  <a:lnTo>
                    <a:pt x="1037199" y="515287"/>
                  </a:lnTo>
                  <a:lnTo>
                    <a:pt x="1039663" y="515227"/>
                  </a:lnTo>
                  <a:lnTo>
                    <a:pt x="1042127" y="515229"/>
                  </a:lnTo>
                  <a:lnTo>
                    <a:pt x="1044590" y="515282"/>
                  </a:lnTo>
                  <a:lnTo>
                    <a:pt x="1047054" y="515374"/>
                  </a:lnTo>
                  <a:lnTo>
                    <a:pt x="1049518" y="515493"/>
                  </a:lnTo>
                  <a:lnTo>
                    <a:pt x="1051981" y="515624"/>
                  </a:lnTo>
                  <a:lnTo>
                    <a:pt x="1054445" y="515746"/>
                  </a:lnTo>
                  <a:lnTo>
                    <a:pt x="1056909" y="515844"/>
                  </a:lnTo>
                  <a:lnTo>
                    <a:pt x="1059372" y="515902"/>
                  </a:lnTo>
                  <a:lnTo>
                    <a:pt x="1061836" y="515906"/>
                  </a:lnTo>
                  <a:lnTo>
                    <a:pt x="1064300" y="515841"/>
                  </a:lnTo>
                  <a:lnTo>
                    <a:pt x="1066763" y="515688"/>
                  </a:lnTo>
                  <a:lnTo>
                    <a:pt x="1069227" y="515416"/>
                  </a:lnTo>
                  <a:lnTo>
                    <a:pt x="1071691" y="515028"/>
                  </a:lnTo>
                  <a:lnTo>
                    <a:pt x="1074154" y="514513"/>
                  </a:lnTo>
                  <a:lnTo>
                    <a:pt x="1076618" y="513859"/>
                  </a:lnTo>
                  <a:lnTo>
                    <a:pt x="1079082" y="513059"/>
                  </a:lnTo>
                  <a:lnTo>
                    <a:pt x="1081545" y="512096"/>
                  </a:lnTo>
                  <a:lnTo>
                    <a:pt x="1084009" y="510931"/>
                  </a:lnTo>
                  <a:lnTo>
                    <a:pt x="1086472" y="509591"/>
                  </a:lnTo>
                  <a:lnTo>
                    <a:pt x="1088936" y="508068"/>
                  </a:lnTo>
                  <a:lnTo>
                    <a:pt x="1091400" y="506359"/>
                  </a:lnTo>
                  <a:lnTo>
                    <a:pt x="1093863" y="504456"/>
                  </a:lnTo>
                  <a:lnTo>
                    <a:pt x="1096327" y="502352"/>
                  </a:lnTo>
                  <a:lnTo>
                    <a:pt x="1098791" y="499993"/>
                  </a:lnTo>
                  <a:lnTo>
                    <a:pt x="1101254" y="497419"/>
                  </a:lnTo>
                  <a:lnTo>
                    <a:pt x="1103718" y="494622"/>
                  </a:lnTo>
                  <a:lnTo>
                    <a:pt x="1106182" y="491594"/>
                  </a:lnTo>
                  <a:lnTo>
                    <a:pt x="1108645" y="488326"/>
                  </a:lnTo>
                  <a:lnTo>
                    <a:pt x="1111109" y="484806"/>
                  </a:lnTo>
                  <a:lnTo>
                    <a:pt x="1113573" y="480958"/>
                  </a:lnTo>
                  <a:lnTo>
                    <a:pt x="1116036" y="476818"/>
                  </a:lnTo>
                  <a:lnTo>
                    <a:pt x="1118500" y="472373"/>
                  </a:lnTo>
                  <a:lnTo>
                    <a:pt x="1120964" y="467606"/>
                  </a:lnTo>
                  <a:lnTo>
                    <a:pt x="1123427" y="462496"/>
                  </a:lnTo>
                  <a:lnTo>
                    <a:pt x="1125891" y="457023"/>
                  </a:lnTo>
                  <a:lnTo>
                    <a:pt x="1128355" y="451079"/>
                  </a:lnTo>
                  <a:lnTo>
                    <a:pt x="1130818" y="444692"/>
                  </a:lnTo>
                  <a:lnTo>
                    <a:pt x="1133282" y="437855"/>
                  </a:lnTo>
                  <a:lnTo>
                    <a:pt x="1135746" y="430543"/>
                  </a:lnTo>
                  <a:lnTo>
                    <a:pt x="1138209" y="422731"/>
                  </a:lnTo>
                  <a:lnTo>
                    <a:pt x="1140673" y="414396"/>
                  </a:lnTo>
                  <a:lnTo>
                    <a:pt x="1143137" y="405417"/>
                  </a:lnTo>
                  <a:lnTo>
                    <a:pt x="1145600" y="395820"/>
                  </a:lnTo>
                  <a:lnTo>
                    <a:pt x="1148064" y="385629"/>
                  </a:lnTo>
                  <a:lnTo>
                    <a:pt x="1150528" y="374833"/>
                  </a:lnTo>
                  <a:lnTo>
                    <a:pt x="1152991" y="363424"/>
                  </a:lnTo>
                  <a:lnTo>
                    <a:pt x="1155455" y="351397"/>
                  </a:lnTo>
                  <a:lnTo>
                    <a:pt x="1157919" y="338665"/>
                  </a:lnTo>
                  <a:lnTo>
                    <a:pt x="1160382" y="325270"/>
                  </a:lnTo>
                  <a:lnTo>
                    <a:pt x="1162846" y="311291"/>
                  </a:lnTo>
                  <a:lnTo>
                    <a:pt x="1165310" y="296755"/>
                  </a:lnTo>
                  <a:lnTo>
                    <a:pt x="1167773" y="281693"/>
                  </a:lnTo>
                  <a:lnTo>
                    <a:pt x="1170237" y="266144"/>
                  </a:lnTo>
                  <a:lnTo>
                    <a:pt x="1172701" y="250114"/>
                  </a:lnTo>
                  <a:lnTo>
                    <a:pt x="1175164" y="233683"/>
                  </a:lnTo>
                  <a:lnTo>
                    <a:pt x="1177628" y="216977"/>
                  </a:lnTo>
                  <a:lnTo>
                    <a:pt x="1180091" y="200074"/>
                  </a:lnTo>
                  <a:lnTo>
                    <a:pt x="1182555" y="183058"/>
                  </a:lnTo>
                  <a:lnTo>
                    <a:pt x="1185019" y="166020"/>
                  </a:lnTo>
                  <a:lnTo>
                    <a:pt x="1187482" y="149078"/>
                  </a:lnTo>
                  <a:lnTo>
                    <a:pt x="1189946" y="132403"/>
                  </a:lnTo>
                  <a:lnTo>
                    <a:pt x="1192410" y="116097"/>
                  </a:lnTo>
                  <a:lnTo>
                    <a:pt x="1194873" y="100280"/>
                  </a:lnTo>
                  <a:lnTo>
                    <a:pt x="1197337" y="85077"/>
                  </a:lnTo>
                  <a:lnTo>
                    <a:pt x="1199801" y="70613"/>
                  </a:lnTo>
                  <a:lnTo>
                    <a:pt x="1202264" y="57083"/>
                  </a:lnTo>
                  <a:lnTo>
                    <a:pt x="1204728" y="44792"/>
                  </a:lnTo>
                  <a:lnTo>
                    <a:pt x="1207192" y="33708"/>
                  </a:lnTo>
                  <a:lnTo>
                    <a:pt x="1209655" y="23952"/>
                  </a:lnTo>
                  <a:lnTo>
                    <a:pt x="1212119" y="15642"/>
                  </a:lnTo>
                  <a:lnTo>
                    <a:pt x="1214583" y="8890"/>
                  </a:lnTo>
                  <a:lnTo>
                    <a:pt x="1217046" y="3862"/>
                  </a:lnTo>
                  <a:lnTo>
                    <a:pt x="1219510" y="992"/>
                  </a:lnTo>
                  <a:lnTo>
                    <a:pt x="1221974" y="0"/>
                  </a:lnTo>
                  <a:lnTo>
                    <a:pt x="1224437" y="941"/>
                  </a:lnTo>
                  <a:lnTo>
                    <a:pt x="1226901" y="3857"/>
                  </a:lnTo>
                  <a:lnTo>
                    <a:pt x="1229365" y="8772"/>
                  </a:lnTo>
                  <a:lnTo>
                    <a:pt x="1231828" y="15710"/>
                  </a:lnTo>
                  <a:lnTo>
                    <a:pt x="1234292" y="25101"/>
                  </a:lnTo>
                  <a:lnTo>
                    <a:pt x="1236756" y="36423"/>
                  </a:lnTo>
                  <a:lnTo>
                    <a:pt x="1239219" y="49606"/>
                  </a:lnTo>
                  <a:lnTo>
                    <a:pt x="1241683" y="64565"/>
                  </a:lnTo>
                  <a:lnTo>
                    <a:pt x="1244147" y="81199"/>
                  </a:lnTo>
                  <a:lnTo>
                    <a:pt x="1246610" y="99390"/>
                  </a:lnTo>
                  <a:lnTo>
                    <a:pt x="1249074" y="119268"/>
                  </a:lnTo>
                  <a:lnTo>
                    <a:pt x="1251538" y="140340"/>
                  </a:lnTo>
                  <a:lnTo>
                    <a:pt x="1254001" y="162410"/>
                  </a:lnTo>
                  <a:lnTo>
                    <a:pt x="1256465" y="185301"/>
                  </a:lnTo>
                  <a:lnTo>
                    <a:pt x="1258929" y="208831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2370670" y="6213302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243361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2748349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3063081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3377813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369254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tx334"/>
            <p:cNvSpPr/>
            <p:nvPr/>
          </p:nvSpPr>
          <p:spPr>
            <a:xfrm>
              <a:off x="2355936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35" name="tx335"/>
            <p:cNvSpPr/>
            <p:nvPr/>
          </p:nvSpPr>
          <p:spPr>
            <a:xfrm>
              <a:off x="2670668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2985400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337" name="tx337"/>
            <p:cNvSpPr/>
            <p:nvPr/>
          </p:nvSpPr>
          <p:spPr>
            <a:xfrm>
              <a:off x="3300132" y="627560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338" name="tx338"/>
            <p:cNvSpPr/>
            <p:nvPr/>
          </p:nvSpPr>
          <p:spPr>
            <a:xfrm>
              <a:off x="3583787" y="627424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3020414" y="642502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340" name="rc340"/>
            <p:cNvSpPr/>
            <p:nvPr/>
          </p:nvSpPr>
          <p:spPr>
            <a:xfrm>
              <a:off x="3825081" y="4609135"/>
              <a:ext cx="1523999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3894670" y="490641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57616" y="5581681"/>
              <a:ext cx="1258929" cy="572217"/>
            </a:xfrm>
            <a:custGeom>
              <a:avLst/>
              <a:pathLst>
                <a:path w="1258929" h="572217">
                  <a:moveTo>
                    <a:pt x="0" y="572217"/>
                  </a:moveTo>
                  <a:lnTo>
                    <a:pt x="2463" y="572216"/>
                  </a:lnTo>
                  <a:lnTo>
                    <a:pt x="4927" y="572216"/>
                  </a:lnTo>
                  <a:lnTo>
                    <a:pt x="7390" y="572216"/>
                  </a:lnTo>
                  <a:lnTo>
                    <a:pt x="9854" y="572216"/>
                  </a:lnTo>
                  <a:lnTo>
                    <a:pt x="12318" y="572216"/>
                  </a:lnTo>
                  <a:lnTo>
                    <a:pt x="14781" y="572215"/>
                  </a:lnTo>
                  <a:lnTo>
                    <a:pt x="17245" y="572214"/>
                  </a:lnTo>
                  <a:lnTo>
                    <a:pt x="19709" y="572213"/>
                  </a:lnTo>
                  <a:lnTo>
                    <a:pt x="22172" y="572211"/>
                  </a:lnTo>
                  <a:lnTo>
                    <a:pt x="24636" y="572208"/>
                  </a:lnTo>
                  <a:lnTo>
                    <a:pt x="27100" y="572203"/>
                  </a:lnTo>
                  <a:lnTo>
                    <a:pt x="29563" y="572195"/>
                  </a:lnTo>
                  <a:lnTo>
                    <a:pt x="32027" y="572183"/>
                  </a:lnTo>
                  <a:lnTo>
                    <a:pt x="34491" y="572167"/>
                  </a:lnTo>
                  <a:lnTo>
                    <a:pt x="36954" y="572142"/>
                  </a:lnTo>
                  <a:lnTo>
                    <a:pt x="39418" y="572105"/>
                  </a:lnTo>
                  <a:lnTo>
                    <a:pt x="41882" y="572050"/>
                  </a:lnTo>
                  <a:lnTo>
                    <a:pt x="44345" y="571973"/>
                  </a:lnTo>
                  <a:lnTo>
                    <a:pt x="46809" y="571863"/>
                  </a:lnTo>
                  <a:lnTo>
                    <a:pt x="49273" y="571711"/>
                  </a:lnTo>
                  <a:lnTo>
                    <a:pt x="51736" y="571503"/>
                  </a:lnTo>
                  <a:lnTo>
                    <a:pt x="54200" y="571220"/>
                  </a:lnTo>
                  <a:lnTo>
                    <a:pt x="56664" y="570831"/>
                  </a:lnTo>
                  <a:lnTo>
                    <a:pt x="59127" y="570295"/>
                  </a:lnTo>
                  <a:lnTo>
                    <a:pt x="61591" y="569584"/>
                  </a:lnTo>
                  <a:lnTo>
                    <a:pt x="64055" y="568652"/>
                  </a:lnTo>
                  <a:lnTo>
                    <a:pt x="66518" y="567444"/>
                  </a:lnTo>
                  <a:lnTo>
                    <a:pt x="68982" y="565898"/>
                  </a:lnTo>
                  <a:lnTo>
                    <a:pt x="71446" y="563941"/>
                  </a:lnTo>
                  <a:lnTo>
                    <a:pt x="73909" y="561489"/>
                  </a:lnTo>
                  <a:lnTo>
                    <a:pt x="76373" y="558323"/>
                  </a:lnTo>
                  <a:lnTo>
                    <a:pt x="78837" y="554408"/>
                  </a:lnTo>
                  <a:lnTo>
                    <a:pt x="81300" y="549629"/>
                  </a:lnTo>
                  <a:lnTo>
                    <a:pt x="83764" y="543861"/>
                  </a:lnTo>
                  <a:lnTo>
                    <a:pt x="86228" y="536973"/>
                  </a:lnTo>
                  <a:lnTo>
                    <a:pt x="88691" y="528832"/>
                  </a:lnTo>
                  <a:lnTo>
                    <a:pt x="91155" y="519306"/>
                  </a:lnTo>
                  <a:lnTo>
                    <a:pt x="93618" y="508139"/>
                  </a:lnTo>
                  <a:lnTo>
                    <a:pt x="96082" y="495140"/>
                  </a:lnTo>
                  <a:lnTo>
                    <a:pt x="98546" y="480381"/>
                  </a:lnTo>
                  <a:lnTo>
                    <a:pt x="101009" y="463798"/>
                  </a:lnTo>
                  <a:lnTo>
                    <a:pt x="103473" y="445359"/>
                  </a:lnTo>
                  <a:lnTo>
                    <a:pt x="105937" y="425066"/>
                  </a:lnTo>
                  <a:lnTo>
                    <a:pt x="108400" y="402958"/>
                  </a:lnTo>
                  <a:lnTo>
                    <a:pt x="110864" y="379115"/>
                  </a:lnTo>
                  <a:lnTo>
                    <a:pt x="113328" y="353443"/>
                  </a:lnTo>
                  <a:lnTo>
                    <a:pt x="115791" y="326424"/>
                  </a:lnTo>
                  <a:lnTo>
                    <a:pt x="118255" y="298338"/>
                  </a:lnTo>
                  <a:lnTo>
                    <a:pt x="120719" y="269483"/>
                  </a:lnTo>
                  <a:lnTo>
                    <a:pt x="123182" y="240197"/>
                  </a:lnTo>
                  <a:lnTo>
                    <a:pt x="125646" y="210848"/>
                  </a:lnTo>
                  <a:lnTo>
                    <a:pt x="128110" y="181829"/>
                  </a:lnTo>
                  <a:lnTo>
                    <a:pt x="130573" y="153645"/>
                  </a:lnTo>
                  <a:lnTo>
                    <a:pt x="133037" y="126886"/>
                  </a:lnTo>
                  <a:lnTo>
                    <a:pt x="135501" y="101866"/>
                  </a:lnTo>
                  <a:lnTo>
                    <a:pt x="137964" y="78954"/>
                  </a:lnTo>
                  <a:lnTo>
                    <a:pt x="140428" y="58483"/>
                  </a:lnTo>
                  <a:lnTo>
                    <a:pt x="142892" y="40736"/>
                  </a:lnTo>
                  <a:lnTo>
                    <a:pt x="145355" y="25942"/>
                  </a:lnTo>
                  <a:lnTo>
                    <a:pt x="147819" y="14265"/>
                  </a:lnTo>
                  <a:lnTo>
                    <a:pt x="150283" y="6314"/>
                  </a:lnTo>
                  <a:lnTo>
                    <a:pt x="152746" y="1618"/>
                  </a:lnTo>
                  <a:lnTo>
                    <a:pt x="155210" y="0"/>
                  </a:lnTo>
                  <a:lnTo>
                    <a:pt x="157674" y="1280"/>
                  </a:lnTo>
                  <a:lnTo>
                    <a:pt x="160137" y="5220"/>
                  </a:lnTo>
                  <a:lnTo>
                    <a:pt x="162601" y="11531"/>
                  </a:lnTo>
                  <a:lnTo>
                    <a:pt x="165065" y="19878"/>
                  </a:lnTo>
                  <a:lnTo>
                    <a:pt x="167528" y="29978"/>
                  </a:lnTo>
                  <a:lnTo>
                    <a:pt x="169992" y="41385"/>
                  </a:lnTo>
                  <a:lnTo>
                    <a:pt x="172456" y="53538"/>
                  </a:lnTo>
                  <a:lnTo>
                    <a:pt x="174919" y="66083"/>
                  </a:lnTo>
                  <a:lnTo>
                    <a:pt x="177383" y="78701"/>
                  </a:lnTo>
                  <a:lnTo>
                    <a:pt x="179847" y="91114"/>
                  </a:lnTo>
                  <a:lnTo>
                    <a:pt x="182310" y="103094"/>
                  </a:lnTo>
                  <a:lnTo>
                    <a:pt x="184774" y="114465"/>
                  </a:lnTo>
                  <a:lnTo>
                    <a:pt x="187237" y="124994"/>
                  </a:lnTo>
                  <a:lnTo>
                    <a:pt x="189701" y="134737"/>
                  </a:lnTo>
                  <a:lnTo>
                    <a:pt x="192165" y="143755"/>
                  </a:lnTo>
                  <a:lnTo>
                    <a:pt x="194628" y="152136"/>
                  </a:lnTo>
                  <a:lnTo>
                    <a:pt x="197092" y="160004"/>
                  </a:lnTo>
                  <a:lnTo>
                    <a:pt x="199556" y="167516"/>
                  </a:lnTo>
                  <a:lnTo>
                    <a:pt x="202019" y="174848"/>
                  </a:lnTo>
                  <a:lnTo>
                    <a:pt x="204483" y="182207"/>
                  </a:lnTo>
                  <a:lnTo>
                    <a:pt x="206947" y="189855"/>
                  </a:lnTo>
                  <a:lnTo>
                    <a:pt x="209410" y="197960"/>
                  </a:lnTo>
                  <a:lnTo>
                    <a:pt x="211874" y="206675"/>
                  </a:lnTo>
                  <a:lnTo>
                    <a:pt x="214338" y="216124"/>
                  </a:lnTo>
                  <a:lnTo>
                    <a:pt x="216801" y="226401"/>
                  </a:lnTo>
                  <a:lnTo>
                    <a:pt x="219265" y="237568"/>
                  </a:lnTo>
                  <a:lnTo>
                    <a:pt x="221729" y="249653"/>
                  </a:lnTo>
                  <a:lnTo>
                    <a:pt x="224192" y="262776"/>
                  </a:lnTo>
                  <a:lnTo>
                    <a:pt x="226656" y="276762"/>
                  </a:lnTo>
                  <a:lnTo>
                    <a:pt x="229120" y="291493"/>
                  </a:lnTo>
                  <a:lnTo>
                    <a:pt x="231583" y="306859"/>
                  </a:lnTo>
                  <a:lnTo>
                    <a:pt x="234047" y="322730"/>
                  </a:lnTo>
                  <a:lnTo>
                    <a:pt x="236511" y="338964"/>
                  </a:lnTo>
                  <a:lnTo>
                    <a:pt x="238974" y="355411"/>
                  </a:lnTo>
                  <a:lnTo>
                    <a:pt x="241438" y="371906"/>
                  </a:lnTo>
                  <a:lnTo>
                    <a:pt x="243902" y="388240"/>
                  </a:lnTo>
                  <a:lnTo>
                    <a:pt x="246365" y="404264"/>
                  </a:lnTo>
                  <a:lnTo>
                    <a:pt x="248829" y="419843"/>
                  </a:lnTo>
                  <a:lnTo>
                    <a:pt x="251293" y="434856"/>
                  </a:lnTo>
                  <a:lnTo>
                    <a:pt x="253756" y="449196"/>
                  </a:lnTo>
                  <a:lnTo>
                    <a:pt x="256220" y="462773"/>
                  </a:lnTo>
                  <a:lnTo>
                    <a:pt x="258684" y="475513"/>
                  </a:lnTo>
                  <a:lnTo>
                    <a:pt x="261147" y="487225"/>
                  </a:lnTo>
                  <a:lnTo>
                    <a:pt x="263611" y="497965"/>
                  </a:lnTo>
                  <a:lnTo>
                    <a:pt x="266075" y="507757"/>
                  </a:lnTo>
                  <a:lnTo>
                    <a:pt x="268538" y="516604"/>
                  </a:lnTo>
                  <a:lnTo>
                    <a:pt x="271002" y="524524"/>
                  </a:lnTo>
                  <a:lnTo>
                    <a:pt x="273465" y="531544"/>
                  </a:lnTo>
                  <a:lnTo>
                    <a:pt x="275929" y="537700"/>
                  </a:lnTo>
                  <a:lnTo>
                    <a:pt x="278393" y="542996"/>
                  </a:lnTo>
                  <a:lnTo>
                    <a:pt x="280856" y="547437"/>
                  </a:lnTo>
                  <a:lnTo>
                    <a:pt x="283320" y="551181"/>
                  </a:lnTo>
                  <a:lnTo>
                    <a:pt x="285784" y="554277"/>
                  </a:lnTo>
                  <a:lnTo>
                    <a:pt x="288247" y="556773"/>
                  </a:lnTo>
                  <a:lnTo>
                    <a:pt x="290711" y="558713"/>
                  </a:lnTo>
                  <a:lnTo>
                    <a:pt x="293175" y="560136"/>
                  </a:lnTo>
                  <a:lnTo>
                    <a:pt x="295638" y="561073"/>
                  </a:lnTo>
                  <a:lnTo>
                    <a:pt x="298102" y="561489"/>
                  </a:lnTo>
                  <a:lnTo>
                    <a:pt x="300566" y="561447"/>
                  </a:lnTo>
                  <a:lnTo>
                    <a:pt x="303029" y="560974"/>
                  </a:lnTo>
                  <a:lnTo>
                    <a:pt x="305493" y="560068"/>
                  </a:lnTo>
                  <a:lnTo>
                    <a:pt x="307957" y="558725"/>
                  </a:lnTo>
                  <a:lnTo>
                    <a:pt x="310420" y="556936"/>
                  </a:lnTo>
                  <a:lnTo>
                    <a:pt x="312884" y="554689"/>
                  </a:lnTo>
                  <a:lnTo>
                    <a:pt x="315348" y="551950"/>
                  </a:lnTo>
                  <a:lnTo>
                    <a:pt x="317811" y="548664"/>
                  </a:lnTo>
                  <a:lnTo>
                    <a:pt x="320275" y="544891"/>
                  </a:lnTo>
                  <a:lnTo>
                    <a:pt x="322739" y="540636"/>
                  </a:lnTo>
                  <a:lnTo>
                    <a:pt x="325202" y="535912"/>
                  </a:lnTo>
                  <a:lnTo>
                    <a:pt x="327666" y="530744"/>
                  </a:lnTo>
                  <a:lnTo>
                    <a:pt x="330130" y="525166"/>
                  </a:lnTo>
                  <a:lnTo>
                    <a:pt x="332593" y="519228"/>
                  </a:lnTo>
                  <a:lnTo>
                    <a:pt x="335057" y="512964"/>
                  </a:lnTo>
                  <a:lnTo>
                    <a:pt x="337521" y="506503"/>
                  </a:lnTo>
                  <a:lnTo>
                    <a:pt x="339984" y="499953"/>
                  </a:lnTo>
                  <a:lnTo>
                    <a:pt x="342448" y="493414"/>
                  </a:lnTo>
                  <a:lnTo>
                    <a:pt x="344912" y="486996"/>
                  </a:lnTo>
                  <a:lnTo>
                    <a:pt x="347375" y="480810"/>
                  </a:lnTo>
                  <a:lnTo>
                    <a:pt x="349839" y="474965"/>
                  </a:lnTo>
                  <a:lnTo>
                    <a:pt x="352303" y="469592"/>
                  </a:lnTo>
                  <a:lnTo>
                    <a:pt x="354766" y="464872"/>
                  </a:lnTo>
                  <a:lnTo>
                    <a:pt x="357230" y="460819"/>
                  </a:lnTo>
                  <a:lnTo>
                    <a:pt x="359694" y="457496"/>
                  </a:lnTo>
                  <a:lnTo>
                    <a:pt x="362157" y="454948"/>
                  </a:lnTo>
                  <a:lnTo>
                    <a:pt x="364621" y="453203"/>
                  </a:lnTo>
                  <a:lnTo>
                    <a:pt x="367084" y="452270"/>
                  </a:lnTo>
                  <a:lnTo>
                    <a:pt x="369548" y="452140"/>
                  </a:lnTo>
                  <a:lnTo>
                    <a:pt x="372012" y="452878"/>
                  </a:lnTo>
                  <a:lnTo>
                    <a:pt x="374475" y="454363"/>
                  </a:lnTo>
                  <a:lnTo>
                    <a:pt x="376939" y="456489"/>
                  </a:lnTo>
                  <a:lnTo>
                    <a:pt x="379403" y="459184"/>
                  </a:lnTo>
                  <a:lnTo>
                    <a:pt x="381866" y="462369"/>
                  </a:lnTo>
                  <a:lnTo>
                    <a:pt x="384330" y="465964"/>
                  </a:lnTo>
                  <a:lnTo>
                    <a:pt x="386794" y="469888"/>
                  </a:lnTo>
                  <a:lnTo>
                    <a:pt x="389257" y="474065"/>
                  </a:lnTo>
                  <a:lnTo>
                    <a:pt x="391721" y="478418"/>
                  </a:lnTo>
                  <a:lnTo>
                    <a:pt x="394185" y="482846"/>
                  </a:lnTo>
                  <a:lnTo>
                    <a:pt x="396648" y="487291"/>
                  </a:lnTo>
                  <a:lnTo>
                    <a:pt x="399112" y="491703"/>
                  </a:lnTo>
                  <a:lnTo>
                    <a:pt x="401576" y="496037"/>
                  </a:lnTo>
                  <a:lnTo>
                    <a:pt x="404039" y="500260"/>
                  </a:lnTo>
                  <a:lnTo>
                    <a:pt x="406503" y="504341"/>
                  </a:lnTo>
                  <a:lnTo>
                    <a:pt x="408967" y="508238"/>
                  </a:lnTo>
                  <a:lnTo>
                    <a:pt x="411430" y="511944"/>
                  </a:lnTo>
                  <a:lnTo>
                    <a:pt x="413894" y="515463"/>
                  </a:lnTo>
                  <a:lnTo>
                    <a:pt x="416358" y="518792"/>
                  </a:lnTo>
                  <a:lnTo>
                    <a:pt x="418821" y="521934"/>
                  </a:lnTo>
                  <a:lnTo>
                    <a:pt x="421285" y="524892"/>
                  </a:lnTo>
                  <a:lnTo>
                    <a:pt x="423749" y="527675"/>
                  </a:lnTo>
                  <a:lnTo>
                    <a:pt x="426212" y="530286"/>
                  </a:lnTo>
                  <a:lnTo>
                    <a:pt x="428676" y="532722"/>
                  </a:lnTo>
                  <a:lnTo>
                    <a:pt x="431140" y="535019"/>
                  </a:lnTo>
                  <a:lnTo>
                    <a:pt x="433603" y="537192"/>
                  </a:lnTo>
                  <a:lnTo>
                    <a:pt x="436067" y="539252"/>
                  </a:lnTo>
                  <a:lnTo>
                    <a:pt x="438531" y="541211"/>
                  </a:lnTo>
                  <a:lnTo>
                    <a:pt x="440994" y="543081"/>
                  </a:lnTo>
                  <a:lnTo>
                    <a:pt x="443458" y="544872"/>
                  </a:lnTo>
                  <a:lnTo>
                    <a:pt x="445922" y="546587"/>
                  </a:lnTo>
                  <a:lnTo>
                    <a:pt x="448385" y="548238"/>
                  </a:lnTo>
                  <a:lnTo>
                    <a:pt x="450849" y="549836"/>
                  </a:lnTo>
                  <a:lnTo>
                    <a:pt x="453312" y="551383"/>
                  </a:lnTo>
                  <a:lnTo>
                    <a:pt x="455776" y="552883"/>
                  </a:lnTo>
                  <a:lnTo>
                    <a:pt x="458240" y="554335"/>
                  </a:lnTo>
                  <a:lnTo>
                    <a:pt x="460703" y="555742"/>
                  </a:lnTo>
                  <a:lnTo>
                    <a:pt x="463167" y="557099"/>
                  </a:lnTo>
                  <a:lnTo>
                    <a:pt x="465631" y="558398"/>
                  </a:lnTo>
                  <a:lnTo>
                    <a:pt x="468094" y="559644"/>
                  </a:lnTo>
                  <a:lnTo>
                    <a:pt x="470558" y="560833"/>
                  </a:lnTo>
                  <a:lnTo>
                    <a:pt x="473022" y="561963"/>
                  </a:lnTo>
                  <a:lnTo>
                    <a:pt x="475485" y="563032"/>
                  </a:lnTo>
                  <a:lnTo>
                    <a:pt x="477949" y="564035"/>
                  </a:lnTo>
                  <a:lnTo>
                    <a:pt x="480413" y="564972"/>
                  </a:lnTo>
                  <a:lnTo>
                    <a:pt x="482876" y="565833"/>
                  </a:lnTo>
                  <a:lnTo>
                    <a:pt x="485340" y="566620"/>
                  </a:lnTo>
                  <a:lnTo>
                    <a:pt x="487804" y="567336"/>
                  </a:lnTo>
                  <a:lnTo>
                    <a:pt x="490267" y="567984"/>
                  </a:lnTo>
                  <a:lnTo>
                    <a:pt x="492731" y="568564"/>
                  </a:lnTo>
                  <a:lnTo>
                    <a:pt x="495195" y="569077"/>
                  </a:lnTo>
                  <a:lnTo>
                    <a:pt x="497658" y="569527"/>
                  </a:lnTo>
                  <a:lnTo>
                    <a:pt x="500122" y="569914"/>
                  </a:lnTo>
                  <a:lnTo>
                    <a:pt x="502586" y="570235"/>
                  </a:lnTo>
                  <a:lnTo>
                    <a:pt x="505049" y="570504"/>
                  </a:lnTo>
                  <a:lnTo>
                    <a:pt x="507513" y="570723"/>
                  </a:lnTo>
                  <a:lnTo>
                    <a:pt x="509977" y="570898"/>
                  </a:lnTo>
                  <a:lnTo>
                    <a:pt x="512440" y="571032"/>
                  </a:lnTo>
                  <a:lnTo>
                    <a:pt x="514904" y="571129"/>
                  </a:lnTo>
                  <a:lnTo>
                    <a:pt x="517368" y="571194"/>
                  </a:lnTo>
                  <a:lnTo>
                    <a:pt x="519831" y="571228"/>
                  </a:lnTo>
                  <a:lnTo>
                    <a:pt x="522295" y="571238"/>
                  </a:lnTo>
                  <a:lnTo>
                    <a:pt x="524759" y="571229"/>
                  </a:lnTo>
                  <a:lnTo>
                    <a:pt x="527222" y="571205"/>
                  </a:lnTo>
                  <a:lnTo>
                    <a:pt x="529686" y="571170"/>
                  </a:lnTo>
                  <a:lnTo>
                    <a:pt x="532150" y="571126"/>
                  </a:lnTo>
                  <a:lnTo>
                    <a:pt x="534613" y="571076"/>
                  </a:lnTo>
                  <a:lnTo>
                    <a:pt x="537077" y="571024"/>
                  </a:lnTo>
                  <a:lnTo>
                    <a:pt x="539541" y="570972"/>
                  </a:lnTo>
                  <a:lnTo>
                    <a:pt x="542004" y="570921"/>
                  </a:lnTo>
                  <a:lnTo>
                    <a:pt x="544468" y="570874"/>
                  </a:lnTo>
                  <a:lnTo>
                    <a:pt x="546931" y="570830"/>
                  </a:lnTo>
                  <a:lnTo>
                    <a:pt x="549395" y="570791"/>
                  </a:lnTo>
                  <a:lnTo>
                    <a:pt x="551859" y="570757"/>
                  </a:lnTo>
                  <a:lnTo>
                    <a:pt x="554322" y="570726"/>
                  </a:lnTo>
                  <a:lnTo>
                    <a:pt x="556786" y="570699"/>
                  </a:lnTo>
                  <a:lnTo>
                    <a:pt x="559250" y="570675"/>
                  </a:lnTo>
                  <a:lnTo>
                    <a:pt x="561713" y="570652"/>
                  </a:lnTo>
                  <a:lnTo>
                    <a:pt x="564177" y="570629"/>
                  </a:lnTo>
                  <a:lnTo>
                    <a:pt x="566641" y="570605"/>
                  </a:lnTo>
                  <a:lnTo>
                    <a:pt x="569104" y="570579"/>
                  </a:lnTo>
                  <a:lnTo>
                    <a:pt x="571568" y="570551"/>
                  </a:lnTo>
                  <a:lnTo>
                    <a:pt x="574032" y="570519"/>
                  </a:lnTo>
                  <a:lnTo>
                    <a:pt x="576495" y="570484"/>
                  </a:lnTo>
                  <a:lnTo>
                    <a:pt x="578959" y="570445"/>
                  </a:lnTo>
                  <a:lnTo>
                    <a:pt x="581423" y="570403"/>
                  </a:lnTo>
                  <a:lnTo>
                    <a:pt x="583886" y="570359"/>
                  </a:lnTo>
                  <a:lnTo>
                    <a:pt x="586350" y="570314"/>
                  </a:lnTo>
                  <a:lnTo>
                    <a:pt x="588814" y="570270"/>
                  </a:lnTo>
                  <a:lnTo>
                    <a:pt x="591277" y="570227"/>
                  </a:lnTo>
                  <a:lnTo>
                    <a:pt x="593741" y="570187"/>
                  </a:lnTo>
                  <a:lnTo>
                    <a:pt x="596205" y="570153"/>
                  </a:lnTo>
                  <a:lnTo>
                    <a:pt x="598668" y="570126"/>
                  </a:lnTo>
                  <a:lnTo>
                    <a:pt x="601132" y="570106"/>
                  </a:lnTo>
                  <a:lnTo>
                    <a:pt x="603596" y="570096"/>
                  </a:lnTo>
                  <a:lnTo>
                    <a:pt x="606059" y="570095"/>
                  </a:lnTo>
                  <a:lnTo>
                    <a:pt x="608523" y="570106"/>
                  </a:lnTo>
                  <a:lnTo>
                    <a:pt x="610987" y="570129"/>
                  </a:lnTo>
                  <a:lnTo>
                    <a:pt x="613450" y="570165"/>
                  </a:lnTo>
                  <a:lnTo>
                    <a:pt x="615914" y="570213"/>
                  </a:lnTo>
                  <a:lnTo>
                    <a:pt x="618378" y="570272"/>
                  </a:lnTo>
                  <a:lnTo>
                    <a:pt x="620841" y="570342"/>
                  </a:lnTo>
                  <a:lnTo>
                    <a:pt x="623305" y="570422"/>
                  </a:lnTo>
                  <a:lnTo>
                    <a:pt x="625769" y="570511"/>
                  </a:lnTo>
                  <a:lnTo>
                    <a:pt x="628232" y="570607"/>
                  </a:lnTo>
                  <a:lnTo>
                    <a:pt x="630696" y="570709"/>
                  </a:lnTo>
                  <a:lnTo>
                    <a:pt x="633159" y="570816"/>
                  </a:lnTo>
                  <a:lnTo>
                    <a:pt x="635623" y="570926"/>
                  </a:lnTo>
                  <a:lnTo>
                    <a:pt x="638087" y="571036"/>
                  </a:lnTo>
                  <a:lnTo>
                    <a:pt x="640550" y="571146"/>
                  </a:lnTo>
                  <a:lnTo>
                    <a:pt x="643014" y="571254"/>
                  </a:lnTo>
                  <a:lnTo>
                    <a:pt x="645478" y="571358"/>
                  </a:lnTo>
                  <a:lnTo>
                    <a:pt x="647941" y="571459"/>
                  </a:lnTo>
                  <a:lnTo>
                    <a:pt x="650405" y="571552"/>
                  </a:lnTo>
                  <a:lnTo>
                    <a:pt x="652869" y="571639"/>
                  </a:lnTo>
                  <a:lnTo>
                    <a:pt x="655332" y="571719"/>
                  </a:lnTo>
                  <a:lnTo>
                    <a:pt x="657796" y="571793"/>
                  </a:lnTo>
                  <a:lnTo>
                    <a:pt x="660260" y="571858"/>
                  </a:lnTo>
                  <a:lnTo>
                    <a:pt x="662723" y="571917"/>
                  </a:lnTo>
                  <a:lnTo>
                    <a:pt x="665187" y="571969"/>
                  </a:lnTo>
                  <a:lnTo>
                    <a:pt x="667651" y="572013"/>
                  </a:lnTo>
                  <a:lnTo>
                    <a:pt x="670114" y="572051"/>
                  </a:lnTo>
                  <a:lnTo>
                    <a:pt x="672578" y="572083"/>
                  </a:lnTo>
                  <a:lnTo>
                    <a:pt x="675042" y="572110"/>
                  </a:lnTo>
                  <a:lnTo>
                    <a:pt x="677505" y="572132"/>
                  </a:lnTo>
                  <a:lnTo>
                    <a:pt x="679969" y="572150"/>
                  </a:lnTo>
                  <a:lnTo>
                    <a:pt x="682433" y="572165"/>
                  </a:lnTo>
                  <a:lnTo>
                    <a:pt x="684896" y="572177"/>
                  </a:lnTo>
                  <a:lnTo>
                    <a:pt x="687360" y="572186"/>
                  </a:lnTo>
                  <a:lnTo>
                    <a:pt x="689824" y="572193"/>
                  </a:lnTo>
                  <a:lnTo>
                    <a:pt x="692287" y="572198"/>
                  </a:lnTo>
                  <a:lnTo>
                    <a:pt x="694751" y="572202"/>
                  </a:lnTo>
                  <a:lnTo>
                    <a:pt x="697215" y="572204"/>
                  </a:lnTo>
                  <a:lnTo>
                    <a:pt x="699678" y="572205"/>
                  </a:lnTo>
                  <a:lnTo>
                    <a:pt x="702142" y="572205"/>
                  </a:lnTo>
                  <a:lnTo>
                    <a:pt x="704606" y="572204"/>
                  </a:lnTo>
                  <a:lnTo>
                    <a:pt x="707069" y="572201"/>
                  </a:lnTo>
                  <a:lnTo>
                    <a:pt x="709533" y="572197"/>
                  </a:lnTo>
                  <a:lnTo>
                    <a:pt x="711997" y="572191"/>
                  </a:lnTo>
                  <a:lnTo>
                    <a:pt x="714460" y="572184"/>
                  </a:lnTo>
                  <a:lnTo>
                    <a:pt x="716924" y="572174"/>
                  </a:lnTo>
                  <a:lnTo>
                    <a:pt x="719388" y="572162"/>
                  </a:lnTo>
                  <a:lnTo>
                    <a:pt x="721851" y="572147"/>
                  </a:lnTo>
                  <a:lnTo>
                    <a:pt x="724315" y="572128"/>
                  </a:lnTo>
                  <a:lnTo>
                    <a:pt x="726778" y="572105"/>
                  </a:lnTo>
                  <a:lnTo>
                    <a:pt x="729242" y="572077"/>
                  </a:lnTo>
                  <a:lnTo>
                    <a:pt x="731706" y="572045"/>
                  </a:lnTo>
                  <a:lnTo>
                    <a:pt x="734169" y="572007"/>
                  </a:lnTo>
                  <a:lnTo>
                    <a:pt x="736633" y="571963"/>
                  </a:lnTo>
                  <a:lnTo>
                    <a:pt x="739097" y="571913"/>
                  </a:lnTo>
                  <a:lnTo>
                    <a:pt x="741560" y="571857"/>
                  </a:lnTo>
                  <a:lnTo>
                    <a:pt x="744024" y="571793"/>
                  </a:lnTo>
                  <a:lnTo>
                    <a:pt x="746488" y="571724"/>
                  </a:lnTo>
                  <a:lnTo>
                    <a:pt x="748951" y="571648"/>
                  </a:lnTo>
                  <a:lnTo>
                    <a:pt x="751415" y="571568"/>
                  </a:lnTo>
                  <a:lnTo>
                    <a:pt x="753879" y="571482"/>
                  </a:lnTo>
                  <a:lnTo>
                    <a:pt x="756342" y="571392"/>
                  </a:lnTo>
                  <a:lnTo>
                    <a:pt x="758806" y="571300"/>
                  </a:lnTo>
                  <a:lnTo>
                    <a:pt x="761270" y="571205"/>
                  </a:lnTo>
                  <a:lnTo>
                    <a:pt x="763733" y="571110"/>
                  </a:lnTo>
                  <a:lnTo>
                    <a:pt x="766197" y="571016"/>
                  </a:lnTo>
                  <a:lnTo>
                    <a:pt x="768661" y="570924"/>
                  </a:lnTo>
                  <a:lnTo>
                    <a:pt x="771124" y="570836"/>
                  </a:lnTo>
                  <a:lnTo>
                    <a:pt x="773588" y="570751"/>
                  </a:lnTo>
                  <a:lnTo>
                    <a:pt x="776052" y="570673"/>
                  </a:lnTo>
                  <a:lnTo>
                    <a:pt x="778515" y="570601"/>
                  </a:lnTo>
                  <a:lnTo>
                    <a:pt x="780979" y="570537"/>
                  </a:lnTo>
                  <a:lnTo>
                    <a:pt x="783443" y="570482"/>
                  </a:lnTo>
                  <a:lnTo>
                    <a:pt x="785906" y="570435"/>
                  </a:lnTo>
                  <a:lnTo>
                    <a:pt x="788370" y="570398"/>
                  </a:lnTo>
                  <a:lnTo>
                    <a:pt x="790834" y="570370"/>
                  </a:lnTo>
                  <a:lnTo>
                    <a:pt x="793297" y="570351"/>
                  </a:lnTo>
                  <a:lnTo>
                    <a:pt x="795761" y="570342"/>
                  </a:lnTo>
                  <a:lnTo>
                    <a:pt x="798225" y="570345"/>
                  </a:lnTo>
                  <a:lnTo>
                    <a:pt x="800688" y="570357"/>
                  </a:lnTo>
                  <a:lnTo>
                    <a:pt x="803152" y="570379"/>
                  </a:lnTo>
                  <a:lnTo>
                    <a:pt x="805616" y="570411"/>
                  </a:lnTo>
                  <a:lnTo>
                    <a:pt x="808079" y="570452"/>
                  </a:lnTo>
                  <a:lnTo>
                    <a:pt x="810543" y="570502"/>
                  </a:lnTo>
                  <a:lnTo>
                    <a:pt x="813006" y="570560"/>
                  </a:lnTo>
                  <a:lnTo>
                    <a:pt x="815470" y="570627"/>
                  </a:lnTo>
                  <a:lnTo>
                    <a:pt x="817934" y="570702"/>
                  </a:lnTo>
                  <a:lnTo>
                    <a:pt x="820397" y="570783"/>
                  </a:lnTo>
                  <a:lnTo>
                    <a:pt x="822861" y="570869"/>
                  </a:lnTo>
                  <a:lnTo>
                    <a:pt x="825325" y="570959"/>
                  </a:lnTo>
                  <a:lnTo>
                    <a:pt x="827788" y="571052"/>
                  </a:lnTo>
                  <a:lnTo>
                    <a:pt x="830252" y="571147"/>
                  </a:lnTo>
                  <a:lnTo>
                    <a:pt x="832716" y="571242"/>
                  </a:lnTo>
                  <a:lnTo>
                    <a:pt x="835179" y="571336"/>
                  </a:lnTo>
                  <a:lnTo>
                    <a:pt x="837643" y="571427"/>
                  </a:lnTo>
                  <a:lnTo>
                    <a:pt x="840107" y="571515"/>
                  </a:lnTo>
                  <a:lnTo>
                    <a:pt x="842570" y="571599"/>
                  </a:lnTo>
                  <a:lnTo>
                    <a:pt x="845034" y="571678"/>
                  </a:lnTo>
                  <a:lnTo>
                    <a:pt x="847498" y="571751"/>
                  </a:lnTo>
                  <a:lnTo>
                    <a:pt x="849961" y="571817"/>
                  </a:lnTo>
                  <a:lnTo>
                    <a:pt x="852425" y="571877"/>
                  </a:lnTo>
                  <a:lnTo>
                    <a:pt x="854889" y="571930"/>
                  </a:lnTo>
                  <a:lnTo>
                    <a:pt x="857352" y="571976"/>
                  </a:lnTo>
                  <a:lnTo>
                    <a:pt x="859816" y="572016"/>
                  </a:lnTo>
                  <a:lnTo>
                    <a:pt x="862280" y="572049"/>
                  </a:lnTo>
                  <a:lnTo>
                    <a:pt x="864743" y="572076"/>
                  </a:lnTo>
                  <a:lnTo>
                    <a:pt x="867207" y="572098"/>
                  </a:lnTo>
                  <a:lnTo>
                    <a:pt x="869671" y="572114"/>
                  </a:lnTo>
                  <a:lnTo>
                    <a:pt x="872134" y="572124"/>
                  </a:lnTo>
                  <a:lnTo>
                    <a:pt x="874598" y="572129"/>
                  </a:lnTo>
                  <a:lnTo>
                    <a:pt x="877062" y="572128"/>
                  </a:lnTo>
                  <a:lnTo>
                    <a:pt x="879525" y="572123"/>
                  </a:lnTo>
                  <a:lnTo>
                    <a:pt x="881989" y="572112"/>
                  </a:lnTo>
                  <a:lnTo>
                    <a:pt x="884453" y="572097"/>
                  </a:lnTo>
                  <a:lnTo>
                    <a:pt x="886916" y="572076"/>
                  </a:lnTo>
                  <a:lnTo>
                    <a:pt x="889380" y="572049"/>
                  </a:lnTo>
                  <a:lnTo>
                    <a:pt x="891844" y="572016"/>
                  </a:lnTo>
                  <a:lnTo>
                    <a:pt x="894307" y="571977"/>
                  </a:lnTo>
                  <a:lnTo>
                    <a:pt x="896771" y="571932"/>
                  </a:lnTo>
                  <a:lnTo>
                    <a:pt x="899235" y="571881"/>
                  </a:lnTo>
                  <a:lnTo>
                    <a:pt x="901698" y="571825"/>
                  </a:lnTo>
                  <a:lnTo>
                    <a:pt x="904162" y="571764"/>
                  </a:lnTo>
                  <a:lnTo>
                    <a:pt x="906625" y="571698"/>
                  </a:lnTo>
                  <a:lnTo>
                    <a:pt x="909089" y="571628"/>
                  </a:lnTo>
                  <a:lnTo>
                    <a:pt x="911553" y="571555"/>
                  </a:lnTo>
                  <a:lnTo>
                    <a:pt x="914016" y="571481"/>
                  </a:lnTo>
                  <a:lnTo>
                    <a:pt x="916480" y="571407"/>
                  </a:lnTo>
                  <a:lnTo>
                    <a:pt x="918944" y="571334"/>
                  </a:lnTo>
                  <a:lnTo>
                    <a:pt x="921407" y="571264"/>
                  </a:lnTo>
                  <a:lnTo>
                    <a:pt x="923871" y="571198"/>
                  </a:lnTo>
                  <a:lnTo>
                    <a:pt x="926335" y="571138"/>
                  </a:lnTo>
                  <a:lnTo>
                    <a:pt x="928798" y="571087"/>
                  </a:lnTo>
                  <a:lnTo>
                    <a:pt x="931262" y="571043"/>
                  </a:lnTo>
                  <a:lnTo>
                    <a:pt x="933726" y="571009"/>
                  </a:lnTo>
                  <a:lnTo>
                    <a:pt x="936189" y="570983"/>
                  </a:lnTo>
                  <a:lnTo>
                    <a:pt x="938653" y="570967"/>
                  </a:lnTo>
                  <a:lnTo>
                    <a:pt x="941117" y="570959"/>
                  </a:lnTo>
                  <a:lnTo>
                    <a:pt x="943580" y="570959"/>
                  </a:lnTo>
                  <a:lnTo>
                    <a:pt x="946044" y="570965"/>
                  </a:lnTo>
                  <a:lnTo>
                    <a:pt x="948508" y="570976"/>
                  </a:lnTo>
                  <a:lnTo>
                    <a:pt x="950971" y="570989"/>
                  </a:lnTo>
                  <a:lnTo>
                    <a:pt x="953435" y="571001"/>
                  </a:lnTo>
                  <a:lnTo>
                    <a:pt x="955899" y="571011"/>
                  </a:lnTo>
                  <a:lnTo>
                    <a:pt x="958362" y="571015"/>
                  </a:lnTo>
                  <a:lnTo>
                    <a:pt x="960826" y="571013"/>
                  </a:lnTo>
                  <a:lnTo>
                    <a:pt x="963290" y="571001"/>
                  </a:lnTo>
                  <a:lnTo>
                    <a:pt x="965753" y="570977"/>
                  </a:lnTo>
                  <a:lnTo>
                    <a:pt x="968217" y="570941"/>
                  </a:lnTo>
                  <a:lnTo>
                    <a:pt x="970681" y="570891"/>
                  </a:lnTo>
                  <a:lnTo>
                    <a:pt x="973144" y="570830"/>
                  </a:lnTo>
                  <a:lnTo>
                    <a:pt x="975608" y="570756"/>
                  </a:lnTo>
                  <a:lnTo>
                    <a:pt x="978072" y="570672"/>
                  </a:lnTo>
                  <a:lnTo>
                    <a:pt x="980535" y="570579"/>
                  </a:lnTo>
                  <a:lnTo>
                    <a:pt x="982999" y="570478"/>
                  </a:lnTo>
                  <a:lnTo>
                    <a:pt x="985463" y="570375"/>
                  </a:lnTo>
                  <a:lnTo>
                    <a:pt x="987926" y="570272"/>
                  </a:lnTo>
                  <a:lnTo>
                    <a:pt x="990390" y="570174"/>
                  </a:lnTo>
                  <a:lnTo>
                    <a:pt x="992853" y="570082"/>
                  </a:lnTo>
                  <a:lnTo>
                    <a:pt x="995317" y="570001"/>
                  </a:lnTo>
                  <a:lnTo>
                    <a:pt x="997781" y="569933"/>
                  </a:lnTo>
                  <a:lnTo>
                    <a:pt x="1000244" y="569882"/>
                  </a:lnTo>
                  <a:lnTo>
                    <a:pt x="1002708" y="569853"/>
                  </a:lnTo>
                  <a:lnTo>
                    <a:pt x="1005172" y="569844"/>
                  </a:lnTo>
                  <a:lnTo>
                    <a:pt x="1007635" y="569856"/>
                  </a:lnTo>
                  <a:lnTo>
                    <a:pt x="1010099" y="569889"/>
                  </a:lnTo>
                  <a:lnTo>
                    <a:pt x="1012563" y="569943"/>
                  </a:lnTo>
                  <a:lnTo>
                    <a:pt x="1015026" y="570017"/>
                  </a:lnTo>
                  <a:lnTo>
                    <a:pt x="1017490" y="570108"/>
                  </a:lnTo>
                  <a:lnTo>
                    <a:pt x="1019954" y="570216"/>
                  </a:lnTo>
                  <a:lnTo>
                    <a:pt x="1022417" y="570336"/>
                  </a:lnTo>
                  <a:lnTo>
                    <a:pt x="1024881" y="570465"/>
                  </a:lnTo>
                  <a:lnTo>
                    <a:pt x="1027345" y="570600"/>
                  </a:lnTo>
                  <a:lnTo>
                    <a:pt x="1029808" y="570737"/>
                  </a:lnTo>
                  <a:lnTo>
                    <a:pt x="1032272" y="570873"/>
                  </a:lnTo>
                  <a:lnTo>
                    <a:pt x="1034736" y="571006"/>
                  </a:lnTo>
                  <a:lnTo>
                    <a:pt x="1037199" y="571132"/>
                  </a:lnTo>
                  <a:lnTo>
                    <a:pt x="1039663" y="571248"/>
                  </a:lnTo>
                  <a:lnTo>
                    <a:pt x="1042127" y="571353"/>
                  </a:lnTo>
                  <a:lnTo>
                    <a:pt x="1044590" y="571445"/>
                  </a:lnTo>
                  <a:lnTo>
                    <a:pt x="1047054" y="571523"/>
                  </a:lnTo>
                  <a:lnTo>
                    <a:pt x="1049518" y="571587"/>
                  </a:lnTo>
                  <a:lnTo>
                    <a:pt x="1051981" y="571636"/>
                  </a:lnTo>
                  <a:lnTo>
                    <a:pt x="1054445" y="571670"/>
                  </a:lnTo>
                  <a:lnTo>
                    <a:pt x="1056909" y="571688"/>
                  </a:lnTo>
                  <a:lnTo>
                    <a:pt x="1059372" y="571690"/>
                  </a:lnTo>
                  <a:lnTo>
                    <a:pt x="1061836" y="571680"/>
                  </a:lnTo>
                  <a:lnTo>
                    <a:pt x="1064300" y="571657"/>
                  </a:lnTo>
                  <a:lnTo>
                    <a:pt x="1066763" y="571623"/>
                  </a:lnTo>
                  <a:lnTo>
                    <a:pt x="1069227" y="571580"/>
                  </a:lnTo>
                  <a:lnTo>
                    <a:pt x="1071691" y="571528"/>
                  </a:lnTo>
                  <a:lnTo>
                    <a:pt x="1074154" y="571471"/>
                  </a:lnTo>
                  <a:lnTo>
                    <a:pt x="1076618" y="571409"/>
                  </a:lnTo>
                  <a:lnTo>
                    <a:pt x="1079082" y="571346"/>
                  </a:lnTo>
                  <a:lnTo>
                    <a:pt x="1081545" y="571283"/>
                  </a:lnTo>
                  <a:lnTo>
                    <a:pt x="1084009" y="571223"/>
                  </a:lnTo>
                  <a:lnTo>
                    <a:pt x="1086472" y="571167"/>
                  </a:lnTo>
                  <a:lnTo>
                    <a:pt x="1088936" y="571117"/>
                  </a:lnTo>
                  <a:lnTo>
                    <a:pt x="1091400" y="571076"/>
                  </a:lnTo>
                  <a:lnTo>
                    <a:pt x="1093863" y="571044"/>
                  </a:lnTo>
                  <a:lnTo>
                    <a:pt x="1096327" y="571024"/>
                  </a:lnTo>
                  <a:lnTo>
                    <a:pt x="1098791" y="571014"/>
                  </a:lnTo>
                  <a:lnTo>
                    <a:pt x="1101254" y="571016"/>
                  </a:lnTo>
                  <a:lnTo>
                    <a:pt x="1103718" y="571028"/>
                  </a:lnTo>
                  <a:lnTo>
                    <a:pt x="1106182" y="571051"/>
                  </a:lnTo>
                  <a:lnTo>
                    <a:pt x="1108645" y="571082"/>
                  </a:lnTo>
                  <a:lnTo>
                    <a:pt x="1111109" y="571122"/>
                  </a:lnTo>
                  <a:lnTo>
                    <a:pt x="1113573" y="571169"/>
                  </a:lnTo>
                  <a:lnTo>
                    <a:pt x="1116036" y="571219"/>
                  </a:lnTo>
                  <a:lnTo>
                    <a:pt x="1118500" y="571272"/>
                  </a:lnTo>
                  <a:lnTo>
                    <a:pt x="1120964" y="571324"/>
                  </a:lnTo>
                  <a:lnTo>
                    <a:pt x="1123427" y="571373"/>
                  </a:lnTo>
                  <a:lnTo>
                    <a:pt x="1125891" y="571419"/>
                  </a:lnTo>
                  <a:lnTo>
                    <a:pt x="1128355" y="571459"/>
                  </a:lnTo>
                  <a:lnTo>
                    <a:pt x="1130818" y="571490"/>
                  </a:lnTo>
                  <a:lnTo>
                    <a:pt x="1133282" y="571512"/>
                  </a:lnTo>
                  <a:lnTo>
                    <a:pt x="1135746" y="571524"/>
                  </a:lnTo>
                  <a:lnTo>
                    <a:pt x="1138209" y="571525"/>
                  </a:lnTo>
                  <a:lnTo>
                    <a:pt x="1140673" y="571517"/>
                  </a:lnTo>
                  <a:lnTo>
                    <a:pt x="1143137" y="571499"/>
                  </a:lnTo>
                  <a:lnTo>
                    <a:pt x="1145600" y="571471"/>
                  </a:lnTo>
                  <a:lnTo>
                    <a:pt x="1148064" y="571435"/>
                  </a:lnTo>
                  <a:lnTo>
                    <a:pt x="1150528" y="571391"/>
                  </a:lnTo>
                  <a:lnTo>
                    <a:pt x="1152991" y="571342"/>
                  </a:lnTo>
                  <a:lnTo>
                    <a:pt x="1155455" y="571291"/>
                  </a:lnTo>
                  <a:lnTo>
                    <a:pt x="1157919" y="571238"/>
                  </a:lnTo>
                  <a:lnTo>
                    <a:pt x="1160382" y="571187"/>
                  </a:lnTo>
                  <a:lnTo>
                    <a:pt x="1162846" y="571139"/>
                  </a:lnTo>
                  <a:lnTo>
                    <a:pt x="1165310" y="571097"/>
                  </a:lnTo>
                  <a:lnTo>
                    <a:pt x="1167773" y="571062"/>
                  </a:lnTo>
                  <a:lnTo>
                    <a:pt x="1170237" y="571036"/>
                  </a:lnTo>
                  <a:lnTo>
                    <a:pt x="1172701" y="571021"/>
                  </a:lnTo>
                  <a:lnTo>
                    <a:pt x="1175164" y="571016"/>
                  </a:lnTo>
                  <a:lnTo>
                    <a:pt x="1177628" y="571022"/>
                  </a:lnTo>
                  <a:lnTo>
                    <a:pt x="1180091" y="571040"/>
                  </a:lnTo>
                  <a:lnTo>
                    <a:pt x="1182555" y="571069"/>
                  </a:lnTo>
                  <a:lnTo>
                    <a:pt x="1185019" y="571108"/>
                  </a:lnTo>
                  <a:lnTo>
                    <a:pt x="1187482" y="571158"/>
                  </a:lnTo>
                  <a:lnTo>
                    <a:pt x="1189946" y="571216"/>
                  </a:lnTo>
                  <a:lnTo>
                    <a:pt x="1192410" y="571280"/>
                  </a:lnTo>
                  <a:lnTo>
                    <a:pt x="1194873" y="571348"/>
                  </a:lnTo>
                  <a:lnTo>
                    <a:pt x="1197337" y="571420"/>
                  </a:lnTo>
                  <a:lnTo>
                    <a:pt x="1199801" y="571494"/>
                  </a:lnTo>
                  <a:lnTo>
                    <a:pt x="1202264" y="571567"/>
                  </a:lnTo>
                  <a:lnTo>
                    <a:pt x="1204728" y="571639"/>
                  </a:lnTo>
                  <a:lnTo>
                    <a:pt x="1207192" y="571708"/>
                  </a:lnTo>
                  <a:lnTo>
                    <a:pt x="1209655" y="571774"/>
                  </a:lnTo>
                  <a:lnTo>
                    <a:pt x="1212119" y="571835"/>
                  </a:lnTo>
                  <a:lnTo>
                    <a:pt x="1214583" y="571891"/>
                  </a:lnTo>
                  <a:lnTo>
                    <a:pt x="1217046" y="571941"/>
                  </a:lnTo>
                  <a:lnTo>
                    <a:pt x="1219510" y="571987"/>
                  </a:lnTo>
                  <a:lnTo>
                    <a:pt x="1221974" y="572027"/>
                  </a:lnTo>
                  <a:lnTo>
                    <a:pt x="1224437" y="572061"/>
                  </a:lnTo>
                  <a:lnTo>
                    <a:pt x="1226901" y="572090"/>
                  </a:lnTo>
                  <a:lnTo>
                    <a:pt x="1229365" y="572115"/>
                  </a:lnTo>
                  <a:lnTo>
                    <a:pt x="1231828" y="572136"/>
                  </a:lnTo>
                  <a:lnTo>
                    <a:pt x="1234292" y="572153"/>
                  </a:lnTo>
                  <a:lnTo>
                    <a:pt x="1236756" y="572168"/>
                  </a:lnTo>
                  <a:lnTo>
                    <a:pt x="1239219" y="572179"/>
                  </a:lnTo>
                  <a:lnTo>
                    <a:pt x="1241683" y="572188"/>
                  </a:lnTo>
                  <a:lnTo>
                    <a:pt x="1244147" y="572195"/>
                  </a:lnTo>
                  <a:lnTo>
                    <a:pt x="1246610" y="572200"/>
                  </a:lnTo>
                  <a:lnTo>
                    <a:pt x="1249074" y="572205"/>
                  </a:lnTo>
                  <a:lnTo>
                    <a:pt x="1251538" y="572208"/>
                  </a:lnTo>
                  <a:lnTo>
                    <a:pt x="1254001" y="572210"/>
                  </a:lnTo>
                  <a:lnTo>
                    <a:pt x="1256465" y="572212"/>
                  </a:lnTo>
                  <a:lnTo>
                    <a:pt x="1258929" y="572217"/>
                  </a:lnTo>
                  <a:lnTo>
                    <a:pt x="1256465" y="572217"/>
                  </a:lnTo>
                  <a:lnTo>
                    <a:pt x="1254001" y="572217"/>
                  </a:lnTo>
                  <a:lnTo>
                    <a:pt x="1251538" y="572217"/>
                  </a:lnTo>
                  <a:lnTo>
                    <a:pt x="1249074" y="572217"/>
                  </a:lnTo>
                  <a:lnTo>
                    <a:pt x="1246610" y="572217"/>
                  </a:lnTo>
                  <a:lnTo>
                    <a:pt x="1244147" y="572217"/>
                  </a:lnTo>
                  <a:lnTo>
                    <a:pt x="1241683" y="572217"/>
                  </a:lnTo>
                  <a:lnTo>
                    <a:pt x="1239219" y="572217"/>
                  </a:lnTo>
                  <a:lnTo>
                    <a:pt x="1236756" y="572217"/>
                  </a:lnTo>
                  <a:lnTo>
                    <a:pt x="1234292" y="572217"/>
                  </a:lnTo>
                  <a:lnTo>
                    <a:pt x="1231828" y="572217"/>
                  </a:lnTo>
                  <a:lnTo>
                    <a:pt x="1229365" y="572217"/>
                  </a:lnTo>
                  <a:lnTo>
                    <a:pt x="1226901" y="572217"/>
                  </a:lnTo>
                  <a:lnTo>
                    <a:pt x="1224437" y="572217"/>
                  </a:lnTo>
                  <a:lnTo>
                    <a:pt x="1221974" y="572217"/>
                  </a:lnTo>
                  <a:lnTo>
                    <a:pt x="1219510" y="572217"/>
                  </a:lnTo>
                  <a:lnTo>
                    <a:pt x="1217046" y="572217"/>
                  </a:lnTo>
                  <a:lnTo>
                    <a:pt x="1214583" y="572217"/>
                  </a:lnTo>
                  <a:lnTo>
                    <a:pt x="1212119" y="572217"/>
                  </a:lnTo>
                  <a:lnTo>
                    <a:pt x="1209655" y="572217"/>
                  </a:lnTo>
                  <a:lnTo>
                    <a:pt x="1207192" y="572217"/>
                  </a:lnTo>
                  <a:lnTo>
                    <a:pt x="1204728" y="572217"/>
                  </a:lnTo>
                  <a:lnTo>
                    <a:pt x="1202264" y="572217"/>
                  </a:lnTo>
                  <a:lnTo>
                    <a:pt x="1199801" y="572217"/>
                  </a:lnTo>
                  <a:lnTo>
                    <a:pt x="1197337" y="572217"/>
                  </a:lnTo>
                  <a:lnTo>
                    <a:pt x="1194873" y="572217"/>
                  </a:lnTo>
                  <a:lnTo>
                    <a:pt x="1192410" y="572217"/>
                  </a:lnTo>
                  <a:lnTo>
                    <a:pt x="1189946" y="572217"/>
                  </a:lnTo>
                  <a:lnTo>
                    <a:pt x="1187482" y="572217"/>
                  </a:lnTo>
                  <a:lnTo>
                    <a:pt x="1185019" y="572217"/>
                  </a:lnTo>
                  <a:lnTo>
                    <a:pt x="1182555" y="572217"/>
                  </a:lnTo>
                  <a:lnTo>
                    <a:pt x="1180091" y="572217"/>
                  </a:lnTo>
                  <a:lnTo>
                    <a:pt x="1177628" y="572217"/>
                  </a:lnTo>
                  <a:lnTo>
                    <a:pt x="1175164" y="572217"/>
                  </a:lnTo>
                  <a:lnTo>
                    <a:pt x="1172701" y="572217"/>
                  </a:lnTo>
                  <a:lnTo>
                    <a:pt x="1170237" y="572217"/>
                  </a:lnTo>
                  <a:lnTo>
                    <a:pt x="1167773" y="572217"/>
                  </a:lnTo>
                  <a:lnTo>
                    <a:pt x="1165310" y="572217"/>
                  </a:lnTo>
                  <a:lnTo>
                    <a:pt x="1162846" y="572217"/>
                  </a:lnTo>
                  <a:lnTo>
                    <a:pt x="1160382" y="572217"/>
                  </a:lnTo>
                  <a:lnTo>
                    <a:pt x="1157919" y="572217"/>
                  </a:lnTo>
                  <a:lnTo>
                    <a:pt x="1155455" y="572217"/>
                  </a:lnTo>
                  <a:lnTo>
                    <a:pt x="1152991" y="572217"/>
                  </a:lnTo>
                  <a:lnTo>
                    <a:pt x="1150528" y="572217"/>
                  </a:lnTo>
                  <a:lnTo>
                    <a:pt x="1148064" y="572217"/>
                  </a:lnTo>
                  <a:lnTo>
                    <a:pt x="1145600" y="572217"/>
                  </a:lnTo>
                  <a:lnTo>
                    <a:pt x="1143137" y="572217"/>
                  </a:lnTo>
                  <a:lnTo>
                    <a:pt x="1140673" y="572217"/>
                  </a:lnTo>
                  <a:lnTo>
                    <a:pt x="1138209" y="572217"/>
                  </a:lnTo>
                  <a:lnTo>
                    <a:pt x="1135746" y="572217"/>
                  </a:lnTo>
                  <a:lnTo>
                    <a:pt x="1133282" y="572217"/>
                  </a:lnTo>
                  <a:lnTo>
                    <a:pt x="1130818" y="572217"/>
                  </a:lnTo>
                  <a:lnTo>
                    <a:pt x="1128355" y="572217"/>
                  </a:lnTo>
                  <a:lnTo>
                    <a:pt x="1125891" y="572217"/>
                  </a:lnTo>
                  <a:lnTo>
                    <a:pt x="1123427" y="572217"/>
                  </a:lnTo>
                  <a:lnTo>
                    <a:pt x="1120964" y="572217"/>
                  </a:lnTo>
                  <a:lnTo>
                    <a:pt x="1118500" y="572217"/>
                  </a:lnTo>
                  <a:lnTo>
                    <a:pt x="1116036" y="572217"/>
                  </a:lnTo>
                  <a:lnTo>
                    <a:pt x="1113573" y="572217"/>
                  </a:lnTo>
                  <a:lnTo>
                    <a:pt x="1111109" y="572217"/>
                  </a:lnTo>
                  <a:lnTo>
                    <a:pt x="1108645" y="572217"/>
                  </a:lnTo>
                  <a:lnTo>
                    <a:pt x="1106182" y="572217"/>
                  </a:lnTo>
                  <a:lnTo>
                    <a:pt x="1103718" y="572217"/>
                  </a:lnTo>
                  <a:lnTo>
                    <a:pt x="1101254" y="572217"/>
                  </a:lnTo>
                  <a:lnTo>
                    <a:pt x="1098791" y="572217"/>
                  </a:lnTo>
                  <a:lnTo>
                    <a:pt x="1096327" y="572217"/>
                  </a:lnTo>
                  <a:lnTo>
                    <a:pt x="1093863" y="572217"/>
                  </a:lnTo>
                  <a:lnTo>
                    <a:pt x="1091400" y="572217"/>
                  </a:lnTo>
                  <a:lnTo>
                    <a:pt x="1088936" y="572217"/>
                  </a:lnTo>
                  <a:lnTo>
                    <a:pt x="1086472" y="572217"/>
                  </a:lnTo>
                  <a:lnTo>
                    <a:pt x="1084009" y="572217"/>
                  </a:lnTo>
                  <a:lnTo>
                    <a:pt x="1081545" y="572217"/>
                  </a:lnTo>
                  <a:lnTo>
                    <a:pt x="1079082" y="572217"/>
                  </a:lnTo>
                  <a:lnTo>
                    <a:pt x="1076618" y="572217"/>
                  </a:lnTo>
                  <a:lnTo>
                    <a:pt x="1074154" y="572217"/>
                  </a:lnTo>
                  <a:lnTo>
                    <a:pt x="1071691" y="572217"/>
                  </a:lnTo>
                  <a:lnTo>
                    <a:pt x="1069227" y="572217"/>
                  </a:lnTo>
                  <a:lnTo>
                    <a:pt x="1066763" y="572217"/>
                  </a:lnTo>
                  <a:lnTo>
                    <a:pt x="1064300" y="572217"/>
                  </a:lnTo>
                  <a:lnTo>
                    <a:pt x="1061836" y="572217"/>
                  </a:lnTo>
                  <a:lnTo>
                    <a:pt x="1059372" y="572217"/>
                  </a:lnTo>
                  <a:lnTo>
                    <a:pt x="1056909" y="572217"/>
                  </a:lnTo>
                  <a:lnTo>
                    <a:pt x="1054445" y="572217"/>
                  </a:lnTo>
                  <a:lnTo>
                    <a:pt x="1051981" y="572217"/>
                  </a:lnTo>
                  <a:lnTo>
                    <a:pt x="1049518" y="572217"/>
                  </a:lnTo>
                  <a:lnTo>
                    <a:pt x="1047054" y="572217"/>
                  </a:lnTo>
                  <a:lnTo>
                    <a:pt x="1044590" y="572217"/>
                  </a:lnTo>
                  <a:lnTo>
                    <a:pt x="1042127" y="572217"/>
                  </a:lnTo>
                  <a:lnTo>
                    <a:pt x="1039663" y="572217"/>
                  </a:lnTo>
                  <a:lnTo>
                    <a:pt x="1037199" y="572217"/>
                  </a:lnTo>
                  <a:lnTo>
                    <a:pt x="1034736" y="572217"/>
                  </a:lnTo>
                  <a:lnTo>
                    <a:pt x="1032272" y="572217"/>
                  </a:lnTo>
                  <a:lnTo>
                    <a:pt x="1029808" y="572217"/>
                  </a:lnTo>
                  <a:lnTo>
                    <a:pt x="1027345" y="572217"/>
                  </a:lnTo>
                  <a:lnTo>
                    <a:pt x="1024881" y="572217"/>
                  </a:lnTo>
                  <a:lnTo>
                    <a:pt x="1022417" y="572217"/>
                  </a:lnTo>
                  <a:lnTo>
                    <a:pt x="1019954" y="572217"/>
                  </a:lnTo>
                  <a:lnTo>
                    <a:pt x="1017490" y="572217"/>
                  </a:lnTo>
                  <a:lnTo>
                    <a:pt x="1015026" y="572217"/>
                  </a:lnTo>
                  <a:lnTo>
                    <a:pt x="1012563" y="572217"/>
                  </a:lnTo>
                  <a:lnTo>
                    <a:pt x="1010099" y="572217"/>
                  </a:lnTo>
                  <a:lnTo>
                    <a:pt x="1007635" y="572217"/>
                  </a:lnTo>
                  <a:lnTo>
                    <a:pt x="1005172" y="572217"/>
                  </a:lnTo>
                  <a:lnTo>
                    <a:pt x="1002708" y="572217"/>
                  </a:lnTo>
                  <a:lnTo>
                    <a:pt x="1000244" y="572217"/>
                  </a:lnTo>
                  <a:lnTo>
                    <a:pt x="997781" y="572217"/>
                  </a:lnTo>
                  <a:lnTo>
                    <a:pt x="995317" y="572217"/>
                  </a:lnTo>
                  <a:lnTo>
                    <a:pt x="992853" y="572217"/>
                  </a:lnTo>
                  <a:lnTo>
                    <a:pt x="990390" y="572217"/>
                  </a:lnTo>
                  <a:lnTo>
                    <a:pt x="987926" y="572217"/>
                  </a:lnTo>
                  <a:lnTo>
                    <a:pt x="985463" y="572217"/>
                  </a:lnTo>
                  <a:lnTo>
                    <a:pt x="982999" y="572217"/>
                  </a:lnTo>
                  <a:lnTo>
                    <a:pt x="980535" y="572217"/>
                  </a:lnTo>
                  <a:lnTo>
                    <a:pt x="978072" y="572217"/>
                  </a:lnTo>
                  <a:lnTo>
                    <a:pt x="975608" y="572217"/>
                  </a:lnTo>
                  <a:lnTo>
                    <a:pt x="973144" y="572217"/>
                  </a:lnTo>
                  <a:lnTo>
                    <a:pt x="970681" y="572217"/>
                  </a:lnTo>
                  <a:lnTo>
                    <a:pt x="968217" y="572217"/>
                  </a:lnTo>
                  <a:lnTo>
                    <a:pt x="965753" y="572217"/>
                  </a:lnTo>
                  <a:lnTo>
                    <a:pt x="963290" y="572217"/>
                  </a:lnTo>
                  <a:lnTo>
                    <a:pt x="960826" y="572217"/>
                  </a:lnTo>
                  <a:lnTo>
                    <a:pt x="958362" y="572217"/>
                  </a:lnTo>
                  <a:lnTo>
                    <a:pt x="955899" y="572217"/>
                  </a:lnTo>
                  <a:lnTo>
                    <a:pt x="953435" y="572217"/>
                  </a:lnTo>
                  <a:lnTo>
                    <a:pt x="950971" y="572217"/>
                  </a:lnTo>
                  <a:lnTo>
                    <a:pt x="948508" y="572217"/>
                  </a:lnTo>
                  <a:lnTo>
                    <a:pt x="946044" y="572217"/>
                  </a:lnTo>
                  <a:lnTo>
                    <a:pt x="943580" y="572217"/>
                  </a:lnTo>
                  <a:lnTo>
                    <a:pt x="941117" y="572217"/>
                  </a:lnTo>
                  <a:lnTo>
                    <a:pt x="938653" y="572217"/>
                  </a:lnTo>
                  <a:lnTo>
                    <a:pt x="936189" y="572217"/>
                  </a:lnTo>
                  <a:lnTo>
                    <a:pt x="933726" y="572217"/>
                  </a:lnTo>
                  <a:lnTo>
                    <a:pt x="931262" y="572217"/>
                  </a:lnTo>
                  <a:lnTo>
                    <a:pt x="928798" y="572217"/>
                  </a:lnTo>
                  <a:lnTo>
                    <a:pt x="926335" y="572217"/>
                  </a:lnTo>
                  <a:lnTo>
                    <a:pt x="923871" y="572217"/>
                  </a:lnTo>
                  <a:lnTo>
                    <a:pt x="921407" y="572217"/>
                  </a:lnTo>
                  <a:lnTo>
                    <a:pt x="918944" y="572217"/>
                  </a:lnTo>
                  <a:lnTo>
                    <a:pt x="916480" y="572217"/>
                  </a:lnTo>
                  <a:lnTo>
                    <a:pt x="914016" y="572217"/>
                  </a:lnTo>
                  <a:lnTo>
                    <a:pt x="911553" y="572217"/>
                  </a:lnTo>
                  <a:lnTo>
                    <a:pt x="909089" y="572217"/>
                  </a:lnTo>
                  <a:lnTo>
                    <a:pt x="906625" y="572217"/>
                  </a:lnTo>
                  <a:lnTo>
                    <a:pt x="904162" y="572217"/>
                  </a:lnTo>
                  <a:lnTo>
                    <a:pt x="901698" y="572217"/>
                  </a:lnTo>
                  <a:lnTo>
                    <a:pt x="899235" y="572217"/>
                  </a:lnTo>
                  <a:lnTo>
                    <a:pt x="896771" y="572217"/>
                  </a:lnTo>
                  <a:lnTo>
                    <a:pt x="894307" y="572217"/>
                  </a:lnTo>
                  <a:lnTo>
                    <a:pt x="891844" y="572217"/>
                  </a:lnTo>
                  <a:lnTo>
                    <a:pt x="889380" y="572217"/>
                  </a:lnTo>
                  <a:lnTo>
                    <a:pt x="886916" y="572217"/>
                  </a:lnTo>
                  <a:lnTo>
                    <a:pt x="884453" y="572217"/>
                  </a:lnTo>
                  <a:lnTo>
                    <a:pt x="881989" y="572217"/>
                  </a:lnTo>
                  <a:lnTo>
                    <a:pt x="879525" y="572217"/>
                  </a:lnTo>
                  <a:lnTo>
                    <a:pt x="877062" y="572217"/>
                  </a:lnTo>
                  <a:lnTo>
                    <a:pt x="874598" y="572217"/>
                  </a:lnTo>
                  <a:lnTo>
                    <a:pt x="872134" y="572217"/>
                  </a:lnTo>
                  <a:lnTo>
                    <a:pt x="869671" y="572217"/>
                  </a:lnTo>
                  <a:lnTo>
                    <a:pt x="867207" y="572217"/>
                  </a:lnTo>
                  <a:lnTo>
                    <a:pt x="864743" y="572217"/>
                  </a:lnTo>
                  <a:lnTo>
                    <a:pt x="862280" y="572217"/>
                  </a:lnTo>
                  <a:lnTo>
                    <a:pt x="859816" y="572217"/>
                  </a:lnTo>
                  <a:lnTo>
                    <a:pt x="857352" y="572217"/>
                  </a:lnTo>
                  <a:lnTo>
                    <a:pt x="854889" y="572217"/>
                  </a:lnTo>
                  <a:lnTo>
                    <a:pt x="852425" y="572217"/>
                  </a:lnTo>
                  <a:lnTo>
                    <a:pt x="849961" y="572217"/>
                  </a:lnTo>
                  <a:lnTo>
                    <a:pt x="847498" y="572217"/>
                  </a:lnTo>
                  <a:lnTo>
                    <a:pt x="845034" y="572217"/>
                  </a:lnTo>
                  <a:lnTo>
                    <a:pt x="842570" y="572217"/>
                  </a:lnTo>
                  <a:lnTo>
                    <a:pt x="840107" y="572217"/>
                  </a:lnTo>
                  <a:lnTo>
                    <a:pt x="837643" y="572217"/>
                  </a:lnTo>
                  <a:lnTo>
                    <a:pt x="835179" y="572217"/>
                  </a:lnTo>
                  <a:lnTo>
                    <a:pt x="832716" y="572217"/>
                  </a:lnTo>
                  <a:lnTo>
                    <a:pt x="830252" y="572217"/>
                  </a:lnTo>
                  <a:lnTo>
                    <a:pt x="827788" y="572217"/>
                  </a:lnTo>
                  <a:lnTo>
                    <a:pt x="825325" y="572217"/>
                  </a:lnTo>
                  <a:lnTo>
                    <a:pt x="822861" y="572217"/>
                  </a:lnTo>
                  <a:lnTo>
                    <a:pt x="820397" y="572217"/>
                  </a:lnTo>
                  <a:lnTo>
                    <a:pt x="817934" y="572217"/>
                  </a:lnTo>
                  <a:lnTo>
                    <a:pt x="815470" y="572217"/>
                  </a:lnTo>
                  <a:lnTo>
                    <a:pt x="813006" y="572217"/>
                  </a:lnTo>
                  <a:lnTo>
                    <a:pt x="810543" y="572217"/>
                  </a:lnTo>
                  <a:lnTo>
                    <a:pt x="808079" y="572217"/>
                  </a:lnTo>
                  <a:lnTo>
                    <a:pt x="805616" y="572217"/>
                  </a:lnTo>
                  <a:lnTo>
                    <a:pt x="803152" y="572217"/>
                  </a:lnTo>
                  <a:lnTo>
                    <a:pt x="800688" y="572217"/>
                  </a:lnTo>
                  <a:lnTo>
                    <a:pt x="798225" y="572217"/>
                  </a:lnTo>
                  <a:lnTo>
                    <a:pt x="795761" y="572217"/>
                  </a:lnTo>
                  <a:lnTo>
                    <a:pt x="793297" y="572217"/>
                  </a:lnTo>
                  <a:lnTo>
                    <a:pt x="790834" y="572217"/>
                  </a:lnTo>
                  <a:lnTo>
                    <a:pt x="788370" y="572217"/>
                  </a:lnTo>
                  <a:lnTo>
                    <a:pt x="785906" y="572217"/>
                  </a:lnTo>
                  <a:lnTo>
                    <a:pt x="783443" y="572217"/>
                  </a:lnTo>
                  <a:lnTo>
                    <a:pt x="780979" y="572217"/>
                  </a:lnTo>
                  <a:lnTo>
                    <a:pt x="778515" y="572217"/>
                  </a:lnTo>
                  <a:lnTo>
                    <a:pt x="776052" y="572217"/>
                  </a:lnTo>
                  <a:lnTo>
                    <a:pt x="773588" y="572217"/>
                  </a:lnTo>
                  <a:lnTo>
                    <a:pt x="771124" y="572217"/>
                  </a:lnTo>
                  <a:lnTo>
                    <a:pt x="768661" y="572217"/>
                  </a:lnTo>
                  <a:lnTo>
                    <a:pt x="766197" y="572217"/>
                  </a:lnTo>
                  <a:lnTo>
                    <a:pt x="763733" y="572217"/>
                  </a:lnTo>
                  <a:lnTo>
                    <a:pt x="761270" y="572217"/>
                  </a:lnTo>
                  <a:lnTo>
                    <a:pt x="758806" y="572217"/>
                  </a:lnTo>
                  <a:lnTo>
                    <a:pt x="756342" y="572217"/>
                  </a:lnTo>
                  <a:lnTo>
                    <a:pt x="753879" y="572217"/>
                  </a:lnTo>
                  <a:lnTo>
                    <a:pt x="751415" y="572217"/>
                  </a:lnTo>
                  <a:lnTo>
                    <a:pt x="748951" y="572217"/>
                  </a:lnTo>
                  <a:lnTo>
                    <a:pt x="746488" y="572217"/>
                  </a:lnTo>
                  <a:lnTo>
                    <a:pt x="744024" y="572217"/>
                  </a:lnTo>
                  <a:lnTo>
                    <a:pt x="741560" y="572217"/>
                  </a:lnTo>
                  <a:lnTo>
                    <a:pt x="739097" y="572217"/>
                  </a:lnTo>
                  <a:lnTo>
                    <a:pt x="736633" y="572217"/>
                  </a:lnTo>
                  <a:lnTo>
                    <a:pt x="734169" y="572217"/>
                  </a:lnTo>
                  <a:lnTo>
                    <a:pt x="731706" y="572217"/>
                  </a:lnTo>
                  <a:lnTo>
                    <a:pt x="729242" y="572217"/>
                  </a:lnTo>
                  <a:lnTo>
                    <a:pt x="726778" y="572217"/>
                  </a:lnTo>
                  <a:lnTo>
                    <a:pt x="724315" y="572217"/>
                  </a:lnTo>
                  <a:lnTo>
                    <a:pt x="721851" y="572217"/>
                  </a:lnTo>
                  <a:lnTo>
                    <a:pt x="719388" y="572217"/>
                  </a:lnTo>
                  <a:lnTo>
                    <a:pt x="716924" y="572217"/>
                  </a:lnTo>
                  <a:lnTo>
                    <a:pt x="714460" y="572217"/>
                  </a:lnTo>
                  <a:lnTo>
                    <a:pt x="711997" y="572217"/>
                  </a:lnTo>
                  <a:lnTo>
                    <a:pt x="709533" y="572217"/>
                  </a:lnTo>
                  <a:lnTo>
                    <a:pt x="707069" y="572217"/>
                  </a:lnTo>
                  <a:lnTo>
                    <a:pt x="704606" y="572217"/>
                  </a:lnTo>
                  <a:lnTo>
                    <a:pt x="702142" y="572217"/>
                  </a:lnTo>
                  <a:lnTo>
                    <a:pt x="699678" y="572217"/>
                  </a:lnTo>
                  <a:lnTo>
                    <a:pt x="697215" y="572217"/>
                  </a:lnTo>
                  <a:lnTo>
                    <a:pt x="694751" y="572217"/>
                  </a:lnTo>
                  <a:lnTo>
                    <a:pt x="692287" y="572217"/>
                  </a:lnTo>
                  <a:lnTo>
                    <a:pt x="689824" y="572217"/>
                  </a:lnTo>
                  <a:lnTo>
                    <a:pt x="687360" y="572217"/>
                  </a:lnTo>
                  <a:lnTo>
                    <a:pt x="684896" y="572217"/>
                  </a:lnTo>
                  <a:lnTo>
                    <a:pt x="682433" y="572217"/>
                  </a:lnTo>
                  <a:lnTo>
                    <a:pt x="679969" y="572217"/>
                  </a:lnTo>
                  <a:lnTo>
                    <a:pt x="677505" y="572217"/>
                  </a:lnTo>
                  <a:lnTo>
                    <a:pt x="675042" y="572217"/>
                  </a:lnTo>
                  <a:lnTo>
                    <a:pt x="672578" y="572217"/>
                  </a:lnTo>
                  <a:lnTo>
                    <a:pt x="670114" y="572217"/>
                  </a:lnTo>
                  <a:lnTo>
                    <a:pt x="667651" y="572217"/>
                  </a:lnTo>
                  <a:lnTo>
                    <a:pt x="665187" y="572217"/>
                  </a:lnTo>
                  <a:lnTo>
                    <a:pt x="662723" y="572217"/>
                  </a:lnTo>
                  <a:lnTo>
                    <a:pt x="660260" y="572217"/>
                  </a:lnTo>
                  <a:lnTo>
                    <a:pt x="657796" y="572217"/>
                  </a:lnTo>
                  <a:lnTo>
                    <a:pt x="655332" y="572217"/>
                  </a:lnTo>
                  <a:lnTo>
                    <a:pt x="652869" y="572217"/>
                  </a:lnTo>
                  <a:lnTo>
                    <a:pt x="650405" y="572217"/>
                  </a:lnTo>
                  <a:lnTo>
                    <a:pt x="647941" y="572217"/>
                  </a:lnTo>
                  <a:lnTo>
                    <a:pt x="645478" y="572217"/>
                  </a:lnTo>
                  <a:lnTo>
                    <a:pt x="643014" y="572217"/>
                  </a:lnTo>
                  <a:lnTo>
                    <a:pt x="640550" y="572217"/>
                  </a:lnTo>
                  <a:lnTo>
                    <a:pt x="638087" y="572217"/>
                  </a:lnTo>
                  <a:lnTo>
                    <a:pt x="635623" y="572217"/>
                  </a:lnTo>
                  <a:lnTo>
                    <a:pt x="633159" y="572217"/>
                  </a:lnTo>
                  <a:lnTo>
                    <a:pt x="630696" y="572217"/>
                  </a:lnTo>
                  <a:lnTo>
                    <a:pt x="628232" y="572217"/>
                  </a:lnTo>
                  <a:lnTo>
                    <a:pt x="625769" y="572217"/>
                  </a:lnTo>
                  <a:lnTo>
                    <a:pt x="623305" y="572217"/>
                  </a:lnTo>
                  <a:lnTo>
                    <a:pt x="620841" y="572217"/>
                  </a:lnTo>
                  <a:lnTo>
                    <a:pt x="618378" y="572217"/>
                  </a:lnTo>
                  <a:lnTo>
                    <a:pt x="615914" y="572217"/>
                  </a:lnTo>
                  <a:lnTo>
                    <a:pt x="613450" y="572217"/>
                  </a:lnTo>
                  <a:lnTo>
                    <a:pt x="610987" y="572217"/>
                  </a:lnTo>
                  <a:lnTo>
                    <a:pt x="608523" y="572217"/>
                  </a:lnTo>
                  <a:lnTo>
                    <a:pt x="606059" y="572217"/>
                  </a:lnTo>
                  <a:lnTo>
                    <a:pt x="603596" y="572217"/>
                  </a:lnTo>
                  <a:lnTo>
                    <a:pt x="601132" y="572217"/>
                  </a:lnTo>
                  <a:lnTo>
                    <a:pt x="598668" y="572217"/>
                  </a:lnTo>
                  <a:lnTo>
                    <a:pt x="596205" y="572217"/>
                  </a:lnTo>
                  <a:lnTo>
                    <a:pt x="593741" y="572217"/>
                  </a:lnTo>
                  <a:lnTo>
                    <a:pt x="591277" y="572217"/>
                  </a:lnTo>
                  <a:lnTo>
                    <a:pt x="588814" y="572217"/>
                  </a:lnTo>
                  <a:lnTo>
                    <a:pt x="586350" y="572217"/>
                  </a:lnTo>
                  <a:lnTo>
                    <a:pt x="583886" y="572217"/>
                  </a:lnTo>
                  <a:lnTo>
                    <a:pt x="581423" y="572217"/>
                  </a:lnTo>
                  <a:lnTo>
                    <a:pt x="578959" y="572217"/>
                  </a:lnTo>
                  <a:lnTo>
                    <a:pt x="576495" y="572217"/>
                  </a:lnTo>
                  <a:lnTo>
                    <a:pt x="574032" y="572217"/>
                  </a:lnTo>
                  <a:lnTo>
                    <a:pt x="571568" y="572217"/>
                  </a:lnTo>
                  <a:lnTo>
                    <a:pt x="569104" y="572217"/>
                  </a:lnTo>
                  <a:lnTo>
                    <a:pt x="566641" y="572217"/>
                  </a:lnTo>
                  <a:lnTo>
                    <a:pt x="564177" y="572217"/>
                  </a:lnTo>
                  <a:lnTo>
                    <a:pt x="561713" y="572217"/>
                  </a:lnTo>
                  <a:lnTo>
                    <a:pt x="559250" y="572217"/>
                  </a:lnTo>
                  <a:lnTo>
                    <a:pt x="556786" y="572217"/>
                  </a:lnTo>
                  <a:lnTo>
                    <a:pt x="554322" y="572217"/>
                  </a:lnTo>
                  <a:lnTo>
                    <a:pt x="551859" y="572217"/>
                  </a:lnTo>
                  <a:lnTo>
                    <a:pt x="549395" y="572217"/>
                  </a:lnTo>
                  <a:lnTo>
                    <a:pt x="546931" y="572217"/>
                  </a:lnTo>
                  <a:lnTo>
                    <a:pt x="544468" y="572217"/>
                  </a:lnTo>
                  <a:lnTo>
                    <a:pt x="542004" y="572217"/>
                  </a:lnTo>
                  <a:lnTo>
                    <a:pt x="539541" y="572217"/>
                  </a:lnTo>
                  <a:lnTo>
                    <a:pt x="537077" y="572217"/>
                  </a:lnTo>
                  <a:lnTo>
                    <a:pt x="534613" y="572217"/>
                  </a:lnTo>
                  <a:lnTo>
                    <a:pt x="532150" y="572217"/>
                  </a:lnTo>
                  <a:lnTo>
                    <a:pt x="529686" y="572217"/>
                  </a:lnTo>
                  <a:lnTo>
                    <a:pt x="527222" y="572217"/>
                  </a:lnTo>
                  <a:lnTo>
                    <a:pt x="524759" y="572217"/>
                  </a:lnTo>
                  <a:lnTo>
                    <a:pt x="522295" y="572217"/>
                  </a:lnTo>
                  <a:lnTo>
                    <a:pt x="519831" y="572217"/>
                  </a:lnTo>
                  <a:lnTo>
                    <a:pt x="517368" y="572217"/>
                  </a:lnTo>
                  <a:lnTo>
                    <a:pt x="514904" y="572217"/>
                  </a:lnTo>
                  <a:lnTo>
                    <a:pt x="512440" y="572217"/>
                  </a:lnTo>
                  <a:lnTo>
                    <a:pt x="509977" y="572217"/>
                  </a:lnTo>
                  <a:lnTo>
                    <a:pt x="507513" y="572217"/>
                  </a:lnTo>
                  <a:lnTo>
                    <a:pt x="505049" y="572217"/>
                  </a:lnTo>
                  <a:lnTo>
                    <a:pt x="502586" y="572217"/>
                  </a:lnTo>
                  <a:lnTo>
                    <a:pt x="500122" y="572217"/>
                  </a:lnTo>
                  <a:lnTo>
                    <a:pt x="497658" y="572217"/>
                  </a:lnTo>
                  <a:lnTo>
                    <a:pt x="495195" y="572217"/>
                  </a:lnTo>
                  <a:lnTo>
                    <a:pt x="492731" y="572217"/>
                  </a:lnTo>
                  <a:lnTo>
                    <a:pt x="490267" y="572217"/>
                  </a:lnTo>
                  <a:lnTo>
                    <a:pt x="487804" y="572217"/>
                  </a:lnTo>
                  <a:lnTo>
                    <a:pt x="485340" y="572217"/>
                  </a:lnTo>
                  <a:lnTo>
                    <a:pt x="482876" y="572217"/>
                  </a:lnTo>
                  <a:lnTo>
                    <a:pt x="480413" y="572217"/>
                  </a:lnTo>
                  <a:lnTo>
                    <a:pt x="477949" y="572217"/>
                  </a:lnTo>
                  <a:lnTo>
                    <a:pt x="475485" y="572217"/>
                  </a:lnTo>
                  <a:lnTo>
                    <a:pt x="473022" y="572217"/>
                  </a:lnTo>
                  <a:lnTo>
                    <a:pt x="470558" y="572217"/>
                  </a:lnTo>
                  <a:lnTo>
                    <a:pt x="468094" y="572217"/>
                  </a:lnTo>
                  <a:lnTo>
                    <a:pt x="465631" y="572217"/>
                  </a:lnTo>
                  <a:lnTo>
                    <a:pt x="463167" y="572217"/>
                  </a:lnTo>
                  <a:lnTo>
                    <a:pt x="460703" y="572217"/>
                  </a:lnTo>
                  <a:lnTo>
                    <a:pt x="458240" y="572217"/>
                  </a:lnTo>
                  <a:lnTo>
                    <a:pt x="455776" y="572217"/>
                  </a:lnTo>
                  <a:lnTo>
                    <a:pt x="453312" y="572217"/>
                  </a:lnTo>
                  <a:lnTo>
                    <a:pt x="450849" y="572217"/>
                  </a:lnTo>
                  <a:lnTo>
                    <a:pt x="448385" y="572217"/>
                  </a:lnTo>
                  <a:lnTo>
                    <a:pt x="445922" y="572217"/>
                  </a:lnTo>
                  <a:lnTo>
                    <a:pt x="443458" y="572217"/>
                  </a:lnTo>
                  <a:lnTo>
                    <a:pt x="440994" y="572217"/>
                  </a:lnTo>
                  <a:lnTo>
                    <a:pt x="438531" y="572217"/>
                  </a:lnTo>
                  <a:lnTo>
                    <a:pt x="436067" y="572217"/>
                  </a:lnTo>
                  <a:lnTo>
                    <a:pt x="433603" y="572217"/>
                  </a:lnTo>
                  <a:lnTo>
                    <a:pt x="431140" y="572217"/>
                  </a:lnTo>
                  <a:lnTo>
                    <a:pt x="428676" y="572217"/>
                  </a:lnTo>
                  <a:lnTo>
                    <a:pt x="426212" y="572217"/>
                  </a:lnTo>
                  <a:lnTo>
                    <a:pt x="423749" y="572217"/>
                  </a:lnTo>
                  <a:lnTo>
                    <a:pt x="421285" y="572217"/>
                  </a:lnTo>
                  <a:lnTo>
                    <a:pt x="418821" y="572217"/>
                  </a:lnTo>
                  <a:lnTo>
                    <a:pt x="416358" y="572217"/>
                  </a:lnTo>
                  <a:lnTo>
                    <a:pt x="413894" y="572217"/>
                  </a:lnTo>
                  <a:lnTo>
                    <a:pt x="411430" y="572217"/>
                  </a:lnTo>
                  <a:lnTo>
                    <a:pt x="408967" y="572217"/>
                  </a:lnTo>
                  <a:lnTo>
                    <a:pt x="406503" y="572217"/>
                  </a:lnTo>
                  <a:lnTo>
                    <a:pt x="404039" y="572217"/>
                  </a:lnTo>
                  <a:lnTo>
                    <a:pt x="401576" y="572217"/>
                  </a:lnTo>
                  <a:lnTo>
                    <a:pt x="399112" y="572217"/>
                  </a:lnTo>
                  <a:lnTo>
                    <a:pt x="396648" y="572217"/>
                  </a:lnTo>
                  <a:lnTo>
                    <a:pt x="394185" y="572217"/>
                  </a:lnTo>
                  <a:lnTo>
                    <a:pt x="391721" y="572217"/>
                  </a:lnTo>
                  <a:lnTo>
                    <a:pt x="389257" y="572217"/>
                  </a:lnTo>
                  <a:lnTo>
                    <a:pt x="386794" y="572217"/>
                  </a:lnTo>
                  <a:lnTo>
                    <a:pt x="384330" y="572217"/>
                  </a:lnTo>
                  <a:lnTo>
                    <a:pt x="381866" y="572217"/>
                  </a:lnTo>
                  <a:lnTo>
                    <a:pt x="379403" y="572217"/>
                  </a:lnTo>
                  <a:lnTo>
                    <a:pt x="376939" y="572217"/>
                  </a:lnTo>
                  <a:lnTo>
                    <a:pt x="374475" y="572217"/>
                  </a:lnTo>
                  <a:lnTo>
                    <a:pt x="372012" y="572217"/>
                  </a:lnTo>
                  <a:lnTo>
                    <a:pt x="369548" y="572217"/>
                  </a:lnTo>
                  <a:lnTo>
                    <a:pt x="367084" y="572217"/>
                  </a:lnTo>
                  <a:lnTo>
                    <a:pt x="364621" y="572217"/>
                  </a:lnTo>
                  <a:lnTo>
                    <a:pt x="362157" y="572217"/>
                  </a:lnTo>
                  <a:lnTo>
                    <a:pt x="359694" y="572217"/>
                  </a:lnTo>
                  <a:lnTo>
                    <a:pt x="357230" y="572217"/>
                  </a:lnTo>
                  <a:lnTo>
                    <a:pt x="354766" y="572217"/>
                  </a:lnTo>
                  <a:lnTo>
                    <a:pt x="352303" y="572217"/>
                  </a:lnTo>
                  <a:lnTo>
                    <a:pt x="349839" y="572217"/>
                  </a:lnTo>
                  <a:lnTo>
                    <a:pt x="347375" y="572217"/>
                  </a:lnTo>
                  <a:lnTo>
                    <a:pt x="344912" y="572217"/>
                  </a:lnTo>
                  <a:lnTo>
                    <a:pt x="342448" y="572217"/>
                  </a:lnTo>
                  <a:lnTo>
                    <a:pt x="339984" y="572217"/>
                  </a:lnTo>
                  <a:lnTo>
                    <a:pt x="337521" y="572217"/>
                  </a:lnTo>
                  <a:lnTo>
                    <a:pt x="335057" y="572217"/>
                  </a:lnTo>
                  <a:lnTo>
                    <a:pt x="332593" y="572217"/>
                  </a:lnTo>
                  <a:lnTo>
                    <a:pt x="330130" y="572217"/>
                  </a:lnTo>
                  <a:lnTo>
                    <a:pt x="327666" y="572217"/>
                  </a:lnTo>
                  <a:lnTo>
                    <a:pt x="325202" y="572217"/>
                  </a:lnTo>
                  <a:lnTo>
                    <a:pt x="322739" y="572217"/>
                  </a:lnTo>
                  <a:lnTo>
                    <a:pt x="320275" y="572217"/>
                  </a:lnTo>
                  <a:lnTo>
                    <a:pt x="317811" y="572217"/>
                  </a:lnTo>
                  <a:lnTo>
                    <a:pt x="315348" y="572217"/>
                  </a:lnTo>
                  <a:lnTo>
                    <a:pt x="312884" y="572217"/>
                  </a:lnTo>
                  <a:lnTo>
                    <a:pt x="310420" y="572217"/>
                  </a:lnTo>
                  <a:lnTo>
                    <a:pt x="307957" y="572217"/>
                  </a:lnTo>
                  <a:lnTo>
                    <a:pt x="305493" y="572217"/>
                  </a:lnTo>
                  <a:lnTo>
                    <a:pt x="303029" y="572217"/>
                  </a:lnTo>
                  <a:lnTo>
                    <a:pt x="300566" y="572217"/>
                  </a:lnTo>
                  <a:lnTo>
                    <a:pt x="298102" y="572217"/>
                  </a:lnTo>
                  <a:lnTo>
                    <a:pt x="295638" y="572217"/>
                  </a:lnTo>
                  <a:lnTo>
                    <a:pt x="293175" y="572217"/>
                  </a:lnTo>
                  <a:lnTo>
                    <a:pt x="290711" y="572217"/>
                  </a:lnTo>
                  <a:lnTo>
                    <a:pt x="288247" y="572217"/>
                  </a:lnTo>
                  <a:lnTo>
                    <a:pt x="285784" y="572217"/>
                  </a:lnTo>
                  <a:lnTo>
                    <a:pt x="283320" y="572217"/>
                  </a:lnTo>
                  <a:lnTo>
                    <a:pt x="280856" y="572217"/>
                  </a:lnTo>
                  <a:lnTo>
                    <a:pt x="278393" y="572217"/>
                  </a:lnTo>
                  <a:lnTo>
                    <a:pt x="275929" y="572217"/>
                  </a:lnTo>
                  <a:lnTo>
                    <a:pt x="273465" y="572217"/>
                  </a:lnTo>
                  <a:lnTo>
                    <a:pt x="271002" y="572217"/>
                  </a:lnTo>
                  <a:lnTo>
                    <a:pt x="268538" y="572217"/>
                  </a:lnTo>
                  <a:lnTo>
                    <a:pt x="266075" y="572217"/>
                  </a:lnTo>
                  <a:lnTo>
                    <a:pt x="263611" y="572217"/>
                  </a:lnTo>
                  <a:lnTo>
                    <a:pt x="261147" y="572217"/>
                  </a:lnTo>
                  <a:lnTo>
                    <a:pt x="258684" y="572217"/>
                  </a:lnTo>
                  <a:lnTo>
                    <a:pt x="256220" y="572217"/>
                  </a:lnTo>
                  <a:lnTo>
                    <a:pt x="253756" y="572217"/>
                  </a:lnTo>
                  <a:lnTo>
                    <a:pt x="251293" y="572217"/>
                  </a:lnTo>
                  <a:lnTo>
                    <a:pt x="248829" y="572217"/>
                  </a:lnTo>
                  <a:lnTo>
                    <a:pt x="246365" y="572217"/>
                  </a:lnTo>
                  <a:lnTo>
                    <a:pt x="243902" y="572217"/>
                  </a:lnTo>
                  <a:lnTo>
                    <a:pt x="241438" y="572217"/>
                  </a:lnTo>
                  <a:lnTo>
                    <a:pt x="238974" y="572217"/>
                  </a:lnTo>
                  <a:lnTo>
                    <a:pt x="236511" y="572217"/>
                  </a:lnTo>
                  <a:lnTo>
                    <a:pt x="234047" y="572217"/>
                  </a:lnTo>
                  <a:lnTo>
                    <a:pt x="231583" y="572217"/>
                  </a:lnTo>
                  <a:lnTo>
                    <a:pt x="229120" y="572217"/>
                  </a:lnTo>
                  <a:lnTo>
                    <a:pt x="226656" y="572217"/>
                  </a:lnTo>
                  <a:lnTo>
                    <a:pt x="224192" y="572217"/>
                  </a:lnTo>
                  <a:lnTo>
                    <a:pt x="221729" y="572217"/>
                  </a:lnTo>
                  <a:lnTo>
                    <a:pt x="219265" y="572217"/>
                  </a:lnTo>
                  <a:lnTo>
                    <a:pt x="216801" y="572217"/>
                  </a:lnTo>
                  <a:lnTo>
                    <a:pt x="214338" y="572217"/>
                  </a:lnTo>
                  <a:lnTo>
                    <a:pt x="211874" y="572217"/>
                  </a:lnTo>
                  <a:lnTo>
                    <a:pt x="209410" y="572217"/>
                  </a:lnTo>
                  <a:lnTo>
                    <a:pt x="206947" y="572217"/>
                  </a:lnTo>
                  <a:lnTo>
                    <a:pt x="204483" y="572217"/>
                  </a:lnTo>
                  <a:lnTo>
                    <a:pt x="202019" y="572217"/>
                  </a:lnTo>
                  <a:lnTo>
                    <a:pt x="199556" y="572217"/>
                  </a:lnTo>
                  <a:lnTo>
                    <a:pt x="197092" y="572217"/>
                  </a:lnTo>
                  <a:lnTo>
                    <a:pt x="194628" y="572217"/>
                  </a:lnTo>
                  <a:lnTo>
                    <a:pt x="192165" y="572217"/>
                  </a:lnTo>
                  <a:lnTo>
                    <a:pt x="189701" y="572217"/>
                  </a:lnTo>
                  <a:lnTo>
                    <a:pt x="187237" y="572217"/>
                  </a:lnTo>
                  <a:lnTo>
                    <a:pt x="184774" y="572217"/>
                  </a:lnTo>
                  <a:lnTo>
                    <a:pt x="182310" y="572217"/>
                  </a:lnTo>
                  <a:lnTo>
                    <a:pt x="179847" y="572217"/>
                  </a:lnTo>
                  <a:lnTo>
                    <a:pt x="177383" y="572217"/>
                  </a:lnTo>
                  <a:lnTo>
                    <a:pt x="174919" y="572217"/>
                  </a:lnTo>
                  <a:lnTo>
                    <a:pt x="172456" y="572217"/>
                  </a:lnTo>
                  <a:lnTo>
                    <a:pt x="169992" y="572217"/>
                  </a:lnTo>
                  <a:lnTo>
                    <a:pt x="167528" y="572217"/>
                  </a:lnTo>
                  <a:lnTo>
                    <a:pt x="165065" y="572217"/>
                  </a:lnTo>
                  <a:lnTo>
                    <a:pt x="162601" y="572217"/>
                  </a:lnTo>
                  <a:lnTo>
                    <a:pt x="160137" y="572217"/>
                  </a:lnTo>
                  <a:lnTo>
                    <a:pt x="157674" y="572217"/>
                  </a:lnTo>
                  <a:lnTo>
                    <a:pt x="155210" y="572217"/>
                  </a:lnTo>
                  <a:lnTo>
                    <a:pt x="152746" y="572217"/>
                  </a:lnTo>
                  <a:lnTo>
                    <a:pt x="150283" y="572217"/>
                  </a:lnTo>
                  <a:lnTo>
                    <a:pt x="147819" y="572217"/>
                  </a:lnTo>
                  <a:lnTo>
                    <a:pt x="145355" y="572217"/>
                  </a:lnTo>
                  <a:lnTo>
                    <a:pt x="142892" y="572217"/>
                  </a:lnTo>
                  <a:lnTo>
                    <a:pt x="140428" y="572217"/>
                  </a:lnTo>
                  <a:lnTo>
                    <a:pt x="137964" y="572217"/>
                  </a:lnTo>
                  <a:lnTo>
                    <a:pt x="135501" y="572217"/>
                  </a:lnTo>
                  <a:lnTo>
                    <a:pt x="133037" y="572217"/>
                  </a:lnTo>
                  <a:lnTo>
                    <a:pt x="130573" y="572217"/>
                  </a:lnTo>
                  <a:lnTo>
                    <a:pt x="128110" y="572217"/>
                  </a:lnTo>
                  <a:lnTo>
                    <a:pt x="125646" y="572217"/>
                  </a:lnTo>
                  <a:lnTo>
                    <a:pt x="123182" y="572217"/>
                  </a:lnTo>
                  <a:lnTo>
                    <a:pt x="120719" y="572217"/>
                  </a:lnTo>
                  <a:lnTo>
                    <a:pt x="118255" y="572217"/>
                  </a:lnTo>
                  <a:lnTo>
                    <a:pt x="115791" y="572217"/>
                  </a:lnTo>
                  <a:lnTo>
                    <a:pt x="113328" y="572217"/>
                  </a:lnTo>
                  <a:lnTo>
                    <a:pt x="110864" y="572217"/>
                  </a:lnTo>
                  <a:lnTo>
                    <a:pt x="108400" y="572217"/>
                  </a:lnTo>
                  <a:lnTo>
                    <a:pt x="105937" y="572217"/>
                  </a:lnTo>
                  <a:lnTo>
                    <a:pt x="103473" y="572217"/>
                  </a:lnTo>
                  <a:lnTo>
                    <a:pt x="101009" y="572217"/>
                  </a:lnTo>
                  <a:lnTo>
                    <a:pt x="98546" y="572217"/>
                  </a:lnTo>
                  <a:lnTo>
                    <a:pt x="96082" y="572217"/>
                  </a:lnTo>
                  <a:lnTo>
                    <a:pt x="93618" y="572217"/>
                  </a:lnTo>
                  <a:lnTo>
                    <a:pt x="91155" y="572217"/>
                  </a:lnTo>
                  <a:lnTo>
                    <a:pt x="88691" y="572217"/>
                  </a:lnTo>
                  <a:lnTo>
                    <a:pt x="86228" y="572217"/>
                  </a:lnTo>
                  <a:lnTo>
                    <a:pt x="83764" y="572217"/>
                  </a:lnTo>
                  <a:lnTo>
                    <a:pt x="81300" y="572217"/>
                  </a:lnTo>
                  <a:lnTo>
                    <a:pt x="78837" y="572217"/>
                  </a:lnTo>
                  <a:lnTo>
                    <a:pt x="76373" y="572217"/>
                  </a:lnTo>
                  <a:lnTo>
                    <a:pt x="73909" y="572217"/>
                  </a:lnTo>
                  <a:lnTo>
                    <a:pt x="71446" y="572217"/>
                  </a:lnTo>
                  <a:lnTo>
                    <a:pt x="68982" y="572217"/>
                  </a:lnTo>
                  <a:lnTo>
                    <a:pt x="66518" y="572217"/>
                  </a:lnTo>
                  <a:lnTo>
                    <a:pt x="64055" y="572217"/>
                  </a:lnTo>
                  <a:lnTo>
                    <a:pt x="61591" y="572217"/>
                  </a:lnTo>
                  <a:lnTo>
                    <a:pt x="59127" y="572217"/>
                  </a:lnTo>
                  <a:lnTo>
                    <a:pt x="56664" y="572217"/>
                  </a:lnTo>
                  <a:lnTo>
                    <a:pt x="54200" y="572217"/>
                  </a:lnTo>
                  <a:lnTo>
                    <a:pt x="51736" y="572217"/>
                  </a:lnTo>
                  <a:lnTo>
                    <a:pt x="49273" y="572217"/>
                  </a:lnTo>
                  <a:lnTo>
                    <a:pt x="46809" y="572217"/>
                  </a:lnTo>
                  <a:lnTo>
                    <a:pt x="44345" y="572217"/>
                  </a:lnTo>
                  <a:lnTo>
                    <a:pt x="41882" y="572217"/>
                  </a:lnTo>
                  <a:lnTo>
                    <a:pt x="39418" y="572217"/>
                  </a:lnTo>
                  <a:lnTo>
                    <a:pt x="36954" y="572217"/>
                  </a:lnTo>
                  <a:lnTo>
                    <a:pt x="34491" y="572217"/>
                  </a:lnTo>
                  <a:lnTo>
                    <a:pt x="32027" y="572217"/>
                  </a:lnTo>
                  <a:lnTo>
                    <a:pt x="29563" y="572217"/>
                  </a:lnTo>
                  <a:lnTo>
                    <a:pt x="27100" y="572217"/>
                  </a:lnTo>
                  <a:lnTo>
                    <a:pt x="24636" y="572217"/>
                  </a:lnTo>
                  <a:lnTo>
                    <a:pt x="22172" y="572217"/>
                  </a:lnTo>
                  <a:lnTo>
                    <a:pt x="19709" y="572217"/>
                  </a:lnTo>
                  <a:lnTo>
                    <a:pt x="17245" y="572217"/>
                  </a:lnTo>
                  <a:lnTo>
                    <a:pt x="14781" y="572217"/>
                  </a:lnTo>
                  <a:lnTo>
                    <a:pt x="12318" y="572217"/>
                  </a:lnTo>
                  <a:lnTo>
                    <a:pt x="9854" y="572217"/>
                  </a:lnTo>
                  <a:lnTo>
                    <a:pt x="7390" y="572217"/>
                  </a:lnTo>
                  <a:lnTo>
                    <a:pt x="4927" y="572217"/>
                  </a:lnTo>
                  <a:lnTo>
                    <a:pt x="2463" y="57221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3957616" y="5581681"/>
              <a:ext cx="1258929" cy="572217"/>
            </a:xfrm>
            <a:custGeom>
              <a:avLst/>
              <a:pathLst>
                <a:path w="1258929" h="572217">
                  <a:moveTo>
                    <a:pt x="0" y="572217"/>
                  </a:moveTo>
                  <a:lnTo>
                    <a:pt x="2463" y="572216"/>
                  </a:lnTo>
                  <a:lnTo>
                    <a:pt x="4927" y="572216"/>
                  </a:lnTo>
                  <a:lnTo>
                    <a:pt x="7390" y="572216"/>
                  </a:lnTo>
                  <a:lnTo>
                    <a:pt x="9854" y="572216"/>
                  </a:lnTo>
                  <a:lnTo>
                    <a:pt x="12318" y="572216"/>
                  </a:lnTo>
                  <a:lnTo>
                    <a:pt x="14781" y="572215"/>
                  </a:lnTo>
                  <a:lnTo>
                    <a:pt x="17245" y="572214"/>
                  </a:lnTo>
                  <a:lnTo>
                    <a:pt x="19709" y="572213"/>
                  </a:lnTo>
                  <a:lnTo>
                    <a:pt x="22172" y="572211"/>
                  </a:lnTo>
                  <a:lnTo>
                    <a:pt x="24636" y="572208"/>
                  </a:lnTo>
                  <a:lnTo>
                    <a:pt x="27100" y="572203"/>
                  </a:lnTo>
                  <a:lnTo>
                    <a:pt x="29563" y="572195"/>
                  </a:lnTo>
                  <a:lnTo>
                    <a:pt x="32027" y="572183"/>
                  </a:lnTo>
                  <a:lnTo>
                    <a:pt x="34491" y="572167"/>
                  </a:lnTo>
                  <a:lnTo>
                    <a:pt x="36954" y="572142"/>
                  </a:lnTo>
                  <a:lnTo>
                    <a:pt x="39418" y="572105"/>
                  </a:lnTo>
                  <a:lnTo>
                    <a:pt x="41882" y="572050"/>
                  </a:lnTo>
                  <a:lnTo>
                    <a:pt x="44345" y="571973"/>
                  </a:lnTo>
                  <a:lnTo>
                    <a:pt x="46809" y="571863"/>
                  </a:lnTo>
                  <a:lnTo>
                    <a:pt x="49273" y="571711"/>
                  </a:lnTo>
                  <a:lnTo>
                    <a:pt x="51736" y="571503"/>
                  </a:lnTo>
                  <a:lnTo>
                    <a:pt x="54200" y="571220"/>
                  </a:lnTo>
                  <a:lnTo>
                    <a:pt x="56664" y="570831"/>
                  </a:lnTo>
                  <a:lnTo>
                    <a:pt x="59127" y="570295"/>
                  </a:lnTo>
                  <a:lnTo>
                    <a:pt x="61591" y="569584"/>
                  </a:lnTo>
                  <a:lnTo>
                    <a:pt x="64055" y="568652"/>
                  </a:lnTo>
                  <a:lnTo>
                    <a:pt x="66518" y="567444"/>
                  </a:lnTo>
                  <a:lnTo>
                    <a:pt x="68982" y="565898"/>
                  </a:lnTo>
                  <a:lnTo>
                    <a:pt x="71446" y="563941"/>
                  </a:lnTo>
                  <a:lnTo>
                    <a:pt x="73909" y="561489"/>
                  </a:lnTo>
                  <a:lnTo>
                    <a:pt x="76373" y="558323"/>
                  </a:lnTo>
                  <a:lnTo>
                    <a:pt x="78837" y="554408"/>
                  </a:lnTo>
                  <a:lnTo>
                    <a:pt x="81300" y="549629"/>
                  </a:lnTo>
                  <a:lnTo>
                    <a:pt x="83764" y="543861"/>
                  </a:lnTo>
                  <a:lnTo>
                    <a:pt x="86228" y="536973"/>
                  </a:lnTo>
                  <a:lnTo>
                    <a:pt x="88691" y="528832"/>
                  </a:lnTo>
                  <a:lnTo>
                    <a:pt x="91155" y="519306"/>
                  </a:lnTo>
                  <a:lnTo>
                    <a:pt x="93618" y="508139"/>
                  </a:lnTo>
                  <a:lnTo>
                    <a:pt x="96082" y="495140"/>
                  </a:lnTo>
                  <a:lnTo>
                    <a:pt x="98546" y="480381"/>
                  </a:lnTo>
                  <a:lnTo>
                    <a:pt x="101009" y="463798"/>
                  </a:lnTo>
                  <a:lnTo>
                    <a:pt x="103473" y="445359"/>
                  </a:lnTo>
                  <a:lnTo>
                    <a:pt x="105937" y="425066"/>
                  </a:lnTo>
                  <a:lnTo>
                    <a:pt x="108400" y="402958"/>
                  </a:lnTo>
                  <a:lnTo>
                    <a:pt x="110864" y="379115"/>
                  </a:lnTo>
                  <a:lnTo>
                    <a:pt x="113328" y="353443"/>
                  </a:lnTo>
                  <a:lnTo>
                    <a:pt x="115791" y="326424"/>
                  </a:lnTo>
                  <a:lnTo>
                    <a:pt x="118255" y="298338"/>
                  </a:lnTo>
                  <a:lnTo>
                    <a:pt x="120719" y="269483"/>
                  </a:lnTo>
                  <a:lnTo>
                    <a:pt x="123182" y="240197"/>
                  </a:lnTo>
                  <a:lnTo>
                    <a:pt x="125646" y="210848"/>
                  </a:lnTo>
                  <a:lnTo>
                    <a:pt x="128110" y="181829"/>
                  </a:lnTo>
                  <a:lnTo>
                    <a:pt x="130573" y="153645"/>
                  </a:lnTo>
                  <a:lnTo>
                    <a:pt x="133037" y="126886"/>
                  </a:lnTo>
                  <a:lnTo>
                    <a:pt x="135501" y="101866"/>
                  </a:lnTo>
                  <a:lnTo>
                    <a:pt x="137964" y="78954"/>
                  </a:lnTo>
                  <a:lnTo>
                    <a:pt x="140428" y="58483"/>
                  </a:lnTo>
                  <a:lnTo>
                    <a:pt x="142892" y="40736"/>
                  </a:lnTo>
                  <a:lnTo>
                    <a:pt x="145355" y="25942"/>
                  </a:lnTo>
                  <a:lnTo>
                    <a:pt x="147819" y="14265"/>
                  </a:lnTo>
                  <a:lnTo>
                    <a:pt x="150283" y="6314"/>
                  </a:lnTo>
                  <a:lnTo>
                    <a:pt x="152746" y="1618"/>
                  </a:lnTo>
                  <a:lnTo>
                    <a:pt x="155210" y="0"/>
                  </a:lnTo>
                  <a:lnTo>
                    <a:pt x="157674" y="1280"/>
                  </a:lnTo>
                  <a:lnTo>
                    <a:pt x="160137" y="5220"/>
                  </a:lnTo>
                  <a:lnTo>
                    <a:pt x="162601" y="11531"/>
                  </a:lnTo>
                  <a:lnTo>
                    <a:pt x="165065" y="19878"/>
                  </a:lnTo>
                  <a:lnTo>
                    <a:pt x="167528" y="29978"/>
                  </a:lnTo>
                  <a:lnTo>
                    <a:pt x="169992" y="41385"/>
                  </a:lnTo>
                  <a:lnTo>
                    <a:pt x="172456" y="53538"/>
                  </a:lnTo>
                  <a:lnTo>
                    <a:pt x="174919" y="66083"/>
                  </a:lnTo>
                  <a:lnTo>
                    <a:pt x="177383" y="78701"/>
                  </a:lnTo>
                  <a:lnTo>
                    <a:pt x="179847" y="91114"/>
                  </a:lnTo>
                  <a:lnTo>
                    <a:pt x="182310" y="103094"/>
                  </a:lnTo>
                  <a:lnTo>
                    <a:pt x="184774" y="114465"/>
                  </a:lnTo>
                  <a:lnTo>
                    <a:pt x="187237" y="124994"/>
                  </a:lnTo>
                  <a:lnTo>
                    <a:pt x="189701" y="134737"/>
                  </a:lnTo>
                  <a:lnTo>
                    <a:pt x="192165" y="143755"/>
                  </a:lnTo>
                  <a:lnTo>
                    <a:pt x="194628" y="152136"/>
                  </a:lnTo>
                  <a:lnTo>
                    <a:pt x="197092" y="160004"/>
                  </a:lnTo>
                  <a:lnTo>
                    <a:pt x="199556" y="167516"/>
                  </a:lnTo>
                  <a:lnTo>
                    <a:pt x="202019" y="174848"/>
                  </a:lnTo>
                  <a:lnTo>
                    <a:pt x="204483" y="182207"/>
                  </a:lnTo>
                  <a:lnTo>
                    <a:pt x="206947" y="189855"/>
                  </a:lnTo>
                  <a:lnTo>
                    <a:pt x="209410" y="197960"/>
                  </a:lnTo>
                  <a:lnTo>
                    <a:pt x="211874" y="206675"/>
                  </a:lnTo>
                  <a:lnTo>
                    <a:pt x="214338" y="216124"/>
                  </a:lnTo>
                  <a:lnTo>
                    <a:pt x="216801" y="226401"/>
                  </a:lnTo>
                  <a:lnTo>
                    <a:pt x="219265" y="237568"/>
                  </a:lnTo>
                  <a:lnTo>
                    <a:pt x="221729" y="249653"/>
                  </a:lnTo>
                  <a:lnTo>
                    <a:pt x="224192" y="262776"/>
                  </a:lnTo>
                  <a:lnTo>
                    <a:pt x="226656" y="276762"/>
                  </a:lnTo>
                  <a:lnTo>
                    <a:pt x="229120" y="291493"/>
                  </a:lnTo>
                  <a:lnTo>
                    <a:pt x="231583" y="306859"/>
                  </a:lnTo>
                  <a:lnTo>
                    <a:pt x="234047" y="322730"/>
                  </a:lnTo>
                  <a:lnTo>
                    <a:pt x="236511" y="338964"/>
                  </a:lnTo>
                  <a:lnTo>
                    <a:pt x="238974" y="355411"/>
                  </a:lnTo>
                  <a:lnTo>
                    <a:pt x="241438" y="371906"/>
                  </a:lnTo>
                  <a:lnTo>
                    <a:pt x="243902" y="388240"/>
                  </a:lnTo>
                  <a:lnTo>
                    <a:pt x="246365" y="404264"/>
                  </a:lnTo>
                  <a:lnTo>
                    <a:pt x="248829" y="419843"/>
                  </a:lnTo>
                  <a:lnTo>
                    <a:pt x="251293" y="434856"/>
                  </a:lnTo>
                  <a:lnTo>
                    <a:pt x="253756" y="449196"/>
                  </a:lnTo>
                  <a:lnTo>
                    <a:pt x="256220" y="462773"/>
                  </a:lnTo>
                  <a:lnTo>
                    <a:pt x="258684" y="475513"/>
                  </a:lnTo>
                  <a:lnTo>
                    <a:pt x="261147" y="487225"/>
                  </a:lnTo>
                  <a:lnTo>
                    <a:pt x="263611" y="497965"/>
                  </a:lnTo>
                  <a:lnTo>
                    <a:pt x="266075" y="507757"/>
                  </a:lnTo>
                  <a:lnTo>
                    <a:pt x="268538" y="516604"/>
                  </a:lnTo>
                  <a:lnTo>
                    <a:pt x="271002" y="524524"/>
                  </a:lnTo>
                  <a:lnTo>
                    <a:pt x="273465" y="531544"/>
                  </a:lnTo>
                  <a:lnTo>
                    <a:pt x="275929" y="537700"/>
                  </a:lnTo>
                  <a:lnTo>
                    <a:pt x="278393" y="542996"/>
                  </a:lnTo>
                  <a:lnTo>
                    <a:pt x="280856" y="547437"/>
                  </a:lnTo>
                  <a:lnTo>
                    <a:pt x="283320" y="551181"/>
                  </a:lnTo>
                  <a:lnTo>
                    <a:pt x="285784" y="554277"/>
                  </a:lnTo>
                  <a:lnTo>
                    <a:pt x="288247" y="556773"/>
                  </a:lnTo>
                  <a:lnTo>
                    <a:pt x="290711" y="558713"/>
                  </a:lnTo>
                  <a:lnTo>
                    <a:pt x="293175" y="560136"/>
                  </a:lnTo>
                  <a:lnTo>
                    <a:pt x="295638" y="561073"/>
                  </a:lnTo>
                  <a:lnTo>
                    <a:pt x="298102" y="561489"/>
                  </a:lnTo>
                  <a:lnTo>
                    <a:pt x="300566" y="561447"/>
                  </a:lnTo>
                  <a:lnTo>
                    <a:pt x="303029" y="560974"/>
                  </a:lnTo>
                  <a:lnTo>
                    <a:pt x="305493" y="560068"/>
                  </a:lnTo>
                  <a:lnTo>
                    <a:pt x="307957" y="558725"/>
                  </a:lnTo>
                  <a:lnTo>
                    <a:pt x="310420" y="556936"/>
                  </a:lnTo>
                  <a:lnTo>
                    <a:pt x="312884" y="554689"/>
                  </a:lnTo>
                  <a:lnTo>
                    <a:pt x="315348" y="551950"/>
                  </a:lnTo>
                  <a:lnTo>
                    <a:pt x="317811" y="548664"/>
                  </a:lnTo>
                  <a:lnTo>
                    <a:pt x="320275" y="544891"/>
                  </a:lnTo>
                  <a:lnTo>
                    <a:pt x="322739" y="540636"/>
                  </a:lnTo>
                  <a:lnTo>
                    <a:pt x="325202" y="535912"/>
                  </a:lnTo>
                  <a:lnTo>
                    <a:pt x="327666" y="530744"/>
                  </a:lnTo>
                  <a:lnTo>
                    <a:pt x="330130" y="525166"/>
                  </a:lnTo>
                  <a:lnTo>
                    <a:pt x="332593" y="519228"/>
                  </a:lnTo>
                  <a:lnTo>
                    <a:pt x="335057" y="512964"/>
                  </a:lnTo>
                  <a:lnTo>
                    <a:pt x="337521" y="506503"/>
                  </a:lnTo>
                  <a:lnTo>
                    <a:pt x="339984" y="499953"/>
                  </a:lnTo>
                  <a:lnTo>
                    <a:pt x="342448" y="493414"/>
                  </a:lnTo>
                  <a:lnTo>
                    <a:pt x="344912" y="486996"/>
                  </a:lnTo>
                  <a:lnTo>
                    <a:pt x="347375" y="480810"/>
                  </a:lnTo>
                  <a:lnTo>
                    <a:pt x="349839" y="474965"/>
                  </a:lnTo>
                  <a:lnTo>
                    <a:pt x="352303" y="469592"/>
                  </a:lnTo>
                  <a:lnTo>
                    <a:pt x="354766" y="464872"/>
                  </a:lnTo>
                  <a:lnTo>
                    <a:pt x="357230" y="460819"/>
                  </a:lnTo>
                  <a:lnTo>
                    <a:pt x="359694" y="457496"/>
                  </a:lnTo>
                  <a:lnTo>
                    <a:pt x="362157" y="454948"/>
                  </a:lnTo>
                  <a:lnTo>
                    <a:pt x="364621" y="453203"/>
                  </a:lnTo>
                  <a:lnTo>
                    <a:pt x="367084" y="452270"/>
                  </a:lnTo>
                  <a:lnTo>
                    <a:pt x="369548" y="452140"/>
                  </a:lnTo>
                  <a:lnTo>
                    <a:pt x="372012" y="452878"/>
                  </a:lnTo>
                  <a:lnTo>
                    <a:pt x="374475" y="454363"/>
                  </a:lnTo>
                  <a:lnTo>
                    <a:pt x="376939" y="456489"/>
                  </a:lnTo>
                  <a:lnTo>
                    <a:pt x="379403" y="459184"/>
                  </a:lnTo>
                  <a:lnTo>
                    <a:pt x="381866" y="462369"/>
                  </a:lnTo>
                  <a:lnTo>
                    <a:pt x="384330" y="465964"/>
                  </a:lnTo>
                  <a:lnTo>
                    <a:pt x="386794" y="469888"/>
                  </a:lnTo>
                  <a:lnTo>
                    <a:pt x="389257" y="474065"/>
                  </a:lnTo>
                  <a:lnTo>
                    <a:pt x="391721" y="478418"/>
                  </a:lnTo>
                  <a:lnTo>
                    <a:pt x="394185" y="482846"/>
                  </a:lnTo>
                  <a:lnTo>
                    <a:pt x="396648" y="487291"/>
                  </a:lnTo>
                  <a:lnTo>
                    <a:pt x="399112" y="491703"/>
                  </a:lnTo>
                  <a:lnTo>
                    <a:pt x="401576" y="496037"/>
                  </a:lnTo>
                  <a:lnTo>
                    <a:pt x="404039" y="500260"/>
                  </a:lnTo>
                  <a:lnTo>
                    <a:pt x="406503" y="504341"/>
                  </a:lnTo>
                  <a:lnTo>
                    <a:pt x="408967" y="508238"/>
                  </a:lnTo>
                  <a:lnTo>
                    <a:pt x="411430" y="511944"/>
                  </a:lnTo>
                  <a:lnTo>
                    <a:pt x="413894" y="515463"/>
                  </a:lnTo>
                  <a:lnTo>
                    <a:pt x="416358" y="518792"/>
                  </a:lnTo>
                  <a:lnTo>
                    <a:pt x="418821" y="521934"/>
                  </a:lnTo>
                  <a:lnTo>
                    <a:pt x="421285" y="524892"/>
                  </a:lnTo>
                  <a:lnTo>
                    <a:pt x="423749" y="527675"/>
                  </a:lnTo>
                  <a:lnTo>
                    <a:pt x="426212" y="530286"/>
                  </a:lnTo>
                  <a:lnTo>
                    <a:pt x="428676" y="532722"/>
                  </a:lnTo>
                  <a:lnTo>
                    <a:pt x="431140" y="535019"/>
                  </a:lnTo>
                  <a:lnTo>
                    <a:pt x="433603" y="537192"/>
                  </a:lnTo>
                  <a:lnTo>
                    <a:pt x="436067" y="539252"/>
                  </a:lnTo>
                  <a:lnTo>
                    <a:pt x="438531" y="541211"/>
                  </a:lnTo>
                  <a:lnTo>
                    <a:pt x="440994" y="543081"/>
                  </a:lnTo>
                  <a:lnTo>
                    <a:pt x="443458" y="544872"/>
                  </a:lnTo>
                  <a:lnTo>
                    <a:pt x="445922" y="546587"/>
                  </a:lnTo>
                  <a:lnTo>
                    <a:pt x="448385" y="548238"/>
                  </a:lnTo>
                  <a:lnTo>
                    <a:pt x="450849" y="549836"/>
                  </a:lnTo>
                  <a:lnTo>
                    <a:pt x="453312" y="551383"/>
                  </a:lnTo>
                  <a:lnTo>
                    <a:pt x="455776" y="552883"/>
                  </a:lnTo>
                  <a:lnTo>
                    <a:pt x="458240" y="554335"/>
                  </a:lnTo>
                  <a:lnTo>
                    <a:pt x="460703" y="555742"/>
                  </a:lnTo>
                  <a:lnTo>
                    <a:pt x="463167" y="557099"/>
                  </a:lnTo>
                  <a:lnTo>
                    <a:pt x="465631" y="558398"/>
                  </a:lnTo>
                  <a:lnTo>
                    <a:pt x="468094" y="559644"/>
                  </a:lnTo>
                  <a:lnTo>
                    <a:pt x="470558" y="560833"/>
                  </a:lnTo>
                  <a:lnTo>
                    <a:pt x="473022" y="561963"/>
                  </a:lnTo>
                  <a:lnTo>
                    <a:pt x="475485" y="563032"/>
                  </a:lnTo>
                  <a:lnTo>
                    <a:pt x="477949" y="564035"/>
                  </a:lnTo>
                  <a:lnTo>
                    <a:pt x="480413" y="564972"/>
                  </a:lnTo>
                  <a:lnTo>
                    <a:pt x="482876" y="565833"/>
                  </a:lnTo>
                  <a:lnTo>
                    <a:pt x="485340" y="566620"/>
                  </a:lnTo>
                  <a:lnTo>
                    <a:pt x="487804" y="567336"/>
                  </a:lnTo>
                  <a:lnTo>
                    <a:pt x="490267" y="567984"/>
                  </a:lnTo>
                  <a:lnTo>
                    <a:pt x="492731" y="568564"/>
                  </a:lnTo>
                  <a:lnTo>
                    <a:pt x="495195" y="569077"/>
                  </a:lnTo>
                  <a:lnTo>
                    <a:pt x="497658" y="569527"/>
                  </a:lnTo>
                  <a:lnTo>
                    <a:pt x="500122" y="569914"/>
                  </a:lnTo>
                  <a:lnTo>
                    <a:pt x="502586" y="570235"/>
                  </a:lnTo>
                  <a:lnTo>
                    <a:pt x="505049" y="570504"/>
                  </a:lnTo>
                  <a:lnTo>
                    <a:pt x="507513" y="570723"/>
                  </a:lnTo>
                  <a:lnTo>
                    <a:pt x="509977" y="570898"/>
                  </a:lnTo>
                  <a:lnTo>
                    <a:pt x="512440" y="571032"/>
                  </a:lnTo>
                  <a:lnTo>
                    <a:pt x="514904" y="571129"/>
                  </a:lnTo>
                  <a:lnTo>
                    <a:pt x="517368" y="571194"/>
                  </a:lnTo>
                  <a:lnTo>
                    <a:pt x="519831" y="571228"/>
                  </a:lnTo>
                  <a:lnTo>
                    <a:pt x="522295" y="571238"/>
                  </a:lnTo>
                  <a:lnTo>
                    <a:pt x="524759" y="571229"/>
                  </a:lnTo>
                  <a:lnTo>
                    <a:pt x="527222" y="571205"/>
                  </a:lnTo>
                  <a:lnTo>
                    <a:pt x="529686" y="571170"/>
                  </a:lnTo>
                  <a:lnTo>
                    <a:pt x="532150" y="571126"/>
                  </a:lnTo>
                  <a:lnTo>
                    <a:pt x="534613" y="571076"/>
                  </a:lnTo>
                  <a:lnTo>
                    <a:pt x="537077" y="571024"/>
                  </a:lnTo>
                  <a:lnTo>
                    <a:pt x="539541" y="570972"/>
                  </a:lnTo>
                  <a:lnTo>
                    <a:pt x="542004" y="570921"/>
                  </a:lnTo>
                  <a:lnTo>
                    <a:pt x="544468" y="570874"/>
                  </a:lnTo>
                  <a:lnTo>
                    <a:pt x="546931" y="570830"/>
                  </a:lnTo>
                  <a:lnTo>
                    <a:pt x="549395" y="570791"/>
                  </a:lnTo>
                  <a:lnTo>
                    <a:pt x="551859" y="570757"/>
                  </a:lnTo>
                  <a:lnTo>
                    <a:pt x="554322" y="570726"/>
                  </a:lnTo>
                  <a:lnTo>
                    <a:pt x="556786" y="570699"/>
                  </a:lnTo>
                  <a:lnTo>
                    <a:pt x="559250" y="570675"/>
                  </a:lnTo>
                  <a:lnTo>
                    <a:pt x="561713" y="570652"/>
                  </a:lnTo>
                  <a:lnTo>
                    <a:pt x="564177" y="570629"/>
                  </a:lnTo>
                  <a:lnTo>
                    <a:pt x="566641" y="570605"/>
                  </a:lnTo>
                  <a:lnTo>
                    <a:pt x="569104" y="570579"/>
                  </a:lnTo>
                  <a:lnTo>
                    <a:pt x="571568" y="570551"/>
                  </a:lnTo>
                  <a:lnTo>
                    <a:pt x="574032" y="570519"/>
                  </a:lnTo>
                  <a:lnTo>
                    <a:pt x="576495" y="570484"/>
                  </a:lnTo>
                  <a:lnTo>
                    <a:pt x="578959" y="570445"/>
                  </a:lnTo>
                  <a:lnTo>
                    <a:pt x="581423" y="570403"/>
                  </a:lnTo>
                  <a:lnTo>
                    <a:pt x="583886" y="570359"/>
                  </a:lnTo>
                  <a:lnTo>
                    <a:pt x="586350" y="570314"/>
                  </a:lnTo>
                  <a:lnTo>
                    <a:pt x="588814" y="570270"/>
                  </a:lnTo>
                  <a:lnTo>
                    <a:pt x="591277" y="570227"/>
                  </a:lnTo>
                  <a:lnTo>
                    <a:pt x="593741" y="570187"/>
                  </a:lnTo>
                  <a:lnTo>
                    <a:pt x="596205" y="570153"/>
                  </a:lnTo>
                  <a:lnTo>
                    <a:pt x="598668" y="570126"/>
                  </a:lnTo>
                  <a:lnTo>
                    <a:pt x="601132" y="570106"/>
                  </a:lnTo>
                  <a:lnTo>
                    <a:pt x="603596" y="570096"/>
                  </a:lnTo>
                  <a:lnTo>
                    <a:pt x="606059" y="570095"/>
                  </a:lnTo>
                  <a:lnTo>
                    <a:pt x="608523" y="570106"/>
                  </a:lnTo>
                  <a:lnTo>
                    <a:pt x="610987" y="570129"/>
                  </a:lnTo>
                  <a:lnTo>
                    <a:pt x="613450" y="570165"/>
                  </a:lnTo>
                  <a:lnTo>
                    <a:pt x="615914" y="570213"/>
                  </a:lnTo>
                  <a:lnTo>
                    <a:pt x="618378" y="570272"/>
                  </a:lnTo>
                  <a:lnTo>
                    <a:pt x="620841" y="570342"/>
                  </a:lnTo>
                  <a:lnTo>
                    <a:pt x="623305" y="570422"/>
                  </a:lnTo>
                  <a:lnTo>
                    <a:pt x="625769" y="570511"/>
                  </a:lnTo>
                  <a:lnTo>
                    <a:pt x="628232" y="570607"/>
                  </a:lnTo>
                  <a:lnTo>
                    <a:pt x="630696" y="570709"/>
                  </a:lnTo>
                  <a:lnTo>
                    <a:pt x="633159" y="570816"/>
                  </a:lnTo>
                  <a:lnTo>
                    <a:pt x="635623" y="570926"/>
                  </a:lnTo>
                  <a:lnTo>
                    <a:pt x="638087" y="571036"/>
                  </a:lnTo>
                  <a:lnTo>
                    <a:pt x="640550" y="571146"/>
                  </a:lnTo>
                  <a:lnTo>
                    <a:pt x="643014" y="571254"/>
                  </a:lnTo>
                  <a:lnTo>
                    <a:pt x="645478" y="571358"/>
                  </a:lnTo>
                  <a:lnTo>
                    <a:pt x="647941" y="571459"/>
                  </a:lnTo>
                  <a:lnTo>
                    <a:pt x="650405" y="571552"/>
                  </a:lnTo>
                  <a:lnTo>
                    <a:pt x="652869" y="571639"/>
                  </a:lnTo>
                  <a:lnTo>
                    <a:pt x="655332" y="571719"/>
                  </a:lnTo>
                  <a:lnTo>
                    <a:pt x="657796" y="571793"/>
                  </a:lnTo>
                  <a:lnTo>
                    <a:pt x="660260" y="571858"/>
                  </a:lnTo>
                  <a:lnTo>
                    <a:pt x="662723" y="571917"/>
                  </a:lnTo>
                  <a:lnTo>
                    <a:pt x="665187" y="571969"/>
                  </a:lnTo>
                  <a:lnTo>
                    <a:pt x="667651" y="572013"/>
                  </a:lnTo>
                  <a:lnTo>
                    <a:pt x="670114" y="572051"/>
                  </a:lnTo>
                  <a:lnTo>
                    <a:pt x="672578" y="572083"/>
                  </a:lnTo>
                  <a:lnTo>
                    <a:pt x="675042" y="572110"/>
                  </a:lnTo>
                  <a:lnTo>
                    <a:pt x="677505" y="572132"/>
                  </a:lnTo>
                  <a:lnTo>
                    <a:pt x="679969" y="572150"/>
                  </a:lnTo>
                  <a:lnTo>
                    <a:pt x="682433" y="572165"/>
                  </a:lnTo>
                  <a:lnTo>
                    <a:pt x="684896" y="572177"/>
                  </a:lnTo>
                  <a:lnTo>
                    <a:pt x="687360" y="572186"/>
                  </a:lnTo>
                  <a:lnTo>
                    <a:pt x="689824" y="572193"/>
                  </a:lnTo>
                  <a:lnTo>
                    <a:pt x="692287" y="572198"/>
                  </a:lnTo>
                  <a:lnTo>
                    <a:pt x="694751" y="572202"/>
                  </a:lnTo>
                  <a:lnTo>
                    <a:pt x="697215" y="572204"/>
                  </a:lnTo>
                  <a:lnTo>
                    <a:pt x="699678" y="572205"/>
                  </a:lnTo>
                  <a:lnTo>
                    <a:pt x="702142" y="572205"/>
                  </a:lnTo>
                  <a:lnTo>
                    <a:pt x="704606" y="572204"/>
                  </a:lnTo>
                  <a:lnTo>
                    <a:pt x="707069" y="572201"/>
                  </a:lnTo>
                  <a:lnTo>
                    <a:pt x="709533" y="572197"/>
                  </a:lnTo>
                  <a:lnTo>
                    <a:pt x="711997" y="572191"/>
                  </a:lnTo>
                  <a:lnTo>
                    <a:pt x="714460" y="572184"/>
                  </a:lnTo>
                  <a:lnTo>
                    <a:pt x="716924" y="572174"/>
                  </a:lnTo>
                  <a:lnTo>
                    <a:pt x="719388" y="572162"/>
                  </a:lnTo>
                  <a:lnTo>
                    <a:pt x="721851" y="572147"/>
                  </a:lnTo>
                  <a:lnTo>
                    <a:pt x="724315" y="572128"/>
                  </a:lnTo>
                  <a:lnTo>
                    <a:pt x="726778" y="572105"/>
                  </a:lnTo>
                  <a:lnTo>
                    <a:pt x="729242" y="572077"/>
                  </a:lnTo>
                  <a:lnTo>
                    <a:pt x="731706" y="572045"/>
                  </a:lnTo>
                  <a:lnTo>
                    <a:pt x="734169" y="572007"/>
                  </a:lnTo>
                  <a:lnTo>
                    <a:pt x="736633" y="571963"/>
                  </a:lnTo>
                  <a:lnTo>
                    <a:pt x="739097" y="571913"/>
                  </a:lnTo>
                  <a:lnTo>
                    <a:pt x="741560" y="571857"/>
                  </a:lnTo>
                  <a:lnTo>
                    <a:pt x="744024" y="571793"/>
                  </a:lnTo>
                  <a:lnTo>
                    <a:pt x="746488" y="571724"/>
                  </a:lnTo>
                  <a:lnTo>
                    <a:pt x="748951" y="571648"/>
                  </a:lnTo>
                  <a:lnTo>
                    <a:pt x="751415" y="571568"/>
                  </a:lnTo>
                  <a:lnTo>
                    <a:pt x="753879" y="571482"/>
                  </a:lnTo>
                  <a:lnTo>
                    <a:pt x="756342" y="571392"/>
                  </a:lnTo>
                  <a:lnTo>
                    <a:pt x="758806" y="571300"/>
                  </a:lnTo>
                  <a:lnTo>
                    <a:pt x="761270" y="571205"/>
                  </a:lnTo>
                  <a:lnTo>
                    <a:pt x="763733" y="571110"/>
                  </a:lnTo>
                  <a:lnTo>
                    <a:pt x="766197" y="571016"/>
                  </a:lnTo>
                  <a:lnTo>
                    <a:pt x="768661" y="570924"/>
                  </a:lnTo>
                  <a:lnTo>
                    <a:pt x="771124" y="570836"/>
                  </a:lnTo>
                  <a:lnTo>
                    <a:pt x="773588" y="570751"/>
                  </a:lnTo>
                  <a:lnTo>
                    <a:pt x="776052" y="570673"/>
                  </a:lnTo>
                  <a:lnTo>
                    <a:pt x="778515" y="570601"/>
                  </a:lnTo>
                  <a:lnTo>
                    <a:pt x="780979" y="570537"/>
                  </a:lnTo>
                  <a:lnTo>
                    <a:pt x="783443" y="570482"/>
                  </a:lnTo>
                  <a:lnTo>
                    <a:pt x="785906" y="570435"/>
                  </a:lnTo>
                  <a:lnTo>
                    <a:pt x="788370" y="570398"/>
                  </a:lnTo>
                  <a:lnTo>
                    <a:pt x="790834" y="570370"/>
                  </a:lnTo>
                  <a:lnTo>
                    <a:pt x="793297" y="570351"/>
                  </a:lnTo>
                  <a:lnTo>
                    <a:pt x="795761" y="570342"/>
                  </a:lnTo>
                  <a:lnTo>
                    <a:pt x="798225" y="570345"/>
                  </a:lnTo>
                  <a:lnTo>
                    <a:pt x="800688" y="570357"/>
                  </a:lnTo>
                  <a:lnTo>
                    <a:pt x="803152" y="570379"/>
                  </a:lnTo>
                  <a:lnTo>
                    <a:pt x="805616" y="570411"/>
                  </a:lnTo>
                  <a:lnTo>
                    <a:pt x="808079" y="570452"/>
                  </a:lnTo>
                  <a:lnTo>
                    <a:pt x="810543" y="570502"/>
                  </a:lnTo>
                  <a:lnTo>
                    <a:pt x="813006" y="570560"/>
                  </a:lnTo>
                  <a:lnTo>
                    <a:pt x="815470" y="570627"/>
                  </a:lnTo>
                  <a:lnTo>
                    <a:pt x="817934" y="570702"/>
                  </a:lnTo>
                  <a:lnTo>
                    <a:pt x="820397" y="570783"/>
                  </a:lnTo>
                  <a:lnTo>
                    <a:pt x="822861" y="570869"/>
                  </a:lnTo>
                  <a:lnTo>
                    <a:pt x="825325" y="570959"/>
                  </a:lnTo>
                  <a:lnTo>
                    <a:pt x="827788" y="571052"/>
                  </a:lnTo>
                  <a:lnTo>
                    <a:pt x="830252" y="571147"/>
                  </a:lnTo>
                  <a:lnTo>
                    <a:pt x="832716" y="571242"/>
                  </a:lnTo>
                  <a:lnTo>
                    <a:pt x="835179" y="571336"/>
                  </a:lnTo>
                  <a:lnTo>
                    <a:pt x="837643" y="571427"/>
                  </a:lnTo>
                  <a:lnTo>
                    <a:pt x="840107" y="571515"/>
                  </a:lnTo>
                  <a:lnTo>
                    <a:pt x="842570" y="571599"/>
                  </a:lnTo>
                  <a:lnTo>
                    <a:pt x="845034" y="571678"/>
                  </a:lnTo>
                  <a:lnTo>
                    <a:pt x="847498" y="571751"/>
                  </a:lnTo>
                  <a:lnTo>
                    <a:pt x="849961" y="571817"/>
                  </a:lnTo>
                  <a:lnTo>
                    <a:pt x="852425" y="571877"/>
                  </a:lnTo>
                  <a:lnTo>
                    <a:pt x="854889" y="571930"/>
                  </a:lnTo>
                  <a:lnTo>
                    <a:pt x="857352" y="571976"/>
                  </a:lnTo>
                  <a:lnTo>
                    <a:pt x="859816" y="572016"/>
                  </a:lnTo>
                  <a:lnTo>
                    <a:pt x="862280" y="572049"/>
                  </a:lnTo>
                  <a:lnTo>
                    <a:pt x="864743" y="572076"/>
                  </a:lnTo>
                  <a:lnTo>
                    <a:pt x="867207" y="572098"/>
                  </a:lnTo>
                  <a:lnTo>
                    <a:pt x="869671" y="572114"/>
                  </a:lnTo>
                  <a:lnTo>
                    <a:pt x="872134" y="572124"/>
                  </a:lnTo>
                  <a:lnTo>
                    <a:pt x="874598" y="572129"/>
                  </a:lnTo>
                  <a:lnTo>
                    <a:pt x="877062" y="572128"/>
                  </a:lnTo>
                  <a:lnTo>
                    <a:pt x="879525" y="572123"/>
                  </a:lnTo>
                  <a:lnTo>
                    <a:pt x="881989" y="572112"/>
                  </a:lnTo>
                  <a:lnTo>
                    <a:pt x="884453" y="572097"/>
                  </a:lnTo>
                  <a:lnTo>
                    <a:pt x="886916" y="572076"/>
                  </a:lnTo>
                  <a:lnTo>
                    <a:pt x="889380" y="572049"/>
                  </a:lnTo>
                  <a:lnTo>
                    <a:pt x="891844" y="572016"/>
                  </a:lnTo>
                  <a:lnTo>
                    <a:pt x="894307" y="571977"/>
                  </a:lnTo>
                  <a:lnTo>
                    <a:pt x="896771" y="571932"/>
                  </a:lnTo>
                  <a:lnTo>
                    <a:pt x="899235" y="571881"/>
                  </a:lnTo>
                  <a:lnTo>
                    <a:pt x="901698" y="571825"/>
                  </a:lnTo>
                  <a:lnTo>
                    <a:pt x="904162" y="571764"/>
                  </a:lnTo>
                  <a:lnTo>
                    <a:pt x="906625" y="571698"/>
                  </a:lnTo>
                  <a:lnTo>
                    <a:pt x="909089" y="571628"/>
                  </a:lnTo>
                  <a:lnTo>
                    <a:pt x="911553" y="571555"/>
                  </a:lnTo>
                  <a:lnTo>
                    <a:pt x="914016" y="571481"/>
                  </a:lnTo>
                  <a:lnTo>
                    <a:pt x="916480" y="571407"/>
                  </a:lnTo>
                  <a:lnTo>
                    <a:pt x="918944" y="571334"/>
                  </a:lnTo>
                  <a:lnTo>
                    <a:pt x="921407" y="571264"/>
                  </a:lnTo>
                  <a:lnTo>
                    <a:pt x="923871" y="571198"/>
                  </a:lnTo>
                  <a:lnTo>
                    <a:pt x="926335" y="571138"/>
                  </a:lnTo>
                  <a:lnTo>
                    <a:pt x="928798" y="571087"/>
                  </a:lnTo>
                  <a:lnTo>
                    <a:pt x="931262" y="571043"/>
                  </a:lnTo>
                  <a:lnTo>
                    <a:pt x="933726" y="571009"/>
                  </a:lnTo>
                  <a:lnTo>
                    <a:pt x="936189" y="570983"/>
                  </a:lnTo>
                  <a:lnTo>
                    <a:pt x="938653" y="570967"/>
                  </a:lnTo>
                  <a:lnTo>
                    <a:pt x="941117" y="570959"/>
                  </a:lnTo>
                  <a:lnTo>
                    <a:pt x="943580" y="570959"/>
                  </a:lnTo>
                  <a:lnTo>
                    <a:pt x="946044" y="570965"/>
                  </a:lnTo>
                  <a:lnTo>
                    <a:pt x="948508" y="570976"/>
                  </a:lnTo>
                  <a:lnTo>
                    <a:pt x="950971" y="570989"/>
                  </a:lnTo>
                  <a:lnTo>
                    <a:pt x="953435" y="571001"/>
                  </a:lnTo>
                  <a:lnTo>
                    <a:pt x="955899" y="571011"/>
                  </a:lnTo>
                  <a:lnTo>
                    <a:pt x="958362" y="571015"/>
                  </a:lnTo>
                  <a:lnTo>
                    <a:pt x="960826" y="571013"/>
                  </a:lnTo>
                  <a:lnTo>
                    <a:pt x="963290" y="571001"/>
                  </a:lnTo>
                  <a:lnTo>
                    <a:pt x="965753" y="570977"/>
                  </a:lnTo>
                  <a:lnTo>
                    <a:pt x="968217" y="570941"/>
                  </a:lnTo>
                  <a:lnTo>
                    <a:pt x="970681" y="570891"/>
                  </a:lnTo>
                  <a:lnTo>
                    <a:pt x="973144" y="570830"/>
                  </a:lnTo>
                  <a:lnTo>
                    <a:pt x="975608" y="570756"/>
                  </a:lnTo>
                  <a:lnTo>
                    <a:pt x="978072" y="570672"/>
                  </a:lnTo>
                  <a:lnTo>
                    <a:pt x="980535" y="570579"/>
                  </a:lnTo>
                  <a:lnTo>
                    <a:pt x="982999" y="570478"/>
                  </a:lnTo>
                  <a:lnTo>
                    <a:pt x="985463" y="570375"/>
                  </a:lnTo>
                  <a:lnTo>
                    <a:pt x="987926" y="570272"/>
                  </a:lnTo>
                  <a:lnTo>
                    <a:pt x="990390" y="570174"/>
                  </a:lnTo>
                  <a:lnTo>
                    <a:pt x="992853" y="570082"/>
                  </a:lnTo>
                  <a:lnTo>
                    <a:pt x="995317" y="570001"/>
                  </a:lnTo>
                  <a:lnTo>
                    <a:pt x="997781" y="569933"/>
                  </a:lnTo>
                  <a:lnTo>
                    <a:pt x="1000244" y="569882"/>
                  </a:lnTo>
                  <a:lnTo>
                    <a:pt x="1002708" y="569853"/>
                  </a:lnTo>
                  <a:lnTo>
                    <a:pt x="1005172" y="569844"/>
                  </a:lnTo>
                  <a:lnTo>
                    <a:pt x="1007635" y="569856"/>
                  </a:lnTo>
                  <a:lnTo>
                    <a:pt x="1010099" y="569889"/>
                  </a:lnTo>
                  <a:lnTo>
                    <a:pt x="1012563" y="569943"/>
                  </a:lnTo>
                  <a:lnTo>
                    <a:pt x="1015026" y="570017"/>
                  </a:lnTo>
                  <a:lnTo>
                    <a:pt x="1017490" y="570108"/>
                  </a:lnTo>
                  <a:lnTo>
                    <a:pt x="1019954" y="570216"/>
                  </a:lnTo>
                  <a:lnTo>
                    <a:pt x="1022417" y="570336"/>
                  </a:lnTo>
                  <a:lnTo>
                    <a:pt x="1024881" y="570465"/>
                  </a:lnTo>
                  <a:lnTo>
                    <a:pt x="1027345" y="570600"/>
                  </a:lnTo>
                  <a:lnTo>
                    <a:pt x="1029808" y="570737"/>
                  </a:lnTo>
                  <a:lnTo>
                    <a:pt x="1032272" y="570873"/>
                  </a:lnTo>
                  <a:lnTo>
                    <a:pt x="1034736" y="571006"/>
                  </a:lnTo>
                  <a:lnTo>
                    <a:pt x="1037199" y="571132"/>
                  </a:lnTo>
                  <a:lnTo>
                    <a:pt x="1039663" y="571248"/>
                  </a:lnTo>
                  <a:lnTo>
                    <a:pt x="1042127" y="571353"/>
                  </a:lnTo>
                  <a:lnTo>
                    <a:pt x="1044590" y="571445"/>
                  </a:lnTo>
                  <a:lnTo>
                    <a:pt x="1047054" y="571523"/>
                  </a:lnTo>
                  <a:lnTo>
                    <a:pt x="1049518" y="571587"/>
                  </a:lnTo>
                  <a:lnTo>
                    <a:pt x="1051981" y="571636"/>
                  </a:lnTo>
                  <a:lnTo>
                    <a:pt x="1054445" y="571670"/>
                  </a:lnTo>
                  <a:lnTo>
                    <a:pt x="1056909" y="571688"/>
                  </a:lnTo>
                  <a:lnTo>
                    <a:pt x="1059372" y="571690"/>
                  </a:lnTo>
                  <a:lnTo>
                    <a:pt x="1061836" y="571680"/>
                  </a:lnTo>
                  <a:lnTo>
                    <a:pt x="1064300" y="571657"/>
                  </a:lnTo>
                  <a:lnTo>
                    <a:pt x="1066763" y="571623"/>
                  </a:lnTo>
                  <a:lnTo>
                    <a:pt x="1069227" y="571580"/>
                  </a:lnTo>
                  <a:lnTo>
                    <a:pt x="1071691" y="571528"/>
                  </a:lnTo>
                  <a:lnTo>
                    <a:pt x="1074154" y="571471"/>
                  </a:lnTo>
                  <a:lnTo>
                    <a:pt x="1076618" y="571409"/>
                  </a:lnTo>
                  <a:lnTo>
                    <a:pt x="1079082" y="571346"/>
                  </a:lnTo>
                  <a:lnTo>
                    <a:pt x="1081545" y="571283"/>
                  </a:lnTo>
                  <a:lnTo>
                    <a:pt x="1084009" y="571223"/>
                  </a:lnTo>
                  <a:lnTo>
                    <a:pt x="1086472" y="571167"/>
                  </a:lnTo>
                  <a:lnTo>
                    <a:pt x="1088936" y="571117"/>
                  </a:lnTo>
                  <a:lnTo>
                    <a:pt x="1091400" y="571076"/>
                  </a:lnTo>
                  <a:lnTo>
                    <a:pt x="1093863" y="571044"/>
                  </a:lnTo>
                  <a:lnTo>
                    <a:pt x="1096327" y="571024"/>
                  </a:lnTo>
                  <a:lnTo>
                    <a:pt x="1098791" y="571014"/>
                  </a:lnTo>
                  <a:lnTo>
                    <a:pt x="1101254" y="571016"/>
                  </a:lnTo>
                  <a:lnTo>
                    <a:pt x="1103718" y="571028"/>
                  </a:lnTo>
                  <a:lnTo>
                    <a:pt x="1106182" y="571051"/>
                  </a:lnTo>
                  <a:lnTo>
                    <a:pt x="1108645" y="571082"/>
                  </a:lnTo>
                  <a:lnTo>
                    <a:pt x="1111109" y="571122"/>
                  </a:lnTo>
                  <a:lnTo>
                    <a:pt x="1113573" y="571169"/>
                  </a:lnTo>
                  <a:lnTo>
                    <a:pt x="1116036" y="571219"/>
                  </a:lnTo>
                  <a:lnTo>
                    <a:pt x="1118500" y="571272"/>
                  </a:lnTo>
                  <a:lnTo>
                    <a:pt x="1120964" y="571324"/>
                  </a:lnTo>
                  <a:lnTo>
                    <a:pt x="1123427" y="571373"/>
                  </a:lnTo>
                  <a:lnTo>
                    <a:pt x="1125891" y="571419"/>
                  </a:lnTo>
                  <a:lnTo>
                    <a:pt x="1128355" y="571459"/>
                  </a:lnTo>
                  <a:lnTo>
                    <a:pt x="1130818" y="571490"/>
                  </a:lnTo>
                  <a:lnTo>
                    <a:pt x="1133282" y="571512"/>
                  </a:lnTo>
                  <a:lnTo>
                    <a:pt x="1135746" y="571524"/>
                  </a:lnTo>
                  <a:lnTo>
                    <a:pt x="1138209" y="571525"/>
                  </a:lnTo>
                  <a:lnTo>
                    <a:pt x="1140673" y="571517"/>
                  </a:lnTo>
                  <a:lnTo>
                    <a:pt x="1143137" y="571499"/>
                  </a:lnTo>
                  <a:lnTo>
                    <a:pt x="1145600" y="571471"/>
                  </a:lnTo>
                  <a:lnTo>
                    <a:pt x="1148064" y="571435"/>
                  </a:lnTo>
                  <a:lnTo>
                    <a:pt x="1150528" y="571391"/>
                  </a:lnTo>
                  <a:lnTo>
                    <a:pt x="1152991" y="571342"/>
                  </a:lnTo>
                  <a:lnTo>
                    <a:pt x="1155455" y="571291"/>
                  </a:lnTo>
                  <a:lnTo>
                    <a:pt x="1157919" y="571238"/>
                  </a:lnTo>
                  <a:lnTo>
                    <a:pt x="1160382" y="571187"/>
                  </a:lnTo>
                  <a:lnTo>
                    <a:pt x="1162846" y="571139"/>
                  </a:lnTo>
                  <a:lnTo>
                    <a:pt x="1165310" y="571097"/>
                  </a:lnTo>
                  <a:lnTo>
                    <a:pt x="1167773" y="571062"/>
                  </a:lnTo>
                  <a:lnTo>
                    <a:pt x="1170237" y="571036"/>
                  </a:lnTo>
                  <a:lnTo>
                    <a:pt x="1172701" y="571021"/>
                  </a:lnTo>
                  <a:lnTo>
                    <a:pt x="1175164" y="571016"/>
                  </a:lnTo>
                  <a:lnTo>
                    <a:pt x="1177628" y="571022"/>
                  </a:lnTo>
                  <a:lnTo>
                    <a:pt x="1180091" y="571040"/>
                  </a:lnTo>
                  <a:lnTo>
                    <a:pt x="1182555" y="571069"/>
                  </a:lnTo>
                  <a:lnTo>
                    <a:pt x="1185019" y="571108"/>
                  </a:lnTo>
                  <a:lnTo>
                    <a:pt x="1187482" y="571158"/>
                  </a:lnTo>
                  <a:lnTo>
                    <a:pt x="1189946" y="571216"/>
                  </a:lnTo>
                  <a:lnTo>
                    <a:pt x="1192410" y="571280"/>
                  </a:lnTo>
                  <a:lnTo>
                    <a:pt x="1194873" y="571348"/>
                  </a:lnTo>
                  <a:lnTo>
                    <a:pt x="1197337" y="571420"/>
                  </a:lnTo>
                  <a:lnTo>
                    <a:pt x="1199801" y="571494"/>
                  </a:lnTo>
                  <a:lnTo>
                    <a:pt x="1202264" y="571567"/>
                  </a:lnTo>
                  <a:lnTo>
                    <a:pt x="1204728" y="571639"/>
                  </a:lnTo>
                  <a:lnTo>
                    <a:pt x="1207192" y="571708"/>
                  </a:lnTo>
                  <a:lnTo>
                    <a:pt x="1209655" y="571774"/>
                  </a:lnTo>
                  <a:lnTo>
                    <a:pt x="1212119" y="571835"/>
                  </a:lnTo>
                  <a:lnTo>
                    <a:pt x="1214583" y="571891"/>
                  </a:lnTo>
                  <a:lnTo>
                    <a:pt x="1217046" y="571941"/>
                  </a:lnTo>
                  <a:lnTo>
                    <a:pt x="1219510" y="571987"/>
                  </a:lnTo>
                  <a:lnTo>
                    <a:pt x="1221974" y="572027"/>
                  </a:lnTo>
                  <a:lnTo>
                    <a:pt x="1224437" y="572061"/>
                  </a:lnTo>
                  <a:lnTo>
                    <a:pt x="1226901" y="572090"/>
                  </a:lnTo>
                  <a:lnTo>
                    <a:pt x="1229365" y="572115"/>
                  </a:lnTo>
                  <a:lnTo>
                    <a:pt x="1231828" y="572136"/>
                  </a:lnTo>
                  <a:lnTo>
                    <a:pt x="1234292" y="572153"/>
                  </a:lnTo>
                  <a:lnTo>
                    <a:pt x="1236756" y="572168"/>
                  </a:lnTo>
                  <a:lnTo>
                    <a:pt x="1239219" y="572179"/>
                  </a:lnTo>
                  <a:lnTo>
                    <a:pt x="1241683" y="572188"/>
                  </a:lnTo>
                  <a:lnTo>
                    <a:pt x="1244147" y="572195"/>
                  </a:lnTo>
                  <a:lnTo>
                    <a:pt x="1246610" y="572200"/>
                  </a:lnTo>
                  <a:lnTo>
                    <a:pt x="1249074" y="572205"/>
                  </a:lnTo>
                  <a:lnTo>
                    <a:pt x="1251538" y="572208"/>
                  </a:lnTo>
                  <a:lnTo>
                    <a:pt x="1254001" y="572210"/>
                  </a:lnTo>
                  <a:lnTo>
                    <a:pt x="1256465" y="572212"/>
                  </a:lnTo>
                  <a:lnTo>
                    <a:pt x="1258929" y="572213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57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79"/>
                  </a:lnTo>
                  <a:lnTo>
                    <a:pt x="81300" y="1188079"/>
                  </a:lnTo>
                  <a:lnTo>
                    <a:pt x="83764" y="1188078"/>
                  </a:lnTo>
                  <a:lnTo>
                    <a:pt x="86228" y="1188075"/>
                  </a:lnTo>
                  <a:lnTo>
                    <a:pt x="88691" y="1188070"/>
                  </a:lnTo>
                  <a:lnTo>
                    <a:pt x="91155" y="1188060"/>
                  </a:lnTo>
                  <a:lnTo>
                    <a:pt x="93618" y="1188041"/>
                  </a:lnTo>
                  <a:lnTo>
                    <a:pt x="96082" y="1188005"/>
                  </a:lnTo>
                  <a:lnTo>
                    <a:pt x="98546" y="1187939"/>
                  </a:lnTo>
                  <a:lnTo>
                    <a:pt x="101009" y="1187828"/>
                  </a:lnTo>
                  <a:lnTo>
                    <a:pt x="103473" y="1187650"/>
                  </a:lnTo>
                  <a:lnTo>
                    <a:pt x="105937" y="1187376"/>
                  </a:lnTo>
                  <a:lnTo>
                    <a:pt x="108400" y="1186977"/>
                  </a:lnTo>
                  <a:lnTo>
                    <a:pt x="110864" y="1186418"/>
                  </a:lnTo>
                  <a:lnTo>
                    <a:pt x="113328" y="1185673"/>
                  </a:lnTo>
                  <a:lnTo>
                    <a:pt x="115791" y="1184718"/>
                  </a:lnTo>
                  <a:lnTo>
                    <a:pt x="118255" y="1183541"/>
                  </a:lnTo>
                  <a:lnTo>
                    <a:pt x="120719" y="1182142"/>
                  </a:lnTo>
                  <a:lnTo>
                    <a:pt x="123182" y="1180527"/>
                  </a:lnTo>
                  <a:lnTo>
                    <a:pt x="125646" y="1178709"/>
                  </a:lnTo>
                  <a:lnTo>
                    <a:pt x="128110" y="1176699"/>
                  </a:lnTo>
                  <a:lnTo>
                    <a:pt x="130573" y="1174498"/>
                  </a:lnTo>
                  <a:lnTo>
                    <a:pt x="133037" y="1172095"/>
                  </a:lnTo>
                  <a:lnTo>
                    <a:pt x="135501" y="1169492"/>
                  </a:lnTo>
                  <a:lnTo>
                    <a:pt x="137964" y="1166684"/>
                  </a:lnTo>
                  <a:lnTo>
                    <a:pt x="140428" y="1163678"/>
                  </a:lnTo>
                  <a:lnTo>
                    <a:pt x="142892" y="1160507"/>
                  </a:lnTo>
                  <a:lnTo>
                    <a:pt x="145355" y="1157225"/>
                  </a:lnTo>
                  <a:lnTo>
                    <a:pt x="147819" y="1153915"/>
                  </a:lnTo>
                  <a:lnTo>
                    <a:pt x="150283" y="1150671"/>
                  </a:lnTo>
                  <a:lnTo>
                    <a:pt x="152746" y="1147599"/>
                  </a:lnTo>
                  <a:lnTo>
                    <a:pt x="155210" y="1144798"/>
                  </a:lnTo>
                  <a:lnTo>
                    <a:pt x="157674" y="1142350"/>
                  </a:lnTo>
                  <a:lnTo>
                    <a:pt x="160137" y="1140310"/>
                  </a:lnTo>
                  <a:lnTo>
                    <a:pt x="162601" y="1138703"/>
                  </a:lnTo>
                  <a:lnTo>
                    <a:pt x="165065" y="1137519"/>
                  </a:lnTo>
                  <a:lnTo>
                    <a:pt x="167528" y="1136736"/>
                  </a:lnTo>
                  <a:lnTo>
                    <a:pt x="169992" y="1136248"/>
                  </a:lnTo>
                  <a:lnTo>
                    <a:pt x="172456" y="1135944"/>
                  </a:lnTo>
                  <a:lnTo>
                    <a:pt x="174919" y="1135688"/>
                  </a:lnTo>
                  <a:lnTo>
                    <a:pt x="177383" y="1135314"/>
                  </a:lnTo>
                  <a:lnTo>
                    <a:pt x="179847" y="1134634"/>
                  </a:lnTo>
                  <a:lnTo>
                    <a:pt x="182310" y="1133447"/>
                  </a:lnTo>
                  <a:lnTo>
                    <a:pt x="184774" y="1131563"/>
                  </a:lnTo>
                  <a:lnTo>
                    <a:pt x="187237" y="1128833"/>
                  </a:lnTo>
                  <a:lnTo>
                    <a:pt x="189701" y="1125186"/>
                  </a:lnTo>
                  <a:lnTo>
                    <a:pt x="192165" y="1120655"/>
                  </a:lnTo>
                  <a:lnTo>
                    <a:pt x="194628" y="1115395"/>
                  </a:lnTo>
                  <a:lnTo>
                    <a:pt x="197092" y="1109681"/>
                  </a:lnTo>
                  <a:lnTo>
                    <a:pt x="199556" y="1103881"/>
                  </a:lnTo>
                  <a:lnTo>
                    <a:pt x="202019" y="1098434"/>
                  </a:lnTo>
                  <a:lnTo>
                    <a:pt x="204483" y="1093783"/>
                  </a:lnTo>
                  <a:lnTo>
                    <a:pt x="206947" y="1090182"/>
                  </a:lnTo>
                  <a:lnTo>
                    <a:pt x="209410" y="1087746"/>
                  </a:lnTo>
                  <a:lnTo>
                    <a:pt x="211874" y="1086418"/>
                  </a:lnTo>
                  <a:lnTo>
                    <a:pt x="214338" y="1085991"/>
                  </a:lnTo>
                  <a:lnTo>
                    <a:pt x="216801" y="1086163"/>
                  </a:lnTo>
                  <a:lnTo>
                    <a:pt x="219265" y="1086606"/>
                  </a:lnTo>
                  <a:lnTo>
                    <a:pt x="221729" y="1087047"/>
                  </a:lnTo>
                  <a:lnTo>
                    <a:pt x="224192" y="1087323"/>
                  </a:lnTo>
                  <a:lnTo>
                    <a:pt x="226656" y="1087404"/>
                  </a:lnTo>
                  <a:lnTo>
                    <a:pt x="229120" y="1087373"/>
                  </a:lnTo>
                  <a:lnTo>
                    <a:pt x="231583" y="1087356"/>
                  </a:lnTo>
                  <a:lnTo>
                    <a:pt x="234047" y="1087440"/>
                  </a:lnTo>
                  <a:lnTo>
                    <a:pt x="236511" y="1087571"/>
                  </a:lnTo>
                  <a:lnTo>
                    <a:pt x="238974" y="1087428"/>
                  </a:lnTo>
                  <a:lnTo>
                    <a:pt x="241438" y="1086445"/>
                  </a:lnTo>
                  <a:lnTo>
                    <a:pt x="243902" y="1083892"/>
                  </a:lnTo>
                  <a:lnTo>
                    <a:pt x="246365" y="1078948"/>
                  </a:lnTo>
                  <a:lnTo>
                    <a:pt x="248829" y="1070818"/>
                  </a:lnTo>
                  <a:lnTo>
                    <a:pt x="251293" y="1058838"/>
                  </a:lnTo>
                  <a:lnTo>
                    <a:pt x="253756" y="1042578"/>
                  </a:lnTo>
                  <a:lnTo>
                    <a:pt x="256220" y="1021915"/>
                  </a:lnTo>
                  <a:lnTo>
                    <a:pt x="258684" y="997074"/>
                  </a:lnTo>
                  <a:lnTo>
                    <a:pt x="261147" y="968645"/>
                  </a:lnTo>
                  <a:lnTo>
                    <a:pt x="263611" y="937548"/>
                  </a:lnTo>
                  <a:lnTo>
                    <a:pt x="266075" y="904971"/>
                  </a:lnTo>
                  <a:lnTo>
                    <a:pt x="268538" y="872269"/>
                  </a:lnTo>
                  <a:lnTo>
                    <a:pt x="271002" y="840829"/>
                  </a:lnTo>
                  <a:lnTo>
                    <a:pt x="273465" y="812031"/>
                  </a:lnTo>
                  <a:lnTo>
                    <a:pt x="275929" y="786935"/>
                  </a:lnTo>
                  <a:lnTo>
                    <a:pt x="278393" y="765725"/>
                  </a:lnTo>
                  <a:lnTo>
                    <a:pt x="280856" y="747991"/>
                  </a:lnTo>
                  <a:lnTo>
                    <a:pt x="283320" y="732479"/>
                  </a:lnTo>
                  <a:lnTo>
                    <a:pt x="285784" y="717033"/>
                  </a:lnTo>
                  <a:lnTo>
                    <a:pt x="288247" y="698658"/>
                  </a:lnTo>
                  <a:lnTo>
                    <a:pt x="290711" y="673752"/>
                  </a:lnTo>
                  <a:lnTo>
                    <a:pt x="293175" y="638545"/>
                  </a:lnTo>
                  <a:lnTo>
                    <a:pt x="295638" y="589741"/>
                  </a:lnTo>
                  <a:lnTo>
                    <a:pt x="298102" y="525320"/>
                  </a:lnTo>
                  <a:lnTo>
                    <a:pt x="300566" y="445375"/>
                  </a:lnTo>
                  <a:lnTo>
                    <a:pt x="303029" y="352804"/>
                  </a:lnTo>
                  <a:lnTo>
                    <a:pt x="305493" y="253644"/>
                  </a:lnTo>
                  <a:lnTo>
                    <a:pt x="307957" y="156850"/>
                  </a:lnTo>
                  <a:lnTo>
                    <a:pt x="310420" y="75307"/>
                  </a:lnTo>
                  <a:lnTo>
                    <a:pt x="312884" y="20132"/>
                  </a:lnTo>
                  <a:lnTo>
                    <a:pt x="315348" y="0"/>
                  </a:lnTo>
                  <a:lnTo>
                    <a:pt x="317811" y="19748"/>
                  </a:lnTo>
                  <a:lnTo>
                    <a:pt x="320275" y="79343"/>
                  </a:lnTo>
                  <a:lnTo>
                    <a:pt x="322739" y="173864"/>
                  </a:lnTo>
                  <a:lnTo>
                    <a:pt x="325202" y="294392"/>
                  </a:lnTo>
                  <a:lnTo>
                    <a:pt x="327666" y="429569"/>
                  </a:lnTo>
                  <a:lnTo>
                    <a:pt x="330130" y="567441"/>
                  </a:lnTo>
                  <a:lnTo>
                    <a:pt x="332593" y="697189"/>
                  </a:lnTo>
                  <a:lnTo>
                    <a:pt x="335057" y="810426"/>
                  </a:lnTo>
                  <a:lnTo>
                    <a:pt x="337521" y="901874"/>
                  </a:lnTo>
                  <a:lnTo>
                    <a:pt x="339984" y="969432"/>
                  </a:lnTo>
                  <a:lnTo>
                    <a:pt x="342448" y="1013757"/>
                  </a:lnTo>
                  <a:lnTo>
                    <a:pt x="344912" y="1037035"/>
                  </a:lnTo>
                  <a:lnTo>
                    <a:pt x="347375" y="1043711"/>
                  </a:lnTo>
                  <a:lnTo>
                    <a:pt x="349839" y="1039425"/>
                  </a:lnTo>
                  <a:lnTo>
                    <a:pt x="352303" y="1028818"/>
                  </a:lnTo>
                  <a:lnTo>
                    <a:pt x="354766" y="1016090"/>
                  </a:lnTo>
                  <a:lnTo>
                    <a:pt x="357230" y="1004709"/>
                  </a:lnTo>
                  <a:lnTo>
                    <a:pt x="359694" y="997195"/>
                  </a:lnTo>
                  <a:lnTo>
                    <a:pt x="362157" y="994998"/>
                  </a:lnTo>
                  <a:lnTo>
                    <a:pt x="364621" y="998501"/>
                  </a:lnTo>
                  <a:lnTo>
                    <a:pt x="367084" y="1007138"/>
                  </a:lnTo>
                  <a:lnTo>
                    <a:pt x="369548" y="1019638"/>
                  </a:lnTo>
                  <a:lnTo>
                    <a:pt x="372012" y="1034331"/>
                  </a:lnTo>
                  <a:lnTo>
                    <a:pt x="374475" y="1049482"/>
                  </a:lnTo>
                  <a:lnTo>
                    <a:pt x="376939" y="1063575"/>
                  </a:lnTo>
                  <a:lnTo>
                    <a:pt x="379403" y="1075523"/>
                  </a:lnTo>
                  <a:lnTo>
                    <a:pt x="381866" y="1084562"/>
                  </a:lnTo>
                  <a:lnTo>
                    <a:pt x="384330" y="1090914"/>
                  </a:lnTo>
                  <a:lnTo>
                    <a:pt x="386794" y="1095060"/>
                  </a:lnTo>
                  <a:lnTo>
                    <a:pt x="389257" y="1097710"/>
                  </a:lnTo>
                  <a:lnTo>
                    <a:pt x="391721" y="1099669"/>
                  </a:lnTo>
                  <a:lnTo>
                    <a:pt x="394185" y="1101703"/>
                  </a:lnTo>
                  <a:lnTo>
                    <a:pt x="396648" y="1104418"/>
                  </a:lnTo>
                  <a:lnTo>
                    <a:pt x="399112" y="1108185"/>
                  </a:lnTo>
                  <a:lnTo>
                    <a:pt x="401576" y="1113099"/>
                  </a:lnTo>
                  <a:lnTo>
                    <a:pt x="404039" y="1118984"/>
                  </a:lnTo>
                  <a:lnTo>
                    <a:pt x="406503" y="1125450"/>
                  </a:lnTo>
                  <a:lnTo>
                    <a:pt x="408967" y="1131977"/>
                  </a:lnTo>
                  <a:lnTo>
                    <a:pt x="411430" y="1138020"/>
                  </a:lnTo>
                  <a:lnTo>
                    <a:pt x="413894" y="1143122"/>
                  </a:lnTo>
                  <a:lnTo>
                    <a:pt x="416358" y="1146953"/>
                  </a:lnTo>
                  <a:lnTo>
                    <a:pt x="418821" y="1149461"/>
                  </a:lnTo>
                  <a:lnTo>
                    <a:pt x="421285" y="1150903"/>
                  </a:lnTo>
                  <a:lnTo>
                    <a:pt x="423749" y="1151621"/>
                  </a:lnTo>
                  <a:lnTo>
                    <a:pt x="426212" y="1152011"/>
                  </a:lnTo>
                  <a:lnTo>
                    <a:pt x="428676" y="1152442"/>
                  </a:lnTo>
                  <a:lnTo>
                    <a:pt x="431140" y="1153188"/>
                  </a:lnTo>
                  <a:lnTo>
                    <a:pt x="433603" y="1154392"/>
                  </a:lnTo>
                  <a:lnTo>
                    <a:pt x="436067" y="1156067"/>
                  </a:lnTo>
                  <a:lnTo>
                    <a:pt x="438531" y="1158125"/>
                  </a:lnTo>
                  <a:lnTo>
                    <a:pt x="440994" y="1160418"/>
                  </a:lnTo>
                  <a:lnTo>
                    <a:pt x="443458" y="1162792"/>
                  </a:lnTo>
                  <a:lnTo>
                    <a:pt x="445922" y="1165121"/>
                  </a:lnTo>
                  <a:lnTo>
                    <a:pt x="448385" y="1167330"/>
                  </a:lnTo>
                  <a:lnTo>
                    <a:pt x="450849" y="1169401"/>
                  </a:lnTo>
                  <a:lnTo>
                    <a:pt x="453312" y="1171348"/>
                  </a:lnTo>
                  <a:lnTo>
                    <a:pt x="455776" y="1173221"/>
                  </a:lnTo>
                  <a:lnTo>
                    <a:pt x="458240" y="1175046"/>
                  </a:lnTo>
                  <a:lnTo>
                    <a:pt x="460703" y="1176827"/>
                  </a:lnTo>
                  <a:lnTo>
                    <a:pt x="463167" y="1178542"/>
                  </a:lnTo>
                  <a:lnTo>
                    <a:pt x="465631" y="1180147"/>
                  </a:lnTo>
                  <a:lnTo>
                    <a:pt x="468094" y="1181586"/>
                  </a:lnTo>
                  <a:lnTo>
                    <a:pt x="470558" y="1182804"/>
                  </a:lnTo>
                  <a:lnTo>
                    <a:pt x="473022" y="1183754"/>
                  </a:lnTo>
                  <a:lnTo>
                    <a:pt x="475485" y="1184410"/>
                  </a:lnTo>
                  <a:lnTo>
                    <a:pt x="477949" y="1184769"/>
                  </a:lnTo>
                  <a:lnTo>
                    <a:pt x="480413" y="1184852"/>
                  </a:lnTo>
                  <a:lnTo>
                    <a:pt x="482876" y="1184707"/>
                  </a:lnTo>
                  <a:lnTo>
                    <a:pt x="485340" y="1184401"/>
                  </a:lnTo>
                  <a:lnTo>
                    <a:pt x="487804" y="1184014"/>
                  </a:lnTo>
                  <a:lnTo>
                    <a:pt x="490267" y="1183641"/>
                  </a:lnTo>
                  <a:lnTo>
                    <a:pt x="492731" y="1183362"/>
                  </a:lnTo>
                  <a:lnTo>
                    <a:pt x="495195" y="1183233"/>
                  </a:lnTo>
                  <a:lnTo>
                    <a:pt x="497658" y="1183285"/>
                  </a:lnTo>
                  <a:lnTo>
                    <a:pt x="500122" y="1183521"/>
                  </a:lnTo>
                  <a:lnTo>
                    <a:pt x="502586" y="1183918"/>
                  </a:lnTo>
                  <a:lnTo>
                    <a:pt x="505049" y="1184435"/>
                  </a:lnTo>
                  <a:lnTo>
                    <a:pt x="507513" y="1185019"/>
                  </a:lnTo>
                  <a:lnTo>
                    <a:pt x="509977" y="1185616"/>
                  </a:lnTo>
                  <a:lnTo>
                    <a:pt x="512440" y="1186181"/>
                  </a:lnTo>
                  <a:lnTo>
                    <a:pt x="514904" y="1186679"/>
                  </a:lnTo>
                  <a:lnTo>
                    <a:pt x="517368" y="1187091"/>
                  </a:lnTo>
                  <a:lnTo>
                    <a:pt x="519831" y="1187413"/>
                  </a:lnTo>
                  <a:lnTo>
                    <a:pt x="522295" y="1187650"/>
                  </a:lnTo>
                  <a:lnTo>
                    <a:pt x="524759" y="1187811"/>
                  </a:lnTo>
                  <a:lnTo>
                    <a:pt x="527222" y="1187919"/>
                  </a:lnTo>
                  <a:lnTo>
                    <a:pt x="529686" y="1187987"/>
                  </a:lnTo>
                  <a:lnTo>
                    <a:pt x="532150" y="1188029"/>
                  </a:lnTo>
                  <a:lnTo>
                    <a:pt x="534613" y="1188053"/>
                  </a:lnTo>
                  <a:lnTo>
                    <a:pt x="537077" y="1188066"/>
                  </a:lnTo>
                  <a:lnTo>
                    <a:pt x="539541" y="1188073"/>
                  </a:lnTo>
                  <a:lnTo>
                    <a:pt x="542004" y="1188077"/>
                  </a:lnTo>
                  <a:lnTo>
                    <a:pt x="544468" y="1188078"/>
                  </a:lnTo>
                  <a:lnTo>
                    <a:pt x="546931" y="1188079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79"/>
                  </a:lnTo>
                  <a:lnTo>
                    <a:pt x="556786" y="1188079"/>
                  </a:lnTo>
                  <a:lnTo>
                    <a:pt x="559250" y="1188078"/>
                  </a:lnTo>
                  <a:lnTo>
                    <a:pt x="561713" y="1188076"/>
                  </a:lnTo>
                  <a:lnTo>
                    <a:pt x="564177" y="1188071"/>
                  </a:lnTo>
                  <a:lnTo>
                    <a:pt x="566641" y="1188063"/>
                  </a:lnTo>
                  <a:lnTo>
                    <a:pt x="569104" y="1188047"/>
                  </a:lnTo>
                  <a:lnTo>
                    <a:pt x="571568" y="1188021"/>
                  </a:lnTo>
                  <a:lnTo>
                    <a:pt x="574032" y="1187978"/>
                  </a:lnTo>
                  <a:lnTo>
                    <a:pt x="576495" y="1187911"/>
                  </a:lnTo>
                  <a:lnTo>
                    <a:pt x="578959" y="1187812"/>
                  </a:lnTo>
                  <a:lnTo>
                    <a:pt x="581423" y="1187674"/>
                  </a:lnTo>
                  <a:lnTo>
                    <a:pt x="583886" y="1187490"/>
                  </a:lnTo>
                  <a:lnTo>
                    <a:pt x="586350" y="1187260"/>
                  </a:lnTo>
                  <a:lnTo>
                    <a:pt x="588814" y="1186988"/>
                  </a:lnTo>
                  <a:lnTo>
                    <a:pt x="591277" y="1186686"/>
                  </a:lnTo>
                  <a:lnTo>
                    <a:pt x="593741" y="1186375"/>
                  </a:lnTo>
                  <a:lnTo>
                    <a:pt x="596205" y="1186085"/>
                  </a:lnTo>
                  <a:lnTo>
                    <a:pt x="598668" y="1185849"/>
                  </a:lnTo>
                  <a:lnTo>
                    <a:pt x="601132" y="1185693"/>
                  </a:lnTo>
                  <a:lnTo>
                    <a:pt x="603596" y="1185635"/>
                  </a:lnTo>
                  <a:lnTo>
                    <a:pt x="606059" y="1185681"/>
                  </a:lnTo>
                  <a:lnTo>
                    <a:pt x="608523" y="1185824"/>
                  </a:lnTo>
                  <a:lnTo>
                    <a:pt x="610987" y="1186043"/>
                  </a:lnTo>
                  <a:lnTo>
                    <a:pt x="613450" y="1186311"/>
                  </a:lnTo>
                  <a:lnTo>
                    <a:pt x="615914" y="1186593"/>
                  </a:lnTo>
                  <a:lnTo>
                    <a:pt x="618378" y="1186857"/>
                  </a:lnTo>
                  <a:lnTo>
                    <a:pt x="620841" y="1187073"/>
                  </a:lnTo>
                  <a:lnTo>
                    <a:pt x="623305" y="1187220"/>
                  </a:lnTo>
                  <a:lnTo>
                    <a:pt x="625769" y="1187282"/>
                  </a:lnTo>
                  <a:lnTo>
                    <a:pt x="628232" y="1187253"/>
                  </a:lnTo>
                  <a:lnTo>
                    <a:pt x="630696" y="1187132"/>
                  </a:lnTo>
                  <a:lnTo>
                    <a:pt x="633159" y="1186932"/>
                  </a:lnTo>
                  <a:lnTo>
                    <a:pt x="635623" y="1186677"/>
                  </a:lnTo>
                  <a:lnTo>
                    <a:pt x="638087" y="1186396"/>
                  </a:lnTo>
                  <a:lnTo>
                    <a:pt x="640550" y="1186120"/>
                  </a:lnTo>
                  <a:lnTo>
                    <a:pt x="643014" y="1185884"/>
                  </a:lnTo>
                  <a:lnTo>
                    <a:pt x="645478" y="1185717"/>
                  </a:lnTo>
                  <a:lnTo>
                    <a:pt x="647941" y="1185643"/>
                  </a:lnTo>
                  <a:lnTo>
                    <a:pt x="650405" y="1185671"/>
                  </a:lnTo>
                  <a:lnTo>
                    <a:pt x="652869" y="1185799"/>
                  </a:lnTo>
                  <a:lnTo>
                    <a:pt x="655332" y="1186013"/>
                  </a:lnTo>
                  <a:lnTo>
                    <a:pt x="657796" y="1186287"/>
                  </a:lnTo>
                  <a:lnTo>
                    <a:pt x="660260" y="1186592"/>
                  </a:lnTo>
                  <a:lnTo>
                    <a:pt x="662723" y="1186900"/>
                  </a:lnTo>
                  <a:lnTo>
                    <a:pt x="665187" y="1187186"/>
                  </a:lnTo>
                  <a:lnTo>
                    <a:pt x="667651" y="1187429"/>
                  </a:lnTo>
                  <a:lnTo>
                    <a:pt x="670114" y="1187626"/>
                  </a:lnTo>
                  <a:lnTo>
                    <a:pt x="672578" y="1187776"/>
                  </a:lnTo>
                  <a:lnTo>
                    <a:pt x="675042" y="1187885"/>
                  </a:lnTo>
                  <a:lnTo>
                    <a:pt x="677505" y="1187961"/>
                  </a:lnTo>
                  <a:lnTo>
                    <a:pt x="679969" y="1188010"/>
                  </a:lnTo>
                  <a:lnTo>
                    <a:pt x="682433" y="1188041"/>
                  </a:lnTo>
                  <a:lnTo>
                    <a:pt x="684896" y="1188059"/>
                  </a:lnTo>
                  <a:lnTo>
                    <a:pt x="687360" y="1188069"/>
                  </a:lnTo>
                  <a:lnTo>
                    <a:pt x="689824" y="1188075"/>
                  </a:lnTo>
                  <a:lnTo>
                    <a:pt x="692287" y="1188077"/>
                  </a:lnTo>
                  <a:lnTo>
                    <a:pt x="694751" y="1188078"/>
                  </a:lnTo>
                  <a:lnTo>
                    <a:pt x="697215" y="1188079"/>
                  </a:lnTo>
                  <a:lnTo>
                    <a:pt x="699678" y="1188078"/>
                  </a:lnTo>
                  <a:lnTo>
                    <a:pt x="702142" y="1188077"/>
                  </a:lnTo>
                  <a:lnTo>
                    <a:pt x="704606" y="1188074"/>
                  </a:lnTo>
                  <a:lnTo>
                    <a:pt x="707069" y="1188068"/>
                  </a:lnTo>
                  <a:lnTo>
                    <a:pt x="709533" y="1188056"/>
                  </a:lnTo>
                  <a:lnTo>
                    <a:pt x="711997" y="1188035"/>
                  </a:lnTo>
                  <a:lnTo>
                    <a:pt x="714460" y="1188001"/>
                  </a:lnTo>
                  <a:lnTo>
                    <a:pt x="716924" y="1187946"/>
                  </a:lnTo>
                  <a:lnTo>
                    <a:pt x="719388" y="1187863"/>
                  </a:lnTo>
                  <a:lnTo>
                    <a:pt x="721851" y="1187744"/>
                  </a:lnTo>
                  <a:lnTo>
                    <a:pt x="724315" y="1187582"/>
                  </a:lnTo>
                  <a:lnTo>
                    <a:pt x="726778" y="1187374"/>
                  </a:lnTo>
                  <a:lnTo>
                    <a:pt x="729242" y="1187120"/>
                  </a:lnTo>
                  <a:lnTo>
                    <a:pt x="731706" y="1186831"/>
                  </a:lnTo>
                  <a:lnTo>
                    <a:pt x="734169" y="1186521"/>
                  </a:lnTo>
                  <a:lnTo>
                    <a:pt x="736633" y="1186217"/>
                  </a:lnTo>
                  <a:lnTo>
                    <a:pt x="739097" y="1185952"/>
                  </a:lnTo>
                  <a:lnTo>
                    <a:pt x="741560" y="1185756"/>
                  </a:lnTo>
                  <a:lnTo>
                    <a:pt x="744024" y="1185651"/>
                  </a:lnTo>
                  <a:lnTo>
                    <a:pt x="746488" y="1185650"/>
                  </a:lnTo>
                  <a:lnTo>
                    <a:pt x="748951" y="1185753"/>
                  </a:lnTo>
                  <a:lnTo>
                    <a:pt x="751415" y="1185945"/>
                  </a:lnTo>
                  <a:lnTo>
                    <a:pt x="753879" y="1186204"/>
                  </a:lnTo>
                  <a:lnTo>
                    <a:pt x="756342" y="1186501"/>
                  </a:lnTo>
                  <a:lnTo>
                    <a:pt x="758806" y="1186808"/>
                  </a:lnTo>
                  <a:lnTo>
                    <a:pt x="761270" y="1187100"/>
                  </a:lnTo>
                  <a:lnTo>
                    <a:pt x="763733" y="1187358"/>
                  </a:lnTo>
                  <a:lnTo>
                    <a:pt x="766197" y="1187571"/>
                  </a:lnTo>
                  <a:lnTo>
                    <a:pt x="768661" y="1187738"/>
                  </a:lnTo>
                  <a:lnTo>
                    <a:pt x="771124" y="1187860"/>
                  </a:lnTo>
                  <a:lnTo>
                    <a:pt x="773588" y="1187944"/>
                  </a:lnTo>
                  <a:lnTo>
                    <a:pt x="776052" y="1187999"/>
                  </a:lnTo>
                  <a:lnTo>
                    <a:pt x="778515" y="1188034"/>
                  </a:lnTo>
                  <a:lnTo>
                    <a:pt x="780979" y="1188054"/>
                  </a:lnTo>
                  <a:lnTo>
                    <a:pt x="783443" y="1188067"/>
                  </a:lnTo>
                  <a:lnTo>
                    <a:pt x="785906" y="1188073"/>
                  </a:lnTo>
                  <a:lnTo>
                    <a:pt x="788370" y="1188077"/>
                  </a:lnTo>
                  <a:lnTo>
                    <a:pt x="790834" y="1188078"/>
                  </a:lnTo>
                  <a:lnTo>
                    <a:pt x="793297" y="1188079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3957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79"/>
                  </a:lnTo>
                  <a:lnTo>
                    <a:pt x="81300" y="1188079"/>
                  </a:lnTo>
                  <a:lnTo>
                    <a:pt x="83764" y="1188078"/>
                  </a:lnTo>
                  <a:lnTo>
                    <a:pt x="86228" y="1188075"/>
                  </a:lnTo>
                  <a:lnTo>
                    <a:pt x="88691" y="1188070"/>
                  </a:lnTo>
                  <a:lnTo>
                    <a:pt x="91155" y="1188060"/>
                  </a:lnTo>
                  <a:lnTo>
                    <a:pt x="93618" y="1188041"/>
                  </a:lnTo>
                  <a:lnTo>
                    <a:pt x="96082" y="1188005"/>
                  </a:lnTo>
                  <a:lnTo>
                    <a:pt x="98546" y="1187939"/>
                  </a:lnTo>
                  <a:lnTo>
                    <a:pt x="101009" y="1187828"/>
                  </a:lnTo>
                  <a:lnTo>
                    <a:pt x="103473" y="1187650"/>
                  </a:lnTo>
                  <a:lnTo>
                    <a:pt x="105937" y="1187376"/>
                  </a:lnTo>
                  <a:lnTo>
                    <a:pt x="108400" y="1186977"/>
                  </a:lnTo>
                  <a:lnTo>
                    <a:pt x="110864" y="1186418"/>
                  </a:lnTo>
                  <a:lnTo>
                    <a:pt x="113328" y="1185673"/>
                  </a:lnTo>
                  <a:lnTo>
                    <a:pt x="115791" y="1184718"/>
                  </a:lnTo>
                  <a:lnTo>
                    <a:pt x="118255" y="1183541"/>
                  </a:lnTo>
                  <a:lnTo>
                    <a:pt x="120719" y="1182142"/>
                  </a:lnTo>
                  <a:lnTo>
                    <a:pt x="123182" y="1180527"/>
                  </a:lnTo>
                  <a:lnTo>
                    <a:pt x="125646" y="1178709"/>
                  </a:lnTo>
                  <a:lnTo>
                    <a:pt x="128110" y="1176699"/>
                  </a:lnTo>
                  <a:lnTo>
                    <a:pt x="130573" y="1174498"/>
                  </a:lnTo>
                  <a:lnTo>
                    <a:pt x="133037" y="1172095"/>
                  </a:lnTo>
                  <a:lnTo>
                    <a:pt x="135501" y="1169492"/>
                  </a:lnTo>
                  <a:lnTo>
                    <a:pt x="137964" y="1166684"/>
                  </a:lnTo>
                  <a:lnTo>
                    <a:pt x="140428" y="1163678"/>
                  </a:lnTo>
                  <a:lnTo>
                    <a:pt x="142892" y="1160507"/>
                  </a:lnTo>
                  <a:lnTo>
                    <a:pt x="145355" y="1157225"/>
                  </a:lnTo>
                  <a:lnTo>
                    <a:pt x="147819" y="1153915"/>
                  </a:lnTo>
                  <a:lnTo>
                    <a:pt x="150283" y="1150671"/>
                  </a:lnTo>
                  <a:lnTo>
                    <a:pt x="152746" y="1147599"/>
                  </a:lnTo>
                  <a:lnTo>
                    <a:pt x="155210" y="1144798"/>
                  </a:lnTo>
                  <a:lnTo>
                    <a:pt x="157674" y="1142350"/>
                  </a:lnTo>
                  <a:lnTo>
                    <a:pt x="160137" y="1140310"/>
                  </a:lnTo>
                  <a:lnTo>
                    <a:pt x="162601" y="1138703"/>
                  </a:lnTo>
                  <a:lnTo>
                    <a:pt x="165065" y="1137519"/>
                  </a:lnTo>
                  <a:lnTo>
                    <a:pt x="167528" y="1136736"/>
                  </a:lnTo>
                  <a:lnTo>
                    <a:pt x="169992" y="1136248"/>
                  </a:lnTo>
                  <a:lnTo>
                    <a:pt x="172456" y="1135944"/>
                  </a:lnTo>
                  <a:lnTo>
                    <a:pt x="174919" y="1135688"/>
                  </a:lnTo>
                  <a:lnTo>
                    <a:pt x="177383" y="1135314"/>
                  </a:lnTo>
                  <a:lnTo>
                    <a:pt x="179847" y="1134634"/>
                  </a:lnTo>
                  <a:lnTo>
                    <a:pt x="182310" y="1133447"/>
                  </a:lnTo>
                  <a:lnTo>
                    <a:pt x="184774" y="1131563"/>
                  </a:lnTo>
                  <a:lnTo>
                    <a:pt x="187237" y="1128833"/>
                  </a:lnTo>
                  <a:lnTo>
                    <a:pt x="189701" y="1125186"/>
                  </a:lnTo>
                  <a:lnTo>
                    <a:pt x="192165" y="1120655"/>
                  </a:lnTo>
                  <a:lnTo>
                    <a:pt x="194628" y="1115395"/>
                  </a:lnTo>
                  <a:lnTo>
                    <a:pt x="197092" y="1109681"/>
                  </a:lnTo>
                  <a:lnTo>
                    <a:pt x="199556" y="1103881"/>
                  </a:lnTo>
                  <a:lnTo>
                    <a:pt x="202019" y="1098434"/>
                  </a:lnTo>
                  <a:lnTo>
                    <a:pt x="204483" y="1093783"/>
                  </a:lnTo>
                  <a:lnTo>
                    <a:pt x="206947" y="1090182"/>
                  </a:lnTo>
                  <a:lnTo>
                    <a:pt x="209410" y="1087746"/>
                  </a:lnTo>
                  <a:lnTo>
                    <a:pt x="211874" y="1086418"/>
                  </a:lnTo>
                  <a:lnTo>
                    <a:pt x="214338" y="1085991"/>
                  </a:lnTo>
                  <a:lnTo>
                    <a:pt x="216801" y="1086163"/>
                  </a:lnTo>
                  <a:lnTo>
                    <a:pt x="219265" y="1086606"/>
                  </a:lnTo>
                  <a:lnTo>
                    <a:pt x="221729" y="1087047"/>
                  </a:lnTo>
                  <a:lnTo>
                    <a:pt x="224192" y="1087323"/>
                  </a:lnTo>
                  <a:lnTo>
                    <a:pt x="226656" y="1087404"/>
                  </a:lnTo>
                  <a:lnTo>
                    <a:pt x="229120" y="1087373"/>
                  </a:lnTo>
                  <a:lnTo>
                    <a:pt x="231583" y="1087356"/>
                  </a:lnTo>
                  <a:lnTo>
                    <a:pt x="234047" y="1087440"/>
                  </a:lnTo>
                  <a:lnTo>
                    <a:pt x="236511" y="1087571"/>
                  </a:lnTo>
                  <a:lnTo>
                    <a:pt x="238974" y="1087428"/>
                  </a:lnTo>
                  <a:lnTo>
                    <a:pt x="241438" y="1086445"/>
                  </a:lnTo>
                  <a:lnTo>
                    <a:pt x="243902" y="1083892"/>
                  </a:lnTo>
                  <a:lnTo>
                    <a:pt x="246365" y="1078948"/>
                  </a:lnTo>
                  <a:lnTo>
                    <a:pt x="248829" y="1070818"/>
                  </a:lnTo>
                  <a:lnTo>
                    <a:pt x="251293" y="1058838"/>
                  </a:lnTo>
                  <a:lnTo>
                    <a:pt x="253756" y="1042578"/>
                  </a:lnTo>
                  <a:lnTo>
                    <a:pt x="256220" y="1021915"/>
                  </a:lnTo>
                  <a:lnTo>
                    <a:pt x="258684" y="997074"/>
                  </a:lnTo>
                  <a:lnTo>
                    <a:pt x="261147" y="968645"/>
                  </a:lnTo>
                  <a:lnTo>
                    <a:pt x="263611" y="937548"/>
                  </a:lnTo>
                  <a:lnTo>
                    <a:pt x="266075" y="904971"/>
                  </a:lnTo>
                  <a:lnTo>
                    <a:pt x="268538" y="872269"/>
                  </a:lnTo>
                  <a:lnTo>
                    <a:pt x="271002" y="840829"/>
                  </a:lnTo>
                  <a:lnTo>
                    <a:pt x="273465" y="812031"/>
                  </a:lnTo>
                  <a:lnTo>
                    <a:pt x="275929" y="786935"/>
                  </a:lnTo>
                  <a:lnTo>
                    <a:pt x="278393" y="765725"/>
                  </a:lnTo>
                  <a:lnTo>
                    <a:pt x="280856" y="747991"/>
                  </a:lnTo>
                  <a:lnTo>
                    <a:pt x="283320" y="732479"/>
                  </a:lnTo>
                  <a:lnTo>
                    <a:pt x="285784" y="717033"/>
                  </a:lnTo>
                  <a:lnTo>
                    <a:pt x="288247" y="698658"/>
                  </a:lnTo>
                  <a:lnTo>
                    <a:pt x="290711" y="673752"/>
                  </a:lnTo>
                  <a:lnTo>
                    <a:pt x="293175" y="638545"/>
                  </a:lnTo>
                  <a:lnTo>
                    <a:pt x="295638" y="589741"/>
                  </a:lnTo>
                  <a:lnTo>
                    <a:pt x="298102" y="525320"/>
                  </a:lnTo>
                  <a:lnTo>
                    <a:pt x="300566" y="445375"/>
                  </a:lnTo>
                  <a:lnTo>
                    <a:pt x="303029" y="352804"/>
                  </a:lnTo>
                  <a:lnTo>
                    <a:pt x="305493" y="253644"/>
                  </a:lnTo>
                  <a:lnTo>
                    <a:pt x="307957" y="156850"/>
                  </a:lnTo>
                  <a:lnTo>
                    <a:pt x="310420" y="75307"/>
                  </a:lnTo>
                  <a:lnTo>
                    <a:pt x="312884" y="20132"/>
                  </a:lnTo>
                  <a:lnTo>
                    <a:pt x="315348" y="0"/>
                  </a:lnTo>
                  <a:lnTo>
                    <a:pt x="317811" y="19748"/>
                  </a:lnTo>
                  <a:lnTo>
                    <a:pt x="320275" y="79343"/>
                  </a:lnTo>
                  <a:lnTo>
                    <a:pt x="322739" y="173864"/>
                  </a:lnTo>
                  <a:lnTo>
                    <a:pt x="325202" y="294392"/>
                  </a:lnTo>
                  <a:lnTo>
                    <a:pt x="327666" y="429569"/>
                  </a:lnTo>
                  <a:lnTo>
                    <a:pt x="330130" y="567441"/>
                  </a:lnTo>
                  <a:lnTo>
                    <a:pt x="332593" y="697189"/>
                  </a:lnTo>
                  <a:lnTo>
                    <a:pt x="335057" y="810426"/>
                  </a:lnTo>
                  <a:lnTo>
                    <a:pt x="337521" y="901874"/>
                  </a:lnTo>
                  <a:lnTo>
                    <a:pt x="339984" y="969432"/>
                  </a:lnTo>
                  <a:lnTo>
                    <a:pt x="342448" y="1013757"/>
                  </a:lnTo>
                  <a:lnTo>
                    <a:pt x="344912" y="1037035"/>
                  </a:lnTo>
                  <a:lnTo>
                    <a:pt x="347375" y="1043711"/>
                  </a:lnTo>
                  <a:lnTo>
                    <a:pt x="349839" y="1039425"/>
                  </a:lnTo>
                  <a:lnTo>
                    <a:pt x="352303" y="1028818"/>
                  </a:lnTo>
                  <a:lnTo>
                    <a:pt x="354766" y="1016090"/>
                  </a:lnTo>
                  <a:lnTo>
                    <a:pt x="357230" y="1004709"/>
                  </a:lnTo>
                  <a:lnTo>
                    <a:pt x="359694" y="997195"/>
                  </a:lnTo>
                  <a:lnTo>
                    <a:pt x="362157" y="994998"/>
                  </a:lnTo>
                  <a:lnTo>
                    <a:pt x="364621" y="998501"/>
                  </a:lnTo>
                  <a:lnTo>
                    <a:pt x="367084" y="1007138"/>
                  </a:lnTo>
                  <a:lnTo>
                    <a:pt x="369548" y="1019638"/>
                  </a:lnTo>
                  <a:lnTo>
                    <a:pt x="372012" y="1034331"/>
                  </a:lnTo>
                  <a:lnTo>
                    <a:pt x="374475" y="1049482"/>
                  </a:lnTo>
                  <a:lnTo>
                    <a:pt x="376939" y="1063575"/>
                  </a:lnTo>
                  <a:lnTo>
                    <a:pt x="379403" y="1075523"/>
                  </a:lnTo>
                  <a:lnTo>
                    <a:pt x="381866" y="1084562"/>
                  </a:lnTo>
                  <a:lnTo>
                    <a:pt x="384330" y="1090914"/>
                  </a:lnTo>
                  <a:lnTo>
                    <a:pt x="386794" y="1095060"/>
                  </a:lnTo>
                  <a:lnTo>
                    <a:pt x="389257" y="1097710"/>
                  </a:lnTo>
                  <a:lnTo>
                    <a:pt x="391721" y="1099669"/>
                  </a:lnTo>
                  <a:lnTo>
                    <a:pt x="394185" y="1101703"/>
                  </a:lnTo>
                  <a:lnTo>
                    <a:pt x="396648" y="1104418"/>
                  </a:lnTo>
                  <a:lnTo>
                    <a:pt x="399112" y="1108185"/>
                  </a:lnTo>
                  <a:lnTo>
                    <a:pt x="401576" y="1113099"/>
                  </a:lnTo>
                  <a:lnTo>
                    <a:pt x="404039" y="1118984"/>
                  </a:lnTo>
                  <a:lnTo>
                    <a:pt x="406503" y="1125450"/>
                  </a:lnTo>
                  <a:lnTo>
                    <a:pt x="408967" y="1131977"/>
                  </a:lnTo>
                  <a:lnTo>
                    <a:pt x="411430" y="1138020"/>
                  </a:lnTo>
                  <a:lnTo>
                    <a:pt x="413894" y="1143122"/>
                  </a:lnTo>
                  <a:lnTo>
                    <a:pt x="416358" y="1146953"/>
                  </a:lnTo>
                  <a:lnTo>
                    <a:pt x="418821" y="1149461"/>
                  </a:lnTo>
                  <a:lnTo>
                    <a:pt x="421285" y="1150903"/>
                  </a:lnTo>
                  <a:lnTo>
                    <a:pt x="423749" y="1151621"/>
                  </a:lnTo>
                  <a:lnTo>
                    <a:pt x="426212" y="1152011"/>
                  </a:lnTo>
                  <a:lnTo>
                    <a:pt x="428676" y="1152442"/>
                  </a:lnTo>
                  <a:lnTo>
                    <a:pt x="431140" y="1153188"/>
                  </a:lnTo>
                  <a:lnTo>
                    <a:pt x="433603" y="1154392"/>
                  </a:lnTo>
                  <a:lnTo>
                    <a:pt x="436067" y="1156067"/>
                  </a:lnTo>
                  <a:lnTo>
                    <a:pt x="438531" y="1158125"/>
                  </a:lnTo>
                  <a:lnTo>
                    <a:pt x="440994" y="1160418"/>
                  </a:lnTo>
                  <a:lnTo>
                    <a:pt x="443458" y="1162792"/>
                  </a:lnTo>
                  <a:lnTo>
                    <a:pt x="445922" y="1165121"/>
                  </a:lnTo>
                  <a:lnTo>
                    <a:pt x="448385" y="1167330"/>
                  </a:lnTo>
                  <a:lnTo>
                    <a:pt x="450849" y="1169401"/>
                  </a:lnTo>
                  <a:lnTo>
                    <a:pt x="453312" y="1171348"/>
                  </a:lnTo>
                  <a:lnTo>
                    <a:pt x="455776" y="1173221"/>
                  </a:lnTo>
                  <a:lnTo>
                    <a:pt x="458240" y="1175046"/>
                  </a:lnTo>
                  <a:lnTo>
                    <a:pt x="460703" y="1176827"/>
                  </a:lnTo>
                  <a:lnTo>
                    <a:pt x="463167" y="1178542"/>
                  </a:lnTo>
                  <a:lnTo>
                    <a:pt x="465631" y="1180147"/>
                  </a:lnTo>
                  <a:lnTo>
                    <a:pt x="468094" y="1181586"/>
                  </a:lnTo>
                  <a:lnTo>
                    <a:pt x="470558" y="1182804"/>
                  </a:lnTo>
                  <a:lnTo>
                    <a:pt x="473022" y="1183754"/>
                  </a:lnTo>
                  <a:lnTo>
                    <a:pt x="475485" y="1184410"/>
                  </a:lnTo>
                  <a:lnTo>
                    <a:pt x="477949" y="1184769"/>
                  </a:lnTo>
                  <a:lnTo>
                    <a:pt x="480413" y="1184852"/>
                  </a:lnTo>
                  <a:lnTo>
                    <a:pt x="482876" y="1184707"/>
                  </a:lnTo>
                  <a:lnTo>
                    <a:pt x="485340" y="1184401"/>
                  </a:lnTo>
                  <a:lnTo>
                    <a:pt x="487804" y="1184014"/>
                  </a:lnTo>
                  <a:lnTo>
                    <a:pt x="490267" y="1183641"/>
                  </a:lnTo>
                  <a:lnTo>
                    <a:pt x="492731" y="1183362"/>
                  </a:lnTo>
                  <a:lnTo>
                    <a:pt x="495195" y="1183233"/>
                  </a:lnTo>
                  <a:lnTo>
                    <a:pt x="497658" y="1183285"/>
                  </a:lnTo>
                  <a:lnTo>
                    <a:pt x="500122" y="1183521"/>
                  </a:lnTo>
                  <a:lnTo>
                    <a:pt x="502586" y="1183918"/>
                  </a:lnTo>
                  <a:lnTo>
                    <a:pt x="505049" y="1184435"/>
                  </a:lnTo>
                  <a:lnTo>
                    <a:pt x="507513" y="1185019"/>
                  </a:lnTo>
                  <a:lnTo>
                    <a:pt x="509977" y="1185616"/>
                  </a:lnTo>
                  <a:lnTo>
                    <a:pt x="512440" y="1186181"/>
                  </a:lnTo>
                  <a:lnTo>
                    <a:pt x="514904" y="1186679"/>
                  </a:lnTo>
                  <a:lnTo>
                    <a:pt x="517368" y="1187091"/>
                  </a:lnTo>
                  <a:lnTo>
                    <a:pt x="519831" y="1187413"/>
                  </a:lnTo>
                  <a:lnTo>
                    <a:pt x="522295" y="1187650"/>
                  </a:lnTo>
                  <a:lnTo>
                    <a:pt x="524759" y="1187811"/>
                  </a:lnTo>
                  <a:lnTo>
                    <a:pt x="527222" y="1187919"/>
                  </a:lnTo>
                  <a:lnTo>
                    <a:pt x="529686" y="1187987"/>
                  </a:lnTo>
                  <a:lnTo>
                    <a:pt x="532150" y="1188029"/>
                  </a:lnTo>
                  <a:lnTo>
                    <a:pt x="534613" y="1188053"/>
                  </a:lnTo>
                  <a:lnTo>
                    <a:pt x="537077" y="1188066"/>
                  </a:lnTo>
                  <a:lnTo>
                    <a:pt x="539541" y="1188073"/>
                  </a:lnTo>
                  <a:lnTo>
                    <a:pt x="542004" y="1188077"/>
                  </a:lnTo>
                  <a:lnTo>
                    <a:pt x="544468" y="1188078"/>
                  </a:lnTo>
                  <a:lnTo>
                    <a:pt x="546931" y="1188079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79"/>
                  </a:lnTo>
                  <a:lnTo>
                    <a:pt x="556786" y="1188079"/>
                  </a:lnTo>
                  <a:lnTo>
                    <a:pt x="559250" y="1188078"/>
                  </a:lnTo>
                  <a:lnTo>
                    <a:pt x="561713" y="1188076"/>
                  </a:lnTo>
                  <a:lnTo>
                    <a:pt x="564177" y="1188071"/>
                  </a:lnTo>
                  <a:lnTo>
                    <a:pt x="566641" y="1188063"/>
                  </a:lnTo>
                  <a:lnTo>
                    <a:pt x="569104" y="1188047"/>
                  </a:lnTo>
                  <a:lnTo>
                    <a:pt x="571568" y="1188021"/>
                  </a:lnTo>
                  <a:lnTo>
                    <a:pt x="574032" y="1187978"/>
                  </a:lnTo>
                  <a:lnTo>
                    <a:pt x="576495" y="1187911"/>
                  </a:lnTo>
                  <a:lnTo>
                    <a:pt x="578959" y="1187812"/>
                  </a:lnTo>
                  <a:lnTo>
                    <a:pt x="581423" y="1187674"/>
                  </a:lnTo>
                  <a:lnTo>
                    <a:pt x="583886" y="1187490"/>
                  </a:lnTo>
                  <a:lnTo>
                    <a:pt x="586350" y="1187260"/>
                  </a:lnTo>
                  <a:lnTo>
                    <a:pt x="588814" y="1186988"/>
                  </a:lnTo>
                  <a:lnTo>
                    <a:pt x="591277" y="1186686"/>
                  </a:lnTo>
                  <a:lnTo>
                    <a:pt x="593741" y="1186375"/>
                  </a:lnTo>
                  <a:lnTo>
                    <a:pt x="596205" y="1186085"/>
                  </a:lnTo>
                  <a:lnTo>
                    <a:pt x="598668" y="1185849"/>
                  </a:lnTo>
                  <a:lnTo>
                    <a:pt x="601132" y="1185693"/>
                  </a:lnTo>
                  <a:lnTo>
                    <a:pt x="603596" y="1185635"/>
                  </a:lnTo>
                  <a:lnTo>
                    <a:pt x="606059" y="1185681"/>
                  </a:lnTo>
                  <a:lnTo>
                    <a:pt x="608523" y="1185824"/>
                  </a:lnTo>
                  <a:lnTo>
                    <a:pt x="610987" y="1186043"/>
                  </a:lnTo>
                  <a:lnTo>
                    <a:pt x="613450" y="1186311"/>
                  </a:lnTo>
                  <a:lnTo>
                    <a:pt x="615914" y="1186593"/>
                  </a:lnTo>
                  <a:lnTo>
                    <a:pt x="618378" y="1186857"/>
                  </a:lnTo>
                  <a:lnTo>
                    <a:pt x="620841" y="1187073"/>
                  </a:lnTo>
                  <a:lnTo>
                    <a:pt x="623305" y="1187220"/>
                  </a:lnTo>
                  <a:lnTo>
                    <a:pt x="625769" y="1187282"/>
                  </a:lnTo>
                  <a:lnTo>
                    <a:pt x="628232" y="1187253"/>
                  </a:lnTo>
                  <a:lnTo>
                    <a:pt x="630696" y="1187132"/>
                  </a:lnTo>
                  <a:lnTo>
                    <a:pt x="633159" y="1186932"/>
                  </a:lnTo>
                  <a:lnTo>
                    <a:pt x="635623" y="1186677"/>
                  </a:lnTo>
                  <a:lnTo>
                    <a:pt x="638087" y="1186396"/>
                  </a:lnTo>
                  <a:lnTo>
                    <a:pt x="640550" y="1186120"/>
                  </a:lnTo>
                  <a:lnTo>
                    <a:pt x="643014" y="1185884"/>
                  </a:lnTo>
                  <a:lnTo>
                    <a:pt x="645478" y="1185717"/>
                  </a:lnTo>
                  <a:lnTo>
                    <a:pt x="647941" y="1185643"/>
                  </a:lnTo>
                  <a:lnTo>
                    <a:pt x="650405" y="1185671"/>
                  </a:lnTo>
                  <a:lnTo>
                    <a:pt x="652869" y="1185799"/>
                  </a:lnTo>
                  <a:lnTo>
                    <a:pt x="655332" y="1186013"/>
                  </a:lnTo>
                  <a:lnTo>
                    <a:pt x="657796" y="1186287"/>
                  </a:lnTo>
                  <a:lnTo>
                    <a:pt x="660260" y="1186592"/>
                  </a:lnTo>
                  <a:lnTo>
                    <a:pt x="662723" y="1186900"/>
                  </a:lnTo>
                  <a:lnTo>
                    <a:pt x="665187" y="1187186"/>
                  </a:lnTo>
                  <a:lnTo>
                    <a:pt x="667651" y="1187429"/>
                  </a:lnTo>
                  <a:lnTo>
                    <a:pt x="670114" y="1187626"/>
                  </a:lnTo>
                  <a:lnTo>
                    <a:pt x="672578" y="1187776"/>
                  </a:lnTo>
                  <a:lnTo>
                    <a:pt x="675042" y="1187885"/>
                  </a:lnTo>
                  <a:lnTo>
                    <a:pt x="677505" y="1187961"/>
                  </a:lnTo>
                  <a:lnTo>
                    <a:pt x="679969" y="1188010"/>
                  </a:lnTo>
                  <a:lnTo>
                    <a:pt x="682433" y="1188041"/>
                  </a:lnTo>
                  <a:lnTo>
                    <a:pt x="684896" y="1188059"/>
                  </a:lnTo>
                  <a:lnTo>
                    <a:pt x="687360" y="1188069"/>
                  </a:lnTo>
                  <a:lnTo>
                    <a:pt x="689824" y="1188075"/>
                  </a:lnTo>
                  <a:lnTo>
                    <a:pt x="692287" y="1188077"/>
                  </a:lnTo>
                  <a:lnTo>
                    <a:pt x="694751" y="1188078"/>
                  </a:lnTo>
                  <a:lnTo>
                    <a:pt x="697215" y="1188079"/>
                  </a:lnTo>
                  <a:lnTo>
                    <a:pt x="699678" y="1188078"/>
                  </a:lnTo>
                  <a:lnTo>
                    <a:pt x="702142" y="1188077"/>
                  </a:lnTo>
                  <a:lnTo>
                    <a:pt x="704606" y="1188074"/>
                  </a:lnTo>
                  <a:lnTo>
                    <a:pt x="707069" y="1188068"/>
                  </a:lnTo>
                  <a:lnTo>
                    <a:pt x="709533" y="1188056"/>
                  </a:lnTo>
                  <a:lnTo>
                    <a:pt x="711997" y="1188035"/>
                  </a:lnTo>
                  <a:lnTo>
                    <a:pt x="714460" y="1188001"/>
                  </a:lnTo>
                  <a:lnTo>
                    <a:pt x="716924" y="1187946"/>
                  </a:lnTo>
                  <a:lnTo>
                    <a:pt x="719388" y="1187863"/>
                  </a:lnTo>
                  <a:lnTo>
                    <a:pt x="721851" y="1187744"/>
                  </a:lnTo>
                  <a:lnTo>
                    <a:pt x="724315" y="1187582"/>
                  </a:lnTo>
                  <a:lnTo>
                    <a:pt x="726778" y="1187374"/>
                  </a:lnTo>
                  <a:lnTo>
                    <a:pt x="729242" y="1187120"/>
                  </a:lnTo>
                  <a:lnTo>
                    <a:pt x="731706" y="1186831"/>
                  </a:lnTo>
                  <a:lnTo>
                    <a:pt x="734169" y="1186521"/>
                  </a:lnTo>
                  <a:lnTo>
                    <a:pt x="736633" y="1186217"/>
                  </a:lnTo>
                  <a:lnTo>
                    <a:pt x="739097" y="1185952"/>
                  </a:lnTo>
                  <a:lnTo>
                    <a:pt x="741560" y="1185756"/>
                  </a:lnTo>
                  <a:lnTo>
                    <a:pt x="744024" y="1185651"/>
                  </a:lnTo>
                  <a:lnTo>
                    <a:pt x="746488" y="1185650"/>
                  </a:lnTo>
                  <a:lnTo>
                    <a:pt x="748951" y="1185753"/>
                  </a:lnTo>
                  <a:lnTo>
                    <a:pt x="751415" y="1185945"/>
                  </a:lnTo>
                  <a:lnTo>
                    <a:pt x="753879" y="1186204"/>
                  </a:lnTo>
                  <a:lnTo>
                    <a:pt x="756342" y="1186501"/>
                  </a:lnTo>
                  <a:lnTo>
                    <a:pt x="758806" y="1186808"/>
                  </a:lnTo>
                  <a:lnTo>
                    <a:pt x="761270" y="1187100"/>
                  </a:lnTo>
                  <a:lnTo>
                    <a:pt x="763733" y="1187358"/>
                  </a:lnTo>
                  <a:lnTo>
                    <a:pt x="766197" y="1187571"/>
                  </a:lnTo>
                  <a:lnTo>
                    <a:pt x="768661" y="1187738"/>
                  </a:lnTo>
                  <a:lnTo>
                    <a:pt x="771124" y="1187860"/>
                  </a:lnTo>
                  <a:lnTo>
                    <a:pt x="773588" y="1187944"/>
                  </a:lnTo>
                  <a:lnTo>
                    <a:pt x="776052" y="1187999"/>
                  </a:lnTo>
                  <a:lnTo>
                    <a:pt x="778515" y="1188034"/>
                  </a:lnTo>
                  <a:lnTo>
                    <a:pt x="780979" y="1188054"/>
                  </a:lnTo>
                  <a:lnTo>
                    <a:pt x="783443" y="1188067"/>
                  </a:lnTo>
                  <a:lnTo>
                    <a:pt x="785906" y="1188073"/>
                  </a:lnTo>
                  <a:lnTo>
                    <a:pt x="788370" y="1188077"/>
                  </a:lnTo>
                  <a:lnTo>
                    <a:pt x="790834" y="1188078"/>
                  </a:lnTo>
                  <a:lnTo>
                    <a:pt x="793297" y="1188079"/>
                  </a:lnTo>
                  <a:lnTo>
                    <a:pt x="795761" y="1188080"/>
                  </a:lnTo>
                  <a:lnTo>
                    <a:pt x="798225" y="1188080"/>
                  </a:lnTo>
                  <a:lnTo>
                    <a:pt x="800688" y="1188080"/>
                  </a:lnTo>
                  <a:lnTo>
                    <a:pt x="803152" y="1188080"/>
                  </a:lnTo>
                  <a:lnTo>
                    <a:pt x="805616" y="1188080"/>
                  </a:lnTo>
                  <a:lnTo>
                    <a:pt x="808079" y="1188080"/>
                  </a:lnTo>
                  <a:lnTo>
                    <a:pt x="810543" y="1188080"/>
                  </a:lnTo>
                  <a:lnTo>
                    <a:pt x="813006" y="1188080"/>
                  </a:lnTo>
                  <a:lnTo>
                    <a:pt x="815470" y="1188080"/>
                  </a:lnTo>
                  <a:lnTo>
                    <a:pt x="817934" y="1188080"/>
                  </a:lnTo>
                  <a:lnTo>
                    <a:pt x="820397" y="1188080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80"/>
                  </a:lnTo>
                  <a:lnTo>
                    <a:pt x="1111109" y="1188080"/>
                  </a:lnTo>
                  <a:lnTo>
                    <a:pt x="1113573" y="1188080"/>
                  </a:lnTo>
                  <a:lnTo>
                    <a:pt x="1116036" y="1188080"/>
                  </a:lnTo>
                  <a:lnTo>
                    <a:pt x="1118500" y="1188080"/>
                  </a:lnTo>
                  <a:lnTo>
                    <a:pt x="1120964" y="1188080"/>
                  </a:lnTo>
                  <a:lnTo>
                    <a:pt x="1123427" y="1188080"/>
                  </a:lnTo>
                  <a:lnTo>
                    <a:pt x="1125891" y="1188080"/>
                  </a:lnTo>
                  <a:lnTo>
                    <a:pt x="1128355" y="1188080"/>
                  </a:lnTo>
                  <a:lnTo>
                    <a:pt x="1130818" y="1188080"/>
                  </a:lnTo>
                  <a:lnTo>
                    <a:pt x="1133282" y="1188080"/>
                  </a:lnTo>
                  <a:lnTo>
                    <a:pt x="1135746" y="1188080"/>
                  </a:lnTo>
                  <a:lnTo>
                    <a:pt x="1138209" y="1188080"/>
                  </a:lnTo>
                  <a:lnTo>
                    <a:pt x="1140673" y="1188080"/>
                  </a:lnTo>
                  <a:lnTo>
                    <a:pt x="1143137" y="1188080"/>
                  </a:lnTo>
                  <a:lnTo>
                    <a:pt x="1145600" y="1188080"/>
                  </a:lnTo>
                  <a:lnTo>
                    <a:pt x="1148064" y="1188080"/>
                  </a:lnTo>
                  <a:lnTo>
                    <a:pt x="1150528" y="1188080"/>
                  </a:lnTo>
                  <a:lnTo>
                    <a:pt x="1152991" y="1188080"/>
                  </a:lnTo>
                  <a:lnTo>
                    <a:pt x="1155455" y="1188080"/>
                  </a:lnTo>
                  <a:lnTo>
                    <a:pt x="1157919" y="1188080"/>
                  </a:lnTo>
                  <a:lnTo>
                    <a:pt x="1160382" y="1188080"/>
                  </a:lnTo>
                  <a:lnTo>
                    <a:pt x="1162846" y="1188080"/>
                  </a:lnTo>
                  <a:lnTo>
                    <a:pt x="1165310" y="1188080"/>
                  </a:lnTo>
                  <a:lnTo>
                    <a:pt x="1167773" y="1188080"/>
                  </a:lnTo>
                  <a:lnTo>
                    <a:pt x="1170237" y="1188080"/>
                  </a:lnTo>
                  <a:lnTo>
                    <a:pt x="1172701" y="1188080"/>
                  </a:lnTo>
                  <a:lnTo>
                    <a:pt x="1175164" y="1188080"/>
                  </a:lnTo>
                  <a:lnTo>
                    <a:pt x="1177628" y="1188080"/>
                  </a:lnTo>
                  <a:lnTo>
                    <a:pt x="1180091" y="1188080"/>
                  </a:lnTo>
                  <a:lnTo>
                    <a:pt x="1182555" y="1188080"/>
                  </a:lnTo>
                  <a:lnTo>
                    <a:pt x="1185019" y="1188080"/>
                  </a:lnTo>
                  <a:lnTo>
                    <a:pt x="1187482" y="1188080"/>
                  </a:lnTo>
                  <a:lnTo>
                    <a:pt x="1189946" y="1188080"/>
                  </a:lnTo>
                  <a:lnTo>
                    <a:pt x="1192410" y="1188080"/>
                  </a:lnTo>
                  <a:lnTo>
                    <a:pt x="1194873" y="1188080"/>
                  </a:lnTo>
                  <a:lnTo>
                    <a:pt x="1197337" y="1188080"/>
                  </a:lnTo>
                  <a:lnTo>
                    <a:pt x="1199801" y="1188080"/>
                  </a:lnTo>
                  <a:lnTo>
                    <a:pt x="1202264" y="1188080"/>
                  </a:lnTo>
                  <a:lnTo>
                    <a:pt x="1204728" y="1188080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957616" y="5587230"/>
              <a:ext cx="1258929" cy="566667"/>
            </a:xfrm>
            <a:custGeom>
              <a:avLst/>
              <a:pathLst>
                <a:path w="1258929" h="566667">
                  <a:moveTo>
                    <a:pt x="0" y="566667"/>
                  </a:moveTo>
                  <a:lnTo>
                    <a:pt x="2463" y="566667"/>
                  </a:lnTo>
                  <a:lnTo>
                    <a:pt x="4927" y="566667"/>
                  </a:lnTo>
                  <a:lnTo>
                    <a:pt x="7390" y="566667"/>
                  </a:lnTo>
                  <a:lnTo>
                    <a:pt x="9854" y="566667"/>
                  </a:lnTo>
                  <a:lnTo>
                    <a:pt x="12318" y="566667"/>
                  </a:lnTo>
                  <a:lnTo>
                    <a:pt x="14781" y="566667"/>
                  </a:lnTo>
                  <a:lnTo>
                    <a:pt x="17245" y="566667"/>
                  </a:lnTo>
                  <a:lnTo>
                    <a:pt x="19709" y="566667"/>
                  </a:lnTo>
                  <a:lnTo>
                    <a:pt x="22172" y="566667"/>
                  </a:lnTo>
                  <a:lnTo>
                    <a:pt x="24636" y="566667"/>
                  </a:lnTo>
                  <a:lnTo>
                    <a:pt x="27100" y="566667"/>
                  </a:lnTo>
                  <a:lnTo>
                    <a:pt x="29563" y="566667"/>
                  </a:lnTo>
                  <a:lnTo>
                    <a:pt x="32027" y="566667"/>
                  </a:lnTo>
                  <a:lnTo>
                    <a:pt x="34491" y="566667"/>
                  </a:lnTo>
                  <a:lnTo>
                    <a:pt x="36954" y="566667"/>
                  </a:lnTo>
                  <a:lnTo>
                    <a:pt x="39418" y="566667"/>
                  </a:lnTo>
                  <a:lnTo>
                    <a:pt x="41882" y="566667"/>
                  </a:lnTo>
                  <a:lnTo>
                    <a:pt x="44345" y="566667"/>
                  </a:lnTo>
                  <a:lnTo>
                    <a:pt x="46809" y="566667"/>
                  </a:lnTo>
                  <a:lnTo>
                    <a:pt x="49273" y="566667"/>
                  </a:lnTo>
                  <a:lnTo>
                    <a:pt x="51736" y="566667"/>
                  </a:lnTo>
                  <a:lnTo>
                    <a:pt x="54200" y="566667"/>
                  </a:lnTo>
                  <a:lnTo>
                    <a:pt x="56664" y="566667"/>
                  </a:lnTo>
                  <a:lnTo>
                    <a:pt x="59127" y="566667"/>
                  </a:lnTo>
                  <a:lnTo>
                    <a:pt x="61591" y="566667"/>
                  </a:lnTo>
                  <a:lnTo>
                    <a:pt x="64055" y="566667"/>
                  </a:lnTo>
                  <a:lnTo>
                    <a:pt x="66518" y="566667"/>
                  </a:lnTo>
                  <a:lnTo>
                    <a:pt x="68982" y="566667"/>
                  </a:lnTo>
                  <a:lnTo>
                    <a:pt x="71446" y="566667"/>
                  </a:lnTo>
                  <a:lnTo>
                    <a:pt x="73909" y="566667"/>
                  </a:lnTo>
                  <a:lnTo>
                    <a:pt x="76373" y="566667"/>
                  </a:lnTo>
                  <a:lnTo>
                    <a:pt x="78837" y="566667"/>
                  </a:lnTo>
                  <a:lnTo>
                    <a:pt x="81300" y="566667"/>
                  </a:lnTo>
                  <a:lnTo>
                    <a:pt x="83764" y="566667"/>
                  </a:lnTo>
                  <a:lnTo>
                    <a:pt x="86228" y="566667"/>
                  </a:lnTo>
                  <a:lnTo>
                    <a:pt x="88691" y="566667"/>
                  </a:lnTo>
                  <a:lnTo>
                    <a:pt x="91155" y="566667"/>
                  </a:lnTo>
                  <a:lnTo>
                    <a:pt x="93618" y="566667"/>
                  </a:lnTo>
                  <a:lnTo>
                    <a:pt x="96082" y="566667"/>
                  </a:lnTo>
                  <a:lnTo>
                    <a:pt x="98546" y="566667"/>
                  </a:lnTo>
                  <a:lnTo>
                    <a:pt x="101009" y="566667"/>
                  </a:lnTo>
                  <a:lnTo>
                    <a:pt x="103473" y="566667"/>
                  </a:lnTo>
                  <a:lnTo>
                    <a:pt x="105937" y="566667"/>
                  </a:lnTo>
                  <a:lnTo>
                    <a:pt x="108400" y="566667"/>
                  </a:lnTo>
                  <a:lnTo>
                    <a:pt x="110864" y="566667"/>
                  </a:lnTo>
                  <a:lnTo>
                    <a:pt x="113328" y="566667"/>
                  </a:lnTo>
                  <a:lnTo>
                    <a:pt x="115791" y="566667"/>
                  </a:lnTo>
                  <a:lnTo>
                    <a:pt x="118255" y="566667"/>
                  </a:lnTo>
                  <a:lnTo>
                    <a:pt x="120719" y="566667"/>
                  </a:lnTo>
                  <a:lnTo>
                    <a:pt x="123182" y="566667"/>
                  </a:lnTo>
                  <a:lnTo>
                    <a:pt x="125646" y="566667"/>
                  </a:lnTo>
                  <a:lnTo>
                    <a:pt x="128110" y="566667"/>
                  </a:lnTo>
                  <a:lnTo>
                    <a:pt x="130573" y="566667"/>
                  </a:lnTo>
                  <a:lnTo>
                    <a:pt x="133037" y="566667"/>
                  </a:lnTo>
                  <a:lnTo>
                    <a:pt x="135501" y="566667"/>
                  </a:lnTo>
                  <a:lnTo>
                    <a:pt x="137964" y="566667"/>
                  </a:lnTo>
                  <a:lnTo>
                    <a:pt x="140428" y="566667"/>
                  </a:lnTo>
                  <a:lnTo>
                    <a:pt x="142892" y="566667"/>
                  </a:lnTo>
                  <a:lnTo>
                    <a:pt x="145355" y="566667"/>
                  </a:lnTo>
                  <a:lnTo>
                    <a:pt x="147819" y="566667"/>
                  </a:lnTo>
                  <a:lnTo>
                    <a:pt x="150283" y="566667"/>
                  </a:lnTo>
                  <a:lnTo>
                    <a:pt x="152746" y="566667"/>
                  </a:lnTo>
                  <a:lnTo>
                    <a:pt x="155210" y="566667"/>
                  </a:lnTo>
                  <a:lnTo>
                    <a:pt x="157674" y="566667"/>
                  </a:lnTo>
                  <a:lnTo>
                    <a:pt x="160137" y="566667"/>
                  </a:lnTo>
                  <a:lnTo>
                    <a:pt x="162601" y="566667"/>
                  </a:lnTo>
                  <a:lnTo>
                    <a:pt x="165065" y="566667"/>
                  </a:lnTo>
                  <a:lnTo>
                    <a:pt x="167528" y="566667"/>
                  </a:lnTo>
                  <a:lnTo>
                    <a:pt x="169992" y="566667"/>
                  </a:lnTo>
                  <a:lnTo>
                    <a:pt x="172456" y="566667"/>
                  </a:lnTo>
                  <a:lnTo>
                    <a:pt x="174919" y="566667"/>
                  </a:lnTo>
                  <a:lnTo>
                    <a:pt x="177383" y="566667"/>
                  </a:lnTo>
                  <a:lnTo>
                    <a:pt x="179847" y="566667"/>
                  </a:lnTo>
                  <a:lnTo>
                    <a:pt x="182310" y="566667"/>
                  </a:lnTo>
                  <a:lnTo>
                    <a:pt x="184774" y="566667"/>
                  </a:lnTo>
                  <a:lnTo>
                    <a:pt x="187237" y="566667"/>
                  </a:lnTo>
                  <a:lnTo>
                    <a:pt x="189701" y="566667"/>
                  </a:lnTo>
                  <a:lnTo>
                    <a:pt x="192165" y="566667"/>
                  </a:lnTo>
                  <a:lnTo>
                    <a:pt x="194628" y="566667"/>
                  </a:lnTo>
                  <a:lnTo>
                    <a:pt x="197092" y="566667"/>
                  </a:lnTo>
                  <a:lnTo>
                    <a:pt x="199556" y="566667"/>
                  </a:lnTo>
                  <a:lnTo>
                    <a:pt x="202019" y="566667"/>
                  </a:lnTo>
                  <a:lnTo>
                    <a:pt x="204483" y="566667"/>
                  </a:lnTo>
                  <a:lnTo>
                    <a:pt x="206947" y="566667"/>
                  </a:lnTo>
                  <a:lnTo>
                    <a:pt x="209410" y="566667"/>
                  </a:lnTo>
                  <a:lnTo>
                    <a:pt x="211874" y="566667"/>
                  </a:lnTo>
                  <a:lnTo>
                    <a:pt x="214338" y="566667"/>
                  </a:lnTo>
                  <a:lnTo>
                    <a:pt x="216801" y="566667"/>
                  </a:lnTo>
                  <a:lnTo>
                    <a:pt x="219265" y="566667"/>
                  </a:lnTo>
                  <a:lnTo>
                    <a:pt x="221729" y="566667"/>
                  </a:lnTo>
                  <a:lnTo>
                    <a:pt x="224192" y="566667"/>
                  </a:lnTo>
                  <a:lnTo>
                    <a:pt x="226656" y="566667"/>
                  </a:lnTo>
                  <a:lnTo>
                    <a:pt x="229120" y="566667"/>
                  </a:lnTo>
                  <a:lnTo>
                    <a:pt x="231583" y="566667"/>
                  </a:lnTo>
                  <a:lnTo>
                    <a:pt x="234047" y="566667"/>
                  </a:lnTo>
                  <a:lnTo>
                    <a:pt x="236511" y="566667"/>
                  </a:lnTo>
                  <a:lnTo>
                    <a:pt x="238974" y="566667"/>
                  </a:lnTo>
                  <a:lnTo>
                    <a:pt x="241438" y="566667"/>
                  </a:lnTo>
                  <a:lnTo>
                    <a:pt x="243902" y="566667"/>
                  </a:lnTo>
                  <a:lnTo>
                    <a:pt x="246365" y="566667"/>
                  </a:lnTo>
                  <a:lnTo>
                    <a:pt x="248829" y="566667"/>
                  </a:lnTo>
                  <a:lnTo>
                    <a:pt x="251293" y="566667"/>
                  </a:lnTo>
                  <a:lnTo>
                    <a:pt x="253756" y="566667"/>
                  </a:lnTo>
                  <a:lnTo>
                    <a:pt x="256220" y="566666"/>
                  </a:lnTo>
                  <a:lnTo>
                    <a:pt x="258684" y="566666"/>
                  </a:lnTo>
                  <a:lnTo>
                    <a:pt x="261147" y="566665"/>
                  </a:lnTo>
                  <a:lnTo>
                    <a:pt x="263611" y="566664"/>
                  </a:lnTo>
                  <a:lnTo>
                    <a:pt x="266075" y="566661"/>
                  </a:lnTo>
                  <a:lnTo>
                    <a:pt x="268538" y="566658"/>
                  </a:lnTo>
                  <a:lnTo>
                    <a:pt x="271002" y="566653"/>
                  </a:lnTo>
                  <a:lnTo>
                    <a:pt x="273465" y="566646"/>
                  </a:lnTo>
                  <a:lnTo>
                    <a:pt x="275929" y="566635"/>
                  </a:lnTo>
                  <a:lnTo>
                    <a:pt x="278393" y="566618"/>
                  </a:lnTo>
                  <a:lnTo>
                    <a:pt x="280856" y="566594"/>
                  </a:lnTo>
                  <a:lnTo>
                    <a:pt x="283320" y="566559"/>
                  </a:lnTo>
                  <a:lnTo>
                    <a:pt x="285784" y="566511"/>
                  </a:lnTo>
                  <a:lnTo>
                    <a:pt x="288247" y="566444"/>
                  </a:lnTo>
                  <a:lnTo>
                    <a:pt x="290711" y="566352"/>
                  </a:lnTo>
                  <a:lnTo>
                    <a:pt x="293175" y="566229"/>
                  </a:lnTo>
                  <a:lnTo>
                    <a:pt x="295638" y="566056"/>
                  </a:lnTo>
                  <a:lnTo>
                    <a:pt x="298102" y="565826"/>
                  </a:lnTo>
                  <a:lnTo>
                    <a:pt x="300566" y="565526"/>
                  </a:lnTo>
                  <a:lnTo>
                    <a:pt x="303029" y="565139"/>
                  </a:lnTo>
                  <a:lnTo>
                    <a:pt x="305493" y="564647"/>
                  </a:lnTo>
                  <a:lnTo>
                    <a:pt x="307957" y="564031"/>
                  </a:lnTo>
                  <a:lnTo>
                    <a:pt x="310420" y="563267"/>
                  </a:lnTo>
                  <a:lnTo>
                    <a:pt x="312884" y="562335"/>
                  </a:lnTo>
                  <a:lnTo>
                    <a:pt x="315348" y="561171"/>
                  </a:lnTo>
                  <a:lnTo>
                    <a:pt x="317811" y="559783"/>
                  </a:lnTo>
                  <a:lnTo>
                    <a:pt x="320275" y="558150"/>
                  </a:lnTo>
                  <a:lnTo>
                    <a:pt x="322739" y="556253"/>
                  </a:lnTo>
                  <a:lnTo>
                    <a:pt x="325202" y="554082"/>
                  </a:lnTo>
                  <a:lnTo>
                    <a:pt x="327666" y="551626"/>
                  </a:lnTo>
                  <a:lnTo>
                    <a:pt x="330130" y="548888"/>
                  </a:lnTo>
                  <a:lnTo>
                    <a:pt x="332593" y="545871"/>
                  </a:lnTo>
                  <a:lnTo>
                    <a:pt x="335057" y="542557"/>
                  </a:lnTo>
                  <a:lnTo>
                    <a:pt x="337521" y="539019"/>
                  </a:lnTo>
                  <a:lnTo>
                    <a:pt x="339984" y="535296"/>
                  </a:lnTo>
                  <a:lnTo>
                    <a:pt x="342448" y="531436"/>
                  </a:lnTo>
                  <a:lnTo>
                    <a:pt x="344912" y="527491"/>
                  </a:lnTo>
                  <a:lnTo>
                    <a:pt x="347375" y="523518"/>
                  </a:lnTo>
                  <a:lnTo>
                    <a:pt x="349839" y="519579"/>
                  </a:lnTo>
                  <a:lnTo>
                    <a:pt x="352303" y="515736"/>
                  </a:lnTo>
                  <a:lnTo>
                    <a:pt x="354766" y="512084"/>
                  </a:lnTo>
                  <a:lnTo>
                    <a:pt x="357230" y="508665"/>
                  </a:lnTo>
                  <a:lnTo>
                    <a:pt x="359694" y="505521"/>
                  </a:lnTo>
                  <a:lnTo>
                    <a:pt x="362157" y="502688"/>
                  </a:lnTo>
                  <a:lnTo>
                    <a:pt x="364621" y="500191"/>
                  </a:lnTo>
                  <a:lnTo>
                    <a:pt x="367084" y="498044"/>
                  </a:lnTo>
                  <a:lnTo>
                    <a:pt x="369548" y="496249"/>
                  </a:lnTo>
                  <a:lnTo>
                    <a:pt x="372012" y="494798"/>
                  </a:lnTo>
                  <a:lnTo>
                    <a:pt x="374475" y="493718"/>
                  </a:lnTo>
                  <a:lnTo>
                    <a:pt x="376939" y="492928"/>
                  </a:lnTo>
                  <a:lnTo>
                    <a:pt x="379403" y="492388"/>
                  </a:lnTo>
                  <a:lnTo>
                    <a:pt x="381866" y="492059"/>
                  </a:lnTo>
                  <a:lnTo>
                    <a:pt x="384330" y="491899"/>
                  </a:lnTo>
                  <a:lnTo>
                    <a:pt x="386794" y="491867"/>
                  </a:lnTo>
                  <a:lnTo>
                    <a:pt x="389257" y="491925"/>
                  </a:lnTo>
                  <a:lnTo>
                    <a:pt x="391721" y="492037"/>
                  </a:lnTo>
                  <a:lnTo>
                    <a:pt x="394185" y="492167"/>
                  </a:lnTo>
                  <a:lnTo>
                    <a:pt x="396648" y="492283"/>
                  </a:lnTo>
                  <a:lnTo>
                    <a:pt x="399112" y="492365"/>
                  </a:lnTo>
                  <a:lnTo>
                    <a:pt x="401576" y="492398"/>
                  </a:lnTo>
                  <a:lnTo>
                    <a:pt x="404039" y="492373"/>
                  </a:lnTo>
                  <a:lnTo>
                    <a:pt x="406503" y="492283"/>
                  </a:lnTo>
                  <a:lnTo>
                    <a:pt x="408967" y="492126"/>
                  </a:lnTo>
                  <a:lnTo>
                    <a:pt x="411430" y="491903"/>
                  </a:lnTo>
                  <a:lnTo>
                    <a:pt x="413894" y="491610"/>
                  </a:lnTo>
                  <a:lnTo>
                    <a:pt x="416358" y="491263"/>
                  </a:lnTo>
                  <a:lnTo>
                    <a:pt x="418821" y="490874"/>
                  </a:lnTo>
                  <a:lnTo>
                    <a:pt x="421285" y="490455"/>
                  </a:lnTo>
                  <a:lnTo>
                    <a:pt x="423749" y="490018"/>
                  </a:lnTo>
                  <a:lnTo>
                    <a:pt x="426212" y="489578"/>
                  </a:lnTo>
                  <a:lnTo>
                    <a:pt x="428676" y="489149"/>
                  </a:lnTo>
                  <a:lnTo>
                    <a:pt x="431140" y="488746"/>
                  </a:lnTo>
                  <a:lnTo>
                    <a:pt x="433603" y="488393"/>
                  </a:lnTo>
                  <a:lnTo>
                    <a:pt x="436067" y="488104"/>
                  </a:lnTo>
                  <a:lnTo>
                    <a:pt x="438531" y="487889"/>
                  </a:lnTo>
                  <a:lnTo>
                    <a:pt x="440994" y="487761"/>
                  </a:lnTo>
                  <a:lnTo>
                    <a:pt x="443458" y="487727"/>
                  </a:lnTo>
                  <a:lnTo>
                    <a:pt x="445922" y="487795"/>
                  </a:lnTo>
                  <a:lnTo>
                    <a:pt x="448385" y="487969"/>
                  </a:lnTo>
                  <a:lnTo>
                    <a:pt x="450849" y="488250"/>
                  </a:lnTo>
                  <a:lnTo>
                    <a:pt x="453312" y="488650"/>
                  </a:lnTo>
                  <a:lnTo>
                    <a:pt x="455776" y="489153"/>
                  </a:lnTo>
                  <a:lnTo>
                    <a:pt x="458240" y="489747"/>
                  </a:lnTo>
                  <a:lnTo>
                    <a:pt x="460703" y="490421"/>
                  </a:lnTo>
                  <a:lnTo>
                    <a:pt x="463167" y="491165"/>
                  </a:lnTo>
                  <a:lnTo>
                    <a:pt x="465631" y="491964"/>
                  </a:lnTo>
                  <a:lnTo>
                    <a:pt x="468094" y="492804"/>
                  </a:lnTo>
                  <a:lnTo>
                    <a:pt x="470558" y="493669"/>
                  </a:lnTo>
                  <a:lnTo>
                    <a:pt x="473022" y="494538"/>
                  </a:lnTo>
                  <a:lnTo>
                    <a:pt x="475485" y="495390"/>
                  </a:lnTo>
                  <a:lnTo>
                    <a:pt x="477949" y="496206"/>
                  </a:lnTo>
                  <a:lnTo>
                    <a:pt x="480413" y="496966"/>
                  </a:lnTo>
                  <a:lnTo>
                    <a:pt x="482876" y="497653"/>
                  </a:lnTo>
                  <a:lnTo>
                    <a:pt x="485340" y="498248"/>
                  </a:lnTo>
                  <a:lnTo>
                    <a:pt x="487804" y="498736"/>
                  </a:lnTo>
                  <a:lnTo>
                    <a:pt x="490267" y="499100"/>
                  </a:lnTo>
                  <a:lnTo>
                    <a:pt x="492731" y="499308"/>
                  </a:lnTo>
                  <a:lnTo>
                    <a:pt x="495195" y="499356"/>
                  </a:lnTo>
                  <a:lnTo>
                    <a:pt x="497658" y="499241"/>
                  </a:lnTo>
                  <a:lnTo>
                    <a:pt x="500122" y="498959"/>
                  </a:lnTo>
                  <a:lnTo>
                    <a:pt x="502586" y="498502"/>
                  </a:lnTo>
                  <a:lnTo>
                    <a:pt x="505049" y="497868"/>
                  </a:lnTo>
                  <a:lnTo>
                    <a:pt x="507513" y="497052"/>
                  </a:lnTo>
                  <a:lnTo>
                    <a:pt x="509977" y="496051"/>
                  </a:lnTo>
                  <a:lnTo>
                    <a:pt x="512440" y="494836"/>
                  </a:lnTo>
                  <a:lnTo>
                    <a:pt x="514904" y="493409"/>
                  </a:lnTo>
                  <a:lnTo>
                    <a:pt x="517368" y="491763"/>
                  </a:lnTo>
                  <a:lnTo>
                    <a:pt x="519831" y="489877"/>
                  </a:lnTo>
                  <a:lnTo>
                    <a:pt x="522295" y="487724"/>
                  </a:lnTo>
                  <a:lnTo>
                    <a:pt x="524759" y="485271"/>
                  </a:lnTo>
                  <a:lnTo>
                    <a:pt x="527222" y="482475"/>
                  </a:lnTo>
                  <a:lnTo>
                    <a:pt x="529686" y="479288"/>
                  </a:lnTo>
                  <a:lnTo>
                    <a:pt x="532150" y="475597"/>
                  </a:lnTo>
                  <a:lnTo>
                    <a:pt x="534613" y="471346"/>
                  </a:lnTo>
                  <a:lnTo>
                    <a:pt x="537077" y="466496"/>
                  </a:lnTo>
                  <a:lnTo>
                    <a:pt x="539541" y="460977"/>
                  </a:lnTo>
                  <a:lnTo>
                    <a:pt x="542004" y="454722"/>
                  </a:lnTo>
                  <a:lnTo>
                    <a:pt x="544468" y="447668"/>
                  </a:lnTo>
                  <a:lnTo>
                    <a:pt x="546931" y="439752"/>
                  </a:lnTo>
                  <a:lnTo>
                    <a:pt x="549395" y="430922"/>
                  </a:lnTo>
                  <a:lnTo>
                    <a:pt x="551859" y="421026"/>
                  </a:lnTo>
                  <a:lnTo>
                    <a:pt x="554322" y="410061"/>
                  </a:lnTo>
                  <a:lnTo>
                    <a:pt x="556786" y="398067"/>
                  </a:lnTo>
                  <a:lnTo>
                    <a:pt x="559250" y="385035"/>
                  </a:lnTo>
                  <a:lnTo>
                    <a:pt x="561713" y="370968"/>
                  </a:lnTo>
                  <a:lnTo>
                    <a:pt x="564177" y="355879"/>
                  </a:lnTo>
                  <a:lnTo>
                    <a:pt x="566641" y="339794"/>
                  </a:lnTo>
                  <a:lnTo>
                    <a:pt x="569104" y="322750"/>
                  </a:lnTo>
                  <a:lnTo>
                    <a:pt x="571568" y="304715"/>
                  </a:lnTo>
                  <a:lnTo>
                    <a:pt x="574032" y="285804"/>
                  </a:lnTo>
                  <a:lnTo>
                    <a:pt x="576495" y="266164"/>
                  </a:lnTo>
                  <a:lnTo>
                    <a:pt x="578959" y="245898"/>
                  </a:lnTo>
                  <a:lnTo>
                    <a:pt x="581423" y="225127"/>
                  </a:lnTo>
                  <a:lnTo>
                    <a:pt x="583886" y="203987"/>
                  </a:lnTo>
                  <a:lnTo>
                    <a:pt x="586350" y="182637"/>
                  </a:lnTo>
                  <a:lnTo>
                    <a:pt x="588814" y="161254"/>
                  </a:lnTo>
                  <a:lnTo>
                    <a:pt x="591277" y="140082"/>
                  </a:lnTo>
                  <a:lnTo>
                    <a:pt x="593741" y="119408"/>
                  </a:lnTo>
                  <a:lnTo>
                    <a:pt x="596205" y="99472"/>
                  </a:lnTo>
                  <a:lnTo>
                    <a:pt x="598668" y="80539"/>
                  </a:lnTo>
                  <a:lnTo>
                    <a:pt x="601132" y="62889"/>
                  </a:lnTo>
                  <a:lnTo>
                    <a:pt x="603596" y="46804"/>
                  </a:lnTo>
                  <a:lnTo>
                    <a:pt x="606059" y="32567"/>
                  </a:lnTo>
                  <a:lnTo>
                    <a:pt x="608523" y="20455"/>
                  </a:lnTo>
                  <a:lnTo>
                    <a:pt x="610987" y="10968"/>
                  </a:lnTo>
                  <a:lnTo>
                    <a:pt x="613450" y="4376"/>
                  </a:lnTo>
                  <a:lnTo>
                    <a:pt x="615914" y="674"/>
                  </a:lnTo>
                  <a:lnTo>
                    <a:pt x="618378" y="0"/>
                  </a:lnTo>
                  <a:lnTo>
                    <a:pt x="620841" y="2442"/>
                  </a:lnTo>
                  <a:lnTo>
                    <a:pt x="623305" y="8037"/>
                  </a:lnTo>
                  <a:lnTo>
                    <a:pt x="625769" y="16763"/>
                  </a:lnTo>
                  <a:lnTo>
                    <a:pt x="628232" y="28543"/>
                  </a:lnTo>
                  <a:lnTo>
                    <a:pt x="630696" y="43461"/>
                  </a:lnTo>
                  <a:lnTo>
                    <a:pt x="633159" y="61249"/>
                  </a:lnTo>
                  <a:lnTo>
                    <a:pt x="635623" y="81396"/>
                  </a:lnTo>
                  <a:lnTo>
                    <a:pt x="638087" y="103593"/>
                  </a:lnTo>
                  <a:lnTo>
                    <a:pt x="640550" y="127507"/>
                  </a:lnTo>
                  <a:lnTo>
                    <a:pt x="643014" y="152782"/>
                  </a:lnTo>
                  <a:lnTo>
                    <a:pt x="645478" y="179053"/>
                  </a:lnTo>
                  <a:lnTo>
                    <a:pt x="647941" y="205952"/>
                  </a:lnTo>
                  <a:lnTo>
                    <a:pt x="650405" y="233105"/>
                  </a:lnTo>
                  <a:lnTo>
                    <a:pt x="652869" y="260075"/>
                  </a:lnTo>
                  <a:lnTo>
                    <a:pt x="655332" y="286542"/>
                  </a:lnTo>
                  <a:lnTo>
                    <a:pt x="657796" y="312238"/>
                  </a:lnTo>
                  <a:lnTo>
                    <a:pt x="660260" y="336933"/>
                  </a:lnTo>
                  <a:lnTo>
                    <a:pt x="662723" y="360432"/>
                  </a:lnTo>
                  <a:lnTo>
                    <a:pt x="665187" y="382582"/>
                  </a:lnTo>
                  <a:lnTo>
                    <a:pt x="667651" y="403267"/>
                  </a:lnTo>
                  <a:lnTo>
                    <a:pt x="670114" y="422292"/>
                  </a:lnTo>
                  <a:lnTo>
                    <a:pt x="672578" y="439582"/>
                  </a:lnTo>
                  <a:lnTo>
                    <a:pt x="675042" y="455289"/>
                  </a:lnTo>
                  <a:lnTo>
                    <a:pt x="677505" y="469447"/>
                  </a:lnTo>
                  <a:lnTo>
                    <a:pt x="679969" y="482107"/>
                  </a:lnTo>
                  <a:lnTo>
                    <a:pt x="682433" y="493341"/>
                  </a:lnTo>
                  <a:lnTo>
                    <a:pt x="684896" y="503230"/>
                  </a:lnTo>
                  <a:lnTo>
                    <a:pt x="687360" y="511869"/>
                  </a:lnTo>
                  <a:lnTo>
                    <a:pt x="689824" y="519287"/>
                  </a:lnTo>
                  <a:lnTo>
                    <a:pt x="692287" y="525583"/>
                  </a:lnTo>
                  <a:lnTo>
                    <a:pt x="694751" y="530972"/>
                  </a:lnTo>
                  <a:lnTo>
                    <a:pt x="697215" y="535550"/>
                  </a:lnTo>
                  <a:lnTo>
                    <a:pt x="699678" y="539410"/>
                  </a:lnTo>
                  <a:lnTo>
                    <a:pt x="702142" y="542637"/>
                  </a:lnTo>
                  <a:lnTo>
                    <a:pt x="704606" y="545310"/>
                  </a:lnTo>
                  <a:lnTo>
                    <a:pt x="707069" y="547500"/>
                  </a:lnTo>
                  <a:lnTo>
                    <a:pt x="709533" y="549251"/>
                  </a:lnTo>
                  <a:lnTo>
                    <a:pt x="711997" y="550616"/>
                  </a:lnTo>
                  <a:lnTo>
                    <a:pt x="714460" y="551685"/>
                  </a:lnTo>
                  <a:lnTo>
                    <a:pt x="716924" y="552497"/>
                  </a:lnTo>
                  <a:lnTo>
                    <a:pt x="719388" y="553087"/>
                  </a:lnTo>
                  <a:lnTo>
                    <a:pt x="721851" y="553485"/>
                  </a:lnTo>
                  <a:lnTo>
                    <a:pt x="724315" y="553718"/>
                  </a:lnTo>
                  <a:lnTo>
                    <a:pt x="726778" y="553810"/>
                  </a:lnTo>
                  <a:lnTo>
                    <a:pt x="729242" y="553776"/>
                  </a:lnTo>
                  <a:lnTo>
                    <a:pt x="731706" y="553635"/>
                  </a:lnTo>
                  <a:lnTo>
                    <a:pt x="734169" y="553418"/>
                  </a:lnTo>
                  <a:lnTo>
                    <a:pt x="736633" y="553138"/>
                  </a:lnTo>
                  <a:lnTo>
                    <a:pt x="739097" y="552811"/>
                  </a:lnTo>
                  <a:lnTo>
                    <a:pt x="741560" y="552447"/>
                  </a:lnTo>
                  <a:lnTo>
                    <a:pt x="744024" y="552057"/>
                  </a:lnTo>
                  <a:lnTo>
                    <a:pt x="746488" y="551649"/>
                  </a:lnTo>
                  <a:lnTo>
                    <a:pt x="748951" y="551231"/>
                  </a:lnTo>
                  <a:lnTo>
                    <a:pt x="751415" y="550806"/>
                  </a:lnTo>
                  <a:lnTo>
                    <a:pt x="753879" y="550375"/>
                  </a:lnTo>
                  <a:lnTo>
                    <a:pt x="756342" y="549938"/>
                  </a:lnTo>
                  <a:lnTo>
                    <a:pt x="758806" y="549489"/>
                  </a:lnTo>
                  <a:lnTo>
                    <a:pt x="761270" y="549024"/>
                  </a:lnTo>
                  <a:lnTo>
                    <a:pt x="763733" y="548535"/>
                  </a:lnTo>
                  <a:lnTo>
                    <a:pt x="766197" y="548013"/>
                  </a:lnTo>
                  <a:lnTo>
                    <a:pt x="768661" y="547444"/>
                  </a:lnTo>
                  <a:lnTo>
                    <a:pt x="771124" y="546811"/>
                  </a:lnTo>
                  <a:lnTo>
                    <a:pt x="773588" y="546106"/>
                  </a:lnTo>
                  <a:lnTo>
                    <a:pt x="776052" y="545319"/>
                  </a:lnTo>
                  <a:lnTo>
                    <a:pt x="778515" y="544438"/>
                  </a:lnTo>
                  <a:lnTo>
                    <a:pt x="780979" y="543452"/>
                  </a:lnTo>
                  <a:lnTo>
                    <a:pt x="783443" y="542353"/>
                  </a:lnTo>
                  <a:lnTo>
                    <a:pt x="785906" y="541133"/>
                  </a:lnTo>
                  <a:lnTo>
                    <a:pt x="788370" y="539779"/>
                  </a:lnTo>
                  <a:lnTo>
                    <a:pt x="790834" y="538279"/>
                  </a:lnTo>
                  <a:lnTo>
                    <a:pt x="793297" y="536646"/>
                  </a:lnTo>
                  <a:lnTo>
                    <a:pt x="795761" y="534885"/>
                  </a:lnTo>
                  <a:lnTo>
                    <a:pt x="798225" y="533002"/>
                  </a:lnTo>
                  <a:lnTo>
                    <a:pt x="800688" y="531006"/>
                  </a:lnTo>
                  <a:lnTo>
                    <a:pt x="803152" y="528909"/>
                  </a:lnTo>
                  <a:lnTo>
                    <a:pt x="805616" y="526727"/>
                  </a:lnTo>
                  <a:lnTo>
                    <a:pt x="808079" y="524475"/>
                  </a:lnTo>
                  <a:lnTo>
                    <a:pt x="810543" y="522177"/>
                  </a:lnTo>
                  <a:lnTo>
                    <a:pt x="813006" y="519867"/>
                  </a:lnTo>
                  <a:lnTo>
                    <a:pt x="815470" y="517568"/>
                  </a:lnTo>
                  <a:lnTo>
                    <a:pt x="817934" y="515310"/>
                  </a:lnTo>
                  <a:lnTo>
                    <a:pt x="820397" y="513117"/>
                  </a:lnTo>
                  <a:lnTo>
                    <a:pt x="822861" y="511016"/>
                  </a:lnTo>
                  <a:lnTo>
                    <a:pt x="825325" y="509034"/>
                  </a:lnTo>
                  <a:lnTo>
                    <a:pt x="827788" y="507199"/>
                  </a:lnTo>
                  <a:lnTo>
                    <a:pt x="830252" y="505554"/>
                  </a:lnTo>
                  <a:lnTo>
                    <a:pt x="832716" y="504099"/>
                  </a:lnTo>
                  <a:lnTo>
                    <a:pt x="835179" y="502845"/>
                  </a:lnTo>
                  <a:lnTo>
                    <a:pt x="837643" y="501803"/>
                  </a:lnTo>
                  <a:lnTo>
                    <a:pt x="840107" y="500979"/>
                  </a:lnTo>
                  <a:lnTo>
                    <a:pt x="842570" y="500375"/>
                  </a:lnTo>
                  <a:lnTo>
                    <a:pt x="845034" y="499989"/>
                  </a:lnTo>
                  <a:lnTo>
                    <a:pt x="847498" y="499821"/>
                  </a:lnTo>
                  <a:lnTo>
                    <a:pt x="849961" y="499881"/>
                  </a:lnTo>
                  <a:lnTo>
                    <a:pt x="852425" y="500126"/>
                  </a:lnTo>
                  <a:lnTo>
                    <a:pt x="854889" y="500541"/>
                  </a:lnTo>
                  <a:lnTo>
                    <a:pt x="857352" y="501106"/>
                  </a:lnTo>
                  <a:lnTo>
                    <a:pt x="859816" y="501804"/>
                  </a:lnTo>
                  <a:lnTo>
                    <a:pt x="862280" y="502617"/>
                  </a:lnTo>
                  <a:lnTo>
                    <a:pt x="864743" y="503527"/>
                  </a:lnTo>
                  <a:lnTo>
                    <a:pt x="867207" y="504518"/>
                  </a:lnTo>
                  <a:lnTo>
                    <a:pt x="869671" y="505582"/>
                  </a:lnTo>
                  <a:lnTo>
                    <a:pt x="872134" y="506696"/>
                  </a:lnTo>
                  <a:lnTo>
                    <a:pt x="874598" y="507853"/>
                  </a:lnTo>
                  <a:lnTo>
                    <a:pt x="877062" y="509050"/>
                  </a:lnTo>
                  <a:lnTo>
                    <a:pt x="879525" y="510285"/>
                  </a:lnTo>
                  <a:lnTo>
                    <a:pt x="881989" y="511561"/>
                  </a:lnTo>
                  <a:lnTo>
                    <a:pt x="884453" y="512883"/>
                  </a:lnTo>
                  <a:lnTo>
                    <a:pt x="886916" y="514257"/>
                  </a:lnTo>
                  <a:lnTo>
                    <a:pt x="889380" y="515704"/>
                  </a:lnTo>
                  <a:lnTo>
                    <a:pt x="891844" y="517222"/>
                  </a:lnTo>
                  <a:lnTo>
                    <a:pt x="894307" y="518821"/>
                  </a:lnTo>
                  <a:lnTo>
                    <a:pt x="896771" y="520506"/>
                  </a:lnTo>
                  <a:lnTo>
                    <a:pt x="899235" y="522281"/>
                  </a:lnTo>
                  <a:lnTo>
                    <a:pt x="901698" y="524148"/>
                  </a:lnTo>
                  <a:lnTo>
                    <a:pt x="904162" y="526104"/>
                  </a:lnTo>
                  <a:lnTo>
                    <a:pt x="906625" y="528146"/>
                  </a:lnTo>
                  <a:lnTo>
                    <a:pt x="909089" y="530274"/>
                  </a:lnTo>
                  <a:lnTo>
                    <a:pt x="911553" y="532460"/>
                  </a:lnTo>
                  <a:lnTo>
                    <a:pt x="914016" y="534689"/>
                  </a:lnTo>
                  <a:lnTo>
                    <a:pt x="916480" y="536943"/>
                  </a:lnTo>
                  <a:lnTo>
                    <a:pt x="918944" y="539202"/>
                  </a:lnTo>
                  <a:lnTo>
                    <a:pt x="921407" y="541446"/>
                  </a:lnTo>
                  <a:lnTo>
                    <a:pt x="923871" y="543657"/>
                  </a:lnTo>
                  <a:lnTo>
                    <a:pt x="926335" y="545813"/>
                  </a:lnTo>
                  <a:lnTo>
                    <a:pt x="928798" y="547882"/>
                  </a:lnTo>
                  <a:lnTo>
                    <a:pt x="931262" y="549857"/>
                  </a:lnTo>
                  <a:lnTo>
                    <a:pt x="933726" y="551726"/>
                  </a:lnTo>
                  <a:lnTo>
                    <a:pt x="936189" y="553479"/>
                  </a:lnTo>
                  <a:lnTo>
                    <a:pt x="938653" y="555109"/>
                  </a:lnTo>
                  <a:lnTo>
                    <a:pt x="941117" y="556610"/>
                  </a:lnTo>
                  <a:lnTo>
                    <a:pt x="943580" y="557981"/>
                  </a:lnTo>
                  <a:lnTo>
                    <a:pt x="946044" y="559221"/>
                  </a:lnTo>
                  <a:lnTo>
                    <a:pt x="948508" y="560314"/>
                  </a:lnTo>
                  <a:lnTo>
                    <a:pt x="950971" y="561285"/>
                  </a:lnTo>
                  <a:lnTo>
                    <a:pt x="953435" y="562141"/>
                  </a:lnTo>
                  <a:lnTo>
                    <a:pt x="955899" y="562890"/>
                  </a:lnTo>
                  <a:lnTo>
                    <a:pt x="958362" y="563539"/>
                  </a:lnTo>
                  <a:lnTo>
                    <a:pt x="960826" y="564097"/>
                  </a:lnTo>
                  <a:lnTo>
                    <a:pt x="963290" y="564573"/>
                  </a:lnTo>
                  <a:lnTo>
                    <a:pt x="965753" y="564975"/>
                  </a:lnTo>
                  <a:lnTo>
                    <a:pt x="968217" y="565303"/>
                  </a:lnTo>
                  <a:lnTo>
                    <a:pt x="970681" y="565577"/>
                  </a:lnTo>
                  <a:lnTo>
                    <a:pt x="973144" y="565803"/>
                  </a:lnTo>
                  <a:lnTo>
                    <a:pt x="975608" y="565988"/>
                  </a:lnTo>
                  <a:lnTo>
                    <a:pt x="978072" y="566138"/>
                  </a:lnTo>
                  <a:lnTo>
                    <a:pt x="980535" y="566259"/>
                  </a:lnTo>
                  <a:lnTo>
                    <a:pt x="982999" y="566356"/>
                  </a:lnTo>
                  <a:lnTo>
                    <a:pt x="985463" y="566432"/>
                  </a:lnTo>
                  <a:lnTo>
                    <a:pt x="987926" y="566489"/>
                  </a:lnTo>
                  <a:lnTo>
                    <a:pt x="990390" y="566534"/>
                  </a:lnTo>
                  <a:lnTo>
                    <a:pt x="992853" y="566568"/>
                  </a:lnTo>
                  <a:lnTo>
                    <a:pt x="995317" y="566595"/>
                  </a:lnTo>
                  <a:lnTo>
                    <a:pt x="997781" y="566615"/>
                  </a:lnTo>
                  <a:lnTo>
                    <a:pt x="1000244" y="566629"/>
                  </a:lnTo>
                  <a:lnTo>
                    <a:pt x="1002708" y="566640"/>
                  </a:lnTo>
                  <a:lnTo>
                    <a:pt x="1005172" y="566648"/>
                  </a:lnTo>
                  <a:lnTo>
                    <a:pt x="1007635" y="566654"/>
                  </a:lnTo>
                  <a:lnTo>
                    <a:pt x="1010099" y="566658"/>
                  </a:lnTo>
                  <a:lnTo>
                    <a:pt x="1012563" y="566661"/>
                  </a:lnTo>
                  <a:lnTo>
                    <a:pt x="1015026" y="566663"/>
                  </a:lnTo>
                  <a:lnTo>
                    <a:pt x="1017490" y="566664"/>
                  </a:lnTo>
                  <a:lnTo>
                    <a:pt x="1019954" y="566665"/>
                  </a:lnTo>
                  <a:lnTo>
                    <a:pt x="1022417" y="566666"/>
                  </a:lnTo>
                  <a:lnTo>
                    <a:pt x="1024881" y="566666"/>
                  </a:lnTo>
                  <a:lnTo>
                    <a:pt x="1027345" y="566667"/>
                  </a:lnTo>
                  <a:lnTo>
                    <a:pt x="1029808" y="566667"/>
                  </a:lnTo>
                  <a:lnTo>
                    <a:pt x="1032272" y="566667"/>
                  </a:lnTo>
                  <a:lnTo>
                    <a:pt x="1034736" y="566667"/>
                  </a:lnTo>
                  <a:lnTo>
                    <a:pt x="1037199" y="566667"/>
                  </a:lnTo>
                  <a:lnTo>
                    <a:pt x="1039663" y="566667"/>
                  </a:lnTo>
                  <a:lnTo>
                    <a:pt x="1042127" y="566667"/>
                  </a:lnTo>
                  <a:lnTo>
                    <a:pt x="1044590" y="566667"/>
                  </a:lnTo>
                  <a:lnTo>
                    <a:pt x="1047054" y="566667"/>
                  </a:lnTo>
                  <a:lnTo>
                    <a:pt x="1049518" y="566667"/>
                  </a:lnTo>
                  <a:lnTo>
                    <a:pt x="1051981" y="566667"/>
                  </a:lnTo>
                  <a:lnTo>
                    <a:pt x="1054445" y="566667"/>
                  </a:lnTo>
                  <a:lnTo>
                    <a:pt x="1056909" y="566667"/>
                  </a:lnTo>
                  <a:lnTo>
                    <a:pt x="1059372" y="566667"/>
                  </a:lnTo>
                  <a:lnTo>
                    <a:pt x="1061836" y="566667"/>
                  </a:lnTo>
                  <a:lnTo>
                    <a:pt x="1064300" y="566667"/>
                  </a:lnTo>
                  <a:lnTo>
                    <a:pt x="1066763" y="566667"/>
                  </a:lnTo>
                  <a:lnTo>
                    <a:pt x="1069227" y="566667"/>
                  </a:lnTo>
                  <a:lnTo>
                    <a:pt x="1071691" y="566667"/>
                  </a:lnTo>
                  <a:lnTo>
                    <a:pt x="1074154" y="566667"/>
                  </a:lnTo>
                  <a:lnTo>
                    <a:pt x="1076618" y="566667"/>
                  </a:lnTo>
                  <a:lnTo>
                    <a:pt x="1079082" y="566667"/>
                  </a:lnTo>
                  <a:lnTo>
                    <a:pt x="1081545" y="566667"/>
                  </a:lnTo>
                  <a:lnTo>
                    <a:pt x="1084009" y="566667"/>
                  </a:lnTo>
                  <a:lnTo>
                    <a:pt x="1086472" y="566667"/>
                  </a:lnTo>
                  <a:lnTo>
                    <a:pt x="1088936" y="566667"/>
                  </a:lnTo>
                  <a:lnTo>
                    <a:pt x="1091400" y="566667"/>
                  </a:lnTo>
                  <a:lnTo>
                    <a:pt x="1093863" y="566667"/>
                  </a:lnTo>
                  <a:lnTo>
                    <a:pt x="1096327" y="566667"/>
                  </a:lnTo>
                  <a:lnTo>
                    <a:pt x="1098791" y="566667"/>
                  </a:lnTo>
                  <a:lnTo>
                    <a:pt x="1101254" y="566667"/>
                  </a:lnTo>
                  <a:lnTo>
                    <a:pt x="1103718" y="566667"/>
                  </a:lnTo>
                  <a:lnTo>
                    <a:pt x="1106182" y="566667"/>
                  </a:lnTo>
                  <a:lnTo>
                    <a:pt x="1108645" y="566667"/>
                  </a:lnTo>
                  <a:lnTo>
                    <a:pt x="1111109" y="566667"/>
                  </a:lnTo>
                  <a:lnTo>
                    <a:pt x="1113573" y="566667"/>
                  </a:lnTo>
                  <a:lnTo>
                    <a:pt x="1116036" y="566667"/>
                  </a:lnTo>
                  <a:lnTo>
                    <a:pt x="1118500" y="566667"/>
                  </a:lnTo>
                  <a:lnTo>
                    <a:pt x="1120964" y="566667"/>
                  </a:lnTo>
                  <a:lnTo>
                    <a:pt x="1123427" y="566667"/>
                  </a:lnTo>
                  <a:lnTo>
                    <a:pt x="1125891" y="566667"/>
                  </a:lnTo>
                  <a:lnTo>
                    <a:pt x="1128355" y="566667"/>
                  </a:lnTo>
                  <a:lnTo>
                    <a:pt x="1130818" y="566667"/>
                  </a:lnTo>
                  <a:lnTo>
                    <a:pt x="1133282" y="566667"/>
                  </a:lnTo>
                  <a:lnTo>
                    <a:pt x="1135746" y="566667"/>
                  </a:lnTo>
                  <a:lnTo>
                    <a:pt x="1138209" y="566667"/>
                  </a:lnTo>
                  <a:lnTo>
                    <a:pt x="1140673" y="566667"/>
                  </a:lnTo>
                  <a:lnTo>
                    <a:pt x="1143137" y="566667"/>
                  </a:lnTo>
                  <a:lnTo>
                    <a:pt x="1145600" y="566667"/>
                  </a:lnTo>
                  <a:lnTo>
                    <a:pt x="1148064" y="566667"/>
                  </a:lnTo>
                  <a:lnTo>
                    <a:pt x="1150528" y="566667"/>
                  </a:lnTo>
                  <a:lnTo>
                    <a:pt x="1152991" y="566667"/>
                  </a:lnTo>
                  <a:lnTo>
                    <a:pt x="1155455" y="566667"/>
                  </a:lnTo>
                  <a:lnTo>
                    <a:pt x="1157919" y="566667"/>
                  </a:lnTo>
                  <a:lnTo>
                    <a:pt x="1160382" y="566667"/>
                  </a:lnTo>
                  <a:lnTo>
                    <a:pt x="1162846" y="566667"/>
                  </a:lnTo>
                  <a:lnTo>
                    <a:pt x="1165310" y="566667"/>
                  </a:lnTo>
                  <a:lnTo>
                    <a:pt x="1167773" y="566667"/>
                  </a:lnTo>
                  <a:lnTo>
                    <a:pt x="1170237" y="566667"/>
                  </a:lnTo>
                  <a:lnTo>
                    <a:pt x="1172701" y="566667"/>
                  </a:lnTo>
                  <a:lnTo>
                    <a:pt x="1175164" y="566667"/>
                  </a:lnTo>
                  <a:lnTo>
                    <a:pt x="1177628" y="566667"/>
                  </a:lnTo>
                  <a:lnTo>
                    <a:pt x="1180091" y="566667"/>
                  </a:lnTo>
                  <a:lnTo>
                    <a:pt x="1182555" y="566667"/>
                  </a:lnTo>
                  <a:lnTo>
                    <a:pt x="1185019" y="566667"/>
                  </a:lnTo>
                  <a:lnTo>
                    <a:pt x="1187482" y="566667"/>
                  </a:lnTo>
                  <a:lnTo>
                    <a:pt x="1189946" y="566667"/>
                  </a:lnTo>
                  <a:lnTo>
                    <a:pt x="1192410" y="566667"/>
                  </a:lnTo>
                  <a:lnTo>
                    <a:pt x="1194873" y="566667"/>
                  </a:lnTo>
                  <a:lnTo>
                    <a:pt x="1197337" y="566667"/>
                  </a:lnTo>
                  <a:lnTo>
                    <a:pt x="1199801" y="566667"/>
                  </a:lnTo>
                  <a:lnTo>
                    <a:pt x="1202264" y="566667"/>
                  </a:lnTo>
                  <a:lnTo>
                    <a:pt x="1204728" y="566667"/>
                  </a:lnTo>
                  <a:lnTo>
                    <a:pt x="1207192" y="566667"/>
                  </a:lnTo>
                  <a:lnTo>
                    <a:pt x="1209655" y="566667"/>
                  </a:lnTo>
                  <a:lnTo>
                    <a:pt x="1212119" y="566667"/>
                  </a:lnTo>
                  <a:lnTo>
                    <a:pt x="1214583" y="566667"/>
                  </a:lnTo>
                  <a:lnTo>
                    <a:pt x="1217046" y="566667"/>
                  </a:lnTo>
                  <a:lnTo>
                    <a:pt x="1219510" y="566667"/>
                  </a:lnTo>
                  <a:lnTo>
                    <a:pt x="1221974" y="566667"/>
                  </a:lnTo>
                  <a:lnTo>
                    <a:pt x="1224437" y="566667"/>
                  </a:lnTo>
                  <a:lnTo>
                    <a:pt x="1226901" y="566667"/>
                  </a:lnTo>
                  <a:lnTo>
                    <a:pt x="1229365" y="566667"/>
                  </a:lnTo>
                  <a:lnTo>
                    <a:pt x="1231828" y="566667"/>
                  </a:lnTo>
                  <a:lnTo>
                    <a:pt x="1234292" y="566667"/>
                  </a:lnTo>
                  <a:lnTo>
                    <a:pt x="1236756" y="566667"/>
                  </a:lnTo>
                  <a:lnTo>
                    <a:pt x="1239219" y="566667"/>
                  </a:lnTo>
                  <a:lnTo>
                    <a:pt x="1241683" y="566667"/>
                  </a:lnTo>
                  <a:lnTo>
                    <a:pt x="1244147" y="566667"/>
                  </a:lnTo>
                  <a:lnTo>
                    <a:pt x="1246610" y="566667"/>
                  </a:lnTo>
                  <a:lnTo>
                    <a:pt x="1249074" y="566667"/>
                  </a:lnTo>
                  <a:lnTo>
                    <a:pt x="1251538" y="566667"/>
                  </a:lnTo>
                  <a:lnTo>
                    <a:pt x="1254001" y="566667"/>
                  </a:lnTo>
                  <a:lnTo>
                    <a:pt x="1256465" y="566667"/>
                  </a:lnTo>
                  <a:lnTo>
                    <a:pt x="1258929" y="566667"/>
                  </a:lnTo>
                  <a:lnTo>
                    <a:pt x="1256465" y="566667"/>
                  </a:lnTo>
                  <a:lnTo>
                    <a:pt x="1254001" y="566667"/>
                  </a:lnTo>
                  <a:lnTo>
                    <a:pt x="1251538" y="566667"/>
                  </a:lnTo>
                  <a:lnTo>
                    <a:pt x="1249074" y="566667"/>
                  </a:lnTo>
                  <a:lnTo>
                    <a:pt x="1246610" y="566667"/>
                  </a:lnTo>
                  <a:lnTo>
                    <a:pt x="1244147" y="566667"/>
                  </a:lnTo>
                  <a:lnTo>
                    <a:pt x="1241683" y="566667"/>
                  </a:lnTo>
                  <a:lnTo>
                    <a:pt x="1239219" y="566667"/>
                  </a:lnTo>
                  <a:lnTo>
                    <a:pt x="1236756" y="566667"/>
                  </a:lnTo>
                  <a:lnTo>
                    <a:pt x="1234292" y="566667"/>
                  </a:lnTo>
                  <a:lnTo>
                    <a:pt x="1231828" y="566667"/>
                  </a:lnTo>
                  <a:lnTo>
                    <a:pt x="1229365" y="566667"/>
                  </a:lnTo>
                  <a:lnTo>
                    <a:pt x="1226901" y="566667"/>
                  </a:lnTo>
                  <a:lnTo>
                    <a:pt x="1224437" y="566667"/>
                  </a:lnTo>
                  <a:lnTo>
                    <a:pt x="1221974" y="566667"/>
                  </a:lnTo>
                  <a:lnTo>
                    <a:pt x="1219510" y="566667"/>
                  </a:lnTo>
                  <a:lnTo>
                    <a:pt x="1217046" y="566667"/>
                  </a:lnTo>
                  <a:lnTo>
                    <a:pt x="1214583" y="566667"/>
                  </a:lnTo>
                  <a:lnTo>
                    <a:pt x="1212119" y="566667"/>
                  </a:lnTo>
                  <a:lnTo>
                    <a:pt x="1209655" y="566667"/>
                  </a:lnTo>
                  <a:lnTo>
                    <a:pt x="1207192" y="566667"/>
                  </a:lnTo>
                  <a:lnTo>
                    <a:pt x="1204728" y="566667"/>
                  </a:lnTo>
                  <a:lnTo>
                    <a:pt x="1202264" y="566667"/>
                  </a:lnTo>
                  <a:lnTo>
                    <a:pt x="1199801" y="566667"/>
                  </a:lnTo>
                  <a:lnTo>
                    <a:pt x="1197337" y="566667"/>
                  </a:lnTo>
                  <a:lnTo>
                    <a:pt x="1194873" y="566667"/>
                  </a:lnTo>
                  <a:lnTo>
                    <a:pt x="1192410" y="566667"/>
                  </a:lnTo>
                  <a:lnTo>
                    <a:pt x="1189946" y="566667"/>
                  </a:lnTo>
                  <a:lnTo>
                    <a:pt x="1187482" y="566667"/>
                  </a:lnTo>
                  <a:lnTo>
                    <a:pt x="1185019" y="566667"/>
                  </a:lnTo>
                  <a:lnTo>
                    <a:pt x="1182555" y="566667"/>
                  </a:lnTo>
                  <a:lnTo>
                    <a:pt x="1180091" y="566667"/>
                  </a:lnTo>
                  <a:lnTo>
                    <a:pt x="1177628" y="566667"/>
                  </a:lnTo>
                  <a:lnTo>
                    <a:pt x="1175164" y="566667"/>
                  </a:lnTo>
                  <a:lnTo>
                    <a:pt x="1172701" y="566667"/>
                  </a:lnTo>
                  <a:lnTo>
                    <a:pt x="1170237" y="566667"/>
                  </a:lnTo>
                  <a:lnTo>
                    <a:pt x="1167773" y="566667"/>
                  </a:lnTo>
                  <a:lnTo>
                    <a:pt x="1165310" y="566667"/>
                  </a:lnTo>
                  <a:lnTo>
                    <a:pt x="1162846" y="566667"/>
                  </a:lnTo>
                  <a:lnTo>
                    <a:pt x="1160382" y="566667"/>
                  </a:lnTo>
                  <a:lnTo>
                    <a:pt x="1157919" y="566667"/>
                  </a:lnTo>
                  <a:lnTo>
                    <a:pt x="1155455" y="566667"/>
                  </a:lnTo>
                  <a:lnTo>
                    <a:pt x="1152991" y="566667"/>
                  </a:lnTo>
                  <a:lnTo>
                    <a:pt x="1150528" y="566667"/>
                  </a:lnTo>
                  <a:lnTo>
                    <a:pt x="1148064" y="566667"/>
                  </a:lnTo>
                  <a:lnTo>
                    <a:pt x="1145600" y="566667"/>
                  </a:lnTo>
                  <a:lnTo>
                    <a:pt x="1143137" y="566667"/>
                  </a:lnTo>
                  <a:lnTo>
                    <a:pt x="1140673" y="566667"/>
                  </a:lnTo>
                  <a:lnTo>
                    <a:pt x="1138209" y="566667"/>
                  </a:lnTo>
                  <a:lnTo>
                    <a:pt x="1135746" y="566667"/>
                  </a:lnTo>
                  <a:lnTo>
                    <a:pt x="1133282" y="566667"/>
                  </a:lnTo>
                  <a:lnTo>
                    <a:pt x="1130818" y="566667"/>
                  </a:lnTo>
                  <a:lnTo>
                    <a:pt x="1128355" y="566667"/>
                  </a:lnTo>
                  <a:lnTo>
                    <a:pt x="1125891" y="566667"/>
                  </a:lnTo>
                  <a:lnTo>
                    <a:pt x="1123427" y="566667"/>
                  </a:lnTo>
                  <a:lnTo>
                    <a:pt x="1120964" y="566667"/>
                  </a:lnTo>
                  <a:lnTo>
                    <a:pt x="1118500" y="566667"/>
                  </a:lnTo>
                  <a:lnTo>
                    <a:pt x="1116036" y="566667"/>
                  </a:lnTo>
                  <a:lnTo>
                    <a:pt x="1113573" y="566667"/>
                  </a:lnTo>
                  <a:lnTo>
                    <a:pt x="1111109" y="566667"/>
                  </a:lnTo>
                  <a:lnTo>
                    <a:pt x="1108645" y="566667"/>
                  </a:lnTo>
                  <a:lnTo>
                    <a:pt x="1106182" y="566667"/>
                  </a:lnTo>
                  <a:lnTo>
                    <a:pt x="1103718" y="566667"/>
                  </a:lnTo>
                  <a:lnTo>
                    <a:pt x="1101254" y="566667"/>
                  </a:lnTo>
                  <a:lnTo>
                    <a:pt x="1098791" y="566667"/>
                  </a:lnTo>
                  <a:lnTo>
                    <a:pt x="1096327" y="566667"/>
                  </a:lnTo>
                  <a:lnTo>
                    <a:pt x="1093863" y="566667"/>
                  </a:lnTo>
                  <a:lnTo>
                    <a:pt x="1091400" y="566667"/>
                  </a:lnTo>
                  <a:lnTo>
                    <a:pt x="1088936" y="566667"/>
                  </a:lnTo>
                  <a:lnTo>
                    <a:pt x="1086472" y="566667"/>
                  </a:lnTo>
                  <a:lnTo>
                    <a:pt x="1084009" y="566667"/>
                  </a:lnTo>
                  <a:lnTo>
                    <a:pt x="1081545" y="566667"/>
                  </a:lnTo>
                  <a:lnTo>
                    <a:pt x="1079082" y="566667"/>
                  </a:lnTo>
                  <a:lnTo>
                    <a:pt x="1076618" y="566667"/>
                  </a:lnTo>
                  <a:lnTo>
                    <a:pt x="1074154" y="566667"/>
                  </a:lnTo>
                  <a:lnTo>
                    <a:pt x="1071691" y="566667"/>
                  </a:lnTo>
                  <a:lnTo>
                    <a:pt x="1069227" y="566667"/>
                  </a:lnTo>
                  <a:lnTo>
                    <a:pt x="1066763" y="566667"/>
                  </a:lnTo>
                  <a:lnTo>
                    <a:pt x="1064300" y="566667"/>
                  </a:lnTo>
                  <a:lnTo>
                    <a:pt x="1061836" y="566667"/>
                  </a:lnTo>
                  <a:lnTo>
                    <a:pt x="1059372" y="566667"/>
                  </a:lnTo>
                  <a:lnTo>
                    <a:pt x="1056909" y="566667"/>
                  </a:lnTo>
                  <a:lnTo>
                    <a:pt x="1054445" y="566667"/>
                  </a:lnTo>
                  <a:lnTo>
                    <a:pt x="1051981" y="566667"/>
                  </a:lnTo>
                  <a:lnTo>
                    <a:pt x="1049518" y="566667"/>
                  </a:lnTo>
                  <a:lnTo>
                    <a:pt x="1047054" y="566667"/>
                  </a:lnTo>
                  <a:lnTo>
                    <a:pt x="1044590" y="566667"/>
                  </a:lnTo>
                  <a:lnTo>
                    <a:pt x="1042127" y="566667"/>
                  </a:lnTo>
                  <a:lnTo>
                    <a:pt x="1039663" y="566667"/>
                  </a:lnTo>
                  <a:lnTo>
                    <a:pt x="1037199" y="566667"/>
                  </a:lnTo>
                  <a:lnTo>
                    <a:pt x="1034736" y="566667"/>
                  </a:lnTo>
                  <a:lnTo>
                    <a:pt x="1032272" y="566667"/>
                  </a:lnTo>
                  <a:lnTo>
                    <a:pt x="1029808" y="566667"/>
                  </a:lnTo>
                  <a:lnTo>
                    <a:pt x="1027345" y="566667"/>
                  </a:lnTo>
                  <a:lnTo>
                    <a:pt x="1024881" y="566667"/>
                  </a:lnTo>
                  <a:lnTo>
                    <a:pt x="1022417" y="566667"/>
                  </a:lnTo>
                  <a:lnTo>
                    <a:pt x="1019954" y="566667"/>
                  </a:lnTo>
                  <a:lnTo>
                    <a:pt x="1017490" y="566667"/>
                  </a:lnTo>
                  <a:lnTo>
                    <a:pt x="1015026" y="566667"/>
                  </a:lnTo>
                  <a:lnTo>
                    <a:pt x="1012563" y="566667"/>
                  </a:lnTo>
                  <a:lnTo>
                    <a:pt x="1010099" y="566667"/>
                  </a:lnTo>
                  <a:lnTo>
                    <a:pt x="1007635" y="566667"/>
                  </a:lnTo>
                  <a:lnTo>
                    <a:pt x="1005172" y="566667"/>
                  </a:lnTo>
                  <a:lnTo>
                    <a:pt x="1002708" y="566667"/>
                  </a:lnTo>
                  <a:lnTo>
                    <a:pt x="1000244" y="566667"/>
                  </a:lnTo>
                  <a:lnTo>
                    <a:pt x="997781" y="566667"/>
                  </a:lnTo>
                  <a:lnTo>
                    <a:pt x="995317" y="566667"/>
                  </a:lnTo>
                  <a:lnTo>
                    <a:pt x="992853" y="566667"/>
                  </a:lnTo>
                  <a:lnTo>
                    <a:pt x="990390" y="566667"/>
                  </a:lnTo>
                  <a:lnTo>
                    <a:pt x="987926" y="566667"/>
                  </a:lnTo>
                  <a:lnTo>
                    <a:pt x="985463" y="566667"/>
                  </a:lnTo>
                  <a:lnTo>
                    <a:pt x="982999" y="566667"/>
                  </a:lnTo>
                  <a:lnTo>
                    <a:pt x="980535" y="566667"/>
                  </a:lnTo>
                  <a:lnTo>
                    <a:pt x="978072" y="566667"/>
                  </a:lnTo>
                  <a:lnTo>
                    <a:pt x="975608" y="566667"/>
                  </a:lnTo>
                  <a:lnTo>
                    <a:pt x="973144" y="566667"/>
                  </a:lnTo>
                  <a:lnTo>
                    <a:pt x="970681" y="566667"/>
                  </a:lnTo>
                  <a:lnTo>
                    <a:pt x="968217" y="566667"/>
                  </a:lnTo>
                  <a:lnTo>
                    <a:pt x="965753" y="566667"/>
                  </a:lnTo>
                  <a:lnTo>
                    <a:pt x="963290" y="566667"/>
                  </a:lnTo>
                  <a:lnTo>
                    <a:pt x="960826" y="566667"/>
                  </a:lnTo>
                  <a:lnTo>
                    <a:pt x="958362" y="566667"/>
                  </a:lnTo>
                  <a:lnTo>
                    <a:pt x="955899" y="566667"/>
                  </a:lnTo>
                  <a:lnTo>
                    <a:pt x="953435" y="566667"/>
                  </a:lnTo>
                  <a:lnTo>
                    <a:pt x="950971" y="566667"/>
                  </a:lnTo>
                  <a:lnTo>
                    <a:pt x="948508" y="566667"/>
                  </a:lnTo>
                  <a:lnTo>
                    <a:pt x="946044" y="566667"/>
                  </a:lnTo>
                  <a:lnTo>
                    <a:pt x="943580" y="566667"/>
                  </a:lnTo>
                  <a:lnTo>
                    <a:pt x="941117" y="566667"/>
                  </a:lnTo>
                  <a:lnTo>
                    <a:pt x="938653" y="566667"/>
                  </a:lnTo>
                  <a:lnTo>
                    <a:pt x="936189" y="566667"/>
                  </a:lnTo>
                  <a:lnTo>
                    <a:pt x="933726" y="566667"/>
                  </a:lnTo>
                  <a:lnTo>
                    <a:pt x="931262" y="566667"/>
                  </a:lnTo>
                  <a:lnTo>
                    <a:pt x="928798" y="566667"/>
                  </a:lnTo>
                  <a:lnTo>
                    <a:pt x="926335" y="566667"/>
                  </a:lnTo>
                  <a:lnTo>
                    <a:pt x="923871" y="566667"/>
                  </a:lnTo>
                  <a:lnTo>
                    <a:pt x="921407" y="566667"/>
                  </a:lnTo>
                  <a:lnTo>
                    <a:pt x="918944" y="566667"/>
                  </a:lnTo>
                  <a:lnTo>
                    <a:pt x="916480" y="566667"/>
                  </a:lnTo>
                  <a:lnTo>
                    <a:pt x="914016" y="566667"/>
                  </a:lnTo>
                  <a:lnTo>
                    <a:pt x="911553" y="566667"/>
                  </a:lnTo>
                  <a:lnTo>
                    <a:pt x="909089" y="566667"/>
                  </a:lnTo>
                  <a:lnTo>
                    <a:pt x="906625" y="566667"/>
                  </a:lnTo>
                  <a:lnTo>
                    <a:pt x="904162" y="566667"/>
                  </a:lnTo>
                  <a:lnTo>
                    <a:pt x="901698" y="566667"/>
                  </a:lnTo>
                  <a:lnTo>
                    <a:pt x="899235" y="566667"/>
                  </a:lnTo>
                  <a:lnTo>
                    <a:pt x="896771" y="566667"/>
                  </a:lnTo>
                  <a:lnTo>
                    <a:pt x="894307" y="566667"/>
                  </a:lnTo>
                  <a:lnTo>
                    <a:pt x="891844" y="566667"/>
                  </a:lnTo>
                  <a:lnTo>
                    <a:pt x="889380" y="566667"/>
                  </a:lnTo>
                  <a:lnTo>
                    <a:pt x="886916" y="566667"/>
                  </a:lnTo>
                  <a:lnTo>
                    <a:pt x="884453" y="566667"/>
                  </a:lnTo>
                  <a:lnTo>
                    <a:pt x="881989" y="566667"/>
                  </a:lnTo>
                  <a:lnTo>
                    <a:pt x="879525" y="566667"/>
                  </a:lnTo>
                  <a:lnTo>
                    <a:pt x="877062" y="566667"/>
                  </a:lnTo>
                  <a:lnTo>
                    <a:pt x="874598" y="566667"/>
                  </a:lnTo>
                  <a:lnTo>
                    <a:pt x="872134" y="566667"/>
                  </a:lnTo>
                  <a:lnTo>
                    <a:pt x="869671" y="566667"/>
                  </a:lnTo>
                  <a:lnTo>
                    <a:pt x="867207" y="566667"/>
                  </a:lnTo>
                  <a:lnTo>
                    <a:pt x="864743" y="566667"/>
                  </a:lnTo>
                  <a:lnTo>
                    <a:pt x="862280" y="566667"/>
                  </a:lnTo>
                  <a:lnTo>
                    <a:pt x="859816" y="566667"/>
                  </a:lnTo>
                  <a:lnTo>
                    <a:pt x="857352" y="566667"/>
                  </a:lnTo>
                  <a:lnTo>
                    <a:pt x="854889" y="566667"/>
                  </a:lnTo>
                  <a:lnTo>
                    <a:pt x="852425" y="566667"/>
                  </a:lnTo>
                  <a:lnTo>
                    <a:pt x="849961" y="566667"/>
                  </a:lnTo>
                  <a:lnTo>
                    <a:pt x="847498" y="566667"/>
                  </a:lnTo>
                  <a:lnTo>
                    <a:pt x="845034" y="566667"/>
                  </a:lnTo>
                  <a:lnTo>
                    <a:pt x="842570" y="566667"/>
                  </a:lnTo>
                  <a:lnTo>
                    <a:pt x="840107" y="566667"/>
                  </a:lnTo>
                  <a:lnTo>
                    <a:pt x="837643" y="566667"/>
                  </a:lnTo>
                  <a:lnTo>
                    <a:pt x="835179" y="566667"/>
                  </a:lnTo>
                  <a:lnTo>
                    <a:pt x="832716" y="566667"/>
                  </a:lnTo>
                  <a:lnTo>
                    <a:pt x="830252" y="566667"/>
                  </a:lnTo>
                  <a:lnTo>
                    <a:pt x="827788" y="566667"/>
                  </a:lnTo>
                  <a:lnTo>
                    <a:pt x="825325" y="566667"/>
                  </a:lnTo>
                  <a:lnTo>
                    <a:pt x="822861" y="566667"/>
                  </a:lnTo>
                  <a:lnTo>
                    <a:pt x="820397" y="566667"/>
                  </a:lnTo>
                  <a:lnTo>
                    <a:pt x="817934" y="566667"/>
                  </a:lnTo>
                  <a:lnTo>
                    <a:pt x="815470" y="566667"/>
                  </a:lnTo>
                  <a:lnTo>
                    <a:pt x="813006" y="566667"/>
                  </a:lnTo>
                  <a:lnTo>
                    <a:pt x="810543" y="566667"/>
                  </a:lnTo>
                  <a:lnTo>
                    <a:pt x="808079" y="566667"/>
                  </a:lnTo>
                  <a:lnTo>
                    <a:pt x="805616" y="566667"/>
                  </a:lnTo>
                  <a:lnTo>
                    <a:pt x="803152" y="566667"/>
                  </a:lnTo>
                  <a:lnTo>
                    <a:pt x="800688" y="566667"/>
                  </a:lnTo>
                  <a:lnTo>
                    <a:pt x="798225" y="566667"/>
                  </a:lnTo>
                  <a:lnTo>
                    <a:pt x="795761" y="566667"/>
                  </a:lnTo>
                  <a:lnTo>
                    <a:pt x="793297" y="566667"/>
                  </a:lnTo>
                  <a:lnTo>
                    <a:pt x="790834" y="566667"/>
                  </a:lnTo>
                  <a:lnTo>
                    <a:pt x="788370" y="566667"/>
                  </a:lnTo>
                  <a:lnTo>
                    <a:pt x="785906" y="566667"/>
                  </a:lnTo>
                  <a:lnTo>
                    <a:pt x="783443" y="566667"/>
                  </a:lnTo>
                  <a:lnTo>
                    <a:pt x="780979" y="566667"/>
                  </a:lnTo>
                  <a:lnTo>
                    <a:pt x="778515" y="566667"/>
                  </a:lnTo>
                  <a:lnTo>
                    <a:pt x="776052" y="566667"/>
                  </a:lnTo>
                  <a:lnTo>
                    <a:pt x="773588" y="566667"/>
                  </a:lnTo>
                  <a:lnTo>
                    <a:pt x="771124" y="566667"/>
                  </a:lnTo>
                  <a:lnTo>
                    <a:pt x="768661" y="566667"/>
                  </a:lnTo>
                  <a:lnTo>
                    <a:pt x="766197" y="566667"/>
                  </a:lnTo>
                  <a:lnTo>
                    <a:pt x="763733" y="566667"/>
                  </a:lnTo>
                  <a:lnTo>
                    <a:pt x="761270" y="566667"/>
                  </a:lnTo>
                  <a:lnTo>
                    <a:pt x="758806" y="566667"/>
                  </a:lnTo>
                  <a:lnTo>
                    <a:pt x="756342" y="566667"/>
                  </a:lnTo>
                  <a:lnTo>
                    <a:pt x="753879" y="566667"/>
                  </a:lnTo>
                  <a:lnTo>
                    <a:pt x="751415" y="566667"/>
                  </a:lnTo>
                  <a:lnTo>
                    <a:pt x="748951" y="566667"/>
                  </a:lnTo>
                  <a:lnTo>
                    <a:pt x="746488" y="566667"/>
                  </a:lnTo>
                  <a:lnTo>
                    <a:pt x="744024" y="566667"/>
                  </a:lnTo>
                  <a:lnTo>
                    <a:pt x="741560" y="566667"/>
                  </a:lnTo>
                  <a:lnTo>
                    <a:pt x="739097" y="566667"/>
                  </a:lnTo>
                  <a:lnTo>
                    <a:pt x="736633" y="566667"/>
                  </a:lnTo>
                  <a:lnTo>
                    <a:pt x="734169" y="566667"/>
                  </a:lnTo>
                  <a:lnTo>
                    <a:pt x="731706" y="566667"/>
                  </a:lnTo>
                  <a:lnTo>
                    <a:pt x="729242" y="566667"/>
                  </a:lnTo>
                  <a:lnTo>
                    <a:pt x="726778" y="566667"/>
                  </a:lnTo>
                  <a:lnTo>
                    <a:pt x="724315" y="566667"/>
                  </a:lnTo>
                  <a:lnTo>
                    <a:pt x="721851" y="566667"/>
                  </a:lnTo>
                  <a:lnTo>
                    <a:pt x="719388" y="566667"/>
                  </a:lnTo>
                  <a:lnTo>
                    <a:pt x="716924" y="566667"/>
                  </a:lnTo>
                  <a:lnTo>
                    <a:pt x="714460" y="566667"/>
                  </a:lnTo>
                  <a:lnTo>
                    <a:pt x="711997" y="566667"/>
                  </a:lnTo>
                  <a:lnTo>
                    <a:pt x="709533" y="566667"/>
                  </a:lnTo>
                  <a:lnTo>
                    <a:pt x="707069" y="566667"/>
                  </a:lnTo>
                  <a:lnTo>
                    <a:pt x="704606" y="566667"/>
                  </a:lnTo>
                  <a:lnTo>
                    <a:pt x="702142" y="566667"/>
                  </a:lnTo>
                  <a:lnTo>
                    <a:pt x="699678" y="566667"/>
                  </a:lnTo>
                  <a:lnTo>
                    <a:pt x="697215" y="566667"/>
                  </a:lnTo>
                  <a:lnTo>
                    <a:pt x="694751" y="566667"/>
                  </a:lnTo>
                  <a:lnTo>
                    <a:pt x="692287" y="566667"/>
                  </a:lnTo>
                  <a:lnTo>
                    <a:pt x="689824" y="566667"/>
                  </a:lnTo>
                  <a:lnTo>
                    <a:pt x="687360" y="566667"/>
                  </a:lnTo>
                  <a:lnTo>
                    <a:pt x="684896" y="566667"/>
                  </a:lnTo>
                  <a:lnTo>
                    <a:pt x="682433" y="566667"/>
                  </a:lnTo>
                  <a:lnTo>
                    <a:pt x="679969" y="566667"/>
                  </a:lnTo>
                  <a:lnTo>
                    <a:pt x="677505" y="566667"/>
                  </a:lnTo>
                  <a:lnTo>
                    <a:pt x="675042" y="566667"/>
                  </a:lnTo>
                  <a:lnTo>
                    <a:pt x="672578" y="566667"/>
                  </a:lnTo>
                  <a:lnTo>
                    <a:pt x="670114" y="566667"/>
                  </a:lnTo>
                  <a:lnTo>
                    <a:pt x="667651" y="566667"/>
                  </a:lnTo>
                  <a:lnTo>
                    <a:pt x="665187" y="566667"/>
                  </a:lnTo>
                  <a:lnTo>
                    <a:pt x="662723" y="566667"/>
                  </a:lnTo>
                  <a:lnTo>
                    <a:pt x="660260" y="566667"/>
                  </a:lnTo>
                  <a:lnTo>
                    <a:pt x="657796" y="566667"/>
                  </a:lnTo>
                  <a:lnTo>
                    <a:pt x="655332" y="566667"/>
                  </a:lnTo>
                  <a:lnTo>
                    <a:pt x="652869" y="566667"/>
                  </a:lnTo>
                  <a:lnTo>
                    <a:pt x="650405" y="566667"/>
                  </a:lnTo>
                  <a:lnTo>
                    <a:pt x="647941" y="566667"/>
                  </a:lnTo>
                  <a:lnTo>
                    <a:pt x="645478" y="566667"/>
                  </a:lnTo>
                  <a:lnTo>
                    <a:pt x="643014" y="566667"/>
                  </a:lnTo>
                  <a:lnTo>
                    <a:pt x="640550" y="566667"/>
                  </a:lnTo>
                  <a:lnTo>
                    <a:pt x="638087" y="566667"/>
                  </a:lnTo>
                  <a:lnTo>
                    <a:pt x="635623" y="566667"/>
                  </a:lnTo>
                  <a:lnTo>
                    <a:pt x="633159" y="566667"/>
                  </a:lnTo>
                  <a:lnTo>
                    <a:pt x="630696" y="566667"/>
                  </a:lnTo>
                  <a:lnTo>
                    <a:pt x="628232" y="566667"/>
                  </a:lnTo>
                  <a:lnTo>
                    <a:pt x="625769" y="566667"/>
                  </a:lnTo>
                  <a:lnTo>
                    <a:pt x="623305" y="566667"/>
                  </a:lnTo>
                  <a:lnTo>
                    <a:pt x="620841" y="566667"/>
                  </a:lnTo>
                  <a:lnTo>
                    <a:pt x="618378" y="566667"/>
                  </a:lnTo>
                  <a:lnTo>
                    <a:pt x="615914" y="566667"/>
                  </a:lnTo>
                  <a:lnTo>
                    <a:pt x="613450" y="566667"/>
                  </a:lnTo>
                  <a:lnTo>
                    <a:pt x="610987" y="566667"/>
                  </a:lnTo>
                  <a:lnTo>
                    <a:pt x="608523" y="566667"/>
                  </a:lnTo>
                  <a:lnTo>
                    <a:pt x="606059" y="566667"/>
                  </a:lnTo>
                  <a:lnTo>
                    <a:pt x="603596" y="566667"/>
                  </a:lnTo>
                  <a:lnTo>
                    <a:pt x="601132" y="566667"/>
                  </a:lnTo>
                  <a:lnTo>
                    <a:pt x="598668" y="566667"/>
                  </a:lnTo>
                  <a:lnTo>
                    <a:pt x="596205" y="566667"/>
                  </a:lnTo>
                  <a:lnTo>
                    <a:pt x="593741" y="566667"/>
                  </a:lnTo>
                  <a:lnTo>
                    <a:pt x="591277" y="566667"/>
                  </a:lnTo>
                  <a:lnTo>
                    <a:pt x="588814" y="566667"/>
                  </a:lnTo>
                  <a:lnTo>
                    <a:pt x="586350" y="566667"/>
                  </a:lnTo>
                  <a:lnTo>
                    <a:pt x="583886" y="566667"/>
                  </a:lnTo>
                  <a:lnTo>
                    <a:pt x="581423" y="566667"/>
                  </a:lnTo>
                  <a:lnTo>
                    <a:pt x="578959" y="566667"/>
                  </a:lnTo>
                  <a:lnTo>
                    <a:pt x="576495" y="566667"/>
                  </a:lnTo>
                  <a:lnTo>
                    <a:pt x="574032" y="566667"/>
                  </a:lnTo>
                  <a:lnTo>
                    <a:pt x="571568" y="566667"/>
                  </a:lnTo>
                  <a:lnTo>
                    <a:pt x="569104" y="566667"/>
                  </a:lnTo>
                  <a:lnTo>
                    <a:pt x="566641" y="566667"/>
                  </a:lnTo>
                  <a:lnTo>
                    <a:pt x="564177" y="566667"/>
                  </a:lnTo>
                  <a:lnTo>
                    <a:pt x="561713" y="566667"/>
                  </a:lnTo>
                  <a:lnTo>
                    <a:pt x="559250" y="566667"/>
                  </a:lnTo>
                  <a:lnTo>
                    <a:pt x="556786" y="566667"/>
                  </a:lnTo>
                  <a:lnTo>
                    <a:pt x="554322" y="566667"/>
                  </a:lnTo>
                  <a:lnTo>
                    <a:pt x="551859" y="566667"/>
                  </a:lnTo>
                  <a:lnTo>
                    <a:pt x="549395" y="566667"/>
                  </a:lnTo>
                  <a:lnTo>
                    <a:pt x="546931" y="566667"/>
                  </a:lnTo>
                  <a:lnTo>
                    <a:pt x="544468" y="566667"/>
                  </a:lnTo>
                  <a:lnTo>
                    <a:pt x="542004" y="566667"/>
                  </a:lnTo>
                  <a:lnTo>
                    <a:pt x="539541" y="566667"/>
                  </a:lnTo>
                  <a:lnTo>
                    <a:pt x="537077" y="566667"/>
                  </a:lnTo>
                  <a:lnTo>
                    <a:pt x="534613" y="566667"/>
                  </a:lnTo>
                  <a:lnTo>
                    <a:pt x="532150" y="566667"/>
                  </a:lnTo>
                  <a:lnTo>
                    <a:pt x="529686" y="566667"/>
                  </a:lnTo>
                  <a:lnTo>
                    <a:pt x="527222" y="566667"/>
                  </a:lnTo>
                  <a:lnTo>
                    <a:pt x="524759" y="566667"/>
                  </a:lnTo>
                  <a:lnTo>
                    <a:pt x="522295" y="566667"/>
                  </a:lnTo>
                  <a:lnTo>
                    <a:pt x="519831" y="566667"/>
                  </a:lnTo>
                  <a:lnTo>
                    <a:pt x="517368" y="566667"/>
                  </a:lnTo>
                  <a:lnTo>
                    <a:pt x="514904" y="566667"/>
                  </a:lnTo>
                  <a:lnTo>
                    <a:pt x="512440" y="566667"/>
                  </a:lnTo>
                  <a:lnTo>
                    <a:pt x="509977" y="566667"/>
                  </a:lnTo>
                  <a:lnTo>
                    <a:pt x="507513" y="566667"/>
                  </a:lnTo>
                  <a:lnTo>
                    <a:pt x="505049" y="566667"/>
                  </a:lnTo>
                  <a:lnTo>
                    <a:pt x="502586" y="566667"/>
                  </a:lnTo>
                  <a:lnTo>
                    <a:pt x="500122" y="566667"/>
                  </a:lnTo>
                  <a:lnTo>
                    <a:pt x="497658" y="566667"/>
                  </a:lnTo>
                  <a:lnTo>
                    <a:pt x="495195" y="566667"/>
                  </a:lnTo>
                  <a:lnTo>
                    <a:pt x="492731" y="566667"/>
                  </a:lnTo>
                  <a:lnTo>
                    <a:pt x="490267" y="566667"/>
                  </a:lnTo>
                  <a:lnTo>
                    <a:pt x="487804" y="566667"/>
                  </a:lnTo>
                  <a:lnTo>
                    <a:pt x="485340" y="566667"/>
                  </a:lnTo>
                  <a:lnTo>
                    <a:pt x="482876" y="566667"/>
                  </a:lnTo>
                  <a:lnTo>
                    <a:pt x="480413" y="566667"/>
                  </a:lnTo>
                  <a:lnTo>
                    <a:pt x="477949" y="566667"/>
                  </a:lnTo>
                  <a:lnTo>
                    <a:pt x="475485" y="566667"/>
                  </a:lnTo>
                  <a:lnTo>
                    <a:pt x="473022" y="566667"/>
                  </a:lnTo>
                  <a:lnTo>
                    <a:pt x="470558" y="566667"/>
                  </a:lnTo>
                  <a:lnTo>
                    <a:pt x="468094" y="566667"/>
                  </a:lnTo>
                  <a:lnTo>
                    <a:pt x="465631" y="566667"/>
                  </a:lnTo>
                  <a:lnTo>
                    <a:pt x="463167" y="566667"/>
                  </a:lnTo>
                  <a:lnTo>
                    <a:pt x="460703" y="566667"/>
                  </a:lnTo>
                  <a:lnTo>
                    <a:pt x="458240" y="566667"/>
                  </a:lnTo>
                  <a:lnTo>
                    <a:pt x="455776" y="566667"/>
                  </a:lnTo>
                  <a:lnTo>
                    <a:pt x="453312" y="566667"/>
                  </a:lnTo>
                  <a:lnTo>
                    <a:pt x="450849" y="566667"/>
                  </a:lnTo>
                  <a:lnTo>
                    <a:pt x="448385" y="566667"/>
                  </a:lnTo>
                  <a:lnTo>
                    <a:pt x="445922" y="566667"/>
                  </a:lnTo>
                  <a:lnTo>
                    <a:pt x="443458" y="566667"/>
                  </a:lnTo>
                  <a:lnTo>
                    <a:pt x="440994" y="566667"/>
                  </a:lnTo>
                  <a:lnTo>
                    <a:pt x="438531" y="566667"/>
                  </a:lnTo>
                  <a:lnTo>
                    <a:pt x="436067" y="566667"/>
                  </a:lnTo>
                  <a:lnTo>
                    <a:pt x="433603" y="566667"/>
                  </a:lnTo>
                  <a:lnTo>
                    <a:pt x="431140" y="566667"/>
                  </a:lnTo>
                  <a:lnTo>
                    <a:pt x="428676" y="566667"/>
                  </a:lnTo>
                  <a:lnTo>
                    <a:pt x="426212" y="566667"/>
                  </a:lnTo>
                  <a:lnTo>
                    <a:pt x="423749" y="566667"/>
                  </a:lnTo>
                  <a:lnTo>
                    <a:pt x="421285" y="566667"/>
                  </a:lnTo>
                  <a:lnTo>
                    <a:pt x="418821" y="566667"/>
                  </a:lnTo>
                  <a:lnTo>
                    <a:pt x="416358" y="566667"/>
                  </a:lnTo>
                  <a:lnTo>
                    <a:pt x="413894" y="566667"/>
                  </a:lnTo>
                  <a:lnTo>
                    <a:pt x="411430" y="566667"/>
                  </a:lnTo>
                  <a:lnTo>
                    <a:pt x="408967" y="566667"/>
                  </a:lnTo>
                  <a:lnTo>
                    <a:pt x="406503" y="566667"/>
                  </a:lnTo>
                  <a:lnTo>
                    <a:pt x="404039" y="566667"/>
                  </a:lnTo>
                  <a:lnTo>
                    <a:pt x="401576" y="566667"/>
                  </a:lnTo>
                  <a:lnTo>
                    <a:pt x="399112" y="566667"/>
                  </a:lnTo>
                  <a:lnTo>
                    <a:pt x="396648" y="566667"/>
                  </a:lnTo>
                  <a:lnTo>
                    <a:pt x="394185" y="566667"/>
                  </a:lnTo>
                  <a:lnTo>
                    <a:pt x="391721" y="566667"/>
                  </a:lnTo>
                  <a:lnTo>
                    <a:pt x="389257" y="566667"/>
                  </a:lnTo>
                  <a:lnTo>
                    <a:pt x="386794" y="566667"/>
                  </a:lnTo>
                  <a:lnTo>
                    <a:pt x="384330" y="566667"/>
                  </a:lnTo>
                  <a:lnTo>
                    <a:pt x="381866" y="566667"/>
                  </a:lnTo>
                  <a:lnTo>
                    <a:pt x="379403" y="566667"/>
                  </a:lnTo>
                  <a:lnTo>
                    <a:pt x="376939" y="566667"/>
                  </a:lnTo>
                  <a:lnTo>
                    <a:pt x="374475" y="566667"/>
                  </a:lnTo>
                  <a:lnTo>
                    <a:pt x="372012" y="566667"/>
                  </a:lnTo>
                  <a:lnTo>
                    <a:pt x="369548" y="566667"/>
                  </a:lnTo>
                  <a:lnTo>
                    <a:pt x="367084" y="566667"/>
                  </a:lnTo>
                  <a:lnTo>
                    <a:pt x="364621" y="566667"/>
                  </a:lnTo>
                  <a:lnTo>
                    <a:pt x="362157" y="566667"/>
                  </a:lnTo>
                  <a:lnTo>
                    <a:pt x="359694" y="566667"/>
                  </a:lnTo>
                  <a:lnTo>
                    <a:pt x="357230" y="566667"/>
                  </a:lnTo>
                  <a:lnTo>
                    <a:pt x="354766" y="566667"/>
                  </a:lnTo>
                  <a:lnTo>
                    <a:pt x="352303" y="566667"/>
                  </a:lnTo>
                  <a:lnTo>
                    <a:pt x="349839" y="566667"/>
                  </a:lnTo>
                  <a:lnTo>
                    <a:pt x="347375" y="566667"/>
                  </a:lnTo>
                  <a:lnTo>
                    <a:pt x="344912" y="566667"/>
                  </a:lnTo>
                  <a:lnTo>
                    <a:pt x="342448" y="566667"/>
                  </a:lnTo>
                  <a:lnTo>
                    <a:pt x="339984" y="566667"/>
                  </a:lnTo>
                  <a:lnTo>
                    <a:pt x="337521" y="566667"/>
                  </a:lnTo>
                  <a:lnTo>
                    <a:pt x="335057" y="566667"/>
                  </a:lnTo>
                  <a:lnTo>
                    <a:pt x="332593" y="566667"/>
                  </a:lnTo>
                  <a:lnTo>
                    <a:pt x="330130" y="566667"/>
                  </a:lnTo>
                  <a:lnTo>
                    <a:pt x="327666" y="566667"/>
                  </a:lnTo>
                  <a:lnTo>
                    <a:pt x="325202" y="566667"/>
                  </a:lnTo>
                  <a:lnTo>
                    <a:pt x="322739" y="566667"/>
                  </a:lnTo>
                  <a:lnTo>
                    <a:pt x="320275" y="566667"/>
                  </a:lnTo>
                  <a:lnTo>
                    <a:pt x="317811" y="566667"/>
                  </a:lnTo>
                  <a:lnTo>
                    <a:pt x="315348" y="566667"/>
                  </a:lnTo>
                  <a:lnTo>
                    <a:pt x="312884" y="566667"/>
                  </a:lnTo>
                  <a:lnTo>
                    <a:pt x="310420" y="566667"/>
                  </a:lnTo>
                  <a:lnTo>
                    <a:pt x="307957" y="566667"/>
                  </a:lnTo>
                  <a:lnTo>
                    <a:pt x="305493" y="566667"/>
                  </a:lnTo>
                  <a:lnTo>
                    <a:pt x="303029" y="566667"/>
                  </a:lnTo>
                  <a:lnTo>
                    <a:pt x="300566" y="566667"/>
                  </a:lnTo>
                  <a:lnTo>
                    <a:pt x="298102" y="566667"/>
                  </a:lnTo>
                  <a:lnTo>
                    <a:pt x="295638" y="566667"/>
                  </a:lnTo>
                  <a:lnTo>
                    <a:pt x="293175" y="566667"/>
                  </a:lnTo>
                  <a:lnTo>
                    <a:pt x="290711" y="566667"/>
                  </a:lnTo>
                  <a:lnTo>
                    <a:pt x="288247" y="566667"/>
                  </a:lnTo>
                  <a:lnTo>
                    <a:pt x="285784" y="566667"/>
                  </a:lnTo>
                  <a:lnTo>
                    <a:pt x="283320" y="566667"/>
                  </a:lnTo>
                  <a:lnTo>
                    <a:pt x="280856" y="566667"/>
                  </a:lnTo>
                  <a:lnTo>
                    <a:pt x="278393" y="566667"/>
                  </a:lnTo>
                  <a:lnTo>
                    <a:pt x="275929" y="566667"/>
                  </a:lnTo>
                  <a:lnTo>
                    <a:pt x="273465" y="566667"/>
                  </a:lnTo>
                  <a:lnTo>
                    <a:pt x="271002" y="566667"/>
                  </a:lnTo>
                  <a:lnTo>
                    <a:pt x="268538" y="566667"/>
                  </a:lnTo>
                  <a:lnTo>
                    <a:pt x="266075" y="566667"/>
                  </a:lnTo>
                  <a:lnTo>
                    <a:pt x="263611" y="566667"/>
                  </a:lnTo>
                  <a:lnTo>
                    <a:pt x="261147" y="566667"/>
                  </a:lnTo>
                  <a:lnTo>
                    <a:pt x="258684" y="566667"/>
                  </a:lnTo>
                  <a:lnTo>
                    <a:pt x="256220" y="566667"/>
                  </a:lnTo>
                  <a:lnTo>
                    <a:pt x="253756" y="566667"/>
                  </a:lnTo>
                  <a:lnTo>
                    <a:pt x="251293" y="566667"/>
                  </a:lnTo>
                  <a:lnTo>
                    <a:pt x="248829" y="566667"/>
                  </a:lnTo>
                  <a:lnTo>
                    <a:pt x="246365" y="566667"/>
                  </a:lnTo>
                  <a:lnTo>
                    <a:pt x="243902" y="566667"/>
                  </a:lnTo>
                  <a:lnTo>
                    <a:pt x="241438" y="566667"/>
                  </a:lnTo>
                  <a:lnTo>
                    <a:pt x="238974" y="566667"/>
                  </a:lnTo>
                  <a:lnTo>
                    <a:pt x="236511" y="566667"/>
                  </a:lnTo>
                  <a:lnTo>
                    <a:pt x="234047" y="566667"/>
                  </a:lnTo>
                  <a:lnTo>
                    <a:pt x="231583" y="566667"/>
                  </a:lnTo>
                  <a:lnTo>
                    <a:pt x="229120" y="566667"/>
                  </a:lnTo>
                  <a:lnTo>
                    <a:pt x="226656" y="566667"/>
                  </a:lnTo>
                  <a:lnTo>
                    <a:pt x="224192" y="566667"/>
                  </a:lnTo>
                  <a:lnTo>
                    <a:pt x="221729" y="566667"/>
                  </a:lnTo>
                  <a:lnTo>
                    <a:pt x="219265" y="566667"/>
                  </a:lnTo>
                  <a:lnTo>
                    <a:pt x="216801" y="566667"/>
                  </a:lnTo>
                  <a:lnTo>
                    <a:pt x="214338" y="566667"/>
                  </a:lnTo>
                  <a:lnTo>
                    <a:pt x="211874" y="566667"/>
                  </a:lnTo>
                  <a:lnTo>
                    <a:pt x="209410" y="566667"/>
                  </a:lnTo>
                  <a:lnTo>
                    <a:pt x="206947" y="566667"/>
                  </a:lnTo>
                  <a:lnTo>
                    <a:pt x="204483" y="566667"/>
                  </a:lnTo>
                  <a:lnTo>
                    <a:pt x="202019" y="566667"/>
                  </a:lnTo>
                  <a:lnTo>
                    <a:pt x="199556" y="566667"/>
                  </a:lnTo>
                  <a:lnTo>
                    <a:pt x="197092" y="566667"/>
                  </a:lnTo>
                  <a:lnTo>
                    <a:pt x="194628" y="566667"/>
                  </a:lnTo>
                  <a:lnTo>
                    <a:pt x="192165" y="566667"/>
                  </a:lnTo>
                  <a:lnTo>
                    <a:pt x="189701" y="566667"/>
                  </a:lnTo>
                  <a:lnTo>
                    <a:pt x="187237" y="566667"/>
                  </a:lnTo>
                  <a:lnTo>
                    <a:pt x="184774" y="566667"/>
                  </a:lnTo>
                  <a:lnTo>
                    <a:pt x="182310" y="566667"/>
                  </a:lnTo>
                  <a:lnTo>
                    <a:pt x="179847" y="566667"/>
                  </a:lnTo>
                  <a:lnTo>
                    <a:pt x="177383" y="566667"/>
                  </a:lnTo>
                  <a:lnTo>
                    <a:pt x="174919" y="566667"/>
                  </a:lnTo>
                  <a:lnTo>
                    <a:pt x="172456" y="566667"/>
                  </a:lnTo>
                  <a:lnTo>
                    <a:pt x="169992" y="566667"/>
                  </a:lnTo>
                  <a:lnTo>
                    <a:pt x="167528" y="566667"/>
                  </a:lnTo>
                  <a:lnTo>
                    <a:pt x="165065" y="566667"/>
                  </a:lnTo>
                  <a:lnTo>
                    <a:pt x="162601" y="566667"/>
                  </a:lnTo>
                  <a:lnTo>
                    <a:pt x="160137" y="566667"/>
                  </a:lnTo>
                  <a:lnTo>
                    <a:pt x="157674" y="566667"/>
                  </a:lnTo>
                  <a:lnTo>
                    <a:pt x="155210" y="566667"/>
                  </a:lnTo>
                  <a:lnTo>
                    <a:pt x="152746" y="566667"/>
                  </a:lnTo>
                  <a:lnTo>
                    <a:pt x="150283" y="566667"/>
                  </a:lnTo>
                  <a:lnTo>
                    <a:pt x="147819" y="566667"/>
                  </a:lnTo>
                  <a:lnTo>
                    <a:pt x="145355" y="566667"/>
                  </a:lnTo>
                  <a:lnTo>
                    <a:pt x="142892" y="566667"/>
                  </a:lnTo>
                  <a:lnTo>
                    <a:pt x="140428" y="566667"/>
                  </a:lnTo>
                  <a:lnTo>
                    <a:pt x="137964" y="566667"/>
                  </a:lnTo>
                  <a:lnTo>
                    <a:pt x="135501" y="566667"/>
                  </a:lnTo>
                  <a:lnTo>
                    <a:pt x="133037" y="566667"/>
                  </a:lnTo>
                  <a:lnTo>
                    <a:pt x="130573" y="566667"/>
                  </a:lnTo>
                  <a:lnTo>
                    <a:pt x="128110" y="566667"/>
                  </a:lnTo>
                  <a:lnTo>
                    <a:pt x="125646" y="566667"/>
                  </a:lnTo>
                  <a:lnTo>
                    <a:pt x="123182" y="566667"/>
                  </a:lnTo>
                  <a:lnTo>
                    <a:pt x="120719" y="566667"/>
                  </a:lnTo>
                  <a:lnTo>
                    <a:pt x="118255" y="566667"/>
                  </a:lnTo>
                  <a:lnTo>
                    <a:pt x="115791" y="566667"/>
                  </a:lnTo>
                  <a:lnTo>
                    <a:pt x="113328" y="566667"/>
                  </a:lnTo>
                  <a:lnTo>
                    <a:pt x="110864" y="566667"/>
                  </a:lnTo>
                  <a:lnTo>
                    <a:pt x="108400" y="566667"/>
                  </a:lnTo>
                  <a:lnTo>
                    <a:pt x="105937" y="566667"/>
                  </a:lnTo>
                  <a:lnTo>
                    <a:pt x="103473" y="566667"/>
                  </a:lnTo>
                  <a:lnTo>
                    <a:pt x="101009" y="566667"/>
                  </a:lnTo>
                  <a:lnTo>
                    <a:pt x="98546" y="566667"/>
                  </a:lnTo>
                  <a:lnTo>
                    <a:pt x="96082" y="566667"/>
                  </a:lnTo>
                  <a:lnTo>
                    <a:pt x="93618" y="566667"/>
                  </a:lnTo>
                  <a:lnTo>
                    <a:pt x="91155" y="566667"/>
                  </a:lnTo>
                  <a:lnTo>
                    <a:pt x="88691" y="566667"/>
                  </a:lnTo>
                  <a:lnTo>
                    <a:pt x="86228" y="566667"/>
                  </a:lnTo>
                  <a:lnTo>
                    <a:pt x="83764" y="566667"/>
                  </a:lnTo>
                  <a:lnTo>
                    <a:pt x="81300" y="566667"/>
                  </a:lnTo>
                  <a:lnTo>
                    <a:pt x="78837" y="566667"/>
                  </a:lnTo>
                  <a:lnTo>
                    <a:pt x="76373" y="566667"/>
                  </a:lnTo>
                  <a:lnTo>
                    <a:pt x="73909" y="566667"/>
                  </a:lnTo>
                  <a:lnTo>
                    <a:pt x="71446" y="566667"/>
                  </a:lnTo>
                  <a:lnTo>
                    <a:pt x="68982" y="566667"/>
                  </a:lnTo>
                  <a:lnTo>
                    <a:pt x="66518" y="566667"/>
                  </a:lnTo>
                  <a:lnTo>
                    <a:pt x="64055" y="566667"/>
                  </a:lnTo>
                  <a:lnTo>
                    <a:pt x="61591" y="566667"/>
                  </a:lnTo>
                  <a:lnTo>
                    <a:pt x="59127" y="566667"/>
                  </a:lnTo>
                  <a:lnTo>
                    <a:pt x="56664" y="566667"/>
                  </a:lnTo>
                  <a:lnTo>
                    <a:pt x="54200" y="566667"/>
                  </a:lnTo>
                  <a:lnTo>
                    <a:pt x="51736" y="566667"/>
                  </a:lnTo>
                  <a:lnTo>
                    <a:pt x="49273" y="566667"/>
                  </a:lnTo>
                  <a:lnTo>
                    <a:pt x="46809" y="566667"/>
                  </a:lnTo>
                  <a:lnTo>
                    <a:pt x="44345" y="566667"/>
                  </a:lnTo>
                  <a:lnTo>
                    <a:pt x="41882" y="566667"/>
                  </a:lnTo>
                  <a:lnTo>
                    <a:pt x="39418" y="566667"/>
                  </a:lnTo>
                  <a:lnTo>
                    <a:pt x="36954" y="566667"/>
                  </a:lnTo>
                  <a:lnTo>
                    <a:pt x="34491" y="566667"/>
                  </a:lnTo>
                  <a:lnTo>
                    <a:pt x="32027" y="566667"/>
                  </a:lnTo>
                  <a:lnTo>
                    <a:pt x="29563" y="566667"/>
                  </a:lnTo>
                  <a:lnTo>
                    <a:pt x="27100" y="566667"/>
                  </a:lnTo>
                  <a:lnTo>
                    <a:pt x="24636" y="566667"/>
                  </a:lnTo>
                  <a:lnTo>
                    <a:pt x="22172" y="566667"/>
                  </a:lnTo>
                  <a:lnTo>
                    <a:pt x="19709" y="566667"/>
                  </a:lnTo>
                  <a:lnTo>
                    <a:pt x="17245" y="566667"/>
                  </a:lnTo>
                  <a:lnTo>
                    <a:pt x="14781" y="566667"/>
                  </a:lnTo>
                  <a:lnTo>
                    <a:pt x="12318" y="566667"/>
                  </a:lnTo>
                  <a:lnTo>
                    <a:pt x="9854" y="566667"/>
                  </a:lnTo>
                  <a:lnTo>
                    <a:pt x="7390" y="566667"/>
                  </a:lnTo>
                  <a:lnTo>
                    <a:pt x="4927" y="566667"/>
                  </a:lnTo>
                  <a:lnTo>
                    <a:pt x="2463" y="56666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957616" y="5587230"/>
              <a:ext cx="1258929" cy="566667"/>
            </a:xfrm>
            <a:custGeom>
              <a:avLst/>
              <a:pathLst>
                <a:path w="1258929" h="566667">
                  <a:moveTo>
                    <a:pt x="0" y="566667"/>
                  </a:moveTo>
                  <a:lnTo>
                    <a:pt x="2463" y="566667"/>
                  </a:lnTo>
                  <a:lnTo>
                    <a:pt x="4927" y="566667"/>
                  </a:lnTo>
                  <a:lnTo>
                    <a:pt x="7390" y="566667"/>
                  </a:lnTo>
                  <a:lnTo>
                    <a:pt x="9854" y="566667"/>
                  </a:lnTo>
                  <a:lnTo>
                    <a:pt x="12318" y="566667"/>
                  </a:lnTo>
                  <a:lnTo>
                    <a:pt x="14781" y="566667"/>
                  </a:lnTo>
                  <a:lnTo>
                    <a:pt x="17245" y="566667"/>
                  </a:lnTo>
                  <a:lnTo>
                    <a:pt x="19709" y="566667"/>
                  </a:lnTo>
                  <a:lnTo>
                    <a:pt x="22172" y="566667"/>
                  </a:lnTo>
                  <a:lnTo>
                    <a:pt x="24636" y="566667"/>
                  </a:lnTo>
                  <a:lnTo>
                    <a:pt x="27100" y="566667"/>
                  </a:lnTo>
                  <a:lnTo>
                    <a:pt x="29563" y="566667"/>
                  </a:lnTo>
                  <a:lnTo>
                    <a:pt x="32027" y="566667"/>
                  </a:lnTo>
                  <a:lnTo>
                    <a:pt x="34491" y="566667"/>
                  </a:lnTo>
                  <a:lnTo>
                    <a:pt x="36954" y="566667"/>
                  </a:lnTo>
                  <a:lnTo>
                    <a:pt x="39418" y="566667"/>
                  </a:lnTo>
                  <a:lnTo>
                    <a:pt x="41882" y="566667"/>
                  </a:lnTo>
                  <a:lnTo>
                    <a:pt x="44345" y="566667"/>
                  </a:lnTo>
                  <a:lnTo>
                    <a:pt x="46809" y="566667"/>
                  </a:lnTo>
                  <a:lnTo>
                    <a:pt x="49273" y="566667"/>
                  </a:lnTo>
                  <a:lnTo>
                    <a:pt x="51736" y="566667"/>
                  </a:lnTo>
                  <a:lnTo>
                    <a:pt x="54200" y="566667"/>
                  </a:lnTo>
                  <a:lnTo>
                    <a:pt x="56664" y="566667"/>
                  </a:lnTo>
                  <a:lnTo>
                    <a:pt x="59127" y="566667"/>
                  </a:lnTo>
                  <a:lnTo>
                    <a:pt x="61591" y="566667"/>
                  </a:lnTo>
                  <a:lnTo>
                    <a:pt x="64055" y="566667"/>
                  </a:lnTo>
                  <a:lnTo>
                    <a:pt x="66518" y="566667"/>
                  </a:lnTo>
                  <a:lnTo>
                    <a:pt x="68982" y="566667"/>
                  </a:lnTo>
                  <a:lnTo>
                    <a:pt x="71446" y="566667"/>
                  </a:lnTo>
                  <a:lnTo>
                    <a:pt x="73909" y="566667"/>
                  </a:lnTo>
                  <a:lnTo>
                    <a:pt x="76373" y="566667"/>
                  </a:lnTo>
                  <a:lnTo>
                    <a:pt x="78837" y="566667"/>
                  </a:lnTo>
                  <a:lnTo>
                    <a:pt x="81300" y="566667"/>
                  </a:lnTo>
                  <a:lnTo>
                    <a:pt x="83764" y="566667"/>
                  </a:lnTo>
                  <a:lnTo>
                    <a:pt x="86228" y="566667"/>
                  </a:lnTo>
                  <a:lnTo>
                    <a:pt x="88691" y="566667"/>
                  </a:lnTo>
                  <a:lnTo>
                    <a:pt x="91155" y="566667"/>
                  </a:lnTo>
                  <a:lnTo>
                    <a:pt x="93618" y="566667"/>
                  </a:lnTo>
                  <a:lnTo>
                    <a:pt x="96082" y="566667"/>
                  </a:lnTo>
                  <a:lnTo>
                    <a:pt x="98546" y="566667"/>
                  </a:lnTo>
                  <a:lnTo>
                    <a:pt x="101009" y="566667"/>
                  </a:lnTo>
                  <a:lnTo>
                    <a:pt x="103473" y="566667"/>
                  </a:lnTo>
                  <a:lnTo>
                    <a:pt x="105937" y="566667"/>
                  </a:lnTo>
                  <a:lnTo>
                    <a:pt x="108400" y="566667"/>
                  </a:lnTo>
                  <a:lnTo>
                    <a:pt x="110864" y="566667"/>
                  </a:lnTo>
                  <a:lnTo>
                    <a:pt x="113328" y="566667"/>
                  </a:lnTo>
                  <a:lnTo>
                    <a:pt x="115791" y="566667"/>
                  </a:lnTo>
                  <a:lnTo>
                    <a:pt x="118255" y="566667"/>
                  </a:lnTo>
                  <a:lnTo>
                    <a:pt x="120719" y="566667"/>
                  </a:lnTo>
                  <a:lnTo>
                    <a:pt x="123182" y="566667"/>
                  </a:lnTo>
                  <a:lnTo>
                    <a:pt x="125646" y="566667"/>
                  </a:lnTo>
                  <a:lnTo>
                    <a:pt x="128110" y="566667"/>
                  </a:lnTo>
                  <a:lnTo>
                    <a:pt x="130573" y="566667"/>
                  </a:lnTo>
                  <a:lnTo>
                    <a:pt x="133037" y="566667"/>
                  </a:lnTo>
                  <a:lnTo>
                    <a:pt x="135501" y="566667"/>
                  </a:lnTo>
                  <a:lnTo>
                    <a:pt x="137964" y="566667"/>
                  </a:lnTo>
                  <a:lnTo>
                    <a:pt x="140428" y="566667"/>
                  </a:lnTo>
                  <a:lnTo>
                    <a:pt x="142892" y="566667"/>
                  </a:lnTo>
                  <a:lnTo>
                    <a:pt x="145355" y="566667"/>
                  </a:lnTo>
                  <a:lnTo>
                    <a:pt x="147819" y="566667"/>
                  </a:lnTo>
                  <a:lnTo>
                    <a:pt x="150283" y="566667"/>
                  </a:lnTo>
                  <a:lnTo>
                    <a:pt x="152746" y="566667"/>
                  </a:lnTo>
                  <a:lnTo>
                    <a:pt x="155210" y="566667"/>
                  </a:lnTo>
                  <a:lnTo>
                    <a:pt x="157674" y="566667"/>
                  </a:lnTo>
                  <a:lnTo>
                    <a:pt x="160137" y="566667"/>
                  </a:lnTo>
                  <a:lnTo>
                    <a:pt x="162601" y="566667"/>
                  </a:lnTo>
                  <a:lnTo>
                    <a:pt x="165065" y="566667"/>
                  </a:lnTo>
                  <a:lnTo>
                    <a:pt x="167528" y="566667"/>
                  </a:lnTo>
                  <a:lnTo>
                    <a:pt x="169992" y="566667"/>
                  </a:lnTo>
                  <a:lnTo>
                    <a:pt x="172456" y="566667"/>
                  </a:lnTo>
                  <a:lnTo>
                    <a:pt x="174919" y="566667"/>
                  </a:lnTo>
                  <a:lnTo>
                    <a:pt x="177383" y="566667"/>
                  </a:lnTo>
                  <a:lnTo>
                    <a:pt x="179847" y="566667"/>
                  </a:lnTo>
                  <a:lnTo>
                    <a:pt x="182310" y="566667"/>
                  </a:lnTo>
                  <a:lnTo>
                    <a:pt x="184774" y="566667"/>
                  </a:lnTo>
                  <a:lnTo>
                    <a:pt x="187237" y="566667"/>
                  </a:lnTo>
                  <a:lnTo>
                    <a:pt x="189701" y="566667"/>
                  </a:lnTo>
                  <a:lnTo>
                    <a:pt x="192165" y="566667"/>
                  </a:lnTo>
                  <a:lnTo>
                    <a:pt x="194628" y="566667"/>
                  </a:lnTo>
                  <a:lnTo>
                    <a:pt x="197092" y="566667"/>
                  </a:lnTo>
                  <a:lnTo>
                    <a:pt x="199556" y="566667"/>
                  </a:lnTo>
                  <a:lnTo>
                    <a:pt x="202019" y="566667"/>
                  </a:lnTo>
                  <a:lnTo>
                    <a:pt x="204483" y="566667"/>
                  </a:lnTo>
                  <a:lnTo>
                    <a:pt x="206947" y="566667"/>
                  </a:lnTo>
                  <a:lnTo>
                    <a:pt x="209410" y="566667"/>
                  </a:lnTo>
                  <a:lnTo>
                    <a:pt x="211874" y="566667"/>
                  </a:lnTo>
                  <a:lnTo>
                    <a:pt x="214338" y="566667"/>
                  </a:lnTo>
                  <a:lnTo>
                    <a:pt x="216801" y="566667"/>
                  </a:lnTo>
                  <a:lnTo>
                    <a:pt x="219265" y="566667"/>
                  </a:lnTo>
                  <a:lnTo>
                    <a:pt x="221729" y="566667"/>
                  </a:lnTo>
                  <a:lnTo>
                    <a:pt x="224192" y="566667"/>
                  </a:lnTo>
                  <a:lnTo>
                    <a:pt x="226656" y="566667"/>
                  </a:lnTo>
                  <a:lnTo>
                    <a:pt x="229120" y="566667"/>
                  </a:lnTo>
                  <a:lnTo>
                    <a:pt x="231583" y="566667"/>
                  </a:lnTo>
                  <a:lnTo>
                    <a:pt x="234047" y="566667"/>
                  </a:lnTo>
                  <a:lnTo>
                    <a:pt x="236511" y="566667"/>
                  </a:lnTo>
                  <a:lnTo>
                    <a:pt x="238974" y="566667"/>
                  </a:lnTo>
                  <a:lnTo>
                    <a:pt x="241438" y="566667"/>
                  </a:lnTo>
                  <a:lnTo>
                    <a:pt x="243902" y="566667"/>
                  </a:lnTo>
                  <a:lnTo>
                    <a:pt x="246365" y="566667"/>
                  </a:lnTo>
                  <a:lnTo>
                    <a:pt x="248829" y="566667"/>
                  </a:lnTo>
                  <a:lnTo>
                    <a:pt x="251293" y="566667"/>
                  </a:lnTo>
                  <a:lnTo>
                    <a:pt x="253756" y="566667"/>
                  </a:lnTo>
                  <a:lnTo>
                    <a:pt x="256220" y="566666"/>
                  </a:lnTo>
                  <a:lnTo>
                    <a:pt x="258684" y="566666"/>
                  </a:lnTo>
                  <a:lnTo>
                    <a:pt x="261147" y="566665"/>
                  </a:lnTo>
                  <a:lnTo>
                    <a:pt x="263611" y="566664"/>
                  </a:lnTo>
                  <a:lnTo>
                    <a:pt x="266075" y="566661"/>
                  </a:lnTo>
                  <a:lnTo>
                    <a:pt x="268538" y="566658"/>
                  </a:lnTo>
                  <a:lnTo>
                    <a:pt x="271002" y="566653"/>
                  </a:lnTo>
                  <a:lnTo>
                    <a:pt x="273465" y="566646"/>
                  </a:lnTo>
                  <a:lnTo>
                    <a:pt x="275929" y="566635"/>
                  </a:lnTo>
                  <a:lnTo>
                    <a:pt x="278393" y="566618"/>
                  </a:lnTo>
                  <a:lnTo>
                    <a:pt x="280856" y="566594"/>
                  </a:lnTo>
                  <a:lnTo>
                    <a:pt x="283320" y="566559"/>
                  </a:lnTo>
                  <a:lnTo>
                    <a:pt x="285784" y="566511"/>
                  </a:lnTo>
                  <a:lnTo>
                    <a:pt x="288247" y="566444"/>
                  </a:lnTo>
                  <a:lnTo>
                    <a:pt x="290711" y="566352"/>
                  </a:lnTo>
                  <a:lnTo>
                    <a:pt x="293175" y="566229"/>
                  </a:lnTo>
                  <a:lnTo>
                    <a:pt x="295638" y="566056"/>
                  </a:lnTo>
                  <a:lnTo>
                    <a:pt x="298102" y="565826"/>
                  </a:lnTo>
                  <a:lnTo>
                    <a:pt x="300566" y="565526"/>
                  </a:lnTo>
                  <a:lnTo>
                    <a:pt x="303029" y="565139"/>
                  </a:lnTo>
                  <a:lnTo>
                    <a:pt x="305493" y="564647"/>
                  </a:lnTo>
                  <a:lnTo>
                    <a:pt x="307957" y="564031"/>
                  </a:lnTo>
                  <a:lnTo>
                    <a:pt x="310420" y="563267"/>
                  </a:lnTo>
                  <a:lnTo>
                    <a:pt x="312884" y="562335"/>
                  </a:lnTo>
                  <a:lnTo>
                    <a:pt x="315348" y="561171"/>
                  </a:lnTo>
                  <a:lnTo>
                    <a:pt x="317811" y="559783"/>
                  </a:lnTo>
                  <a:lnTo>
                    <a:pt x="320275" y="558150"/>
                  </a:lnTo>
                  <a:lnTo>
                    <a:pt x="322739" y="556253"/>
                  </a:lnTo>
                  <a:lnTo>
                    <a:pt x="325202" y="554082"/>
                  </a:lnTo>
                  <a:lnTo>
                    <a:pt x="327666" y="551626"/>
                  </a:lnTo>
                  <a:lnTo>
                    <a:pt x="330130" y="548888"/>
                  </a:lnTo>
                  <a:lnTo>
                    <a:pt x="332593" y="545871"/>
                  </a:lnTo>
                  <a:lnTo>
                    <a:pt x="335057" y="542557"/>
                  </a:lnTo>
                  <a:lnTo>
                    <a:pt x="337521" y="539019"/>
                  </a:lnTo>
                  <a:lnTo>
                    <a:pt x="339984" y="535296"/>
                  </a:lnTo>
                  <a:lnTo>
                    <a:pt x="342448" y="531436"/>
                  </a:lnTo>
                  <a:lnTo>
                    <a:pt x="344912" y="527491"/>
                  </a:lnTo>
                  <a:lnTo>
                    <a:pt x="347375" y="523518"/>
                  </a:lnTo>
                  <a:lnTo>
                    <a:pt x="349839" y="519579"/>
                  </a:lnTo>
                  <a:lnTo>
                    <a:pt x="352303" y="515736"/>
                  </a:lnTo>
                  <a:lnTo>
                    <a:pt x="354766" y="512084"/>
                  </a:lnTo>
                  <a:lnTo>
                    <a:pt x="357230" y="508665"/>
                  </a:lnTo>
                  <a:lnTo>
                    <a:pt x="359694" y="505521"/>
                  </a:lnTo>
                  <a:lnTo>
                    <a:pt x="362157" y="502688"/>
                  </a:lnTo>
                  <a:lnTo>
                    <a:pt x="364621" y="500191"/>
                  </a:lnTo>
                  <a:lnTo>
                    <a:pt x="367084" y="498044"/>
                  </a:lnTo>
                  <a:lnTo>
                    <a:pt x="369548" y="496249"/>
                  </a:lnTo>
                  <a:lnTo>
                    <a:pt x="372012" y="494798"/>
                  </a:lnTo>
                  <a:lnTo>
                    <a:pt x="374475" y="493718"/>
                  </a:lnTo>
                  <a:lnTo>
                    <a:pt x="376939" y="492928"/>
                  </a:lnTo>
                  <a:lnTo>
                    <a:pt x="379403" y="492388"/>
                  </a:lnTo>
                  <a:lnTo>
                    <a:pt x="381866" y="492059"/>
                  </a:lnTo>
                  <a:lnTo>
                    <a:pt x="384330" y="491899"/>
                  </a:lnTo>
                  <a:lnTo>
                    <a:pt x="386794" y="491867"/>
                  </a:lnTo>
                  <a:lnTo>
                    <a:pt x="389257" y="491925"/>
                  </a:lnTo>
                  <a:lnTo>
                    <a:pt x="391721" y="492037"/>
                  </a:lnTo>
                  <a:lnTo>
                    <a:pt x="394185" y="492167"/>
                  </a:lnTo>
                  <a:lnTo>
                    <a:pt x="396648" y="492283"/>
                  </a:lnTo>
                  <a:lnTo>
                    <a:pt x="399112" y="492365"/>
                  </a:lnTo>
                  <a:lnTo>
                    <a:pt x="401576" y="492398"/>
                  </a:lnTo>
                  <a:lnTo>
                    <a:pt x="404039" y="492373"/>
                  </a:lnTo>
                  <a:lnTo>
                    <a:pt x="406503" y="492283"/>
                  </a:lnTo>
                  <a:lnTo>
                    <a:pt x="408967" y="492126"/>
                  </a:lnTo>
                  <a:lnTo>
                    <a:pt x="411430" y="491903"/>
                  </a:lnTo>
                  <a:lnTo>
                    <a:pt x="413894" y="491610"/>
                  </a:lnTo>
                  <a:lnTo>
                    <a:pt x="416358" y="491263"/>
                  </a:lnTo>
                  <a:lnTo>
                    <a:pt x="418821" y="490874"/>
                  </a:lnTo>
                  <a:lnTo>
                    <a:pt x="421285" y="490455"/>
                  </a:lnTo>
                  <a:lnTo>
                    <a:pt x="423749" y="490018"/>
                  </a:lnTo>
                  <a:lnTo>
                    <a:pt x="426212" y="489578"/>
                  </a:lnTo>
                  <a:lnTo>
                    <a:pt x="428676" y="489149"/>
                  </a:lnTo>
                  <a:lnTo>
                    <a:pt x="431140" y="488746"/>
                  </a:lnTo>
                  <a:lnTo>
                    <a:pt x="433603" y="488393"/>
                  </a:lnTo>
                  <a:lnTo>
                    <a:pt x="436067" y="488104"/>
                  </a:lnTo>
                  <a:lnTo>
                    <a:pt x="438531" y="487889"/>
                  </a:lnTo>
                  <a:lnTo>
                    <a:pt x="440994" y="487761"/>
                  </a:lnTo>
                  <a:lnTo>
                    <a:pt x="443458" y="487727"/>
                  </a:lnTo>
                  <a:lnTo>
                    <a:pt x="445922" y="487795"/>
                  </a:lnTo>
                  <a:lnTo>
                    <a:pt x="448385" y="487969"/>
                  </a:lnTo>
                  <a:lnTo>
                    <a:pt x="450849" y="488250"/>
                  </a:lnTo>
                  <a:lnTo>
                    <a:pt x="453312" y="488650"/>
                  </a:lnTo>
                  <a:lnTo>
                    <a:pt x="455776" y="489153"/>
                  </a:lnTo>
                  <a:lnTo>
                    <a:pt x="458240" y="489747"/>
                  </a:lnTo>
                  <a:lnTo>
                    <a:pt x="460703" y="490421"/>
                  </a:lnTo>
                  <a:lnTo>
                    <a:pt x="463167" y="491165"/>
                  </a:lnTo>
                  <a:lnTo>
                    <a:pt x="465631" y="491964"/>
                  </a:lnTo>
                  <a:lnTo>
                    <a:pt x="468094" y="492804"/>
                  </a:lnTo>
                  <a:lnTo>
                    <a:pt x="470558" y="493669"/>
                  </a:lnTo>
                  <a:lnTo>
                    <a:pt x="473022" y="494538"/>
                  </a:lnTo>
                  <a:lnTo>
                    <a:pt x="475485" y="495390"/>
                  </a:lnTo>
                  <a:lnTo>
                    <a:pt x="477949" y="496206"/>
                  </a:lnTo>
                  <a:lnTo>
                    <a:pt x="480413" y="496966"/>
                  </a:lnTo>
                  <a:lnTo>
                    <a:pt x="482876" y="497653"/>
                  </a:lnTo>
                  <a:lnTo>
                    <a:pt x="485340" y="498248"/>
                  </a:lnTo>
                  <a:lnTo>
                    <a:pt x="487804" y="498736"/>
                  </a:lnTo>
                  <a:lnTo>
                    <a:pt x="490267" y="499100"/>
                  </a:lnTo>
                  <a:lnTo>
                    <a:pt x="492731" y="499308"/>
                  </a:lnTo>
                  <a:lnTo>
                    <a:pt x="495195" y="499356"/>
                  </a:lnTo>
                  <a:lnTo>
                    <a:pt x="497658" y="499241"/>
                  </a:lnTo>
                  <a:lnTo>
                    <a:pt x="500122" y="498959"/>
                  </a:lnTo>
                  <a:lnTo>
                    <a:pt x="502586" y="498502"/>
                  </a:lnTo>
                  <a:lnTo>
                    <a:pt x="505049" y="497868"/>
                  </a:lnTo>
                  <a:lnTo>
                    <a:pt x="507513" y="497052"/>
                  </a:lnTo>
                  <a:lnTo>
                    <a:pt x="509977" y="496051"/>
                  </a:lnTo>
                  <a:lnTo>
                    <a:pt x="512440" y="494836"/>
                  </a:lnTo>
                  <a:lnTo>
                    <a:pt x="514904" y="493409"/>
                  </a:lnTo>
                  <a:lnTo>
                    <a:pt x="517368" y="491763"/>
                  </a:lnTo>
                  <a:lnTo>
                    <a:pt x="519831" y="489877"/>
                  </a:lnTo>
                  <a:lnTo>
                    <a:pt x="522295" y="487724"/>
                  </a:lnTo>
                  <a:lnTo>
                    <a:pt x="524759" y="485271"/>
                  </a:lnTo>
                  <a:lnTo>
                    <a:pt x="527222" y="482475"/>
                  </a:lnTo>
                  <a:lnTo>
                    <a:pt x="529686" y="479288"/>
                  </a:lnTo>
                  <a:lnTo>
                    <a:pt x="532150" y="475597"/>
                  </a:lnTo>
                  <a:lnTo>
                    <a:pt x="534613" y="471346"/>
                  </a:lnTo>
                  <a:lnTo>
                    <a:pt x="537077" y="466496"/>
                  </a:lnTo>
                  <a:lnTo>
                    <a:pt x="539541" y="460977"/>
                  </a:lnTo>
                  <a:lnTo>
                    <a:pt x="542004" y="454722"/>
                  </a:lnTo>
                  <a:lnTo>
                    <a:pt x="544468" y="447668"/>
                  </a:lnTo>
                  <a:lnTo>
                    <a:pt x="546931" y="439752"/>
                  </a:lnTo>
                  <a:lnTo>
                    <a:pt x="549395" y="430922"/>
                  </a:lnTo>
                  <a:lnTo>
                    <a:pt x="551859" y="421026"/>
                  </a:lnTo>
                  <a:lnTo>
                    <a:pt x="554322" y="410061"/>
                  </a:lnTo>
                  <a:lnTo>
                    <a:pt x="556786" y="398067"/>
                  </a:lnTo>
                  <a:lnTo>
                    <a:pt x="559250" y="385035"/>
                  </a:lnTo>
                  <a:lnTo>
                    <a:pt x="561713" y="370968"/>
                  </a:lnTo>
                  <a:lnTo>
                    <a:pt x="564177" y="355879"/>
                  </a:lnTo>
                  <a:lnTo>
                    <a:pt x="566641" y="339794"/>
                  </a:lnTo>
                  <a:lnTo>
                    <a:pt x="569104" y="322750"/>
                  </a:lnTo>
                  <a:lnTo>
                    <a:pt x="571568" y="304715"/>
                  </a:lnTo>
                  <a:lnTo>
                    <a:pt x="574032" y="285804"/>
                  </a:lnTo>
                  <a:lnTo>
                    <a:pt x="576495" y="266164"/>
                  </a:lnTo>
                  <a:lnTo>
                    <a:pt x="578959" y="245898"/>
                  </a:lnTo>
                  <a:lnTo>
                    <a:pt x="581423" y="225127"/>
                  </a:lnTo>
                  <a:lnTo>
                    <a:pt x="583886" y="203987"/>
                  </a:lnTo>
                  <a:lnTo>
                    <a:pt x="586350" y="182637"/>
                  </a:lnTo>
                  <a:lnTo>
                    <a:pt x="588814" y="161254"/>
                  </a:lnTo>
                  <a:lnTo>
                    <a:pt x="591277" y="140082"/>
                  </a:lnTo>
                  <a:lnTo>
                    <a:pt x="593741" y="119408"/>
                  </a:lnTo>
                  <a:lnTo>
                    <a:pt x="596205" y="99472"/>
                  </a:lnTo>
                  <a:lnTo>
                    <a:pt x="598668" y="80539"/>
                  </a:lnTo>
                  <a:lnTo>
                    <a:pt x="601132" y="62889"/>
                  </a:lnTo>
                  <a:lnTo>
                    <a:pt x="603596" y="46804"/>
                  </a:lnTo>
                  <a:lnTo>
                    <a:pt x="606059" y="32567"/>
                  </a:lnTo>
                  <a:lnTo>
                    <a:pt x="608523" y="20455"/>
                  </a:lnTo>
                  <a:lnTo>
                    <a:pt x="610987" y="10968"/>
                  </a:lnTo>
                  <a:lnTo>
                    <a:pt x="613450" y="4376"/>
                  </a:lnTo>
                  <a:lnTo>
                    <a:pt x="615914" y="674"/>
                  </a:lnTo>
                  <a:lnTo>
                    <a:pt x="618378" y="0"/>
                  </a:lnTo>
                  <a:lnTo>
                    <a:pt x="620841" y="2442"/>
                  </a:lnTo>
                  <a:lnTo>
                    <a:pt x="623305" y="8037"/>
                  </a:lnTo>
                  <a:lnTo>
                    <a:pt x="625769" y="16763"/>
                  </a:lnTo>
                  <a:lnTo>
                    <a:pt x="628232" y="28543"/>
                  </a:lnTo>
                  <a:lnTo>
                    <a:pt x="630696" y="43461"/>
                  </a:lnTo>
                  <a:lnTo>
                    <a:pt x="633159" y="61249"/>
                  </a:lnTo>
                  <a:lnTo>
                    <a:pt x="635623" y="81396"/>
                  </a:lnTo>
                  <a:lnTo>
                    <a:pt x="638087" y="103593"/>
                  </a:lnTo>
                  <a:lnTo>
                    <a:pt x="640550" y="127507"/>
                  </a:lnTo>
                  <a:lnTo>
                    <a:pt x="643014" y="152782"/>
                  </a:lnTo>
                  <a:lnTo>
                    <a:pt x="645478" y="179053"/>
                  </a:lnTo>
                  <a:lnTo>
                    <a:pt x="647941" y="205952"/>
                  </a:lnTo>
                  <a:lnTo>
                    <a:pt x="650405" y="233105"/>
                  </a:lnTo>
                  <a:lnTo>
                    <a:pt x="652869" y="260075"/>
                  </a:lnTo>
                  <a:lnTo>
                    <a:pt x="655332" y="286542"/>
                  </a:lnTo>
                  <a:lnTo>
                    <a:pt x="657796" y="312238"/>
                  </a:lnTo>
                  <a:lnTo>
                    <a:pt x="660260" y="336933"/>
                  </a:lnTo>
                  <a:lnTo>
                    <a:pt x="662723" y="360432"/>
                  </a:lnTo>
                  <a:lnTo>
                    <a:pt x="665187" y="382582"/>
                  </a:lnTo>
                  <a:lnTo>
                    <a:pt x="667651" y="403267"/>
                  </a:lnTo>
                  <a:lnTo>
                    <a:pt x="670114" y="422292"/>
                  </a:lnTo>
                  <a:lnTo>
                    <a:pt x="672578" y="439582"/>
                  </a:lnTo>
                  <a:lnTo>
                    <a:pt x="675042" y="455289"/>
                  </a:lnTo>
                  <a:lnTo>
                    <a:pt x="677505" y="469447"/>
                  </a:lnTo>
                  <a:lnTo>
                    <a:pt x="679969" y="482107"/>
                  </a:lnTo>
                  <a:lnTo>
                    <a:pt x="682433" y="493341"/>
                  </a:lnTo>
                  <a:lnTo>
                    <a:pt x="684896" y="503230"/>
                  </a:lnTo>
                  <a:lnTo>
                    <a:pt x="687360" y="511869"/>
                  </a:lnTo>
                  <a:lnTo>
                    <a:pt x="689824" y="519287"/>
                  </a:lnTo>
                  <a:lnTo>
                    <a:pt x="692287" y="525583"/>
                  </a:lnTo>
                  <a:lnTo>
                    <a:pt x="694751" y="530972"/>
                  </a:lnTo>
                  <a:lnTo>
                    <a:pt x="697215" y="535550"/>
                  </a:lnTo>
                  <a:lnTo>
                    <a:pt x="699678" y="539410"/>
                  </a:lnTo>
                  <a:lnTo>
                    <a:pt x="702142" y="542637"/>
                  </a:lnTo>
                  <a:lnTo>
                    <a:pt x="704606" y="545310"/>
                  </a:lnTo>
                  <a:lnTo>
                    <a:pt x="707069" y="547500"/>
                  </a:lnTo>
                  <a:lnTo>
                    <a:pt x="709533" y="549251"/>
                  </a:lnTo>
                  <a:lnTo>
                    <a:pt x="711997" y="550616"/>
                  </a:lnTo>
                  <a:lnTo>
                    <a:pt x="714460" y="551685"/>
                  </a:lnTo>
                  <a:lnTo>
                    <a:pt x="716924" y="552497"/>
                  </a:lnTo>
                  <a:lnTo>
                    <a:pt x="719388" y="553087"/>
                  </a:lnTo>
                  <a:lnTo>
                    <a:pt x="721851" y="553485"/>
                  </a:lnTo>
                  <a:lnTo>
                    <a:pt x="724315" y="553718"/>
                  </a:lnTo>
                  <a:lnTo>
                    <a:pt x="726778" y="553810"/>
                  </a:lnTo>
                  <a:lnTo>
                    <a:pt x="729242" y="553776"/>
                  </a:lnTo>
                  <a:lnTo>
                    <a:pt x="731706" y="553635"/>
                  </a:lnTo>
                  <a:lnTo>
                    <a:pt x="734169" y="553418"/>
                  </a:lnTo>
                  <a:lnTo>
                    <a:pt x="736633" y="553138"/>
                  </a:lnTo>
                  <a:lnTo>
                    <a:pt x="739097" y="552811"/>
                  </a:lnTo>
                  <a:lnTo>
                    <a:pt x="741560" y="552447"/>
                  </a:lnTo>
                  <a:lnTo>
                    <a:pt x="744024" y="552057"/>
                  </a:lnTo>
                  <a:lnTo>
                    <a:pt x="746488" y="551649"/>
                  </a:lnTo>
                  <a:lnTo>
                    <a:pt x="748951" y="551231"/>
                  </a:lnTo>
                  <a:lnTo>
                    <a:pt x="751415" y="550806"/>
                  </a:lnTo>
                  <a:lnTo>
                    <a:pt x="753879" y="550375"/>
                  </a:lnTo>
                  <a:lnTo>
                    <a:pt x="756342" y="549938"/>
                  </a:lnTo>
                  <a:lnTo>
                    <a:pt x="758806" y="549489"/>
                  </a:lnTo>
                  <a:lnTo>
                    <a:pt x="761270" y="549024"/>
                  </a:lnTo>
                  <a:lnTo>
                    <a:pt x="763733" y="548535"/>
                  </a:lnTo>
                  <a:lnTo>
                    <a:pt x="766197" y="548013"/>
                  </a:lnTo>
                  <a:lnTo>
                    <a:pt x="768661" y="547444"/>
                  </a:lnTo>
                  <a:lnTo>
                    <a:pt x="771124" y="546811"/>
                  </a:lnTo>
                  <a:lnTo>
                    <a:pt x="773588" y="546106"/>
                  </a:lnTo>
                  <a:lnTo>
                    <a:pt x="776052" y="545319"/>
                  </a:lnTo>
                  <a:lnTo>
                    <a:pt x="778515" y="544438"/>
                  </a:lnTo>
                  <a:lnTo>
                    <a:pt x="780979" y="543452"/>
                  </a:lnTo>
                  <a:lnTo>
                    <a:pt x="783443" y="542353"/>
                  </a:lnTo>
                  <a:lnTo>
                    <a:pt x="785906" y="541133"/>
                  </a:lnTo>
                  <a:lnTo>
                    <a:pt x="788370" y="539779"/>
                  </a:lnTo>
                  <a:lnTo>
                    <a:pt x="790834" y="538279"/>
                  </a:lnTo>
                  <a:lnTo>
                    <a:pt x="793297" y="536646"/>
                  </a:lnTo>
                  <a:lnTo>
                    <a:pt x="795761" y="534885"/>
                  </a:lnTo>
                  <a:lnTo>
                    <a:pt x="798225" y="533002"/>
                  </a:lnTo>
                  <a:lnTo>
                    <a:pt x="800688" y="531006"/>
                  </a:lnTo>
                  <a:lnTo>
                    <a:pt x="803152" y="528909"/>
                  </a:lnTo>
                  <a:lnTo>
                    <a:pt x="805616" y="526727"/>
                  </a:lnTo>
                  <a:lnTo>
                    <a:pt x="808079" y="524475"/>
                  </a:lnTo>
                  <a:lnTo>
                    <a:pt x="810543" y="522177"/>
                  </a:lnTo>
                  <a:lnTo>
                    <a:pt x="813006" y="519867"/>
                  </a:lnTo>
                  <a:lnTo>
                    <a:pt x="815470" y="517568"/>
                  </a:lnTo>
                  <a:lnTo>
                    <a:pt x="817934" y="515310"/>
                  </a:lnTo>
                  <a:lnTo>
                    <a:pt x="820397" y="513117"/>
                  </a:lnTo>
                  <a:lnTo>
                    <a:pt x="822861" y="511016"/>
                  </a:lnTo>
                  <a:lnTo>
                    <a:pt x="825325" y="509034"/>
                  </a:lnTo>
                  <a:lnTo>
                    <a:pt x="827788" y="507199"/>
                  </a:lnTo>
                  <a:lnTo>
                    <a:pt x="830252" y="505554"/>
                  </a:lnTo>
                  <a:lnTo>
                    <a:pt x="832716" y="504099"/>
                  </a:lnTo>
                  <a:lnTo>
                    <a:pt x="835179" y="502845"/>
                  </a:lnTo>
                  <a:lnTo>
                    <a:pt x="837643" y="501803"/>
                  </a:lnTo>
                  <a:lnTo>
                    <a:pt x="840107" y="500979"/>
                  </a:lnTo>
                  <a:lnTo>
                    <a:pt x="842570" y="500375"/>
                  </a:lnTo>
                  <a:lnTo>
                    <a:pt x="845034" y="499989"/>
                  </a:lnTo>
                  <a:lnTo>
                    <a:pt x="847498" y="499821"/>
                  </a:lnTo>
                  <a:lnTo>
                    <a:pt x="849961" y="499881"/>
                  </a:lnTo>
                  <a:lnTo>
                    <a:pt x="852425" y="500126"/>
                  </a:lnTo>
                  <a:lnTo>
                    <a:pt x="854889" y="500541"/>
                  </a:lnTo>
                  <a:lnTo>
                    <a:pt x="857352" y="501106"/>
                  </a:lnTo>
                  <a:lnTo>
                    <a:pt x="859816" y="501804"/>
                  </a:lnTo>
                  <a:lnTo>
                    <a:pt x="862280" y="502617"/>
                  </a:lnTo>
                  <a:lnTo>
                    <a:pt x="864743" y="503527"/>
                  </a:lnTo>
                  <a:lnTo>
                    <a:pt x="867207" y="504518"/>
                  </a:lnTo>
                  <a:lnTo>
                    <a:pt x="869671" y="505582"/>
                  </a:lnTo>
                  <a:lnTo>
                    <a:pt x="872134" y="506696"/>
                  </a:lnTo>
                  <a:lnTo>
                    <a:pt x="874598" y="507853"/>
                  </a:lnTo>
                  <a:lnTo>
                    <a:pt x="877062" y="509050"/>
                  </a:lnTo>
                  <a:lnTo>
                    <a:pt x="879525" y="510285"/>
                  </a:lnTo>
                  <a:lnTo>
                    <a:pt x="881989" y="511561"/>
                  </a:lnTo>
                  <a:lnTo>
                    <a:pt x="884453" y="512883"/>
                  </a:lnTo>
                  <a:lnTo>
                    <a:pt x="886916" y="514257"/>
                  </a:lnTo>
                  <a:lnTo>
                    <a:pt x="889380" y="515704"/>
                  </a:lnTo>
                  <a:lnTo>
                    <a:pt x="891844" y="517222"/>
                  </a:lnTo>
                  <a:lnTo>
                    <a:pt x="894307" y="518821"/>
                  </a:lnTo>
                  <a:lnTo>
                    <a:pt x="896771" y="520506"/>
                  </a:lnTo>
                  <a:lnTo>
                    <a:pt x="899235" y="522281"/>
                  </a:lnTo>
                  <a:lnTo>
                    <a:pt x="901698" y="524148"/>
                  </a:lnTo>
                  <a:lnTo>
                    <a:pt x="904162" y="526104"/>
                  </a:lnTo>
                  <a:lnTo>
                    <a:pt x="906625" y="528146"/>
                  </a:lnTo>
                  <a:lnTo>
                    <a:pt x="909089" y="530274"/>
                  </a:lnTo>
                  <a:lnTo>
                    <a:pt x="911553" y="532460"/>
                  </a:lnTo>
                  <a:lnTo>
                    <a:pt x="914016" y="534689"/>
                  </a:lnTo>
                  <a:lnTo>
                    <a:pt x="916480" y="536943"/>
                  </a:lnTo>
                  <a:lnTo>
                    <a:pt x="918944" y="539202"/>
                  </a:lnTo>
                  <a:lnTo>
                    <a:pt x="921407" y="541446"/>
                  </a:lnTo>
                  <a:lnTo>
                    <a:pt x="923871" y="543657"/>
                  </a:lnTo>
                  <a:lnTo>
                    <a:pt x="926335" y="545813"/>
                  </a:lnTo>
                  <a:lnTo>
                    <a:pt x="928798" y="547882"/>
                  </a:lnTo>
                  <a:lnTo>
                    <a:pt x="931262" y="549857"/>
                  </a:lnTo>
                  <a:lnTo>
                    <a:pt x="933726" y="551726"/>
                  </a:lnTo>
                  <a:lnTo>
                    <a:pt x="936189" y="553479"/>
                  </a:lnTo>
                  <a:lnTo>
                    <a:pt x="938653" y="555109"/>
                  </a:lnTo>
                  <a:lnTo>
                    <a:pt x="941117" y="556610"/>
                  </a:lnTo>
                  <a:lnTo>
                    <a:pt x="943580" y="557981"/>
                  </a:lnTo>
                  <a:lnTo>
                    <a:pt x="946044" y="559221"/>
                  </a:lnTo>
                  <a:lnTo>
                    <a:pt x="948508" y="560314"/>
                  </a:lnTo>
                  <a:lnTo>
                    <a:pt x="950971" y="561285"/>
                  </a:lnTo>
                  <a:lnTo>
                    <a:pt x="953435" y="562141"/>
                  </a:lnTo>
                  <a:lnTo>
                    <a:pt x="955899" y="562890"/>
                  </a:lnTo>
                  <a:lnTo>
                    <a:pt x="958362" y="563539"/>
                  </a:lnTo>
                  <a:lnTo>
                    <a:pt x="960826" y="564097"/>
                  </a:lnTo>
                  <a:lnTo>
                    <a:pt x="963290" y="564573"/>
                  </a:lnTo>
                  <a:lnTo>
                    <a:pt x="965753" y="564975"/>
                  </a:lnTo>
                  <a:lnTo>
                    <a:pt x="968217" y="565303"/>
                  </a:lnTo>
                  <a:lnTo>
                    <a:pt x="970681" y="565577"/>
                  </a:lnTo>
                  <a:lnTo>
                    <a:pt x="973144" y="565803"/>
                  </a:lnTo>
                  <a:lnTo>
                    <a:pt x="975608" y="565988"/>
                  </a:lnTo>
                  <a:lnTo>
                    <a:pt x="978072" y="566138"/>
                  </a:lnTo>
                  <a:lnTo>
                    <a:pt x="980535" y="566259"/>
                  </a:lnTo>
                  <a:lnTo>
                    <a:pt x="982999" y="566356"/>
                  </a:lnTo>
                  <a:lnTo>
                    <a:pt x="985463" y="566432"/>
                  </a:lnTo>
                  <a:lnTo>
                    <a:pt x="987926" y="566489"/>
                  </a:lnTo>
                  <a:lnTo>
                    <a:pt x="990390" y="566534"/>
                  </a:lnTo>
                  <a:lnTo>
                    <a:pt x="992853" y="566568"/>
                  </a:lnTo>
                  <a:lnTo>
                    <a:pt x="995317" y="566595"/>
                  </a:lnTo>
                  <a:lnTo>
                    <a:pt x="997781" y="566615"/>
                  </a:lnTo>
                  <a:lnTo>
                    <a:pt x="1000244" y="566629"/>
                  </a:lnTo>
                  <a:lnTo>
                    <a:pt x="1002708" y="566640"/>
                  </a:lnTo>
                  <a:lnTo>
                    <a:pt x="1005172" y="566648"/>
                  </a:lnTo>
                  <a:lnTo>
                    <a:pt x="1007635" y="566654"/>
                  </a:lnTo>
                  <a:lnTo>
                    <a:pt x="1010099" y="566658"/>
                  </a:lnTo>
                  <a:lnTo>
                    <a:pt x="1012563" y="566661"/>
                  </a:lnTo>
                  <a:lnTo>
                    <a:pt x="1015026" y="566663"/>
                  </a:lnTo>
                  <a:lnTo>
                    <a:pt x="1017490" y="566664"/>
                  </a:lnTo>
                  <a:lnTo>
                    <a:pt x="1019954" y="566665"/>
                  </a:lnTo>
                  <a:lnTo>
                    <a:pt x="1022417" y="566666"/>
                  </a:lnTo>
                  <a:lnTo>
                    <a:pt x="1024881" y="566666"/>
                  </a:lnTo>
                  <a:lnTo>
                    <a:pt x="1027345" y="566667"/>
                  </a:lnTo>
                  <a:lnTo>
                    <a:pt x="1029808" y="566667"/>
                  </a:lnTo>
                  <a:lnTo>
                    <a:pt x="1032272" y="566667"/>
                  </a:lnTo>
                  <a:lnTo>
                    <a:pt x="1034736" y="566667"/>
                  </a:lnTo>
                  <a:lnTo>
                    <a:pt x="1037199" y="566667"/>
                  </a:lnTo>
                  <a:lnTo>
                    <a:pt x="1039663" y="566667"/>
                  </a:lnTo>
                  <a:lnTo>
                    <a:pt x="1042127" y="566667"/>
                  </a:lnTo>
                  <a:lnTo>
                    <a:pt x="1044590" y="566667"/>
                  </a:lnTo>
                  <a:lnTo>
                    <a:pt x="1047054" y="566667"/>
                  </a:lnTo>
                  <a:lnTo>
                    <a:pt x="1049518" y="566667"/>
                  </a:lnTo>
                  <a:lnTo>
                    <a:pt x="1051981" y="566667"/>
                  </a:lnTo>
                  <a:lnTo>
                    <a:pt x="1054445" y="566667"/>
                  </a:lnTo>
                  <a:lnTo>
                    <a:pt x="1056909" y="566667"/>
                  </a:lnTo>
                  <a:lnTo>
                    <a:pt x="1059372" y="566667"/>
                  </a:lnTo>
                  <a:lnTo>
                    <a:pt x="1061836" y="566667"/>
                  </a:lnTo>
                  <a:lnTo>
                    <a:pt x="1064300" y="566667"/>
                  </a:lnTo>
                  <a:lnTo>
                    <a:pt x="1066763" y="566667"/>
                  </a:lnTo>
                  <a:lnTo>
                    <a:pt x="1069227" y="566667"/>
                  </a:lnTo>
                  <a:lnTo>
                    <a:pt x="1071691" y="566667"/>
                  </a:lnTo>
                  <a:lnTo>
                    <a:pt x="1074154" y="566667"/>
                  </a:lnTo>
                  <a:lnTo>
                    <a:pt x="1076618" y="566667"/>
                  </a:lnTo>
                  <a:lnTo>
                    <a:pt x="1079082" y="566667"/>
                  </a:lnTo>
                  <a:lnTo>
                    <a:pt x="1081545" y="566667"/>
                  </a:lnTo>
                  <a:lnTo>
                    <a:pt x="1084009" y="566667"/>
                  </a:lnTo>
                  <a:lnTo>
                    <a:pt x="1086472" y="566667"/>
                  </a:lnTo>
                  <a:lnTo>
                    <a:pt x="1088936" y="566667"/>
                  </a:lnTo>
                  <a:lnTo>
                    <a:pt x="1091400" y="566667"/>
                  </a:lnTo>
                  <a:lnTo>
                    <a:pt x="1093863" y="566667"/>
                  </a:lnTo>
                  <a:lnTo>
                    <a:pt x="1096327" y="566667"/>
                  </a:lnTo>
                  <a:lnTo>
                    <a:pt x="1098791" y="566667"/>
                  </a:lnTo>
                  <a:lnTo>
                    <a:pt x="1101254" y="566667"/>
                  </a:lnTo>
                  <a:lnTo>
                    <a:pt x="1103718" y="566667"/>
                  </a:lnTo>
                  <a:lnTo>
                    <a:pt x="1106182" y="566667"/>
                  </a:lnTo>
                  <a:lnTo>
                    <a:pt x="1108645" y="566667"/>
                  </a:lnTo>
                  <a:lnTo>
                    <a:pt x="1111109" y="566667"/>
                  </a:lnTo>
                  <a:lnTo>
                    <a:pt x="1113573" y="566667"/>
                  </a:lnTo>
                  <a:lnTo>
                    <a:pt x="1116036" y="566667"/>
                  </a:lnTo>
                  <a:lnTo>
                    <a:pt x="1118500" y="566667"/>
                  </a:lnTo>
                  <a:lnTo>
                    <a:pt x="1120964" y="566667"/>
                  </a:lnTo>
                  <a:lnTo>
                    <a:pt x="1123427" y="566667"/>
                  </a:lnTo>
                  <a:lnTo>
                    <a:pt x="1125891" y="566667"/>
                  </a:lnTo>
                  <a:lnTo>
                    <a:pt x="1128355" y="566667"/>
                  </a:lnTo>
                  <a:lnTo>
                    <a:pt x="1130818" y="566667"/>
                  </a:lnTo>
                  <a:lnTo>
                    <a:pt x="1133282" y="566667"/>
                  </a:lnTo>
                  <a:lnTo>
                    <a:pt x="1135746" y="566667"/>
                  </a:lnTo>
                  <a:lnTo>
                    <a:pt x="1138209" y="566667"/>
                  </a:lnTo>
                  <a:lnTo>
                    <a:pt x="1140673" y="566667"/>
                  </a:lnTo>
                  <a:lnTo>
                    <a:pt x="1143137" y="566667"/>
                  </a:lnTo>
                  <a:lnTo>
                    <a:pt x="1145600" y="566667"/>
                  </a:lnTo>
                  <a:lnTo>
                    <a:pt x="1148064" y="566667"/>
                  </a:lnTo>
                  <a:lnTo>
                    <a:pt x="1150528" y="566667"/>
                  </a:lnTo>
                  <a:lnTo>
                    <a:pt x="1152991" y="566667"/>
                  </a:lnTo>
                  <a:lnTo>
                    <a:pt x="1155455" y="566667"/>
                  </a:lnTo>
                  <a:lnTo>
                    <a:pt x="1157919" y="566667"/>
                  </a:lnTo>
                  <a:lnTo>
                    <a:pt x="1160382" y="566667"/>
                  </a:lnTo>
                  <a:lnTo>
                    <a:pt x="1162846" y="566667"/>
                  </a:lnTo>
                  <a:lnTo>
                    <a:pt x="1165310" y="566667"/>
                  </a:lnTo>
                  <a:lnTo>
                    <a:pt x="1167773" y="566667"/>
                  </a:lnTo>
                  <a:lnTo>
                    <a:pt x="1170237" y="566667"/>
                  </a:lnTo>
                  <a:lnTo>
                    <a:pt x="1172701" y="566667"/>
                  </a:lnTo>
                  <a:lnTo>
                    <a:pt x="1175164" y="566667"/>
                  </a:lnTo>
                  <a:lnTo>
                    <a:pt x="1177628" y="566667"/>
                  </a:lnTo>
                  <a:lnTo>
                    <a:pt x="1180091" y="566667"/>
                  </a:lnTo>
                  <a:lnTo>
                    <a:pt x="1182555" y="566667"/>
                  </a:lnTo>
                  <a:lnTo>
                    <a:pt x="1185019" y="566667"/>
                  </a:lnTo>
                  <a:lnTo>
                    <a:pt x="1187482" y="566667"/>
                  </a:lnTo>
                  <a:lnTo>
                    <a:pt x="1189946" y="566667"/>
                  </a:lnTo>
                  <a:lnTo>
                    <a:pt x="1192410" y="566667"/>
                  </a:lnTo>
                  <a:lnTo>
                    <a:pt x="1194873" y="566667"/>
                  </a:lnTo>
                  <a:lnTo>
                    <a:pt x="1197337" y="566667"/>
                  </a:lnTo>
                  <a:lnTo>
                    <a:pt x="1199801" y="566667"/>
                  </a:lnTo>
                  <a:lnTo>
                    <a:pt x="1202264" y="566667"/>
                  </a:lnTo>
                  <a:lnTo>
                    <a:pt x="1204728" y="566667"/>
                  </a:lnTo>
                  <a:lnTo>
                    <a:pt x="1207192" y="566667"/>
                  </a:lnTo>
                  <a:lnTo>
                    <a:pt x="1209655" y="566667"/>
                  </a:lnTo>
                  <a:lnTo>
                    <a:pt x="1212119" y="566667"/>
                  </a:lnTo>
                  <a:lnTo>
                    <a:pt x="1214583" y="566667"/>
                  </a:lnTo>
                  <a:lnTo>
                    <a:pt x="1217046" y="566667"/>
                  </a:lnTo>
                  <a:lnTo>
                    <a:pt x="1219510" y="566667"/>
                  </a:lnTo>
                  <a:lnTo>
                    <a:pt x="1221974" y="566667"/>
                  </a:lnTo>
                  <a:lnTo>
                    <a:pt x="1224437" y="566667"/>
                  </a:lnTo>
                  <a:lnTo>
                    <a:pt x="1226901" y="566667"/>
                  </a:lnTo>
                  <a:lnTo>
                    <a:pt x="1229365" y="566667"/>
                  </a:lnTo>
                  <a:lnTo>
                    <a:pt x="1231828" y="566667"/>
                  </a:lnTo>
                  <a:lnTo>
                    <a:pt x="1234292" y="566667"/>
                  </a:lnTo>
                  <a:lnTo>
                    <a:pt x="1236756" y="566667"/>
                  </a:lnTo>
                  <a:lnTo>
                    <a:pt x="1239219" y="566667"/>
                  </a:lnTo>
                  <a:lnTo>
                    <a:pt x="1241683" y="566667"/>
                  </a:lnTo>
                  <a:lnTo>
                    <a:pt x="1244147" y="566667"/>
                  </a:lnTo>
                  <a:lnTo>
                    <a:pt x="1246610" y="566667"/>
                  </a:lnTo>
                  <a:lnTo>
                    <a:pt x="1249074" y="566667"/>
                  </a:lnTo>
                  <a:lnTo>
                    <a:pt x="1251538" y="566667"/>
                  </a:lnTo>
                  <a:lnTo>
                    <a:pt x="1254001" y="566667"/>
                  </a:lnTo>
                  <a:lnTo>
                    <a:pt x="1256465" y="566667"/>
                  </a:lnTo>
                  <a:lnTo>
                    <a:pt x="1258929" y="566667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957616" y="5608234"/>
              <a:ext cx="1258929" cy="545663"/>
            </a:xfrm>
            <a:custGeom>
              <a:avLst/>
              <a:pathLst>
                <a:path w="1258929" h="545663">
                  <a:moveTo>
                    <a:pt x="0" y="545663"/>
                  </a:moveTo>
                  <a:lnTo>
                    <a:pt x="2463" y="545663"/>
                  </a:lnTo>
                  <a:lnTo>
                    <a:pt x="4927" y="545663"/>
                  </a:lnTo>
                  <a:lnTo>
                    <a:pt x="7390" y="545663"/>
                  </a:lnTo>
                  <a:lnTo>
                    <a:pt x="9854" y="545663"/>
                  </a:lnTo>
                  <a:lnTo>
                    <a:pt x="12318" y="545663"/>
                  </a:lnTo>
                  <a:lnTo>
                    <a:pt x="14781" y="545663"/>
                  </a:lnTo>
                  <a:lnTo>
                    <a:pt x="17245" y="545663"/>
                  </a:lnTo>
                  <a:lnTo>
                    <a:pt x="19709" y="545663"/>
                  </a:lnTo>
                  <a:lnTo>
                    <a:pt x="22172" y="545663"/>
                  </a:lnTo>
                  <a:lnTo>
                    <a:pt x="24636" y="545663"/>
                  </a:lnTo>
                  <a:lnTo>
                    <a:pt x="27100" y="545663"/>
                  </a:lnTo>
                  <a:lnTo>
                    <a:pt x="29563" y="545663"/>
                  </a:lnTo>
                  <a:lnTo>
                    <a:pt x="32027" y="545663"/>
                  </a:lnTo>
                  <a:lnTo>
                    <a:pt x="34491" y="545663"/>
                  </a:lnTo>
                  <a:lnTo>
                    <a:pt x="36954" y="545663"/>
                  </a:lnTo>
                  <a:lnTo>
                    <a:pt x="39418" y="545663"/>
                  </a:lnTo>
                  <a:lnTo>
                    <a:pt x="41882" y="545663"/>
                  </a:lnTo>
                  <a:lnTo>
                    <a:pt x="44345" y="545663"/>
                  </a:lnTo>
                  <a:lnTo>
                    <a:pt x="46809" y="545663"/>
                  </a:lnTo>
                  <a:lnTo>
                    <a:pt x="49273" y="545663"/>
                  </a:lnTo>
                  <a:lnTo>
                    <a:pt x="51736" y="545663"/>
                  </a:lnTo>
                  <a:lnTo>
                    <a:pt x="54200" y="545663"/>
                  </a:lnTo>
                  <a:lnTo>
                    <a:pt x="56664" y="545663"/>
                  </a:lnTo>
                  <a:lnTo>
                    <a:pt x="59127" y="545663"/>
                  </a:lnTo>
                  <a:lnTo>
                    <a:pt x="61591" y="545663"/>
                  </a:lnTo>
                  <a:lnTo>
                    <a:pt x="64055" y="545663"/>
                  </a:lnTo>
                  <a:lnTo>
                    <a:pt x="66518" y="545663"/>
                  </a:lnTo>
                  <a:lnTo>
                    <a:pt x="68982" y="545663"/>
                  </a:lnTo>
                  <a:lnTo>
                    <a:pt x="71446" y="545663"/>
                  </a:lnTo>
                  <a:lnTo>
                    <a:pt x="73909" y="545663"/>
                  </a:lnTo>
                  <a:lnTo>
                    <a:pt x="76373" y="545663"/>
                  </a:lnTo>
                  <a:lnTo>
                    <a:pt x="78837" y="545663"/>
                  </a:lnTo>
                  <a:lnTo>
                    <a:pt x="81300" y="545663"/>
                  </a:lnTo>
                  <a:lnTo>
                    <a:pt x="83764" y="545663"/>
                  </a:lnTo>
                  <a:lnTo>
                    <a:pt x="86228" y="545663"/>
                  </a:lnTo>
                  <a:lnTo>
                    <a:pt x="88691" y="545663"/>
                  </a:lnTo>
                  <a:lnTo>
                    <a:pt x="91155" y="545663"/>
                  </a:lnTo>
                  <a:lnTo>
                    <a:pt x="93618" y="545663"/>
                  </a:lnTo>
                  <a:lnTo>
                    <a:pt x="96082" y="545663"/>
                  </a:lnTo>
                  <a:lnTo>
                    <a:pt x="98546" y="545663"/>
                  </a:lnTo>
                  <a:lnTo>
                    <a:pt x="101009" y="545663"/>
                  </a:lnTo>
                  <a:lnTo>
                    <a:pt x="103473" y="545663"/>
                  </a:lnTo>
                  <a:lnTo>
                    <a:pt x="105937" y="545663"/>
                  </a:lnTo>
                  <a:lnTo>
                    <a:pt x="108400" y="545663"/>
                  </a:lnTo>
                  <a:lnTo>
                    <a:pt x="110864" y="545663"/>
                  </a:lnTo>
                  <a:lnTo>
                    <a:pt x="113328" y="545663"/>
                  </a:lnTo>
                  <a:lnTo>
                    <a:pt x="115791" y="545663"/>
                  </a:lnTo>
                  <a:lnTo>
                    <a:pt x="118255" y="545663"/>
                  </a:lnTo>
                  <a:lnTo>
                    <a:pt x="120719" y="545663"/>
                  </a:lnTo>
                  <a:lnTo>
                    <a:pt x="123182" y="545663"/>
                  </a:lnTo>
                  <a:lnTo>
                    <a:pt x="125646" y="545663"/>
                  </a:lnTo>
                  <a:lnTo>
                    <a:pt x="128110" y="545663"/>
                  </a:lnTo>
                  <a:lnTo>
                    <a:pt x="130573" y="545663"/>
                  </a:lnTo>
                  <a:lnTo>
                    <a:pt x="133037" y="545663"/>
                  </a:lnTo>
                  <a:lnTo>
                    <a:pt x="135501" y="545663"/>
                  </a:lnTo>
                  <a:lnTo>
                    <a:pt x="137964" y="545663"/>
                  </a:lnTo>
                  <a:lnTo>
                    <a:pt x="140428" y="545663"/>
                  </a:lnTo>
                  <a:lnTo>
                    <a:pt x="142892" y="545663"/>
                  </a:lnTo>
                  <a:lnTo>
                    <a:pt x="145355" y="545663"/>
                  </a:lnTo>
                  <a:lnTo>
                    <a:pt x="147819" y="545663"/>
                  </a:lnTo>
                  <a:lnTo>
                    <a:pt x="150283" y="545663"/>
                  </a:lnTo>
                  <a:lnTo>
                    <a:pt x="152746" y="545663"/>
                  </a:lnTo>
                  <a:lnTo>
                    <a:pt x="155210" y="545663"/>
                  </a:lnTo>
                  <a:lnTo>
                    <a:pt x="157674" y="545663"/>
                  </a:lnTo>
                  <a:lnTo>
                    <a:pt x="160137" y="545663"/>
                  </a:lnTo>
                  <a:lnTo>
                    <a:pt x="162601" y="545663"/>
                  </a:lnTo>
                  <a:lnTo>
                    <a:pt x="165065" y="545663"/>
                  </a:lnTo>
                  <a:lnTo>
                    <a:pt x="167528" y="545663"/>
                  </a:lnTo>
                  <a:lnTo>
                    <a:pt x="169992" y="545663"/>
                  </a:lnTo>
                  <a:lnTo>
                    <a:pt x="172456" y="545663"/>
                  </a:lnTo>
                  <a:lnTo>
                    <a:pt x="174919" y="545663"/>
                  </a:lnTo>
                  <a:lnTo>
                    <a:pt x="177383" y="545663"/>
                  </a:lnTo>
                  <a:lnTo>
                    <a:pt x="179847" y="545663"/>
                  </a:lnTo>
                  <a:lnTo>
                    <a:pt x="182310" y="545663"/>
                  </a:lnTo>
                  <a:lnTo>
                    <a:pt x="184774" y="545663"/>
                  </a:lnTo>
                  <a:lnTo>
                    <a:pt x="187237" y="545663"/>
                  </a:lnTo>
                  <a:lnTo>
                    <a:pt x="189701" y="545663"/>
                  </a:lnTo>
                  <a:lnTo>
                    <a:pt x="192165" y="545663"/>
                  </a:lnTo>
                  <a:lnTo>
                    <a:pt x="194628" y="545663"/>
                  </a:lnTo>
                  <a:lnTo>
                    <a:pt x="197092" y="545663"/>
                  </a:lnTo>
                  <a:lnTo>
                    <a:pt x="199556" y="545663"/>
                  </a:lnTo>
                  <a:lnTo>
                    <a:pt x="202019" y="545663"/>
                  </a:lnTo>
                  <a:lnTo>
                    <a:pt x="204483" y="545663"/>
                  </a:lnTo>
                  <a:lnTo>
                    <a:pt x="206947" y="545663"/>
                  </a:lnTo>
                  <a:lnTo>
                    <a:pt x="209410" y="545663"/>
                  </a:lnTo>
                  <a:lnTo>
                    <a:pt x="211874" y="545663"/>
                  </a:lnTo>
                  <a:lnTo>
                    <a:pt x="214338" y="545663"/>
                  </a:lnTo>
                  <a:lnTo>
                    <a:pt x="216801" y="545663"/>
                  </a:lnTo>
                  <a:lnTo>
                    <a:pt x="219265" y="545663"/>
                  </a:lnTo>
                  <a:lnTo>
                    <a:pt x="221729" y="545663"/>
                  </a:lnTo>
                  <a:lnTo>
                    <a:pt x="224192" y="545663"/>
                  </a:lnTo>
                  <a:lnTo>
                    <a:pt x="226656" y="545663"/>
                  </a:lnTo>
                  <a:lnTo>
                    <a:pt x="229120" y="545663"/>
                  </a:lnTo>
                  <a:lnTo>
                    <a:pt x="231583" y="545663"/>
                  </a:lnTo>
                  <a:lnTo>
                    <a:pt x="234047" y="545663"/>
                  </a:lnTo>
                  <a:lnTo>
                    <a:pt x="236511" y="545663"/>
                  </a:lnTo>
                  <a:lnTo>
                    <a:pt x="238974" y="545663"/>
                  </a:lnTo>
                  <a:lnTo>
                    <a:pt x="241438" y="545663"/>
                  </a:lnTo>
                  <a:lnTo>
                    <a:pt x="243902" y="545663"/>
                  </a:lnTo>
                  <a:lnTo>
                    <a:pt x="246365" y="545663"/>
                  </a:lnTo>
                  <a:lnTo>
                    <a:pt x="248829" y="545663"/>
                  </a:lnTo>
                  <a:lnTo>
                    <a:pt x="251293" y="545663"/>
                  </a:lnTo>
                  <a:lnTo>
                    <a:pt x="253756" y="545663"/>
                  </a:lnTo>
                  <a:lnTo>
                    <a:pt x="256220" y="545663"/>
                  </a:lnTo>
                  <a:lnTo>
                    <a:pt x="258684" y="545663"/>
                  </a:lnTo>
                  <a:lnTo>
                    <a:pt x="261147" y="545663"/>
                  </a:lnTo>
                  <a:lnTo>
                    <a:pt x="263611" y="545663"/>
                  </a:lnTo>
                  <a:lnTo>
                    <a:pt x="266075" y="545663"/>
                  </a:lnTo>
                  <a:lnTo>
                    <a:pt x="268538" y="545663"/>
                  </a:lnTo>
                  <a:lnTo>
                    <a:pt x="271002" y="545663"/>
                  </a:lnTo>
                  <a:lnTo>
                    <a:pt x="273465" y="545663"/>
                  </a:lnTo>
                  <a:lnTo>
                    <a:pt x="275929" y="545663"/>
                  </a:lnTo>
                  <a:lnTo>
                    <a:pt x="278393" y="545663"/>
                  </a:lnTo>
                  <a:lnTo>
                    <a:pt x="280856" y="545663"/>
                  </a:lnTo>
                  <a:lnTo>
                    <a:pt x="283320" y="545663"/>
                  </a:lnTo>
                  <a:lnTo>
                    <a:pt x="285784" y="545663"/>
                  </a:lnTo>
                  <a:lnTo>
                    <a:pt x="288247" y="545663"/>
                  </a:lnTo>
                  <a:lnTo>
                    <a:pt x="290711" y="545663"/>
                  </a:lnTo>
                  <a:lnTo>
                    <a:pt x="293175" y="545663"/>
                  </a:lnTo>
                  <a:lnTo>
                    <a:pt x="295638" y="545663"/>
                  </a:lnTo>
                  <a:lnTo>
                    <a:pt x="298102" y="545663"/>
                  </a:lnTo>
                  <a:lnTo>
                    <a:pt x="300566" y="545663"/>
                  </a:lnTo>
                  <a:lnTo>
                    <a:pt x="303029" y="545663"/>
                  </a:lnTo>
                  <a:lnTo>
                    <a:pt x="305493" y="545663"/>
                  </a:lnTo>
                  <a:lnTo>
                    <a:pt x="307957" y="545663"/>
                  </a:lnTo>
                  <a:lnTo>
                    <a:pt x="310420" y="545663"/>
                  </a:lnTo>
                  <a:lnTo>
                    <a:pt x="312884" y="545663"/>
                  </a:lnTo>
                  <a:lnTo>
                    <a:pt x="315348" y="545663"/>
                  </a:lnTo>
                  <a:lnTo>
                    <a:pt x="317811" y="545663"/>
                  </a:lnTo>
                  <a:lnTo>
                    <a:pt x="320275" y="545663"/>
                  </a:lnTo>
                  <a:lnTo>
                    <a:pt x="322739" y="545663"/>
                  </a:lnTo>
                  <a:lnTo>
                    <a:pt x="325202" y="545663"/>
                  </a:lnTo>
                  <a:lnTo>
                    <a:pt x="327666" y="545663"/>
                  </a:lnTo>
                  <a:lnTo>
                    <a:pt x="330130" y="545663"/>
                  </a:lnTo>
                  <a:lnTo>
                    <a:pt x="332593" y="545663"/>
                  </a:lnTo>
                  <a:lnTo>
                    <a:pt x="335057" y="545663"/>
                  </a:lnTo>
                  <a:lnTo>
                    <a:pt x="337521" y="545663"/>
                  </a:lnTo>
                  <a:lnTo>
                    <a:pt x="339984" y="545663"/>
                  </a:lnTo>
                  <a:lnTo>
                    <a:pt x="342448" y="545663"/>
                  </a:lnTo>
                  <a:lnTo>
                    <a:pt x="344912" y="545663"/>
                  </a:lnTo>
                  <a:lnTo>
                    <a:pt x="347375" y="545663"/>
                  </a:lnTo>
                  <a:lnTo>
                    <a:pt x="349839" y="545663"/>
                  </a:lnTo>
                  <a:lnTo>
                    <a:pt x="352303" y="545663"/>
                  </a:lnTo>
                  <a:lnTo>
                    <a:pt x="354766" y="545663"/>
                  </a:lnTo>
                  <a:lnTo>
                    <a:pt x="357230" y="545663"/>
                  </a:lnTo>
                  <a:lnTo>
                    <a:pt x="359694" y="545663"/>
                  </a:lnTo>
                  <a:lnTo>
                    <a:pt x="362157" y="545663"/>
                  </a:lnTo>
                  <a:lnTo>
                    <a:pt x="364621" y="545663"/>
                  </a:lnTo>
                  <a:lnTo>
                    <a:pt x="367084" y="545663"/>
                  </a:lnTo>
                  <a:lnTo>
                    <a:pt x="369548" y="545663"/>
                  </a:lnTo>
                  <a:lnTo>
                    <a:pt x="372012" y="545663"/>
                  </a:lnTo>
                  <a:lnTo>
                    <a:pt x="374475" y="545663"/>
                  </a:lnTo>
                  <a:lnTo>
                    <a:pt x="376939" y="545663"/>
                  </a:lnTo>
                  <a:lnTo>
                    <a:pt x="379403" y="545663"/>
                  </a:lnTo>
                  <a:lnTo>
                    <a:pt x="381866" y="545663"/>
                  </a:lnTo>
                  <a:lnTo>
                    <a:pt x="384330" y="545663"/>
                  </a:lnTo>
                  <a:lnTo>
                    <a:pt x="386794" y="545663"/>
                  </a:lnTo>
                  <a:lnTo>
                    <a:pt x="389257" y="545663"/>
                  </a:lnTo>
                  <a:lnTo>
                    <a:pt x="391721" y="545663"/>
                  </a:lnTo>
                  <a:lnTo>
                    <a:pt x="394185" y="545663"/>
                  </a:lnTo>
                  <a:lnTo>
                    <a:pt x="396648" y="545663"/>
                  </a:lnTo>
                  <a:lnTo>
                    <a:pt x="399112" y="545663"/>
                  </a:lnTo>
                  <a:lnTo>
                    <a:pt x="401576" y="545663"/>
                  </a:lnTo>
                  <a:lnTo>
                    <a:pt x="404039" y="545663"/>
                  </a:lnTo>
                  <a:lnTo>
                    <a:pt x="406503" y="545663"/>
                  </a:lnTo>
                  <a:lnTo>
                    <a:pt x="408967" y="545663"/>
                  </a:lnTo>
                  <a:lnTo>
                    <a:pt x="411430" y="545663"/>
                  </a:lnTo>
                  <a:lnTo>
                    <a:pt x="413894" y="545663"/>
                  </a:lnTo>
                  <a:lnTo>
                    <a:pt x="416358" y="545663"/>
                  </a:lnTo>
                  <a:lnTo>
                    <a:pt x="418821" y="545663"/>
                  </a:lnTo>
                  <a:lnTo>
                    <a:pt x="421285" y="545663"/>
                  </a:lnTo>
                  <a:lnTo>
                    <a:pt x="423749" y="545663"/>
                  </a:lnTo>
                  <a:lnTo>
                    <a:pt x="426212" y="545663"/>
                  </a:lnTo>
                  <a:lnTo>
                    <a:pt x="428676" y="545663"/>
                  </a:lnTo>
                  <a:lnTo>
                    <a:pt x="431140" y="545663"/>
                  </a:lnTo>
                  <a:lnTo>
                    <a:pt x="433603" y="545663"/>
                  </a:lnTo>
                  <a:lnTo>
                    <a:pt x="436067" y="545663"/>
                  </a:lnTo>
                  <a:lnTo>
                    <a:pt x="438531" y="545663"/>
                  </a:lnTo>
                  <a:lnTo>
                    <a:pt x="440994" y="545663"/>
                  </a:lnTo>
                  <a:lnTo>
                    <a:pt x="443458" y="545663"/>
                  </a:lnTo>
                  <a:lnTo>
                    <a:pt x="445922" y="545663"/>
                  </a:lnTo>
                  <a:lnTo>
                    <a:pt x="448385" y="545663"/>
                  </a:lnTo>
                  <a:lnTo>
                    <a:pt x="450849" y="545662"/>
                  </a:lnTo>
                  <a:lnTo>
                    <a:pt x="453312" y="545662"/>
                  </a:lnTo>
                  <a:lnTo>
                    <a:pt x="455776" y="545661"/>
                  </a:lnTo>
                  <a:lnTo>
                    <a:pt x="458240" y="545660"/>
                  </a:lnTo>
                  <a:lnTo>
                    <a:pt x="460703" y="545659"/>
                  </a:lnTo>
                  <a:lnTo>
                    <a:pt x="463167" y="545658"/>
                  </a:lnTo>
                  <a:lnTo>
                    <a:pt x="465631" y="545655"/>
                  </a:lnTo>
                  <a:lnTo>
                    <a:pt x="468094" y="545653"/>
                  </a:lnTo>
                  <a:lnTo>
                    <a:pt x="470558" y="545649"/>
                  </a:lnTo>
                  <a:lnTo>
                    <a:pt x="473022" y="545645"/>
                  </a:lnTo>
                  <a:lnTo>
                    <a:pt x="475485" y="545639"/>
                  </a:lnTo>
                  <a:lnTo>
                    <a:pt x="477949" y="545631"/>
                  </a:lnTo>
                  <a:lnTo>
                    <a:pt x="480413" y="545621"/>
                  </a:lnTo>
                  <a:lnTo>
                    <a:pt x="482876" y="545609"/>
                  </a:lnTo>
                  <a:lnTo>
                    <a:pt x="485340" y="545594"/>
                  </a:lnTo>
                  <a:lnTo>
                    <a:pt x="487804" y="545576"/>
                  </a:lnTo>
                  <a:lnTo>
                    <a:pt x="490267" y="545554"/>
                  </a:lnTo>
                  <a:lnTo>
                    <a:pt x="492731" y="545528"/>
                  </a:lnTo>
                  <a:lnTo>
                    <a:pt x="495195" y="545496"/>
                  </a:lnTo>
                  <a:lnTo>
                    <a:pt x="497658" y="545458"/>
                  </a:lnTo>
                  <a:lnTo>
                    <a:pt x="500122" y="545413"/>
                  </a:lnTo>
                  <a:lnTo>
                    <a:pt x="502586" y="545362"/>
                  </a:lnTo>
                  <a:lnTo>
                    <a:pt x="505049" y="545302"/>
                  </a:lnTo>
                  <a:lnTo>
                    <a:pt x="507513" y="545234"/>
                  </a:lnTo>
                  <a:lnTo>
                    <a:pt x="509977" y="545157"/>
                  </a:lnTo>
                  <a:lnTo>
                    <a:pt x="512440" y="545068"/>
                  </a:lnTo>
                  <a:lnTo>
                    <a:pt x="514904" y="544969"/>
                  </a:lnTo>
                  <a:lnTo>
                    <a:pt x="517368" y="544858"/>
                  </a:lnTo>
                  <a:lnTo>
                    <a:pt x="519831" y="544737"/>
                  </a:lnTo>
                  <a:lnTo>
                    <a:pt x="522295" y="544603"/>
                  </a:lnTo>
                  <a:lnTo>
                    <a:pt x="524759" y="544458"/>
                  </a:lnTo>
                  <a:lnTo>
                    <a:pt x="527222" y="544298"/>
                  </a:lnTo>
                  <a:lnTo>
                    <a:pt x="529686" y="544124"/>
                  </a:lnTo>
                  <a:lnTo>
                    <a:pt x="532150" y="543936"/>
                  </a:lnTo>
                  <a:lnTo>
                    <a:pt x="534613" y="543733"/>
                  </a:lnTo>
                  <a:lnTo>
                    <a:pt x="537077" y="543516"/>
                  </a:lnTo>
                  <a:lnTo>
                    <a:pt x="539541" y="543282"/>
                  </a:lnTo>
                  <a:lnTo>
                    <a:pt x="542004" y="543030"/>
                  </a:lnTo>
                  <a:lnTo>
                    <a:pt x="544468" y="542759"/>
                  </a:lnTo>
                  <a:lnTo>
                    <a:pt x="546931" y="542464"/>
                  </a:lnTo>
                  <a:lnTo>
                    <a:pt x="549395" y="542146"/>
                  </a:lnTo>
                  <a:lnTo>
                    <a:pt x="551859" y="541802"/>
                  </a:lnTo>
                  <a:lnTo>
                    <a:pt x="554322" y="541430"/>
                  </a:lnTo>
                  <a:lnTo>
                    <a:pt x="556786" y="541026"/>
                  </a:lnTo>
                  <a:lnTo>
                    <a:pt x="559250" y="540588"/>
                  </a:lnTo>
                  <a:lnTo>
                    <a:pt x="561713" y="540109"/>
                  </a:lnTo>
                  <a:lnTo>
                    <a:pt x="564177" y="539582"/>
                  </a:lnTo>
                  <a:lnTo>
                    <a:pt x="566641" y="539009"/>
                  </a:lnTo>
                  <a:lnTo>
                    <a:pt x="569104" y="538386"/>
                  </a:lnTo>
                  <a:lnTo>
                    <a:pt x="571568" y="537711"/>
                  </a:lnTo>
                  <a:lnTo>
                    <a:pt x="574032" y="536981"/>
                  </a:lnTo>
                  <a:lnTo>
                    <a:pt x="576495" y="536194"/>
                  </a:lnTo>
                  <a:lnTo>
                    <a:pt x="578959" y="535344"/>
                  </a:lnTo>
                  <a:lnTo>
                    <a:pt x="581423" y="534429"/>
                  </a:lnTo>
                  <a:lnTo>
                    <a:pt x="583886" y="533456"/>
                  </a:lnTo>
                  <a:lnTo>
                    <a:pt x="586350" y="532428"/>
                  </a:lnTo>
                  <a:lnTo>
                    <a:pt x="588814" y="531346"/>
                  </a:lnTo>
                  <a:lnTo>
                    <a:pt x="591277" y="530217"/>
                  </a:lnTo>
                  <a:lnTo>
                    <a:pt x="593741" y="529043"/>
                  </a:lnTo>
                  <a:lnTo>
                    <a:pt x="596205" y="527829"/>
                  </a:lnTo>
                  <a:lnTo>
                    <a:pt x="598668" y="526585"/>
                  </a:lnTo>
                  <a:lnTo>
                    <a:pt x="601132" y="525322"/>
                  </a:lnTo>
                  <a:lnTo>
                    <a:pt x="603596" y="524049"/>
                  </a:lnTo>
                  <a:lnTo>
                    <a:pt x="606059" y="522776"/>
                  </a:lnTo>
                  <a:lnTo>
                    <a:pt x="608523" y="521512"/>
                  </a:lnTo>
                  <a:lnTo>
                    <a:pt x="610987" y="520266"/>
                  </a:lnTo>
                  <a:lnTo>
                    <a:pt x="613450" y="519050"/>
                  </a:lnTo>
                  <a:lnTo>
                    <a:pt x="615914" y="517876"/>
                  </a:lnTo>
                  <a:lnTo>
                    <a:pt x="618378" y="516748"/>
                  </a:lnTo>
                  <a:lnTo>
                    <a:pt x="620841" y="515672"/>
                  </a:lnTo>
                  <a:lnTo>
                    <a:pt x="623305" y="514653"/>
                  </a:lnTo>
                  <a:lnTo>
                    <a:pt x="625769" y="513692"/>
                  </a:lnTo>
                  <a:lnTo>
                    <a:pt x="628232" y="512793"/>
                  </a:lnTo>
                  <a:lnTo>
                    <a:pt x="630696" y="511960"/>
                  </a:lnTo>
                  <a:lnTo>
                    <a:pt x="633159" y="511192"/>
                  </a:lnTo>
                  <a:lnTo>
                    <a:pt x="635623" y="510476"/>
                  </a:lnTo>
                  <a:lnTo>
                    <a:pt x="638087" y="509808"/>
                  </a:lnTo>
                  <a:lnTo>
                    <a:pt x="640550" y="509181"/>
                  </a:lnTo>
                  <a:lnTo>
                    <a:pt x="643014" y="508586"/>
                  </a:lnTo>
                  <a:lnTo>
                    <a:pt x="645478" y="508016"/>
                  </a:lnTo>
                  <a:lnTo>
                    <a:pt x="647941" y="507460"/>
                  </a:lnTo>
                  <a:lnTo>
                    <a:pt x="650405" y="506907"/>
                  </a:lnTo>
                  <a:lnTo>
                    <a:pt x="652869" y="506345"/>
                  </a:lnTo>
                  <a:lnTo>
                    <a:pt x="655332" y="505766"/>
                  </a:lnTo>
                  <a:lnTo>
                    <a:pt x="657796" y="505162"/>
                  </a:lnTo>
                  <a:lnTo>
                    <a:pt x="660260" y="504527"/>
                  </a:lnTo>
                  <a:lnTo>
                    <a:pt x="662723" y="503855"/>
                  </a:lnTo>
                  <a:lnTo>
                    <a:pt x="665187" y="503136"/>
                  </a:lnTo>
                  <a:lnTo>
                    <a:pt x="667651" y="502369"/>
                  </a:lnTo>
                  <a:lnTo>
                    <a:pt x="670114" y="501556"/>
                  </a:lnTo>
                  <a:lnTo>
                    <a:pt x="672578" y="500697"/>
                  </a:lnTo>
                  <a:lnTo>
                    <a:pt x="675042" y="499795"/>
                  </a:lnTo>
                  <a:lnTo>
                    <a:pt x="677505" y="498853"/>
                  </a:lnTo>
                  <a:lnTo>
                    <a:pt x="679969" y="497872"/>
                  </a:lnTo>
                  <a:lnTo>
                    <a:pt x="682433" y="496854"/>
                  </a:lnTo>
                  <a:lnTo>
                    <a:pt x="684896" y="495804"/>
                  </a:lnTo>
                  <a:lnTo>
                    <a:pt x="687360" y="494729"/>
                  </a:lnTo>
                  <a:lnTo>
                    <a:pt x="689824" y="493633"/>
                  </a:lnTo>
                  <a:lnTo>
                    <a:pt x="692287" y="492518"/>
                  </a:lnTo>
                  <a:lnTo>
                    <a:pt x="694751" y="491386"/>
                  </a:lnTo>
                  <a:lnTo>
                    <a:pt x="697215" y="490240"/>
                  </a:lnTo>
                  <a:lnTo>
                    <a:pt x="699678" y="489078"/>
                  </a:lnTo>
                  <a:lnTo>
                    <a:pt x="702142" y="487901"/>
                  </a:lnTo>
                  <a:lnTo>
                    <a:pt x="704606" y="486711"/>
                  </a:lnTo>
                  <a:lnTo>
                    <a:pt x="707069" y="485507"/>
                  </a:lnTo>
                  <a:lnTo>
                    <a:pt x="709533" y="484287"/>
                  </a:lnTo>
                  <a:lnTo>
                    <a:pt x="711997" y="483053"/>
                  </a:lnTo>
                  <a:lnTo>
                    <a:pt x="714460" y="481803"/>
                  </a:lnTo>
                  <a:lnTo>
                    <a:pt x="716924" y="480536"/>
                  </a:lnTo>
                  <a:lnTo>
                    <a:pt x="719388" y="479254"/>
                  </a:lnTo>
                  <a:lnTo>
                    <a:pt x="721851" y="477960"/>
                  </a:lnTo>
                  <a:lnTo>
                    <a:pt x="724315" y="476656"/>
                  </a:lnTo>
                  <a:lnTo>
                    <a:pt x="726778" y="475346"/>
                  </a:lnTo>
                  <a:lnTo>
                    <a:pt x="729242" y="474033"/>
                  </a:lnTo>
                  <a:lnTo>
                    <a:pt x="731706" y="472721"/>
                  </a:lnTo>
                  <a:lnTo>
                    <a:pt x="734169" y="471418"/>
                  </a:lnTo>
                  <a:lnTo>
                    <a:pt x="736633" y="470132"/>
                  </a:lnTo>
                  <a:lnTo>
                    <a:pt x="739097" y="468867"/>
                  </a:lnTo>
                  <a:lnTo>
                    <a:pt x="741560" y="467631"/>
                  </a:lnTo>
                  <a:lnTo>
                    <a:pt x="744024" y="466430"/>
                  </a:lnTo>
                  <a:lnTo>
                    <a:pt x="746488" y="465271"/>
                  </a:lnTo>
                  <a:lnTo>
                    <a:pt x="748951" y="464162"/>
                  </a:lnTo>
                  <a:lnTo>
                    <a:pt x="751415" y="463116"/>
                  </a:lnTo>
                  <a:lnTo>
                    <a:pt x="753879" y="462141"/>
                  </a:lnTo>
                  <a:lnTo>
                    <a:pt x="756342" y="461236"/>
                  </a:lnTo>
                  <a:lnTo>
                    <a:pt x="758806" y="460408"/>
                  </a:lnTo>
                  <a:lnTo>
                    <a:pt x="761270" y="459659"/>
                  </a:lnTo>
                  <a:lnTo>
                    <a:pt x="763733" y="458994"/>
                  </a:lnTo>
                  <a:lnTo>
                    <a:pt x="766197" y="458415"/>
                  </a:lnTo>
                  <a:lnTo>
                    <a:pt x="768661" y="457932"/>
                  </a:lnTo>
                  <a:lnTo>
                    <a:pt x="771124" y="457539"/>
                  </a:lnTo>
                  <a:lnTo>
                    <a:pt x="773588" y="457225"/>
                  </a:lnTo>
                  <a:lnTo>
                    <a:pt x="776052" y="456984"/>
                  </a:lnTo>
                  <a:lnTo>
                    <a:pt x="778515" y="456808"/>
                  </a:lnTo>
                  <a:lnTo>
                    <a:pt x="780979" y="456687"/>
                  </a:lnTo>
                  <a:lnTo>
                    <a:pt x="783443" y="456608"/>
                  </a:lnTo>
                  <a:lnTo>
                    <a:pt x="785906" y="456557"/>
                  </a:lnTo>
                  <a:lnTo>
                    <a:pt x="788370" y="456511"/>
                  </a:lnTo>
                  <a:lnTo>
                    <a:pt x="790834" y="456447"/>
                  </a:lnTo>
                  <a:lnTo>
                    <a:pt x="793297" y="456344"/>
                  </a:lnTo>
                  <a:lnTo>
                    <a:pt x="795761" y="456180"/>
                  </a:lnTo>
                  <a:lnTo>
                    <a:pt x="798225" y="455930"/>
                  </a:lnTo>
                  <a:lnTo>
                    <a:pt x="800688" y="455571"/>
                  </a:lnTo>
                  <a:lnTo>
                    <a:pt x="803152" y="455052"/>
                  </a:lnTo>
                  <a:lnTo>
                    <a:pt x="805616" y="454348"/>
                  </a:lnTo>
                  <a:lnTo>
                    <a:pt x="808079" y="453442"/>
                  </a:lnTo>
                  <a:lnTo>
                    <a:pt x="810543" y="452304"/>
                  </a:lnTo>
                  <a:lnTo>
                    <a:pt x="813006" y="450908"/>
                  </a:lnTo>
                  <a:lnTo>
                    <a:pt x="815470" y="449225"/>
                  </a:lnTo>
                  <a:lnTo>
                    <a:pt x="817934" y="447226"/>
                  </a:lnTo>
                  <a:lnTo>
                    <a:pt x="820397" y="444826"/>
                  </a:lnTo>
                  <a:lnTo>
                    <a:pt x="822861" y="442018"/>
                  </a:lnTo>
                  <a:lnTo>
                    <a:pt x="825325" y="438790"/>
                  </a:lnTo>
                  <a:lnTo>
                    <a:pt x="827788" y="435114"/>
                  </a:lnTo>
                  <a:lnTo>
                    <a:pt x="830252" y="430960"/>
                  </a:lnTo>
                  <a:lnTo>
                    <a:pt x="832716" y="426296"/>
                  </a:lnTo>
                  <a:lnTo>
                    <a:pt x="835179" y="421092"/>
                  </a:lnTo>
                  <a:lnTo>
                    <a:pt x="837643" y="415229"/>
                  </a:lnTo>
                  <a:lnTo>
                    <a:pt x="840107" y="408724"/>
                  </a:lnTo>
                  <a:lnTo>
                    <a:pt x="842570" y="401580"/>
                  </a:lnTo>
                  <a:lnTo>
                    <a:pt x="845034" y="393772"/>
                  </a:lnTo>
                  <a:lnTo>
                    <a:pt x="847498" y="385278"/>
                  </a:lnTo>
                  <a:lnTo>
                    <a:pt x="849961" y="376078"/>
                  </a:lnTo>
                  <a:lnTo>
                    <a:pt x="852425" y="366155"/>
                  </a:lnTo>
                  <a:lnTo>
                    <a:pt x="854889" y="355382"/>
                  </a:lnTo>
                  <a:lnTo>
                    <a:pt x="857352" y="343834"/>
                  </a:lnTo>
                  <a:lnTo>
                    <a:pt x="859816" y="331548"/>
                  </a:lnTo>
                  <a:lnTo>
                    <a:pt x="862280" y="318536"/>
                  </a:lnTo>
                  <a:lnTo>
                    <a:pt x="864743" y="304816"/>
                  </a:lnTo>
                  <a:lnTo>
                    <a:pt x="867207" y="290416"/>
                  </a:lnTo>
                  <a:lnTo>
                    <a:pt x="869671" y="275370"/>
                  </a:lnTo>
                  <a:lnTo>
                    <a:pt x="872134" y="259644"/>
                  </a:lnTo>
                  <a:lnTo>
                    <a:pt x="874598" y="243384"/>
                  </a:lnTo>
                  <a:lnTo>
                    <a:pt x="877062" y="226692"/>
                  </a:lnTo>
                  <a:lnTo>
                    <a:pt x="879525" y="209652"/>
                  </a:lnTo>
                  <a:lnTo>
                    <a:pt x="881989" y="192362"/>
                  </a:lnTo>
                  <a:lnTo>
                    <a:pt x="884453" y="174928"/>
                  </a:lnTo>
                  <a:lnTo>
                    <a:pt x="886916" y="157466"/>
                  </a:lnTo>
                  <a:lnTo>
                    <a:pt x="889380" y="140151"/>
                  </a:lnTo>
                  <a:lnTo>
                    <a:pt x="891844" y="123146"/>
                  </a:lnTo>
                  <a:lnTo>
                    <a:pt x="894307" y="106594"/>
                  </a:lnTo>
                  <a:lnTo>
                    <a:pt x="896771" y="90644"/>
                  </a:lnTo>
                  <a:lnTo>
                    <a:pt x="899235" y="75452"/>
                  </a:lnTo>
                  <a:lnTo>
                    <a:pt x="901698" y="61172"/>
                  </a:lnTo>
                  <a:lnTo>
                    <a:pt x="904162" y="47958"/>
                  </a:lnTo>
                  <a:lnTo>
                    <a:pt x="906625" y="36199"/>
                  </a:lnTo>
                  <a:lnTo>
                    <a:pt x="909089" y="25913"/>
                  </a:lnTo>
                  <a:lnTo>
                    <a:pt x="911553" y="17186"/>
                  </a:lnTo>
                  <a:lnTo>
                    <a:pt x="914016" y="10137"/>
                  </a:lnTo>
                  <a:lnTo>
                    <a:pt x="916480" y="4867"/>
                  </a:lnTo>
                  <a:lnTo>
                    <a:pt x="918944" y="1464"/>
                  </a:lnTo>
                  <a:lnTo>
                    <a:pt x="921407" y="0"/>
                  </a:lnTo>
                  <a:lnTo>
                    <a:pt x="923871" y="869"/>
                  </a:lnTo>
                  <a:lnTo>
                    <a:pt x="926335" y="3818"/>
                  </a:lnTo>
                  <a:lnTo>
                    <a:pt x="928798" y="8776"/>
                  </a:lnTo>
                  <a:lnTo>
                    <a:pt x="931262" y="15712"/>
                  </a:lnTo>
                  <a:lnTo>
                    <a:pt x="933726" y="24574"/>
                  </a:lnTo>
                  <a:lnTo>
                    <a:pt x="936189" y="35288"/>
                  </a:lnTo>
                  <a:lnTo>
                    <a:pt x="938653" y="47765"/>
                  </a:lnTo>
                  <a:lnTo>
                    <a:pt x="941117" y="62145"/>
                  </a:lnTo>
                  <a:lnTo>
                    <a:pt x="943580" y="78014"/>
                  </a:lnTo>
                  <a:lnTo>
                    <a:pt x="946044" y="95177"/>
                  </a:lnTo>
                  <a:lnTo>
                    <a:pt x="948508" y="113470"/>
                  </a:lnTo>
                  <a:lnTo>
                    <a:pt x="950971" y="132723"/>
                  </a:lnTo>
                  <a:lnTo>
                    <a:pt x="953435" y="152761"/>
                  </a:lnTo>
                  <a:lnTo>
                    <a:pt x="955899" y="173405"/>
                  </a:lnTo>
                  <a:lnTo>
                    <a:pt x="958362" y="194508"/>
                  </a:lnTo>
                  <a:lnTo>
                    <a:pt x="960826" y="215786"/>
                  </a:lnTo>
                  <a:lnTo>
                    <a:pt x="963290" y="237067"/>
                  </a:lnTo>
                  <a:lnTo>
                    <a:pt x="965753" y="258194"/>
                  </a:lnTo>
                  <a:lnTo>
                    <a:pt x="968217" y="279023"/>
                  </a:lnTo>
                  <a:lnTo>
                    <a:pt x="970681" y="299419"/>
                  </a:lnTo>
                  <a:lnTo>
                    <a:pt x="973144" y="319259"/>
                  </a:lnTo>
                  <a:lnTo>
                    <a:pt x="975608" y="338291"/>
                  </a:lnTo>
                  <a:lnTo>
                    <a:pt x="978072" y="356517"/>
                  </a:lnTo>
                  <a:lnTo>
                    <a:pt x="980535" y="373884"/>
                  </a:lnTo>
                  <a:lnTo>
                    <a:pt x="982999" y="390337"/>
                  </a:lnTo>
                  <a:lnTo>
                    <a:pt x="985463" y="405838"/>
                  </a:lnTo>
                  <a:lnTo>
                    <a:pt x="987926" y="420359"/>
                  </a:lnTo>
                  <a:lnTo>
                    <a:pt x="990390" y="433886"/>
                  </a:lnTo>
                  <a:lnTo>
                    <a:pt x="992853" y="446231"/>
                  </a:lnTo>
                  <a:lnTo>
                    <a:pt x="995317" y="457583"/>
                  </a:lnTo>
                  <a:lnTo>
                    <a:pt x="997781" y="467980"/>
                  </a:lnTo>
                  <a:lnTo>
                    <a:pt x="1000244" y="477451"/>
                  </a:lnTo>
                  <a:lnTo>
                    <a:pt x="1002708" y="486034"/>
                  </a:lnTo>
                  <a:lnTo>
                    <a:pt x="1005172" y="493770"/>
                  </a:lnTo>
                  <a:lnTo>
                    <a:pt x="1007635" y="500704"/>
                  </a:lnTo>
                  <a:lnTo>
                    <a:pt x="1010099" y="506754"/>
                  </a:lnTo>
                  <a:lnTo>
                    <a:pt x="1012563" y="512121"/>
                  </a:lnTo>
                  <a:lnTo>
                    <a:pt x="1015026" y="516862"/>
                  </a:lnTo>
                  <a:lnTo>
                    <a:pt x="1017490" y="521029"/>
                  </a:lnTo>
                  <a:lnTo>
                    <a:pt x="1019954" y="524673"/>
                  </a:lnTo>
                  <a:lnTo>
                    <a:pt x="1022417" y="527842"/>
                  </a:lnTo>
                  <a:lnTo>
                    <a:pt x="1024881" y="530585"/>
                  </a:lnTo>
                  <a:lnTo>
                    <a:pt x="1027345" y="532883"/>
                  </a:lnTo>
                  <a:lnTo>
                    <a:pt x="1029808" y="534859"/>
                  </a:lnTo>
                  <a:lnTo>
                    <a:pt x="1032272" y="536552"/>
                  </a:lnTo>
                  <a:lnTo>
                    <a:pt x="1034736" y="537997"/>
                  </a:lnTo>
                  <a:lnTo>
                    <a:pt x="1037199" y="539225"/>
                  </a:lnTo>
                  <a:lnTo>
                    <a:pt x="1039663" y="540265"/>
                  </a:lnTo>
                  <a:lnTo>
                    <a:pt x="1042127" y="541144"/>
                  </a:lnTo>
                  <a:lnTo>
                    <a:pt x="1044590" y="541861"/>
                  </a:lnTo>
                  <a:lnTo>
                    <a:pt x="1047054" y="542468"/>
                  </a:lnTo>
                  <a:lnTo>
                    <a:pt x="1049518" y="542981"/>
                  </a:lnTo>
                  <a:lnTo>
                    <a:pt x="1051981" y="543414"/>
                  </a:lnTo>
                  <a:lnTo>
                    <a:pt x="1054445" y="543778"/>
                  </a:lnTo>
                  <a:lnTo>
                    <a:pt x="1056909" y="544086"/>
                  </a:lnTo>
                  <a:lnTo>
                    <a:pt x="1059372" y="544345"/>
                  </a:lnTo>
                  <a:lnTo>
                    <a:pt x="1061836" y="544557"/>
                  </a:lnTo>
                  <a:lnTo>
                    <a:pt x="1064300" y="544737"/>
                  </a:lnTo>
                  <a:lnTo>
                    <a:pt x="1066763" y="544889"/>
                  </a:lnTo>
                  <a:lnTo>
                    <a:pt x="1069227" y="545018"/>
                  </a:lnTo>
                  <a:lnTo>
                    <a:pt x="1071691" y="545127"/>
                  </a:lnTo>
                  <a:lnTo>
                    <a:pt x="1074154" y="545219"/>
                  </a:lnTo>
                  <a:lnTo>
                    <a:pt x="1076618" y="545295"/>
                  </a:lnTo>
                  <a:lnTo>
                    <a:pt x="1079082" y="545356"/>
                  </a:lnTo>
                  <a:lnTo>
                    <a:pt x="1081545" y="545406"/>
                  </a:lnTo>
                  <a:lnTo>
                    <a:pt x="1084009" y="545446"/>
                  </a:lnTo>
                  <a:lnTo>
                    <a:pt x="1086472" y="545477"/>
                  </a:lnTo>
                  <a:lnTo>
                    <a:pt x="1088936" y="545500"/>
                  </a:lnTo>
                  <a:lnTo>
                    <a:pt x="1091400" y="545514"/>
                  </a:lnTo>
                  <a:lnTo>
                    <a:pt x="1093863" y="545521"/>
                  </a:lnTo>
                  <a:lnTo>
                    <a:pt x="1096327" y="545519"/>
                  </a:lnTo>
                  <a:lnTo>
                    <a:pt x="1098791" y="545509"/>
                  </a:lnTo>
                  <a:lnTo>
                    <a:pt x="1101254" y="545490"/>
                  </a:lnTo>
                  <a:lnTo>
                    <a:pt x="1103718" y="545463"/>
                  </a:lnTo>
                  <a:lnTo>
                    <a:pt x="1106182" y="545426"/>
                  </a:lnTo>
                  <a:lnTo>
                    <a:pt x="1108645" y="545380"/>
                  </a:lnTo>
                  <a:lnTo>
                    <a:pt x="1111109" y="545322"/>
                  </a:lnTo>
                  <a:lnTo>
                    <a:pt x="1113573" y="545249"/>
                  </a:lnTo>
                  <a:lnTo>
                    <a:pt x="1116036" y="545164"/>
                  </a:lnTo>
                  <a:lnTo>
                    <a:pt x="1118500" y="545064"/>
                  </a:lnTo>
                  <a:lnTo>
                    <a:pt x="1120964" y="544949"/>
                  </a:lnTo>
                  <a:lnTo>
                    <a:pt x="1123427" y="544819"/>
                  </a:lnTo>
                  <a:lnTo>
                    <a:pt x="1125891" y="544673"/>
                  </a:lnTo>
                  <a:lnTo>
                    <a:pt x="1128355" y="544509"/>
                  </a:lnTo>
                  <a:lnTo>
                    <a:pt x="1130818" y="544327"/>
                  </a:lnTo>
                  <a:lnTo>
                    <a:pt x="1133282" y="544128"/>
                  </a:lnTo>
                  <a:lnTo>
                    <a:pt x="1135746" y="543916"/>
                  </a:lnTo>
                  <a:lnTo>
                    <a:pt x="1138209" y="543690"/>
                  </a:lnTo>
                  <a:lnTo>
                    <a:pt x="1140673" y="543453"/>
                  </a:lnTo>
                  <a:lnTo>
                    <a:pt x="1143137" y="543206"/>
                  </a:lnTo>
                  <a:lnTo>
                    <a:pt x="1145600" y="542954"/>
                  </a:lnTo>
                  <a:lnTo>
                    <a:pt x="1148064" y="542698"/>
                  </a:lnTo>
                  <a:lnTo>
                    <a:pt x="1150528" y="542445"/>
                  </a:lnTo>
                  <a:lnTo>
                    <a:pt x="1152991" y="542197"/>
                  </a:lnTo>
                  <a:lnTo>
                    <a:pt x="1155455" y="541959"/>
                  </a:lnTo>
                  <a:lnTo>
                    <a:pt x="1157919" y="541734"/>
                  </a:lnTo>
                  <a:lnTo>
                    <a:pt x="1160382" y="541527"/>
                  </a:lnTo>
                  <a:lnTo>
                    <a:pt x="1162846" y="541340"/>
                  </a:lnTo>
                  <a:lnTo>
                    <a:pt x="1165310" y="541182"/>
                  </a:lnTo>
                  <a:lnTo>
                    <a:pt x="1167773" y="541052"/>
                  </a:lnTo>
                  <a:lnTo>
                    <a:pt x="1170237" y="540951"/>
                  </a:lnTo>
                  <a:lnTo>
                    <a:pt x="1172701" y="540880"/>
                  </a:lnTo>
                  <a:lnTo>
                    <a:pt x="1175164" y="540840"/>
                  </a:lnTo>
                  <a:lnTo>
                    <a:pt x="1177628" y="540831"/>
                  </a:lnTo>
                  <a:lnTo>
                    <a:pt x="1180091" y="540852"/>
                  </a:lnTo>
                  <a:lnTo>
                    <a:pt x="1182555" y="540905"/>
                  </a:lnTo>
                  <a:lnTo>
                    <a:pt x="1185019" y="540982"/>
                  </a:lnTo>
                  <a:lnTo>
                    <a:pt x="1187482" y="541079"/>
                  </a:lnTo>
                  <a:lnTo>
                    <a:pt x="1189946" y="541194"/>
                  </a:lnTo>
                  <a:lnTo>
                    <a:pt x="1192410" y="541322"/>
                  </a:lnTo>
                  <a:lnTo>
                    <a:pt x="1194873" y="541459"/>
                  </a:lnTo>
                  <a:lnTo>
                    <a:pt x="1197337" y="541601"/>
                  </a:lnTo>
                  <a:lnTo>
                    <a:pt x="1199801" y="541744"/>
                  </a:lnTo>
                  <a:lnTo>
                    <a:pt x="1202264" y="541882"/>
                  </a:lnTo>
                  <a:lnTo>
                    <a:pt x="1204728" y="542014"/>
                  </a:lnTo>
                  <a:lnTo>
                    <a:pt x="1207192" y="542135"/>
                  </a:lnTo>
                  <a:lnTo>
                    <a:pt x="1209655" y="542245"/>
                  </a:lnTo>
                  <a:lnTo>
                    <a:pt x="1212119" y="542342"/>
                  </a:lnTo>
                  <a:lnTo>
                    <a:pt x="1214583" y="542425"/>
                  </a:lnTo>
                  <a:lnTo>
                    <a:pt x="1217046" y="542492"/>
                  </a:lnTo>
                  <a:lnTo>
                    <a:pt x="1219510" y="542547"/>
                  </a:lnTo>
                  <a:lnTo>
                    <a:pt x="1221974" y="542591"/>
                  </a:lnTo>
                  <a:lnTo>
                    <a:pt x="1224437" y="542626"/>
                  </a:lnTo>
                  <a:lnTo>
                    <a:pt x="1226901" y="542655"/>
                  </a:lnTo>
                  <a:lnTo>
                    <a:pt x="1229365" y="542679"/>
                  </a:lnTo>
                  <a:lnTo>
                    <a:pt x="1231828" y="542702"/>
                  </a:lnTo>
                  <a:lnTo>
                    <a:pt x="1234292" y="542729"/>
                  </a:lnTo>
                  <a:lnTo>
                    <a:pt x="1236756" y="542760"/>
                  </a:lnTo>
                  <a:lnTo>
                    <a:pt x="1239219" y="542799"/>
                  </a:lnTo>
                  <a:lnTo>
                    <a:pt x="1241683" y="542847"/>
                  </a:lnTo>
                  <a:lnTo>
                    <a:pt x="1244147" y="542906"/>
                  </a:lnTo>
                  <a:lnTo>
                    <a:pt x="1246610" y="542977"/>
                  </a:lnTo>
                  <a:lnTo>
                    <a:pt x="1249074" y="543062"/>
                  </a:lnTo>
                  <a:lnTo>
                    <a:pt x="1251538" y="543160"/>
                  </a:lnTo>
                  <a:lnTo>
                    <a:pt x="1254001" y="543270"/>
                  </a:lnTo>
                  <a:lnTo>
                    <a:pt x="1256465" y="543391"/>
                  </a:lnTo>
                  <a:lnTo>
                    <a:pt x="1258929" y="543521"/>
                  </a:lnTo>
                  <a:lnTo>
                    <a:pt x="1258929" y="545663"/>
                  </a:lnTo>
                  <a:lnTo>
                    <a:pt x="1256465" y="545663"/>
                  </a:lnTo>
                  <a:lnTo>
                    <a:pt x="1254001" y="545663"/>
                  </a:lnTo>
                  <a:lnTo>
                    <a:pt x="1251538" y="545663"/>
                  </a:lnTo>
                  <a:lnTo>
                    <a:pt x="1249074" y="545663"/>
                  </a:lnTo>
                  <a:lnTo>
                    <a:pt x="1246610" y="545663"/>
                  </a:lnTo>
                  <a:lnTo>
                    <a:pt x="1244147" y="545663"/>
                  </a:lnTo>
                  <a:lnTo>
                    <a:pt x="1241683" y="545663"/>
                  </a:lnTo>
                  <a:lnTo>
                    <a:pt x="1239219" y="545663"/>
                  </a:lnTo>
                  <a:lnTo>
                    <a:pt x="1236756" y="545663"/>
                  </a:lnTo>
                  <a:lnTo>
                    <a:pt x="1234292" y="545663"/>
                  </a:lnTo>
                  <a:lnTo>
                    <a:pt x="1231828" y="545663"/>
                  </a:lnTo>
                  <a:lnTo>
                    <a:pt x="1229365" y="545663"/>
                  </a:lnTo>
                  <a:lnTo>
                    <a:pt x="1226901" y="545663"/>
                  </a:lnTo>
                  <a:lnTo>
                    <a:pt x="1224437" y="545663"/>
                  </a:lnTo>
                  <a:lnTo>
                    <a:pt x="1221974" y="545663"/>
                  </a:lnTo>
                  <a:lnTo>
                    <a:pt x="1219510" y="545663"/>
                  </a:lnTo>
                  <a:lnTo>
                    <a:pt x="1217046" y="545663"/>
                  </a:lnTo>
                  <a:lnTo>
                    <a:pt x="1214583" y="545663"/>
                  </a:lnTo>
                  <a:lnTo>
                    <a:pt x="1212119" y="545663"/>
                  </a:lnTo>
                  <a:lnTo>
                    <a:pt x="1209655" y="545663"/>
                  </a:lnTo>
                  <a:lnTo>
                    <a:pt x="1207192" y="545663"/>
                  </a:lnTo>
                  <a:lnTo>
                    <a:pt x="1204728" y="545663"/>
                  </a:lnTo>
                  <a:lnTo>
                    <a:pt x="1202264" y="545663"/>
                  </a:lnTo>
                  <a:lnTo>
                    <a:pt x="1199801" y="545663"/>
                  </a:lnTo>
                  <a:lnTo>
                    <a:pt x="1197337" y="545663"/>
                  </a:lnTo>
                  <a:lnTo>
                    <a:pt x="1194873" y="545663"/>
                  </a:lnTo>
                  <a:lnTo>
                    <a:pt x="1192410" y="545663"/>
                  </a:lnTo>
                  <a:lnTo>
                    <a:pt x="1189946" y="545663"/>
                  </a:lnTo>
                  <a:lnTo>
                    <a:pt x="1187482" y="545663"/>
                  </a:lnTo>
                  <a:lnTo>
                    <a:pt x="1185019" y="545663"/>
                  </a:lnTo>
                  <a:lnTo>
                    <a:pt x="1182555" y="545663"/>
                  </a:lnTo>
                  <a:lnTo>
                    <a:pt x="1180091" y="545663"/>
                  </a:lnTo>
                  <a:lnTo>
                    <a:pt x="1177628" y="545663"/>
                  </a:lnTo>
                  <a:lnTo>
                    <a:pt x="1175164" y="545663"/>
                  </a:lnTo>
                  <a:lnTo>
                    <a:pt x="1172701" y="545663"/>
                  </a:lnTo>
                  <a:lnTo>
                    <a:pt x="1170237" y="545663"/>
                  </a:lnTo>
                  <a:lnTo>
                    <a:pt x="1167773" y="545663"/>
                  </a:lnTo>
                  <a:lnTo>
                    <a:pt x="1165310" y="545663"/>
                  </a:lnTo>
                  <a:lnTo>
                    <a:pt x="1162846" y="545663"/>
                  </a:lnTo>
                  <a:lnTo>
                    <a:pt x="1160382" y="545663"/>
                  </a:lnTo>
                  <a:lnTo>
                    <a:pt x="1157919" y="545663"/>
                  </a:lnTo>
                  <a:lnTo>
                    <a:pt x="1155455" y="545663"/>
                  </a:lnTo>
                  <a:lnTo>
                    <a:pt x="1152991" y="545663"/>
                  </a:lnTo>
                  <a:lnTo>
                    <a:pt x="1150528" y="545663"/>
                  </a:lnTo>
                  <a:lnTo>
                    <a:pt x="1148064" y="545663"/>
                  </a:lnTo>
                  <a:lnTo>
                    <a:pt x="1145600" y="545663"/>
                  </a:lnTo>
                  <a:lnTo>
                    <a:pt x="1143137" y="545663"/>
                  </a:lnTo>
                  <a:lnTo>
                    <a:pt x="1140673" y="545663"/>
                  </a:lnTo>
                  <a:lnTo>
                    <a:pt x="1138209" y="545663"/>
                  </a:lnTo>
                  <a:lnTo>
                    <a:pt x="1135746" y="545663"/>
                  </a:lnTo>
                  <a:lnTo>
                    <a:pt x="1133282" y="545663"/>
                  </a:lnTo>
                  <a:lnTo>
                    <a:pt x="1130818" y="545663"/>
                  </a:lnTo>
                  <a:lnTo>
                    <a:pt x="1128355" y="545663"/>
                  </a:lnTo>
                  <a:lnTo>
                    <a:pt x="1125891" y="545663"/>
                  </a:lnTo>
                  <a:lnTo>
                    <a:pt x="1123427" y="545663"/>
                  </a:lnTo>
                  <a:lnTo>
                    <a:pt x="1120964" y="545663"/>
                  </a:lnTo>
                  <a:lnTo>
                    <a:pt x="1118500" y="545663"/>
                  </a:lnTo>
                  <a:lnTo>
                    <a:pt x="1116036" y="545663"/>
                  </a:lnTo>
                  <a:lnTo>
                    <a:pt x="1113573" y="545663"/>
                  </a:lnTo>
                  <a:lnTo>
                    <a:pt x="1111109" y="545663"/>
                  </a:lnTo>
                  <a:lnTo>
                    <a:pt x="1108645" y="545663"/>
                  </a:lnTo>
                  <a:lnTo>
                    <a:pt x="1106182" y="545663"/>
                  </a:lnTo>
                  <a:lnTo>
                    <a:pt x="1103718" y="545663"/>
                  </a:lnTo>
                  <a:lnTo>
                    <a:pt x="1101254" y="545663"/>
                  </a:lnTo>
                  <a:lnTo>
                    <a:pt x="1098791" y="545663"/>
                  </a:lnTo>
                  <a:lnTo>
                    <a:pt x="1096327" y="545663"/>
                  </a:lnTo>
                  <a:lnTo>
                    <a:pt x="1093863" y="545663"/>
                  </a:lnTo>
                  <a:lnTo>
                    <a:pt x="1091400" y="545663"/>
                  </a:lnTo>
                  <a:lnTo>
                    <a:pt x="1088936" y="545663"/>
                  </a:lnTo>
                  <a:lnTo>
                    <a:pt x="1086472" y="545663"/>
                  </a:lnTo>
                  <a:lnTo>
                    <a:pt x="1084009" y="545663"/>
                  </a:lnTo>
                  <a:lnTo>
                    <a:pt x="1081545" y="545663"/>
                  </a:lnTo>
                  <a:lnTo>
                    <a:pt x="1079082" y="545663"/>
                  </a:lnTo>
                  <a:lnTo>
                    <a:pt x="1076618" y="545663"/>
                  </a:lnTo>
                  <a:lnTo>
                    <a:pt x="1074154" y="545663"/>
                  </a:lnTo>
                  <a:lnTo>
                    <a:pt x="1071691" y="545663"/>
                  </a:lnTo>
                  <a:lnTo>
                    <a:pt x="1069227" y="545663"/>
                  </a:lnTo>
                  <a:lnTo>
                    <a:pt x="1066763" y="545663"/>
                  </a:lnTo>
                  <a:lnTo>
                    <a:pt x="1064300" y="545663"/>
                  </a:lnTo>
                  <a:lnTo>
                    <a:pt x="1061836" y="545663"/>
                  </a:lnTo>
                  <a:lnTo>
                    <a:pt x="1059372" y="545663"/>
                  </a:lnTo>
                  <a:lnTo>
                    <a:pt x="1056909" y="545663"/>
                  </a:lnTo>
                  <a:lnTo>
                    <a:pt x="1054445" y="545663"/>
                  </a:lnTo>
                  <a:lnTo>
                    <a:pt x="1051981" y="545663"/>
                  </a:lnTo>
                  <a:lnTo>
                    <a:pt x="1049518" y="545663"/>
                  </a:lnTo>
                  <a:lnTo>
                    <a:pt x="1047054" y="545663"/>
                  </a:lnTo>
                  <a:lnTo>
                    <a:pt x="1044590" y="545663"/>
                  </a:lnTo>
                  <a:lnTo>
                    <a:pt x="1042127" y="545663"/>
                  </a:lnTo>
                  <a:lnTo>
                    <a:pt x="1039663" y="545663"/>
                  </a:lnTo>
                  <a:lnTo>
                    <a:pt x="1037199" y="545663"/>
                  </a:lnTo>
                  <a:lnTo>
                    <a:pt x="1034736" y="545663"/>
                  </a:lnTo>
                  <a:lnTo>
                    <a:pt x="1032272" y="545663"/>
                  </a:lnTo>
                  <a:lnTo>
                    <a:pt x="1029808" y="545663"/>
                  </a:lnTo>
                  <a:lnTo>
                    <a:pt x="1027345" y="545663"/>
                  </a:lnTo>
                  <a:lnTo>
                    <a:pt x="1024881" y="545663"/>
                  </a:lnTo>
                  <a:lnTo>
                    <a:pt x="1022417" y="545663"/>
                  </a:lnTo>
                  <a:lnTo>
                    <a:pt x="1019954" y="545663"/>
                  </a:lnTo>
                  <a:lnTo>
                    <a:pt x="1017490" y="545663"/>
                  </a:lnTo>
                  <a:lnTo>
                    <a:pt x="1015026" y="545663"/>
                  </a:lnTo>
                  <a:lnTo>
                    <a:pt x="1012563" y="545663"/>
                  </a:lnTo>
                  <a:lnTo>
                    <a:pt x="1010099" y="545663"/>
                  </a:lnTo>
                  <a:lnTo>
                    <a:pt x="1007635" y="545663"/>
                  </a:lnTo>
                  <a:lnTo>
                    <a:pt x="1005172" y="545663"/>
                  </a:lnTo>
                  <a:lnTo>
                    <a:pt x="1002708" y="545663"/>
                  </a:lnTo>
                  <a:lnTo>
                    <a:pt x="1000244" y="545663"/>
                  </a:lnTo>
                  <a:lnTo>
                    <a:pt x="997781" y="545663"/>
                  </a:lnTo>
                  <a:lnTo>
                    <a:pt x="995317" y="545663"/>
                  </a:lnTo>
                  <a:lnTo>
                    <a:pt x="992853" y="545663"/>
                  </a:lnTo>
                  <a:lnTo>
                    <a:pt x="990390" y="545663"/>
                  </a:lnTo>
                  <a:lnTo>
                    <a:pt x="987926" y="545663"/>
                  </a:lnTo>
                  <a:lnTo>
                    <a:pt x="985463" y="545663"/>
                  </a:lnTo>
                  <a:lnTo>
                    <a:pt x="982999" y="545663"/>
                  </a:lnTo>
                  <a:lnTo>
                    <a:pt x="980535" y="545663"/>
                  </a:lnTo>
                  <a:lnTo>
                    <a:pt x="978072" y="545663"/>
                  </a:lnTo>
                  <a:lnTo>
                    <a:pt x="975608" y="545663"/>
                  </a:lnTo>
                  <a:lnTo>
                    <a:pt x="973144" y="545663"/>
                  </a:lnTo>
                  <a:lnTo>
                    <a:pt x="970681" y="545663"/>
                  </a:lnTo>
                  <a:lnTo>
                    <a:pt x="968217" y="545663"/>
                  </a:lnTo>
                  <a:lnTo>
                    <a:pt x="965753" y="545663"/>
                  </a:lnTo>
                  <a:lnTo>
                    <a:pt x="963290" y="545663"/>
                  </a:lnTo>
                  <a:lnTo>
                    <a:pt x="960826" y="545663"/>
                  </a:lnTo>
                  <a:lnTo>
                    <a:pt x="958362" y="545663"/>
                  </a:lnTo>
                  <a:lnTo>
                    <a:pt x="955899" y="545663"/>
                  </a:lnTo>
                  <a:lnTo>
                    <a:pt x="953435" y="545663"/>
                  </a:lnTo>
                  <a:lnTo>
                    <a:pt x="950971" y="545663"/>
                  </a:lnTo>
                  <a:lnTo>
                    <a:pt x="948508" y="545663"/>
                  </a:lnTo>
                  <a:lnTo>
                    <a:pt x="946044" y="545663"/>
                  </a:lnTo>
                  <a:lnTo>
                    <a:pt x="943580" y="545663"/>
                  </a:lnTo>
                  <a:lnTo>
                    <a:pt x="941117" y="545663"/>
                  </a:lnTo>
                  <a:lnTo>
                    <a:pt x="938653" y="545663"/>
                  </a:lnTo>
                  <a:lnTo>
                    <a:pt x="936189" y="545663"/>
                  </a:lnTo>
                  <a:lnTo>
                    <a:pt x="933726" y="545663"/>
                  </a:lnTo>
                  <a:lnTo>
                    <a:pt x="931262" y="545663"/>
                  </a:lnTo>
                  <a:lnTo>
                    <a:pt x="928798" y="545663"/>
                  </a:lnTo>
                  <a:lnTo>
                    <a:pt x="926335" y="545663"/>
                  </a:lnTo>
                  <a:lnTo>
                    <a:pt x="923871" y="545663"/>
                  </a:lnTo>
                  <a:lnTo>
                    <a:pt x="921407" y="545663"/>
                  </a:lnTo>
                  <a:lnTo>
                    <a:pt x="918944" y="545663"/>
                  </a:lnTo>
                  <a:lnTo>
                    <a:pt x="916480" y="545663"/>
                  </a:lnTo>
                  <a:lnTo>
                    <a:pt x="914016" y="545663"/>
                  </a:lnTo>
                  <a:lnTo>
                    <a:pt x="911553" y="545663"/>
                  </a:lnTo>
                  <a:lnTo>
                    <a:pt x="909089" y="545663"/>
                  </a:lnTo>
                  <a:lnTo>
                    <a:pt x="906625" y="545663"/>
                  </a:lnTo>
                  <a:lnTo>
                    <a:pt x="904162" y="545663"/>
                  </a:lnTo>
                  <a:lnTo>
                    <a:pt x="901698" y="545663"/>
                  </a:lnTo>
                  <a:lnTo>
                    <a:pt x="899235" y="545663"/>
                  </a:lnTo>
                  <a:lnTo>
                    <a:pt x="896771" y="545663"/>
                  </a:lnTo>
                  <a:lnTo>
                    <a:pt x="894307" y="545663"/>
                  </a:lnTo>
                  <a:lnTo>
                    <a:pt x="891844" y="545663"/>
                  </a:lnTo>
                  <a:lnTo>
                    <a:pt x="889380" y="545663"/>
                  </a:lnTo>
                  <a:lnTo>
                    <a:pt x="886916" y="545663"/>
                  </a:lnTo>
                  <a:lnTo>
                    <a:pt x="884453" y="545663"/>
                  </a:lnTo>
                  <a:lnTo>
                    <a:pt x="881989" y="545663"/>
                  </a:lnTo>
                  <a:lnTo>
                    <a:pt x="879525" y="545663"/>
                  </a:lnTo>
                  <a:lnTo>
                    <a:pt x="877062" y="545663"/>
                  </a:lnTo>
                  <a:lnTo>
                    <a:pt x="874598" y="545663"/>
                  </a:lnTo>
                  <a:lnTo>
                    <a:pt x="872134" y="545663"/>
                  </a:lnTo>
                  <a:lnTo>
                    <a:pt x="869671" y="545663"/>
                  </a:lnTo>
                  <a:lnTo>
                    <a:pt x="867207" y="545663"/>
                  </a:lnTo>
                  <a:lnTo>
                    <a:pt x="864743" y="545663"/>
                  </a:lnTo>
                  <a:lnTo>
                    <a:pt x="862280" y="545663"/>
                  </a:lnTo>
                  <a:lnTo>
                    <a:pt x="859816" y="545663"/>
                  </a:lnTo>
                  <a:lnTo>
                    <a:pt x="857352" y="545663"/>
                  </a:lnTo>
                  <a:lnTo>
                    <a:pt x="854889" y="545663"/>
                  </a:lnTo>
                  <a:lnTo>
                    <a:pt x="852425" y="545663"/>
                  </a:lnTo>
                  <a:lnTo>
                    <a:pt x="849961" y="545663"/>
                  </a:lnTo>
                  <a:lnTo>
                    <a:pt x="847498" y="545663"/>
                  </a:lnTo>
                  <a:lnTo>
                    <a:pt x="845034" y="545663"/>
                  </a:lnTo>
                  <a:lnTo>
                    <a:pt x="842570" y="545663"/>
                  </a:lnTo>
                  <a:lnTo>
                    <a:pt x="840107" y="545663"/>
                  </a:lnTo>
                  <a:lnTo>
                    <a:pt x="837643" y="545663"/>
                  </a:lnTo>
                  <a:lnTo>
                    <a:pt x="835179" y="545663"/>
                  </a:lnTo>
                  <a:lnTo>
                    <a:pt x="832716" y="545663"/>
                  </a:lnTo>
                  <a:lnTo>
                    <a:pt x="830252" y="545663"/>
                  </a:lnTo>
                  <a:lnTo>
                    <a:pt x="827788" y="545663"/>
                  </a:lnTo>
                  <a:lnTo>
                    <a:pt x="825325" y="545663"/>
                  </a:lnTo>
                  <a:lnTo>
                    <a:pt x="822861" y="545663"/>
                  </a:lnTo>
                  <a:lnTo>
                    <a:pt x="820397" y="545663"/>
                  </a:lnTo>
                  <a:lnTo>
                    <a:pt x="817934" y="545663"/>
                  </a:lnTo>
                  <a:lnTo>
                    <a:pt x="815470" y="545663"/>
                  </a:lnTo>
                  <a:lnTo>
                    <a:pt x="813006" y="545663"/>
                  </a:lnTo>
                  <a:lnTo>
                    <a:pt x="810543" y="545663"/>
                  </a:lnTo>
                  <a:lnTo>
                    <a:pt x="808079" y="545663"/>
                  </a:lnTo>
                  <a:lnTo>
                    <a:pt x="805616" y="545663"/>
                  </a:lnTo>
                  <a:lnTo>
                    <a:pt x="803152" y="545663"/>
                  </a:lnTo>
                  <a:lnTo>
                    <a:pt x="800688" y="545663"/>
                  </a:lnTo>
                  <a:lnTo>
                    <a:pt x="798225" y="545663"/>
                  </a:lnTo>
                  <a:lnTo>
                    <a:pt x="795761" y="545663"/>
                  </a:lnTo>
                  <a:lnTo>
                    <a:pt x="793297" y="545663"/>
                  </a:lnTo>
                  <a:lnTo>
                    <a:pt x="790834" y="545663"/>
                  </a:lnTo>
                  <a:lnTo>
                    <a:pt x="788370" y="545663"/>
                  </a:lnTo>
                  <a:lnTo>
                    <a:pt x="785906" y="545663"/>
                  </a:lnTo>
                  <a:lnTo>
                    <a:pt x="783443" y="545663"/>
                  </a:lnTo>
                  <a:lnTo>
                    <a:pt x="780979" y="545663"/>
                  </a:lnTo>
                  <a:lnTo>
                    <a:pt x="778515" y="545663"/>
                  </a:lnTo>
                  <a:lnTo>
                    <a:pt x="776052" y="545663"/>
                  </a:lnTo>
                  <a:lnTo>
                    <a:pt x="773588" y="545663"/>
                  </a:lnTo>
                  <a:lnTo>
                    <a:pt x="771124" y="545663"/>
                  </a:lnTo>
                  <a:lnTo>
                    <a:pt x="768661" y="545663"/>
                  </a:lnTo>
                  <a:lnTo>
                    <a:pt x="766197" y="545663"/>
                  </a:lnTo>
                  <a:lnTo>
                    <a:pt x="763733" y="545663"/>
                  </a:lnTo>
                  <a:lnTo>
                    <a:pt x="761270" y="545663"/>
                  </a:lnTo>
                  <a:lnTo>
                    <a:pt x="758806" y="545663"/>
                  </a:lnTo>
                  <a:lnTo>
                    <a:pt x="756342" y="545663"/>
                  </a:lnTo>
                  <a:lnTo>
                    <a:pt x="753879" y="545663"/>
                  </a:lnTo>
                  <a:lnTo>
                    <a:pt x="751415" y="545663"/>
                  </a:lnTo>
                  <a:lnTo>
                    <a:pt x="748951" y="545663"/>
                  </a:lnTo>
                  <a:lnTo>
                    <a:pt x="746488" y="545663"/>
                  </a:lnTo>
                  <a:lnTo>
                    <a:pt x="744024" y="545663"/>
                  </a:lnTo>
                  <a:lnTo>
                    <a:pt x="741560" y="545663"/>
                  </a:lnTo>
                  <a:lnTo>
                    <a:pt x="739097" y="545663"/>
                  </a:lnTo>
                  <a:lnTo>
                    <a:pt x="736633" y="545663"/>
                  </a:lnTo>
                  <a:lnTo>
                    <a:pt x="734169" y="545663"/>
                  </a:lnTo>
                  <a:lnTo>
                    <a:pt x="731706" y="545663"/>
                  </a:lnTo>
                  <a:lnTo>
                    <a:pt x="729242" y="545663"/>
                  </a:lnTo>
                  <a:lnTo>
                    <a:pt x="726778" y="545663"/>
                  </a:lnTo>
                  <a:lnTo>
                    <a:pt x="724315" y="545663"/>
                  </a:lnTo>
                  <a:lnTo>
                    <a:pt x="721851" y="545663"/>
                  </a:lnTo>
                  <a:lnTo>
                    <a:pt x="719388" y="545663"/>
                  </a:lnTo>
                  <a:lnTo>
                    <a:pt x="716924" y="545663"/>
                  </a:lnTo>
                  <a:lnTo>
                    <a:pt x="714460" y="545663"/>
                  </a:lnTo>
                  <a:lnTo>
                    <a:pt x="711997" y="545663"/>
                  </a:lnTo>
                  <a:lnTo>
                    <a:pt x="709533" y="545663"/>
                  </a:lnTo>
                  <a:lnTo>
                    <a:pt x="707069" y="545663"/>
                  </a:lnTo>
                  <a:lnTo>
                    <a:pt x="704606" y="545663"/>
                  </a:lnTo>
                  <a:lnTo>
                    <a:pt x="702142" y="545663"/>
                  </a:lnTo>
                  <a:lnTo>
                    <a:pt x="699678" y="545663"/>
                  </a:lnTo>
                  <a:lnTo>
                    <a:pt x="697215" y="545663"/>
                  </a:lnTo>
                  <a:lnTo>
                    <a:pt x="694751" y="545663"/>
                  </a:lnTo>
                  <a:lnTo>
                    <a:pt x="692287" y="545663"/>
                  </a:lnTo>
                  <a:lnTo>
                    <a:pt x="689824" y="545663"/>
                  </a:lnTo>
                  <a:lnTo>
                    <a:pt x="687360" y="545663"/>
                  </a:lnTo>
                  <a:lnTo>
                    <a:pt x="684896" y="545663"/>
                  </a:lnTo>
                  <a:lnTo>
                    <a:pt x="682433" y="545663"/>
                  </a:lnTo>
                  <a:lnTo>
                    <a:pt x="679969" y="545663"/>
                  </a:lnTo>
                  <a:lnTo>
                    <a:pt x="677505" y="545663"/>
                  </a:lnTo>
                  <a:lnTo>
                    <a:pt x="675042" y="545663"/>
                  </a:lnTo>
                  <a:lnTo>
                    <a:pt x="672578" y="545663"/>
                  </a:lnTo>
                  <a:lnTo>
                    <a:pt x="670114" y="545663"/>
                  </a:lnTo>
                  <a:lnTo>
                    <a:pt x="667651" y="545663"/>
                  </a:lnTo>
                  <a:lnTo>
                    <a:pt x="665187" y="545663"/>
                  </a:lnTo>
                  <a:lnTo>
                    <a:pt x="662723" y="545663"/>
                  </a:lnTo>
                  <a:lnTo>
                    <a:pt x="660260" y="545663"/>
                  </a:lnTo>
                  <a:lnTo>
                    <a:pt x="657796" y="545663"/>
                  </a:lnTo>
                  <a:lnTo>
                    <a:pt x="655332" y="545663"/>
                  </a:lnTo>
                  <a:lnTo>
                    <a:pt x="652869" y="545663"/>
                  </a:lnTo>
                  <a:lnTo>
                    <a:pt x="650405" y="545663"/>
                  </a:lnTo>
                  <a:lnTo>
                    <a:pt x="647941" y="545663"/>
                  </a:lnTo>
                  <a:lnTo>
                    <a:pt x="645478" y="545663"/>
                  </a:lnTo>
                  <a:lnTo>
                    <a:pt x="643014" y="545663"/>
                  </a:lnTo>
                  <a:lnTo>
                    <a:pt x="640550" y="545663"/>
                  </a:lnTo>
                  <a:lnTo>
                    <a:pt x="638087" y="545663"/>
                  </a:lnTo>
                  <a:lnTo>
                    <a:pt x="635623" y="545663"/>
                  </a:lnTo>
                  <a:lnTo>
                    <a:pt x="633159" y="545663"/>
                  </a:lnTo>
                  <a:lnTo>
                    <a:pt x="630696" y="545663"/>
                  </a:lnTo>
                  <a:lnTo>
                    <a:pt x="628232" y="545663"/>
                  </a:lnTo>
                  <a:lnTo>
                    <a:pt x="625769" y="545663"/>
                  </a:lnTo>
                  <a:lnTo>
                    <a:pt x="623305" y="545663"/>
                  </a:lnTo>
                  <a:lnTo>
                    <a:pt x="620841" y="545663"/>
                  </a:lnTo>
                  <a:lnTo>
                    <a:pt x="618378" y="545663"/>
                  </a:lnTo>
                  <a:lnTo>
                    <a:pt x="615914" y="545663"/>
                  </a:lnTo>
                  <a:lnTo>
                    <a:pt x="613450" y="545663"/>
                  </a:lnTo>
                  <a:lnTo>
                    <a:pt x="610987" y="545663"/>
                  </a:lnTo>
                  <a:lnTo>
                    <a:pt x="608523" y="545663"/>
                  </a:lnTo>
                  <a:lnTo>
                    <a:pt x="606059" y="545663"/>
                  </a:lnTo>
                  <a:lnTo>
                    <a:pt x="603596" y="545663"/>
                  </a:lnTo>
                  <a:lnTo>
                    <a:pt x="601132" y="545663"/>
                  </a:lnTo>
                  <a:lnTo>
                    <a:pt x="598668" y="545663"/>
                  </a:lnTo>
                  <a:lnTo>
                    <a:pt x="596205" y="545663"/>
                  </a:lnTo>
                  <a:lnTo>
                    <a:pt x="593741" y="545663"/>
                  </a:lnTo>
                  <a:lnTo>
                    <a:pt x="591277" y="545663"/>
                  </a:lnTo>
                  <a:lnTo>
                    <a:pt x="588814" y="545663"/>
                  </a:lnTo>
                  <a:lnTo>
                    <a:pt x="586350" y="545663"/>
                  </a:lnTo>
                  <a:lnTo>
                    <a:pt x="583886" y="545663"/>
                  </a:lnTo>
                  <a:lnTo>
                    <a:pt x="581423" y="545663"/>
                  </a:lnTo>
                  <a:lnTo>
                    <a:pt x="578959" y="545663"/>
                  </a:lnTo>
                  <a:lnTo>
                    <a:pt x="576495" y="545663"/>
                  </a:lnTo>
                  <a:lnTo>
                    <a:pt x="574032" y="545663"/>
                  </a:lnTo>
                  <a:lnTo>
                    <a:pt x="571568" y="545663"/>
                  </a:lnTo>
                  <a:lnTo>
                    <a:pt x="569104" y="545663"/>
                  </a:lnTo>
                  <a:lnTo>
                    <a:pt x="566641" y="545663"/>
                  </a:lnTo>
                  <a:lnTo>
                    <a:pt x="564177" y="545663"/>
                  </a:lnTo>
                  <a:lnTo>
                    <a:pt x="561713" y="545663"/>
                  </a:lnTo>
                  <a:lnTo>
                    <a:pt x="559250" y="545663"/>
                  </a:lnTo>
                  <a:lnTo>
                    <a:pt x="556786" y="545663"/>
                  </a:lnTo>
                  <a:lnTo>
                    <a:pt x="554322" y="545663"/>
                  </a:lnTo>
                  <a:lnTo>
                    <a:pt x="551859" y="545663"/>
                  </a:lnTo>
                  <a:lnTo>
                    <a:pt x="549395" y="545663"/>
                  </a:lnTo>
                  <a:lnTo>
                    <a:pt x="546931" y="545663"/>
                  </a:lnTo>
                  <a:lnTo>
                    <a:pt x="544468" y="545663"/>
                  </a:lnTo>
                  <a:lnTo>
                    <a:pt x="542004" y="545663"/>
                  </a:lnTo>
                  <a:lnTo>
                    <a:pt x="539541" y="545663"/>
                  </a:lnTo>
                  <a:lnTo>
                    <a:pt x="537077" y="545663"/>
                  </a:lnTo>
                  <a:lnTo>
                    <a:pt x="534613" y="545663"/>
                  </a:lnTo>
                  <a:lnTo>
                    <a:pt x="532150" y="545663"/>
                  </a:lnTo>
                  <a:lnTo>
                    <a:pt x="529686" y="545663"/>
                  </a:lnTo>
                  <a:lnTo>
                    <a:pt x="527222" y="545663"/>
                  </a:lnTo>
                  <a:lnTo>
                    <a:pt x="524759" y="545663"/>
                  </a:lnTo>
                  <a:lnTo>
                    <a:pt x="522295" y="545663"/>
                  </a:lnTo>
                  <a:lnTo>
                    <a:pt x="519831" y="545663"/>
                  </a:lnTo>
                  <a:lnTo>
                    <a:pt x="517368" y="545663"/>
                  </a:lnTo>
                  <a:lnTo>
                    <a:pt x="514904" y="545663"/>
                  </a:lnTo>
                  <a:lnTo>
                    <a:pt x="512440" y="545663"/>
                  </a:lnTo>
                  <a:lnTo>
                    <a:pt x="509977" y="545663"/>
                  </a:lnTo>
                  <a:lnTo>
                    <a:pt x="507513" y="545663"/>
                  </a:lnTo>
                  <a:lnTo>
                    <a:pt x="505049" y="545663"/>
                  </a:lnTo>
                  <a:lnTo>
                    <a:pt x="502586" y="545663"/>
                  </a:lnTo>
                  <a:lnTo>
                    <a:pt x="500122" y="545663"/>
                  </a:lnTo>
                  <a:lnTo>
                    <a:pt x="497658" y="545663"/>
                  </a:lnTo>
                  <a:lnTo>
                    <a:pt x="495195" y="545663"/>
                  </a:lnTo>
                  <a:lnTo>
                    <a:pt x="492731" y="545663"/>
                  </a:lnTo>
                  <a:lnTo>
                    <a:pt x="490267" y="545663"/>
                  </a:lnTo>
                  <a:lnTo>
                    <a:pt x="487804" y="545663"/>
                  </a:lnTo>
                  <a:lnTo>
                    <a:pt x="485340" y="545663"/>
                  </a:lnTo>
                  <a:lnTo>
                    <a:pt x="482876" y="545663"/>
                  </a:lnTo>
                  <a:lnTo>
                    <a:pt x="480413" y="545663"/>
                  </a:lnTo>
                  <a:lnTo>
                    <a:pt x="477949" y="545663"/>
                  </a:lnTo>
                  <a:lnTo>
                    <a:pt x="475485" y="545663"/>
                  </a:lnTo>
                  <a:lnTo>
                    <a:pt x="473022" y="545663"/>
                  </a:lnTo>
                  <a:lnTo>
                    <a:pt x="470558" y="545663"/>
                  </a:lnTo>
                  <a:lnTo>
                    <a:pt x="468094" y="545663"/>
                  </a:lnTo>
                  <a:lnTo>
                    <a:pt x="465631" y="545663"/>
                  </a:lnTo>
                  <a:lnTo>
                    <a:pt x="463167" y="545663"/>
                  </a:lnTo>
                  <a:lnTo>
                    <a:pt x="460703" y="545663"/>
                  </a:lnTo>
                  <a:lnTo>
                    <a:pt x="458240" y="545663"/>
                  </a:lnTo>
                  <a:lnTo>
                    <a:pt x="455776" y="545663"/>
                  </a:lnTo>
                  <a:lnTo>
                    <a:pt x="453312" y="545663"/>
                  </a:lnTo>
                  <a:lnTo>
                    <a:pt x="450849" y="545663"/>
                  </a:lnTo>
                  <a:lnTo>
                    <a:pt x="448385" y="545663"/>
                  </a:lnTo>
                  <a:lnTo>
                    <a:pt x="445922" y="545663"/>
                  </a:lnTo>
                  <a:lnTo>
                    <a:pt x="443458" y="545663"/>
                  </a:lnTo>
                  <a:lnTo>
                    <a:pt x="440994" y="545663"/>
                  </a:lnTo>
                  <a:lnTo>
                    <a:pt x="438531" y="545663"/>
                  </a:lnTo>
                  <a:lnTo>
                    <a:pt x="436067" y="545663"/>
                  </a:lnTo>
                  <a:lnTo>
                    <a:pt x="433603" y="545663"/>
                  </a:lnTo>
                  <a:lnTo>
                    <a:pt x="431140" y="545663"/>
                  </a:lnTo>
                  <a:lnTo>
                    <a:pt x="428676" y="545663"/>
                  </a:lnTo>
                  <a:lnTo>
                    <a:pt x="426212" y="545663"/>
                  </a:lnTo>
                  <a:lnTo>
                    <a:pt x="423749" y="545663"/>
                  </a:lnTo>
                  <a:lnTo>
                    <a:pt x="421285" y="545663"/>
                  </a:lnTo>
                  <a:lnTo>
                    <a:pt x="418821" y="545663"/>
                  </a:lnTo>
                  <a:lnTo>
                    <a:pt x="416358" y="545663"/>
                  </a:lnTo>
                  <a:lnTo>
                    <a:pt x="413894" y="545663"/>
                  </a:lnTo>
                  <a:lnTo>
                    <a:pt x="411430" y="545663"/>
                  </a:lnTo>
                  <a:lnTo>
                    <a:pt x="408967" y="545663"/>
                  </a:lnTo>
                  <a:lnTo>
                    <a:pt x="406503" y="545663"/>
                  </a:lnTo>
                  <a:lnTo>
                    <a:pt x="404039" y="545663"/>
                  </a:lnTo>
                  <a:lnTo>
                    <a:pt x="401576" y="545663"/>
                  </a:lnTo>
                  <a:lnTo>
                    <a:pt x="399112" y="545663"/>
                  </a:lnTo>
                  <a:lnTo>
                    <a:pt x="396648" y="545663"/>
                  </a:lnTo>
                  <a:lnTo>
                    <a:pt x="394185" y="545663"/>
                  </a:lnTo>
                  <a:lnTo>
                    <a:pt x="391721" y="545663"/>
                  </a:lnTo>
                  <a:lnTo>
                    <a:pt x="389257" y="545663"/>
                  </a:lnTo>
                  <a:lnTo>
                    <a:pt x="386794" y="545663"/>
                  </a:lnTo>
                  <a:lnTo>
                    <a:pt x="384330" y="545663"/>
                  </a:lnTo>
                  <a:lnTo>
                    <a:pt x="381866" y="545663"/>
                  </a:lnTo>
                  <a:lnTo>
                    <a:pt x="379403" y="545663"/>
                  </a:lnTo>
                  <a:lnTo>
                    <a:pt x="376939" y="545663"/>
                  </a:lnTo>
                  <a:lnTo>
                    <a:pt x="374475" y="545663"/>
                  </a:lnTo>
                  <a:lnTo>
                    <a:pt x="372012" y="545663"/>
                  </a:lnTo>
                  <a:lnTo>
                    <a:pt x="369548" y="545663"/>
                  </a:lnTo>
                  <a:lnTo>
                    <a:pt x="367084" y="545663"/>
                  </a:lnTo>
                  <a:lnTo>
                    <a:pt x="364621" y="545663"/>
                  </a:lnTo>
                  <a:lnTo>
                    <a:pt x="362157" y="545663"/>
                  </a:lnTo>
                  <a:lnTo>
                    <a:pt x="359694" y="545663"/>
                  </a:lnTo>
                  <a:lnTo>
                    <a:pt x="357230" y="545663"/>
                  </a:lnTo>
                  <a:lnTo>
                    <a:pt x="354766" y="545663"/>
                  </a:lnTo>
                  <a:lnTo>
                    <a:pt x="352303" y="545663"/>
                  </a:lnTo>
                  <a:lnTo>
                    <a:pt x="349839" y="545663"/>
                  </a:lnTo>
                  <a:lnTo>
                    <a:pt x="347375" y="545663"/>
                  </a:lnTo>
                  <a:lnTo>
                    <a:pt x="344912" y="545663"/>
                  </a:lnTo>
                  <a:lnTo>
                    <a:pt x="342448" y="545663"/>
                  </a:lnTo>
                  <a:lnTo>
                    <a:pt x="339984" y="545663"/>
                  </a:lnTo>
                  <a:lnTo>
                    <a:pt x="337521" y="545663"/>
                  </a:lnTo>
                  <a:lnTo>
                    <a:pt x="335057" y="545663"/>
                  </a:lnTo>
                  <a:lnTo>
                    <a:pt x="332593" y="545663"/>
                  </a:lnTo>
                  <a:lnTo>
                    <a:pt x="330130" y="545663"/>
                  </a:lnTo>
                  <a:lnTo>
                    <a:pt x="327666" y="545663"/>
                  </a:lnTo>
                  <a:lnTo>
                    <a:pt x="325202" y="545663"/>
                  </a:lnTo>
                  <a:lnTo>
                    <a:pt x="322739" y="545663"/>
                  </a:lnTo>
                  <a:lnTo>
                    <a:pt x="320275" y="545663"/>
                  </a:lnTo>
                  <a:lnTo>
                    <a:pt x="317811" y="545663"/>
                  </a:lnTo>
                  <a:lnTo>
                    <a:pt x="315348" y="545663"/>
                  </a:lnTo>
                  <a:lnTo>
                    <a:pt x="312884" y="545663"/>
                  </a:lnTo>
                  <a:lnTo>
                    <a:pt x="310420" y="545663"/>
                  </a:lnTo>
                  <a:lnTo>
                    <a:pt x="307957" y="545663"/>
                  </a:lnTo>
                  <a:lnTo>
                    <a:pt x="305493" y="545663"/>
                  </a:lnTo>
                  <a:lnTo>
                    <a:pt x="303029" y="545663"/>
                  </a:lnTo>
                  <a:lnTo>
                    <a:pt x="300566" y="545663"/>
                  </a:lnTo>
                  <a:lnTo>
                    <a:pt x="298102" y="545663"/>
                  </a:lnTo>
                  <a:lnTo>
                    <a:pt x="295638" y="545663"/>
                  </a:lnTo>
                  <a:lnTo>
                    <a:pt x="293175" y="545663"/>
                  </a:lnTo>
                  <a:lnTo>
                    <a:pt x="290711" y="545663"/>
                  </a:lnTo>
                  <a:lnTo>
                    <a:pt x="288247" y="545663"/>
                  </a:lnTo>
                  <a:lnTo>
                    <a:pt x="285784" y="545663"/>
                  </a:lnTo>
                  <a:lnTo>
                    <a:pt x="283320" y="545663"/>
                  </a:lnTo>
                  <a:lnTo>
                    <a:pt x="280856" y="545663"/>
                  </a:lnTo>
                  <a:lnTo>
                    <a:pt x="278393" y="545663"/>
                  </a:lnTo>
                  <a:lnTo>
                    <a:pt x="275929" y="545663"/>
                  </a:lnTo>
                  <a:lnTo>
                    <a:pt x="273465" y="545663"/>
                  </a:lnTo>
                  <a:lnTo>
                    <a:pt x="271002" y="545663"/>
                  </a:lnTo>
                  <a:lnTo>
                    <a:pt x="268538" y="545663"/>
                  </a:lnTo>
                  <a:lnTo>
                    <a:pt x="266075" y="545663"/>
                  </a:lnTo>
                  <a:lnTo>
                    <a:pt x="263611" y="545663"/>
                  </a:lnTo>
                  <a:lnTo>
                    <a:pt x="261147" y="545663"/>
                  </a:lnTo>
                  <a:lnTo>
                    <a:pt x="258684" y="545663"/>
                  </a:lnTo>
                  <a:lnTo>
                    <a:pt x="256220" y="545663"/>
                  </a:lnTo>
                  <a:lnTo>
                    <a:pt x="253756" y="545663"/>
                  </a:lnTo>
                  <a:lnTo>
                    <a:pt x="251293" y="545663"/>
                  </a:lnTo>
                  <a:lnTo>
                    <a:pt x="248829" y="545663"/>
                  </a:lnTo>
                  <a:lnTo>
                    <a:pt x="246365" y="545663"/>
                  </a:lnTo>
                  <a:lnTo>
                    <a:pt x="243902" y="545663"/>
                  </a:lnTo>
                  <a:lnTo>
                    <a:pt x="241438" y="545663"/>
                  </a:lnTo>
                  <a:lnTo>
                    <a:pt x="238974" y="545663"/>
                  </a:lnTo>
                  <a:lnTo>
                    <a:pt x="236511" y="545663"/>
                  </a:lnTo>
                  <a:lnTo>
                    <a:pt x="234047" y="545663"/>
                  </a:lnTo>
                  <a:lnTo>
                    <a:pt x="231583" y="545663"/>
                  </a:lnTo>
                  <a:lnTo>
                    <a:pt x="229120" y="545663"/>
                  </a:lnTo>
                  <a:lnTo>
                    <a:pt x="226656" y="545663"/>
                  </a:lnTo>
                  <a:lnTo>
                    <a:pt x="224192" y="545663"/>
                  </a:lnTo>
                  <a:lnTo>
                    <a:pt x="221729" y="545663"/>
                  </a:lnTo>
                  <a:lnTo>
                    <a:pt x="219265" y="545663"/>
                  </a:lnTo>
                  <a:lnTo>
                    <a:pt x="216801" y="545663"/>
                  </a:lnTo>
                  <a:lnTo>
                    <a:pt x="214338" y="545663"/>
                  </a:lnTo>
                  <a:lnTo>
                    <a:pt x="211874" y="545663"/>
                  </a:lnTo>
                  <a:lnTo>
                    <a:pt x="209410" y="545663"/>
                  </a:lnTo>
                  <a:lnTo>
                    <a:pt x="206947" y="545663"/>
                  </a:lnTo>
                  <a:lnTo>
                    <a:pt x="204483" y="545663"/>
                  </a:lnTo>
                  <a:lnTo>
                    <a:pt x="202019" y="545663"/>
                  </a:lnTo>
                  <a:lnTo>
                    <a:pt x="199556" y="545663"/>
                  </a:lnTo>
                  <a:lnTo>
                    <a:pt x="197092" y="545663"/>
                  </a:lnTo>
                  <a:lnTo>
                    <a:pt x="194628" y="545663"/>
                  </a:lnTo>
                  <a:lnTo>
                    <a:pt x="192165" y="545663"/>
                  </a:lnTo>
                  <a:lnTo>
                    <a:pt x="189701" y="545663"/>
                  </a:lnTo>
                  <a:lnTo>
                    <a:pt x="187237" y="545663"/>
                  </a:lnTo>
                  <a:lnTo>
                    <a:pt x="184774" y="545663"/>
                  </a:lnTo>
                  <a:lnTo>
                    <a:pt x="182310" y="545663"/>
                  </a:lnTo>
                  <a:lnTo>
                    <a:pt x="179847" y="545663"/>
                  </a:lnTo>
                  <a:lnTo>
                    <a:pt x="177383" y="545663"/>
                  </a:lnTo>
                  <a:lnTo>
                    <a:pt x="174919" y="545663"/>
                  </a:lnTo>
                  <a:lnTo>
                    <a:pt x="172456" y="545663"/>
                  </a:lnTo>
                  <a:lnTo>
                    <a:pt x="169992" y="545663"/>
                  </a:lnTo>
                  <a:lnTo>
                    <a:pt x="167528" y="545663"/>
                  </a:lnTo>
                  <a:lnTo>
                    <a:pt x="165065" y="545663"/>
                  </a:lnTo>
                  <a:lnTo>
                    <a:pt x="162601" y="545663"/>
                  </a:lnTo>
                  <a:lnTo>
                    <a:pt x="160137" y="545663"/>
                  </a:lnTo>
                  <a:lnTo>
                    <a:pt x="157674" y="545663"/>
                  </a:lnTo>
                  <a:lnTo>
                    <a:pt x="155210" y="545663"/>
                  </a:lnTo>
                  <a:lnTo>
                    <a:pt x="152746" y="545663"/>
                  </a:lnTo>
                  <a:lnTo>
                    <a:pt x="150283" y="545663"/>
                  </a:lnTo>
                  <a:lnTo>
                    <a:pt x="147819" y="545663"/>
                  </a:lnTo>
                  <a:lnTo>
                    <a:pt x="145355" y="545663"/>
                  </a:lnTo>
                  <a:lnTo>
                    <a:pt x="142892" y="545663"/>
                  </a:lnTo>
                  <a:lnTo>
                    <a:pt x="140428" y="545663"/>
                  </a:lnTo>
                  <a:lnTo>
                    <a:pt x="137964" y="545663"/>
                  </a:lnTo>
                  <a:lnTo>
                    <a:pt x="135501" y="545663"/>
                  </a:lnTo>
                  <a:lnTo>
                    <a:pt x="133037" y="545663"/>
                  </a:lnTo>
                  <a:lnTo>
                    <a:pt x="130573" y="545663"/>
                  </a:lnTo>
                  <a:lnTo>
                    <a:pt x="128110" y="545663"/>
                  </a:lnTo>
                  <a:lnTo>
                    <a:pt x="125646" y="545663"/>
                  </a:lnTo>
                  <a:lnTo>
                    <a:pt x="123182" y="545663"/>
                  </a:lnTo>
                  <a:lnTo>
                    <a:pt x="120719" y="545663"/>
                  </a:lnTo>
                  <a:lnTo>
                    <a:pt x="118255" y="545663"/>
                  </a:lnTo>
                  <a:lnTo>
                    <a:pt x="115791" y="545663"/>
                  </a:lnTo>
                  <a:lnTo>
                    <a:pt x="113328" y="545663"/>
                  </a:lnTo>
                  <a:lnTo>
                    <a:pt x="110864" y="545663"/>
                  </a:lnTo>
                  <a:lnTo>
                    <a:pt x="108400" y="545663"/>
                  </a:lnTo>
                  <a:lnTo>
                    <a:pt x="105937" y="545663"/>
                  </a:lnTo>
                  <a:lnTo>
                    <a:pt x="103473" y="545663"/>
                  </a:lnTo>
                  <a:lnTo>
                    <a:pt x="101009" y="545663"/>
                  </a:lnTo>
                  <a:lnTo>
                    <a:pt x="98546" y="545663"/>
                  </a:lnTo>
                  <a:lnTo>
                    <a:pt x="96082" y="545663"/>
                  </a:lnTo>
                  <a:lnTo>
                    <a:pt x="93618" y="545663"/>
                  </a:lnTo>
                  <a:lnTo>
                    <a:pt x="91155" y="545663"/>
                  </a:lnTo>
                  <a:lnTo>
                    <a:pt x="88691" y="545663"/>
                  </a:lnTo>
                  <a:lnTo>
                    <a:pt x="86228" y="545663"/>
                  </a:lnTo>
                  <a:lnTo>
                    <a:pt x="83764" y="545663"/>
                  </a:lnTo>
                  <a:lnTo>
                    <a:pt x="81300" y="545663"/>
                  </a:lnTo>
                  <a:lnTo>
                    <a:pt x="78837" y="545663"/>
                  </a:lnTo>
                  <a:lnTo>
                    <a:pt x="76373" y="545663"/>
                  </a:lnTo>
                  <a:lnTo>
                    <a:pt x="73909" y="545663"/>
                  </a:lnTo>
                  <a:lnTo>
                    <a:pt x="71446" y="545663"/>
                  </a:lnTo>
                  <a:lnTo>
                    <a:pt x="68982" y="545663"/>
                  </a:lnTo>
                  <a:lnTo>
                    <a:pt x="66518" y="545663"/>
                  </a:lnTo>
                  <a:lnTo>
                    <a:pt x="64055" y="545663"/>
                  </a:lnTo>
                  <a:lnTo>
                    <a:pt x="61591" y="545663"/>
                  </a:lnTo>
                  <a:lnTo>
                    <a:pt x="59127" y="545663"/>
                  </a:lnTo>
                  <a:lnTo>
                    <a:pt x="56664" y="545663"/>
                  </a:lnTo>
                  <a:lnTo>
                    <a:pt x="54200" y="545663"/>
                  </a:lnTo>
                  <a:lnTo>
                    <a:pt x="51736" y="545663"/>
                  </a:lnTo>
                  <a:lnTo>
                    <a:pt x="49273" y="545663"/>
                  </a:lnTo>
                  <a:lnTo>
                    <a:pt x="46809" y="545663"/>
                  </a:lnTo>
                  <a:lnTo>
                    <a:pt x="44345" y="545663"/>
                  </a:lnTo>
                  <a:lnTo>
                    <a:pt x="41882" y="545663"/>
                  </a:lnTo>
                  <a:lnTo>
                    <a:pt x="39418" y="545663"/>
                  </a:lnTo>
                  <a:lnTo>
                    <a:pt x="36954" y="545663"/>
                  </a:lnTo>
                  <a:lnTo>
                    <a:pt x="34491" y="545663"/>
                  </a:lnTo>
                  <a:lnTo>
                    <a:pt x="32027" y="545663"/>
                  </a:lnTo>
                  <a:lnTo>
                    <a:pt x="29563" y="545663"/>
                  </a:lnTo>
                  <a:lnTo>
                    <a:pt x="27100" y="545663"/>
                  </a:lnTo>
                  <a:lnTo>
                    <a:pt x="24636" y="545663"/>
                  </a:lnTo>
                  <a:lnTo>
                    <a:pt x="22172" y="545663"/>
                  </a:lnTo>
                  <a:lnTo>
                    <a:pt x="19709" y="545663"/>
                  </a:lnTo>
                  <a:lnTo>
                    <a:pt x="17245" y="545663"/>
                  </a:lnTo>
                  <a:lnTo>
                    <a:pt x="14781" y="545663"/>
                  </a:lnTo>
                  <a:lnTo>
                    <a:pt x="12318" y="545663"/>
                  </a:lnTo>
                  <a:lnTo>
                    <a:pt x="9854" y="545663"/>
                  </a:lnTo>
                  <a:lnTo>
                    <a:pt x="7390" y="545663"/>
                  </a:lnTo>
                  <a:lnTo>
                    <a:pt x="4927" y="545663"/>
                  </a:lnTo>
                  <a:lnTo>
                    <a:pt x="2463" y="54566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3957616" y="5608234"/>
              <a:ext cx="1258929" cy="545663"/>
            </a:xfrm>
            <a:custGeom>
              <a:avLst/>
              <a:pathLst>
                <a:path w="1258929" h="545663">
                  <a:moveTo>
                    <a:pt x="0" y="545663"/>
                  </a:moveTo>
                  <a:lnTo>
                    <a:pt x="2463" y="545663"/>
                  </a:lnTo>
                  <a:lnTo>
                    <a:pt x="4927" y="545663"/>
                  </a:lnTo>
                  <a:lnTo>
                    <a:pt x="7390" y="545663"/>
                  </a:lnTo>
                  <a:lnTo>
                    <a:pt x="9854" y="545663"/>
                  </a:lnTo>
                  <a:lnTo>
                    <a:pt x="12318" y="545663"/>
                  </a:lnTo>
                  <a:lnTo>
                    <a:pt x="14781" y="545663"/>
                  </a:lnTo>
                  <a:lnTo>
                    <a:pt x="17245" y="545663"/>
                  </a:lnTo>
                  <a:lnTo>
                    <a:pt x="19709" y="545663"/>
                  </a:lnTo>
                  <a:lnTo>
                    <a:pt x="22172" y="545663"/>
                  </a:lnTo>
                  <a:lnTo>
                    <a:pt x="24636" y="545663"/>
                  </a:lnTo>
                  <a:lnTo>
                    <a:pt x="27100" y="545663"/>
                  </a:lnTo>
                  <a:lnTo>
                    <a:pt x="29563" y="545663"/>
                  </a:lnTo>
                  <a:lnTo>
                    <a:pt x="32027" y="545663"/>
                  </a:lnTo>
                  <a:lnTo>
                    <a:pt x="34491" y="545663"/>
                  </a:lnTo>
                  <a:lnTo>
                    <a:pt x="36954" y="545663"/>
                  </a:lnTo>
                  <a:lnTo>
                    <a:pt x="39418" y="545663"/>
                  </a:lnTo>
                  <a:lnTo>
                    <a:pt x="41882" y="545663"/>
                  </a:lnTo>
                  <a:lnTo>
                    <a:pt x="44345" y="545663"/>
                  </a:lnTo>
                  <a:lnTo>
                    <a:pt x="46809" y="545663"/>
                  </a:lnTo>
                  <a:lnTo>
                    <a:pt x="49273" y="545663"/>
                  </a:lnTo>
                  <a:lnTo>
                    <a:pt x="51736" y="545663"/>
                  </a:lnTo>
                  <a:lnTo>
                    <a:pt x="54200" y="545663"/>
                  </a:lnTo>
                  <a:lnTo>
                    <a:pt x="56664" y="545663"/>
                  </a:lnTo>
                  <a:lnTo>
                    <a:pt x="59127" y="545663"/>
                  </a:lnTo>
                  <a:lnTo>
                    <a:pt x="61591" y="545663"/>
                  </a:lnTo>
                  <a:lnTo>
                    <a:pt x="64055" y="545663"/>
                  </a:lnTo>
                  <a:lnTo>
                    <a:pt x="66518" y="545663"/>
                  </a:lnTo>
                  <a:lnTo>
                    <a:pt x="68982" y="545663"/>
                  </a:lnTo>
                  <a:lnTo>
                    <a:pt x="71446" y="545663"/>
                  </a:lnTo>
                  <a:lnTo>
                    <a:pt x="73909" y="545663"/>
                  </a:lnTo>
                  <a:lnTo>
                    <a:pt x="76373" y="545663"/>
                  </a:lnTo>
                  <a:lnTo>
                    <a:pt x="78837" y="545663"/>
                  </a:lnTo>
                  <a:lnTo>
                    <a:pt x="81300" y="545663"/>
                  </a:lnTo>
                  <a:lnTo>
                    <a:pt x="83764" y="545663"/>
                  </a:lnTo>
                  <a:lnTo>
                    <a:pt x="86228" y="545663"/>
                  </a:lnTo>
                  <a:lnTo>
                    <a:pt x="88691" y="545663"/>
                  </a:lnTo>
                  <a:lnTo>
                    <a:pt x="91155" y="545663"/>
                  </a:lnTo>
                  <a:lnTo>
                    <a:pt x="93618" y="545663"/>
                  </a:lnTo>
                  <a:lnTo>
                    <a:pt x="96082" y="545663"/>
                  </a:lnTo>
                  <a:lnTo>
                    <a:pt x="98546" y="545663"/>
                  </a:lnTo>
                  <a:lnTo>
                    <a:pt x="101009" y="545663"/>
                  </a:lnTo>
                  <a:lnTo>
                    <a:pt x="103473" y="545663"/>
                  </a:lnTo>
                  <a:lnTo>
                    <a:pt x="105937" y="545663"/>
                  </a:lnTo>
                  <a:lnTo>
                    <a:pt x="108400" y="545663"/>
                  </a:lnTo>
                  <a:lnTo>
                    <a:pt x="110864" y="545663"/>
                  </a:lnTo>
                  <a:lnTo>
                    <a:pt x="113328" y="545663"/>
                  </a:lnTo>
                  <a:lnTo>
                    <a:pt x="115791" y="545663"/>
                  </a:lnTo>
                  <a:lnTo>
                    <a:pt x="118255" y="545663"/>
                  </a:lnTo>
                  <a:lnTo>
                    <a:pt x="120719" y="545663"/>
                  </a:lnTo>
                  <a:lnTo>
                    <a:pt x="123182" y="545663"/>
                  </a:lnTo>
                  <a:lnTo>
                    <a:pt x="125646" y="545663"/>
                  </a:lnTo>
                  <a:lnTo>
                    <a:pt x="128110" y="545663"/>
                  </a:lnTo>
                  <a:lnTo>
                    <a:pt x="130573" y="545663"/>
                  </a:lnTo>
                  <a:lnTo>
                    <a:pt x="133037" y="545663"/>
                  </a:lnTo>
                  <a:lnTo>
                    <a:pt x="135501" y="545663"/>
                  </a:lnTo>
                  <a:lnTo>
                    <a:pt x="137964" y="545663"/>
                  </a:lnTo>
                  <a:lnTo>
                    <a:pt x="140428" y="545663"/>
                  </a:lnTo>
                  <a:lnTo>
                    <a:pt x="142892" y="545663"/>
                  </a:lnTo>
                  <a:lnTo>
                    <a:pt x="145355" y="545663"/>
                  </a:lnTo>
                  <a:lnTo>
                    <a:pt x="147819" y="545663"/>
                  </a:lnTo>
                  <a:lnTo>
                    <a:pt x="150283" y="545663"/>
                  </a:lnTo>
                  <a:lnTo>
                    <a:pt x="152746" y="545663"/>
                  </a:lnTo>
                  <a:lnTo>
                    <a:pt x="155210" y="545663"/>
                  </a:lnTo>
                  <a:lnTo>
                    <a:pt x="157674" y="545663"/>
                  </a:lnTo>
                  <a:lnTo>
                    <a:pt x="160137" y="545663"/>
                  </a:lnTo>
                  <a:lnTo>
                    <a:pt x="162601" y="545663"/>
                  </a:lnTo>
                  <a:lnTo>
                    <a:pt x="165065" y="545663"/>
                  </a:lnTo>
                  <a:lnTo>
                    <a:pt x="167528" y="545663"/>
                  </a:lnTo>
                  <a:lnTo>
                    <a:pt x="169992" y="545663"/>
                  </a:lnTo>
                  <a:lnTo>
                    <a:pt x="172456" y="545663"/>
                  </a:lnTo>
                  <a:lnTo>
                    <a:pt x="174919" y="545663"/>
                  </a:lnTo>
                  <a:lnTo>
                    <a:pt x="177383" y="545663"/>
                  </a:lnTo>
                  <a:lnTo>
                    <a:pt x="179847" y="545663"/>
                  </a:lnTo>
                  <a:lnTo>
                    <a:pt x="182310" y="545663"/>
                  </a:lnTo>
                  <a:lnTo>
                    <a:pt x="184774" y="545663"/>
                  </a:lnTo>
                  <a:lnTo>
                    <a:pt x="187237" y="545663"/>
                  </a:lnTo>
                  <a:lnTo>
                    <a:pt x="189701" y="545663"/>
                  </a:lnTo>
                  <a:lnTo>
                    <a:pt x="192165" y="545663"/>
                  </a:lnTo>
                  <a:lnTo>
                    <a:pt x="194628" y="545663"/>
                  </a:lnTo>
                  <a:lnTo>
                    <a:pt x="197092" y="545663"/>
                  </a:lnTo>
                  <a:lnTo>
                    <a:pt x="199556" y="545663"/>
                  </a:lnTo>
                  <a:lnTo>
                    <a:pt x="202019" y="545663"/>
                  </a:lnTo>
                  <a:lnTo>
                    <a:pt x="204483" y="545663"/>
                  </a:lnTo>
                  <a:lnTo>
                    <a:pt x="206947" y="545663"/>
                  </a:lnTo>
                  <a:lnTo>
                    <a:pt x="209410" y="545663"/>
                  </a:lnTo>
                  <a:lnTo>
                    <a:pt x="211874" y="545663"/>
                  </a:lnTo>
                  <a:lnTo>
                    <a:pt x="214338" y="545663"/>
                  </a:lnTo>
                  <a:lnTo>
                    <a:pt x="216801" y="545663"/>
                  </a:lnTo>
                  <a:lnTo>
                    <a:pt x="219265" y="545663"/>
                  </a:lnTo>
                  <a:lnTo>
                    <a:pt x="221729" y="545663"/>
                  </a:lnTo>
                  <a:lnTo>
                    <a:pt x="224192" y="545663"/>
                  </a:lnTo>
                  <a:lnTo>
                    <a:pt x="226656" y="545663"/>
                  </a:lnTo>
                  <a:lnTo>
                    <a:pt x="229120" y="545663"/>
                  </a:lnTo>
                  <a:lnTo>
                    <a:pt x="231583" y="545663"/>
                  </a:lnTo>
                  <a:lnTo>
                    <a:pt x="234047" y="545663"/>
                  </a:lnTo>
                  <a:lnTo>
                    <a:pt x="236511" y="545663"/>
                  </a:lnTo>
                  <a:lnTo>
                    <a:pt x="238974" y="545663"/>
                  </a:lnTo>
                  <a:lnTo>
                    <a:pt x="241438" y="545663"/>
                  </a:lnTo>
                  <a:lnTo>
                    <a:pt x="243902" y="545663"/>
                  </a:lnTo>
                  <a:lnTo>
                    <a:pt x="246365" y="545663"/>
                  </a:lnTo>
                  <a:lnTo>
                    <a:pt x="248829" y="545663"/>
                  </a:lnTo>
                  <a:lnTo>
                    <a:pt x="251293" y="545663"/>
                  </a:lnTo>
                  <a:lnTo>
                    <a:pt x="253756" y="545663"/>
                  </a:lnTo>
                  <a:lnTo>
                    <a:pt x="256220" y="545663"/>
                  </a:lnTo>
                  <a:lnTo>
                    <a:pt x="258684" y="545663"/>
                  </a:lnTo>
                  <a:lnTo>
                    <a:pt x="261147" y="545663"/>
                  </a:lnTo>
                  <a:lnTo>
                    <a:pt x="263611" y="545663"/>
                  </a:lnTo>
                  <a:lnTo>
                    <a:pt x="266075" y="545663"/>
                  </a:lnTo>
                  <a:lnTo>
                    <a:pt x="268538" y="545663"/>
                  </a:lnTo>
                  <a:lnTo>
                    <a:pt x="271002" y="545663"/>
                  </a:lnTo>
                  <a:lnTo>
                    <a:pt x="273465" y="545663"/>
                  </a:lnTo>
                  <a:lnTo>
                    <a:pt x="275929" y="545663"/>
                  </a:lnTo>
                  <a:lnTo>
                    <a:pt x="278393" y="545663"/>
                  </a:lnTo>
                  <a:lnTo>
                    <a:pt x="280856" y="545663"/>
                  </a:lnTo>
                  <a:lnTo>
                    <a:pt x="283320" y="545663"/>
                  </a:lnTo>
                  <a:lnTo>
                    <a:pt x="285784" y="545663"/>
                  </a:lnTo>
                  <a:lnTo>
                    <a:pt x="288247" y="545663"/>
                  </a:lnTo>
                  <a:lnTo>
                    <a:pt x="290711" y="545663"/>
                  </a:lnTo>
                  <a:lnTo>
                    <a:pt x="293175" y="545663"/>
                  </a:lnTo>
                  <a:lnTo>
                    <a:pt x="295638" y="545663"/>
                  </a:lnTo>
                  <a:lnTo>
                    <a:pt x="298102" y="545663"/>
                  </a:lnTo>
                  <a:lnTo>
                    <a:pt x="300566" y="545663"/>
                  </a:lnTo>
                  <a:lnTo>
                    <a:pt x="303029" y="545663"/>
                  </a:lnTo>
                  <a:lnTo>
                    <a:pt x="305493" y="545663"/>
                  </a:lnTo>
                  <a:lnTo>
                    <a:pt x="307957" y="545663"/>
                  </a:lnTo>
                  <a:lnTo>
                    <a:pt x="310420" y="545663"/>
                  </a:lnTo>
                  <a:lnTo>
                    <a:pt x="312884" y="545663"/>
                  </a:lnTo>
                  <a:lnTo>
                    <a:pt x="315348" y="545663"/>
                  </a:lnTo>
                  <a:lnTo>
                    <a:pt x="317811" y="545663"/>
                  </a:lnTo>
                  <a:lnTo>
                    <a:pt x="320275" y="545663"/>
                  </a:lnTo>
                  <a:lnTo>
                    <a:pt x="322739" y="545663"/>
                  </a:lnTo>
                  <a:lnTo>
                    <a:pt x="325202" y="545663"/>
                  </a:lnTo>
                  <a:lnTo>
                    <a:pt x="327666" y="545663"/>
                  </a:lnTo>
                  <a:lnTo>
                    <a:pt x="330130" y="545663"/>
                  </a:lnTo>
                  <a:lnTo>
                    <a:pt x="332593" y="545663"/>
                  </a:lnTo>
                  <a:lnTo>
                    <a:pt x="335057" y="545663"/>
                  </a:lnTo>
                  <a:lnTo>
                    <a:pt x="337521" y="545663"/>
                  </a:lnTo>
                  <a:lnTo>
                    <a:pt x="339984" y="545663"/>
                  </a:lnTo>
                  <a:lnTo>
                    <a:pt x="342448" y="545663"/>
                  </a:lnTo>
                  <a:lnTo>
                    <a:pt x="344912" y="545663"/>
                  </a:lnTo>
                  <a:lnTo>
                    <a:pt x="347375" y="545663"/>
                  </a:lnTo>
                  <a:lnTo>
                    <a:pt x="349839" y="545663"/>
                  </a:lnTo>
                  <a:lnTo>
                    <a:pt x="352303" y="545663"/>
                  </a:lnTo>
                  <a:lnTo>
                    <a:pt x="354766" y="545663"/>
                  </a:lnTo>
                  <a:lnTo>
                    <a:pt x="357230" y="545663"/>
                  </a:lnTo>
                  <a:lnTo>
                    <a:pt x="359694" y="545663"/>
                  </a:lnTo>
                  <a:lnTo>
                    <a:pt x="362157" y="545663"/>
                  </a:lnTo>
                  <a:lnTo>
                    <a:pt x="364621" y="545663"/>
                  </a:lnTo>
                  <a:lnTo>
                    <a:pt x="367084" y="545663"/>
                  </a:lnTo>
                  <a:lnTo>
                    <a:pt x="369548" y="545663"/>
                  </a:lnTo>
                  <a:lnTo>
                    <a:pt x="372012" y="545663"/>
                  </a:lnTo>
                  <a:lnTo>
                    <a:pt x="374475" y="545663"/>
                  </a:lnTo>
                  <a:lnTo>
                    <a:pt x="376939" y="545663"/>
                  </a:lnTo>
                  <a:lnTo>
                    <a:pt x="379403" y="545663"/>
                  </a:lnTo>
                  <a:lnTo>
                    <a:pt x="381866" y="545663"/>
                  </a:lnTo>
                  <a:lnTo>
                    <a:pt x="384330" y="545663"/>
                  </a:lnTo>
                  <a:lnTo>
                    <a:pt x="386794" y="545663"/>
                  </a:lnTo>
                  <a:lnTo>
                    <a:pt x="389257" y="545663"/>
                  </a:lnTo>
                  <a:lnTo>
                    <a:pt x="391721" y="545663"/>
                  </a:lnTo>
                  <a:lnTo>
                    <a:pt x="394185" y="545663"/>
                  </a:lnTo>
                  <a:lnTo>
                    <a:pt x="396648" y="545663"/>
                  </a:lnTo>
                  <a:lnTo>
                    <a:pt x="399112" y="545663"/>
                  </a:lnTo>
                  <a:lnTo>
                    <a:pt x="401576" y="545663"/>
                  </a:lnTo>
                  <a:lnTo>
                    <a:pt x="404039" y="545663"/>
                  </a:lnTo>
                  <a:lnTo>
                    <a:pt x="406503" y="545663"/>
                  </a:lnTo>
                  <a:lnTo>
                    <a:pt x="408967" y="545663"/>
                  </a:lnTo>
                  <a:lnTo>
                    <a:pt x="411430" y="545663"/>
                  </a:lnTo>
                  <a:lnTo>
                    <a:pt x="413894" y="545663"/>
                  </a:lnTo>
                  <a:lnTo>
                    <a:pt x="416358" y="545663"/>
                  </a:lnTo>
                  <a:lnTo>
                    <a:pt x="418821" y="545663"/>
                  </a:lnTo>
                  <a:lnTo>
                    <a:pt x="421285" y="545663"/>
                  </a:lnTo>
                  <a:lnTo>
                    <a:pt x="423749" y="545663"/>
                  </a:lnTo>
                  <a:lnTo>
                    <a:pt x="426212" y="545663"/>
                  </a:lnTo>
                  <a:lnTo>
                    <a:pt x="428676" y="545663"/>
                  </a:lnTo>
                  <a:lnTo>
                    <a:pt x="431140" y="545663"/>
                  </a:lnTo>
                  <a:lnTo>
                    <a:pt x="433603" y="545663"/>
                  </a:lnTo>
                  <a:lnTo>
                    <a:pt x="436067" y="545663"/>
                  </a:lnTo>
                  <a:lnTo>
                    <a:pt x="438531" y="545663"/>
                  </a:lnTo>
                  <a:lnTo>
                    <a:pt x="440994" y="545663"/>
                  </a:lnTo>
                  <a:lnTo>
                    <a:pt x="443458" y="545663"/>
                  </a:lnTo>
                  <a:lnTo>
                    <a:pt x="445922" y="545663"/>
                  </a:lnTo>
                  <a:lnTo>
                    <a:pt x="448385" y="545663"/>
                  </a:lnTo>
                  <a:lnTo>
                    <a:pt x="450849" y="545662"/>
                  </a:lnTo>
                  <a:lnTo>
                    <a:pt x="453312" y="545662"/>
                  </a:lnTo>
                  <a:lnTo>
                    <a:pt x="455776" y="545661"/>
                  </a:lnTo>
                  <a:lnTo>
                    <a:pt x="458240" y="545660"/>
                  </a:lnTo>
                  <a:lnTo>
                    <a:pt x="460703" y="545659"/>
                  </a:lnTo>
                  <a:lnTo>
                    <a:pt x="463167" y="545658"/>
                  </a:lnTo>
                  <a:lnTo>
                    <a:pt x="465631" y="545655"/>
                  </a:lnTo>
                  <a:lnTo>
                    <a:pt x="468094" y="545653"/>
                  </a:lnTo>
                  <a:lnTo>
                    <a:pt x="470558" y="545649"/>
                  </a:lnTo>
                  <a:lnTo>
                    <a:pt x="473022" y="545645"/>
                  </a:lnTo>
                  <a:lnTo>
                    <a:pt x="475485" y="545639"/>
                  </a:lnTo>
                  <a:lnTo>
                    <a:pt x="477949" y="545631"/>
                  </a:lnTo>
                  <a:lnTo>
                    <a:pt x="480413" y="545621"/>
                  </a:lnTo>
                  <a:lnTo>
                    <a:pt x="482876" y="545609"/>
                  </a:lnTo>
                  <a:lnTo>
                    <a:pt x="485340" y="545594"/>
                  </a:lnTo>
                  <a:lnTo>
                    <a:pt x="487804" y="545576"/>
                  </a:lnTo>
                  <a:lnTo>
                    <a:pt x="490267" y="545554"/>
                  </a:lnTo>
                  <a:lnTo>
                    <a:pt x="492731" y="545528"/>
                  </a:lnTo>
                  <a:lnTo>
                    <a:pt x="495195" y="545496"/>
                  </a:lnTo>
                  <a:lnTo>
                    <a:pt x="497658" y="545458"/>
                  </a:lnTo>
                  <a:lnTo>
                    <a:pt x="500122" y="545413"/>
                  </a:lnTo>
                  <a:lnTo>
                    <a:pt x="502586" y="545362"/>
                  </a:lnTo>
                  <a:lnTo>
                    <a:pt x="505049" y="545302"/>
                  </a:lnTo>
                  <a:lnTo>
                    <a:pt x="507513" y="545234"/>
                  </a:lnTo>
                  <a:lnTo>
                    <a:pt x="509977" y="545157"/>
                  </a:lnTo>
                  <a:lnTo>
                    <a:pt x="512440" y="545068"/>
                  </a:lnTo>
                  <a:lnTo>
                    <a:pt x="514904" y="544969"/>
                  </a:lnTo>
                  <a:lnTo>
                    <a:pt x="517368" y="544858"/>
                  </a:lnTo>
                  <a:lnTo>
                    <a:pt x="519831" y="544737"/>
                  </a:lnTo>
                  <a:lnTo>
                    <a:pt x="522295" y="544603"/>
                  </a:lnTo>
                  <a:lnTo>
                    <a:pt x="524759" y="544458"/>
                  </a:lnTo>
                  <a:lnTo>
                    <a:pt x="527222" y="544298"/>
                  </a:lnTo>
                  <a:lnTo>
                    <a:pt x="529686" y="544124"/>
                  </a:lnTo>
                  <a:lnTo>
                    <a:pt x="532150" y="543936"/>
                  </a:lnTo>
                  <a:lnTo>
                    <a:pt x="534613" y="543733"/>
                  </a:lnTo>
                  <a:lnTo>
                    <a:pt x="537077" y="543516"/>
                  </a:lnTo>
                  <a:lnTo>
                    <a:pt x="539541" y="543282"/>
                  </a:lnTo>
                  <a:lnTo>
                    <a:pt x="542004" y="543030"/>
                  </a:lnTo>
                  <a:lnTo>
                    <a:pt x="544468" y="542759"/>
                  </a:lnTo>
                  <a:lnTo>
                    <a:pt x="546931" y="542464"/>
                  </a:lnTo>
                  <a:lnTo>
                    <a:pt x="549395" y="542146"/>
                  </a:lnTo>
                  <a:lnTo>
                    <a:pt x="551859" y="541802"/>
                  </a:lnTo>
                  <a:lnTo>
                    <a:pt x="554322" y="541430"/>
                  </a:lnTo>
                  <a:lnTo>
                    <a:pt x="556786" y="541026"/>
                  </a:lnTo>
                  <a:lnTo>
                    <a:pt x="559250" y="540588"/>
                  </a:lnTo>
                  <a:lnTo>
                    <a:pt x="561713" y="540109"/>
                  </a:lnTo>
                  <a:lnTo>
                    <a:pt x="564177" y="539582"/>
                  </a:lnTo>
                  <a:lnTo>
                    <a:pt x="566641" y="539009"/>
                  </a:lnTo>
                  <a:lnTo>
                    <a:pt x="569104" y="538386"/>
                  </a:lnTo>
                  <a:lnTo>
                    <a:pt x="571568" y="537711"/>
                  </a:lnTo>
                  <a:lnTo>
                    <a:pt x="574032" y="536981"/>
                  </a:lnTo>
                  <a:lnTo>
                    <a:pt x="576495" y="536194"/>
                  </a:lnTo>
                  <a:lnTo>
                    <a:pt x="578959" y="535344"/>
                  </a:lnTo>
                  <a:lnTo>
                    <a:pt x="581423" y="534429"/>
                  </a:lnTo>
                  <a:lnTo>
                    <a:pt x="583886" y="533456"/>
                  </a:lnTo>
                  <a:lnTo>
                    <a:pt x="586350" y="532428"/>
                  </a:lnTo>
                  <a:lnTo>
                    <a:pt x="588814" y="531346"/>
                  </a:lnTo>
                  <a:lnTo>
                    <a:pt x="591277" y="530217"/>
                  </a:lnTo>
                  <a:lnTo>
                    <a:pt x="593741" y="529043"/>
                  </a:lnTo>
                  <a:lnTo>
                    <a:pt x="596205" y="527829"/>
                  </a:lnTo>
                  <a:lnTo>
                    <a:pt x="598668" y="526585"/>
                  </a:lnTo>
                  <a:lnTo>
                    <a:pt x="601132" y="525322"/>
                  </a:lnTo>
                  <a:lnTo>
                    <a:pt x="603596" y="524049"/>
                  </a:lnTo>
                  <a:lnTo>
                    <a:pt x="606059" y="522776"/>
                  </a:lnTo>
                  <a:lnTo>
                    <a:pt x="608523" y="521512"/>
                  </a:lnTo>
                  <a:lnTo>
                    <a:pt x="610987" y="520266"/>
                  </a:lnTo>
                  <a:lnTo>
                    <a:pt x="613450" y="519050"/>
                  </a:lnTo>
                  <a:lnTo>
                    <a:pt x="615914" y="517876"/>
                  </a:lnTo>
                  <a:lnTo>
                    <a:pt x="618378" y="516748"/>
                  </a:lnTo>
                  <a:lnTo>
                    <a:pt x="620841" y="515672"/>
                  </a:lnTo>
                  <a:lnTo>
                    <a:pt x="623305" y="514653"/>
                  </a:lnTo>
                  <a:lnTo>
                    <a:pt x="625769" y="513692"/>
                  </a:lnTo>
                  <a:lnTo>
                    <a:pt x="628232" y="512793"/>
                  </a:lnTo>
                  <a:lnTo>
                    <a:pt x="630696" y="511960"/>
                  </a:lnTo>
                  <a:lnTo>
                    <a:pt x="633159" y="511192"/>
                  </a:lnTo>
                  <a:lnTo>
                    <a:pt x="635623" y="510476"/>
                  </a:lnTo>
                  <a:lnTo>
                    <a:pt x="638087" y="509808"/>
                  </a:lnTo>
                  <a:lnTo>
                    <a:pt x="640550" y="509181"/>
                  </a:lnTo>
                  <a:lnTo>
                    <a:pt x="643014" y="508586"/>
                  </a:lnTo>
                  <a:lnTo>
                    <a:pt x="645478" y="508016"/>
                  </a:lnTo>
                  <a:lnTo>
                    <a:pt x="647941" y="507460"/>
                  </a:lnTo>
                  <a:lnTo>
                    <a:pt x="650405" y="506907"/>
                  </a:lnTo>
                  <a:lnTo>
                    <a:pt x="652869" y="506345"/>
                  </a:lnTo>
                  <a:lnTo>
                    <a:pt x="655332" y="505766"/>
                  </a:lnTo>
                  <a:lnTo>
                    <a:pt x="657796" y="505162"/>
                  </a:lnTo>
                  <a:lnTo>
                    <a:pt x="660260" y="504527"/>
                  </a:lnTo>
                  <a:lnTo>
                    <a:pt x="662723" y="503855"/>
                  </a:lnTo>
                  <a:lnTo>
                    <a:pt x="665187" y="503136"/>
                  </a:lnTo>
                  <a:lnTo>
                    <a:pt x="667651" y="502369"/>
                  </a:lnTo>
                  <a:lnTo>
                    <a:pt x="670114" y="501556"/>
                  </a:lnTo>
                  <a:lnTo>
                    <a:pt x="672578" y="500697"/>
                  </a:lnTo>
                  <a:lnTo>
                    <a:pt x="675042" y="499795"/>
                  </a:lnTo>
                  <a:lnTo>
                    <a:pt x="677505" y="498853"/>
                  </a:lnTo>
                  <a:lnTo>
                    <a:pt x="679969" y="497872"/>
                  </a:lnTo>
                  <a:lnTo>
                    <a:pt x="682433" y="496854"/>
                  </a:lnTo>
                  <a:lnTo>
                    <a:pt x="684896" y="495804"/>
                  </a:lnTo>
                  <a:lnTo>
                    <a:pt x="687360" y="494729"/>
                  </a:lnTo>
                  <a:lnTo>
                    <a:pt x="689824" y="493633"/>
                  </a:lnTo>
                  <a:lnTo>
                    <a:pt x="692287" y="492518"/>
                  </a:lnTo>
                  <a:lnTo>
                    <a:pt x="694751" y="491386"/>
                  </a:lnTo>
                  <a:lnTo>
                    <a:pt x="697215" y="490240"/>
                  </a:lnTo>
                  <a:lnTo>
                    <a:pt x="699678" y="489078"/>
                  </a:lnTo>
                  <a:lnTo>
                    <a:pt x="702142" y="487901"/>
                  </a:lnTo>
                  <a:lnTo>
                    <a:pt x="704606" y="486711"/>
                  </a:lnTo>
                  <a:lnTo>
                    <a:pt x="707069" y="485507"/>
                  </a:lnTo>
                  <a:lnTo>
                    <a:pt x="709533" y="484287"/>
                  </a:lnTo>
                  <a:lnTo>
                    <a:pt x="711997" y="483053"/>
                  </a:lnTo>
                  <a:lnTo>
                    <a:pt x="714460" y="481803"/>
                  </a:lnTo>
                  <a:lnTo>
                    <a:pt x="716924" y="480536"/>
                  </a:lnTo>
                  <a:lnTo>
                    <a:pt x="719388" y="479254"/>
                  </a:lnTo>
                  <a:lnTo>
                    <a:pt x="721851" y="477960"/>
                  </a:lnTo>
                  <a:lnTo>
                    <a:pt x="724315" y="476656"/>
                  </a:lnTo>
                  <a:lnTo>
                    <a:pt x="726778" y="475346"/>
                  </a:lnTo>
                  <a:lnTo>
                    <a:pt x="729242" y="474033"/>
                  </a:lnTo>
                  <a:lnTo>
                    <a:pt x="731706" y="472721"/>
                  </a:lnTo>
                  <a:lnTo>
                    <a:pt x="734169" y="471418"/>
                  </a:lnTo>
                  <a:lnTo>
                    <a:pt x="736633" y="470132"/>
                  </a:lnTo>
                  <a:lnTo>
                    <a:pt x="739097" y="468867"/>
                  </a:lnTo>
                  <a:lnTo>
                    <a:pt x="741560" y="467631"/>
                  </a:lnTo>
                  <a:lnTo>
                    <a:pt x="744024" y="466430"/>
                  </a:lnTo>
                  <a:lnTo>
                    <a:pt x="746488" y="465271"/>
                  </a:lnTo>
                  <a:lnTo>
                    <a:pt x="748951" y="464162"/>
                  </a:lnTo>
                  <a:lnTo>
                    <a:pt x="751415" y="463116"/>
                  </a:lnTo>
                  <a:lnTo>
                    <a:pt x="753879" y="462141"/>
                  </a:lnTo>
                  <a:lnTo>
                    <a:pt x="756342" y="461236"/>
                  </a:lnTo>
                  <a:lnTo>
                    <a:pt x="758806" y="460408"/>
                  </a:lnTo>
                  <a:lnTo>
                    <a:pt x="761270" y="459659"/>
                  </a:lnTo>
                  <a:lnTo>
                    <a:pt x="763733" y="458994"/>
                  </a:lnTo>
                  <a:lnTo>
                    <a:pt x="766197" y="458415"/>
                  </a:lnTo>
                  <a:lnTo>
                    <a:pt x="768661" y="457932"/>
                  </a:lnTo>
                  <a:lnTo>
                    <a:pt x="771124" y="457539"/>
                  </a:lnTo>
                  <a:lnTo>
                    <a:pt x="773588" y="457225"/>
                  </a:lnTo>
                  <a:lnTo>
                    <a:pt x="776052" y="456984"/>
                  </a:lnTo>
                  <a:lnTo>
                    <a:pt x="778515" y="456808"/>
                  </a:lnTo>
                  <a:lnTo>
                    <a:pt x="780979" y="456687"/>
                  </a:lnTo>
                  <a:lnTo>
                    <a:pt x="783443" y="456608"/>
                  </a:lnTo>
                  <a:lnTo>
                    <a:pt x="785906" y="456557"/>
                  </a:lnTo>
                  <a:lnTo>
                    <a:pt x="788370" y="456511"/>
                  </a:lnTo>
                  <a:lnTo>
                    <a:pt x="790834" y="456447"/>
                  </a:lnTo>
                  <a:lnTo>
                    <a:pt x="793297" y="456344"/>
                  </a:lnTo>
                  <a:lnTo>
                    <a:pt x="795761" y="456180"/>
                  </a:lnTo>
                  <a:lnTo>
                    <a:pt x="798225" y="455930"/>
                  </a:lnTo>
                  <a:lnTo>
                    <a:pt x="800688" y="455571"/>
                  </a:lnTo>
                  <a:lnTo>
                    <a:pt x="803152" y="455052"/>
                  </a:lnTo>
                  <a:lnTo>
                    <a:pt x="805616" y="454348"/>
                  </a:lnTo>
                  <a:lnTo>
                    <a:pt x="808079" y="453442"/>
                  </a:lnTo>
                  <a:lnTo>
                    <a:pt x="810543" y="452304"/>
                  </a:lnTo>
                  <a:lnTo>
                    <a:pt x="813006" y="450908"/>
                  </a:lnTo>
                  <a:lnTo>
                    <a:pt x="815470" y="449225"/>
                  </a:lnTo>
                  <a:lnTo>
                    <a:pt x="817934" y="447226"/>
                  </a:lnTo>
                  <a:lnTo>
                    <a:pt x="820397" y="444826"/>
                  </a:lnTo>
                  <a:lnTo>
                    <a:pt x="822861" y="442018"/>
                  </a:lnTo>
                  <a:lnTo>
                    <a:pt x="825325" y="438790"/>
                  </a:lnTo>
                  <a:lnTo>
                    <a:pt x="827788" y="435114"/>
                  </a:lnTo>
                  <a:lnTo>
                    <a:pt x="830252" y="430960"/>
                  </a:lnTo>
                  <a:lnTo>
                    <a:pt x="832716" y="426296"/>
                  </a:lnTo>
                  <a:lnTo>
                    <a:pt x="835179" y="421092"/>
                  </a:lnTo>
                  <a:lnTo>
                    <a:pt x="837643" y="415229"/>
                  </a:lnTo>
                  <a:lnTo>
                    <a:pt x="840107" y="408724"/>
                  </a:lnTo>
                  <a:lnTo>
                    <a:pt x="842570" y="401580"/>
                  </a:lnTo>
                  <a:lnTo>
                    <a:pt x="845034" y="393772"/>
                  </a:lnTo>
                  <a:lnTo>
                    <a:pt x="847498" y="385278"/>
                  </a:lnTo>
                  <a:lnTo>
                    <a:pt x="849961" y="376078"/>
                  </a:lnTo>
                  <a:lnTo>
                    <a:pt x="852425" y="366155"/>
                  </a:lnTo>
                  <a:lnTo>
                    <a:pt x="854889" y="355382"/>
                  </a:lnTo>
                  <a:lnTo>
                    <a:pt x="857352" y="343834"/>
                  </a:lnTo>
                  <a:lnTo>
                    <a:pt x="859816" y="331548"/>
                  </a:lnTo>
                  <a:lnTo>
                    <a:pt x="862280" y="318536"/>
                  </a:lnTo>
                  <a:lnTo>
                    <a:pt x="864743" y="304816"/>
                  </a:lnTo>
                  <a:lnTo>
                    <a:pt x="867207" y="290416"/>
                  </a:lnTo>
                  <a:lnTo>
                    <a:pt x="869671" y="275370"/>
                  </a:lnTo>
                  <a:lnTo>
                    <a:pt x="872134" y="259644"/>
                  </a:lnTo>
                  <a:lnTo>
                    <a:pt x="874598" y="243384"/>
                  </a:lnTo>
                  <a:lnTo>
                    <a:pt x="877062" y="226692"/>
                  </a:lnTo>
                  <a:lnTo>
                    <a:pt x="879525" y="209652"/>
                  </a:lnTo>
                  <a:lnTo>
                    <a:pt x="881989" y="192362"/>
                  </a:lnTo>
                  <a:lnTo>
                    <a:pt x="884453" y="174928"/>
                  </a:lnTo>
                  <a:lnTo>
                    <a:pt x="886916" y="157466"/>
                  </a:lnTo>
                  <a:lnTo>
                    <a:pt x="889380" y="140151"/>
                  </a:lnTo>
                  <a:lnTo>
                    <a:pt x="891844" y="123146"/>
                  </a:lnTo>
                  <a:lnTo>
                    <a:pt x="894307" y="106594"/>
                  </a:lnTo>
                  <a:lnTo>
                    <a:pt x="896771" y="90644"/>
                  </a:lnTo>
                  <a:lnTo>
                    <a:pt x="899235" y="75452"/>
                  </a:lnTo>
                  <a:lnTo>
                    <a:pt x="901698" y="61172"/>
                  </a:lnTo>
                  <a:lnTo>
                    <a:pt x="904162" y="47958"/>
                  </a:lnTo>
                  <a:lnTo>
                    <a:pt x="906625" y="36199"/>
                  </a:lnTo>
                  <a:lnTo>
                    <a:pt x="909089" y="25913"/>
                  </a:lnTo>
                  <a:lnTo>
                    <a:pt x="911553" y="17186"/>
                  </a:lnTo>
                  <a:lnTo>
                    <a:pt x="914016" y="10137"/>
                  </a:lnTo>
                  <a:lnTo>
                    <a:pt x="916480" y="4867"/>
                  </a:lnTo>
                  <a:lnTo>
                    <a:pt x="918944" y="1464"/>
                  </a:lnTo>
                  <a:lnTo>
                    <a:pt x="921407" y="0"/>
                  </a:lnTo>
                  <a:lnTo>
                    <a:pt x="923871" y="869"/>
                  </a:lnTo>
                  <a:lnTo>
                    <a:pt x="926335" y="3818"/>
                  </a:lnTo>
                  <a:lnTo>
                    <a:pt x="928798" y="8776"/>
                  </a:lnTo>
                  <a:lnTo>
                    <a:pt x="931262" y="15712"/>
                  </a:lnTo>
                  <a:lnTo>
                    <a:pt x="933726" y="24574"/>
                  </a:lnTo>
                  <a:lnTo>
                    <a:pt x="936189" y="35288"/>
                  </a:lnTo>
                  <a:lnTo>
                    <a:pt x="938653" y="47765"/>
                  </a:lnTo>
                  <a:lnTo>
                    <a:pt x="941117" y="62145"/>
                  </a:lnTo>
                  <a:lnTo>
                    <a:pt x="943580" y="78014"/>
                  </a:lnTo>
                  <a:lnTo>
                    <a:pt x="946044" y="95177"/>
                  </a:lnTo>
                  <a:lnTo>
                    <a:pt x="948508" y="113470"/>
                  </a:lnTo>
                  <a:lnTo>
                    <a:pt x="950971" y="132723"/>
                  </a:lnTo>
                  <a:lnTo>
                    <a:pt x="953435" y="152761"/>
                  </a:lnTo>
                  <a:lnTo>
                    <a:pt x="955899" y="173405"/>
                  </a:lnTo>
                  <a:lnTo>
                    <a:pt x="958362" y="194508"/>
                  </a:lnTo>
                  <a:lnTo>
                    <a:pt x="960826" y="215786"/>
                  </a:lnTo>
                  <a:lnTo>
                    <a:pt x="963290" y="237067"/>
                  </a:lnTo>
                  <a:lnTo>
                    <a:pt x="965753" y="258194"/>
                  </a:lnTo>
                  <a:lnTo>
                    <a:pt x="968217" y="279023"/>
                  </a:lnTo>
                  <a:lnTo>
                    <a:pt x="970681" y="299419"/>
                  </a:lnTo>
                  <a:lnTo>
                    <a:pt x="973144" y="319259"/>
                  </a:lnTo>
                  <a:lnTo>
                    <a:pt x="975608" y="338291"/>
                  </a:lnTo>
                  <a:lnTo>
                    <a:pt x="978072" y="356517"/>
                  </a:lnTo>
                  <a:lnTo>
                    <a:pt x="980535" y="373884"/>
                  </a:lnTo>
                  <a:lnTo>
                    <a:pt x="982999" y="390337"/>
                  </a:lnTo>
                  <a:lnTo>
                    <a:pt x="985463" y="405838"/>
                  </a:lnTo>
                  <a:lnTo>
                    <a:pt x="987926" y="420359"/>
                  </a:lnTo>
                  <a:lnTo>
                    <a:pt x="990390" y="433886"/>
                  </a:lnTo>
                  <a:lnTo>
                    <a:pt x="992853" y="446231"/>
                  </a:lnTo>
                  <a:lnTo>
                    <a:pt x="995317" y="457583"/>
                  </a:lnTo>
                  <a:lnTo>
                    <a:pt x="997781" y="467980"/>
                  </a:lnTo>
                  <a:lnTo>
                    <a:pt x="1000244" y="477451"/>
                  </a:lnTo>
                  <a:lnTo>
                    <a:pt x="1002708" y="486034"/>
                  </a:lnTo>
                  <a:lnTo>
                    <a:pt x="1005172" y="493770"/>
                  </a:lnTo>
                  <a:lnTo>
                    <a:pt x="1007635" y="500704"/>
                  </a:lnTo>
                  <a:lnTo>
                    <a:pt x="1010099" y="506754"/>
                  </a:lnTo>
                  <a:lnTo>
                    <a:pt x="1012563" y="512121"/>
                  </a:lnTo>
                  <a:lnTo>
                    <a:pt x="1015026" y="516862"/>
                  </a:lnTo>
                  <a:lnTo>
                    <a:pt x="1017490" y="521029"/>
                  </a:lnTo>
                  <a:lnTo>
                    <a:pt x="1019954" y="524673"/>
                  </a:lnTo>
                  <a:lnTo>
                    <a:pt x="1022417" y="527842"/>
                  </a:lnTo>
                  <a:lnTo>
                    <a:pt x="1024881" y="530585"/>
                  </a:lnTo>
                  <a:lnTo>
                    <a:pt x="1027345" y="532883"/>
                  </a:lnTo>
                  <a:lnTo>
                    <a:pt x="1029808" y="534859"/>
                  </a:lnTo>
                  <a:lnTo>
                    <a:pt x="1032272" y="536552"/>
                  </a:lnTo>
                  <a:lnTo>
                    <a:pt x="1034736" y="537997"/>
                  </a:lnTo>
                  <a:lnTo>
                    <a:pt x="1037199" y="539225"/>
                  </a:lnTo>
                  <a:lnTo>
                    <a:pt x="1039663" y="540265"/>
                  </a:lnTo>
                  <a:lnTo>
                    <a:pt x="1042127" y="541144"/>
                  </a:lnTo>
                  <a:lnTo>
                    <a:pt x="1044590" y="541861"/>
                  </a:lnTo>
                  <a:lnTo>
                    <a:pt x="1047054" y="542468"/>
                  </a:lnTo>
                  <a:lnTo>
                    <a:pt x="1049518" y="542981"/>
                  </a:lnTo>
                  <a:lnTo>
                    <a:pt x="1051981" y="543414"/>
                  </a:lnTo>
                  <a:lnTo>
                    <a:pt x="1054445" y="543778"/>
                  </a:lnTo>
                  <a:lnTo>
                    <a:pt x="1056909" y="544086"/>
                  </a:lnTo>
                  <a:lnTo>
                    <a:pt x="1059372" y="544345"/>
                  </a:lnTo>
                  <a:lnTo>
                    <a:pt x="1061836" y="544557"/>
                  </a:lnTo>
                  <a:lnTo>
                    <a:pt x="1064300" y="544737"/>
                  </a:lnTo>
                  <a:lnTo>
                    <a:pt x="1066763" y="544889"/>
                  </a:lnTo>
                  <a:lnTo>
                    <a:pt x="1069227" y="545018"/>
                  </a:lnTo>
                  <a:lnTo>
                    <a:pt x="1071691" y="545127"/>
                  </a:lnTo>
                  <a:lnTo>
                    <a:pt x="1074154" y="545219"/>
                  </a:lnTo>
                  <a:lnTo>
                    <a:pt x="1076618" y="545295"/>
                  </a:lnTo>
                  <a:lnTo>
                    <a:pt x="1079082" y="545356"/>
                  </a:lnTo>
                  <a:lnTo>
                    <a:pt x="1081545" y="545406"/>
                  </a:lnTo>
                  <a:lnTo>
                    <a:pt x="1084009" y="545446"/>
                  </a:lnTo>
                  <a:lnTo>
                    <a:pt x="1086472" y="545477"/>
                  </a:lnTo>
                  <a:lnTo>
                    <a:pt x="1088936" y="545500"/>
                  </a:lnTo>
                  <a:lnTo>
                    <a:pt x="1091400" y="545514"/>
                  </a:lnTo>
                  <a:lnTo>
                    <a:pt x="1093863" y="545521"/>
                  </a:lnTo>
                  <a:lnTo>
                    <a:pt x="1096327" y="545519"/>
                  </a:lnTo>
                  <a:lnTo>
                    <a:pt x="1098791" y="545509"/>
                  </a:lnTo>
                  <a:lnTo>
                    <a:pt x="1101254" y="545490"/>
                  </a:lnTo>
                  <a:lnTo>
                    <a:pt x="1103718" y="545463"/>
                  </a:lnTo>
                  <a:lnTo>
                    <a:pt x="1106182" y="545426"/>
                  </a:lnTo>
                  <a:lnTo>
                    <a:pt x="1108645" y="545380"/>
                  </a:lnTo>
                  <a:lnTo>
                    <a:pt x="1111109" y="545322"/>
                  </a:lnTo>
                  <a:lnTo>
                    <a:pt x="1113573" y="545249"/>
                  </a:lnTo>
                  <a:lnTo>
                    <a:pt x="1116036" y="545164"/>
                  </a:lnTo>
                  <a:lnTo>
                    <a:pt x="1118500" y="545064"/>
                  </a:lnTo>
                  <a:lnTo>
                    <a:pt x="1120964" y="544949"/>
                  </a:lnTo>
                  <a:lnTo>
                    <a:pt x="1123427" y="544819"/>
                  </a:lnTo>
                  <a:lnTo>
                    <a:pt x="1125891" y="544673"/>
                  </a:lnTo>
                  <a:lnTo>
                    <a:pt x="1128355" y="544509"/>
                  </a:lnTo>
                  <a:lnTo>
                    <a:pt x="1130818" y="544327"/>
                  </a:lnTo>
                  <a:lnTo>
                    <a:pt x="1133282" y="544128"/>
                  </a:lnTo>
                  <a:lnTo>
                    <a:pt x="1135746" y="543916"/>
                  </a:lnTo>
                  <a:lnTo>
                    <a:pt x="1138209" y="543690"/>
                  </a:lnTo>
                  <a:lnTo>
                    <a:pt x="1140673" y="543453"/>
                  </a:lnTo>
                  <a:lnTo>
                    <a:pt x="1143137" y="543206"/>
                  </a:lnTo>
                  <a:lnTo>
                    <a:pt x="1145600" y="542954"/>
                  </a:lnTo>
                  <a:lnTo>
                    <a:pt x="1148064" y="542698"/>
                  </a:lnTo>
                  <a:lnTo>
                    <a:pt x="1150528" y="542445"/>
                  </a:lnTo>
                  <a:lnTo>
                    <a:pt x="1152991" y="542197"/>
                  </a:lnTo>
                  <a:lnTo>
                    <a:pt x="1155455" y="541959"/>
                  </a:lnTo>
                  <a:lnTo>
                    <a:pt x="1157919" y="541734"/>
                  </a:lnTo>
                  <a:lnTo>
                    <a:pt x="1160382" y="541527"/>
                  </a:lnTo>
                  <a:lnTo>
                    <a:pt x="1162846" y="541340"/>
                  </a:lnTo>
                  <a:lnTo>
                    <a:pt x="1165310" y="541182"/>
                  </a:lnTo>
                  <a:lnTo>
                    <a:pt x="1167773" y="541052"/>
                  </a:lnTo>
                  <a:lnTo>
                    <a:pt x="1170237" y="540951"/>
                  </a:lnTo>
                  <a:lnTo>
                    <a:pt x="1172701" y="540880"/>
                  </a:lnTo>
                  <a:lnTo>
                    <a:pt x="1175164" y="540840"/>
                  </a:lnTo>
                  <a:lnTo>
                    <a:pt x="1177628" y="540831"/>
                  </a:lnTo>
                  <a:lnTo>
                    <a:pt x="1180091" y="540852"/>
                  </a:lnTo>
                  <a:lnTo>
                    <a:pt x="1182555" y="540905"/>
                  </a:lnTo>
                  <a:lnTo>
                    <a:pt x="1185019" y="540982"/>
                  </a:lnTo>
                  <a:lnTo>
                    <a:pt x="1187482" y="541079"/>
                  </a:lnTo>
                  <a:lnTo>
                    <a:pt x="1189946" y="541194"/>
                  </a:lnTo>
                  <a:lnTo>
                    <a:pt x="1192410" y="541322"/>
                  </a:lnTo>
                  <a:lnTo>
                    <a:pt x="1194873" y="541459"/>
                  </a:lnTo>
                  <a:lnTo>
                    <a:pt x="1197337" y="541601"/>
                  </a:lnTo>
                  <a:lnTo>
                    <a:pt x="1199801" y="541744"/>
                  </a:lnTo>
                  <a:lnTo>
                    <a:pt x="1202264" y="541882"/>
                  </a:lnTo>
                  <a:lnTo>
                    <a:pt x="1204728" y="542014"/>
                  </a:lnTo>
                  <a:lnTo>
                    <a:pt x="1207192" y="542135"/>
                  </a:lnTo>
                  <a:lnTo>
                    <a:pt x="1209655" y="542245"/>
                  </a:lnTo>
                  <a:lnTo>
                    <a:pt x="1212119" y="542342"/>
                  </a:lnTo>
                  <a:lnTo>
                    <a:pt x="1214583" y="542425"/>
                  </a:lnTo>
                  <a:lnTo>
                    <a:pt x="1217046" y="542492"/>
                  </a:lnTo>
                  <a:lnTo>
                    <a:pt x="1219510" y="542547"/>
                  </a:lnTo>
                  <a:lnTo>
                    <a:pt x="1221974" y="542591"/>
                  </a:lnTo>
                  <a:lnTo>
                    <a:pt x="1224437" y="542626"/>
                  </a:lnTo>
                  <a:lnTo>
                    <a:pt x="1226901" y="542655"/>
                  </a:lnTo>
                  <a:lnTo>
                    <a:pt x="1229365" y="542679"/>
                  </a:lnTo>
                  <a:lnTo>
                    <a:pt x="1231828" y="542702"/>
                  </a:lnTo>
                  <a:lnTo>
                    <a:pt x="1234292" y="542729"/>
                  </a:lnTo>
                  <a:lnTo>
                    <a:pt x="1236756" y="542760"/>
                  </a:lnTo>
                  <a:lnTo>
                    <a:pt x="1239219" y="542799"/>
                  </a:lnTo>
                  <a:lnTo>
                    <a:pt x="1241683" y="542847"/>
                  </a:lnTo>
                  <a:lnTo>
                    <a:pt x="1244147" y="542906"/>
                  </a:lnTo>
                  <a:lnTo>
                    <a:pt x="1246610" y="542977"/>
                  </a:lnTo>
                  <a:lnTo>
                    <a:pt x="1249074" y="543062"/>
                  </a:lnTo>
                  <a:lnTo>
                    <a:pt x="1251538" y="543160"/>
                  </a:lnTo>
                  <a:lnTo>
                    <a:pt x="1254001" y="543270"/>
                  </a:lnTo>
                  <a:lnTo>
                    <a:pt x="1256465" y="543391"/>
                  </a:lnTo>
                  <a:lnTo>
                    <a:pt x="1258929" y="543521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957616" y="5761078"/>
              <a:ext cx="1258929" cy="392819"/>
            </a:xfrm>
            <a:custGeom>
              <a:avLst/>
              <a:pathLst>
                <a:path w="1258929" h="392819">
                  <a:moveTo>
                    <a:pt x="0" y="392819"/>
                  </a:moveTo>
                  <a:lnTo>
                    <a:pt x="2463" y="392819"/>
                  </a:lnTo>
                  <a:lnTo>
                    <a:pt x="4927" y="392819"/>
                  </a:lnTo>
                  <a:lnTo>
                    <a:pt x="7390" y="392819"/>
                  </a:lnTo>
                  <a:lnTo>
                    <a:pt x="9854" y="392819"/>
                  </a:lnTo>
                  <a:lnTo>
                    <a:pt x="12318" y="392819"/>
                  </a:lnTo>
                  <a:lnTo>
                    <a:pt x="14781" y="392819"/>
                  </a:lnTo>
                  <a:lnTo>
                    <a:pt x="17245" y="392819"/>
                  </a:lnTo>
                  <a:lnTo>
                    <a:pt x="19709" y="392819"/>
                  </a:lnTo>
                  <a:lnTo>
                    <a:pt x="22172" y="392819"/>
                  </a:lnTo>
                  <a:lnTo>
                    <a:pt x="24636" y="392819"/>
                  </a:lnTo>
                  <a:lnTo>
                    <a:pt x="27100" y="392819"/>
                  </a:lnTo>
                  <a:lnTo>
                    <a:pt x="29563" y="392819"/>
                  </a:lnTo>
                  <a:lnTo>
                    <a:pt x="32027" y="392819"/>
                  </a:lnTo>
                  <a:lnTo>
                    <a:pt x="34491" y="392819"/>
                  </a:lnTo>
                  <a:lnTo>
                    <a:pt x="36954" y="392819"/>
                  </a:lnTo>
                  <a:lnTo>
                    <a:pt x="39418" y="392819"/>
                  </a:lnTo>
                  <a:lnTo>
                    <a:pt x="41882" y="392819"/>
                  </a:lnTo>
                  <a:lnTo>
                    <a:pt x="44345" y="392819"/>
                  </a:lnTo>
                  <a:lnTo>
                    <a:pt x="46809" y="392819"/>
                  </a:lnTo>
                  <a:lnTo>
                    <a:pt x="49273" y="392819"/>
                  </a:lnTo>
                  <a:lnTo>
                    <a:pt x="51736" y="392819"/>
                  </a:lnTo>
                  <a:lnTo>
                    <a:pt x="54200" y="392819"/>
                  </a:lnTo>
                  <a:lnTo>
                    <a:pt x="56664" y="392819"/>
                  </a:lnTo>
                  <a:lnTo>
                    <a:pt x="59127" y="392819"/>
                  </a:lnTo>
                  <a:lnTo>
                    <a:pt x="61591" y="392819"/>
                  </a:lnTo>
                  <a:lnTo>
                    <a:pt x="64055" y="392819"/>
                  </a:lnTo>
                  <a:lnTo>
                    <a:pt x="66518" y="392819"/>
                  </a:lnTo>
                  <a:lnTo>
                    <a:pt x="68982" y="392819"/>
                  </a:lnTo>
                  <a:lnTo>
                    <a:pt x="71446" y="392819"/>
                  </a:lnTo>
                  <a:lnTo>
                    <a:pt x="73909" y="392819"/>
                  </a:lnTo>
                  <a:lnTo>
                    <a:pt x="76373" y="392819"/>
                  </a:lnTo>
                  <a:lnTo>
                    <a:pt x="78837" y="392819"/>
                  </a:lnTo>
                  <a:lnTo>
                    <a:pt x="81300" y="392819"/>
                  </a:lnTo>
                  <a:lnTo>
                    <a:pt x="83764" y="392819"/>
                  </a:lnTo>
                  <a:lnTo>
                    <a:pt x="86228" y="392819"/>
                  </a:lnTo>
                  <a:lnTo>
                    <a:pt x="88691" y="392819"/>
                  </a:lnTo>
                  <a:lnTo>
                    <a:pt x="91155" y="392819"/>
                  </a:lnTo>
                  <a:lnTo>
                    <a:pt x="93618" y="392819"/>
                  </a:lnTo>
                  <a:lnTo>
                    <a:pt x="96082" y="392819"/>
                  </a:lnTo>
                  <a:lnTo>
                    <a:pt x="98546" y="392819"/>
                  </a:lnTo>
                  <a:lnTo>
                    <a:pt x="101009" y="392819"/>
                  </a:lnTo>
                  <a:lnTo>
                    <a:pt x="103473" y="392819"/>
                  </a:lnTo>
                  <a:lnTo>
                    <a:pt x="105937" y="392819"/>
                  </a:lnTo>
                  <a:lnTo>
                    <a:pt x="108400" y="392819"/>
                  </a:lnTo>
                  <a:lnTo>
                    <a:pt x="110864" y="392819"/>
                  </a:lnTo>
                  <a:lnTo>
                    <a:pt x="113328" y="392819"/>
                  </a:lnTo>
                  <a:lnTo>
                    <a:pt x="115791" y="392819"/>
                  </a:lnTo>
                  <a:lnTo>
                    <a:pt x="118255" y="392819"/>
                  </a:lnTo>
                  <a:lnTo>
                    <a:pt x="120719" y="392819"/>
                  </a:lnTo>
                  <a:lnTo>
                    <a:pt x="123182" y="392819"/>
                  </a:lnTo>
                  <a:lnTo>
                    <a:pt x="125646" y="392819"/>
                  </a:lnTo>
                  <a:lnTo>
                    <a:pt x="128110" y="392819"/>
                  </a:lnTo>
                  <a:lnTo>
                    <a:pt x="130573" y="392819"/>
                  </a:lnTo>
                  <a:lnTo>
                    <a:pt x="133037" y="392819"/>
                  </a:lnTo>
                  <a:lnTo>
                    <a:pt x="135501" y="392819"/>
                  </a:lnTo>
                  <a:lnTo>
                    <a:pt x="137964" y="392819"/>
                  </a:lnTo>
                  <a:lnTo>
                    <a:pt x="140428" y="392819"/>
                  </a:lnTo>
                  <a:lnTo>
                    <a:pt x="142892" y="392819"/>
                  </a:lnTo>
                  <a:lnTo>
                    <a:pt x="145355" y="392819"/>
                  </a:lnTo>
                  <a:lnTo>
                    <a:pt x="147819" y="392819"/>
                  </a:lnTo>
                  <a:lnTo>
                    <a:pt x="150283" y="392819"/>
                  </a:lnTo>
                  <a:lnTo>
                    <a:pt x="152746" y="392819"/>
                  </a:lnTo>
                  <a:lnTo>
                    <a:pt x="155210" y="392819"/>
                  </a:lnTo>
                  <a:lnTo>
                    <a:pt x="157674" y="392819"/>
                  </a:lnTo>
                  <a:lnTo>
                    <a:pt x="160137" y="392819"/>
                  </a:lnTo>
                  <a:lnTo>
                    <a:pt x="162601" y="392819"/>
                  </a:lnTo>
                  <a:lnTo>
                    <a:pt x="165065" y="392819"/>
                  </a:lnTo>
                  <a:lnTo>
                    <a:pt x="167528" y="392819"/>
                  </a:lnTo>
                  <a:lnTo>
                    <a:pt x="169992" y="392819"/>
                  </a:lnTo>
                  <a:lnTo>
                    <a:pt x="172456" y="392819"/>
                  </a:lnTo>
                  <a:lnTo>
                    <a:pt x="174919" y="392819"/>
                  </a:lnTo>
                  <a:lnTo>
                    <a:pt x="177383" y="392819"/>
                  </a:lnTo>
                  <a:lnTo>
                    <a:pt x="179847" y="392819"/>
                  </a:lnTo>
                  <a:lnTo>
                    <a:pt x="182310" y="392819"/>
                  </a:lnTo>
                  <a:lnTo>
                    <a:pt x="184774" y="392819"/>
                  </a:lnTo>
                  <a:lnTo>
                    <a:pt x="187237" y="392819"/>
                  </a:lnTo>
                  <a:lnTo>
                    <a:pt x="189701" y="392819"/>
                  </a:lnTo>
                  <a:lnTo>
                    <a:pt x="192165" y="392819"/>
                  </a:lnTo>
                  <a:lnTo>
                    <a:pt x="194628" y="392819"/>
                  </a:lnTo>
                  <a:lnTo>
                    <a:pt x="197092" y="392819"/>
                  </a:lnTo>
                  <a:lnTo>
                    <a:pt x="199556" y="392819"/>
                  </a:lnTo>
                  <a:lnTo>
                    <a:pt x="202019" y="392819"/>
                  </a:lnTo>
                  <a:lnTo>
                    <a:pt x="204483" y="392819"/>
                  </a:lnTo>
                  <a:lnTo>
                    <a:pt x="206947" y="392819"/>
                  </a:lnTo>
                  <a:lnTo>
                    <a:pt x="209410" y="392819"/>
                  </a:lnTo>
                  <a:lnTo>
                    <a:pt x="211874" y="392819"/>
                  </a:lnTo>
                  <a:lnTo>
                    <a:pt x="214338" y="392819"/>
                  </a:lnTo>
                  <a:lnTo>
                    <a:pt x="216801" y="392819"/>
                  </a:lnTo>
                  <a:lnTo>
                    <a:pt x="219265" y="392819"/>
                  </a:lnTo>
                  <a:lnTo>
                    <a:pt x="221729" y="392819"/>
                  </a:lnTo>
                  <a:lnTo>
                    <a:pt x="224192" y="392819"/>
                  </a:lnTo>
                  <a:lnTo>
                    <a:pt x="226656" y="392819"/>
                  </a:lnTo>
                  <a:lnTo>
                    <a:pt x="229120" y="392819"/>
                  </a:lnTo>
                  <a:lnTo>
                    <a:pt x="231583" y="392819"/>
                  </a:lnTo>
                  <a:lnTo>
                    <a:pt x="234047" y="392819"/>
                  </a:lnTo>
                  <a:lnTo>
                    <a:pt x="236511" y="392819"/>
                  </a:lnTo>
                  <a:lnTo>
                    <a:pt x="238974" y="392819"/>
                  </a:lnTo>
                  <a:lnTo>
                    <a:pt x="241438" y="392819"/>
                  </a:lnTo>
                  <a:lnTo>
                    <a:pt x="243902" y="392819"/>
                  </a:lnTo>
                  <a:lnTo>
                    <a:pt x="246365" y="392819"/>
                  </a:lnTo>
                  <a:lnTo>
                    <a:pt x="248829" y="392819"/>
                  </a:lnTo>
                  <a:lnTo>
                    <a:pt x="251293" y="392819"/>
                  </a:lnTo>
                  <a:lnTo>
                    <a:pt x="253756" y="392819"/>
                  </a:lnTo>
                  <a:lnTo>
                    <a:pt x="256220" y="392819"/>
                  </a:lnTo>
                  <a:lnTo>
                    <a:pt x="258684" y="392819"/>
                  </a:lnTo>
                  <a:lnTo>
                    <a:pt x="261147" y="392819"/>
                  </a:lnTo>
                  <a:lnTo>
                    <a:pt x="263611" y="392819"/>
                  </a:lnTo>
                  <a:lnTo>
                    <a:pt x="266075" y="392819"/>
                  </a:lnTo>
                  <a:lnTo>
                    <a:pt x="268538" y="392819"/>
                  </a:lnTo>
                  <a:lnTo>
                    <a:pt x="271002" y="392819"/>
                  </a:lnTo>
                  <a:lnTo>
                    <a:pt x="273465" y="392819"/>
                  </a:lnTo>
                  <a:lnTo>
                    <a:pt x="275929" y="392819"/>
                  </a:lnTo>
                  <a:lnTo>
                    <a:pt x="278393" y="392819"/>
                  </a:lnTo>
                  <a:lnTo>
                    <a:pt x="280856" y="392819"/>
                  </a:lnTo>
                  <a:lnTo>
                    <a:pt x="283320" y="392819"/>
                  </a:lnTo>
                  <a:lnTo>
                    <a:pt x="285784" y="392819"/>
                  </a:lnTo>
                  <a:lnTo>
                    <a:pt x="288247" y="392819"/>
                  </a:lnTo>
                  <a:lnTo>
                    <a:pt x="290711" y="392819"/>
                  </a:lnTo>
                  <a:lnTo>
                    <a:pt x="293175" y="392819"/>
                  </a:lnTo>
                  <a:lnTo>
                    <a:pt x="295638" y="392819"/>
                  </a:lnTo>
                  <a:lnTo>
                    <a:pt x="298102" y="392819"/>
                  </a:lnTo>
                  <a:lnTo>
                    <a:pt x="300566" y="392819"/>
                  </a:lnTo>
                  <a:lnTo>
                    <a:pt x="303029" y="392819"/>
                  </a:lnTo>
                  <a:lnTo>
                    <a:pt x="305493" y="392819"/>
                  </a:lnTo>
                  <a:lnTo>
                    <a:pt x="307957" y="392819"/>
                  </a:lnTo>
                  <a:lnTo>
                    <a:pt x="310420" y="392819"/>
                  </a:lnTo>
                  <a:lnTo>
                    <a:pt x="312884" y="392819"/>
                  </a:lnTo>
                  <a:lnTo>
                    <a:pt x="315348" y="392819"/>
                  </a:lnTo>
                  <a:lnTo>
                    <a:pt x="317811" y="392819"/>
                  </a:lnTo>
                  <a:lnTo>
                    <a:pt x="320275" y="392819"/>
                  </a:lnTo>
                  <a:lnTo>
                    <a:pt x="322739" y="392819"/>
                  </a:lnTo>
                  <a:lnTo>
                    <a:pt x="325202" y="392819"/>
                  </a:lnTo>
                  <a:lnTo>
                    <a:pt x="327666" y="392819"/>
                  </a:lnTo>
                  <a:lnTo>
                    <a:pt x="330130" y="392819"/>
                  </a:lnTo>
                  <a:lnTo>
                    <a:pt x="332593" y="392819"/>
                  </a:lnTo>
                  <a:lnTo>
                    <a:pt x="335057" y="392819"/>
                  </a:lnTo>
                  <a:lnTo>
                    <a:pt x="337521" y="392819"/>
                  </a:lnTo>
                  <a:lnTo>
                    <a:pt x="339984" y="392819"/>
                  </a:lnTo>
                  <a:lnTo>
                    <a:pt x="342448" y="392819"/>
                  </a:lnTo>
                  <a:lnTo>
                    <a:pt x="344912" y="392819"/>
                  </a:lnTo>
                  <a:lnTo>
                    <a:pt x="347375" y="392819"/>
                  </a:lnTo>
                  <a:lnTo>
                    <a:pt x="349839" y="392819"/>
                  </a:lnTo>
                  <a:lnTo>
                    <a:pt x="352303" y="392819"/>
                  </a:lnTo>
                  <a:lnTo>
                    <a:pt x="354766" y="392819"/>
                  </a:lnTo>
                  <a:lnTo>
                    <a:pt x="357230" y="392819"/>
                  </a:lnTo>
                  <a:lnTo>
                    <a:pt x="359694" y="392819"/>
                  </a:lnTo>
                  <a:lnTo>
                    <a:pt x="362157" y="392819"/>
                  </a:lnTo>
                  <a:lnTo>
                    <a:pt x="364621" y="392819"/>
                  </a:lnTo>
                  <a:lnTo>
                    <a:pt x="367084" y="392819"/>
                  </a:lnTo>
                  <a:lnTo>
                    <a:pt x="369548" y="392819"/>
                  </a:lnTo>
                  <a:lnTo>
                    <a:pt x="372012" y="392819"/>
                  </a:lnTo>
                  <a:lnTo>
                    <a:pt x="374475" y="392819"/>
                  </a:lnTo>
                  <a:lnTo>
                    <a:pt x="376939" y="392819"/>
                  </a:lnTo>
                  <a:lnTo>
                    <a:pt x="379403" y="392819"/>
                  </a:lnTo>
                  <a:lnTo>
                    <a:pt x="381866" y="392819"/>
                  </a:lnTo>
                  <a:lnTo>
                    <a:pt x="384330" y="392819"/>
                  </a:lnTo>
                  <a:lnTo>
                    <a:pt x="386794" y="392819"/>
                  </a:lnTo>
                  <a:lnTo>
                    <a:pt x="389257" y="392819"/>
                  </a:lnTo>
                  <a:lnTo>
                    <a:pt x="391721" y="392819"/>
                  </a:lnTo>
                  <a:lnTo>
                    <a:pt x="394185" y="392819"/>
                  </a:lnTo>
                  <a:lnTo>
                    <a:pt x="396648" y="392819"/>
                  </a:lnTo>
                  <a:lnTo>
                    <a:pt x="399112" y="392819"/>
                  </a:lnTo>
                  <a:lnTo>
                    <a:pt x="401576" y="392819"/>
                  </a:lnTo>
                  <a:lnTo>
                    <a:pt x="404039" y="392819"/>
                  </a:lnTo>
                  <a:lnTo>
                    <a:pt x="406503" y="392819"/>
                  </a:lnTo>
                  <a:lnTo>
                    <a:pt x="408967" y="392819"/>
                  </a:lnTo>
                  <a:lnTo>
                    <a:pt x="411430" y="392819"/>
                  </a:lnTo>
                  <a:lnTo>
                    <a:pt x="413894" y="392819"/>
                  </a:lnTo>
                  <a:lnTo>
                    <a:pt x="416358" y="392819"/>
                  </a:lnTo>
                  <a:lnTo>
                    <a:pt x="418821" y="392819"/>
                  </a:lnTo>
                  <a:lnTo>
                    <a:pt x="421285" y="392819"/>
                  </a:lnTo>
                  <a:lnTo>
                    <a:pt x="423749" y="392819"/>
                  </a:lnTo>
                  <a:lnTo>
                    <a:pt x="426212" y="392819"/>
                  </a:lnTo>
                  <a:lnTo>
                    <a:pt x="428676" y="392819"/>
                  </a:lnTo>
                  <a:lnTo>
                    <a:pt x="431140" y="392819"/>
                  </a:lnTo>
                  <a:lnTo>
                    <a:pt x="433603" y="392819"/>
                  </a:lnTo>
                  <a:lnTo>
                    <a:pt x="436067" y="392819"/>
                  </a:lnTo>
                  <a:lnTo>
                    <a:pt x="438531" y="392819"/>
                  </a:lnTo>
                  <a:lnTo>
                    <a:pt x="440994" y="392819"/>
                  </a:lnTo>
                  <a:lnTo>
                    <a:pt x="443458" y="392819"/>
                  </a:lnTo>
                  <a:lnTo>
                    <a:pt x="445922" y="392819"/>
                  </a:lnTo>
                  <a:lnTo>
                    <a:pt x="448385" y="392819"/>
                  </a:lnTo>
                  <a:lnTo>
                    <a:pt x="450849" y="392819"/>
                  </a:lnTo>
                  <a:lnTo>
                    <a:pt x="453312" y="392819"/>
                  </a:lnTo>
                  <a:lnTo>
                    <a:pt x="455776" y="392819"/>
                  </a:lnTo>
                  <a:lnTo>
                    <a:pt x="458240" y="392819"/>
                  </a:lnTo>
                  <a:lnTo>
                    <a:pt x="460703" y="392819"/>
                  </a:lnTo>
                  <a:lnTo>
                    <a:pt x="463167" y="392819"/>
                  </a:lnTo>
                  <a:lnTo>
                    <a:pt x="465631" y="392819"/>
                  </a:lnTo>
                  <a:lnTo>
                    <a:pt x="468094" y="392819"/>
                  </a:lnTo>
                  <a:lnTo>
                    <a:pt x="470558" y="392819"/>
                  </a:lnTo>
                  <a:lnTo>
                    <a:pt x="473022" y="392819"/>
                  </a:lnTo>
                  <a:lnTo>
                    <a:pt x="475485" y="392819"/>
                  </a:lnTo>
                  <a:lnTo>
                    <a:pt x="477949" y="392819"/>
                  </a:lnTo>
                  <a:lnTo>
                    <a:pt x="480413" y="392819"/>
                  </a:lnTo>
                  <a:lnTo>
                    <a:pt x="482876" y="392819"/>
                  </a:lnTo>
                  <a:lnTo>
                    <a:pt x="485340" y="392819"/>
                  </a:lnTo>
                  <a:lnTo>
                    <a:pt x="487804" y="392819"/>
                  </a:lnTo>
                  <a:lnTo>
                    <a:pt x="490267" y="392819"/>
                  </a:lnTo>
                  <a:lnTo>
                    <a:pt x="492731" y="392819"/>
                  </a:lnTo>
                  <a:lnTo>
                    <a:pt x="495195" y="392819"/>
                  </a:lnTo>
                  <a:lnTo>
                    <a:pt x="497658" y="392819"/>
                  </a:lnTo>
                  <a:lnTo>
                    <a:pt x="500122" y="392819"/>
                  </a:lnTo>
                  <a:lnTo>
                    <a:pt x="502586" y="392819"/>
                  </a:lnTo>
                  <a:lnTo>
                    <a:pt x="505049" y="392819"/>
                  </a:lnTo>
                  <a:lnTo>
                    <a:pt x="507513" y="392819"/>
                  </a:lnTo>
                  <a:lnTo>
                    <a:pt x="509977" y="392819"/>
                  </a:lnTo>
                  <a:lnTo>
                    <a:pt x="512440" y="392819"/>
                  </a:lnTo>
                  <a:lnTo>
                    <a:pt x="514904" y="392819"/>
                  </a:lnTo>
                  <a:lnTo>
                    <a:pt x="517368" y="392819"/>
                  </a:lnTo>
                  <a:lnTo>
                    <a:pt x="519831" y="392819"/>
                  </a:lnTo>
                  <a:lnTo>
                    <a:pt x="522295" y="392819"/>
                  </a:lnTo>
                  <a:lnTo>
                    <a:pt x="524759" y="392819"/>
                  </a:lnTo>
                  <a:lnTo>
                    <a:pt x="527222" y="392819"/>
                  </a:lnTo>
                  <a:lnTo>
                    <a:pt x="529686" y="392819"/>
                  </a:lnTo>
                  <a:lnTo>
                    <a:pt x="532150" y="392819"/>
                  </a:lnTo>
                  <a:lnTo>
                    <a:pt x="534613" y="392819"/>
                  </a:lnTo>
                  <a:lnTo>
                    <a:pt x="537077" y="392819"/>
                  </a:lnTo>
                  <a:lnTo>
                    <a:pt x="539541" y="392819"/>
                  </a:lnTo>
                  <a:lnTo>
                    <a:pt x="542004" y="392819"/>
                  </a:lnTo>
                  <a:lnTo>
                    <a:pt x="544468" y="392819"/>
                  </a:lnTo>
                  <a:lnTo>
                    <a:pt x="546931" y="392819"/>
                  </a:lnTo>
                  <a:lnTo>
                    <a:pt x="549395" y="392819"/>
                  </a:lnTo>
                  <a:lnTo>
                    <a:pt x="551859" y="392819"/>
                  </a:lnTo>
                  <a:lnTo>
                    <a:pt x="554322" y="392819"/>
                  </a:lnTo>
                  <a:lnTo>
                    <a:pt x="556786" y="392819"/>
                  </a:lnTo>
                  <a:lnTo>
                    <a:pt x="559250" y="392819"/>
                  </a:lnTo>
                  <a:lnTo>
                    <a:pt x="561713" y="392819"/>
                  </a:lnTo>
                  <a:lnTo>
                    <a:pt x="564177" y="392819"/>
                  </a:lnTo>
                  <a:lnTo>
                    <a:pt x="566641" y="392819"/>
                  </a:lnTo>
                  <a:lnTo>
                    <a:pt x="569104" y="392819"/>
                  </a:lnTo>
                  <a:lnTo>
                    <a:pt x="571568" y="392819"/>
                  </a:lnTo>
                  <a:lnTo>
                    <a:pt x="574032" y="392819"/>
                  </a:lnTo>
                  <a:lnTo>
                    <a:pt x="576495" y="392819"/>
                  </a:lnTo>
                  <a:lnTo>
                    <a:pt x="578959" y="392819"/>
                  </a:lnTo>
                  <a:lnTo>
                    <a:pt x="581423" y="392819"/>
                  </a:lnTo>
                  <a:lnTo>
                    <a:pt x="583886" y="392819"/>
                  </a:lnTo>
                  <a:lnTo>
                    <a:pt x="586350" y="392819"/>
                  </a:lnTo>
                  <a:lnTo>
                    <a:pt x="588814" y="392819"/>
                  </a:lnTo>
                  <a:lnTo>
                    <a:pt x="591277" y="392819"/>
                  </a:lnTo>
                  <a:lnTo>
                    <a:pt x="593741" y="392819"/>
                  </a:lnTo>
                  <a:lnTo>
                    <a:pt x="596205" y="392819"/>
                  </a:lnTo>
                  <a:lnTo>
                    <a:pt x="598668" y="392819"/>
                  </a:lnTo>
                  <a:lnTo>
                    <a:pt x="601132" y="392819"/>
                  </a:lnTo>
                  <a:lnTo>
                    <a:pt x="603596" y="392819"/>
                  </a:lnTo>
                  <a:lnTo>
                    <a:pt x="606059" y="392819"/>
                  </a:lnTo>
                  <a:lnTo>
                    <a:pt x="608523" y="392819"/>
                  </a:lnTo>
                  <a:lnTo>
                    <a:pt x="610987" y="392819"/>
                  </a:lnTo>
                  <a:lnTo>
                    <a:pt x="613450" y="392819"/>
                  </a:lnTo>
                  <a:lnTo>
                    <a:pt x="615914" y="392819"/>
                  </a:lnTo>
                  <a:lnTo>
                    <a:pt x="618378" y="392819"/>
                  </a:lnTo>
                  <a:lnTo>
                    <a:pt x="620841" y="392819"/>
                  </a:lnTo>
                  <a:lnTo>
                    <a:pt x="623305" y="392819"/>
                  </a:lnTo>
                  <a:lnTo>
                    <a:pt x="625769" y="392819"/>
                  </a:lnTo>
                  <a:lnTo>
                    <a:pt x="628232" y="392819"/>
                  </a:lnTo>
                  <a:lnTo>
                    <a:pt x="630696" y="392819"/>
                  </a:lnTo>
                  <a:lnTo>
                    <a:pt x="633159" y="392819"/>
                  </a:lnTo>
                  <a:lnTo>
                    <a:pt x="635623" y="392819"/>
                  </a:lnTo>
                  <a:lnTo>
                    <a:pt x="638087" y="392819"/>
                  </a:lnTo>
                  <a:lnTo>
                    <a:pt x="640550" y="392819"/>
                  </a:lnTo>
                  <a:lnTo>
                    <a:pt x="643014" y="392819"/>
                  </a:lnTo>
                  <a:lnTo>
                    <a:pt x="645478" y="392819"/>
                  </a:lnTo>
                  <a:lnTo>
                    <a:pt x="647941" y="392819"/>
                  </a:lnTo>
                  <a:lnTo>
                    <a:pt x="650405" y="392819"/>
                  </a:lnTo>
                  <a:lnTo>
                    <a:pt x="652869" y="392819"/>
                  </a:lnTo>
                  <a:lnTo>
                    <a:pt x="655332" y="392819"/>
                  </a:lnTo>
                  <a:lnTo>
                    <a:pt x="657796" y="392819"/>
                  </a:lnTo>
                  <a:lnTo>
                    <a:pt x="660260" y="392819"/>
                  </a:lnTo>
                  <a:lnTo>
                    <a:pt x="662723" y="392819"/>
                  </a:lnTo>
                  <a:lnTo>
                    <a:pt x="665187" y="392819"/>
                  </a:lnTo>
                  <a:lnTo>
                    <a:pt x="667651" y="392819"/>
                  </a:lnTo>
                  <a:lnTo>
                    <a:pt x="670114" y="392819"/>
                  </a:lnTo>
                  <a:lnTo>
                    <a:pt x="672578" y="392818"/>
                  </a:lnTo>
                  <a:lnTo>
                    <a:pt x="675042" y="392818"/>
                  </a:lnTo>
                  <a:lnTo>
                    <a:pt x="677505" y="392818"/>
                  </a:lnTo>
                  <a:lnTo>
                    <a:pt x="679969" y="392818"/>
                  </a:lnTo>
                  <a:lnTo>
                    <a:pt x="682433" y="392817"/>
                  </a:lnTo>
                  <a:lnTo>
                    <a:pt x="684896" y="392817"/>
                  </a:lnTo>
                  <a:lnTo>
                    <a:pt x="687360" y="392816"/>
                  </a:lnTo>
                  <a:lnTo>
                    <a:pt x="689824" y="392815"/>
                  </a:lnTo>
                  <a:lnTo>
                    <a:pt x="692287" y="392814"/>
                  </a:lnTo>
                  <a:lnTo>
                    <a:pt x="694751" y="392813"/>
                  </a:lnTo>
                  <a:lnTo>
                    <a:pt x="697215" y="392812"/>
                  </a:lnTo>
                  <a:lnTo>
                    <a:pt x="699678" y="392811"/>
                  </a:lnTo>
                  <a:lnTo>
                    <a:pt x="702142" y="392809"/>
                  </a:lnTo>
                  <a:lnTo>
                    <a:pt x="704606" y="392807"/>
                  </a:lnTo>
                  <a:lnTo>
                    <a:pt x="707069" y="392805"/>
                  </a:lnTo>
                  <a:lnTo>
                    <a:pt x="709533" y="392802"/>
                  </a:lnTo>
                  <a:lnTo>
                    <a:pt x="711997" y="392799"/>
                  </a:lnTo>
                  <a:lnTo>
                    <a:pt x="714460" y="392795"/>
                  </a:lnTo>
                  <a:lnTo>
                    <a:pt x="716924" y="392791"/>
                  </a:lnTo>
                  <a:lnTo>
                    <a:pt x="719388" y="392786"/>
                  </a:lnTo>
                  <a:lnTo>
                    <a:pt x="721851" y="392780"/>
                  </a:lnTo>
                  <a:lnTo>
                    <a:pt x="724315" y="392773"/>
                  </a:lnTo>
                  <a:lnTo>
                    <a:pt x="726778" y="392765"/>
                  </a:lnTo>
                  <a:lnTo>
                    <a:pt x="729242" y="392757"/>
                  </a:lnTo>
                  <a:lnTo>
                    <a:pt x="731706" y="392747"/>
                  </a:lnTo>
                  <a:lnTo>
                    <a:pt x="734169" y="392735"/>
                  </a:lnTo>
                  <a:lnTo>
                    <a:pt x="736633" y="392722"/>
                  </a:lnTo>
                  <a:lnTo>
                    <a:pt x="739097" y="392708"/>
                  </a:lnTo>
                  <a:lnTo>
                    <a:pt x="741560" y="392691"/>
                  </a:lnTo>
                  <a:lnTo>
                    <a:pt x="744024" y="392672"/>
                  </a:lnTo>
                  <a:lnTo>
                    <a:pt x="746488" y="392651"/>
                  </a:lnTo>
                  <a:lnTo>
                    <a:pt x="748951" y="392628"/>
                  </a:lnTo>
                  <a:lnTo>
                    <a:pt x="751415" y="392601"/>
                  </a:lnTo>
                  <a:lnTo>
                    <a:pt x="753879" y="392572"/>
                  </a:lnTo>
                  <a:lnTo>
                    <a:pt x="756342" y="392539"/>
                  </a:lnTo>
                  <a:lnTo>
                    <a:pt x="758806" y="392502"/>
                  </a:lnTo>
                  <a:lnTo>
                    <a:pt x="761270" y="392462"/>
                  </a:lnTo>
                  <a:lnTo>
                    <a:pt x="763733" y="392418"/>
                  </a:lnTo>
                  <a:lnTo>
                    <a:pt x="766197" y="392368"/>
                  </a:lnTo>
                  <a:lnTo>
                    <a:pt x="768661" y="392314"/>
                  </a:lnTo>
                  <a:lnTo>
                    <a:pt x="771124" y="392254"/>
                  </a:lnTo>
                  <a:lnTo>
                    <a:pt x="773588" y="392188"/>
                  </a:lnTo>
                  <a:lnTo>
                    <a:pt x="776052" y="392117"/>
                  </a:lnTo>
                  <a:lnTo>
                    <a:pt x="778515" y="392038"/>
                  </a:lnTo>
                  <a:lnTo>
                    <a:pt x="780979" y="391951"/>
                  </a:lnTo>
                  <a:lnTo>
                    <a:pt x="783443" y="391858"/>
                  </a:lnTo>
                  <a:lnTo>
                    <a:pt x="785906" y="391757"/>
                  </a:lnTo>
                  <a:lnTo>
                    <a:pt x="788370" y="391646"/>
                  </a:lnTo>
                  <a:lnTo>
                    <a:pt x="790834" y="391525"/>
                  </a:lnTo>
                  <a:lnTo>
                    <a:pt x="793297" y="391395"/>
                  </a:lnTo>
                  <a:lnTo>
                    <a:pt x="795761" y="391254"/>
                  </a:lnTo>
                  <a:lnTo>
                    <a:pt x="798225" y="391104"/>
                  </a:lnTo>
                  <a:lnTo>
                    <a:pt x="800688" y="390938"/>
                  </a:lnTo>
                  <a:lnTo>
                    <a:pt x="803152" y="390761"/>
                  </a:lnTo>
                  <a:lnTo>
                    <a:pt x="805616" y="390570"/>
                  </a:lnTo>
                  <a:lnTo>
                    <a:pt x="808079" y="390367"/>
                  </a:lnTo>
                  <a:lnTo>
                    <a:pt x="810543" y="390148"/>
                  </a:lnTo>
                  <a:lnTo>
                    <a:pt x="813006" y="389910"/>
                  </a:lnTo>
                  <a:lnTo>
                    <a:pt x="815470" y="389657"/>
                  </a:lnTo>
                  <a:lnTo>
                    <a:pt x="817934" y="389388"/>
                  </a:lnTo>
                  <a:lnTo>
                    <a:pt x="820397" y="389102"/>
                  </a:lnTo>
                  <a:lnTo>
                    <a:pt x="822861" y="388793"/>
                  </a:lnTo>
                  <a:lnTo>
                    <a:pt x="825325" y="388463"/>
                  </a:lnTo>
                  <a:lnTo>
                    <a:pt x="827788" y="388114"/>
                  </a:lnTo>
                  <a:lnTo>
                    <a:pt x="830252" y="387744"/>
                  </a:lnTo>
                  <a:lnTo>
                    <a:pt x="832716" y="387353"/>
                  </a:lnTo>
                  <a:lnTo>
                    <a:pt x="835179" y="386932"/>
                  </a:lnTo>
                  <a:lnTo>
                    <a:pt x="837643" y="386488"/>
                  </a:lnTo>
                  <a:lnTo>
                    <a:pt x="840107" y="386021"/>
                  </a:lnTo>
                  <a:lnTo>
                    <a:pt x="842570" y="385530"/>
                  </a:lnTo>
                  <a:lnTo>
                    <a:pt x="845034" y="385010"/>
                  </a:lnTo>
                  <a:lnTo>
                    <a:pt x="847498" y="384460"/>
                  </a:lnTo>
                  <a:lnTo>
                    <a:pt x="849961" y="383885"/>
                  </a:lnTo>
                  <a:lnTo>
                    <a:pt x="852425" y="383283"/>
                  </a:lnTo>
                  <a:lnTo>
                    <a:pt x="854889" y="382656"/>
                  </a:lnTo>
                  <a:lnTo>
                    <a:pt x="857352" y="381993"/>
                  </a:lnTo>
                  <a:lnTo>
                    <a:pt x="859816" y="381303"/>
                  </a:lnTo>
                  <a:lnTo>
                    <a:pt x="862280" y="380587"/>
                  </a:lnTo>
                  <a:lnTo>
                    <a:pt x="864743" y="379845"/>
                  </a:lnTo>
                  <a:lnTo>
                    <a:pt x="867207" y="379074"/>
                  </a:lnTo>
                  <a:lnTo>
                    <a:pt x="869671" y="378272"/>
                  </a:lnTo>
                  <a:lnTo>
                    <a:pt x="872134" y="377445"/>
                  </a:lnTo>
                  <a:lnTo>
                    <a:pt x="874598" y="376595"/>
                  </a:lnTo>
                  <a:lnTo>
                    <a:pt x="877062" y="375722"/>
                  </a:lnTo>
                  <a:lnTo>
                    <a:pt x="879525" y="374821"/>
                  </a:lnTo>
                  <a:lnTo>
                    <a:pt x="881989" y="373898"/>
                  </a:lnTo>
                  <a:lnTo>
                    <a:pt x="884453" y="372956"/>
                  </a:lnTo>
                  <a:lnTo>
                    <a:pt x="886916" y="371996"/>
                  </a:lnTo>
                  <a:lnTo>
                    <a:pt x="889380" y="371018"/>
                  </a:lnTo>
                  <a:lnTo>
                    <a:pt x="891844" y="370020"/>
                  </a:lnTo>
                  <a:lnTo>
                    <a:pt x="894307" y="369010"/>
                  </a:lnTo>
                  <a:lnTo>
                    <a:pt x="896771" y="367987"/>
                  </a:lnTo>
                  <a:lnTo>
                    <a:pt x="899235" y="366955"/>
                  </a:lnTo>
                  <a:lnTo>
                    <a:pt x="901698" y="365911"/>
                  </a:lnTo>
                  <a:lnTo>
                    <a:pt x="904162" y="364859"/>
                  </a:lnTo>
                  <a:lnTo>
                    <a:pt x="906625" y="363802"/>
                  </a:lnTo>
                  <a:lnTo>
                    <a:pt x="909089" y="362741"/>
                  </a:lnTo>
                  <a:lnTo>
                    <a:pt x="911553" y="361676"/>
                  </a:lnTo>
                  <a:lnTo>
                    <a:pt x="914016" y="360608"/>
                  </a:lnTo>
                  <a:lnTo>
                    <a:pt x="916480" y="359539"/>
                  </a:lnTo>
                  <a:lnTo>
                    <a:pt x="918944" y="358470"/>
                  </a:lnTo>
                  <a:lnTo>
                    <a:pt x="921407" y="357401"/>
                  </a:lnTo>
                  <a:lnTo>
                    <a:pt x="923871" y="356332"/>
                  </a:lnTo>
                  <a:lnTo>
                    <a:pt x="926335" y="355264"/>
                  </a:lnTo>
                  <a:lnTo>
                    <a:pt x="928798" y="354198"/>
                  </a:lnTo>
                  <a:lnTo>
                    <a:pt x="931262" y="353131"/>
                  </a:lnTo>
                  <a:lnTo>
                    <a:pt x="933726" y="352065"/>
                  </a:lnTo>
                  <a:lnTo>
                    <a:pt x="936189" y="350998"/>
                  </a:lnTo>
                  <a:lnTo>
                    <a:pt x="938653" y="349930"/>
                  </a:lnTo>
                  <a:lnTo>
                    <a:pt x="941117" y="348860"/>
                  </a:lnTo>
                  <a:lnTo>
                    <a:pt x="943580" y="347786"/>
                  </a:lnTo>
                  <a:lnTo>
                    <a:pt x="946044" y="346708"/>
                  </a:lnTo>
                  <a:lnTo>
                    <a:pt x="948508" y="345623"/>
                  </a:lnTo>
                  <a:lnTo>
                    <a:pt x="950971" y="344531"/>
                  </a:lnTo>
                  <a:lnTo>
                    <a:pt x="953435" y="343430"/>
                  </a:lnTo>
                  <a:lnTo>
                    <a:pt x="955899" y="342320"/>
                  </a:lnTo>
                  <a:lnTo>
                    <a:pt x="958362" y="341196"/>
                  </a:lnTo>
                  <a:lnTo>
                    <a:pt x="960826" y="340059"/>
                  </a:lnTo>
                  <a:lnTo>
                    <a:pt x="963290" y="338908"/>
                  </a:lnTo>
                  <a:lnTo>
                    <a:pt x="965753" y="337744"/>
                  </a:lnTo>
                  <a:lnTo>
                    <a:pt x="968217" y="336564"/>
                  </a:lnTo>
                  <a:lnTo>
                    <a:pt x="970681" y="335363"/>
                  </a:lnTo>
                  <a:lnTo>
                    <a:pt x="973144" y="334145"/>
                  </a:lnTo>
                  <a:lnTo>
                    <a:pt x="975608" y="332911"/>
                  </a:lnTo>
                  <a:lnTo>
                    <a:pt x="978072" y="331661"/>
                  </a:lnTo>
                  <a:lnTo>
                    <a:pt x="980535" y="330391"/>
                  </a:lnTo>
                  <a:lnTo>
                    <a:pt x="982999" y="329102"/>
                  </a:lnTo>
                  <a:lnTo>
                    <a:pt x="985463" y="327799"/>
                  </a:lnTo>
                  <a:lnTo>
                    <a:pt x="987926" y="326481"/>
                  </a:lnTo>
                  <a:lnTo>
                    <a:pt x="990390" y="325149"/>
                  </a:lnTo>
                  <a:lnTo>
                    <a:pt x="992853" y="323801"/>
                  </a:lnTo>
                  <a:lnTo>
                    <a:pt x="995317" y="322443"/>
                  </a:lnTo>
                  <a:lnTo>
                    <a:pt x="997781" y="321077"/>
                  </a:lnTo>
                  <a:lnTo>
                    <a:pt x="1000244" y="319704"/>
                  </a:lnTo>
                  <a:lnTo>
                    <a:pt x="1002708" y="318325"/>
                  </a:lnTo>
                  <a:lnTo>
                    <a:pt x="1005172" y="316943"/>
                  </a:lnTo>
                  <a:lnTo>
                    <a:pt x="1007635" y="315561"/>
                  </a:lnTo>
                  <a:lnTo>
                    <a:pt x="1010099" y="314181"/>
                  </a:lnTo>
                  <a:lnTo>
                    <a:pt x="1012563" y="312804"/>
                  </a:lnTo>
                  <a:lnTo>
                    <a:pt x="1015026" y="311435"/>
                  </a:lnTo>
                  <a:lnTo>
                    <a:pt x="1017490" y="310076"/>
                  </a:lnTo>
                  <a:lnTo>
                    <a:pt x="1019954" y="308727"/>
                  </a:lnTo>
                  <a:lnTo>
                    <a:pt x="1022417" y="307390"/>
                  </a:lnTo>
                  <a:lnTo>
                    <a:pt x="1024881" y="306068"/>
                  </a:lnTo>
                  <a:lnTo>
                    <a:pt x="1027345" y="304766"/>
                  </a:lnTo>
                  <a:lnTo>
                    <a:pt x="1029808" y="303481"/>
                  </a:lnTo>
                  <a:lnTo>
                    <a:pt x="1032272" y="302214"/>
                  </a:lnTo>
                  <a:lnTo>
                    <a:pt x="1034736" y="300966"/>
                  </a:lnTo>
                  <a:lnTo>
                    <a:pt x="1037199" y="299741"/>
                  </a:lnTo>
                  <a:lnTo>
                    <a:pt x="1039663" y="298539"/>
                  </a:lnTo>
                  <a:lnTo>
                    <a:pt x="1042127" y="297355"/>
                  </a:lnTo>
                  <a:lnTo>
                    <a:pt x="1044590" y="296191"/>
                  </a:lnTo>
                  <a:lnTo>
                    <a:pt x="1047054" y="295045"/>
                  </a:lnTo>
                  <a:lnTo>
                    <a:pt x="1049518" y="293922"/>
                  </a:lnTo>
                  <a:lnTo>
                    <a:pt x="1051981" y="292813"/>
                  </a:lnTo>
                  <a:lnTo>
                    <a:pt x="1054445" y="291717"/>
                  </a:lnTo>
                  <a:lnTo>
                    <a:pt x="1056909" y="290632"/>
                  </a:lnTo>
                  <a:lnTo>
                    <a:pt x="1059372" y="289557"/>
                  </a:lnTo>
                  <a:lnTo>
                    <a:pt x="1061836" y="288486"/>
                  </a:lnTo>
                  <a:lnTo>
                    <a:pt x="1064300" y="287416"/>
                  </a:lnTo>
                  <a:lnTo>
                    <a:pt x="1066763" y="286342"/>
                  </a:lnTo>
                  <a:lnTo>
                    <a:pt x="1069227" y="285262"/>
                  </a:lnTo>
                  <a:lnTo>
                    <a:pt x="1071691" y="284164"/>
                  </a:lnTo>
                  <a:lnTo>
                    <a:pt x="1074154" y="283046"/>
                  </a:lnTo>
                  <a:lnTo>
                    <a:pt x="1076618" y="281904"/>
                  </a:lnTo>
                  <a:lnTo>
                    <a:pt x="1079082" y="280731"/>
                  </a:lnTo>
                  <a:lnTo>
                    <a:pt x="1081545" y="279519"/>
                  </a:lnTo>
                  <a:lnTo>
                    <a:pt x="1084009" y="278250"/>
                  </a:lnTo>
                  <a:lnTo>
                    <a:pt x="1086472" y="276928"/>
                  </a:lnTo>
                  <a:lnTo>
                    <a:pt x="1088936" y="275547"/>
                  </a:lnTo>
                  <a:lnTo>
                    <a:pt x="1091400" y="274099"/>
                  </a:lnTo>
                  <a:lnTo>
                    <a:pt x="1093863" y="272553"/>
                  </a:lnTo>
                  <a:lnTo>
                    <a:pt x="1096327" y="270911"/>
                  </a:lnTo>
                  <a:lnTo>
                    <a:pt x="1098791" y="269173"/>
                  </a:lnTo>
                  <a:lnTo>
                    <a:pt x="1101254" y="267331"/>
                  </a:lnTo>
                  <a:lnTo>
                    <a:pt x="1103718" y="265369"/>
                  </a:lnTo>
                  <a:lnTo>
                    <a:pt x="1106182" y="263241"/>
                  </a:lnTo>
                  <a:lnTo>
                    <a:pt x="1108645" y="260976"/>
                  </a:lnTo>
                  <a:lnTo>
                    <a:pt x="1111109" y="258563"/>
                  </a:lnTo>
                  <a:lnTo>
                    <a:pt x="1113573" y="255997"/>
                  </a:lnTo>
                  <a:lnTo>
                    <a:pt x="1116036" y="253226"/>
                  </a:lnTo>
                  <a:lnTo>
                    <a:pt x="1118500" y="250247"/>
                  </a:lnTo>
                  <a:lnTo>
                    <a:pt x="1120964" y="247078"/>
                  </a:lnTo>
                  <a:lnTo>
                    <a:pt x="1123427" y="243712"/>
                  </a:lnTo>
                  <a:lnTo>
                    <a:pt x="1125891" y="240140"/>
                  </a:lnTo>
                  <a:lnTo>
                    <a:pt x="1128355" y="236268"/>
                  </a:lnTo>
                  <a:lnTo>
                    <a:pt x="1130818" y="232168"/>
                  </a:lnTo>
                  <a:lnTo>
                    <a:pt x="1133282" y="227834"/>
                  </a:lnTo>
                  <a:lnTo>
                    <a:pt x="1135746" y="223262"/>
                  </a:lnTo>
                  <a:lnTo>
                    <a:pt x="1138209" y="218404"/>
                  </a:lnTo>
                  <a:lnTo>
                    <a:pt x="1140673" y="213241"/>
                  </a:lnTo>
                  <a:lnTo>
                    <a:pt x="1143137" y="207825"/>
                  </a:lnTo>
                  <a:lnTo>
                    <a:pt x="1145600" y="202155"/>
                  </a:lnTo>
                  <a:lnTo>
                    <a:pt x="1148064" y="196232"/>
                  </a:lnTo>
                  <a:lnTo>
                    <a:pt x="1150528" y="189975"/>
                  </a:lnTo>
                  <a:lnTo>
                    <a:pt x="1152991" y="183459"/>
                  </a:lnTo>
                  <a:lnTo>
                    <a:pt x="1155455" y="176706"/>
                  </a:lnTo>
                  <a:lnTo>
                    <a:pt x="1157919" y="169722"/>
                  </a:lnTo>
                  <a:lnTo>
                    <a:pt x="1160382" y="162495"/>
                  </a:lnTo>
                  <a:lnTo>
                    <a:pt x="1162846" y="155010"/>
                  </a:lnTo>
                  <a:lnTo>
                    <a:pt x="1165310" y="147344"/>
                  </a:lnTo>
                  <a:lnTo>
                    <a:pt x="1167773" y="139516"/>
                  </a:lnTo>
                  <a:lnTo>
                    <a:pt x="1170237" y="131541"/>
                  </a:lnTo>
                  <a:lnTo>
                    <a:pt x="1172701" y="123418"/>
                  </a:lnTo>
                  <a:lnTo>
                    <a:pt x="1175164" y="115208"/>
                  </a:lnTo>
                  <a:lnTo>
                    <a:pt x="1177628" y="106949"/>
                  </a:lnTo>
                  <a:lnTo>
                    <a:pt x="1180091" y="98671"/>
                  </a:lnTo>
                  <a:lnTo>
                    <a:pt x="1182555" y="90403"/>
                  </a:lnTo>
                  <a:lnTo>
                    <a:pt x="1185019" y="82218"/>
                  </a:lnTo>
                  <a:lnTo>
                    <a:pt x="1187482" y="74147"/>
                  </a:lnTo>
                  <a:lnTo>
                    <a:pt x="1189946" y="66225"/>
                  </a:lnTo>
                  <a:lnTo>
                    <a:pt x="1192410" y="58487"/>
                  </a:lnTo>
                  <a:lnTo>
                    <a:pt x="1194873" y="51030"/>
                  </a:lnTo>
                  <a:lnTo>
                    <a:pt x="1197337" y="43920"/>
                  </a:lnTo>
                  <a:lnTo>
                    <a:pt x="1199801" y="37154"/>
                  </a:lnTo>
                  <a:lnTo>
                    <a:pt x="1202264" y="30768"/>
                  </a:lnTo>
                  <a:lnTo>
                    <a:pt x="1204728" y="24800"/>
                  </a:lnTo>
                  <a:lnTo>
                    <a:pt x="1207192" y="19484"/>
                  </a:lnTo>
                  <a:lnTo>
                    <a:pt x="1209655" y="14710"/>
                  </a:lnTo>
                  <a:lnTo>
                    <a:pt x="1212119" y="10502"/>
                  </a:lnTo>
                  <a:lnTo>
                    <a:pt x="1214583" y="6891"/>
                  </a:lnTo>
                  <a:lnTo>
                    <a:pt x="1217046" y="4005"/>
                  </a:lnTo>
                  <a:lnTo>
                    <a:pt x="1219510" y="1959"/>
                  </a:lnTo>
                  <a:lnTo>
                    <a:pt x="1221974" y="618"/>
                  </a:lnTo>
                  <a:lnTo>
                    <a:pt x="1224437" y="0"/>
                  </a:lnTo>
                  <a:lnTo>
                    <a:pt x="1226901" y="120"/>
                  </a:lnTo>
                  <a:lnTo>
                    <a:pt x="1229365" y="1231"/>
                  </a:lnTo>
                  <a:lnTo>
                    <a:pt x="1231828" y="3169"/>
                  </a:lnTo>
                  <a:lnTo>
                    <a:pt x="1234292" y="5872"/>
                  </a:lnTo>
                  <a:lnTo>
                    <a:pt x="1236756" y="9340"/>
                  </a:lnTo>
                  <a:lnTo>
                    <a:pt x="1239219" y="13627"/>
                  </a:lnTo>
                  <a:lnTo>
                    <a:pt x="1241683" y="18877"/>
                  </a:lnTo>
                  <a:lnTo>
                    <a:pt x="1244147" y="24839"/>
                  </a:lnTo>
                  <a:lnTo>
                    <a:pt x="1246610" y="31491"/>
                  </a:lnTo>
                  <a:lnTo>
                    <a:pt x="1249074" y="38809"/>
                  </a:lnTo>
                  <a:lnTo>
                    <a:pt x="1251538" y="46909"/>
                  </a:lnTo>
                  <a:lnTo>
                    <a:pt x="1254001" y="55663"/>
                  </a:lnTo>
                  <a:lnTo>
                    <a:pt x="1256465" y="64946"/>
                  </a:lnTo>
                  <a:lnTo>
                    <a:pt x="1258929" y="74719"/>
                  </a:lnTo>
                  <a:lnTo>
                    <a:pt x="1258929" y="392819"/>
                  </a:lnTo>
                  <a:lnTo>
                    <a:pt x="1256465" y="392819"/>
                  </a:lnTo>
                  <a:lnTo>
                    <a:pt x="1254001" y="392819"/>
                  </a:lnTo>
                  <a:lnTo>
                    <a:pt x="1251538" y="392819"/>
                  </a:lnTo>
                  <a:lnTo>
                    <a:pt x="1249074" y="392819"/>
                  </a:lnTo>
                  <a:lnTo>
                    <a:pt x="1246610" y="392819"/>
                  </a:lnTo>
                  <a:lnTo>
                    <a:pt x="1244147" y="392819"/>
                  </a:lnTo>
                  <a:lnTo>
                    <a:pt x="1241683" y="392819"/>
                  </a:lnTo>
                  <a:lnTo>
                    <a:pt x="1239219" y="392819"/>
                  </a:lnTo>
                  <a:lnTo>
                    <a:pt x="1236756" y="392819"/>
                  </a:lnTo>
                  <a:lnTo>
                    <a:pt x="1234292" y="392819"/>
                  </a:lnTo>
                  <a:lnTo>
                    <a:pt x="1231828" y="392819"/>
                  </a:lnTo>
                  <a:lnTo>
                    <a:pt x="1229365" y="392819"/>
                  </a:lnTo>
                  <a:lnTo>
                    <a:pt x="1226901" y="392819"/>
                  </a:lnTo>
                  <a:lnTo>
                    <a:pt x="1224437" y="392819"/>
                  </a:lnTo>
                  <a:lnTo>
                    <a:pt x="1221974" y="392819"/>
                  </a:lnTo>
                  <a:lnTo>
                    <a:pt x="1219510" y="392819"/>
                  </a:lnTo>
                  <a:lnTo>
                    <a:pt x="1217046" y="392819"/>
                  </a:lnTo>
                  <a:lnTo>
                    <a:pt x="1214583" y="392819"/>
                  </a:lnTo>
                  <a:lnTo>
                    <a:pt x="1212119" y="392819"/>
                  </a:lnTo>
                  <a:lnTo>
                    <a:pt x="1209655" y="392819"/>
                  </a:lnTo>
                  <a:lnTo>
                    <a:pt x="1207192" y="392819"/>
                  </a:lnTo>
                  <a:lnTo>
                    <a:pt x="1204728" y="392819"/>
                  </a:lnTo>
                  <a:lnTo>
                    <a:pt x="1202264" y="392819"/>
                  </a:lnTo>
                  <a:lnTo>
                    <a:pt x="1199801" y="392819"/>
                  </a:lnTo>
                  <a:lnTo>
                    <a:pt x="1197337" y="392819"/>
                  </a:lnTo>
                  <a:lnTo>
                    <a:pt x="1194873" y="392819"/>
                  </a:lnTo>
                  <a:lnTo>
                    <a:pt x="1192410" y="392819"/>
                  </a:lnTo>
                  <a:lnTo>
                    <a:pt x="1189946" y="392819"/>
                  </a:lnTo>
                  <a:lnTo>
                    <a:pt x="1187482" y="392819"/>
                  </a:lnTo>
                  <a:lnTo>
                    <a:pt x="1185019" y="392819"/>
                  </a:lnTo>
                  <a:lnTo>
                    <a:pt x="1182555" y="392819"/>
                  </a:lnTo>
                  <a:lnTo>
                    <a:pt x="1180091" y="392819"/>
                  </a:lnTo>
                  <a:lnTo>
                    <a:pt x="1177628" y="392819"/>
                  </a:lnTo>
                  <a:lnTo>
                    <a:pt x="1175164" y="392819"/>
                  </a:lnTo>
                  <a:lnTo>
                    <a:pt x="1172701" y="392819"/>
                  </a:lnTo>
                  <a:lnTo>
                    <a:pt x="1170237" y="392819"/>
                  </a:lnTo>
                  <a:lnTo>
                    <a:pt x="1167773" y="392819"/>
                  </a:lnTo>
                  <a:lnTo>
                    <a:pt x="1165310" y="392819"/>
                  </a:lnTo>
                  <a:lnTo>
                    <a:pt x="1162846" y="392819"/>
                  </a:lnTo>
                  <a:lnTo>
                    <a:pt x="1160382" y="392819"/>
                  </a:lnTo>
                  <a:lnTo>
                    <a:pt x="1157919" y="392819"/>
                  </a:lnTo>
                  <a:lnTo>
                    <a:pt x="1155455" y="392819"/>
                  </a:lnTo>
                  <a:lnTo>
                    <a:pt x="1152991" y="392819"/>
                  </a:lnTo>
                  <a:lnTo>
                    <a:pt x="1150528" y="392819"/>
                  </a:lnTo>
                  <a:lnTo>
                    <a:pt x="1148064" y="392819"/>
                  </a:lnTo>
                  <a:lnTo>
                    <a:pt x="1145600" y="392819"/>
                  </a:lnTo>
                  <a:lnTo>
                    <a:pt x="1143137" y="392819"/>
                  </a:lnTo>
                  <a:lnTo>
                    <a:pt x="1140673" y="392819"/>
                  </a:lnTo>
                  <a:lnTo>
                    <a:pt x="1138209" y="392819"/>
                  </a:lnTo>
                  <a:lnTo>
                    <a:pt x="1135746" y="392819"/>
                  </a:lnTo>
                  <a:lnTo>
                    <a:pt x="1133282" y="392819"/>
                  </a:lnTo>
                  <a:lnTo>
                    <a:pt x="1130818" y="392819"/>
                  </a:lnTo>
                  <a:lnTo>
                    <a:pt x="1128355" y="392819"/>
                  </a:lnTo>
                  <a:lnTo>
                    <a:pt x="1125891" y="392819"/>
                  </a:lnTo>
                  <a:lnTo>
                    <a:pt x="1123427" y="392819"/>
                  </a:lnTo>
                  <a:lnTo>
                    <a:pt x="1120964" y="392819"/>
                  </a:lnTo>
                  <a:lnTo>
                    <a:pt x="1118500" y="392819"/>
                  </a:lnTo>
                  <a:lnTo>
                    <a:pt x="1116036" y="392819"/>
                  </a:lnTo>
                  <a:lnTo>
                    <a:pt x="1113573" y="392819"/>
                  </a:lnTo>
                  <a:lnTo>
                    <a:pt x="1111109" y="392819"/>
                  </a:lnTo>
                  <a:lnTo>
                    <a:pt x="1108645" y="392819"/>
                  </a:lnTo>
                  <a:lnTo>
                    <a:pt x="1106182" y="392819"/>
                  </a:lnTo>
                  <a:lnTo>
                    <a:pt x="1103718" y="392819"/>
                  </a:lnTo>
                  <a:lnTo>
                    <a:pt x="1101254" y="392819"/>
                  </a:lnTo>
                  <a:lnTo>
                    <a:pt x="1098791" y="392819"/>
                  </a:lnTo>
                  <a:lnTo>
                    <a:pt x="1096327" y="392819"/>
                  </a:lnTo>
                  <a:lnTo>
                    <a:pt x="1093863" y="392819"/>
                  </a:lnTo>
                  <a:lnTo>
                    <a:pt x="1091400" y="392819"/>
                  </a:lnTo>
                  <a:lnTo>
                    <a:pt x="1088936" y="392819"/>
                  </a:lnTo>
                  <a:lnTo>
                    <a:pt x="1086472" y="392819"/>
                  </a:lnTo>
                  <a:lnTo>
                    <a:pt x="1084009" y="392819"/>
                  </a:lnTo>
                  <a:lnTo>
                    <a:pt x="1081545" y="392819"/>
                  </a:lnTo>
                  <a:lnTo>
                    <a:pt x="1079082" y="392819"/>
                  </a:lnTo>
                  <a:lnTo>
                    <a:pt x="1076618" y="392819"/>
                  </a:lnTo>
                  <a:lnTo>
                    <a:pt x="1074154" y="392819"/>
                  </a:lnTo>
                  <a:lnTo>
                    <a:pt x="1071691" y="392819"/>
                  </a:lnTo>
                  <a:lnTo>
                    <a:pt x="1069227" y="392819"/>
                  </a:lnTo>
                  <a:lnTo>
                    <a:pt x="1066763" y="392819"/>
                  </a:lnTo>
                  <a:lnTo>
                    <a:pt x="1064300" y="392819"/>
                  </a:lnTo>
                  <a:lnTo>
                    <a:pt x="1061836" y="392819"/>
                  </a:lnTo>
                  <a:lnTo>
                    <a:pt x="1059372" y="392819"/>
                  </a:lnTo>
                  <a:lnTo>
                    <a:pt x="1056909" y="392819"/>
                  </a:lnTo>
                  <a:lnTo>
                    <a:pt x="1054445" y="392819"/>
                  </a:lnTo>
                  <a:lnTo>
                    <a:pt x="1051981" y="392819"/>
                  </a:lnTo>
                  <a:lnTo>
                    <a:pt x="1049518" y="392819"/>
                  </a:lnTo>
                  <a:lnTo>
                    <a:pt x="1047054" y="392819"/>
                  </a:lnTo>
                  <a:lnTo>
                    <a:pt x="1044590" y="392819"/>
                  </a:lnTo>
                  <a:lnTo>
                    <a:pt x="1042127" y="392819"/>
                  </a:lnTo>
                  <a:lnTo>
                    <a:pt x="1039663" y="392819"/>
                  </a:lnTo>
                  <a:lnTo>
                    <a:pt x="1037199" y="392819"/>
                  </a:lnTo>
                  <a:lnTo>
                    <a:pt x="1034736" y="392819"/>
                  </a:lnTo>
                  <a:lnTo>
                    <a:pt x="1032272" y="392819"/>
                  </a:lnTo>
                  <a:lnTo>
                    <a:pt x="1029808" y="392819"/>
                  </a:lnTo>
                  <a:lnTo>
                    <a:pt x="1027345" y="392819"/>
                  </a:lnTo>
                  <a:lnTo>
                    <a:pt x="1024881" y="392819"/>
                  </a:lnTo>
                  <a:lnTo>
                    <a:pt x="1022417" y="392819"/>
                  </a:lnTo>
                  <a:lnTo>
                    <a:pt x="1019954" y="392819"/>
                  </a:lnTo>
                  <a:lnTo>
                    <a:pt x="1017490" y="392819"/>
                  </a:lnTo>
                  <a:lnTo>
                    <a:pt x="1015026" y="392819"/>
                  </a:lnTo>
                  <a:lnTo>
                    <a:pt x="1012563" y="392819"/>
                  </a:lnTo>
                  <a:lnTo>
                    <a:pt x="1010099" y="392819"/>
                  </a:lnTo>
                  <a:lnTo>
                    <a:pt x="1007635" y="392819"/>
                  </a:lnTo>
                  <a:lnTo>
                    <a:pt x="1005172" y="392819"/>
                  </a:lnTo>
                  <a:lnTo>
                    <a:pt x="1002708" y="392819"/>
                  </a:lnTo>
                  <a:lnTo>
                    <a:pt x="1000244" y="392819"/>
                  </a:lnTo>
                  <a:lnTo>
                    <a:pt x="997781" y="392819"/>
                  </a:lnTo>
                  <a:lnTo>
                    <a:pt x="995317" y="392819"/>
                  </a:lnTo>
                  <a:lnTo>
                    <a:pt x="992853" y="392819"/>
                  </a:lnTo>
                  <a:lnTo>
                    <a:pt x="990390" y="392819"/>
                  </a:lnTo>
                  <a:lnTo>
                    <a:pt x="987926" y="392819"/>
                  </a:lnTo>
                  <a:lnTo>
                    <a:pt x="985463" y="392819"/>
                  </a:lnTo>
                  <a:lnTo>
                    <a:pt x="982999" y="392819"/>
                  </a:lnTo>
                  <a:lnTo>
                    <a:pt x="980535" y="392819"/>
                  </a:lnTo>
                  <a:lnTo>
                    <a:pt x="978072" y="392819"/>
                  </a:lnTo>
                  <a:lnTo>
                    <a:pt x="975608" y="392819"/>
                  </a:lnTo>
                  <a:lnTo>
                    <a:pt x="973144" y="392819"/>
                  </a:lnTo>
                  <a:lnTo>
                    <a:pt x="970681" y="392819"/>
                  </a:lnTo>
                  <a:lnTo>
                    <a:pt x="968217" y="392819"/>
                  </a:lnTo>
                  <a:lnTo>
                    <a:pt x="965753" y="392819"/>
                  </a:lnTo>
                  <a:lnTo>
                    <a:pt x="963290" y="392819"/>
                  </a:lnTo>
                  <a:lnTo>
                    <a:pt x="960826" y="392819"/>
                  </a:lnTo>
                  <a:lnTo>
                    <a:pt x="958362" y="392819"/>
                  </a:lnTo>
                  <a:lnTo>
                    <a:pt x="955899" y="392819"/>
                  </a:lnTo>
                  <a:lnTo>
                    <a:pt x="953435" y="392819"/>
                  </a:lnTo>
                  <a:lnTo>
                    <a:pt x="950971" y="392819"/>
                  </a:lnTo>
                  <a:lnTo>
                    <a:pt x="948508" y="392819"/>
                  </a:lnTo>
                  <a:lnTo>
                    <a:pt x="946044" y="392819"/>
                  </a:lnTo>
                  <a:lnTo>
                    <a:pt x="943580" y="392819"/>
                  </a:lnTo>
                  <a:lnTo>
                    <a:pt x="941117" y="392819"/>
                  </a:lnTo>
                  <a:lnTo>
                    <a:pt x="938653" y="392819"/>
                  </a:lnTo>
                  <a:lnTo>
                    <a:pt x="936189" y="392819"/>
                  </a:lnTo>
                  <a:lnTo>
                    <a:pt x="933726" y="392819"/>
                  </a:lnTo>
                  <a:lnTo>
                    <a:pt x="931262" y="392819"/>
                  </a:lnTo>
                  <a:lnTo>
                    <a:pt x="928798" y="392819"/>
                  </a:lnTo>
                  <a:lnTo>
                    <a:pt x="926335" y="392819"/>
                  </a:lnTo>
                  <a:lnTo>
                    <a:pt x="923871" y="392819"/>
                  </a:lnTo>
                  <a:lnTo>
                    <a:pt x="921407" y="392819"/>
                  </a:lnTo>
                  <a:lnTo>
                    <a:pt x="918944" y="392819"/>
                  </a:lnTo>
                  <a:lnTo>
                    <a:pt x="916480" y="392819"/>
                  </a:lnTo>
                  <a:lnTo>
                    <a:pt x="914016" y="392819"/>
                  </a:lnTo>
                  <a:lnTo>
                    <a:pt x="911553" y="392819"/>
                  </a:lnTo>
                  <a:lnTo>
                    <a:pt x="909089" y="392819"/>
                  </a:lnTo>
                  <a:lnTo>
                    <a:pt x="906625" y="392819"/>
                  </a:lnTo>
                  <a:lnTo>
                    <a:pt x="904162" y="392819"/>
                  </a:lnTo>
                  <a:lnTo>
                    <a:pt x="901698" y="392819"/>
                  </a:lnTo>
                  <a:lnTo>
                    <a:pt x="899235" y="392819"/>
                  </a:lnTo>
                  <a:lnTo>
                    <a:pt x="896771" y="392819"/>
                  </a:lnTo>
                  <a:lnTo>
                    <a:pt x="894307" y="392819"/>
                  </a:lnTo>
                  <a:lnTo>
                    <a:pt x="891844" y="392819"/>
                  </a:lnTo>
                  <a:lnTo>
                    <a:pt x="889380" y="392819"/>
                  </a:lnTo>
                  <a:lnTo>
                    <a:pt x="886916" y="392819"/>
                  </a:lnTo>
                  <a:lnTo>
                    <a:pt x="884453" y="392819"/>
                  </a:lnTo>
                  <a:lnTo>
                    <a:pt x="881989" y="392819"/>
                  </a:lnTo>
                  <a:lnTo>
                    <a:pt x="879525" y="392819"/>
                  </a:lnTo>
                  <a:lnTo>
                    <a:pt x="877062" y="392819"/>
                  </a:lnTo>
                  <a:lnTo>
                    <a:pt x="874598" y="392819"/>
                  </a:lnTo>
                  <a:lnTo>
                    <a:pt x="872134" y="392819"/>
                  </a:lnTo>
                  <a:lnTo>
                    <a:pt x="869671" y="392819"/>
                  </a:lnTo>
                  <a:lnTo>
                    <a:pt x="867207" y="392819"/>
                  </a:lnTo>
                  <a:lnTo>
                    <a:pt x="864743" y="392819"/>
                  </a:lnTo>
                  <a:lnTo>
                    <a:pt x="862280" y="392819"/>
                  </a:lnTo>
                  <a:lnTo>
                    <a:pt x="859816" y="392819"/>
                  </a:lnTo>
                  <a:lnTo>
                    <a:pt x="857352" y="392819"/>
                  </a:lnTo>
                  <a:lnTo>
                    <a:pt x="854889" y="392819"/>
                  </a:lnTo>
                  <a:lnTo>
                    <a:pt x="852425" y="392819"/>
                  </a:lnTo>
                  <a:lnTo>
                    <a:pt x="849961" y="392819"/>
                  </a:lnTo>
                  <a:lnTo>
                    <a:pt x="847498" y="392819"/>
                  </a:lnTo>
                  <a:lnTo>
                    <a:pt x="845034" y="392819"/>
                  </a:lnTo>
                  <a:lnTo>
                    <a:pt x="842570" y="392819"/>
                  </a:lnTo>
                  <a:lnTo>
                    <a:pt x="840107" y="392819"/>
                  </a:lnTo>
                  <a:lnTo>
                    <a:pt x="837643" y="392819"/>
                  </a:lnTo>
                  <a:lnTo>
                    <a:pt x="835179" y="392819"/>
                  </a:lnTo>
                  <a:lnTo>
                    <a:pt x="832716" y="392819"/>
                  </a:lnTo>
                  <a:lnTo>
                    <a:pt x="830252" y="392819"/>
                  </a:lnTo>
                  <a:lnTo>
                    <a:pt x="827788" y="392819"/>
                  </a:lnTo>
                  <a:lnTo>
                    <a:pt x="825325" y="392819"/>
                  </a:lnTo>
                  <a:lnTo>
                    <a:pt x="822861" y="392819"/>
                  </a:lnTo>
                  <a:lnTo>
                    <a:pt x="820397" y="392819"/>
                  </a:lnTo>
                  <a:lnTo>
                    <a:pt x="817934" y="392819"/>
                  </a:lnTo>
                  <a:lnTo>
                    <a:pt x="815470" y="392819"/>
                  </a:lnTo>
                  <a:lnTo>
                    <a:pt x="813006" y="392819"/>
                  </a:lnTo>
                  <a:lnTo>
                    <a:pt x="810543" y="392819"/>
                  </a:lnTo>
                  <a:lnTo>
                    <a:pt x="808079" y="392819"/>
                  </a:lnTo>
                  <a:lnTo>
                    <a:pt x="805616" y="392819"/>
                  </a:lnTo>
                  <a:lnTo>
                    <a:pt x="803152" y="392819"/>
                  </a:lnTo>
                  <a:lnTo>
                    <a:pt x="800688" y="392819"/>
                  </a:lnTo>
                  <a:lnTo>
                    <a:pt x="798225" y="392819"/>
                  </a:lnTo>
                  <a:lnTo>
                    <a:pt x="795761" y="392819"/>
                  </a:lnTo>
                  <a:lnTo>
                    <a:pt x="793297" y="392819"/>
                  </a:lnTo>
                  <a:lnTo>
                    <a:pt x="790834" y="392819"/>
                  </a:lnTo>
                  <a:lnTo>
                    <a:pt x="788370" y="392819"/>
                  </a:lnTo>
                  <a:lnTo>
                    <a:pt x="785906" y="392819"/>
                  </a:lnTo>
                  <a:lnTo>
                    <a:pt x="783443" y="392819"/>
                  </a:lnTo>
                  <a:lnTo>
                    <a:pt x="780979" y="392819"/>
                  </a:lnTo>
                  <a:lnTo>
                    <a:pt x="778515" y="392819"/>
                  </a:lnTo>
                  <a:lnTo>
                    <a:pt x="776052" y="392819"/>
                  </a:lnTo>
                  <a:lnTo>
                    <a:pt x="773588" y="392819"/>
                  </a:lnTo>
                  <a:lnTo>
                    <a:pt x="771124" y="392819"/>
                  </a:lnTo>
                  <a:lnTo>
                    <a:pt x="768661" y="392819"/>
                  </a:lnTo>
                  <a:lnTo>
                    <a:pt x="766197" y="392819"/>
                  </a:lnTo>
                  <a:lnTo>
                    <a:pt x="763733" y="392819"/>
                  </a:lnTo>
                  <a:lnTo>
                    <a:pt x="761270" y="392819"/>
                  </a:lnTo>
                  <a:lnTo>
                    <a:pt x="758806" y="392819"/>
                  </a:lnTo>
                  <a:lnTo>
                    <a:pt x="756342" y="392819"/>
                  </a:lnTo>
                  <a:lnTo>
                    <a:pt x="753879" y="392819"/>
                  </a:lnTo>
                  <a:lnTo>
                    <a:pt x="751415" y="392819"/>
                  </a:lnTo>
                  <a:lnTo>
                    <a:pt x="748951" y="392819"/>
                  </a:lnTo>
                  <a:lnTo>
                    <a:pt x="746488" y="392819"/>
                  </a:lnTo>
                  <a:lnTo>
                    <a:pt x="744024" y="392819"/>
                  </a:lnTo>
                  <a:lnTo>
                    <a:pt x="741560" y="392819"/>
                  </a:lnTo>
                  <a:lnTo>
                    <a:pt x="739097" y="392819"/>
                  </a:lnTo>
                  <a:lnTo>
                    <a:pt x="736633" y="392819"/>
                  </a:lnTo>
                  <a:lnTo>
                    <a:pt x="734169" y="392819"/>
                  </a:lnTo>
                  <a:lnTo>
                    <a:pt x="731706" y="392819"/>
                  </a:lnTo>
                  <a:lnTo>
                    <a:pt x="729242" y="392819"/>
                  </a:lnTo>
                  <a:lnTo>
                    <a:pt x="726778" y="392819"/>
                  </a:lnTo>
                  <a:lnTo>
                    <a:pt x="724315" y="392819"/>
                  </a:lnTo>
                  <a:lnTo>
                    <a:pt x="721851" y="392819"/>
                  </a:lnTo>
                  <a:lnTo>
                    <a:pt x="719388" y="392819"/>
                  </a:lnTo>
                  <a:lnTo>
                    <a:pt x="716924" y="392819"/>
                  </a:lnTo>
                  <a:lnTo>
                    <a:pt x="714460" y="392819"/>
                  </a:lnTo>
                  <a:lnTo>
                    <a:pt x="711997" y="392819"/>
                  </a:lnTo>
                  <a:lnTo>
                    <a:pt x="709533" y="392819"/>
                  </a:lnTo>
                  <a:lnTo>
                    <a:pt x="707069" y="392819"/>
                  </a:lnTo>
                  <a:lnTo>
                    <a:pt x="704606" y="392819"/>
                  </a:lnTo>
                  <a:lnTo>
                    <a:pt x="702142" y="392819"/>
                  </a:lnTo>
                  <a:lnTo>
                    <a:pt x="699678" y="392819"/>
                  </a:lnTo>
                  <a:lnTo>
                    <a:pt x="697215" y="392819"/>
                  </a:lnTo>
                  <a:lnTo>
                    <a:pt x="694751" y="392819"/>
                  </a:lnTo>
                  <a:lnTo>
                    <a:pt x="692287" y="392819"/>
                  </a:lnTo>
                  <a:lnTo>
                    <a:pt x="689824" y="392819"/>
                  </a:lnTo>
                  <a:lnTo>
                    <a:pt x="687360" y="392819"/>
                  </a:lnTo>
                  <a:lnTo>
                    <a:pt x="684896" y="392819"/>
                  </a:lnTo>
                  <a:lnTo>
                    <a:pt x="682433" y="392819"/>
                  </a:lnTo>
                  <a:lnTo>
                    <a:pt x="679969" y="392819"/>
                  </a:lnTo>
                  <a:lnTo>
                    <a:pt x="677505" y="392819"/>
                  </a:lnTo>
                  <a:lnTo>
                    <a:pt x="675042" y="392819"/>
                  </a:lnTo>
                  <a:lnTo>
                    <a:pt x="672578" y="392819"/>
                  </a:lnTo>
                  <a:lnTo>
                    <a:pt x="670114" y="392819"/>
                  </a:lnTo>
                  <a:lnTo>
                    <a:pt x="667651" y="392819"/>
                  </a:lnTo>
                  <a:lnTo>
                    <a:pt x="665187" y="392819"/>
                  </a:lnTo>
                  <a:lnTo>
                    <a:pt x="662723" y="392819"/>
                  </a:lnTo>
                  <a:lnTo>
                    <a:pt x="660260" y="392819"/>
                  </a:lnTo>
                  <a:lnTo>
                    <a:pt x="657796" y="392819"/>
                  </a:lnTo>
                  <a:lnTo>
                    <a:pt x="655332" y="392819"/>
                  </a:lnTo>
                  <a:lnTo>
                    <a:pt x="652869" y="392819"/>
                  </a:lnTo>
                  <a:lnTo>
                    <a:pt x="650405" y="392819"/>
                  </a:lnTo>
                  <a:lnTo>
                    <a:pt x="647941" y="392819"/>
                  </a:lnTo>
                  <a:lnTo>
                    <a:pt x="645478" y="392819"/>
                  </a:lnTo>
                  <a:lnTo>
                    <a:pt x="643014" y="392819"/>
                  </a:lnTo>
                  <a:lnTo>
                    <a:pt x="640550" y="392819"/>
                  </a:lnTo>
                  <a:lnTo>
                    <a:pt x="638087" y="392819"/>
                  </a:lnTo>
                  <a:lnTo>
                    <a:pt x="635623" y="392819"/>
                  </a:lnTo>
                  <a:lnTo>
                    <a:pt x="633159" y="392819"/>
                  </a:lnTo>
                  <a:lnTo>
                    <a:pt x="630696" y="392819"/>
                  </a:lnTo>
                  <a:lnTo>
                    <a:pt x="628232" y="392819"/>
                  </a:lnTo>
                  <a:lnTo>
                    <a:pt x="625769" y="392819"/>
                  </a:lnTo>
                  <a:lnTo>
                    <a:pt x="623305" y="392819"/>
                  </a:lnTo>
                  <a:lnTo>
                    <a:pt x="620841" y="392819"/>
                  </a:lnTo>
                  <a:lnTo>
                    <a:pt x="618378" y="392819"/>
                  </a:lnTo>
                  <a:lnTo>
                    <a:pt x="615914" y="392819"/>
                  </a:lnTo>
                  <a:lnTo>
                    <a:pt x="613450" y="392819"/>
                  </a:lnTo>
                  <a:lnTo>
                    <a:pt x="610987" y="392819"/>
                  </a:lnTo>
                  <a:lnTo>
                    <a:pt x="608523" y="392819"/>
                  </a:lnTo>
                  <a:lnTo>
                    <a:pt x="606059" y="392819"/>
                  </a:lnTo>
                  <a:lnTo>
                    <a:pt x="603596" y="392819"/>
                  </a:lnTo>
                  <a:lnTo>
                    <a:pt x="601132" y="392819"/>
                  </a:lnTo>
                  <a:lnTo>
                    <a:pt x="598668" y="392819"/>
                  </a:lnTo>
                  <a:lnTo>
                    <a:pt x="596205" y="392819"/>
                  </a:lnTo>
                  <a:lnTo>
                    <a:pt x="593741" y="392819"/>
                  </a:lnTo>
                  <a:lnTo>
                    <a:pt x="591277" y="392819"/>
                  </a:lnTo>
                  <a:lnTo>
                    <a:pt x="588814" y="392819"/>
                  </a:lnTo>
                  <a:lnTo>
                    <a:pt x="586350" y="392819"/>
                  </a:lnTo>
                  <a:lnTo>
                    <a:pt x="583886" y="392819"/>
                  </a:lnTo>
                  <a:lnTo>
                    <a:pt x="581423" y="392819"/>
                  </a:lnTo>
                  <a:lnTo>
                    <a:pt x="578959" y="392819"/>
                  </a:lnTo>
                  <a:lnTo>
                    <a:pt x="576495" y="392819"/>
                  </a:lnTo>
                  <a:lnTo>
                    <a:pt x="574032" y="392819"/>
                  </a:lnTo>
                  <a:lnTo>
                    <a:pt x="571568" y="392819"/>
                  </a:lnTo>
                  <a:lnTo>
                    <a:pt x="569104" y="392819"/>
                  </a:lnTo>
                  <a:lnTo>
                    <a:pt x="566641" y="392819"/>
                  </a:lnTo>
                  <a:lnTo>
                    <a:pt x="564177" y="392819"/>
                  </a:lnTo>
                  <a:lnTo>
                    <a:pt x="561713" y="392819"/>
                  </a:lnTo>
                  <a:lnTo>
                    <a:pt x="559250" y="392819"/>
                  </a:lnTo>
                  <a:lnTo>
                    <a:pt x="556786" y="392819"/>
                  </a:lnTo>
                  <a:lnTo>
                    <a:pt x="554322" y="392819"/>
                  </a:lnTo>
                  <a:lnTo>
                    <a:pt x="551859" y="392819"/>
                  </a:lnTo>
                  <a:lnTo>
                    <a:pt x="549395" y="392819"/>
                  </a:lnTo>
                  <a:lnTo>
                    <a:pt x="546931" y="392819"/>
                  </a:lnTo>
                  <a:lnTo>
                    <a:pt x="544468" y="392819"/>
                  </a:lnTo>
                  <a:lnTo>
                    <a:pt x="542004" y="392819"/>
                  </a:lnTo>
                  <a:lnTo>
                    <a:pt x="539541" y="392819"/>
                  </a:lnTo>
                  <a:lnTo>
                    <a:pt x="537077" y="392819"/>
                  </a:lnTo>
                  <a:lnTo>
                    <a:pt x="534613" y="392819"/>
                  </a:lnTo>
                  <a:lnTo>
                    <a:pt x="532150" y="392819"/>
                  </a:lnTo>
                  <a:lnTo>
                    <a:pt x="529686" y="392819"/>
                  </a:lnTo>
                  <a:lnTo>
                    <a:pt x="527222" y="392819"/>
                  </a:lnTo>
                  <a:lnTo>
                    <a:pt x="524759" y="392819"/>
                  </a:lnTo>
                  <a:lnTo>
                    <a:pt x="522295" y="392819"/>
                  </a:lnTo>
                  <a:lnTo>
                    <a:pt x="519831" y="392819"/>
                  </a:lnTo>
                  <a:lnTo>
                    <a:pt x="517368" y="392819"/>
                  </a:lnTo>
                  <a:lnTo>
                    <a:pt x="514904" y="392819"/>
                  </a:lnTo>
                  <a:lnTo>
                    <a:pt x="512440" y="392819"/>
                  </a:lnTo>
                  <a:lnTo>
                    <a:pt x="509977" y="392819"/>
                  </a:lnTo>
                  <a:lnTo>
                    <a:pt x="507513" y="392819"/>
                  </a:lnTo>
                  <a:lnTo>
                    <a:pt x="505049" y="392819"/>
                  </a:lnTo>
                  <a:lnTo>
                    <a:pt x="502586" y="392819"/>
                  </a:lnTo>
                  <a:lnTo>
                    <a:pt x="500122" y="392819"/>
                  </a:lnTo>
                  <a:lnTo>
                    <a:pt x="497658" y="392819"/>
                  </a:lnTo>
                  <a:lnTo>
                    <a:pt x="495195" y="392819"/>
                  </a:lnTo>
                  <a:lnTo>
                    <a:pt x="492731" y="392819"/>
                  </a:lnTo>
                  <a:lnTo>
                    <a:pt x="490267" y="392819"/>
                  </a:lnTo>
                  <a:lnTo>
                    <a:pt x="487804" y="392819"/>
                  </a:lnTo>
                  <a:lnTo>
                    <a:pt x="485340" y="392819"/>
                  </a:lnTo>
                  <a:lnTo>
                    <a:pt x="482876" y="392819"/>
                  </a:lnTo>
                  <a:lnTo>
                    <a:pt x="480413" y="392819"/>
                  </a:lnTo>
                  <a:lnTo>
                    <a:pt x="477949" y="392819"/>
                  </a:lnTo>
                  <a:lnTo>
                    <a:pt x="475485" y="392819"/>
                  </a:lnTo>
                  <a:lnTo>
                    <a:pt x="473022" y="392819"/>
                  </a:lnTo>
                  <a:lnTo>
                    <a:pt x="470558" y="392819"/>
                  </a:lnTo>
                  <a:lnTo>
                    <a:pt x="468094" y="392819"/>
                  </a:lnTo>
                  <a:lnTo>
                    <a:pt x="465631" y="392819"/>
                  </a:lnTo>
                  <a:lnTo>
                    <a:pt x="463167" y="392819"/>
                  </a:lnTo>
                  <a:lnTo>
                    <a:pt x="460703" y="392819"/>
                  </a:lnTo>
                  <a:lnTo>
                    <a:pt x="458240" y="392819"/>
                  </a:lnTo>
                  <a:lnTo>
                    <a:pt x="455776" y="392819"/>
                  </a:lnTo>
                  <a:lnTo>
                    <a:pt x="453312" y="392819"/>
                  </a:lnTo>
                  <a:lnTo>
                    <a:pt x="450849" y="392819"/>
                  </a:lnTo>
                  <a:lnTo>
                    <a:pt x="448385" y="392819"/>
                  </a:lnTo>
                  <a:lnTo>
                    <a:pt x="445922" y="392819"/>
                  </a:lnTo>
                  <a:lnTo>
                    <a:pt x="443458" y="392819"/>
                  </a:lnTo>
                  <a:lnTo>
                    <a:pt x="440994" y="392819"/>
                  </a:lnTo>
                  <a:lnTo>
                    <a:pt x="438531" y="392819"/>
                  </a:lnTo>
                  <a:lnTo>
                    <a:pt x="436067" y="392819"/>
                  </a:lnTo>
                  <a:lnTo>
                    <a:pt x="433603" y="392819"/>
                  </a:lnTo>
                  <a:lnTo>
                    <a:pt x="431140" y="392819"/>
                  </a:lnTo>
                  <a:lnTo>
                    <a:pt x="428676" y="392819"/>
                  </a:lnTo>
                  <a:lnTo>
                    <a:pt x="426212" y="392819"/>
                  </a:lnTo>
                  <a:lnTo>
                    <a:pt x="423749" y="392819"/>
                  </a:lnTo>
                  <a:lnTo>
                    <a:pt x="421285" y="392819"/>
                  </a:lnTo>
                  <a:lnTo>
                    <a:pt x="418821" y="392819"/>
                  </a:lnTo>
                  <a:lnTo>
                    <a:pt x="416358" y="392819"/>
                  </a:lnTo>
                  <a:lnTo>
                    <a:pt x="413894" y="392819"/>
                  </a:lnTo>
                  <a:lnTo>
                    <a:pt x="411430" y="392819"/>
                  </a:lnTo>
                  <a:lnTo>
                    <a:pt x="408967" y="392819"/>
                  </a:lnTo>
                  <a:lnTo>
                    <a:pt x="406503" y="392819"/>
                  </a:lnTo>
                  <a:lnTo>
                    <a:pt x="404039" y="392819"/>
                  </a:lnTo>
                  <a:lnTo>
                    <a:pt x="401576" y="392819"/>
                  </a:lnTo>
                  <a:lnTo>
                    <a:pt x="399112" y="392819"/>
                  </a:lnTo>
                  <a:lnTo>
                    <a:pt x="396648" y="392819"/>
                  </a:lnTo>
                  <a:lnTo>
                    <a:pt x="394185" y="392819"/>
                  </a:lnTo>
                  <a:lnTo>
                    <a:pt x="391721" y="392819"/>
                  </a:lnTo>
                  <a:lnTo>
                    <a:pt x="389257" y="392819"/>
                  </a:lnTo>
                  <a:lnTo>
                    <a:pt x="386794" y="392819"/>
                  </a:lnTo>
                  <a:lnTo>
                    <a:pt x="384330" y="392819"/>
                  </a:lnTo>
                  <a:lnTo>
                    <a:pt x="381866" y="392819"/>
                  </a:lnTo>
                  <a:lnTo>
                    <a:pt x="379403" y="392819"/>
                  </a:lnTo>
                  <a:lnTo>
                    <a:pt x="376939" y="392819"/>
                  </a:lnTo>
                  <a:lnTo>
                    <a:pt x="374475" y="392819"/>
                  </a:lnTo>
                  <a:lnTo>
                    <a:pt x="372012" y="392819"/>
                  </a:lnTo>
                  <a:lnTo>
                    <a:pt x="369548" y="392819"/>
                  </a:lnTo>
                  <a:lnTo>
                    <a:pt x="367084" y="392819"/>
                  </a:lnTo>
                  <a:lnTo>
                    <a:pt x="364621" y="392819"/>
                  </a:lnTo>
                  <a:lnTo>
                    <a:pt x="362157" y="392819"/>
                  </a:lnTo>
                  <a:lnTo>
                    <a:pt x="359694" y="392819"/>
                  </a:lnTo>
                  <a:lnTo>
                    <a:pt x="357230" y="392819"/>
                  </a:lnTo>
                  <a:lnTo>
                    <a:pt x="354766" y="392819"/>
                  </a:lnTo>
                  <a:lnTo>
                    <a:pt x="352303" y="392819"/>
                  </a:lnTo>
                  <a:lnTo>
                    <a:pt x="349839" y="392819"/>
                  </a:lnTo>
                  <a:lnTo>
                    <a:pt x="347375" y="392819"/>
                  </a:lnTo>
                  <a:lnTo>
                    <a:pt x="344912" y="392819"/>
                  </a:lnTo>
                  <a:lnTo>
                    <a:pt x="342448" y="392819"/>
                  </a:lnTo>
                  <a:lnTo>
                    <a:pt x="339984" y="392819"/>
                  </a:lnTo>
                  <a:lnTo>
                    <a:pt x="337521" y="392819"/>
                  </a:lnTo>
                  <a:lnTo>
                    <a:pt x="335057" y="392819"/>
                  </a:lnTo>
                  <a:lnTo>
                    <a:pt x="332593" y="392819"/>
                  </a:lnTo>
                  <a:lnTo>
                    <a:pt x="330130" y="392819"/>
                  </a:lnTo>
                  <a:lnTo>
                    <a:pt x="327666" y="392819"/>
                  </a:lnTo>
                  <a:lnTo>
                    <a:pt x="325202" y="392819"/>
                  </a:lnTo>
                  <a:lnTo>
                    <a:pt x="322739" y="392819"/>
                  </a:lnTo>
                  <a:lnTo>
                    <a:pt x="320275" y="392819"/>
                  </a:lnTo>
                  <a:lnTo>
                    <a:pt x="317811" y="392819"/>
                  </a:lnTo>
                  <a:lnTo>
                    <a:pt x="315348" y="392819"/>
                  </a:lnTo>
                  <a:lnTo>
                    <a:pt x="312884" y="392819"/>
                  </a:lnTo>
                  <a:lnTo>
                    <a:pt x="310420" y="392819"/>
                  </a:lnTo>
                  <a:lnTo>
                    <a:pt x="307957" y="392819"/>
                  </a:lnTo>
                  <a:lnTo>
                    <a:pt x="305493" y="392819"/>
                  </a:lnTo>
                  <a:lnTo>
                    <a:pt x="303029" y="392819"/>
                  </a:lnTo>
                  <a:lnTo>
                    <a:pt x="300566" y="392819"/>
                  </a:lnTo>
                  <a:lnTo>
                    <a:pt x="298102" y="392819"/>
                  </a:lnTo>
                  <a:lnTo>
                    <a:pt x="295638" y="392819"/>
                  </a:lnTo>
                  <a:lnTo>
                    <a:pt x="293175" y="392819"/>
                  </a:lnTo>
                  <a:lnTo>
                    <a:pt x="290711" y="392819"/>
                  </a:lnTo>
                  <a:lnTo>
                    <a:pt x="288247" y="392819"/>
                  </a:lnTo>
                  <a:lnTo>
                    <a:pt x="285784" y="392819"/>
                  </a:lnTo>
                  <a:lnTo>
                    <a:pt x="283320" y="392819"/>
                  </a:lnTo>
                  <a:lnTo>
                    <a:pt x="280856" y="392819"/>
                  </a:lnTo>
                  <a:lnTo>
                    <a:pt x="278393" y="392819"/>
                  </a:lnTo>
                  <a:lnTo>
                    <a:pt x="275929" y="392819"/>
                  </a:lnTo>
                  <a:lnTo>
                    <a:pt x="273465" y="392819"/>
                  </a:lnTo>
                  <a:lnTo>
                    <a:pt x="271002" y="392819"/>
                  </a:lnTo>
                  <a:lnTo>
                    <a:pt x="268538" y="392819"/>
                  </a:lnTo>
                  <a:lnTo>
                    <a:pt x="266075" y="392819"/>
                  </a:lnTo>
                  <a:lnTo>
                    <a:pt x="263611" y="392819"/>
                  </a:lnTo>
                  <a:lnTo>
                    <a:pt x="261147" y="392819"/>
                  </a:lnTo>
                  <a:lnTo>
                    <a:pt x="258684" y="392819"/>
                  </a:lnTo>
                  <a:lnTo>
                    <a:pt x="256220" y="392819"/>
                  </a:lnTo>
                  <a:lnTo>
                    <a:pt x="253756" y="392819"/>
                  </a:lnTo>
                  <a:lnTo>
                    <a:pt x="251293" y="392819"/>
                  </a:lnTo>
                  <a:lnTo>
                    <a:pt x="248829" y="392819"/>
                  </a:lnTo>
                  <a:lnTo>
                    <a:pt x="246365" y="392819"/>
                  </a:lnTo>
                  <a:lnTo>
                    <a:pt x="243902" y="392819"/>
                  </a:lnTo>
                  <a:lnTo>
                    <a:pt x="241438" y="392819"/>
                  </a:lnTo>
                  <a:lnTo>
                    <a:pt x="238974" y="392819"/>
                  </a:lnTo>
                  <a:lnTo>
                    <a:pt x="236511" y="392819"/>
                  </a:lnTo>
                  <a:lnTo>
                    <a:pt x="234047" y="392819"/>
                  </a:lnTo>
                  <a:lnTo>
                    <a:pt x="231583" y="392819"/>
                  </a:lnTo>
                  <a:lnTo>
                    <a:pt x="229120" y="392819"/>
                  </a:lnTo>
                  <a:lnTo>
                    <a:pt x="226656" y="392819"/>
                  </a:lnTo>
                  <a:lnTo>
                    <a:pt x="224192" y="392819"/>
                  </a:lnTo>
                  <a:lnTo>
                    <a:pt x="221729" y="392819"/>
                  </a:lnTo>
                  <a:lnTo>
                    <a:pt x="219265" y="392819"/>
                  </a:lnTo>
                  <a:lnTo>
                    <a:pt x="216801" y="392819"/>
                  </a:lnTo>
                  <a:lnTo>
                    <a:pt x="214338" y="392819"/>
                  </a:lnTo>
                  <a:lnTo>
                    <a:pt x="211874" y="392819"/>
                  </a:lnTo>
                  <a:lnTo>
                    <a:pt x="209410" y="392819"/>
                  </a:lnTo>
                  <a:lnTo>
                    <a:pt x="206947" y="392819"/>
                  </a:lnTo>
                  <a:lnTo>
                    <a:pt x="204483" y="392819"/>
                  </a:lnTo>
                  <a:lnTo>
                    <a:pt x="202019" y="392819"/>
                  </a:lnTo>
                  <a:lnTo>
                    <a:pt x="199556" y="392819"/>
                  </a:lnTo>
                  <a:lnTo>
                    <a:pt x="197092" y="392819"/>
                  </a:lnTo>
                  <a:lnTo>
                    <a:pt x="194628" y="392819"/>
                  </a:lnTo>
                  <a:lnTo>
                    <a:pt x="192165" y="392819"/>
                  </a:lnTo>
                  <a:lnTo>
                    <a:pt x="189701" y="392819"/>
                  </a:lnTo>
                  <a:lnTo>
                    <a:pt x="187237" y="392819"/>
                  </a:lnTo>
                  <a:lnTo>
                    <a:pt x="184774" y="392819"/>
                  </a:lnTo>
                  <a:lnTo>
                    <a:pt x="182310" y="392819"/>
                  </a:lnTo>
                  <a:lnTo>
                    <a:pt x="179847" y="392819"/>
                  </a:lnTo>
                  <a:lnTo>
                    <a:pt x="177383" y="392819"/>
                  </a:lnTo>
                  <a:lnTo>
                    <a:pt x="174919" y="392819"/>
                  </a:lnTo>
                  <a:lnTo>
                    <a:pt x="172456" y="392819"/>
                  </a:lnTo>
                  <a:lnTo>
                    <a:pt x="169992" y="392819"/>
                  </a:lnTo>
                  <a:lnTo>
                    <a:pt x="167528" y="392819"/>
                  </a:lnTo>
                  <a:lnTo>
                    <a:pt x="165065" y="392819"/>
                  </a:lnTo>
                  <a:lnTo>
                    <a:pt x="162601" y="392819"/>
                  </a:lnTo>
                  <a:lnTo>
                    <a:pt x="160137" y="392819"/>
                  </a:lnTo>
                  <a:lnTo>
                    <a:pt x="157674" y="392819"/>
                  </a:lnTo>
                  <a:lnTo>
                    <a:pt x="155210" y="392819"/>
                  </a:lnTo>
                  <a:lnTo>
                    <a:pt x="152746" y="392819"/>
                  </a:lnTo>
                  <a:lnTo>
                    <a:pt x="150283" y="392819"/>
                  </a:lnTo>
                  <a:lnTo>
                    <a:pt x="147819" y="392819"/>
                  </a:lnTo>
                  <a:lnTo>
                    <a:pt x="145355" y="392819"/>
                  </a:lnTo>
                  <a:lnTo>
                    <a:pt x="142892" y="392819"/>
                  </a:lnTo>
                  <a:lnTo>
                    <a:pt x="140428" y="392819"/>
                  </a:lnTo>
                  <a:lnTo>
                    <a:pt x="137964" y="392819"/>
                  </a:lnTo>
                  <a:lnTo>
                    <a:pt x="135501" y="392819"/>
                  </a:lnTo>
                  <a:lnTo>
                    <a:pt x="133037" y="392819"/>
                  </a:lnTo>
                  <a:lnTo>
                    <a:pt x="130573" y="392819"/>
                  </a:lnTo>
                  <a:lnTo>
                    <a:pt x="128110" y="392819"/>
                  </a:lnTo>
                  <a:lnTo>
                    <a:pt x="125646" y="392819"/>
                  </a:lnTo>
                  <a:lnTo>
                    <a:pt x="123182" y="392819"/>
                  </a:lnTo>
                  <a:lnTo>
                    <a:pt x="120719" y="392819"/>
                  </a:lnTo>
                  <a:lnTo>
                    <a:pt x="118255" y="392819"/>
                  </a:lnTo>
                  <a:lnTo>
                    <a:pt x="115791" y="392819"/>
                  </a:lnTo>
                  <a:lnTo>
                    <a:pt x="113328" y="392819"/>
                  </a:lnTo>
                  <a:lnTo>
                    <a:pt x="110864" y="392819"/>
                  </a:lnTo>
                  <a:lnTo>
                    <a:pt x="108400" y="392819"/>
                  </a:lnTo>
                  <a:lnTo>
                    <a:pt x="105937" y="392819"/>
                  </a:lnTo>
                  <a:lnTo>
                    <a:pt x="103473" y="392819"/>
                  </a:lnTo>
                  <a:lnTo>
                    <a:pt x="101009" y="392819"/>
                  </a:lnTo>
                  <a:lnTo>
                    <a:pt x="98546" y="392819"/>
                  </a:lnTo>
                  <a:lnTo>
                    <a:pt x="96082" y="392819"/>
                  </a:lnTo>
                  <a:lnTo>
                    <a:pt x="93618" y="392819"/>
                  </a:lnTo>
                  <a:lnTo>
                    <a:pt x="91155" y="392819"/>
                  </a:lnTo>
                  <a:lnTo>
                    <a:pt x="88691" y="392819"/>
                  </a:lnTo>
                  <a:lnTo>
                    <a:pt x="86228" y="392819"/>
                  </a:lnTo>
                  <a:lnTo>
                    <a:pt x="83764" y="392819"/>
                  </a:lnTo>
                  <a:lnTo>
                    <a:pt x="81300" y="392819"/>
                  </a:lnTo>
                  <a:lnTo>
                    <a:pt x="78837" y="392819"/>
                  </a:lnTo>
                  <a:lnTo>
                    <a:pt x="76373" y="392819"/>
                  </a:lnTo>
                  <a:lnTo>
                    <a:pt x="73909" y="392819"/>
                  </a:lnTo>
                  <a:lnTo>
                    <a:pt x="71446" y="392819"/>
                  </a:lnTo>
                  <a:lnTo>
                    <a:pt x="68982" y="392819"/>
                  </a:lnTo>
                  <a:lnTo>
                    <a:pt x="66518" y="392819"/>
                  </a:lnTo>
                  <a:lnTo>
                    <a:pt x="64055" y="392819"/>
                  </a:lnTo>
                  <a:lnTo>
                    <a:pt x="61591" y="392819"/>
                  </a:lnTo>
                  <a:lnTo>
                    <a:pt x="59127" y="392819"/>
                  </a:lnTo>
                  <a:lnTo>
                    <a:pt x="56664" y="392819"/>
                  </a:lnTo>
                  <a:lnTo>
                    <a:pt x="54200" y="392819"/>
                  </a:lnTo>
                  <a:lnTo>
                    <a:pt x="51736" y="392819"/>
                  </a:lnTo>
                  <a:lnTo>
                    <a:pt x="49273" y="392819"/>
                  </a:lnTo>
                  <a:lnTo>
                    <a:pt x="46809" y="392819"/>
                  </a:lnTo>
                  <a:lnTo>
                    <a:pt x="44345" y="392819"/>
                  </a:lnTo>
                  <a:lnTo>
                    <a:pt x="41882" y="392819"/>
                  </a:lnTo>
                  <a:lnTo>
                    <a:pt x="39418" y="392819"/>
                  </a:lnTo>
                  <a:lnTo>
                    <a:pt x="36954" y="392819"/>
                  </a:lnTo>
                  <a:lnTo>
                    <a:pt x="34491" y="392819"/>
                  </a:lnTo>
                  <a:lnTo>
                    <a:pt x="32027" y="392819"/>
                  </a:lnTo>
                  <a:lnTo>
                    <a:pt x="29563" y="392819"/>
                  </a:lnTo>
                  <a:lnTo>
                    <a:pt x="27100" y="392819"/>
                  </a:lnTo>
                  <a:lnTo>
                    <a:pt x="24636" y="392819"/>
                  </a:lnTo>
                  <a:lnTo>
                    <a:pt x="22172" y="392819"/>
                  </a:lnTo>
                  <a:lnTo>
                    <a:pt x="19709" y="392819"/>
                  </a:lnTo>
                  <a:lnTo>
                    <a:pt x="17245" y="392819"/>
                  </a:lnTo>
                  <a:lnTo>
                    <a:pt x="14781" y="392819"/>
                  </a:lnTo>
                  <a:lnTo>
                    <a:pt x="12318" y="392819"/>
                  </a:lnTo>
                  <a:lnTo>
                    <a:pt x="9854" y="392819"/>
                  </a:lnTo>
                  <a:lnTo>
                    <a:pt x="7390" y="392819"/>
                  </a:lnTo>
                  <a:lnTo>
                    <a:pt x="4927" y="392819"/>
                  </a:lnTo>
                  <a:lnTo>
                    <a:pt x="2463" y="39281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3957616" y="5761078"/>
              <a:ext cx="1258929" cy="392819"/>
            </a:xfrm>
            <a:custGeom>
              <a:avLst/>
              <a:pathLst>
                <a:path w="1258929" h="392819">
                  <a:moveTo>
                    <a:pt x="0" y="392819"/>
                  </a:moveTo>
                  <a:lnTo>
                    <a:pt x="2463" y="392819"/>
                  </a:lnTo>
                  <a:lnTo>
                    <a:pt x="4927" y="392819"/>
                  </a:lnTo>
                  <a:lnTo>
                    <a:pt x="7390" y="392819"/>
                  </a:lnTo>
                  <a:lnTo>
                    <a:pt x="9854" y="392819"/>
                  </a:lnTo>
                  <a:lnTo>
                    <a:pt x="12318" y="392819"/>
                  </a:lnTo>
                  <a:lnTo>
                    <a:pt x="14781" y="392819"/>
                  </a:lnTo>
                  <a:lnTo>
                    <a:pt x="17245" y="392819"/>
                  </a:lnTo>
                  <a:lnTo>
                    <a:pt x="19709" y="392819"/>
                  </a:lnTo>
                  <a:lnTo>
                    <a:pt x="22172" y="392819"/>
                  </a:lnTo>
                  <a:lnTo>
                    <a:pt x="24636" y="392819"/>
                  </a:lnTo>
                  <a:lnTo>
                    <a:pt x="27100" y="392819"/>
                  </a:lnTo>
                  <a:lnTo>
                    <a:pt x="29563" y="392819"/>
                  </a:lnTo>
                  <a:lnTo>
                    <a:pt x="32027" y="392819"/>
                  </a:lnTo>
                  <a:lnTo>
                    <a:pt x="34491" y="392819"/>
                  </a:lnTo>
                  <a:lnTo>
                    <a:pt x="36954" y="392819"/>
                  </a:lnTo>
                  <a:lnTo>
                    <a:pt x="39418" y="392819"/>
                  </a:lnTo>
                  <a:lnTo>
                    <a:pt x="41882" y="392819"/>
                  </a:lnTo>
                  <a:lnTo>
                    <a:pt x="44345" y="392819"/>
                  </a:lnTo>
                  <a:lnTo>
                    <a:pt x="46809" y="392819"/>
                  </a:lnTo>
                  <a:lnTo>
                    <a:pt x="49273" y="392819"/>
                  </a:lnTo>
                  <a:lnTo>
                    <a:pt x="51736" y="392819"/>
                  </a:lnTo>
                  <a:lnTo>
                    <a:pt x="54200" y="392819"/>
                  </a:lnTo>
                  <a:lnTo>
                    <a:pt x="56664" y="392819"/>
                  </a:lnTo>
                  <a:lnTo>
                    <a:pt x="59127" y="392819"/>
                  </a:lnTo>
                  <a:lnTo>
                    <a:pt x="61591" y="392819"/>
                  </a:lnTo>
                  <a:lnTo>
                    <a:pt x="64055" y="392819"/>
                  </a:lnTo>
                  <a:lnTo>
                    <a:pt x="66518" y="392819"/>
                  </a:lnTo>
                  <a:lnTo>
                    <a:pt x="68982" y="392819"/>
                  </a:lnTo>
                  <a:lnTo>
                    <a:pt x="71446" y="392819"/>
                  </a:lnTo>
                  <a:lnTo>
                    <a:pt x="73909" y="392819"/>
                  </a:lnTo>
                  <a:lnTo>
                    <a:pt x="76373" y="392819"/>
                  </a:lnTo>
                  <a:lnTo>
                    <a:pt x="78837" y="392819"/>
                  </a:lnTo>
                  <a:lnTo>
                    <a:pt x="81300" y="392819"/>
                  </a:lnTo>
                  <a:lnTo>
                    <a:pt x="83764" y="392819"/>
                  </a:lnTo>
                  <a:lnTo>
                    <a:pt x="86228" y="392819"/>
                  </a:lnTo>
                  <a:lnTo>
                    <a:pt x="88691" y="392819"/>
                  </a:lnTo>
                  <a:lnTo>
                    <a:pt x="91155" y="392819"/>
                  </a:lnTo>
                  <a:lnTo>
                    <a:pt x="93618" y="392819"/>
                  </a:lnTo>
                  <a:lnTo>
                    <a:pt x="96082" y="392819"/>
                  </a:lnTo>
                  <a:lnTo>
                    <a:pt x="98546" y="392819"/>
                  </a:lnTo>
                  <a:lnTo>
                    <a:pt x="101009" y="392819"/>
                  </a:lnTo>
                  <a:lnTo>
                    <a:pt x="103473" y="392819"/>
                  </a:lnTo>
                  <a:lnTo>
                    <a:pt x="105937" y="392819"/>
                  </a:lnTo>
                  <a:lnTo>
                    <a:pt x="108400" y="392819"/>
                  </a:lnTo>
                  <a:lnTo>
                    <a:pt x="110864" y="392819"/>
                  </a:lnTo>
                  <a:lnTo>
                    <a:pt x="113328" y="392819"/>
                  </a:lnTo>
                  <a:lnTo>
                    <a:pt x="115791" y="392819"/>
                  </a:lnTo>
                  <a:lnTo>
                    <a:pt x="118255" y="392819"/>
                  </a:lnTo>
                  <a:lnTo>
                    <a:pt x="120719" y="392819"/>
                  </a:lnTo>
                  <a:lnTo>
                    <a:pt x="123182" y="392819"/>
                  </a:lnTo>
                  <a:lnTo>
                    <a:pt x="125646" y="392819"/>
                  </a:lnTo>
                  <a:lnTo>
                    <a:pt x="128110" y="392819"/>
                  </a:lnTo>
                  <a:lnTo>
                    <a:pt x="130573" y="392819"/>
                  </a:lnTo>
                  <a:lnTo>
                    <a:pt x="133037" y="392819"/>
                  </a:lnTo>
                  <a:lnTo>
                    <a:pt x="135501" y="392819"/>
                  </a:lnTo>
                  <a:lnTo>
                    <a:pt x="137964" y="392819"/>
                  </a:lnTo>
                  <a:lnTo>
                    <a:pt x="140428" y="392819"/>
                  </a:lnTo>
                  <a:lnTo>
                    <a:pt x="142892" y="392819"/>
                  </a:lnTo>
                  <a:lnTo>
                    <a:pt x="145355" y="392819"/>
                  </a:lnTo>
                  <a:lnTo>
                    <a:pt x="147819" y="392819"/>
                  </a:lnTo>
                  <a:lnTo>
                    <a:pt x="150283" y="392819"/>
                  </a:lnTo>
                  <a:lnTo>
                    <a:pt x="152746" y="392819"/>
                  </a:lnTo>
                  <a:lnTo>
                    <a:pt x="155210" y="392819"/>
                  </a:lnTo>
                  <a:lnTo>
                    <a:pt x="157674" y="392819"/>
                  </a:lnTo>
                  <a:lnTo>
                    <a:pt x="160137" y="392819"/>
                  </a:lnTo>
                  <a:lnTo>
                    <a:pt x="162601" y="392819"/>
                  </a:lnTo>
                  <a:lnTo>
                    <a:pt x="165065" y="392819"/>
                  </a:lnTo>
                  <a:lnTo>
                    <a:pt x="167528" y="392819"/>
                  </a:lnTo>
                  <a:lnTo>
                    <a:pt x="169992" y="392819"/>
                  </a:lnTo>
                  <a:lnTo>
                    <a:pt x="172456" y="392819"/>
                  </a:lnTo>
                  <a:lnTo>
                    <a:pt x="174919" y="392819"/>
                  </a:lnTo>
                  <a:lnTo>
                    <a:pt x="177383" y="392819"/>
                  </a:lnTo>
                  <a:lnTo>
                    <a:pt x="179847" y="392819"/>
                  </a:lnTo>
                  <a:lnTo>
                    <a:pt x="182310" y="392819"/>
                  </a:lnTo>
                  <a:lnTo>
                    <a:pt x="184774" y="392819"/>
                  </a:lnTo>
                  <a:lnTo>
                    <a:pt x="187237" y="392819"/>
                  </a:lnTo>
                  <a:lnTo>
                    <a:pt x="189701" y="392819"/>
                  </a:lnTo>
                  <a:lnTo>
                    <a:pt x="192165" y="392819"/>
                  </a:lnTo>
                  <a:lnTo>
                    <a:pt x="194628" y="392819"/>
                  </a:lnTo>
                  <a:lnTo>
                    <a:pt x="197092" y="392819"/>
                  </a:lnTo>
                  <a:lnTo>
                    <a:pt x="199556" y="392819"/>
                  </a:lnTo>
                  <a:lnTo>
                    <a:pt x="202019" y="392819"/>
                  </a:lnTo>
                  <a:lnTo>
                    <a:pt x="204483" y="392819"/>
                  </a:lnTo>
                  <a:lnTo>
                    <a:pt x="206947" y="392819"/>
                  </a:lnTo>
                  <a:lnTo>
                    <a:pt x="209410" y="392819"/>
                  </a:lnTo>
                  <a:lnTo>
                    <a:pt x="211874" y="392819"/>
                  </a:lnTo>
                  <a:lnTo>
                    <a:pt x="214338" y="392819"/>
                  </a:lnTo>
                  <a:lnTo>
                    <a:pt x="216801" y="392819"/>
                  </a:lnTo>
                  <a:lnTo>
                    <a:pt x="219265" y="392819"/>
                  </a:lnTo>
                  <a:lnTo>
                    <a:pt x="221729" y="392819"/>
                  </a:lnTo>
                  <a:lnTo>
                    <a:pt x="224192" y="392819"/>
                  </a:lnTo>
                  <a:lnTo>
                    <a:pt x="226656" y="392819"/>
                  </a:lnTo>
                  <a:lnTo>
                    <a:pt x="229120" y="392819"/>
                  </a:lnTo>
                  <a:lnTo>
                    <a:pt x="231583" y="392819"/>
                  </a:lnTo>
                  <a:lnTo>
                    <a:pt x="234047" y="392819"/>
                  </a:lnTo>
                  <a:lnTo>
                    <a:pt x="236511" y="392819"/>
                  </a:lnTo>
                  <a:lnTo>
                    <a:pt x="238974" y="392819"/>
                  </a:lnTo>
                  <a:lnTo>
                    <a:pt x="241438" y="392819"/>
                  </a:lnTo>
                  <a:lnTo>
                    <a:pt x="243902" y="392819"/>
                  </a:lnTo>
                  <a:lnTo>
                    <a:pt x="246365" y="392819"/>
                  </a:lnTo>
                  <a:lnTo>
                    <a:pt x="248829" y="392819"/>
                  </a:lnTo>
                  <a:lnTo>
                    <a:pt x="251293" y="392819"/>
                  </a:lnTo>
                  <a:lnTo>
                    <a:pt x="253756" y="392819"/>
                  </a:lnTo>
                  <a:lnTo>
                    <a:pt x="256220" y="392819"/>
                  </a:lnTo>
                  <a:lnTo>
                    <a:pt x="258684" y="392819"/>
                  </a:lnTo>
                  <a:lnTo>
                    <a:pt x="261147" y="392819"/>
                  </a:lnTo>
                  <a:lnTo>
                    <a:pt x="263611" y="392819"/>
                  </a:lnTo>
                  <a:lnTo>
                    <a:pt x="266075" y="392819"/>
                  </a:lnTo>
                  <a:lnTo>
                    <a:pt x="268538" y="392819"/>
                  </a:lnTo>
                  <a:lnTo>
                    <a:pt x="271002" y="392819"/>
                  </a:lnTo>
                  <a:lnTo>
                    <a:pt x="273465" y="392819"/>
                  </a:lnTo>
                  <a:lnTo>
                    <a:pt x="275929" y="392819"/>
                  </a:lnTo>
                  <a:lnTo>
                    <a:pt x="278393" y="392819"/>
                  </a:lnTo>
                  <a:lnTo>
                    <a:pt x="280856" y="392819"/>
                  </a:lnTo>
                  <a:lnTo>
                    <a:pt x="283320" y="392819"/>
                  </a:lnTo>
                  <a:lnTo>
                    <a:pt x="285784" y="392819"/>
                  </a:lnTo>
                  <a:lnTo>
                    <a:pt x="288247" y="392819"/>
                  </a:lnTo>
                  <a:lnTo>
                    <a:pt x="290711" y="392819"/>
                  </a:lnTo>
                  <a:lnTo>
                    <a:pt x="293175" y="392819"/>
                  </a:lnTo>
                  <a:lnTo>
                    <a:pt x="295638" y="392819"/>
                  </a:lnTo>
                  <a:lnTo>
                    <a:pt x="298102" y="392819"/>
                  </a:lnTo>
                  <a:lnTo>
                    <a:pt x="300566" y="392819"/>
                  </a:lnTo>
                  <a:lnTo>
                    <a:pt x="303029" y="392819"/>
                  </a:lnTo>
                  <a:lnTo>
                    <a:pt x="305493" y="392819"/>
                  </a:lnTo>
                  <a:lnTo>
                    <a:pt x="307957" y="392819"/>
                  </a:lnTo>
                  <a:lnTo>
                    <a:pt x="310420" y="392819"/>
                  </a:lnTo>
                  <a:lnTo>
                    <a:pt x="312884" y="392819"/>
                  </a:lnTo>
                  <a:lnTo>
                    <a:pt x="315348" y="392819"/>
                  </a:lnTo>
                  <a:lnTo>
                    <a:pt x="317811" y="392819"/>
                  </a:lnTo>
                  <a:lnTo>
                    <a:pt x="320275" y="392819"/>
                  </a:lnTo>
                  <a:lnTo>
                    <a:pt x="322739" y="392819"/>
                  </a:lnTo>
                  <a:lnTo>
                    <a:pt x="325202" y="392819"/>
                  </a:lnTo>
                  <a:lnTo>
                    <a:pt x="327666" y="392819"/>
                  </a:lnTo>
                  <a:lnTo>
                    <a:pt x="330130" y="392819"/>
                  </a:lnTo>
                  <a:lnTo>
                    <a:pt x="332593" y="392819"/>
                  </a:lnTo>
                  <a:lnTo>
                    <a:pt x="335057" y="392819"/>
                  </a:lnTo>
                  <a:lnTo>
                    <a:pt x="337521" y="392819"/>
                  </a:lnTo>
                  <a:lnTo>
                    <a:pt x="339984" y="392819"/>
                  </a:lnTo>
                  <a:lnTo>
                    <a:pt x="342448" y="392819"/>
                  </a:lnTo>
                  <a:lnTo>
                    <a:pt x="344912" y="392819"/>
                  </a:lnTo>
                  <a:lnTo>
                    <a:pt x="347375" y="392819"/>
                  </a:lnTo>
                  <a:lnTo>
                    <a:pt x="349839" y="392819"/>
                  </a:lnTo>
                  <a:lnTo>
                    <a:pt x="352303" y="392819"/>
                  </a:lnTo>
                  <a:lnTo>
                    <a:pt x="354766" y="392819"/>
                  </a:lnTo>
                  <a:lnTo>
                    <a:pt x="357230" y="392819"/>
                  </a:lnTo>
                  <a:lnTo>
                    <a:pt x="359694" y="392819"/>
                  </a:lnTo>
                  <a:lnTo>
                    <a:pt x="362157" y="392819"/>
                  </a:lnTo>
                  <a:lnTo>
                    <a:pt x="364621" y="392819"/>
                  </a:lnTo>
                  <a:lnTo>
                    <a:pt x="367084" y="392819"/>
                  </a:lnTo>
                  <a:lnTo>
                    <a:pt x="369548" y="392819"/>
                  </a:lnTo>
                  <a:lnTo>
                    <a:pt x="372012" y="392819"/>
                  </a:lnTo>
                  <a:lnTo>
                    <a:pt x="374475" y="392819"/>
                  </a:lnTo>
                  <a:lnTo>
                    <a:pt x="376939" y="392819"/>
                  </a:lnTo>
                  <a:lnTo>
                    <a:pt x="379403" y="392819"/>
                  </a:lnTo>
                  <a:lnTo>
                    <a:pt x="381866" y="392819"/>
                  </a:lnTo>
                  <a:lnTo>
                    <a:pt x="384330" y="392819"/>
                  </a:lnTo>
                  <a:lnTo>
                    <a:pt x="386794" y="392819"/>
                  </a:lnTo>
                  <a:lnTo>
                    <a:pt x="389257" y="392819"/>
                  </a:lnTo>
                  <a:lnTo>
                    <a:pt x="391721" y="392819"/>
                  </a:lnTo>
                  <a:lnTo>
                    <a:pt x="394185" y="392819"/>
                  </a:lnTo>
                  <a:lnTo>
                    <a:pt x="396648" y="392819"/>
                  </a:lnTo>
                  <a:lnTo>
                    <a:pt x="399112" y="392819"/>
                  </a:lnTo>
                  <a:lnTo>
                    <a:pt x="401576" y="392819"/>
                  </a:lnTo>
                  <a:lnTo>
                    <a:pt x="404039" y="392819"/>
                  </a:lnTo>
                  <a:lnTo>
                    <a:pt x="406503" y="392819"/>
                  </a:lnTo>
                  <a:lnTo>
                    <a:pt x="408967" y="392819"/>
                  </a:lnTo>
                  <a:lnTo>
                    <a:pt x="411430" y="392819"/>
                  </a:lnTo>
                  <a:lnTo>
                    <a:pt x="413894" y="392819"/>
                  </a:lnTo>
                  <a:lnTo>
                    <a:pt x="416358" y="392819"/>
                  </a:lnTo>
                  <a:lnTo>
                    <a:pt x="418821" y="392819"/>
                  </a:lnTo>
                  <a:lnTo>
                    <a:pt x="421285" y="392819"/>
                  </a:lnTo>
                  <a:lnTo>
                    <a:pt x="423749" y="392819"/>
                  </a:lnTo>
                  <a:lnTo>
                    <a:pt x="426212" y="392819"/>
                  </a:lnTo>
                  <a:lnTo>
                    <a:pt x="428676" y="392819"/>
                  </a:lnTo>
                  <a:lnTo>
                    <a:pt x="431140" y="392819"/>
                  </a:lnTo>
                  <a:lnTo>
                    <a:pt x="433603" y="392819"/>
                  </a:lnTo>
                  <a:lnTo>
                    <a:pt x="436067" y="392819"/>
                  </a:lnTo>
                  <a:lnTo>
                    <a:pt x="438531" y="392819"/>
                  </a:lnTo>
                  <a:lnTo>
                    <a:pt x="440994" y="392819"/>
                  </a:lnTo>
                  <a:lnTo>
                    <a:pt x="443458" y="392819"/>
                  </a:lnTo>
                  <a:lnTo>
                    <a:pt x="445922" y="392819"/>
                  </a:lnTo>
                  <a:lnTo>
                    <a:pt x="448385" y="392819"/>
                  </a:lnTo>
                  <a:lnTo>
                    <a:pt x="450849" y="392819"/>
                  </a:lnTo>
                  <a:lnTo>
                    <a:pt x="453312" y="392819"/>
                  </a:lnTo>
                  <a:lnTo>
                    <a:pt x="455776" y="392819"/>
                  </a:lnTo>
                  <a:lnTo>
                    <a:pt x="458240" y="392819"/>
                  </a:lnTo>
                  <a:lnTo>
                    <a:pt x="460703" y="392819"/>
                  </a:lnTo>
                  <a:lnTo>
                    <a:pt x="463167" y="392819"/>
                  </a:lnTo>
                  <a:lnTo>
                    <a:pt x="465631" y="392819"/>
                  </a:lnTo>
                  <a:lnTo>
                    <a:pt x="468094" y="392819"/>
                  </a:lnTo>
                  <a:lnTo>
                    <a:pt x="470558" y="392819"/>
                  </a:lnTo>
                  <a:lnTo>
                    <a:pt x="473022" y="392819"/>
                  </a:lnTo>
                  <a:lnTo>
                    <a:pt x="475485" y="392819"/>
                  </a:lnTo>
                  <a:lnTo>
                    <a:pt x="477949" y="392819"/>
                  </a:lnTo>
                  <a:lnTo>
                    <a:pt x="480413" y="392819"/>
                  </a:lnTo>
                  <a:lnTo>
                    <a:pt x="482876" y="392819"/>
                  </a:lnTo>
                  <a:lnTo>
                    <a:pt x="485340" y="392819"/>
                  </a:lnTo>
                  <a:lnTo>
                    <a:pt x="487804" y="392819"/>
                  </a:lnTo>
                  <a:lnTo>
                    <a:pt x="490267" y="392819"/>
                  </a:lnTo>
                  <a:lnTo>
                    <a:pt x="492731" y="392819"/>
                  </a:lnTo>
                  <a:lnTo>
                    <a:pt x="495195" y="392819"/>
                  </a:lnTo>
                  <a:lnTo>
                    <a:pt x="497658" y="392819"/>
                  </a:lnTo>
                  <a:lnTo>
                    <a:pt x="500122" y="392819"/>
                  </a:lnTo>
                  <a:lnTo>
                    <a:pt x="502586" y="392819"/>
                  </a:lnTo>
                  <a:lnTo>
                    <a:pt x="505049" y="392819"/>
                  </a:lnTo>
                  <a:lnTo>
                    <a:pt x="507513" y="392819"/>
                  </a:lnTo>
                  <a:lnTo>
                    <a:pt x="509977" y="392819"/>
                  </a:lnTo>
                  <a:lnTo>
                    <a:pt x="512440" y="392819"/>
                  </a:lnTo>
                  <a:lnTo>
                    <a:pt x="514904" y="392819"/>
                  </a:lnTo>
                  <a:lnTo>
                    <a:pt x="517368" y="392819"/>
                  </a:lnTo>
                  <a:lnTo>
                    <a:pt x="519831" y="392819"/>
                  </a:lnTo>
                  <a:lnTo>
                    <a:pt x="522295" y="392819"/>
                  </a:lnTo>
                  <a:lnTo>
                    <a:pt x="524759" y="392819"/>
                  </a:lnTo>
                  <a:lnTo>
                    <a:pt x="527222" y="392819"/>
                  </a:lnTo>
                  <a:lnTo>
                    <a:pt x="529686" y="392819"/>
                  </a:lnTo>
                  <a:lnTo>
                    <a:pt x="532150" y="392819"/>
                  </a:lnTo>
                  <a:lnTo>
                    <a:pt x="534613" y="392819"/>
                  </a:lnTo>
                  <a:lnTo>
                    <a:pt x="537077" y="392819"/>
                  </a:lnTo>
                  <a:lnTo>
                    <a:pt x="539541" y="392819"/>
                  </a:lnTo>
                  <a:lnTo>
                    <a:pt x="542004" y="392819"/>
                  </a:lnTo>
                  <a:lnTo>
                    <a:pt x="544468" y="392819"/>
                  </a:lnTo>
                  <a:lnTo>
                    <a:pt x="546931" y="392819"/>
                  </a:lnTo>
                  <a:lnTo>
                    <a:pt x="549395" y="392819"/>
                  </a:lnTo>
                  <a:lnTo>
                    <a:pt x="551859" y="392819"/>
                  </a:lnTo>
                  <a:lnTo>
                    <a:pt x="554322" y="392819"/>
                  </a:lnTo>
                  <a:lnTo>
                    <a:pt x="556786" y="392819"/>
                  </a:lnTo>
                  <a:lnTo>
                    <a:pt x="559250" y="392819"/>
                  </a:lnTo>
                  <a:lnTo>
                    <a:pt x="561713" y="392819"/>
                  </a:lnTo>
                  <a:lnTo>
                    <a:pt x="564177" y="392819"/>
                  </a:lnTo>
                  <a:lnTo>
                    <a:pt x="566641" y="392819"/>
                  </a:lnTo>
                  <a:lnTo>
                    <a:pt x="569104" y="392819"/>
                  </a:lnTo>
                  <a:lnTo>
                    <a:pt x="571568" y="392819"/>
                  </a:lnTo>
                  <a:lnTo>
                    <a:pt x="574032" y="392819"/>
                  </a:lnTo>
                  <a:lnTo>
                    <a:pt x="576495" y="392819"/>
                  </a:lnTo>
                  <a:lnTo>
                    <a:pt x="578959" y="392819"/>
                  </a:lnTo>
                  <a:lnTo>
                    <a:pt x="581423" y="392819"/>
                  </a:lnTo>
                  <a:lnTo>
                    <a:pt x="583886" y="392819"/>
                  </a:lnTo>
                  <a:lnTo>
                    <a:pt x="586350" y="392819"/>
                  </a:lnTo>
                  <a:lnTo>
                    <a:pt x="588814" y="392819"/>
                  </a:lnTo>
                  <a:lnTo>
                    <a:pt x="591277" y="392819"/>
                  </a:lnTo>
                  <a:lnTo>
                    <a:pt x="593741" y="392819"/>
                  </a:lnTo>
                  <a:lnTo>
                    <a:pt x="596205" y="392819"/>
                  </a:lnTo>
                  <a:lnTo>
                    <a:pt x="598668" y="392819"/>
                  </a:lnTo>
                  <a:lnTo>
                    <a:pt x="601132" y="392819"/>
                  </a:lnTo>
                  <a:lnTo>
                    <a:pt x="603596" y="392819"/>
                  </a:lnTo>
                  <a:lnTo>
                    <a:pt x="606059" y="392819"/>
                  </a:lnTo>
                  <a:lnTo>
                    <a:pt x="608523" y="392819"/>
                  </a:lnTo>
                  <a:lnTo>
                    <a:pt x="610987" y="392819"/>
                  </a:lnTo>
                  <a:lnTo>
                    <a:pt x="613450" y="392819"/>
                  </a:lnTo>
                  <a:lnTo>
                    <a:pt x="615914" y="392819"/>
                  </a:lnTo>
                  <a:lnTo>
                    <a:pt x="618378" y="392819"/>
                  </a:lnTo>
                  <a:lnTo>
                    <a:pt x="620841" y="392819"/>
                  </a:lnTo>
                  <a:lnTo>
                    <a:pt x="623305" y="392819"/>
                  </a:lnTo>
                  <a:lnTo>
                    <a:pt x="625769" y="392819"/>
                  </a:lnTo>
                  <a:lnTo>
                    <a:pt x="628232" y="392819"/>
                  </a:lnTo>
                  <a:lnTo>
                    <a:pt x="630696" y="392819"/>
                  </a:lnTo>
                  <a:lnTo>
                    <a:pt x="633159" y="392819"/>
                  </a:lnTo>
                  <a:lnTo>
                    <a:pt x="635623" y="392819"/>
                  </a:lnTo>
                  <a:lnTo>
                    <a:pt x="638087" y="392819"/>
                  </a:lnTo>
                  <a:lnTo>
                    <a:pt x="640550" y="392819"/>
                  </a:lnTo>
                  <a:lnTo>
                    <a:pt x="643014" y="392819"/>
                  </a:lnTo>
                  <a:lnTo>
                    <a:pt x="645478" y="392819"/>
                  </a:lnTo>
                  <a:lnTo>
                    <a:pt x="647941" y="392819"/>
                  </a:lnTo>
                  <a:lnTo>
                    <a:pt x="650405" y="392819"/>
                  </a:lnTo>
                  <a:lnTo>
                    <a:pt x="652869" y="392819"/>
                  </a:lnTo>
                  <a:lnTo>
                    <a:pt x="655332" y="392819"/>
                  </a:lnTo>
                  <a:lnTo>
                    <a:pt x="657796" y="392819"/>
                  </a:lnTo>
                  <a:lnTo>
                    <a:pt x="660260" y="392819"/>
                  </a:lnTo>
                  <a:lnTo>
                    <a:pt x="662723" y="392819"/>
                  </a:lnTo>
                  <a:lnTo>
                    <a:pt x="665187" y="392819"/>
                  </a:lnTo>
                  <a:lnTo>
                    <a:pt x="667651" y="392819"/>
                  </a:lnTo>
                  <a:lnTo>
                    <a:pt x="670114" y="392819"/>
                  </a:lnTo>
                  <a:lnTo>
                    <a:pt x="672578" y="392818"/>
                  </a:lnTo>
                  <a:lnTo>
                    <a:pt x="675042" y="392818"/>
                  </a:lnTo>
                  <a:lnTo>
                    <a:pt x="677505" y="392818"/>
                  </a:lnTo>
                  <a:lnTo>
                    <a:pt x="679969" y="392818"/>
                  </a:lnTo>
                  <a:lnTo>
                    <a:pt x="682433" y="392817"/>
                  </a:lnTo>
                  <a:lnTo>
                    <a:pt x="684896" y="392817"/>
                  </a:lnTo>
                  <a:lnTo>
                    <a:pt x="687360" y="392816"/>
                  </a:lnTo>
                  <a:lnTo>
                    <a:pt x="689824" y="392815"/>
                  </a:lnTo>
                  <a:lnTo>
                    <a:pt x="692287" y="392814"/>
                  </a:lnTo>
                  <a:lnTo>
                    <a:pt x="694751" y="392813"/>
                  </a:lnTo>
                  <a:lnTo>
                    <a:pt x="697215" y="392812"/>
                  </a:lnTo>
                  <a:lnTo>
                    <a:pt x="699678" y="392811"/>
                  </a:lnTo>
                  <a:lnTo>
                    <a:pt x="702142" y="392809"/>
                  </a:lnTo>
                  <a:lnTo>
                    <a:pt x="704606" y="392807"/>
                  </a:lnTo>
                  <a:lnTo>
                    <a:pt x="707069" y="392805"/>
                  </a:lnTo>
                  <a:lnTo>
                    <a:pt x="709533" y="392802"/>
                  </a:lnTo>
                  <a:lnTo>
                    <a:pt x="711997" y="392799"/>
                  </a:lnTo>
                  <a:lnTo>
                    <a:pt x="714460" y="392795"/>
                  </a:lnTo>
                  <a:lnTo>
                    <a:pt x="716924" y="392791"/>
                  </a:lnTo>
                  <a:lnTo>
                    <a:pt x="719388" y="392786"/>
                  </a:lnTo>
                  <a:lnTo>
                    <a:pt x="721851" y="392780"/>
                  </a:lnTo>
                  <a:lnTo>
                    <a:pt x="724315" y="392773"/>
                  </a:lnTo>
                  <a:lnTo>
                    <a:pt x="726778" y="392765"/>
                  </a:lnTo>
                  <a:lnTo>
                    <a:pt x="729242" y="392757"/>
                  </a:lnTo>
                  <a:lnTo>
                    <a:pt x="731706" y="392747"/>
                  </a:lnTo>
                  <a:lnTo>
                    <a:pt x="734169" y="392735"/>
                  </a:lnTo>
                  <a:lnTo>
                    <a:pt x="736633" y="392722"/>
                  </a:lnTo>
                  <a:lnTo>
                    <a:pt x="739097" y="392708"/>
                  </a:lnTo>
                  <a:lnTo>
                    <a:pt x="741560" y="392691"/>
                  </a:lnTo>
                  <a:lnTo>
                    <a:pt x="744024" y="392672"/>
                  </a:lnTo>
                  <a:lnTo>
                    <a:pt x="746488" y="392651"/>
                  </a:lnTo>
                  <a:lnTo>
                    <a:pt x="748951" y="392628"/>
                  </a:lnTo>
                  <a:lnTo>
                    <a:pt x="751415" y="392601"/>
                  </a:lnTo>
                  <a:lnTo>
                    <a:pt x="753879" y="392572"/>
                  </a:lnTo>
                  <a:lnTo>
                    <a:pt x="756342" y="392539"/>
                  </a:lnTo>
                  <a:lnTo>
                    <a:pt x="758806" y="392502"/>
                  </a:lnTo>
                  <a:lnTo>
                    <a:pt x="761270" y="392462"/>
                  </a:lnTo>
                  <a:lnTo>
                    <a:pt x="763733" y="392418"/>
                  </a:lnTo>
                  <a:lnTo>
                    <a:pt x="766197" y="392368"/>
                  </a:lnTo>
                  <a:lnTo>
                    <a:pt x="768661" y="392314"/>
                  </a:lnTo>
                  <a:lnTo>
                    <a:pt x="771124" y="392254"/>
                  </a:lnTo>
                  <a:lnTo>
                    <a:pt x="773588" y="392188"/>
                  </a:lnTo>
                  <a:lnTo>
                    <a:pt x="776052" y="392117"/>
                  </a:lnTo>
                  <a:lnTo>
                    <a:pt x="778515" y="392038"/>
                  </a:lnTo>
                  <a:lnTo>
                    <a:pt x="780979" y="391951"/>
                  </a:lnTo>
                  <a:lnTo>
                    <a:pt x="783443" y="391858"/>
                  </a:lnTo>
                  <a:lnTo>
                    <a:pt x="785906" y="391757"/>
                  </a:lnTo>
                  <a:lnTo>
                    <a:pt x="788370" y="391646"/>
                  </a:lnTo>
                  <a:lnTo>
                    <a:pt x="790834" y="391525"/>
                  </a:lnTo>
                  <a:lnTo>
                    <a:pt x="793297" y="391395"/>
                  </a:lnTo>
                  <a:lnTo>
                    <a:pt x="795761" y="391254"/>
                  </a:lnTo>
                  <a:lnTo>
                    <a:pt x="798225" y="391104"/>
                  </a:lnTo>
                  <a:lnTo>
                    <a:pt x="800688" y="390938"/>
                  </a:lnTo>
                  <a:lnTo>
                    <a:pt x="803152" y="390761"/>
                  </a:lnTo>
                  <a:lnTo>
                    <a:pt x="805616" y="390570"/>
                  </a:lnTo>
                  <a:lnTo>
                    <a:pt x="808079" y="390367"/>
                  </a:lnTo>
                  <a:lnTo>
                    <a:pt x="810543" y="390148"/>
                  </a:lnTo>
                  <a:lnTo>
                    <a:pt x="813006" y="389910"/>
                  </a:lnTo>
                  <a:lnTo>
                    <a:pt x="815470" y="389657"/>
                  </a:lnTo>
                  <a:lnTo>
                    <a:pt x="817934" y="389388"/>
                  </a:lnTo>
                  <a:lnTo>
                    <a:pt x="820397" y="389102"/>
                  </a:lnTo>
                  <a:lnTo>
                    <a:pt x="822861" y="388793"/>
                  </a:lnTo>
                  <a:lnTo>
                    <a:pt x="825325" y="388463"/>
                  </a:lnTo>
                  <a:lnTo>
                    <a:pt x="827788" y="388114"/>
                  </a:lnTo>
                  <a:lnTo>
                    <a:pt x="830252" y="387744"/>
                  </a:lnTo>
                  <a:lnTo>
                    <a:pt x="832716" y="387353"/>
                  </a:lnTo>
                  <a:lnTo>
                    <a:pt x="835179" y="386932"/>
                  </a:lnTo>
                  <a:lnTo>
                    <a:pt x="837643" y="386488"/>
                  </a:lnTo>
                  <a:lnTo>
                    <a:pt x="840107" y="386021"/>
                  </a:lnTo>
                  <a:lnTo>
                    <a:pt x="842570" y="385530"/>
                  </a:lnTo>
                  <a:lnTo>
                    <a:pt x="845034" y="385010"/>
                  </a:lnTo>
                  <a:lnTo>
                    <a:pt x="847498" y="384460"/>
                  </a:lnTo>
                  <a:lnTo>
                    <a:pt x="849961" y="383885"/>
                  </a:lnTo>
                  <a:lnTo>
                    <a:pt x="852425" y="383283"/>
                  </a:lnTo>
                  <a:lnTo>
                    <a:pt x="854889" y="382656"/>
                  </a:lnTo>
                  <a:lnTo>
                    <a:pt x="857352" y="381993"/>
                  </a:lnTo>
                  <a:lnTo>
                    <a:pt x="859816" y="381303"/>
                  </a:lnTo>
                  <a:lnTo>
                    <a:pt x="862280" y="380587"/>
                  </a:lnTo>
                  <a:lnTo>
                    <a:pt x="864743" y="379845"/>
                  </a:lnTo>
                  <a:lnTo>
                    <a:pt x="867207" y="379074"/>
                  </a:lnTo>
                  <a:lnTo>
                    <a:pt x="869671" y="378272"/>
                  </a:lnTo>
                  <a:lnTo>
                    <a:pt x="872134" y="377445"/>
                  </a:lnTo>
                  <a:lnTo>
                    <a:pt x="874598" y="376595"/>
                  </a:lnTo>
                  <a:lnTo>
                    <a:pt x="877062" y="375722"/>
                  </a:lnTo>
                  <a:lnTo>
                    <a:pt x="879525" y="374821"/>
                  </a:lnTo>
                  <a:lnTo>
                    <a:pt x="881989" y="373898"/>
                  </a:lnTo>
                  <a:lnTo>
                    <a:pt x="884453" y="372956"/>
                  </a:lnTo>
                  <a:lnTo>
                    <a:pt x="886916" y="371996"/>
                  </a:lnTo>
                  <a:lnTo>
                    <a:pt x="889380" y="371018"/>
                  </a:lnTo>
                  <a:lnTo>
                    <a:pt x="891844" y="370020"/>
                  </a:lnTo>
                  <a:lnTo>
                    <a:pt x="894307" y="369010"/>
                  </a:lnTo>
                  <a:lnTo>
                    <a:pt x="896771" y="367987"/>
                  </a:lnTo>
                  <a:lnTo>
                    <a:pt x="899235" y="366955"/>
                  </a:lnTo>
                  <a:lnTo>
                    <a:pt x="901698" y="365911"/>
                  </a:lnTo>
                  <a:lnTo>
                    <a:pt x="904162" y="364859"/>
                  </a:lnTo>
                  <a:lnTo>
                    <a:pt x="906625" y="363802"/>
                  </a:lnTo>
                  <a:lnTo>
                    <a:pt x="909089" y="362741"/>
                  </a:lnTo>
                  <a:lnTo>
                    <a:pt x="911553" y="361676"/>
                  </a:lnTo>
                  <a:lnTo>
                    <a:pt x="914016" y="360608"/>
                  </a:lnTo>
                  <a:lnTo>
                    <a:pt x="916480" y="359539"/>
                  </a:lnTo>
                  <a:lnTo>
                    <a:pt x="918944" y="358470"/>
                  </a:lnTo>
                  <a:lnTo>
                    <a:pt x="921407" y="357401"/>
                  </a:lnTo>
                  <a:lnTo>
                    <a:pt x="923871" y="356332"/>
                  </a:lnTo>
                  <a:lnTo>
                    <a:pt x="926335" y="355264"/>
                  </a:lnTo>
                  <a:lnTo>
                    <a:pt x="928798" y="354198"/>
                  </a:lnTo>
                  <a:lnTo>
                    <a:pt x="931262" y="353131"/>
                  </a:lnTo>
                  <a:lnTo>
                    <a:pt x="933726" y="352065"/>
                  </a:lnTo>
                  <a:lnTo>
                    <a:pt x="936189" y="350998"/>
                  </a:lnTo>
                  <a:lnTo>
                    <a:pt x="938653" y="349930"/>
                  </a:lnTo>
                  <a:lnTo>
                    <a:pt x="941117" y="348860"/>
                  </a:lnTo>
                  <a:lnTo>
                    <a:pt x="943580" y="347786"/>
                  </a:lnTo>
                  <a:lnTo>
                    <a:pt x="946044" y="346708"/>
                  </a:lnTo>
                  <a:lnTo>
                    <a:pt x="948508" y="345623"/>
                  </a:lnTo>
                  <a:lnTo>
                    <a:pt x="950971" y="344531"/>
                  </a:lnTo>
                  <a:lnTo>
                    <a:pt x="953435" y="343430"/>
                  </a:lnTo>
                  <a:lnTo>
                    <a:pt x="955899" y="342320"/>
                  </a:lnTo>
                  <a:lnTo>
                    <a:pt x="958362" y="341196"/>
                  </a:lnTo>
                  <a:lnTo>
                    <a:pt x="960826" y="340059"/>
                  </a:lnTo>
                  <a:lnTo>
                    <a:pt x="963290" y="338908"/>
                  </a:lnTo>
                  <a:lnTo>
                    <a:pt x="965753" y="337744"/>
                  </a:lnTo>
                  <a:lnTo>
                    <a:pt x="968217" y="336564"/>
                  </a:lnTo>
                  <a:lnTo>
                    <a:pt x="970681" y="335363"/>
                  </a:lnTo>
                  <a:lnTo>
                    <a:pt x="973144" y="334145"/>
                  </a:lnTo>
                  <a:lnTo>
                    <a:pt x="975608" y="332911"/>
                  </a:lnTo>
                  <a:lnTo>
                    <a:pt x="978072" y="331661"/>
                  </a:lnTo>
                  <a:lnTo>
                    <a:pt x="980535" y="330391"/>
                  </a:lnTo>
                  <a:lnTo>
                    <a:pt x="982999" y="329102"/>
                  </a:lnTo>
                  <a:lnTo>
                    <a:pt x="985463" y="327799"/>
                  </a:lnTo>
                  <a:lnTo>
                    <a:pt x="987926" y="326481"/>
                  </a:lnTo>
                  <a:lnTo>
                    <a:pt x="990390" y="325149"/>
                  </a:lnTo>
                  <a:lnTo>
                    <a:pt x="992853" y="323801"/>
                  </a:lnTo>
                  <a:lnTo>
                    <a:pt x="995317" y="322443"/>
                  </a:lnTo>
                  <a:lnTo>
                    <a:pt x="997781" y="321077"/>
                  </a:lnTo>
                  <a:lnTo>
                    <a:pt x="1000244" y="319704"/>
                  </a:lnTo>
                  <a:lnTo>
                    <a:pt x="1002708" y="318325"/>
                  </a:lnTo>
                  <a:lnTo>
                    <a:pt x="1005172" y="316943"/>
                  </a:lnTo>
                  <a:lnTo>
                    <a:pt x="1007635" y="315561"/>
                  </a:lnTo>
                  <a:lnTo>
                    <a:pt x="1010099" y="314181"/>
                  </a:lnTo>
                  <a:lnTo>
                    <a:pt x="1012563" y="312804"/>
                  </a:lnTo>
                  <a:lnTo>
                    <a:pt x="1015026" y="311435"/>
                  </a:lnTo>
                  <a:lnTo>
                    <a:pt x="1017490" y="310076"/>
                  </a:lnTo>
                  <a:lnTo>
                    <a:pt x="1019954" y="308727"/>
                  </a:lnTo>
                  <a:lnTo>
                    <a:pt x="1022417" y="307390"/>
                  </a:lnTo>
                  <a:lnTo>
                    <a:pt x="1024881" y="306068"/>
                  </a:lnTo>
                  <a:lnTo>
                    <a:pt x="1027345" y="304766"/>
                  </a:lnTo>
                  <a:lnTo>
                    <a:pt x="1029808" y="303481"/>
                  </a:lnTo>
                  <a:lnTo>
                    <a:pt x="1032272" y="302214"/>
                  </a:lnTo>
                  <a:lnTo>
                    <a:pt x="1034736" y="300966"/>
                  </a:lnTo>
                  <a:lnTo>
                    <a:pt x="1037199" y="299741"/>
                  </a:lnTo>
                  <a:lnTo>
                    <a:pt x="1039663" y="298539"/>
                  </a:lnTo>
                  <a:lnTo>
                    <a:pt x="1042127" y="297355"/>
                  </a:lnTo>
                  <a:lnTo>
                    <a:pt x="1044590" y="296191"/>
                  </a:lnTo>
                  <a:lnTo>
                    <a:pt x="1047054" y="295045"/>
                  </a:lnTo>
                  <a:lnTo>
                    <a:pt x="1049518" y="293922"/>
                  </a:lnTo>
                  <a:lnTo>
                    <a:pt x="1051981" y="292813"/>
                  </a:lnTo>
                  <a:lnTo>
                    <a:pt x="1054445" y="291717"/>
                  </a:lnTo>
                  <a:lnTo>
                    <a:pt x="1056909" y="290632"/>
                  </a:lnTo>
                  <a:lnTo>
                    <a:pt x="1059372" y="289557"/>
                  </a:lnTo>
                  <a:lnTo>
                    <a:pt x="1061836" y="288486"/>
                  </a:lnTo>
                  <a:lnTo>
                    <a:pt x="1064300" y="287416"/>
                  </a:lnTo>
                  <a:lnTo>
                    <a:pt x="1066763" y="286342"/>
                  </a:lnTo>
                  <a:lnTo>
                    <a:pt x="1069227" y="285262"/>
                  </a:lnTo>
                  <a:lnTo>
                    <a:pt x="1071691" y="284164"/>
                  </a:lnTo>
                  <a:lnTo>
                    <a:pt x="1074154" y="283046"/>
                  </a:lnTo>
                  <a:lnTo>
                    <a:pt x="1076618" y="281904"/>
                  </a:lnTo>
                  <a:lnTo>
                    <a:pt x="1079082" y="280731"/>
                  </a:lnTo>
                  <a:lnTo>
                    <a:pt x="1081545" y="279519"/>
                  </a:lnTo>
                  <a:lnTo>
                    <a:pt x="1084009" y="278250"/>
                  </a:lnTo>
                  <a:lnTo>
                    <a:pt x="1086472" y="276928"/>
                  </a:lnTo>
                  <a:lnTo>
                    <a:pt x="1088936" y="275547"/>
                  </a:lnTo>
                  <a:lnTo>
                    <a:pt x="1091400" y="274099"/>
                  </a:lnTo>
                  <a:lnTo>
                    <a:pt x="1093863" y="272553"/>
                  </a:lnTo>
                  <a:lnTo>
                    <a:pt x="1096327" y="270911"/>
                  </a:lnTo>
                  <a:lnTo>
                    <a:pt x="1098791" y="269173"/>
                  </a:lnTo>
                  <a:lnTo>
                    <a:pt x="1101254" y="267331"/>
                  </a:lnTo>
                  <a:lnTo>
                    <a:pt x="1103718" y="265369"/>
                  </a:lnTo>
                  <a:lnTo>
                    <a:pt x="1106182" y="263241"/>
                  </a:lnTo>
                  <a:lnTo>
                    <a:pt x="1108645" y="260976"/>
                  </a:lnTo>
                  <a:lnTo>
                    <a:pt x="1111109" y="258563"/>
                  </a:lnTo>
                  <a:lnTo>
                    <a:pt x="1113573" y="255997"/>
                  </a:lnTo>
                  <a:lnTo>
                    <a:pt x="1116036" y="253226"/>
                  </a:lnTo>
                  <a:lnTo>
                    <a:pt x="1118500" y="250247"/>
                  </a:lnTo>
                  <a:lnTo>
                    <a:pt x="1120964" y="247078"/>
                  </a:lnTo>
                  <a:lnTo>
                    <a:pt x="1123427" y="243712"/>
                  </a:lnTo>
                  <a:lnTo>
                    <a:pt x="1125891" y="240140"/>
                  </a:lnTo>
                  <a:lnTo>
                    <a:pt x="1128355" y="236268"/>
                  </a:lnTo>
                  <a:lnTo>
                    <a:pt x="1130818" y="232168"/>
                  </a:lnTo>
                  <a:lnTo>
                    <a:pt x="1133282" y="227834"/>
                  </a:lnTo>
                  <a:lnTo>
                    <a:pt x="1135746" y="223262"/>
                  </a:lnTo>
                  <a:lnTo>
                    <a:pt x="1138209" y="218404"/>
                  </a:lnTo>
                  <a:lnTo>
                    <a:pt x="1140673" y="213241"/>
                  </a:lnTo>
                  <a:lnTo>
                    <a:pt x="1143137" y="207825"/>
                  </a:lnTo>
                  <a:lnTo>
                    <a:pt x="1145600" y="202155"/>
                  </a:lnTo>
                  <a:lnTo>
                    <a:pt x="1148064" y="196232"/>
                  </a:lnTo>
                  <a:lnTo>
                    <a:pt x="1150528" y="189975"/>
                  </a:lnTo>
                  <a:lnTo>
                    <a:pt x="1152991" y="183459"/>
                  </a:lnTo>
                  <a:lnTo>
                    <a:pt x="1155455" y="176706"/>
                  </a:lnTo>
                  <a:lnTo>
                    <a:pt x="1157919" y="169722"/>
                  </a:lnTo>
                  <a:lnTo>
                    <a:pt x="1160382" y="162495"/>
                  </a:lnTo>
                  <a:lnTo>
                    <a:pt x="1162846" y="155010"/>
                  </a:lnTo>
                  <a:lnTo>
                    <a:pt x="1165310" y="147344"/>
                  </a:lnTo>
                  <a:lnTo>
                    <a:pt x="1167773" y="139516"/>
                  </a:lnTo>
                  <a:lnTo>
                    <a:pt x="1170237" y="131541"/>
                  </a:lnTo>
                  <a:lnTo>
                    <a:pt x="1172701" y="123418"/>
                  </a:lnTo>
                  <a:lnTo>
                    <a:pt x="1175164" y="115208"/>
                  </a:lnTo>
                  <a:lnTo>
                    <a:pt x="1177628" y="106949"/>
                  </a:lnTo>
                  <a:lnTo>
                    <a:pt x="1180091" y="98671"/>
                  </a:lnTo>
                  <a:lnTo>
                    <a:pt x="1182555" y="90403"/>
                  </a:lnTo>
                  <a:lnTo>
                    <a:pt x="1185019" y="82218"/>
                  </a:lnTo>
                  <a:lnTo>
                    <a:pt x="1187482" y="74147"/>
                  </a:lnTo>
                  <a:lnTo>
                    <a:pt x="1189946" y="66225"/>
                  </a:lnTo>
                  <a:lnTo>
                    <a:pt x="1192410" y="58487"/>
                  </a:lnTo>
                  <a:lnTo>
                    <a:pt x="1194873" y="51030"/>
                  </a:lnTo>
                  <a:lnTo>
                    <a:pt x="1197337" y="43920"/>
                  </a:lnTo>
                  <a:lnTo>
                    <a:pt x="1199801" y="37154"/>
                  </a:lnTo>
                  <a:lnTo>
                    <a:pt x="1202264" y="30768"/>
                  </a:lnTo>
                  <a:lnTo>
                    <a:pt x="1204728" y="24800"/>
                  </a:lnTo>
                  <a:lnTo>
                    <a:pt x="1207192" y="19484"/>
                  </a:lnTo>
                  <a:lnTo>
                    <a:pt x="1209655" y="14710"/>
                  </a:lnTo>
                  <a:lnTo>
                    <a:pt x="1212119" y="10502"/>
                  </a:lnTo>
                  <a:lnTo>
                    <a:pt x="1214583" y="6891"/>
                  </a:lnTo>
                  <a:lnTo>
                    <a:pt x="1217046" y="4005"/>
                  </a:lnTo>
                  <a:lnTo>
                    <a:pt x="1219510" y="1959"/>
                  </a:lnTo>
                  <a:lnTo>
                    <a:pt x="1221974" y="618"/>
                  </a:lnTo>
                  <a:lnTo>
                    <a:pt x="1224437" y="0"/>
                  </a:lnTo>
                  <a:lnTo>
                    <a:pt x="1226901" y="120"/>
                  </a:lnTo>
                  <a:lnTo>
                    <a:pt x="1229365" y="1231"/>
                  </a:lnTo>
                  <a:lnTo>
                    <a:pt x="1231828" y="3169"/>
                  </a:lnTo>
                  <a:lnTo>
                    <a:pt x="1234292" y="5872"/>
                  </a:lnTo>
                  <a:lnTo>
                    <a:pt x="1236756" y="9340"/>
                  </a:lnTo>
                  <a:lnTo>
                    <a:pt x="1239219" y="13627"/>
                  </a:lnTo>
                  <a:lnTo>
                    <a:pt x="1241683" y="18877"/>
                  </a:lnTo>
                  <a:lnTo>
                    <a:pt x="1244147" y="24839"/>
                  </a:lnTo>
                  <a:lnTo>
                    <a:pt x="1246610" y="31491"/>
                  </a:lnTo>
                  <a:lnTo>
                    <a:pt x="1249074" y="38809"/>
                  </a:lnTo>
                  <a:lnTo>
                    <a:pt x="1251538" y="46909"/>
                  </a:lnTo>
                  <a:lnTo>
                    <a:pt x="1254001" y="55663"/>
                  </a:lnTo>
                  <a:lnTo>
                    <a:pt x="1256465" y="64946"/>
                  </a:lnTo>
                  <a:lnTo>
                    <a:pt x="1258929" y="74719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3894670" y="6213302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95761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4272349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4587081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4901813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521654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tx358"/>
            <p:cNvSpPr/>
            <p:nvPr/>
          </p:nvSpPr>
          <p:spPr>
            <a:xfrm>
              <a:off x="3879936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4194668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4509400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4824132" y="627560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5107787" y="627424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4544414" y="642502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364" name="rc364"/>
            <p:cNvSpPr/>
            <p:nvPr/>
          </p:nvSpPr>
          <p:spPr>
            <a:xfrm>
              <a:off x="5349081" y="4609135"/>
              <a:ext cx="1524000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5418670" y="490641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481616" y="5590899"/>
              <a:ext cx="1258929" cy="562998"/>
            </a:xfrm>
            <a:custGeom>
              <a:avLst/>
              <a:pathLst>
                <a:path w="1258929" h="562998">
                  <a:moveTo>
                    <a:pt x="0" y="562998"/>
                  </a:moveTo>
                  <a:lnTo>
                    <a:pt x="2463" y="562998"/>
                  </a:lnTo>
                  <a:lnTo>
                    <a:pt x="4927" y="562998"/>
                  </a:lnTo>
                  <a:lnTo>
                    <a:pt x="7390" y="562997"/>
                  </a:lnTo>
                  <a:lnTo>
                    <a:pt x="9854" y="562997"/>
                  </a:lnTo>
                  <a:lnTo>
                    <a:pt x="12318" y="562996"/>
                  </a:lnTo>
                  <a:lnTo>
                    <a:pt x="14781" y="562995"/>
                  </a:lnTo>
                  <a:lnTo>
                    <a:pt x="17245" y="562994"/>
                  </a:lnTo>
                  <a:lnTo>
                    <a:pt x="19709" y="562991"/>
                  </a:lnTo>
                  <a:lnTo>
                    <a:pt x="22172" y="562988"/>
                  </a:lnTo>
                  <a:lnTo>
                    <a:pt x="24636" y="562982"/>
                  </a:lnTo>
                  <a:lnTo>
                    <a:pt x="27100" y="562974"/>
                  </a:lnTo>
                  <a:lnTo>
                    <a:pt x="29563" y="562961"/>
                  </a:lnTo>
                  <a:lnTo>
                    <a:pt x="32027" y="562943"/>
                  </a:lnTo>
                  <a:lnTo>
                    <a:pt x="34491" y="562917"/>
                  </a:lnTo>
                  <a:lnTo>
                    <a:pt x="36954" y="562880"/>
                  </a:lnTo>
                  <a:lnTo>
                    <a:pt x="39418" y="562828"/>
                  </a:lnTo>
                  <a:lnTo>
                    <a:pt x="41882" y="562752"/>
                  </a:lnTo>
                  <a:lnTo>
                    <a:pt x="44345" y="562645"/>
                  </a:lnTo>
                  <a:lnTo>
                    <a:pt x="46809" y="562498"/>
                  </a:lnTo>
                  <a:lnTo>
                    <a:pt x="49273" y="562297"/>
                  </a:lnTo>
                  <a:lnTo>
                    <a:pt x="51736" y="562027"/>
                  </a:lnTo>
                  <a:lnTo>
                    <a:pt x="54200" y="561668"/>
                  </a:lnTo>
                  <a:lnTo>
                    <a:pt x="56664" y="561196"/>
                  </a:lnTo>
                  <a:lnTo>
                    <a:pt x="59127" y="560564"/>
                  </a:lnTo>
                  <a:lnTo>
                    <a:pt x="61591" y="559722"/>
                  </a:lnTo>
                  <a:lnTo>
                    <a:pt x="64055" y="558637"/>
                  </a:lnTo>
                  <a:lnTo>
                    <a:pt x="66518" y="557255"/>
                  </a:lnTo>
                  <a:lnTo>
                    <a:pt x="68982" y="555512"/>
                  </a:lnTo>
                  <a:lnTo>
                    <a:pt x="71446" y="553338"/>
                  </a:lnTo>
                  <a:lnTo>
                    <a:pt x="73909" y="550654"/>
                  </a:lnTo>
                  <a:lnTo>
                    <a:pt x="76373" y="547338"/>
                  </a:lnTo>
                  <a:lnTo>
                    <a:pt x="78837" y="543193"/>
                  </a:lnTo>
                  <a:lnTo>
                    <a:pt x="81300" y="538198"/>
                  </a:lnTo>
                  <a:lnTo>
                    <a:pt x="83764" y="532239"/>
                  </a:lnTo>
                  <a:lnTo>
                    <a:pt x="86228" y="525203"/>
                  </a:lnTo>
                  <a:lnTo>
                    <a:pt x="88691" y="516975"/>
                  </a:lnTo>
                  <a:lnTo>
                    <a:pt x="91155" y="507443"/>
                  </a:lnTo>
                  <a:lnTo>
                    <a:pt x="93618" y="496501"/>
                  </a:lnTo>
                  <a:lnTo>
                    <a:pt x="96082" y="483747"/>
                  </a:lnTo>
                  <a:lnTo>
                    <a:pt x="98546" y="469379"/>
                  </a:lnTo>
                  <a:lnTo>
                    <a:pt x="101009" y="453355"/>
                  </a:lnTo>
                  <a:lnTo>
                    <a:pt x="103473" y="435657"/>
                  </a:lnTo>
                  <a:lnTo>
                    <a:pt x="105937" y="416294"/>
                  </a:lnTo>
                  <a:lnTo>
                    <a:pt x="108400" y="395312"/>
                  </a:lnTo>
                  <a:lnTo>
                    <a:pt x="110864" y="372787"/>
                  </a:lnTo>
                  <a:lnTo>
                    <a:pt x="113328" y="348666"/>
                  </a:lnTo>
                  <a:lnTo>
                    <a:pt x="115791" y="323303"/>
                  </a:lnTo>
                  <a:lnTo>
                    <a:pt x="118255" y="296988"/>
                  </a:lnTo>
                  <a:lnTo>
                    <a:pt x="120719" y="269977"/>
                  </a:lnTo>
                  <a:lnTo>
                    <a:pt x="123182" y="242556"/>
                  </a:lnTo>
                  <a:lnTo>
                    <a:pt x="125646" y="215034"/>
                  </a:lnTo>
                  <a:lnTo>
                    <a:pt x="128110" y="187742"/>
                  </a:lnTo>
                  <a:lnTo>
                    <a:pt x="130573" y="161121"/>
                  </a:lnTo>
                  <a:lnTo>
                    <a:pt x="133037" y="135641"/>
                  </a:lnTo>
                  <a:lnTo>
                    <a:pt x="135501" y="111577"/>
                  </a:lnTo>
                  <a:lnTo>
                    <a:pt x="137964" y="89243"/>
                  </a:lnTo>
                  <a:lnTo>
                    <a:pt x="140428" y="68922"/>
                  </a:lnTo>
                  <a:lnTo>
                    <a:pt x="142892" y="50862"/>
                  </a:lnTo>
                  <a:lnTo>
                    <a:pt x="145355" y="35272"/>
                  </a:lnTo>
                  <a:lnTo>
                    <a:pt x="147819" y="22442"/>
                  </a:lnTo>
                  <a:lnTo>
                    <a:pt x="150283" y="12749"/>
                  </a:lnTo>
                  <a:lnTo>
                    <a:pt x="152746" y="5820"/>
                  </a:lnTo>
                  <a:lnTo>
                    <a:pt x="155210" y="1604"/>
                  </a:lnTo>
                  <a:lnTo>
                    <a:pt x="157674" y="0"/>
                  </a:lnTo>
                  <a:lnTo>
                    <a:pt x="160137" y="856"/>
                  </a:lnTo>
                  <a:lnTo>
                    <a:pt x="162601" y="3979"/>
                  </a:lnTo>
                  <a:lnTo>
                    <a:pt x="165065" y="9141"/>
                  </a:lnTo>
                  <a:lnTo>
                    <a:pt x="167528" y="16338"/>
                  </a:lnTo>
                  <a:lnTo>
                    <a:pt x="169992" y="24894"/>
                  </a:lnTo>
                  <a:lnTo>
                    <a:pt x="172456" y="34516"/>
                  </a:lnTo>
                  <a:lnTo>
                    <a:pt x="174919" y="44924"/>
                  </a:lnTo>
                  <a:lnTo>
                    <a:pt x="177383" y="55849"/>
                  </a:lnTo>
                  <a:lnTo>
                    <a:pt x="179847" y="67047"/>
                  </a:lnTo>
                  <a:lnTo>
                    <a:pt x="182310" y="78300"/>
                  </a:lnTo>
                  <a:lnTo>
                    <a:pt x="184774" y="89381"/>
                  </a:lnTo>
                  <a:lnTo>
                    <a:pt x="187237" y="100142"/>
                  </a:lnTo>
                  <a:lnTo>
                    <a:pt x="189701" y="110523"/>
                  </a:lnTo>
                  <a:lnTo>
                    <a:pt x="192165" y="120495"/>
                  </a:lnTo>
                  <a:lnTo>
                    <a:pt x="194628" y="130066"/>
                  </a:lnTo>
                  <a:lnTo>
                    <a:pt x="197092" y="139279"/>
                  </a:lnTo>
                  <a:lnTo>
                    <a:pt x="199556" y="148206"/>
                  </a:lnTo>
                  <a:lnTo>
                    <a:pt x="202019" y="156943"/>
                  </a:lnTo>
                  <a:lnTo>
                    <a:pt x="204483" y="165657"/>
                  </a:lnTo>
                  <a:lnTo>
                    <a:pt x="206947" y="174496"/>
                  </a:lnTo>
                  <a:lnTo>
                    <a:pt x="209410" y="183596"/>
                  </a:lnTo>
                  <a:lnTo>
                    <a:pt x="211874" y="193080"/>
                  </a:lnTo>
                  <a:lnTo>
                    <a:pt x="214338" y="203063"/>
                  </a:lnTo>
                  <a:lnTo>
                    <a:pt x="216801" y="213644"/>
                  </a:lnTo>
                  <a:lnTo>
                    <a:pt x="219265" y="224934"/>
                  </a:lnTo>
                  <a:lnTo>
                    <a:pt x="221729" y="237064"/>
                  </a:lnTo>
                  <a:lnTo>
                    <a:pt x="224192" y="249941"/>
                  </a:lnTo>
                  <a:lnTo>
                    <a:pt x="226656" y="263544"/>
                  </a:lnTo>
                  <a:lnTo>
                    <a:pt x="229120" y="277828"/>
                  </a:lnTo>
                  <a:lnTo>
                    <a:pt x="231583" y="292723"/>
                  </a:lnTo>
                  <a:lnTo>
                    <a:pt x="234047" y="308140"/>
                  </a:lnTo>
                  <a:lnTo>
                    <a:pt x="236511" y="323970"/>
                  </a:lnTo>
                  <a:lnTo>
                    <a:pt x="238974" y="340107"/>
                  </a:lnTo>
                  <a:lnTo>
                    <a:pt x="241438" y="356332"/>
                  </a:lnTo>
                  <a:lnTo>
                    <a:pt x="243902" y="372505"/>
                  </a:lnTo>
                  <a:lnTo>
                    <a:pt x="246365" y="388484"/>
                  </a:lnTo>
                  <a:lnTo>
                    <a:pt x="248829" y="404137"/>
                  </a:lnTo>
                  <a:lnTo>
                    <a:pt x="251293" y="419336"/>
                  </a:lnTo>
                  <a:lnTo>
                    <a:pt x="253756" y="433965"/>
                  </a:lnTo>
                  <a:lnTo>
                    <a:pt x="256220" y="447807"/>
                  </a:lnTo>
                  <a:lnTo>
                    <a:pt x="258684" y="460825"/>
                  </a:lnTo>
                  <a:lnTo>
                    <a:pt x="261147" y="472991"/>
                  </a:lnTo>
                  <a:lnTo>
                    <a:pt x="263611" y="484266"/>
                  </a:lnTo>
                  <a:lnTo>
                    <a:pt x="266075" y="494623"/>
                  </a:lnTo>
                  <a:lnTo>
                    <a:pt x="268538" y="504051"/>
                  </a:lnTo>
                  <a:lnTo>
                    <a:pt x="271002" y="512552"/>
                  </a:lnTo>
                  <a:lnTo>
                    <a:pt x="273465" y="520061"/>
                  </a:lnTo>
                  <a:lnTo>
                    <a:pt x="275929" y="526616"/>
                  </a:lnTo>
                  <a:lnTo>
                    <a:pt x="278393" y="532343"/>
                  </a:lnTo>
                  <a:lnTo>
                    <a:pt x="280856" y="537289"/>
                  </a:lnTo>
                  <a:lnTo>
                    <a:pt x="283320" y="541499"/>
                  </a:lnTo>
                  <a:lnTo>
                    <a:pt x="285784" y="545020"/>
                  </a:lnTo>
                  <a:lnTo>
                    <a:pt x="288247" y="547899"/>
                  </a:lnTo>
                  <a:lnTo>
                    <a:pt x="290711" y="550155"/>
                  </a:lnTo>
                  <a:lnTo>
                    <a:pt x="293175" y="551785"/>
                  </a:lnTo>
                  <a:lnTo>
                    <a:pt x="295638" y="552905"/>
                  </a:lnTo>
                  <a:lnTo>
                    <a:pt x="298102" y="553540"/>
                  </a:lnTo>
                  <a:lnTo>
                    <a:pt x="300566" y="553709"/>
                  </a:lnTo>
                  <a:lnTo>
                    <a:pt x="303029" y="553425"/>
                  </a:lnTo>
                  <a:lnTo>
                    <a:pt x="305493" y="552695"/>
                  </a:lnTo>
                  <a:lnTo>
                    <a:pt x="307957" y="551523"/>
                  </a:lnTo>
                  <a:lnTo>
                    <a:pt x="310420" y="549820"/>
                  </a:lnTo>
                  <a:lnTo>
                    <a:pt x="312884" y="547665"/>
                  </a:lnTo>
                  <a:lnTo>
                    <a:pt x="315348" y="545055"/>
                  </a:lnTo>
                  <a:lnTo>
                    <a:pt x="317811" y="541985"/>
                  </a:lnTo>
                  <a:lnTo>
                    <a:pt x="320275" y="538455"/>
                  </a:lnTo>
                  <a:lnTo>
                    <a:pt x="322739" y="534471"/>
                  </a:lnTo>
                  <a:lnTo>
                    <a:pt x="325202" y="530042"/>
                  </a:lnTo>
                  <a:lnTo>
                    <a:pt x="327666" y="525133"/>
                  </a:lnTo>
                  <a:lnTo>
                    <a:pt x="330130" y="519824"/>
                  </a:lnTo>
                  <a:lnTo>
                    <a:pt x="332593" y="514180"/>
                  </a:lnTo>
                  <a:lnTo>
                    <a:pt x="335057" y="508255"/>
                  </a:lnTo>
                  <a:lnTo>
                    <a:pt x="337521" y="502113"/>
                  </a:lnTo>
                  <a:lnTo>
                    <a:pt x="339984" y="495824"/>
                  </a:lnTo>
                  <a:lnTo>
                    <a:pt x="342448" y="489469"/>
                  </a:lnTo>
                  <a:lnTo>
                    <a:pt x="344912" y="483144"/>
                  </a:lnTo>
                  <a:lnTo>
                    <a:pt x="347375" y="476973"/>
                  </a:lnTo>
                  <a:lnTo>
                    <a:pt x="349839" y="471041"/>
                  </a:lnTo>
                  <a:lnTo>
                    <a:pt x="352303" y="465435"/>
                  </a:lnTo>
                  <a:lnTo>
                    <a:pt x="354766" y="460237"/>
                  </a:lnTo>
                  <a:lnTo>
                    <a:pt x="357230" y="455521"/>
                  </a:lnTo>
                  <a:lnTo>
                    <a:pt x="359694" y="451353"/>
                  </a:lnTo>
                  <a:lnTo>
                    <a:pt x="362157" y="447819"/>
                  </a:lnTo>
                  <a:lnTo>
                    <a:pt x="364621" y="445032"/>
                  </a:lnTo>
                  <a:lnTo>
                    <a:pt x="367084" y="442925"/>
                  </a:lnTo>
                  <a:lnTo>
                    <a:pt x="369548" y="441505"/>
                  </a:lnTo>
                  <a:lnTo>
                    <a:pt x="372012" y="440768"/>
                  </a:lnTo>
                  <a:lnTo>
                    <a:pt x="374475" y="440699"/>
                  </a:lnTo>
                  <a:lnTo>
                    <a:pt x="376939" y="441271"/>
                  </a:lnTo>
                  <a:lnTo>
                    <a:pt x="379403" y="442451"/>
                  </a:lnTo>
                  <a:lnTo>
                    <a:pt x="381866" y="444292"/>
                  </a:lnTo>
                  <a:lnTo>
                    <a:pt x="384330" y="446627"/>
                  </a:lnTo>
                  <a:lnTo>
                    <a:pt x="386794" y="449404"/>
                  </a:lnTo>
                  <a:lnTo>
                    <a:pt x="389257" y="452570"/>
                  </a:lnTo>
                  <a:lnTo>
                    <a:pt x="391721" y="456070"/>
                  </a:lnTo>
                  <a:lnTo>
                    <a:pt x="394185" y="459852"/>
                  </a:lnTo>
                  <a:lnTo>
                    <a:pt x="396648" y="463864"/>
                  </a:lnTo>
                  <a:lnTo>
                    <a:pt x="399112" y="468075"/>
                  </a:lnTo>
                  <a:lnTo>
                    <a:pt x="401576" y="472410"/>
                  </a:lnTo>
                  <a:lnTo>
                    <a:pt x="404039" y="476819"/>
                  </a:lnTo>
                  <a:lnTo>
                    <a:pt x="406503" y="481265"/>
                  </a:lnTo>
                  <a:lnTo>
                    <a:pt x="408967" y="485714"/>
                  </a:lnTo>
                  <a:lnTo>
                    <a:pt x="411430" y="490134"/>
                  </a:lnTo>
                  <a:lnTo>
                    <a:pt x="413894" y="494498"/>
                  </a:lnTo>
                  <a:lnTo>
                    <a:pt x="416358" y="498769"/>
                  </a:lnTo>
                  <a:lnTo>
                    <a:pt x="418821" y="502918"/>
                  </a:lnTo>
                  <a:lnTo>
                    <a:pt x="421285" y="506938"/>
                  </a:lnTo>
                  <a:lnTo>
                    <a:pt x="423749" y="510813"/>
                  </a:lnTo>
                  <a:lnTo>
                    <a:pt x="426212" y="514533"/>
                  </a:lnTo>
                  <a:lnTo>
                    <a:pt x="428676" y="518089"/>
                  </a:lnTo>
                  <a:lnTo>
                    <a:pt x="431140" y="521475"/>
                  </a:lnTo>
                  <a:lnTo>
                    <a:pt x="433603" y="524677"/>
                  </a:lnTo>
                  <a:lnTo>
                    <a:pt x="436067" y="527679"/>
                  </a:lnTo>
                  <a:lnTo>
                    <a:pt x="438531" y="530508"/>
                  </a:lnTo>
                  <a:lnTo>
                    <a:pt x="440994" y="533167"/>
                  </a:lnTo>
                  <a:lnTo>
                    <a:pt x="443458" y="535660"/>
                  </a:lnTo>
                  <a:lnTo>
                    <a:pt x="445922" y="537994"/>
                  </a:lnTo>
                  <a:lnTo>
                    <a:pt x="448385" y="540175"/>
                  </a:lnTo>
                  <a:lnTo>
                    <a:pt x="450849" y="542211"/>
                  </a:lnTo>
                  <a:lnTo>
                    <a:pt x="453312" y="544084"/>
                  </a:lnTo>
                  <a:lnTo>
                    <a:pt x="455776" y="545831"/>
                  </a:lnTo>
                  <a:lnTo>
                    <a:pt x="458240" y="547457"/>
                  </a:lnTo>
                  <a:lnTo>
                    <a:pt x="460703" y="548969"/>
                  </a:lnTo>
                  <a:lnTo>
                    <a:pt x="463167" y="550374"/>
                  </a:lnTo>
                  <a:lnTo>
                    <a:pt x="465631" y="551677"/>
                  </a:lnTo>
                  <a:lnTo>
                    <a:pt x="468094" y="552883"/>
                  </a:lnTo>
                  <a:lnTo>
                    <a:pt x="470558" y="553984"/>
                  </a:lnTo>
                  <a:lnTo>
                    <a:pt x="473022" y="554994"/>
                  </a:lnTo>
                  <a:lnTo>
                    <a:pt x="475485" y="555920"/>
                  </a:lnTo>
                  <a:lnTo>
                    <a:pt x="477949" y="556765"/>
                  </a:lnTo>
                  <a:lnTo>
                    <a:pt x="480413" y="557532"/>
                  </a:lnTo>
                  <a:lnTo>
                    <a:pt x="482876" y="558224"/>
                  </a:lnTo>
                  <a:lnTo>
                    <a:pt x="485340" y="558842"/>
                  </a:lnTo>
                  <a:lnTo>
                    <a:pt x="487804" y="559384"/>
                  </a:lnTo>
                  <a:lnTo>
                    <a:pt x="490267" y="559851"/>
                  </a:lnTo>
                  <a:lnTo>
                    <a:pt x="492731" y="560254"/>
                  </a:lnTo>
                  <a:lnTo>
                    <a:pt x="495195" y="560595"/>
                  </a:lnTo>
                  <a:lnTo>
                    <a:pt x="497658" y="560876"/>
                  </a:lnTo>
                  <a:lnTo>
                    <a:pt x="500122" y="561100"/>
                  </a:lnTo>
                  <a:lnTo>
                    <a:pt x="502586" y="561270"/>
                  </a:lnTo>
                  <a:lnTo>
                    <a:pt x="505049" y="561388"/>
                  </a:lnTo>
                  <a:lnTo>
                    <a:pt x="507513" y="561452"/>
                  </a:lnTo>
                  <a:lnTo>
                    <a:pt x="509977" y="561473"/>
                  </a:lnTo>
                  <a:lnTo>
                    <a:pt x="512440" y="561455"/>
                  </a:lnTo>
                  <a:lnTo>
                    <a:pt x="514904" y="561401"/>
                  </a:lnTo>
                  <a:lnTo>
                    <a:pt x="517368" y="561316"/>
                  </a:lnTo>
                  <a:lnTo>
                    <a:pt x="519831" y="561204"/>
                  </a:lnTo>
                  <a:lnTo>
                    <a:pt x="522295" y="561068"/>
                  </a:lnTo>
                  <a:lnTo>
                    <a:pt x="524759" y="560913"/>
                  </a:lnTo>
                  <a:lnTo>
                    <a:pt x="527222" y="560746"/>
                  </a:lnTo>
                  <a:lnTo>
                    <a:pt x="529686" y="560574"/>
                  </a:lnTo>
                  <a:lnTo>
                    <a:pt x="532150" y="560401"/>
                  </a:lnTo>
                  <a:lnTo>
                    <a:pt x="534613" y="560231"/>
                  </a:lnTo>
                  <a:lnTo>
                    <a:pt x="537077" y="560071"/>
                  </a:lnTo>
                  <a:lnTo>
                    <a:pt x="539541" y="559925"/>
                  </a:lnTo>
                  <a:lnTo>
                    <a:pt x="542004" y="559801"/>
                  </a:lnTo>
                  <a:lnTo>
                    <a:pt x="544468" y="559702"/>
                  </a:lnTo>
                  <a:lnTo>
                    <a:pt x="546931" y="559629"/>
                  </a:lnTo>
                  <a:lnTo>
                    <a:pt x="549395" y="559584"/>
                  </a:lnTo>
                  <a:lnTo>
                    <a:pt x="551859" y="559571"/>
                  </a:lnTo>
                  <a:lnTo>
                    <a:pt x="554322" y="559588"/>
                  </a:lnTo>
                  <a:lnTo>
                    <a:pt x="556786" y="559635"/>
                  </a:lnTo>
                  <a:lnTo>
                    <a:pt x="559250" y="559716"/>
                  </a:lnTo>
                  <a:lnTo>
                    <a:pt x="561713" y="559826"/>
                  </a:lnTo>
                  <a:lnTo>
                    <a:pt x="564177" y="559960"/>
                  </a:lnTo>
                  <a:lnTo>
                    <a:pt x="566641" y="560115"/>
                  </a:lnTo>
                  <a:lnTo>
                    <a:pt x="569104" y="560287"/>
                  </a:lnTo>
                  <a:lnTo>
                    <a:pt x="571568" y="560473"/>
                  </a:lnTo>
                  <a:lnTo>
                    <a:pt x="574032" y="560669"/>
                  </a:lnTo>
                  <a:lnTo>
                    <a:pt x="576495" y="560870"/>
                  </a:lnTo>
                  <a:lnTo>
                    <a:pt x="578959" y="561072"/>
                  </a:lnTo>
                  <a:lnTo>
                    <a:pt x="581423" y="561271"/>
                  </a:lnTo>
                  <a:lnTo>
                    <a:pt x="583886" y="561464"/>
                  </a:lnTo>
                  <a:lnTo>
                    <a:pt x="586350" y="561648"/>
                  </a:lnTo>
                  <a:lnTo>
                    <a:pt x="588814" y="561822"/>
                  </a:lnTo>
                  <a:lnTo>
                    <a:pt x="591277" y="561983"/>
                  </a:lnTo>
                  <a:lnTo>
                    <a:pt x="593741" y="562132"/>
                  </a:lnTo>
                  <a:lnTo>
                    <a:pt x="596205" y="562263"/>
                  </a:lnTo>
                  <a:lnTo>
                    <a:pt x="598668" y="562381"/>
                  </a:lnTo>
                  <a:lnTo>
                    <a:pt x="601132" y="562485"/>
                  </a:lnTo>
                  <a:lnTo>
                    <a:pt x="603596" y="562575"/>
                  </a:lnTo>
                  <a:lnTo>
                    <a:pt x="606059" y="562653"/>
                  </a:lnTo>
                  <a:lnTo>
                    <a:pt x="608523" y="562720"/>
                  </a:lnTo>
                  <a:lnTo>
                    <a:pt x="610987" y="562776"/>
                  </a:lnTo>
                  <a:lnTo>
                    <a:pt x="613450" y="562822"/>
                  </a:lnTo>
                  <a:lnTo>
                    <a:pt x="615914" y="562859"/>
                  </a:lnTo>
                  <a:lnTo>
                    <a:pt x="618378" y="562890"/>
                  </a:lnTo>
                  <a:lnTo>
                    <a:pt x="620841" y="562915"/>
                  </a:lnTo>
                  <a:lnTo>
                    <a:pt x="623305" y="562934"/>
                  </a:lnTo>
                  <a:lnTo>
                    <a:pt x="625769" y="562950"/>
                  </a:lnTo>
                  <a:lnTo>
                    <a:pt x="628232" y="562962"/>
                  </a:lnTo>
                  <a:lnTo>
                    <a:pt x="630696" y="562972"/>
                  </a:lnTo>
                  <a:lnTo>
                    <a:pt x="633159" y="562978"/>
                  </a:lnTo>
                  <a:lnTo>
                    <a:pt x="635623" y="562984"/>
                  </a:lnTo>
                  <a:lnTo>
                    <a:pt x="638087" y="562988"/>
                  </a:lnTo>
                  <a:lnTo>
                    <a:pt x="640550" y="562991"/>
                  </a:lnTo>
                  <a:lnTo>
                    <a:pt x="643014" y="562993"/>
                  </a:lnTo>
                  <a:lnTo>
                    <a:pt x="645478" y="562994"/>
                  </a:lnTo>
                  <a:lnTo>
                    <a:pt x="647941" y="562996"/>
                  </a:lnTo>
                  <a:lnTo>
                    <a:pt x="650405" y="562996"/>
                  </a:lnTo>
                  <a:lnTo>
                    <a:pt x="652869" y="562997"/>
                  </a:lnTo>
                  <a:lnTo>
                    <a:pt x="655332" y="562997"/>
                  </a:lnTo>
                  <a:lnTo>
                    <a:pt x="657796" y="562997"/>
                  </a:lnTo>
                  <a:lnTo>
                    <a:pt x="660260" y="562998"/>
                  </a:lnTo>
                  <a:lnTo>
                    <a:pt x="662723" y="562998"/>
                  </a:lnTo>
                  <a:lnTo>
                    <a:pt x="665187" y="562998"/>
                  </a:lnTo>
                  <a:lnTo>
                    <a:pt x="667651" y="562998"/>
                  </a:lnTo>
                  <a:lnTo>
                    <a:pt x="670114" y="562998"/>
                  </a:lnTo>
                  <a:lnTo>
                    <a:pt x="672578" y="562998"/>
                  </a:lnTo>
                  <a:lnTo>
                    <a:pt x="675042" y="562998"/>
                  </a:lnTo>
                  <a:lnTo>
                    <a:pt x="677505" y="562998"/>
                  </a:lnTo>
                  <a:lnTo>
                    <a:pt x="679969" y="562998"/>
                  </a:lnTo>
                  <a:lnTo>
                    <a:pt x="682433" y="562998"/>
                  </a:lnTo>
                  <a:lnTo>
                    <a:pt x="684896" y="562998"/>
                  </a:lnTo>
                  <a:lnTo>
                    <a:pt x="687360" y="562998"/>
                  </a:lnTo>
                  <a:lnTo>
                    <a:pt x="689824" y="562998"/>
                  </a:lnTo>
                  <a:lnTo>
                    <a:pt x="692287" y="562998"/>
                  </a:lnTo>
                  <a:lnTo>
                    <a:pt x="694751" y="562998"/>
                  </a:lnTo>
                  <a:lnTo>
                    <a:pt x="697215" y="562998"/>
                  </a:lnTo>
                  <a:lnTo>
                    <a:pt x="699678" y="562998"/>
                  </a:lnTo>
                  <a:lnTo>
                    <a:pt x="702142" y="562998"/>
                  </a:lnTo>
                  <a:lnTo>
                    <a:pt x="704606" y="562998"/>
                  </a:lnTo>
                  <a:lnTo>
                    <a:pt x="707069" y="562998"/>
                  </a:lnTo>
                  <a:lnTo>
                    <a:pt x="709533" y="562998"/>
                  </a:lnTo>
                  <a:lnTo>
                    <a:pt x="711997" y="562998"/>
                  </a:lnTo>
                  <a:lnTo>
                    <a:pt x="714460" y="562998"/>
                  </a:lnTo>
                  <a:lnTo>
                    <a:pt x="716924" y="562998"/>
                  </a:lnTo>
                  <a:lnTo>
                    <a:pt x="719388" y="562998"/>
                  </a:lnTo>
                  <a:lnTo>
                    <a:pt x="721851" y="562998"/>
                  </a:lnTo>
                  <a:lnTo>
                    <a:pt x="724315" y="562998"/>
                  </a:lnTo>
                  <a:lnTo>
                    <a:pt x="726778" y="562998"/>
                  </a:lnTo>
                  <a:lnTo>
                    <a:pt x="729242" y="562998"/>
                  </a:lnTo>
                  <a:lnTo>
                    <a:pt x="731706" y="562998"/>
                  </a:lnTo>
                  <a:lnTo>
                    <a:pt x="734169" y="562998"/>
                  </a:lnTo>
                  <a:lnTo>
                    <a:pt x="736633" y="562998"/>
                  </a:lnTo>
                  <a:lnTo>
                    <a:pt x="739097" y="562998"/>
                  </a:lnTo>
                  <a:lnTo>
                    <a:pt x="741560" y="562998"/>
                  </a:lnTo>
                  <a:lnTo>
                    <a:pt x="744024" y="562998"/>
                  </a:lnTo>
                  <a:lnTo>
                    <a:pt x="746488" y="562998"/>
                  </a:lnTo>
                  <a:lnTo>
                    <a:pt x="748951" y="562998"/>
                  </a:lnTo>
                  <a:lnTo>
                    <a:pt x="751415" y="562998"/>
                  </a:lnTo>
                  <a:lnTo>
                    <a:pt x="753879" y="562998"/>
                  </a:lnTo>
                  <a:lnTo>
                    <a:pt x="756342" y="562998"/>
                  </a:lnTo>
                  <a:lnTo>
                    <a:pt x="758806" y="562998"/>
                  </a:lnTo>
                  <a:lnTo>
                    <a:pt x="761270" y="562998"/>
                  </a:lnTo>
                  <a:lnTo>
                    <a:pt x="763733" y="562998"/>
                  </a:lnTo>
                  <a:lnTo>
                    <a:pt x="766197" y="562998"/>
                  </a:lnTo>
                  <a:lnTo>
                    <a:pt x="768661" y="562998"/>
                  </a:lnTo>
                  <a:lnTo>
                    <a:pt x="771124" y="562998"/>
                  </a:lnTo>
                  <a:lnTo>
                    <a:pt x="773588" y="562998"/>
                  </a:lnTo>
                  <a:lnTo>
                    <a:pt x="776052" y="562998"/>
                  </a:lnTo>
                  <a:lnTo>
                    <a:pt x="778515" y="562998"/>
                  </a:lnTo>
                  <a:lnTo>
                    <a:pt x="780979" y="562998"/>
                  </a:lnTo>
                  <a:lnTo>
                    <a:pt x="783443" y="562998"/>
                  </a:lnTo>
                  <a:lnTo>
                    <a:pt x="785906" y="562998"/>
                  </a:lnTo>
                  <a:lnTo>
                    <a:pt x="788370" y="562997"/>
                  </a:lnTo>
                  <a:lnTo>
                    <a:pt x="790834" y="562997"/>
                  </a:lnTo>
                  <a:lnTo>
                    <a:pt x="793297" y="562997"/>
                  </a:lnTo>
                  <a:lnTo>
                    <a:pt x="795761" y="562996"/>
                  </a:lnTo>
                  <a:lnTo>
                    <a:pt x="798225" y="562995"/>
                  </a:lnTo>
                  <a:lnTo>
                    <a:pt x="800688" y="562994"/>
                  </a:lnTo>
                  <a:lnTo>
                    <a:pt x="803152" y="562993"/>
                  </a:lnTo>
                  <a:lnTo>
                    <a:pt x="805616" y="562991"/>
                  </a:lnTo>
                  <a:lnTo>
                    <a:pt x="808079" y="562989"/>
                  </a:lnTo>
                  <a:lnTo>
                    <a:pt x="810543" y="562985"/>
                  </a:lnTo>
                  <a:lnTo>
                    <a:pt x="813006" y="562981"/>
                  </a:lnTo>
                  <a:lnTo>
                    <a:pt x="815470" y="562976"/>
                  </a:lnTo>
                  <a:lnTo>
                    <a:pt x="817934" y="562969"/>
                  </a:lnTo>
                  <a:lnTo>
                    <a:pt x="820397" y="562960"/>
                  </a:lnTo>
                  <a:lnTo>
                    <a:pt x="822861" y="562949"/>
                  </a:lnTo>
                  <a:lnTo>
                    <a:pt x="825325" y="562936"/>
                  </a:lnTo>
                  <a:lnTo>
                    <a:pt x="827788" y="562920"/>
                  </a:lnTo>
                  <a:lnTo>
                    <a:pt x="830252" y="562901"/>
                  </a:lnTo>
                  <a:lnTo>
                    <a:pt x="832716" y="562877"/>
                  </a:lnTo>
                  <a:lnTo>
                    <a:pt x="835179" y="562850"/>
                  </a:lnTo>
                  <a:lnTo>
                    <a:pt x="837643" y="562819"/>
                  </a:lnTo>
                  <a:lnTo>
                    <a:pt x="840107" y="562783"/>
                  </a:lnTo>
                  <a:lnTo>
                    <a:pt x="842570" y="562743"/>
                  </a:lnTo>
                  <a:lnTo>
                    <a:pt x="845034" y="562697"/>
                  </a:lnTo>
                  <a:lnTo>
                    <a:pt x="847498" y="562646"/>
                  </a:lnTo>
                  <a:lnTo>
                    <a:pt x="849961" y="562591"/>
                  </a:lnTo>
                  <a:lnTo>
                    <a:pt x="852425" y="562532"/>
                  </a:lnTo>
                  <a:lnTo>
                    <a:pt x="854889" y="562470"/>
                  </a:lnTo>
                  <a:lnTo>
                    <a:pt x="857352" y="562404"/>
                  </a:lnTo>
                  <a:lnTo>
                    <a:pt x="859816" y="562337"/>
                  </a:lnTo>
                  <a:lnTo>
                    <a:pt x="862280" y="562270"/>
                  </a:lnTo>
                  <a:lnTo>
                    <a:pt x="864743" y="562202"/>
                  </a:lnTo>
                  <a:lnTo>
                    <a:pt x="867207" y="562138"/>
                  </a:lnTo>
                  <a:lnTo>
                    <a:pt x="869671" y="562076"/>
                  </a:lnTo>
                  <a:lnTo>
                    <a:pt x="872134" y="562020"/>
                  </a:lnTo>
                  <a:lnTo>
                    <a:pt x="874598" y="561970"/>
                  </a:lnTo>
                  <a:lnTo>
                    <a:pt x="877062" y="561927"/>
                  </a:lnTo>
                  <a:lnTo>
                    <a:pt x="879525" y="561892"/>
                  </a:lnTo>
                  <a:lnTo>
                    <a:pt x="881989" y="561869"/>
                  </a:lnTo>
                  <a:lnTo>
                    <a:pt x="884453" y="561855"/>
                  </a:lnTo>
                  <a:lnTo>
                    <a:pt x="886916" y="561852"/>
                  </a:lnTo>
                  <a:lnTo>
                    <a:pt x="889380" y="561860"/>
                  </a:lnTo>
                  <a:lnTo>
                    <a:pt x="891844" y="561877"/>
                  </a:lnTo>
                  <a:lnTo>
                    <a:pt x="894307" y="561904"/>
                  </a:lnTo>
                  <a:lnTo>
                    <a:pt x="896771" y="561940"/>
                  </a:lnTo>
                  <a:lnTo>
                    <a:pt x="899235" y="561985"/>
                  </a:lnTo>
                  <a:lnTo>
                    <a:pt x="901698" y="562035"/>
                  </a:lnTo>
                  <a:lnTo>
                    <a:pt x="904162" y="562090"/>
                  </a:lnTo>
                  <a:lnTo>
                    <a:pt x="906625" y="562147"/>
                  </a:lnTo>
                  <a:lnTo>
                    <a:pt x="909089" y="562206"/>
                  </a:lnTo>
                  <a:lnTo>
                    <a:pt x="911553" y="562265"/>
                  </a:lnTo>
                  <a:lnTo>
                    <a:pt x="914016" y="562321"/>
                  </a:lnTo>
                  <a:lnTo>
                    <a:pt x="916480" y="562374"/>
                  </a:lnTo>
                  <a:lnTo>
                    <a:pt x="918944" y="562421"/>
                  </a:lnTo>
                  <a:lnTo>
                    <a:pt x="921407" y="562461"/>
                  </a:lnTo>
                  <a:lnTo>
                    <a:pt x="923871" y="562494"/>
                  </a:lnTo>
                  <a:lnTo>
                    <a:pt x="926335" y="562519"/>
                  </a:lnTo>
                  <a:lnTo>
                    <a:pt x="928798" y="562535"/>
                  </a:lnTo>
                  <a:lnTo>
                    <a:pt x="931262" y="562542"/>
                  </a:lnTo>
                  <a:lnTo>
                    <a:pt x="933726" y="562539"/>
                  </a:lnTo>
                  <a:lnTo>
                    <a:pt x="936189" y="562525"/>
                  </a:lnTo>
                  <a:lnTo>
                    <a:pt x="938653" y="562502"/>
                  </a:lnTo>
                  <a:lnTo>
                    <a:pt x="941117" y="562471"/>
                  </a:lnTo>
                  <a:lnTo>
                    <a:pt x="943580" y="562432"/>
                  </a:lnTo>
                  <a:lnTo>
                    <a:pt x="946044" y="562387"/>
                  </a:lnTo>
                  <a:lnTo>
                    <a:pt x="948508" y="562335"/>
                  </a:lnTo>
                  <a:lnTo>
                    <a:pt x="950971" y="562280"/>
                  </a:lnTo>
                  <a:lnTo>
                    <a:pt x="953435" y="562221"/>
                  </a:lnTo>
                  <a:lnTo>
                    <a:pt x="955899" y="562162"/>
                  </a:lnTo>
                  <a:lnTo>
                    <a:pt x="958362" y="562103"/>
                  </a:lnTo>
                  <a:lnTo>
                    <a:pt x="960826" y="562047"/>
                  </a:lnTo>
                  <a:lnTo>
                    <a:pt x="963290" y="561994"/>
                  </a:lnTo>
                  <a:lnTo>
                    <a:pt x="965753" y="561947"/>
                  </a:lnTo>
                  <a:lnTo>
                    <a:pt x="968217" y="561906"/>
                  </a:lnTo>
                  <a:lnTo>
                    <a:pt x="970681" y="561874"/>
                  </a:lnTo>
                  <a:lnTo>
                    <a:pt x="973144" y="561851"/>
                  </a:lnTo>
                  <a:lnTo>
                    <a:pt x="975608" y="561837"/>
                  </a:lnTo>
                  <a:lnTo>
                    <a:pt x="978072" y="561833"/>
                  </a:lnTo>
                  <a:lnTo>
                    <a:pt x="980535" y="561838"/>
                  </a:lnTo>
                  <a:lnTo>
                    <a:pt x="982999" y="561851"/>
                  </a:lnTo>
                  <a:lnTo>
                    <a:pt x="985463" y="561872"/>
                  </a:lnTo>
                  <a:lnTo>
                    <a:pt x="987926" y="561901"/>
                  </a:lnTo>
                  <a:lnTo>
                    <a:pt x="990390" y="561935"/>
                  </a:lnTo>
                  <a:lnTo>
                    <a:pt x="992853" y="561973"/>
                  </a:lnTo>
                  <a:lnTo>
                    <a:pt x="995317" y="562012"/>
                  </a:lnTo>
                  <a:lnTo>
                    <a:pt x="997781" y="562051"/>
                  </a:lnTo>
                  <a:lnTo>
                    <a:pt x="1000244" y="562089"/>
                  </a:lnTo>
                  <a:lnTo>
                    <a:pt x="1002708" y="562123"/>
                  </a:lnTo>
                  <a:lnTo>
                    <a:pt x="1005172" y="562153"/>
                  </a:lnTo>
                  <a:lnTo>
                    <a:pt x="1007635" y="562175"/>
                  </a:lnTo>
                  <a:lnTo>
                    <a:pt x="1010099" y="562191"/>
                  </a:lnTo>
                  <a:lnTo>
                    <a:pt x="1012563" y="562198"/>
                  </a:lnTo>
                  <a:lnTo>
                    <a:pt x="1015026" y="562197"/>
                  </a:lnTo>
                  <a:lnTo>
                    <a:pt x="1017490" y="562188"/>
                  </a:lnTo>
                  <a:lnTo>
                    <a:pt x="1019954" y="562171"/>
                  </a:lnTo>
                  <a:lnTo>
                    <a:pt x="1022417" y="562148"/>
                  </a:lnTo>
                  <a:lnTo>
                    <a:pt x="1024881" y="562117"/>
                  </a:lnTo>
                  <a:lnTo>
                    <a:pt x="1027345" y="562081"/>
                  </a:lnTo>
                  <a:lnTo>
                    <a:pt x="1029808" y="562043"/>
                  </a:lnTo>
                  <a:lnTo>
                    <a:pt x="1032272" y="562004"/>
                  </a:lnTo>
                  <a:lnTo>
                    <a:pt x="1034736" y="561965"/>
                  </a:lnTo>
                  <a:lnTo>
                    <a:pt x="1037199" y="561929"/>
                  </a:lnTo>
                  <a:lnTo>
                    <a:pt x="1039663" y="561896"/>
                  </a:lnTo>
                  <a:lnTo>
                    <a:pt x="1042127" y="561869"/>
                  </a:lnTo>
                  <a:lnTo>
                    <a:pt x="1044590" y="561849"/>
                  </a:lnTo>
                  <a:lnTo>
                    <a:pt x="1047054" y="561838"/>
                  </a:lnTo>
                  <a:lnTo>
                    <a:pt x="1049518" y="561836"/>
                  </a:lnTo>
                  <a:lnTo>
                    <a:pt x="1051981" y="561843"/>
                  </a:lnTo>
                  <a:lnTo>
                    <a:pt x="1054445" y="561860"/>
                  </a:lnTo>
                  <a:lnTo>
                    <a:pt x="1056909" y="561886"/>
                  </a:lnTo>
                  <a:lnTo>
                    <a:pt x="1059372" y="561921"/>
                  </a:lnTo>
                  <a:lnTo>
                    <a:pt x="1061836" y="561966"/>
                  </a:lnTo>
                  <a:lnTo>
                    <a:pt x="1064300" y="562018"/>
                  </a:lnTo>
                  <a:lnTo>
                    <a:pt x="1066763" y="562075"/>
                  </a:lnTo>
                  <a:lnTo>
                    <a:pt x="1069227" y="562137"/>
                  </a:lnTo>
                  <a:lnTo>
                    <a:pt x="1071691" y="562202"/>
                  </a:lnTo>
                  <a:lnTo>
                    <a:pt x="1074154" y="562269"/>
                  </a:lnTo>
                  <a:lnTo>
                    <a:pt x="1076618" y="562337"/>
                  </a:lnTo>
                  <a:lnTo>
                    <a:pt x="1079082" y="562405"/>
                  </a:lnTo>
                  <a:lnTo>
                    <a:pt x="1081545" y="562470"/>
                  </a:lnTo>
                  <a:lnTo>
                    <a:pt x="1084009" y="562533"/>
                  </a:lnTo>
                  <a:lnTo>
                    <a:pt x="1086472" y="562592"/>
                  </a:lnTo>
                  <a:lnTo>
                    <a:pt x="1088936" y="562647"/>
                  </a:lnTo>
                  <a:lnTo>
                    <a:pt x="1091400" y="562697"/>
                  </a:lnTo>
                  <a:lnTo>
                    <a:pt x="1093863" y="562743"/>
                  </a:lnTo>
                  <a:lnTo>
                    <a:pt x="1096327" y="562784"/>
                  </a:lnTo>
                  <a:lnTo>
                    <a:pt x="1098791" y="562819"/>
                  </a:lnTo>
                  <a:lnTo>
                    <a:pt x="1101254" y="562851"/>
                  </a:lnTo>
                  <a:lnTo>
                    <a:pt x="1103718" y="562878"/>
                  </a:lnTo>
                  <a:lnTo>
                    <a:pt x="1106182" y="562901"/>
                  </a:lnTo>
                  <a:lnTo>
                    <a:pt x="1108645" y="562920"/>
                  </a:lnTo>
                  <a:lnTo>
                    <a:pt x="1111109" y="562936"/>
                  </a:lnTo>
                  <a:lnTo>
                    <a:pt x="1113573" y="562949"/>
                  </a:lnTo>
                  <a:lnTo>
                    <a:pt x="1116036" y="562960"/>
                  </a:lnTo>
                  <a:lnTo>
                    <a:pt x="1118500" y="562969"/>
                  </a:lnTo>
                  <a:lnTo>
                    <a:pt x="1120964" y="562976"/>
                  </a:lnTo>
                  <a:lnTo>
                    <a:pt x="1123427" y="562981"/>
                  </a:lnTo>
                  <a:lnTo>
                    <a:pt x="1125891" y="562985"/>
                  </a:lnTo>
                  <a:lnTo>
                    <a:pt x="1128355" y="562989"/>
                  </a:lnTo>
                  <a:lnTo>
                    <a:pt x="1130818" y="562991"/>
                  </a:lnTo>
                  <a:lnTo>
                    <a:pt x="1133282" y="562993"/>
                  </a:lnTo>
                  <a:lnTo>
                    <a:pt x="1135746" y="562994"/>
                  </a:lnTo>
                  <a:lnTo>
                    <a:pt x="1138209" y="562995"/>
                  </a:lnTo>
                  <a:lnTo>
                    <a:pt x="1140673" y="562996"/>
                  </a:lnTo>
                  <a:lnTo>
                    <a:pt x="1143137" y="562997"/>
                  </a:lnTo>
                  <a:lnTo>
                    <a:pt x="1145600" y="562997"/>
                  </a:lnTo>
                  <a:lnTo>
                    <a:pt x="1148064" y="562997"/>
                  </a:lnTo>
                  <a:lnTo>
                    <a:pt x="1150528" y="562998"/>
                  </a:lnTo>
                  <a:lnTo>
                    <a:pt x="1152991" y="562998"/>
                  </a:lnTo>
                  <a:lnTo>
                    <a:pt x="1155455" y="562998"/>
                  </a:lnTo>
                  <a:lnTo>
                    <a:pt x="1157919" y="562998"/>
                  </a:lnTo>
                  <a:lnTo>
                    <a:pt x="1160382" y="562998"/>
                  </a:lnTo>
                  <a:lnTo>
                    <a:pt x="1162846" y="562998"/>
                  </a:lnTo>
                  <a:lnTo>
                    <a:pt x="1165310" y="562998"/>
                  </a:lnTo>
                  <a:lnTo>
                    <a:pt x="1167773" y="562998"/>
                  </a:lnTo>
                  <a:lnTo>
                    <a:pt x="1170237" y="562998"/>
                  </a:lnTo>
                  <a:lnTo>
                    <a:pt x="1172701" y="562998"/>
                  </a:lnTo>
                  <a:lnTo>
                    <a:pt x="1175164" y="562998"/>
                  </a:lnTo>
                  <a:lnTo>
                    <a:pt x="1177628" y="562998"/>
                  </a:lnTo>
                  <a:lnTo>
                    <a:pt x="1180091" y="562998"/>
                  </a:lnTo>
                  <a:lnTo>
                    <a:pt x="1182555" y="562998"/>
                  </a:lnTo>
                  <a:lnTo>
                    <a:pt x="1185019" y="562998"/>
                  </a:lnTo>
                  <a:lnTo>
                    <a:pt x="1187482" y="562998"/>
                  </a:lnTo>
                  <a:lnTo>
                    <a:pt x="1189946" y="562998"/>
                  </a:lnTo>
                  <a:lnTo>
                    <a:pt x="1192410" y="562998"/>
                  </a:lnTo>
                  <a:lnTo>
                    <a:pt x="1194873" y="562998"/>
                  </a:lnTo>
                  <a:lnTo>
                    <a:pt x="1197337" y="562998"/>
                  </a:lnTo>
                  <a:lnTo>
                    <a:pt x="1199801" y="562998"/>
                  </a:lnTo>
                  <a:lnTo>
                    <a:pt x="1202264" y="562998"/>
                  </a:lnTo>
                  <a:lnTo>
                    <a:pt x="1204728" y="562998"/>
                  </a:lnTo>
                  <a:lnTo>
                    <a:pt x="1207192" y="562998"/>
                  </a:lnTo>
                  <a:lnTo>
                    <a:pt x="1209655" y="562998"/>
                  </a:lnTo>
                  <a:lnTo>
                    <a:pt x="1212119" y="562998"/>
                  </a:lnTo>
                  <a:lnTo>
                    <a:pt x="1214583" y="562998"/>
                  </a:lnTo>
                  <a:lnTo>
                    <a:pt x="1217046" y="562998"/>
                  </a:lnTo>
                  <a:lnTo>
                    <a:pt x="1219510" y="562998"/>
                  </a:lnTo>
                  <a:lnTo>
                    <a:pt x="1221974" y="562998"/>
                  </a:lnTo>
                  <a:lnTo>
                    <a:pt x="1224437" y="562998"/>
                  </a:lnTo>
                  <a:lnTo>
                    <a:pt x="1226901" y="562998"/>
                  </a:lnTo>
                  <a:lnTo>
                    <a:pt x="1229365" y="562998"/>
                  </a:lnTo>
                  <a:lnTo>
                    <a:pt x="1231828" y="562998"/>
                  </a:lnTo>
                  <a:lnTo>
                    <a:pt x="1234292" y="562998"/>
                  </a:lnTo>
                  <a:lnTo>
                    <a:pt x="1236756" y="562998"/>
                  </a:lnTo>
                  <a:lnTo>
                    <a:pt x="1239219" y="562998"/>
                  </a:lnTo>
                  <a:lnTo>
                    <a:pt x="1241683" y="562998"/>
                  </a:lnTo>
                  <a:lnTo>
                    <a:pt x="1244147" y="562998"/>
                  </a:lnTo>
                  <a:lnTo>
                    <a:pt x="1246610" y="562998"/>
                  </a:lnTo>
                  <a:lnTo>
                    <a:pt x="1249074" y="562998"/>
                  </a:lnTo>
                  <a:lnTo>
                    <a:pt x="1251538" y="562998"/>
                  </a:lnTo>
                  <a:lnTo>
                    <a:pt x="1254001" y="562998"/>
                  </a:lnTo>
                  <a:lnTo>
                    <a:pt x="1256465" y="562998"/>
                  </a:lnTo>
                  <a:lnTo>
                    <a:pt x="1258929" y="562998"/>
                  </a:lnTo>
                  <a:lnTo>
                    <a:pt x="1256465" y="562998"/>
                  </a:lnTo>
                  <a:lnTo>
                    <a:pt x="1254001" y="562998"/>
                  </a:lnTo>
                  <a:lnTo>
                    <a:pt x="1251538" y="562998"/>
                  </a:lnTo>
                  <a:lnTo>
                    <a:pt x="1249074" y="562998"/>
                  </a:lnTo>
                  <a:lnTo>
                    <a:pt x="1246610" y="562998"/>
                  </a:lnTo>
                  <a:lnTo>
                    <a:pt x="1244147" y="562998"/>
                  </a:lnTo>
                  <a:lnTo>
                    <a:pt x="1241683" y="562998"/>
                  </a:lnTo>
                  <a:lnTo>
                    <a:pt x="1239219" y="562998"/>
                  </a:lnTo>
                  <a:lnTo>
                    <a:pt x="1236756" y="562998"/>
                  </a:lnTo>
                  <a:lnTo>
                    <a:pt x="1234292" y="562998"/>
                  </a:lnTo>
                  <a:lnTo>
                    <a:pt x="1231828" y="562998"/>
                  </a:lnTo>
                  <a:lnTo>
                    <a:pt x="1229365" y="562998"/>
                  </a:lnTo>
                  <a:lnTo>
                    <a:pt x="1226901" y="562998"/>
                  </a:lnTo>
                  <a:lnTo>
                    <a:pt x="1224437" y="562998"/>
                  </a:lnTo>
                  <a:lnTo>
                    <a:pt x="1221974" y="562998"/>
                  </a:lnTo>
                  <a:lnTo>
                    <a:pt x="1219510" y="562998"/>
                  </a:lnTo>
                  <a:lnTo>
                    <a:pt x="1217046" y="562998"/>
                  </a:lnTo>
                  <a:lnTo>
                    <a:pt x="1214583" y="562998"/>
                  </a:lnTo>
                  <a:lnTo>
                    <a:pt x="1212119" y="562998"/>
                  </a:lnTo>
                  <a:lnTo>
                    <a:pt x="1209655" y="562998"/>
                  </a:lnTo>
                  <a:lnTo>
                    <a:pt x="1207192" y="562998"/>
                  </a:lnTo>
                  <a:lnTo>
                    <a:pt x="1204728" y="562998"/>
                  </a:lnTo>
                  <a:lnTo>
                    <a:pt x="1202264" y="562998"/>
                  </a:lnTo>
                  <a:lnTo>
                    <a:pt x="1199801" y="562998"/>
                  </a:lnTo>
                  <a:lnTo>
                    <a:pt x="1197337" y="562998"/>
                  </a:lnTo>
                  <a:lnTo>
                    <a:pt x="1194873" y="562998"/>
                  </a:lnTo>
                  <a:lnTo>
                    <a:pt x="1192410" y="562998"/>
                  </a:lnTo>
                  <a:lnTo>
                    <a:pt x="1189946" y="562998"/>
                  </a:lnTo>
                  <a:lnTo>
                    <a:pt x="1187482" y="562998"/>
                  </a:lnTo>
                  <a:lnTo>
                    <a:pt x="1185019" y="562998"/>
                  </a:lnTo>
                  <a:lnTo>
                    <a:pt x="1182555" y="562998"/>
                  </a:lnTo>
                  <a:lnTo>
                    <a:pt x="1180091" y="562998"/>
                  </a:lnTo>
                  <a:lnTo>
                    <a:pt x="1177628" y="562998"/>
                  </a:lnTo>
                  <a:lnTo>
                    <a:pt x="1175164" y="562998"/>
                  </a:lnTo>
                  <a:lnTo>
                    <a:pt x="1172701" y="562998"/>
                  </a:lnTo>
                  <a:lnTo>
                    <a:pt x="1170237" y="562998"/>
                  </a:lnTo>
                  <a:lnTo>
                    <a:pt x="1167773" y="562998"/>
                  </a:lnTo>
                  <a:lnTo>
                    <a:pt x="1165310" y="562998"/>
                  </a:lnTo>
                  <a:lnTo>
                    <a:pt x="1162846" y="562998"/>
                  </a:lnTo>
                  <a:lnTo>
                    <a:pt x="1160382" y="562998"/>
                  </a:lnTo>
                  <a:lnTo>
                    <a:pt x="1157919" y="562998"/>
                  </a:lnTo>
                  <a:lnTo>
                    <a:pt x="1155455" y="562998"/>
                  </a:lnTo>
                  <a:lnTo>
                    <a:pt x="1152991" y="562998"/>
                  </a:lnTo>
                  <a:lnTo>
                    <a:pt x="1150528" y="562998"/>
                  </a:lnTo>
                  <a:lnTo>
                    <a:pt x="1148064" y="562998"/>
                  </a:lnTo>
                  <a:lnTo>
                    <a:pt x="1145600" y="562998"/>
                  </a:lnTo>
                  <a:lnTo>
                    <a:pt x="1143137" y="562998"/>
                  </a:lnTo>
                  <a:lnTo>
                    <a:pt x="1140673" y="562998"/>
                  </a:lnTo>
                  <a:lnTo>
                    <a:pt x="1138209" y="562998"/>
                  </a:lnTo>
                  <a:lnTo>
                    <a:pt x="1135746" y="562998"/>
                  </a:lnTo>
                  <a:lnTo>
                    <a:pt x="1133282" y="562998"/>
                  </a:lnTo>
                  <a:lnTo>
                    <a:pt x="1130818" y="562998"/>
                  </a:lnTo>
                  <a:lnTo>
                    <a:pt x="1128355" y="562998"/>
                  </a:lnTo>
                  <a:lnTo>
                    <a:pt x="1125891" y="562998"/>
                  </a:lnTo>
                  <a:lnTo>
                    <a:pt x="1123427" y="562998"/>
                  </a:lnTo>
                  <a:lnTo>
                    <a:pt x="1120964" y="562998"/>
                  </a:lnTo>
                  <a:lnTo>
                    <a:pt x="1118500" y="562998"/>
                  </a:lnTo>
                  <a:lnTo>
                    <a:pt x="1116036" y="562998"/>
                  </a:lnTo>
                  <a:lnTo>
                    <a:pt x="1113573" y="562998"/>
                  </a:lnTo>
                  <a:lnTo>
                    <a:pt x="1111109" y="562998"/>
                  </a:lnTo>
                  <a:lnTo>
                    <a:pt x="1108645" y="562998"/>
                  </a:lnTo>
                  <a:lnTo>
                    <a:pt x="1106182" y="562998"/>
                  </a:lnTo>
                  <a:lnTo>
                    <a:pt x="1103718" y="562998"/>
                  </a:lnTo>
                  <a:lnTo>
                    <a:pt x="1101254" y="562998"/>
                  </a:lnTo>
                  <a:lnTo>
                    <a:pt x="1098791" y="562998"/>
                  </a:lnTo>
                  <a:lnTo>
                    <a:pt x="1096327" y="562998"/>
                  </a:lnTo>
                  <a:lnTo>
                    <a:pt x="1093863" y="562998"/>
                  </a:lnTo>
                  <a:lnTo>
                    <a:pt x="1091400" y="562998"/>
                  </a:lnTo>
                  <a:lnTo>
                    <a:pt x="1088936" y="562998"/>
                  </a:lnTo>
                  <a:lnTo>
                    <a:pt x="1086472" y="562998"/>
                  </a:lnTo>
                  <a:lnTo>
                    <a:pt x="1084009" y="562998"/>
                  </a:lnTo>
                  <a:lnTo>
                    <a:pt x="1081545" y="562998"/>
                  </a:lnTo>
                  <a:lnTo>
                    <a:pt x="1079082" y="562998"/>
                  </a:lnTo>
                  <a:lnTo>
                    <a:pt x="1076618" y="562998"/>
                  </a:lnTo>
                  <a:lnTo>
                    <a:pt x="1074154" y="562998"/>
                  </a:lnTo>
                  <a:lnTo>
                    <a:pt x="1071691" y="562998"/>
                  </a:lnTo>
                  <a:lnTo>
                    <a:pt x="1069227" y="562998"/>
                  </a:lnTo>
                  <a:lnTo>
                    <a:pt x="1066763" y="562998"/>
                  </a:lnTo>
                  <a:lnTo>
                    <a:pt x="1064300" y="562998"/>
                  </a:lnTo>
                  <a:lnTo>
                    <a:pt x="1061836" y="562998"/>
                  </a:lnTo>
                  <a:lnTo>
                    <a:pt x="1059372" y="562998"/>
                  </a:lnTo>
                  <a:lnTo>
                    <a:pt x="1056909" y="562998"/>
                  </a:lnTo>
                  <a:lnTo>
                    <a:pt x="1054445" y="562998"/>
                  </a:lnTo>
                  <a:lnTo>
                    <a:pt x="1051981" y="562998"/>
                  </a:lnTo>
                  <a:lnTo>
                    <a:pt x="1049518" y="562998"/>
                  </a:lnTo>
                  <a:lnTo>
                    <a:pt x="1047054" y="562998"/>
                  </a:lnTo>
                  <a:lnTo>
                    <a:pt x="1044590" y="562998"/>
                  </a:lnTo>
                  <a:lnTo>
                    <a:pt x="1042127" y="562998"/>
                  </a:lnTo>
                  <a:lnTo>
                    <a:pt x="1039663" y="562998"/>
                  </a:lnTo>
                  <a:lnTo>
                    <a:pt x="1037199" y="562998"/>
                  </a:lnTo>
                  <a:lnTo>
                    <a:pt x="1034736" y="562998"/>
                  </a:lnTo>
                  <a:lnTo>
                    <a:pt x="1032272" y="562998"/>
                  </a:lnTo>
                  <a:lnTo>
                    <a:pt x="1029808" y="562998"/>
                  </a:lnTo>
                  <a:lnTo>
                    <a:pt x="1027345" y="562998"/>
                  </a:lnTo>
                  <a:lnTo>
                    <a:pt x="1024881" y="562998"/>
                  </a:lnTo>
                  <a:lnTo>
                    <a:pt x="1022417" y="562998"/>
                  </a:lnTo>
                  <a:lnTo>
                    <a:pt x="1019954" y="562998"/>
                  </a:lnTo>
                  <a:lnTo>
                    <a:pt x="1017490" y="562998"/>
                  </a:lnTo>
                  <a:lnTo>
                    <a:pt x="1015026" y="562998"/>
                  </a:lnTo>
                  <a:lnTo>
                    <a:pt x="1012563" y="562998"/>
                  </a:lnTo>
                  <a:lnTo>
                    <a:pt x="1010099" y="562998"/>
                  </a:lnTo>
                  <a:lnTo>
                    <a:pt x="1007635" y="562998"/>
                  </a:lnTo>
                  <a:lnTo>
                    <a:pt x="1005172" y="562998"/>
                  </a:lnTo>
                  <a:lnTo>
                    <a:pt x="1002708" y="562998"/>
                  </a:lnTo>
                  <a:lnTo>
                    <a:pt x="1000244" y="562998"/>
                  </a:lnTo>
                  <a:lnTo>
                    <a:pt x="997781" y="562998"/>
                  </a:lnTo>
                  <a:lnTo>
                    <a:pt x="995317" y="562998"/>
                  </a:lnTo>
                  <a:lnTo>
                    <a:pt x="992853" y="562998"/>
                  </a:lnTo>
                  <a:lnTo>
                    <a:pt x="990390" y="562998"/>
                  </a:lnTo>
                  <a:lnTo>
                    <a:pt x="987926" y="562998"/>
                  </a:lnTo>
                  <a:lnTo>
                    <a:pt x="985463" y="562998"/>
                  </a:lnTo>
                  <a:lnTo>
                    <a:pt x="982999" y="562998"/>
                  </a:lnTo>
                  <a:lnTo>
                    <a:pt x="980535" y="562998"/>
                  </a:lnTo>
                  <a:lnTo>
                    <a:pt x="978072" y="562998"/>
                  </a:lnTo>
                  <a:lnTo>
                    <a:pt x="975608" y="562998"/>
                  </a:lnTo>
                  <a:lnTo>
                    <a:pt x="973144" y="562998"/>
                  </a:lnTo>
                  <a:lnTo>
                    <a:pt x="970681" y="562998"/>
                  </a:lnTo>
                  <a:lnTo>
                    <a:pt x="968217" y="562998"/>
                  </a:lnTo>
                  <a:lnTo>
                    <a:pt x="965753" y="562998"/>
                  </a:lnTo>
                  <a:lnTo>
                    <a:pt x="963290" y="562998"/>
                  </a:lnTo>
                  <a:lnTo>
                    <a:pt x="960826" y="562998"/>
                  </a:lnTo>
                  <a:lnTo>
                    <a:pt x="958362" y="562998"/>
                  </a:lnTo>
                  <a:lnTo>
                    <a:pt x="955899" y="562998"/>
                  </a:lnTo>
                  <a:lnTo>
                    <a:pt x="953435" y="562998"/>
                  </a:lnTo>
                  <a:lnTo>
                    <a:pt x="950971" y="562998"/>
                  </a:lnTo>
                  <a:lnTo>
                    <a:pt x="948508" y="562998"/>
                  </a:lnTo>
                  <a:lnTo>
                    <a:pt x="946044" y="562998"/>
                  </a:lnTo>
                  <a:lnTo>
                    <a:pt x="943580" y="562998"/>
                  </a:lnTo>
                  <a:lnTo>
                    <a:pt x="941117" y="562998"/>
                  </a:lnTo>
                  <a:lnTo>
                    <a:pt x="938653" y="562998"/>
                  </a:lnTo>
                  <a:lnTo>
                    <a:pt x="936189" y="562998"/>
                  </a:lnTo>
                  <a:lnTo>
                    <a:pt x="933726" y="562998"/>
                  </a:lnTo>
                  <a:lnTo>
                    <a:pt x="931262" y="562998"/>
                  </a:lnTo>
                  <a:lnTo>
                    <a:pt x="928798" y="562998"/>
                  </a:lnTo>
                  <a:lnTo>
                    <a:pt x="926335" y="562998"/>
                  </a:lnTo>
                  <a:lnTo>
                    <a:pt x="923871" y="562998"/>
                  </a:lnTo>
                  <a:lnTo>
                    <a:pt x="921407" y="562998"/>
                  </a:lnTo>
                  <a:lnTo>
                    <a:pt x="918944" y="562998"/>
                  </a:lnTo>
                  <a:lnTo>
                    <a:pt x="916480" y="562998"/>
                  </a:lnTo>
                  <a:lnTo>
                    <a:pt x="914016" y="562998"/>
                  </a:lnTo>
                  <a:lnTo>
                    <a:pt x="911553" y="562998"/>
                  </a:lnTo>
                  <a:lnTo>
                    <a:pt x="909089" y="562998"/>
                  </a:lnTo>
                  <a:lnTo>
                    <a:pt x="906625" y="562998"/>
                  </a:lnTo>
                  <a:lnTo>
                    <a:pt x="904162" y="562998"/>
                  </a:lnTo>
                  <a:lnTo>
                    <a:pt x="901698" y="562998"/>
                  </a:lnTo>
                  <a:lnTo>
                    <a:pt x="899235" y="562998"/>
                  </a:lnTo>
                  <a:lnTo>
                    <a:pt x="896771" y="562998"/>
                  </a:lnTo>
                  <a:lnTo>
                    <a:pt x="894307" y="562998"/>
                  </a:lnTo>
                  <a:lnTo>
                    <a:pt x="891844" y="562998"/>
                  </a:lnTo>
                  <a:lnTo>
                    <a:pt x="889380" y="562998"/>
                  </a:lnTo>
                  <a:lnTo>
                    <a:pt x="886916" y="562998"/>
                  </a:lnTo>
                  <a:lnTo>
                    <a:pt x="884453" y="562998"/>
                  </a:lnTo>
                  <a:lnTo>
                    <a:pt x="881989" y="562998"/>
                  </a:lnTo>
                  <a:lnTo>
                    <a:pt x="879525" y="562998"/>
                  </a:lnTo>
                  <a:lnTo>
                    <a:pt x="877062" y="562998"/>
                  </a:lnTo>
                  <a:lnTo>
                    <a:pt x="874598" y="562998"/>
                  </a:lnTo>
                  <a:lnTo>
                    <a:pt x="872134" y="562998"/>
                  </a:lnTo>
                  <a:lnTo>
                    <a:pt x="869671" y="562998"/>
                  </a:lnTo>
                  <a:lnTo>
                    <a:pt x="867207" y="562998"/>
                  </a:lnTo>
                  <a:lnTo>
                    <a:pt x="864743" y="562998"/>
                  </a:lnTo>
                  <a:lnTo>
                    <a:pt x="862280" y="562998"/>
                  </a:lnTo>
                  <a:lnTo>
                    <a:pt x="859816" y="562998"/>
                  </a:lnTo>
                  <a:lnTo>
                    <a:pt x="857352" y="562998"/>
                  </a:lnTo>
                  <a:lnTo>
                    <a:pt x="854889" y="562998"/>
                  </a:lnTo>
                  <a:lnTo>
                    <a:pt x="852425" y="562998"/>
                  </a:lnTo>
                  <a:lnTo>
                    <a:pt x="849961" y="562998"/>
                  </a:lnTo>
                  <a:lnTo>
                    <a:pt x="847498" y="562998"/>
                  </a:lnTo>
                  <a:lnTo>
                    <a:pt x="845034" y="562998"/>
                  </a:lnTo>
                  <a:lnTo>
                    <a:pt x="842570" y="562998"/>
                  </a:lnTo>
                  <a:lnTo>
                    <a:pt x="840107" y="562998"/>
                  </a:lnTo>
                  <a:lnTo>
                    <a:pt x="837643" y="562998"/>
                  </a:lnTo>
                  <a:lnTo>
                    <a:pt x="835179" y="562998"/>
                  </a:lnTo>
                  <a:lnTo>
                    <a:pt x="832716" y="562998"/>
                  </a:lnTo>
                  <a:lnTo>
                    <a:pt x="830252" y="562998"/>
                  </a:lnTo>
                  <a:lnTo>
                    <a:pt x="827788" y="562998"/>
                  </a:lnTo>
                  <a:lnTo>
                    <a:pt x="825325" y="562998"/>
                  </a:lnTo>
                  <a:lnTo>
                    <a:pt x="822861" y="562998"/>
                  </a:lnTo>
                  <a:lnTo>
                    <a:pt x="820397" y="562998"/>
                  </a:lnTo>
                  <a:lnTo>
                    <a:pt x="817934" y="562998"/>
                  </a:lnTo>
                  <a:lnTo>
                    <a:pt x="815470" y="562998"/>
                  </a:lnTo>
                  <a:lnTo>
                    <a:pt x="813006" y="562998"/>
                  </a:lnTo>
                  <a:lnTo>
                    <a:pt x="810543" y="562998"/>
                  </a:lnTo>
                  <a:lnTo>
                    <a:pt x="808079" y="562998"/>
                  </a:lnTo>
                  <a:lnTo>
                    <a:pt x="805616" y="562998"/>
                  </a:lnTo>
                  <a:lnTo>
                    <a:pt x="803152" y="562998"/>
                  </a:lnTo>
                  <a:lnTo>
                    <a:pt x="800688" y="562998"/>
                  </a:lnTo>
                  <a:lnTo>
                    <a:pt x="798225" y="562998"/>
                  </a:lnTo>
                  <a:lnTo>
                    <a:pt x="795761" y="562998"/>
                  </a:lnTo>
                  <a:lnTo>
                    <a:pt x="793297" y="562998"/>
                  </a:lnTo>
                  <a:lnTo>
                    <a:pt x="790834" y="562998"/>
                  </a:lnTo>
                  <a:lnTo>
                    <a:pt x="788370" y="562998"/>
                  </a:lnTo>
                  <a:lnTo>
                    <a:pt x="785906" y="562998"/>
                  </a:lnTo>
                  <a:lnTo>
                    <a:pt x="783443" y="562998"/>
                  </a:lnTo>
                  <a:lnTo>
                    <a:pt x="780979" y="562998"/>
                  </a:lnTo>
                  <a:lnTo>
                    <a:pt x="778515" y="562998"/>
                  </a:lnTo>
                  <a:lnTo>
                    <a:pt x="776052" y="562998"/>
                  </a:lnTo>
                  <a:lnTo>
                    <a:pt x="773588" y="562998"/>
                  </a:lnTo>
                  <a:lnTo>
                    <a:pt x="771124" y="562998"/>
                  </a:lnTo>
                  <a:lnTo>
                    <a:pt x="768661" y="562998"/>
                  </a:lnTo>
                  <a:lnTo>
                    <a:pt x="766197" y="562998"/>
                  </a:lnTo>
                  <a:lnTo>
                    <a:pt x="763733" y="562998"/>
                  </a:lnTo>
                  <a:lnTo>
                    <a:pt x="761270" y="562998"/>
                  </a:lnTo>
                  <a:lnTo>
                    <a:pt x="758806" y="562998"/>
                  </a:lnTo>
                  <a:lnTo>
                    <a:pt x="756342" y="562998"/>
                  </a:lnTo>
                  <a:lnTo>
                    <a:pt x="753879" y="562998"/>
                  </a:lnTo>
                  <a:lnTo>
                    <a:pt x="751415" y="562998"/>
                  </a:lnTo>
                  <a:lnTo>
                    <a:pt x="748951" y="562998"/>
                  </a:lnTo>
                  <a:lnTo>
                    <a:pt x="746488" y="562998"/>
                  </a:lnTo>
                  <a:lnTo>
                    <a:pt x="744024" y="562998"/>
                  </a:lnTo>
                  <a:lnTo>
                    <a:pt x="741560" y="562998"/>
                  </a:lnTo>
                  <a:lnTo>
                    <a:pt x="739097" y="562998"/>
                  </a:lnTo>
                  <a:lnTo>
                    <a:pt x="736633" y="562998"/>
                  </a:lnTo>
                  <a:lnTo>
                    <a:pt x="734169" y="562998"/>
                  </a:lnTo>
                  <a:lnTo>
                    <a:pt x="731706" y="562998"/>
                  </a:lnTo>
                  <a:lnTo>
                    <a:pt x="729242" y="562998"/>
                  </a:lnTo>
                  <a:lnTo>
                    <a:pt x="726778" y="562998"/>
                  </a:lnTo>
                  <a:lnTo>
                    <a:pt x="724315" y="562998"/>
                  </a:lnTo>
                  <a:lnTo>
                    <a:pt x="721851" y="562998"/>
                  </a:lnTo>
                  <a:lnTo>
                    <a:pt x="719388" y="562998"/>
                  </a:lnTo>
                  <a:lnTo>
                    <a:pt x="716924" y="562998"/>
                  </a:lnTo>
                  <a:lnTo>
                    <a:pt x="714460" y="562998"/>
                  </a:lnTo>
                  <a:lnTo>
                    <a:pt x="711997" y="562998"/>
                  </a:lnTo>
                  <a:lnTo>
                    <a:pt x="709533" y="562998"/>
                  </a:lnTo>
                  <a:lnTo>
                    <a:pt x="707069" y="562998"/>
                  </a:lnTo>
                  <a:lnTo>
                    <a:pt x="704606" y="562998"/>
                  </a:lnTo>
                  <a:lnTo>
                    <a:pt x="702142" y="562998"/>
                  </a:lnTo>
                  <a:lnTo>
                    <a:pt x="699678" y="562998"/>
                  </a:lnTo>
                  <a:lnTo>
                    <a:pt x="697215" y="562998"/>
                  </a:lnTo>
                  <a:lnTo>
                    <a:pt x="694751" y="562998"/>
                  </a:lnTo>
                  <a:lnTo>
                    <a:pt x="692287" y="562998"/>
                  </a:lnTo>
                  <a:lnTo>
                    <a:pt x="689824" y="562998"/>
                  </a:lnTo>
                  <a:lnTo>
                    <a:pt x="687360" y="562998"/>
                  </a:lnTo>
                  <a:lnTo>
                    <a:pt x="684896" y="562998"/>
                  </a:lnTo>
                  <a:lnTo>
                    <a:pt x="682433" y="562998"/>
                  </a:lnTo>
                  <a:lnTo>
                    <a:pt x="679969" y="562998"/>
                  </a:lnTo>
                  <a:lnTo>
                    <a:pt x="677505" y="562998"/>
                  </a:lnTo>
                  <a:lnTo>
                    <a:pt x="675042" y="562998"/>
                  </a:lnTo>
                  <a:lnTo>
                    <a:pt x="672578" y="562998"/>
                  </a:lnTo>
                  <a:lnTo>
                    <a:pt x="670114" y="562998"/>
                  </a:lnTo>
                  <a:lnTo>
                    <a:pt x="667651" y="562998"/>
                  </a:lnTo>
                  <a:lnTo>
                    <a:pt x="665187" y="562998"/>
                  </a:lnTo>
                  <a:lnTo>
                    <a:pt x="662723" y="562998"/>
                  </a:lnTo>
                  <a:lnTo>
                    <a:pt x="660260" y="562998"/>
                  </a:lnTo>
                  <a:lnTo>
                    <a:pt x="657796" y="562998"/>
                  </a:lnTo>
                  <a:lnTo>
                    <a:pt x="655332" y="562998"/>
                  </a:lnTo>
                  <a:lnTo>
                    <a:pt x="652869" y="562998"/>
                  </a:lnTo>
                  <a:lnTo>
                    <a:pt x="650405" y="562998"/>
                  </a:lnTo>
                  <a:lnTo>
                    <a:pt x="647941" y="562998"/>
                  </a:lnTo>
                  <a:lnTo>
                    <a:pt x="645478" y="562998"/>
                  </a:lnTo>
                  <a:lnTo>
                    <a:pt x="643014" y="562998"/>
                  </a:lnTo>
                  <a:lnTo>
                    <a:pt x="640550" y="562998"/>
                  </a:lnTo>
                  <a:lnTo>
                    <a:pt x="638087" y="562998"/>
                  </a:lnTo>
                  <a:lnTo>
                    <a:pt x="635623" y="562998"/>
                  </a:lnTo>
                  <a:lnTo>
                    <a:pt x="633159" y="562998"/>
                  </a:lnTo>
                  <a:lnTo>
                    <a:pt x="630696" y="562998"/>
                  </a:lnTo>
                  <a:lnTo>
                    <a:pt x="628232" y="562998"/>
                  </a:lnTo>
                  <a:lnTo>
                    <a:pt x="625769" y="562998"/>
                  </a:lnTo>
                  <a:lnTo>
                    <a:pt x="623305" y="562998"/>
                  </a:lnTo>
                  <a:lnTo>
                    <a:pt x="620841" y="562998"/>
                  </a:lnTo>
                  <a:lnTo>
                    <a:pt x="618378" y="562998"/>
                  </a:lnTo>
                  <a:lnTo>
                    <a:pt x="615914" y="562998"/>
                  </a:lnTo>
                  <a:lnTo>
                    <a:pt x="613450" y="562998"/>
                  </a:lnTo>
                  <a:lnTo>
                    <a:pt x="610987" y="562998"/>
                  </a:lnTo>
                  <a:lnTo>
                    <a:pt x="608523" y="562998"/>
                  </a:lnTo>
                  <a:lnTo>
                    <a:pt x="606059" y="562998"/>
                  </a:lnTo>
                  <a:lnTo>
                    <a:pt x="603596" y="562998"/>
                  </a:lnTo>
                  <a:lnTo>
                    <a:pt x="601132" y="562998"/>
                  </a:lnTo>
                  <a:lnTo>
                    <a:pt x="598668" y="562998"/>
                  </a:lnTo>
                  <a:lnTo>
                    <a:pt x="596205" y="562998"/>
                  </a:lnTo>
                  <a:lnTo>
                    <a:pt x="593741" y="562998"/>
                  </a:lnTo>
                  <a:lnTo>
                    <a:pt x="591277" y="562998"/>
                  </a:lnTo>
                  <a:lnTo>
                    <a:pt x="588814" y="562998"/>
                  </a:lnTo>
                  <a:lnTo>
                    <a:pt x="586350" y="562998"/>
                  </a:lnTo>
                  <a:lnTo>
                    <a:pt x="583886" y="562998"/>
                  </a:lnTo>
                  <a:lnTo>
                    <a:pt x="581423" y="562998"/>
                  </a:lnTo>
                  <a:lnTo>
                    <a:pt x="578959" y="562998"/>
                  </a:lnTo>
                  <a:lnTo>
                    <a:pt x="576495" y="562998"/>
                  </a:lnTo>
                  <a:lnTo>
                    <a:pt x="574032" y="562998"/>
                  </a:lnTo>
                  <a:lnTo>
                    <a:pt x="571568" y="562998"/>
                  </a:lnTo>
                  <a:lnTo>
                    <a:pt x="569104" y="562998"/>
                  </a:lnTo>
                  <a:lnTo>
                    <a:pt x="566641" y="562998"/>
                  </a:lnTo>
                  <a:lnTo>
                    <a:pt x="564177" y="562998"/>
                  </a:lnTo>
                  <a:lnTo>
                    <a:pt x="561713" y="562998"/>
                  </a:lnTo>
                  <a:lnTo>
                    <a:pt x="559250" y="562998"/>
                  </a:lnTo>
                  <a:lnTo>
                    <a:pt x="556786" y="562998"/>
                  </a:lnTo>
                  <a:lnTo>
                    <a:pt x="554322" y="562998"/>
                  </a:lnTo>
                  <a:lnTo>
                    <a:pt x="551859" y="562998"/>
                  </a:lnTo>
                  <a:lnTo>
                    <a:pt x="549395" y="562998"/>
                  </a:lnTo>
                  <a:lnTo>
                    <a:pt x="546931" y="562998"/>
                  </a:lnTo>
                  <a:lnTo>
                    <a:pt x="544468" y="562998"/>
                  </a:lnTo>
                  <a:lnTo>
                    <a:pt x="542004" y="562998"/>
                  </a:lnTo>
                  <a:lnTo>
                    <a:pt x="539541" y="562998"/>
                  </a:lnTo>
                  <a:lnTo>
                    <a:pt x="537077" y="562998"/>
                  </a:lnTo>
                  <a:lnTo>
                    <a:pt x="534613" y="562998"/>
                  </a:lnTo>
                  <a:lnTo>
                    <a:pt x="532150" y="562998"/>
                  </a:lnTo>
                  <a:lnTo>
                    <a:pt x="529686" y="562998"/>
                  </a:lnTo>
                  <a:lnTo>
                    <a:pt x="527222" y="562998"/>
                  </a:lnTo>
                  <a:lnTo>
                    <a:pt x="524759" y="562998"/>
                  </a:lnTo>
                  <a:lnTo>
                    <a:pt x="522295" y="562998"/>
                  </a:lnTo>
                  <a:lnTo>
                    <a:pt x="519831" y="562998"/>
                  </a:lnTo>
                  <a:lnTo>
                    <a:pt x="517368" y="562998"/>
                  </a:lnTo>
                  <a:lnTo>
                    <a:pt x="514904" y="562998"/>
                  </a:lnTo>
                  <a:lnTo>
                    <a:pt x="512440" y="562998"/>
                  </a:lnTo>
                  <a:lnTo>
                    <a:pt x="509977" y="562998"/>
                  </a:lnTo>
                  <a:lnTo>
                    <a:pt x="507513" y="562998"/>
                  </a:lnTo>
                  <a:lnTo>
                    <a:pt x="505049" y="562998"/>
                  </a:lnTo>
                  <a:lnTo>
                    <a:pt x="502586" y="562998"/>
                  </a:lnTo>
                  <a:lnTo>
                    <a:pt x="500122" y="562998"/>
                  </a:lnTo>
                  <a:lnTo>
                    <a:pt x="497658" y="562998"/>
                  </a:lnTo>
                  <a:lnTo>
                    <a:pt x="495195" y="562998"/>
                  </a:lnTo>
                  <a:lnTo>
                    <a:pt x="492731" y="562998"/>
                  </a:lnTo>
                  <a:lnTo>
                    <a:pt x="490267" y="562998"/>
                  </a:lnTo>
                  <a:lnTo>
                    <a:pt x="487804" y="562998"/>
                  </a:lnTo>
                  <a:lnTo>
                    <a:pt x="485340" y="562998"/>
                  </a:lnTo>
                  <a:lnTo>
                    <a:pt x="482876" y="562998"/>
                  </a:lnTo>
                  <a:lnTo>
                    <a:pt x="480413" y="562998"/>
                  </a:lnTo>
                  <a:lnTo>
                    <a:pt x="477949" y="562998"/>
                  </a:lnTo>
                  <a:lnTo>
                    <a:pt x="475485" y="562998"/>
                  </a:lnTo>
                  <a:lnTo>
                    <a:pt x="473022" y="562998"/>
                  </a:lnTo>
                  <a:lnTo>
                    <a:pt x="470558" y="562998"/>
                  </a:lnTo>
                  <a:lnTo>
                    <a:pt x="468094" y="562998"/>
                  </a:lnTo>
                  <a:lnTo>
                    <a:pt x="465631" y="562998"/>
                  </a:lnTo>
                  <a:lnTo>
                    <a:pt x="463167" y="562998"/>
                  </a:lnTo>
                  <a:lnTo>
                    <a:pt x="460703" y="562998"/>
                  </a:lnTo>
                  <a:lnTo>
                    <a:pt x="458240" y="562998"/>
                  </a:lnTo>
                  <a:lnTo>
                    <a:pt x="455776" y="562998"/>
                  </a:lnTo>
                  <a:lnTo>
                    <a:pt x="453312" y="562998"/>
                  </a:lnTo>
                  <a:lnTo>
                    <a:pt x="450849" y="562998"/>
                  </a:lnTo>
                  <a:lnTo>
                    <a:pt x="448385" y="562998"/>
                  </a:lnTo>
                  <a:lnTo>
                    <a:pt x="445922" y="562998"/>
                  </a:lnTo>
                  <a:lnTo>
                    <a:pt x="443458" y="562998"/>
                  </a:lnTo>
                  <a:lnTo>
                    <a:pt x="440994" y="562998"/>
                  </a:lnTo>
                  <a:lnTo>
                    <a:pt x="438531" y="562998"/>
                  </a:lnTo>
                  <a:lnTo>
                    <a:pt x="436067" y="562998"/>
                  </a:lnTo>
                  <a:lnTo>
                    <a:pt x="433603" y="562998"/>
                  </a:lnTo>
                  <a:lnTo>
                    <a:pt x="431140" y="562998"/>
                  </a:lnTo>
                  <a:lnTo>
                    <a:pt x="428676" y="562998"/>
                  </a:lnTo>
                  <a:lnTo>
                    <a:pt x="426212" y="562998"/>
                  </a:lnTo>
                  <a:lnTo>
                    <a:pt x="423749" y="562998"/>
                  </a:lnTo>
                  <a:lnTo>
                    <a:pt x="421285" y="562998"/>
                  </a:lnTo>
                  <a:lnTo>
                    <a:pt x="418821" y="562998"/>
                  </a:lnTo>
                  <a:lnTo>
                    <a:pt x="416358" y="562998"/>
                  </a:lnTo>
                  <a:lnTo>
                    <a:pt x="413894" y="562998"/>
                  </a:lnTo>
                  <a:lnTo>
                    <a:pt x="411430" y="562998"/>
                  </a:lnTo>
                  <a:lnTo>
                    <a:pt x="408967" y="562998"/>
                  </a:lnTo>
                  <a:lnTo>
                    <a:pt x="406503" y="562998"/>
                  </a:lnTo>
                  <a:lnTo>
                    <a:pt x="404039" y="562998"/>
                  </a:lnTo>
                  <a:lnTo>
                    <a:pt x="401576" y="562998"/>
                  </a:lnTo>
                  <a:lnTo>
                    <a:pt x="399112" y="562998"/>
                  </a:lnTo>
                  <a:lnTo>
                    <a:pt x="396648" y="562998"/>
                  </a:lnTo>
                  <a:lnTo>
                    <a:pt x="394185" y="562998"/>
                  </a:lnTo>
                  <a:lnTo>
                    <a:pt x="391721" y="562998"/>
                  </a:lnTo>
                  <a:lnTo>
                    <a:pt x="389257" y="562998"/>
                  </a:lnTo>
                  <a:lnTo>
                    <a:pt x="386794" y="562998"/>
                  </a:lnTo>
                  <a:lnTo>
                    <a:pt x="384330" y="562998"/>
                  </a:lnTo>
                  <a:lnTo>
                    <a:pt x="381866" y="562998"/>
                  </a:lnTo>
                  <a:lnTo>
                    <a:pt x="379403" y="562998"/>
                  </a:lnTo>
                  <a:lnTo>
                    <a:pt x="376939" y="562998"/>
                  </a:lnTo>
                  <a:lnTo>
                    <a:pt x="374475" y="562998"/>
                  </a:lnTo>
                  <a:lnTo>
                    <a:pt x="372012" y="562998"/>
                  </a:lnTo>
                  <a:lnTo>
                    <a:pt x="369548" y="562998"/>
                  </a:lnTo>
                  <a:lnTo>
                    <a:pt x="367084" y="562998"/>
                  </a:lnTo>
                  <a:lnTo>
                    <a:pt x="364621" y="562998"/>
                  </a:lnTo>
                  <a:lnTo>
                    <a:pt x="362157" y="562998"/>
                  </a:lnTo>
                  <a:lnTo>
                    <a:pt x="359694" y="562998"/>
                  </a:lnTo>
                  <a:lnTo>
                    <a:pt x="357230" y="562998"/>
                  </a:lnTo>
                  <a:lnTo>
                    <a:pt x="354766" y="562998"/>
                  </a:lnTo>
                  <a:lnTo>
                    <a:pt x="352303" y="562998"/>
                  </a:lnTo>
                  <a:lnTo>
                    <a:pt x="349839" y="562998"/>
                  </a:lnTo>
                  <a:lnTo>
                    <a:pt x="347375" y="562998"/>
                  </a:lnTo>
                  <a:lnTo>
                    <a:pt x="344912" y="562998"/>
                  </a:lnTo>
                  <a:lnTo>
                    <a:pt x="342448" y="562998"/>
                  </a:lnTo>
                  <a:lnTo>
                    <a:pt x="339984" y="562998"/>
                  </a:lnTo>
                  <a:lnTo>
                    <a:pt x="337521" y="562998"/>
                  </a:lnTo>
                  <a:lnTo>
                    <a:pt x="335057" y="562998"/>
                  </a:lnTo>
                  <a:lnTo>
                    <a:pt x="332593" y="562998"/>
                  </a:lnTo>
                  <a:lnTo>
                    <a:pt x="330130" y="562998"/>
                  </a:lnTo>
                  <a:lnTo>
                    <a:pt x="327666" y="562998"/>
                  </a:lnTo>
                  <a:lnTo>
                    <a:pt x="325202" y="562998"/>
                  </a:lnTo>
                  <a:lnTo>
                    <a:pt x="322739" y="562998"/>
                  </a:lnTo>
                  <a:lnTo>
                    <a:pt x="320275" y="562998"/>
                  </a:lnTo>
                  <a:lnTo>
                    <a:pt x="317811" y="562998"/>
                  </a:lnTo>
                  <a:lnTo>
                    <a:pt x="315348" y="562998"/>
                  </a:lnTo>
                  <a:lnTo>
                    <a:pt x="312884" y="562998"/>
                  </a:lnTo>
                  <a:lnTo>
                    <a:pt x="310420" y="562998"/>
                  </a:lnTo>
                  <a:lnTo>
                    <a:pt x="307957" y="562998"/>
                  </a:lnTo>
                  <a:lnTo>
                    <a:pt x="305493" y="562998"/>
                  </a:lnTo>
                  <a:lnTo>
                    <a:pt x="303029" y="562998"/>
                  </a:lnTo>
                  <a:lnTo>
                    <a:pt x="300566" y="562998"/>
                  </a:lnTo>
                  <a:lnTo>
                    <a:pt x="298102" y="562998"/>
                  </a:lnTo>
                  <a:lnTo>
                    <a:pt x="295638" y="562998"/>
                  </a:lnTo>
                  <a:lnTo>
                    <a:pt x="293175" y="562998"/>
                  </a:lnTo>
                  <a:lnTo>
                    <a:pt x="290711" y="562998"/>
                  </a:lnTo>
                  <a:lnTo>
                    <a:pt x="288247" y="562998"/>
                  </a:lnTo>
                  <a:lnTo>
                    <a:pt x="285784" y="562998"/>
                  </a:lnTo>
                  <a:lnTo>
                    <a:pt x="283320" y="562998"/>
                  </a:lnTo>
                  <a:lnTo>
                    <a:pt x="280856" y="562998"/>
                  </a:lnTo>
                  <a:lnTo>
                    <a:pt x="278393" y="562998"/>
                  </a:lnTo>
                  <a:lnTo>
                    <a:pt x="275929" y="562998"/>
                  </a:lnTo>
                  <a:lnTo>
                    <a:pt x="273465" y="562998"/>
                  </a:lnTo>
                  <a:lnTo>
                    <a:pt x="271002" y="562998"/>
                  </a:lnTo>
                  <a:lnTo>
                    <a:pt x="268538" y="562998"/>
                  </a:lnTo>
                  <a:lnTo>
                    <a:pt x="266075" y="562998"/>
                  </a:lnTo>
                  <a:lnTo>
                    <a:pt x="263611" y="562998"/>
                  </a:lnTo>
                  <a:lnTo>
                    <a:pt x="261147" y="562998"/>
                  </a:lnTo>
                  <a:lnTo>
                    <a:pt x="258684" y="562998"/>
                  </a:lnTo>
                  <a:lnTo>
                    <a:pt x="256220" y="562998"/>
                  </a:lnTo>
                  <a:lnTo>
                    <a:pt x="253756" y="562998"/>
                  </a:lnTo>
                  <a:lnTo>
                    <a:pt x="251293" y="562998"/>
                  </a:lnTo>
                  <a:lnTo>
                    <a:pt x="248829" y="562998"/>
                  </a:lnTo>
                  <a:lnTo>
                    <a:pt x="246365" y="562998"/>
                  </a:lnTo>
                  <a:lnTo>
                    <a:pt x="243902" y="562998"/>
                  </a:lnTo>
                  <a:lnTo>
                    <a:pt x="241438" y="562998"/>
                  </a:lnTo>
                  <a:lnTo>
                    <a:pt x="238974" y="562998"/>
                  </a:lnTo>
                  <a:lnTo>
                    <a:pt x="236511" y="562998"/>
                  </a:lnTo>
                  <a:lnTo>
                    <a:pt x="234047" y="562998"/>
                  </a:lnTo>
                  <a:lnTo>
                    <a:pt x="231583" y="562998"/>
                  </a:lnTo>
                  <a:lnTo>
                    <a:pt x="229120" y="562998"/>
                  </a:lnTo>
                  <a:lnTo>
                    <a:pt x="226656" y="562998"/>
                  </a:lnTo>
                  <a:lnTo>
                    <a:pt x="224192" y="562998"/>
                  </a:lnTo>
                  <a:lnTo>
                    <a:pt x="221729" y="562998"/>
                  </a:lnTo>
                  <a:lnTo>
                    <a:pt x="219265" y="562998"/>
                  </a:lnTo>
                  <a:lnTo>
                    <a:pt x="216801" y="562998"/>
                  </a:lnTo>
                  <a:lnTo>
                    <a:pt x="214338" y="562998"/>
                  </a:lnTo>
                  <a:lnTo>
                    <a:pt x="211874" y="562998"/>
                  </a:lnTo>
                  <a:lnTo>
                    <a:pt x="209410" y="562998"/>
                  </a:lnTo>
                  <a:lnTo>
                    <a:pt x="206947" y="562998"/>
                  </a:lnTo>
                  <a:lnTo>
                    <a:pt x="204483" y="562998"/>
                  </a:lnTo>
                  <a:lnTo>
                    <a:pt x="202019" y="562998"/>
                  </a:lnTo>
                  <a:lnTo>
                    <a:pt x="199556" y="562998"/>
                  </a:lnTo>
                  <a:lnTo>
                    <a:pt x="197092" y="562998"/>
                  </a:lnTo>
                  <a:lnTo>
                    <a:pt x="194628" y="562998"/>
                  </a:lnTo>
                  <a:lnTo>
                    <a:pt x="192165" y="562998"/>
                  </a:lnTo>
                  <a:lnTo>
                    <a:pt x="189701" y="562998"/>
                  </a:lnTo>
                  <a:lnTo>
                    <a:pt x="187237" y="562998"/>
                  </a:lnTo>
                  <a:lnTo>
                    <a:pt x="184774" y="562998"/>
                  </a:lnTo>
                  <a:lnTo>
                    <a:pt x="182310" y="562998"/>
                  </a:lnTo>
                  <a:lnTo>
                    <a:pt x="179847" y="562998"/>
                  </a:lnTo>
                  <a:lnTo>
                    <a:pt x="177383" y="562998"/>
                  </a:lnTo>
                  <a:lnTo>
                    <a:pt x="174919" y="562998"/>
                  </a:lnTo>
                  <a:lnTo>
                    <a:pt x="172456" y="562998"/>
                  </a:lnTo>
                  <a:lnTo>
                    <a:pt x="169992" y="562998"/>
                  </a:lnTo>
                  <a:lnTo>
                    <a:pt x="167528" y="562998"/>
                  </a:lnTo>
                  <a:lnTo>
                    <a:pt x="165065" y="562998"/>
                  </a:lnTo>
                  <a:lnTo>
                    <a:pt x="162601" y="562998"/>
                  </a:lnTo>
                  <a:lnTo>
                    <a:pt x="160137" y="562998"/>
                  </a:lnTo>
                  <a:lnTo>
                    <a:pt x="157674" y="562998"/>
                  </a:lnTo>
                  <a:lnTo>
                    <a:pt x="155210" y="562998"/>
                  </a:lnTo>
                  <a:lnTo>
                    <a:pt x="152746" y="562998"/>
                  </a:lnTo>
                  <a:lnTo>
                    <a:pt x="150283" y="562998"/>
                  </a:lnTo>
                  <a:lnTo>
                    <a:pt x="147819" y="562998"/>
                  </a:lnTo>
                  <a:lnTo>
                    <a:pt x="145355" y="562998"/>
                  </a:lnTo>
                  <a:lnTo>
                    <a:pt x="142892" y="562998"/>
                  </a:lnTo>
                  <a:lnTo>
                    <a:pt x="140428" y="562998"/>
                  </a:lnTo>
                  <a:lnTo>
                    <a:pt x="137964" y="562998"/>
                  </a:lnTo>
                  <a:lnTo>
                    <a:pt x="135501" y="562998"/>
                  </a:lnTo>
                  <a:lnTo>
                    <a:pt x="133037" y="562998"/>
                  </a:lnTo>
                  <a:lnTo>
                    <a:pt x="130573" y="562998"/>
                  </a:lnTo>
                  <a:lnTo>
                    <a:pt x="128110" y="562998"/>
                  </a:lnTo>
                  <a:lnTo>
                    <a:pt x="125646" y="562998"/>
                  </a:lnTo>
                  <a:lnTo>
                    <a:pt x="123182" y="562998"/>
                  </a:lnTo>
                  <a:lnTo>
                    <a:pt x="120719" y="562998"/>
                  </a:lnTo>
                  <a:lnTo>
                    <a:pt x="118255" y="562998"/>
                  </a:lnTo>
                  <a:lnTo>
                    <a:pt x="115791" y="562998"/>
                  </a:lnTo>
                  <a:lnTo>
                    <a:pt x="113328" y="562998"/>
                  </a:lnTo>
                  <a:lnTo>
                    <a:pt x="110864" y="562998"/>
                  </a:lnTo>
                  <a:lnTo>
                    <a:pt x="108400" y="562998"/>
                  </a:lnTo>
                  <a:lnTo>
                    <a:pt x="105937" y="562998"/>
                  </a:lnTo>
                  <a:lnTo>
                    <a:pt x="103473" y="562998"/>
                  </a:lnTo>
                  <a:lnTo>
                    <a:pt x="101009" y="562998"/>
                  </a:lnTo>
                  <a:lnTo>
                    <a:pt x="98546" y="562998"/>
                  </a:lnTo>
                  <a:lnTo>
                    <a:pt x="96082" y="562998"/>
                  </a:lnTo>
                  <a:lnTo>
                    <a:pt x="93618" y="562998"/>
                  </a:lnTo>
                  <a:lnTo>
                    <a:pt x="91155" y="562998"/>
                  </a:lnTo>
                  <a:lnTo>
                    <a:pt x="88691" y="562998"/>
                  </a:lnTo>
                  <a:lnTo>
                    <a:pt x="86228" y="562998"/>
                  </a:lnTo>
                  <a:lnTo>
                    <a:pt x="83764" y="562998"/>
                  </a:lnTo>
                  <a:lnTo>
                    <a:pt x="81300" y="562998"/>
                  </a:lnTo>
                  <a:lnTo>
                    <a:pt x="78837" y="562998"/>
                  </a:lnTo>
                  <a:lnTo>
                    <a:pt x="76373" y="562998"/>
                  </a:lnTo>
                  <a:lnTo>
                    <a:pt x="73909" y="562998"/>
                  </a:lnTo>
                  <a:lnTo>
                    <a:pt x="71446" y="562998"/>
                  </a:lnTo>
                  <a:lnTo>
                    <a:pt x="68982" y="562998"/>
                  </a:lnTo>
                  <a:lnTo>
                    <a:pt x="66518" y="562998"/>
                  </a:lnTo>
                  <a:lnTo>
                    <a:pt x="64055" y="562998"/>
                  </a:lnTo>
                  <a:lnTo>
                    <a:pt x="61591" y="562998"/>
                  </a:lnTo>
                  <a:lnTo>
                    <a:pt x="59127" y="562998"/>
                  </a:lnTo>
                  <a:lnTo>
                    <a:pt x="56664" y="562998"/>
                  </a:lnTo>
                  <a:lnTo>
                    <a:pt x="54200" y="562998"/>
                  </a:lnTo>
                  <a:lnTo>
                    <a:pt x="51736" y="562998"/>
                  </a:lnTo>
                  <a:lnTo>
                    <a:pt x="49273" y="562998"/>
                  </a:lnTo>
                  <a:lnTo>
                    <a:pt x="46809" y="562998"/>
                  </a:lnTo>
                  <a:lnTo>
                    <a:pt x="44345" y="562998"/>
                  </a:lnTo>
                  <a:lnTo>
                    <a:pt x="41882" y="562998"/>
                  </a:lnTo>
                  <a:lnTo>
                    <a:pt x="39418" y="562998"/>
                  </a:lnTo>
                  <a:lnTo>
                    <a:pt x="36954" y="562998"/>
                  </a:lnTo>
                  <a:lnTo>
                    <a:pt x="34491" y="562998"/>
                  </a:lnTo>
                  <a:lnTo>
                    <a:pt x="32027" y="562998"/>
                  </a:lnTo>
                  <a:lnTo>
                    <a:pt x="29563" y="562998"/>
                  </a:lnTo>
                  <a:lnTo>
                    <a:pt x="27100" y="562998"/>
                  </a:lnTo>
                  <a:lnTo>
                    <a:pt x="24636" y="562998"/>
                  </a:lnTo>
                  <a:lnTo>
                    <a:pt x="22172" y="562998"/>
                  </a:lnTo>
                  <a:lnTo>
                    <a:pt x="19709" y="562998"/>
                  </a:lnTo>
                  <a:lnTo>
                    <a:pt x="17245" y="562998"/>
                  </a:lnTo>
                  <a:lnTo>
                    <a:pt x="14781" y="562998"/>
                  </a:lnTo>
                  <a:lnTo>
                    <a:pt x="12318" y="562998"/>
                  </a:lnTo>
                  <a:lnTo>
                    <a:pt x="9854" y="562998"/>
                  </a:lnTo>
                  <a:lnTo>
                    <a:pt x="7390" y="562998"/>
                  </a:lnTo>
                  <a:lnTo>
                    <a:pt x="4927" y="562998"/>
                  </a:lnTo>
                  <a:lnTo>
                    <a:pt x="2463" y="56299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5481616" y="5590899"/>
              <a:ext cx="1258929" cy="562998"/>
            </a:xfrm>
            <a:custGeom>
              <a:avLst/>
              <a:pathLst>
                <a:path w="1258929" h="562998">
                  <a:moveTo>
                    <a:pt x="0" y="562998"/>
                  </a:moveTo>
                  <a:lnTo>
                    <a:pt x="2463" y="562998"/>
                  </a:lnTo>
                  <a:lnTo>
                    <a:pt x="4927" y="562998"/>
                  </a:lnTo>
                  <a:lnTo>
                    <a:pt x="7390" y="562997"/>
                  </a:lnTo>
                  <a:lnTo>
                    <a:pt x="9854" y="562997"/>
                  </a:lnTo>
                  <a:lnTo>
                    <a:pt x="12318" y="562996"/>
                  </a:lnTo>
                  <a:lnTo>
                    <a:pt x="14781" y="562995"/>
                  </a:lnTo>
                  <a:lnTo>
                    <a:pt x="17245" y="562994"/>
                  </a:lnTo>
                  <a:lnTo>
                    <a:pt x="19709" y="562991"/>
                  </a:lnTo>
                  <a:lnTo>
                    <a:pt x="22172" y="562988"/>
                  </a:lnTo>
                  <a:lnTo>
                    <a:pt x="24636" y="562982"/>
                  </a:lnTo>
                  <a:lnTo>
                    <a:pt x="27100" y="562974"/>
                  </a:lnTo>
                  <a:lnTo>
                    <a:pt x="29563" y="562961"/>
                  </a:lnTo>
                  <a:lnTo>
                    <a:pt x="32027" y="562943"/>
                  </a:lnTo>
                  <a:lnTo>
                    <a:pt x="34491" y="562917"/>
                  </a:lnTo>
                  <a:lnTo>
                    <a:pt x="36954" y="562880"/>
                  </a:lnTo>
                  <a:lnTo>
                    <a:pt x="39418" y="562828"/>
                  </a:lnTo>
                  <a:lnTo>
                    <a:pt x="41882" y="562752"/>
                  </a:lnTo>
                  <a:lnTo>
                    <a:pt x="44345" y="562645"/>
                  </a:lnTo>
                  <a:lnTo>
                    <a:pt x="46809" y="562498"/>
                  </a:lnTo>
                  <a:lnTo>
                    <a:pt x="49273" y="562297"/>
                  </a:lnTo>
                  <a:lnTo>
                    <a:pt x="51736" y="562027"/>
                  </a:lnTo>
                  <a:lnTo>
                    <a:pt x="54200" y="561668"/>
                  </a:lnTo>
                  <a:lnTo>
                    <a:pt x="56664" y="561196"/>
                  </a:lnTo>
                  <a:lnTo>
                    <a:pt x="59127" y="560564"/>
                  </a:lnTo>
                  <a:lnTo>
                    <a:pt x="61591" y="559722"/>
                  </a:lnTo>
                  <a:lnTo>
                    <a:pt x="64055" y="558637"/>
                  </a:lnTo>
                  <a:lnTo>
                    <a:pt x="66518" y="557255"/>
                  </a:lnTo>
                  <a:lnTo>
                    <a:pt x="68982" y="555512"/>
                  </a:lnTo>
                  <a:lnTo>
                    <a:pt x="71446" y="553338"/>
                  </a:lnTo>
                  <a:lnTo>
                    <a:pt x="73909" y="550654"/>
                  </a:lnTo>
                  <a:lnTo>
                    <a:pt x="76373" y="547338"/>
                  </a:lnTo>
                  <a:lnTo>
                    <a:pt x="78837" y="543193"/>
                  </a:lnTo>
                  <a:lnTo>
                    <a:pt x="81300" y="538198"/>
                  </a:lnTo>
                  <a:lnTo>
                    <a:pt x="83764" y="532239"/>
                  </a:lnTo>
                  <a:lnTo>
                    <a:pt x="86228" y="525203"/>
                  </a:lnTo>
                  <a:lnTo>
                    <a:pt x="88691" y="516975"/>
                  </a:lnTo>
                  <a:lnTo>
                    <a:pt x="91155" y="507443"/>
                  </a:lnTo>
                  <a:lnTo>
                    <a:pt x="93618" y="496501"/>
                  </a:lnTo>
                  <a:lnTo>
                    <a:pt x="96082" y="483747"/>
                  </a:lnTo>
                  <a:lnTo>
                    <a:pt x="98546" y="469379"/>
                  </a:lnTo>
                  <a:lnTo>
                    <a:pt x="101009" y="453355"/>
                  </a:lnTo>
                  <a:lnTo>
                    <a:pt x="103473" y="435657"/>
                  </a:lnTo>
                  <a:lnTo>
                    <a:pt x="105937" y="416294"/>
                  </a:lnTo>
                  <a:lnTo>
                    <a:pt x="108400" y="395312"/>
                  </a:lnTo>
                  <a:lnTo>
                    <a:pt x="110864" y="372787"/>
                  </a:lnTo>
                  <a:lnTo>
                    <a:pt x="113328" y="348666"/>
                  </a:lnTo>
                  <a:lnTo>
                    <a:pt x="115791" y="323303"/>
                  </a:lnTo>
                  <a:lnTo>
                    <a:pt x="118255" y="296988"/>
                  </a:lnTo>
                  <a:lnTo>
                    <a:pt x="120719" y="269977"/>
                  </a:lnTo>
                  <a:lnTo>
                    <a:pt x="123182" y="242556"/>
                  </a:lnTo>
                  <a:lnTo>
                    <a:pt x="125646" y="215034"/>
                  </a:lnTo>
                  <a:lnTo>
                    <a:pt x="128110" y="187742"/>
                  </a:lnTo>
                  <a:lnTo>
                    <a:pt x="130573" y="161121"/>
                  </a:lnTo>
                  <a:lnTo>
                    <a:pt x="133037" y="135641"/>
                  </a:lnTo>
                  <a:lnTo>
                    <a:pt x="135501" y="111577"/>
                  </a:lnTo>
                  <a:lnTo>
                    <a:pt x="137964" y="89243"/>
                  </a:lnTo>
                  <a:lnTo>
                    <a:pt x="140428" y="68922"/>
                  </a:lnTo>
                  <a:lnTo>
                    <a:pt x="142892" y="50862"/>
                  </a:lnTo>
                  <a:lnTo>
                    <a:pt x="145355" y="35272"/>
                  </a:lnTo>
                  <a:lnTo>
                    <a:pt x="147819" y="22442"/>
                  </a:lnTo>
                  <a:lnTo>
                    <a:pt x="150283" y="12749"/>
                  </a:lnTo>
                  <a:lnTo>
                    <a:pt x="152746" y="5820"/>
                  </a:lnTo>
                  <a:lnTo>
                    <a:pt x="155210" y="1604"/>
                  </a:lnTo>
                  <a:lnTo>
                    <a:pt x="157674" y="0"/>
                  </a:lnTo>
                  <a:lnTo>
                    <a:pt x="160137" y="856"/>
                  </a:lnTo>
                  <a:lnTo>
                    <a:pt x="162601" y="3979"/>
                  </a:lnTo>
                  <a:lnTo>
                    <a:pt x="165065" y="9141"/>
                  </a:lnTo>
                  <a:lnTo>
                    <a:pt x="167528" y="16338"/>
                  </a:lnTo>
                  <a:lnTo>
                    <a:pt x="169992" y="24894"/>
                  </a:lnTo>
                  <a:lnTo>
                    <a:pt x="172456" y="34516"/>
                  </a:lnTo>
                  <a:lnTo>
                    <a:pt x="174919" y="44924"/>
                  </a:lnTo>
                  <a:lnTo>
                    <a:pt x="177383" y="55849"/>
                  </a:lnTo>
                  <a:lnTo>
                    <a:pt x="179847" y="67047"/>
                  </a:lnTo>
                  <a:lnTo>
                    <a:pt x="182310" y="78300"/>
                  </a:lnTo>
                  <a:lnTo>
                    <a:pt x="184774" y="89381"/>
                  </a:lnTo>
                  <a:lnTo>
                    <a:pt x="187237" y="100142"/>
                  </a:lnTo>
                  <a:lnTo>
                    <a:pt x="189701" y="110523"/>
                  </a:lnTo>
                  <a:lnTo>
                    <a:pt x="192165" y="120495"/>
                  </a:lnTo>
                  <a:lnTo>
                    <a:pt x="194628" y="130066"/>
                  </a:lnTo>
                  <a:lnTo>
                    <a:pt x="197092" y="139279"/>
                  </a:lnTo>
                  <a:lnTo>
                    <a:pt x="199556" y="148206"/>
                  </a:lnTo>
                  <a:lnTo>
                    <a:pt x="202019" y="156943"/>
                  </a:lnTo>
                  <a:lnTo>
                    <a:pt x="204483" y="165657"/>
                  </a:lnTo>
                  <a:lnTo>
                    <a:pt x="206947" y="174496"/>
                  </a:lnTo>
                  <a:lnTo>
                    <a:pt x="209410" y="183596"/>
                  </a:lnTo>
                  <a:lnTo>
                    <a:pt x="211874" y="193080"/>
                  </a:lnTo>
                  <a:lnTo>
                    <a:pt x="214338" y="203063"/>
                  </a:lnTo>
                  <a:lnTo>
                    <a:pt x="216801" y="213644"/>
                  </a:lnTo>
                  <a:lnTo>
                    <a:pt x="219265" y="224934"/>
                  </a:lnTo>
                  <a:lnTo>
                    <a:pt x="221729" y="237064"/>
                  </a:lnTo>
                  <a:lnTo>
                    <a:pt x="224192" y="249941"/>
                  </a:lnTo>
                  <a:lnTo>
                    <a:pt x="226656" y="263544"/>
                  </a:lnTo>
                  <a:lnTo>
                    <a:pt x="229120" y="277828"/>
                  </a:lnTo>
                  <a:lnTo>
                    <a:pt x="231583" y="292723"/>
                  </a:lnTo>
                  <a:lnTo>
                    <a:pt x="234047" y="308140"/>
                  </a:lnTo>
                  <a:lnTo>
                    <a:pt x="236511" y="323970"/>
                  </a:lnTo>
                  <a:lnTo>
                    <a:pt x="238974" y="340107"/>
                  </a:lnTo>
                  <a:lnTo>
                    <a:pt x="241438" y="356332"/>
                  </a:lnTo>
                  <a:lnTo>
                    <a:pt x="243902" y="372505"/>
                  </a:lnTo>
                  <a:lnTo>
                    <a:pt x="246365" y="388484"/>
                  </a:lnTo>
                  <a:lnTo>
                    <a:pt x="248829" y="404137"/>
                  </a:lnTo>
                  <a:lnTo>
                    <a:pt x="251293" y="419336"/>
                  </a:lnTo>
                  <a:lnTo>
                    <a:pt x="253756" y="433965"/>
                  </a:lnTo>
                  <a:lnTo>
                    <a:pt x="256220" y="447807"/>
                  </a:lnTo>
                  <a:lnTo>
                    <a:pt x="258684" y="460825"/>
                  </a:lnTo>
                  <a:lnTo>
                    <a:pt x="261147" y="472991"/>
                  </a:lnTo>
                  <a:lnTo>
                    <a:pt x="263611" y="484266"/>
                  </a:lnTo>
                  <a:lnTo>
                    <a:pt x="266075" y="494623"/>
                  </a:lnTo>
                  <a:lnTo>
                    <a:pt x="268538" y="504051"/>
                  </a:lnTo>
                  <a:lnTo>
                    <a:pt x="271002" y="512552"/>
                  </a:lnTo>
                  <a:lnTo>
                    <a:pt x="273465" y="520061"/>
                  </a:lnTo>
                  <a:lnTo>
                    <a:pt x="275929" y="526616"/>
                  </a:lnTo>
                  <a:lnTo>
                    <a:pt x="278393" y="532343"/>
                  </a:lnTo>
                  <a:lnTo>
                    <a:pt x="280856" y="537289"/>
                  </a:lnTo>
                  <a:lnTo>
                    <a:pt x="283320" y="541499"/>
                  </a:lnTo>
                  <a:lnTo>
                    <a:pt x="285784" y="545020"/>
                  </a:lnTo>
                  <a:lnTo>
                    <a:pt x="288247" y="547899"/>
                  </a:lnTo>
                  <a:lnTo>
                    <a:pt x="290711" y="550155"/>
                  </a:lnTo>
                  <a:lnTo>
                    <a:pt x="293175" y="551785"/>
                  </a:lnTo>
                  <a:lnTo>
                    <a:pt x="295638" y="552905"/>
                  </a:lnTo>
                  <a:lnTo>
                    <a:pt x="298102" y="553540"/>
                  </a:lnTo>
                  <a:lnTo>
                    <a:pt x="300566" y="553709"/>
                  </a:lnTo>
                  <a:lnTo>
                    <a:pt x="303029" y="553425"/>
                  </a:lnTo>
                  <a:lnTo>
                    <a:pt x="305493" y="552695"/>
                  </a:lnTo>
                  <a:lnTo>
                    <a:pt x="307957" y="551523"/>
                  </a:lnTo>
                  <a:lnTo>
                    <a:pt x="310420" y="549820"/>
                  </a:lnTo>
                  <a:lnTo>
                    <a:pt x="312884" y="547665"/>
                  </a:lnTo>
                  <a:lnTo>
                    <a:pt x="315348" y="545055"/>
                  </a:lnTo>
                  <a:lnTo>
                    <a:pt x="317811" y="541985"/>
                  </a:lnTo>
                  <a:lnTo>
                    <a:pt x="320275" y="538455"/>
                  </a:lnTo>
                  <a:lnTo>
                    <a:pt x="322739" y="534471"/>
                  </a:lnTo>
                  <a:lnTo>
                    <a:pt x="325202" y="530042"/>
                  </a:lnTo>
                  <a:lnTo>
                    <a:pt x="327666" y="525133"/>
                  </a:lnTo>
                  <a:lnTo>
                    <a:pt x="330130" y="519824"/>
                  </a:lnTo>
                  <a:lnTo>
                    <a:pt x="332593" y="514180"/>
                  </a:lnTo>
                  <a:lnTo>
                    <a:pt x="335057" y="508255"/>
                  </a:lnTo>
                  <a:lnTo>
                    <a:pt x="337521" y="502113"/>
                  </a:lnTo>
                  <a:lnTo>
                    <a:pt x="339984" y="495824"/>
                  </a:lnTo>
                  <a:lnTo>
                    <a:pt x="342448" y="489469"/>
                  </a:lnTo>
                  <a:lnTo>
                    <a:pt x="344912" y="483144"/>
                  </a:lnTo>
                  <a:lnTo>
                    <a:pt x="347375" y="476973"/>
                  </a:lnTo>
                  <a:lnTo>
                    <a:pt x="349839" y="471041"/>
                  </a:lnTo>
                  <a:lnTo>
                    <a:pt x="352303" y="465435"/>
                  </a:lnTo>
                  <a:lnTo>
                    <a:pt x="354766" y="460237"/>
                  </a:lnTo>
                  <a:lnTo>
                    <a:pt x="357230" y="455521"/>
                  </a:lnTo>
                  <a:lnTo>
                    <a:pt x="359694" y="451353"/>
                  </a:lnTo>
                  <a:lnTo>
                    <a:pt x="362157" y="447819"/>
                  </a:lnTo>
                  <a:lnTo>
                    <a:pt x="364621" y="445032"/>
                  </a:lnTo>
                  <a:lnTo>
                    <a:pt x="367084" y="442925"/>
                  </a:lnTo>
                  <a:lnTo>
                    <a:pt x="369548" y="441505"/>
                  </a:lnTo>
                  <a:lnTo>
                    <a:pt x="372012" y="440768"/>
                  </a:lnTo>
                  <a:lnTo>
                    <a:pt x="374475" y="440699"/>
                  </a:lnTo>
                  <a:lnTo>
                    <a:pt x="376939" y="441271"/>
                  </a:lnTo>
                  <a:lnTo>
                    <a:pt x="379403" y="442451"/>
                  </a:lnTo>
                  <a:lnTo>
                    <a:pt x="381866" y="444292"/>
                  </a:lnTo>
                  <a:lnTo>
                    <a:pt x="384330" y="446627"/>
                  </a:lnTo>
                  <a:lnTo>
                    <a:pt x="386794" y="449404"/>
                  </a:lnTo>
                  <a:lnTo>
                    <a:pt x="389257" y="452570"/>
                  </a:lnTo>
                  <a:lnTo>
                    <a:pt x="391721" y="456070"/>
                  </a:lnTo>
                  <a:lnTo>
                    <a:pt x="394185" y="459852"/>
                  </a:lnTo>
                  <a:lnTo>
                    <a:pt x="396648" y="463864"/>
                  </a:lnTo>
                  <a:lnTo>
                    <a:pt x="399112" y="468075"/>
                  </a:lnTo>
                  <a:lnTo>
                    <a:pt x="401576" y="472410"/>
                  </a:lnTo>
                  <a:lnTo>
                    <a:pt x="404039" y="476819"/>
                  </a:lnTo>
                  <a:lnTo>
                    <a:pt x="406503" y="481265"/>
                  </a:lnTo>
                  <a:lnTo>
                    <a:pt x="408967" y="485714"/>
                  </a:lnTo>
                  <a:lnTo>
                    <a:pt x="411430" y="490134"/>
                  </a:lnTo>
                  <a:lnTo>
                    <a:pt x="413894" y="494498"/>
                  </a:lnTo>
                  <a:lnTo>
                    <a:pt x="416358" y="498769"/>
                  </a:lnTo>
                  <a:lnTo>
                    <a:pt x="418821" y="502918"/>
                  </a:lnTo>
                  <a:lnTo>
                    <a:pt x="421285" y="506938"/>
                  </a:lnTo>
                  <a:lnTo>
                    <a:pt x="423749" y="510813"/>
                  </a:lnTo>
                  <a:lnTo>
                    <a:pt x="426212" y="514533"/>
                  </a:lnTo>
                  <a:lnTo>
                    <a:pt x="428676" y="518089"/>
                  </a:lnTo>
                  <a:lnTo>
                    <a:pt x="431140" y="521475"/>
                  </a:lnTo>
                  <a:lnTo>
                    <a:pt x="433603" y="524677"/>
                  </a:lnTo>
                  <a:lnTo>
                    <a:pt x="436067" y="527679"/>
                  </a:lnTo>
                  <a:lnTo>
                    <a:pt x="438531" y="530508"/>
                  </a:lnTo>
                  <a:lnTo>
                    <a:pt x="440994" y="533167"/>
                  </a:lnTo>
                  <a:lnTo>
                    <a:pt x="443458" y="535660"/>
                  </a:lnTo>
                  <a:lnTo>
                    <a:pt x="445922" y="537994"/>
                  </a:lnTo>
                  <a:lnTo>
                    <a:pt x="448385" y="540175"/>
                  </a:lnTo>
                  <a:lnTo>
                    <a:pt x="450849" y="542211"/>
                  </a:lnTo>
                  <a:lnTo>
                    <a:pt x="453312" y="544084"/>
                  </a:lnTo>
                  <a:lnTo>
                    <a:pt x="455776" y="545831"/>
                  </a:lnTo>
                  <a:lnTo>
                    <a:pt x="458240" y="547457"/>
                  </a:lnTo>
                  <a:lnTo>
                    <a:pt x="460703" y="548969"/>
                  </a:lnTo>
                  <a:lnTo>
                    <a:pt x="463167" y="550374"/>
                  </a:lnTo>
                  <a:lnTo>
                    <a:pt x="465631" y="551677"/>
                  </a:lnTo>
                  <a:lnTo>
                    <a:pt x="468094" y="552883"/>
                  </a:lnTo>
                  <a:lnTo>
                    <a:pt x="470558" y="553984"/>
                  </a:lnTo>
                  <a:lnTo>
                    <a:pt x="473022" y="554994"/>
                  </a:lnTo>
                  <a:lnTo>
                    <a:pt x="475485" y="555920"/>
                  </a:lnTo>
                  <a:lnTo>
                    <a:pt x="477949" y="556765"/>
                  </a:lnTo>
                  <a:lnTo>
                    <a:pt x="480413" y="557532"/>
                  </a:lnTo>
                  <a:lnTo>
                    <a:pt x="482876" y="558224"/>
                  </a:lnTo>
                  <a:lnTo>
                    <a:pt x="485340" y="558842"/>
                  </a:lnTo>
                  <a:lnTo>
                    <a:pt x="487804" y="559384"/>
                  </a:lnTo>
                  <a:lnTo>
                    <a:pt x="490267" y="559851"/>
                  </a:lnTo>
                  <a:lnTo>
                    <a:pt x="492731" y="560254"/>
                  </a:lnTo>
                  <a:lnTo>
                    <a:pt x="495195" y="560595"/>
                  </a:lnTo>
                  <a:lnTo>
                    <a:pt x="497658" y="560876"/>
                  </a:lnTo>
                  <a:lnTo>
                    <a:pt x="500122" y="561100"/>
                  </a:lnTo>
                  <a:lnTo>
                    <a:pt x="502586" y="561270"/>
                  </a:lnTo>
                  <a:lnTo>
                    <a:pt x="505049" y="561388"/>
                  </a:lnTo>
                  <a:lnTo>
                    <a:pt x="507513" y="561452"/>
                  </a:lnTo>
                  <a:lnTo>
                    <a:pt x="509977" y="561473"/>
                  </a:lnTo>
                  <a:lnTo>
                    <a:pt x="512440" y="561455"/>
                  </a:lnTo>
                  <a:lnTo>
                    <a:pt x="514904" y="561401"/>
                  </a:lnTo>
                  <a:lnTo>
                    <a:pt x="517368" y="561316"/>
                  </a:lnTo>
                  <a:lnTo>
                    <a:pt x="519831" y="561204"/>
                  </a:lnTo>
                  <a:lnTo>
                    <a:pt x="522295" y="561068"/>
                  </a:lnTo>
                  <a:lnTo>
                    <a:pt x="524759" y="560913"/>
                  </a:lnTo>
                  <a:lnTo>
                    <a:pt x="527222" y="560746"/>
                  </a:lnTo>
                  <a:lnTo>
                    <a:pt x="529686" y="560574"/>
                  </a:lnTo>
                  <a:lnTo>
                    <a:pt x="532150" y="560401"/>
                  </a:lnTo>
                  <a:lnTo>
                    <a:pt x="534613" y="560231"/>
                  </a:lnTo>
                  <a:lnTo>
                    <a:pt x="537077" y="560071"/>
                  </a:lnTo>
                  <a:lnTo>
                    <a:pt x="539541" y="559925"/>
                  </a:lnTo>
                  <a:lnTo>
                    <a:pt x="542004" y="559801"/>
                  </a:lnTo>
                  <a:lnTo>
                    <a:pt x="544468" y="559702"/>
                  </a:lnTo>
                  <a:lnTo>
                    <a:pt x="546931" y="559629"/>
                  </a:lnTo>
                  <a:lnTo>
                    <a:pt x="549395" y="559584"/>
                  </a:lnTo>
                  <a:lnTo>
                    <a:pt x="551859" y="559571"/>
                  </a:lnTo>
                  <a:lnTo>
                    <a:pt x="554322" y="559588"/>
                  </a:lnTo>
                  <a:lnTo>
                    <a:pt x="556786" y="559635"/>
                  </a:lnTo>
                  <a:lnTo>
                    <a:pt x="559250" y="559716"/>
                  </a:lnTo>
                  <a:lnTo>
                    <a:pt x="561713" y="559826"/>
                  </a:lnTo>
                  <a:lnTo>
                    <a:pt x="564177" y="559960"/>
                  </a:lnTo>
                  <a:lnTo>
                    <a:pt x="566641" y="560115"/>
                  </a:lnTo>
                  <a:lnTo>
                    <a:pt x="569104" y="560287"/>
                  </a:lnTo>
                  <a:lnTo>
                    <a:pt x="571568" y="560473"/>
                  </a:lnTo>
                  <a:lnTo>
                    <a:pt x="574032" y="560669"/>
                  </a:lnTo>
                  <a:lnTo>
                    <a:pt x="576495" y="560870"/>
                  </a:lnTo>
                  <a:lnTo>
                    <a:pt x="578959" y="561072"/>
                  </a:lnTo>
                  <a:lnTo>
                    <a:pt x="581423" y="561271"/>
                  </a:lnTo>
                  <a:lnTo>
                    <a:pt x="583886" y="561464"/>
                  </a:lnTo>
                  <a:lnTo>
                    <a:pt x="586350" y="561648"/>
                  </a:lnTo>
                  <a:lnTo>
                    <a:pt x="588814" y="561822"/>
                  </a:lnTo>
                  <a:lnTo>
                    <a:pt x="591277" y="561983"/>
                  </a:lnTo>
                  <a:lnTo>
                    <a:pt x="593741" y="562132"/>
                  </a:lnTo>
                  <a:lnTo>
                    <a:pt x="596205" y="562263"/>
                  </a:lnTo>
                  <a:lnTo>
                    <a:pt x="598668" y="562381"/>
                  </a:lnTo>
                  <a:lnTo>
                    <a:pt x="601132" y="562485"/>
                  </a:lnTo>
                  <a:lnTo>
                    <a:pt x="603596" y="562575"/>
                  </a:lnTo>
                  <a:lnTo>
                    <a:pt x="606059" y="562653"/>
                  </a:lnTo>
                  <a:lnTo>
                    <a:pt x="608523" y="562720"/>
                  </a:lnTo>
                  <a:lnTo>
                    <a:pt x="610987" y="562776"/>
                  </a:lnTo>
                  <a:lnTo>
                    <a:pt x="613450" y="562822"/>
                  </a:lnTo>
                  <a:lnTo>
                    <a:pt x="615914" y="562859"/>
                  </a:lnTo>
                  <a:lnTo>
                    <a:pt x="618378" y="562890"/>
                  </a:lnTo>
                  <a:lnTo>
                    <a:pt x="620841" y="562915"/>
                  </a:lnTo>
                  <a:lnTo>
                    <a:pt x="623305" y="562934"/>
                  </a:lnTo>
                  <a:lnTo>
                    <a:pt x="625769" y="562950"/>
                  </a:lnTo>
                  <a:lnTo>
                    <a:pt x="628232" y="562962"/>
                  </a:lnTo>
                  <a:lnTo>
                    <a:pt x="630696" y="562972"/>
                  </a:lnTo>
                  <a:lnTo>
                    <a:pt x="633159" y="562978"/>
                  </a:lnTo>
                  <a:lnTo>
                    <a:pt x="635623" y="562984"/>
                  </a:lnTo>
                  <a:lnTo>
                    <a:pt x="638087" y="562988"/>
                  </a:lnTo>
                  <a:lnTo>
                    <a:pt x="640550" y="562991"/>
                  </a:lnTo>
                  <a:lnTo>
                    <a:pt x="643014" y="562993"/>
                  </a:lnTo>
                  <a:lnTo>
                    <a:pt x="645478" y="562994"/>
                  </a:lnTo>
                  <a:lnTo>
                    <a:pt x="647941" y="562996"/>
                  </a:lnTo>
                  <a:lnTo>
                    <a:pt x="650405" y="562996"/>
                  </a:lnTo>
                  <a:lnTo>
                    <a:pt x="652869" y="562997"/>
                  </a:lnTo>
                  <a:lnTo>
                    <a:pt x="655332" y="562997"/>
                  </a:lnTo>
                  <a:lnTo>
                    <a:pt x="657796" y="562997"/>
                  </a:lnTo>
                  <a:lnTo>
                    <a:pt x="660260" y="562998"/>
                  </a:lnTo>
                  <a:lnTo>
                    <a:pt x="662723" y="562998"/>
                  </a:lnTo>
                  <a:lnTo>
                    <a:pt x="665187" y="562998"/>
                  </a:lnTo>
                  <a:lnTo>
                    <a:pt x="667651" y="562998"/>
                  </a:lnTo>
                  <a:lnTo>
                    <a:pt x="670114" y="562998"/>
                  </a:lnTo>
                  <a:lnTo>
                    <a:pt x="672578" y="562998"/>
                  </a:lnTo>
                  <a:lnTo>
                    <a:pt x="675042" y="562998"/>
                  </a:lnTo>
                  <a:lnTo>
                    <a:pt x="677505" y="562998"/>
                  </a:lnTo>
                  <a:lnTo>
                    <a:pt x="679969" y="562998"/>
                  </a:lnTo>
                  <a:lnTo>
                    <a:pt x="682433" y="562998"/>
                  </a:lnTo>
                  <a:lnTo>
                    <a:pt x="684896" y="562998"/>
                  </a:lnTo>
                  <a:lnTo>
                    <a:pt x="687360" y="562998"/>
                  </a:lnTo>
                  <a:lnTo>
                    <a:pt x="689824" y="562998"/>
                  </a:lnTo>
                  <a:lnTo>
                    <a:pt x="692287" y="562998"/>
                  </a:lnTo>
                  <a:lnTo>
                    <a:pt x="694751" y="562998"/>
                  </a:lnTo>
                  <a:lnTo>
                    <a:pt x="697215" y="562998"/>
                  </a:lnTo>
                  <a:lnTo>
                    <a:pt x="699678" y="562998"/>
                  </a:lnTo>
                  <a:lnTo>
                    <a:pt x="702142" y="562998"/>
                  </a:lnTo>
                  <a:lnTo>
                    <a:pt x="704606" y="562998"/>
                  </a:lnTo>
                  <a:lnTo>
                    <a:pt x="707069" y="562998"/>
                  </a:lnTo>
                  <a:lnTo>
                    <a:pt x="709533" y="562998"/>
                  </a:lnTo>
                  <a:lnTo>
                    <a:pt x="711997" y="562998"/>
                  </a:lnTo>
                  <a:lnTo>
                    <a:pt x="714460" y="562998"/>
                  </a:lnTo>
                  <a:lnTo>
                    <a:pt x="716924" y="562998"/>
                  </a:lnTo>
                  <a:lnTo>
                    <a:pt x="719388" y="562998"/>
                  </a:lnTo>
                  <a:lnTo>
                    <a:pt x="721851" y="562998"/>
                  </a:lnTo>
                  <a:lnTo>
                    <a:pt x="724315" y="562998"/>
                  </a:lnTo>
                  <a:lnTo>
                    <a:pt x="726778" y="562998"/>
                  </a:lnTo>
                  <a:lnTo>
                    <a:pt x="729242" y="562998"/>
                  </a:lnTo>
                  <a:lnTo>
                    <a:pt x="731706" y="562998"/>
                  </a:lnTo>
                  <a:lnTo>
                    <a:pt x="734169" y="562998"/>
                  </a:lnTo>
                  <a:lnTo>
                    <a:pt x="736633" y="562998"/>
                  </a:lnTo>
                  <a:lnTo>
                    <a:pt x="739097" y="562998"/>
                  </a:lnTo>
                  <a:lnTo>
                    <a:pt x="741560" y="562998"/>
                  </a:lnTo>
                  <a:lnTo>
                    <a:pt x="744024" y="562998"/>
                  </a:lnTo>
                  <a:lnTo>
                    <a:pt x="746488" y="562998"/>
                  </a:lnTo>
                  <a:lnTo>
                    <a:pt x="748951" y="562998"/>
                  </a:lnTo>
                  <a:lnTo>
                    <a:pt x="751415" y="562998"/>
                  </a:lnTo>
                  <a:lnTo>
                    <a:pt x="753879" y="562998"/>
                  </a:lnTo>
                  <a:lnTo>
                    <a:pt x="756342" y="562998"/>
                  </a:lnTo>
                  <a:lnTo>
                    <a:pt x="758806" y="562998"/>
                  </a:lnTo>
                  <a:lnTo>
                    <a:pt x="761270" y="562998"/>
                  </a:lnTo>
                  <a:lnTo>
                    <a:pt x="763733" y="562998"/>
                  </a:lnTo>
                  <a:lnTo>
                    <a:pt x="766197" y="562998"/>
                  </a:lnTo>
                  <a:lnTo>
                    <a:pt x="768661" y="562998"/>
                  </a:lnTo>
                  <a:lnTo>
                    <a:pt x="771124" y="562998"/>
                  </a:lnTo>
                  <a:lnTo>
                    <a:pt x="773588" y="562998"/>
                  </a:lnTo>
                  <a:lnTo>
                    <a:pt x="776052" y="562998"/>
                  </a:lnTo>
                  <a:lnTo>
                    <a:pt x="778515" y="562998"/>
                  </a:lnTo>
                  <a:lnTo>
                    <a:pt x="780979" y="562998"/>
                  </a:lnTo>
                  <a:lnTo>
                    <a:pt x="783443" y="562998"/>
                  </a:lnTo>
                  <a:lnTo>
                    <a:pt x="785906" y="562998"/>
                  </a:lnTo>
                  <a:lnTo>
                    <a:pt x="788370" y="562997"/>
                  </a:lnTo>
                  <a:lnTo>
                    <a:pt x="790834" y="562997"/>
                  </a:lnTo>
                  <a:lnTo>
                    <a:pt x="793297" y="562997"/>
                  </a:lnTo>
                  <a:lnTo>
                    <a:pt x="795761" y="562996"/>
                  </a:lnTo>
                  <a:lnTo>
                    <a:pt x="798225" y="562995"/>
                  </a:lnTo>
                  <a:lnTo>
                    <a:pt x="800688" y="562994"/>
                  </a:lnTo>
                  <a:lnTo>
                    <a:pt x="803152" y="562993"/>
                  </a:lnTo>
                  <a:lnTo>
                    <a:pt x="805616" y="562991"/>
                  </a:lnTo>
                  <a:lnTo>
                    <a:pt x="808079" y="562989"/>
                  </a:lnTo>
                  <a:lnTo>
                    <a:pt x="810543" y="562985"/>
                  </a:lnTo>
                  <a:lnTo>
                    <a:pt x="813006" y="562981"/>
                  </a:lnTo>
                  <a:lnTo>
                    <a:pt x="815470" y="562976"/>
                  </a:lnTo>
                  <a:lnTo>
                    <a:pt x="817934" y="562969"/>
                  </a:lnTo>
                  <a:lnTo>
                    <a:pt x="820397" y="562960"/>
                  </a:lnTo>
                  <a:lnTo>
                    <a:pt x="822861" y="562949"/>
                  </a:lnTo>
                  <a:lnTo>
                    <a:pt x="825325" y="562936"/>
                  </a:lnTo>
                  <a:lnTo>
                    <a:pt x="827788" y="562920"/>
                  </a:lnTo>
                  <a:lnTo>
                    <a:pt x="830252" y="562901"/>
                  </a:lnTo>
                  <a:lnTo>
                    <a:pt x="832716" y="562877"/>
                  </a:lnTo>
                  <a:lnTo>
                    <a:pt x="835179" y="562850"/>
                  </a:lnTo>
                  <a:lnTo>
                    <a:pt x="837643" y="562819"/>
                  </a:lnTo>
                  <a:lnTo>
                    <a:pt x="840107" y="562783"/>
                  </a:lnTo>
                  <a:lnTo>
                    <a:pt x="842570" y="562743"/>
                  </a:lnTo>
                  <a:lnTo>
                    <a:pt x="845034" y="562697"/>
                  </a:lnTo>
                  <a:lnTo>
                    <a:pt x="847498" y="562646"/>
                  </a:lnTo>
                  <a:lnTo>
                    <a:pt x="849961" y="562591"/>
                  </a:lnTo>
                  <a:lnTo>
                    <a:pt x="852425" y="562532"/>
                  </a:lnTo>
                  <a:lnTo>
                    <a:pt x="854889" y="562470"/>
                  </a:lnTo>
                  <a:lnTo>
                    <a:pt x="857352" y="562404"/>
                  </a:lnTo>
                  <a:lnTo>
                    <a:pt x="859816" y="562337"/>
                  </a:lnTo>
                  <a:lnTo>
                    <a:pt x="862280" y="562270"/>
                  </a:lnTo>
                  <a:lnTo>
                    <a:pt x="864743" y="562202"/>
                  </a:lnTo>
                  <a:lnTo>
                    <a:pt x="867207" y="562138"/>
                  </a:lnTo>
                  <a:lnTo>
                    <a:pt x="869671" y="562076"/>
                  </a:lnTo>
                  <a:lnTo>
                    <a:pt x="872134" y="562020"/>
                  </a:lnTo>
                  <a:lnTo>
                    <a:pt x="874598" y="561970"/>
                  </a:lnTo>
                  <a:lnTo>
                    <a:pt x="877062" y="561927"/>
                  </a:lnTo>
                  <a:lnTo>
                    <a:pt x="879525" y="561892"/>
                  </a:lnTo>
                  <a:lnTo>
                    <a:pt x="881989" y="561869"/>
                  </a:lnTo>
                  <a:lnTo>
                    <a:pt x="884453" y="561855"/>
                  </a:lnTo>
                  <a:lnTo>
                    <a:pt x="886916" y="561852"/>
                  </a:lnTo>
                  <a:lnTo>
                    <a:pt x="889380" y="561860"/>
                  </a:lnTo>
                  <a:lnTo>
                    <a:pt x="891844" y="561877"/>
                  </a:lnTo>
                  <a:lnTo>
                    <a:pt x="894307" y="561904"/>
                  </a:lnTo>
                  <a:lnTo>
                    <a:pt x="896771" y="561940"/>
                  </a:lnTo>
                  <a:lnTo>
                    <a:pt x="899235" y="561985"/>
                  </a:lnTo>
                  <a:lnTo>
                    <a:pt x="901698" y="562035"/>
                  </a:lnTo>
                  <a:lnTo>
                    <a:pt x="904162" y="562090"/>
                  </a:lnTo>
                  <a:lnTo>
                    <a:pt x="906625" y="562147"/>
                  </a:lnTo>
                  <a:lnTo>
                    <a:pt x="909089" y="562206"/>
                  </a:lnTo>
                  <a:lnTo>
                    <a:pt x="911553" y="562265"/>
                  </a:lnTo>
                  <a:lnTo>
                    <a:pt x="914016" y="562321"/>
                  </a:lnTo>
                  <a:lnTo>
                    <a:pt x="916480" y="562374"/>
                  </a:lnTo>
                  <a:lnTo>
                    <a:pt x="918944" y="562421"/>
                  </a:lnTo>
                  <a:lnTo>
                    <a:pt x="921407" y="562461"/>
                  </a:lnTo>
                  <a:lnTo>
                    <a:pt x="923871" y="562494"/>
                  </a:lnTo>
                  <a:lnTo>
                    <a:pt x="926335" y="562519"/>
                  </a:lnTo>
                  <a:lnTo>
                    <a:pt x="928798" y="562535"/>
                  </a:lnTo>
                  <a:lnTo>
                    <a:pt x="931262" y="562542"/>
                  </a:lnTo>
                  <a:lnTo>
                    <a:pt x="933726" y="562539"/>
                  </a:lnTo>
                  <a:lnTo>
                    <a:pt x="936189" y="562525"/>
                  </a:lnTo>
                  <a:lnTo>
                    <a:pt x="938653" y="562502"/>
                  </a:lnTo>
                  <a:lnTo>
                    <a:pt x="941117" y="562471"/>
                  </a:lnTo>
                  <a:lnTo>
                    <a:pt x="943580" y="562432"/>
                  </a:lnTo>
                  <a:lnTo>
                    <a:pt x="946044" y="562387"/>
                  </a:lnTo>
                  <a:lnTo>
                    <a:pt x="948508" y="562335"/>
                  </a:lnTo>
                  <a:lnTo>
                    <a:pt x="950971" y="562280"/>
                  </a:lnTo>
                  <a:lnTo>
                    <a:pt x="953435" y="562221"/>
                  </a:lnTo>
                  <a:lnTo>
                    <a:pt x="955899" y="562162"/>
                  </a:lnTo>
                  <a:lnTo>
                    <a:pt x="958362" y="562103"/>
                  </a:lnTo>
                  <a:lnTo>
                    <a:pt x="960826" y="562047"/>
                  </a:lnTo>
                  <a:lnTo>
                    <a:pt x="963290" y="561994"/>
                  </a:lnTo>
                  <a:lnTo>
                    <a:pt x="965753" y="561947"/>
                  </a:lnTo>
                  <a:lnTo>
                    <a:pt x="968217" y="561906"/>
                  </a:lnTo>
                  <a:lnTo>
                    <a:pt x="970681" y="561874"/>
                  </a:lnTo>
                  <a:lnTo>
                    <a:pt x="973144" y="561851"/>
                  </a:lnTo>
                  <a:lnTo>
                    <a:pt x="975608" y="561837"/>
                  </a:lnTo>
                  <a:lnTo>
                    <a:pt x="978072" y="561833"/>
                  </a:lnTo>
                  <a:lnTo>
                    <a:pt x="980535" y="561838"/>
                  </a:lnTo>
                  <a:lnTo>
                    <a:pt x="982999" y="561851"/>
                  </a:lnTo>
                  <a:lnTo>
                    <a:pt x="985463" y="561872"/>
                  </a:lnTo>
                  <a:lnTo>
                    <a:pt x="987926" y="561901"/>
                  </a:lnTo>
                  <a:lnTo>
                    <a:pt x="990390" y="561935"/>
                  </a:lnTo>
                  <a:lnTo>
                    <a:pt x="992853" y="561973"/>
                  </a:lnTo>
                  <a:lnTo>
                    <a:pt x="995317" y="562012"/>
                  </a:lnTo>
                  <a:lnTo>
                    <a:pt x="997781" y="562051"/>
                  </a:lnTo>
                  <a:lnTo>
                    <a:pt x="1000244" y="562089"/>
                  </a:lnTo>
                  <a:lnTo>
                    <a:pt x="1002708" y="562123"/>
                  </a:lnTo>
                  <a:lnTo>
                    <a:pt x="1005172" y="562153"/>
                  </a:lnTo>
                  <a:lnTo>
                    <a:pt x="1007635" y="562175"/>
                  </a:lnTo>
                  <a:lnTo>
                    <a:pt x="1010099" y="562191"/>
                  </a:lnTo>
                  <a:lnTo>
                    <a:pt x="1012563" y="562198"/>
                  </a:lnTo>
                  <a:lnTo>
                    <a:pt x="1015026" y="562197"/>
                  </a:lnTo>
                  <a:lnTo>
                    <a:pt x="1017490" y="562188"/>
                  </a:lnTo>
                  <a:lnTo>
                    <a:pt x="1019954" y="562171"/>
                  </a:lnTo>
                  <a:lnTo>
                    <a:pt x="1022417" y="562148"/>
                  </a:lnTo>
                  <a:lnTo>
                    <a:pt x="1024881" y="562117"/>
                  </a:lnTo>
                  <a:lnTo>
                    <a:pt x="1027345" y="562081"/>
                  </a:lnTo>
                  <a:lnTo>
                    <a:pt x="1029808" y="562043"/>
                  </a:lnTo>
                  <a:lnTo>
                    <a:pt x="1032272" y="562004"/>
                  </a:lnTo>
                  <a:lnTo>
                    <a:pt x="1034736" y="561965"/>
                  </a:lnTo>
                  <a:lnTo>
                    <a:pt x="1037199" y="561929"/>
                  </a:lnTo>
                  <a:lnTo>
                    <a:pt x="1039663" y="561896"/>
                  </a:lnTo>
                  <a:lnTo>
                    <a:pt x="1042127" y="561869"/>
                  </a:lnTo>
                  <a:lnTo>
                    <a:pt x="1044590" y="561849"/>
                  </a:lnTo>
                  <a:lnTo>
                    <a:pt x="1047054" y="561838"/>
                  </a:lnTo>
                  <a:lnTo>
                    <a:pt x="1049518" y="561836"/>
                  </a:lnTo>
                  <a:lnTo>
                    <a:pt x="1051981" y="561843"/>
                  </a:lnTo>
                  <a:lnTo>
                    <a:pt x="1054445" y="561860"/>
                  </a:lnTo>
                  <a:lnTo>
                    <a:pt x="1056909" y="561886"/>
                  </a:lnTo>
                  <a:lnTo>
                    <a:pt x="1059372" y="561921"/>
                  </a:lnTo>
                  <a:lnTo>
                    <a:pt x="1061836" y="561966"/>
                  </a:lnTo>
                  <a:lnTo>
                    <a:pt x="1064300" y="562018"/>
                  </a:lnTo>
                  <a:lnTo>
                    <a:pt x="1066763" y="562075"/>
                  </a:lnTo>
                  <a:lnTo>
                    <a:pt x="1069227" y="562137"/>
                  </a:lnTo>
                  <a:lnTo>
                    <a:pt x="1071691" y="562202"/>
                  </a:lnTo>
                  <a:lnTo>
                    <a:pt x="1074154" y="562269"/>
                  </a:lnTo>
                  <a:lnTo>
                    <a:pt x="1076618" y="562337"/>
                  </a:lnTo>
                  <a:lnTo>
                    <a:pt x="1079082" y="562405"/>
                  </a:lnTo>
                  <a:lnTo>
                    <a:pt x="1081545" y="562470"/>
                  </a:lnTo>
                  <a:lnTo>
                    <a:pt x="1084009" y="562533"/>
                  </a:lnTo>
                  <a:lnTo>
                    <a:pt x="1086472" y="562592"/>
                  </a:lnTo>
                  <a:lnTo>
                    <a:pt x="1088936" y="562647"/>
                  </a:lnTo>
                  <a:lnTo>
                    <a:pt x="1091400" y="562697"/>
                  </a:lnTo>
                  <a:lnTo>
                    <a:pt x="1093863" y="562743"/>
                  </a:lnTo>
                  <a:lnTo>
                    <a:pt x="1096327" y="562784"/>
                  </a:lnTo>
                  <a:lnTo>
                    <a:pt x="1098791" y="562819"/>
                  </a:lnTo>
                  <a:lnTo>
                    <a:pt x="1101254" y="562851"/>
                  </a:lnTo>
                  <a:lnTo>
                    <a:pt x="1103718" y="562878"/>
                  </a:lnTo>
                  <a:lnTo>
                    <a:pt x="1106182" y="562901"/>
                  </a:lnTo>
                  <a:lnTo>
                    <a:pt x="1108645" y="562920"/>
                  </a:lnTo>
                  <a:lnTo>
                    <a:pt x="1111109" y="562936"/>
                  </a:lnTo>
                  <a:lnTo>
                    <a:pt x="1113573" y="562949"/>
                  </a:lnTo>
                  <a:lnTo>
                    <a:pt x="1116036" y="562960"/>
                  </a:lnTo>
                  <a:lnTo>
                    <a:pt x="1118500" y="562969"/>
                  </a:lnTo>
                  <a:lnTo>
                    <a:pt x="1120964" y="562976"/>
                  </a:lnTo>
                  <a:lnTo>
                    <a:pt x="1123427" y="562981"/>
                  </a:lnTo>
                  <a:lnTo>
                    <a:pt x="1125891" y="562985"/>
                  </a:lnTo>
                  <a:lnTo>
                    <a:pt x="1128355" y="562989"/>
                  </a:lnTo>
                  <a:lnTo>
                    <a:pt x="1130818" y="562991"/>
                  </a:lnTo>
                  <a:lnTo>
                    <a:pt x="1133282" y="562993"/>
                  </a:lnTo>
                  <a:lnTo>
                    <a:pt x="1135746" y="562994"/>
                  </a:lnTo>
                  <a:lnTo>
                    <a:pt x="1138209" y="562995"/>
                  </a:lnTo>
                  <a:lnTo>
                    <a:pt x="1140673" y="562996"/>
                  </a:lnTo>
                  <a:lnTo>
                    <a:pt x="1143137" y="562997"/>
                  </a:lnTo>
                  <a:lnTo>
                    <a:pt x="1145600" y="562997"/>
                  </a:lnTo>
                  <a:lnTo>
                    <a:pt x="1148064" y="562997"/>
                  </a:lnTo>
                  <a:lnTo>
                    <a:pt x="1150528" y="562998"/>
                  </a:lnTo>
                  <a:lnTo>
                    <a:pt x="1152991" y="562998"/>
                  </a:lnTo>
                  <a:lnTo>
                    <a:pt x="1155455" y="562998"/>
                  </a:lnTo>
                  <a:lnTo>
                    <a:pt x="1157919" y="562998"/>
                  </a:lnTo>
                  <a:lnTo>
                    <a:pt x="1160382" y="562998"/>
                  </a:lnTo>
                  <a:lnTo>
                    <a:pt x="1162846" y="562998"/>
                  </a:lnTo>
                  <a:lnTo>
                    <a:pt x="1165310" y="562998"/>
                  </a:lnTo>
                  <a:lnTo>
                    <a:pt x="1167773" y="562998"/>
                  </a:lnTo>
                  <a:lnTo>
                    <a:pt x="1170237" y="562998"/>
                  </a:lnTo>
                  <a:lnTo>
                    <a:pt x="1172701" y="562998"/>
                  </a:lnTo>
                  <a:lnTo>
                    <a:pt x="1175164" y="562998"/>
                  </a:lnTo>
                  <a:lnTo>
                    <a:pt x="1177628" y="562998"/>
                  </a:lnTo>
                  <a:lnTo>
                    <a:pt x="1180091" y="562998"/>
                  </a:lnTo>
                  <a:lnTo>
                    <a:pt x="1182555" y="562998"/>
                  </a:lnTo>
                  <a:lnTo>
                    <a:pt x="1185019" y="562998"/>
                  </a:lnTo>
                  <a:lnTo>
                    <a:pt x="1187482" y="562998"/>
                  </a:lnTo>
                  <a:lnTo>
                    <a:pt x="1189946" y="562998"/>
                  </a:lnTo>
                  <a:lnTo>
                    <a:pt x="1192410" y="562998"/>
                  </a:lnTo>
                  <a:lnTo>
                    <a:pt x="1194873" y="562998"/>
                  </a:lnTo>
                  <a:lnTo>
                    <a:pt x="1197337" y="562998"/>
                  </a:lnTo>
                  <a:lnTo>
                    <a:pt x="1199801" y="562998"/>
                  </a:lnTo>
                  <a:lnTo>
                    <a:pt x="1202264" y="562998"/>
                  </a:lnTo>
                  <a:lnTo>
                    <a:pt x="1204728" y="562998"/>
                  </a:lnTo>
                  <a:lnTo>
                    <a:pt x="1207192" y="562998"/>
                  </a:lnTo>
                  <a:lnTo>
                    <a:pt x="1209655" y="562998"/>
                  </a:lnTo>
                  <a:lnTo>
                    <a:pt x="1212119" y="562998"/>
                  </a:lnTo>
                  <a:lnTo>
                    <a:pt x="1214583" y="562998"/>
                  </a:lnTo>
                  <a:lnTo>
                    <a:pt x="1217046" y="562998"/>
                  </a:lnTo>
                  <a:lnTo>
                    <a:pt x="1219510" y="562998"/>
                  </a:lnTo>
                  <a:lnTo>
                    <a:pt x="1221974" y="562998"/>
                  </a:lnTo>
                  <a:lnTo>
                    <a:pt x="1224437" y="562998"/>
                  </a:lnTo>
                  <a:lnTo>
                    <a:pt x="1226901" y="562998"/>
                  </a:lnTo>
                  <a:lnTo>
                    <a:pt x="1229365" y="562998"/>
                  </a:lnTo>
                  <a:lnTo>
                    <a:pt x="1231828" y="562998"/>
                  </a:lnTo>
                  <a:lnTo>
                    <a:pt x="1234292" y="562998"/>
                  </a:lnTo>
                  <a:lnTo>
                    <a:pt x="1236756" y="562998"/>
                  </a:lnTo>
                  <a:lnTo>
                    <a:pt x="1239219" y="562998"/>
                  </a:lnTo>
                  <a:lnTo>
                    <a:pt x="1241683" y="562998"/>
                  </a:lnTo>
                  <a:lnTo>
                    <a:pt x="1244147" y="562998"/>
                  </a:lnTo>
                  <a:lnTo>
                    <a:pt x="1246610" y="562998"/>
                  </a:lnTo>
                  <a:lnTo>
                    <a:pt x="1249074" y="562998"/>
                  </a:lnTo>
                  <a:lnTo>
                    <a:pt x="1251538" y="562998"/>
                  </a:lnTo>
                  <a:lnTo>
                    <a:pt x="1254001" y="562998"/>
                  </a:lnTo>
                  <a:lnTo>
                    <a:pt x="1256465" y="562998"/>
                  </a:lnTo>
                  <a:lnTo>
                    <a:pt x="1258929" y="562998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481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80"/>
                  </a:lnTo>
                  <a:lnTo>
                    <a:pt x="81300" y="1188079"/>
                  </a:lnTo>
                  <a:lnTo>
                    <a:pt x="83764" y="1188079"/>
                  </a:lnTo>
                  <a:lnTo>
                    <a:pt x="86228" y="1188078"/>
                  </a:lnTo>
                  <a:lnTo>
                    <a:pt x="88691" y="1188076"/>
                  </a:lnTo>
                  <a:lnTo>
                    <a:pt x="91155" y="1188071"/>
                  </a:lnTo>
                  <a:lnTo>
                    <a:pt x="93618" y="1188061"/>
                  </a:lnTo>
                  <a:lnTo>
                    <a:pt x="96082" y="1188041"/>
                  </a:lnTo>
                  <a:lnTo>
                    <a:pt x="98546" y="1188004"/>
                  </a:lnTo>
                  <a:lnTo>
                    <a:pt x="101009" y="1187938"/>
                  </a:lnTo>
                  <a:lnTo>
                    <a:pt x="103473" y="1187827"/>
                  </a:lnTo>
                  <a:lnTo>
                    <a:pt x="105937" y="1187647"/>
                  </a:lnTo>
                  <a:lnTo>
                    <a:pt x="108400" y="1187371"/>
                  </a:lnTo>
                  <a:lnTo>
                    <a:pt x="110864" y="1186964"/>
                  </a:lnTo>
                  <a:lnTo>
                    <a:pt x="113328" y="1186390"/>
                  </a:lnTo>
                  <a:lnTo>
                    <a:pt x="115791" y="1185615"/>
                  </a:lnTo>
                  <a:lnTo>
                    <a:pt x="118255" y="1184609"/>
                  </a:lnTo>
                  <a:lnTo>
                    <a:pt x="120719" y="1183357"/>
                  </a:lnTo>
                  <a:lnTo>
                    <a:pt x="123182" y="1181851"/>
                  </a:lnTo>
                  <a:lnTo>
                    <a:pt x="125646" y="1180098"/>
                  </a:lnTo>
                  <a:lnTo>
                    <a:pt x="128110" y="1178144"/>
                  </a:lnTo>
                  <a:lnTo>
                    <a:pt x="130573" y="1176021"/>
                  </a:lnTo>
                  <a:lnTo>
                    <a:pt x="133037" y="1173757"/>
                  </a:lnTo>
                  <a:lnTo>
                    <a:pt x="135501" y="1171366"/>
                  </a:lnTo>
                  <a:lnTo>
                    <a:pt x="137964" y="1168850"/>
                  </a:lnTo>
                  <a:lnTo>
                    <a:pt x="140428" y="1166196"/>
                  </a:lnTo>
                  <a:lnTo>
                    <a:pt x="142892" y="1163393"/>
                  </a:lnTo>
                  <a:lnTo>
                    <a:pt x="145355" y="1160439"/>
                  </a:lnTo>
                  <a:lnTo>
                    <a:pt x="147819" y="1157356"/>
                  </a:lnTo>
                  <a:lnTo>
                    <a:pt x="150283" y="1154196"/>
                  </a:lnTo>
                  <a:lnTo>
                    <a:pt x="152746" y="1151037"/>
                  </a:lnTo>
                  <a:lnTo>
                    <a:pt x="155210" y="1147975"/>
                  </a:lnTo>
                  <a:lnTo>
                    <a:pt x="157674" y="1145103"/>
                  </a:lnTo>
                  <a:lnTo>
                    <a:pt x="160137" y="1142500"/>
                  </a:lnTo>
                  <a:lnTo>
                    <a:pt x="162601" y="1140193"/>
                  </a:lnTo>
                  <a:lnTo>
                    <a:pt x="165065" y="1138155"/>
                  </a:lnTo>
                  <a:lnTo>
                    <a:pt x="167528" y="1136348"/>
                  </a:lnTo>
                  <a:lnTo>
                    <a:pt x="169992" y="1134726"/>
                  </a:lnTo>
                  <a:lnTo>
                    <a:pt x="172456" y="1133253"/>
                  </a:lnTo>
                  <a:lnTo>
                    <a:pt x="174919" y="1131906"/>
                  </a:lnTo>
                  <a:lnTo>
                    <a:pt x="177383" y="1130667"/>
                  </a:lnTo>
                  <a:lnTo>
                    <a:pt x="179847" y="1129509"/>
                  </a:lnTo>
                  <a:lnTo>
                    <a:pt x="182310" y="1128385"/>
                  </a:lnTo>
                  <a:lnTo>
                    <a:pt x="184774" y="1127213"/>
                  </a:lnTo>
                  <a:lnTo>
                    <a:pt x="187237" y="1125877"/>
                  </a:lnTo>
                  <a:lnTo>
                    <a:pt x="189701" y="1124238"/>
                  </a:lnTo>
                  <a:lnTo>
                    <a:pt x="192165" y="1122150"/>
                  </a:lnTo>
                  <a:lnTo>
                    <a:pt x="194628" y="1119489"/>
                  </a:lnTo>
                  <a:lnTo>
                    <a:pt x="197092" y="1116136"/>
                  </a:lnTo>
                  <a:lnTo>
                    <a:pt x="199556" y="1112144"/>
                  </a:lnTo>
                  <a:lnTo>
                    <a:pt x="202019" y="1107640"/>
                  </a:lnTo>
                  <a:lnTo>
                    <a:pt x="204483" y="1102834"/>
                  </a:lnTo>
                  <a:lnTo>
                    <a:pt x="206947" y="1098003"/>
                  </a:lnTo>
                  <a:lnTo>
                    <a:pt x="209410" y="1093455"/>
                  </a:lnTo>
                  <a:lnTo>
                    <a:pt x="211874" y="1089479"/>
                  </a:lnTo>
                  <a:lnTo>
                    <a:pt x="214338" y="1086306"/>
                  </a:lnTo>
                  <a:lnTo>
                    <a:pt x="216801" y="1084079"/>
                  </a:lnTo>
                  <a:lnTo>
                    <a:pt x="219265" y="1082843"/>
                  </a:lnTo>
                  <a:lnTo>
                    <a:pt x="221729" y="1082559"/>
                  </a:lnTo>
                  <a:lnTo>
                    <a:pt x="224192" y="1083125"/>
                  </a:lnTo>
                  <a:lnTo>
                    <a:pt x="226656" y="1084413"/>
                  </a:lnTo>
                  <a:lnTo>
                    <a:pt x="229120" y="1086285"/>
                  </a:lnTo>
                  <a:lnTo>
                    <a:pt x="231583" y="1088609"/>
                  </a:lnTo>
                  <a:lnTo>
                    <a:pt x="234047" y="1091229"/>
                  </a:lnTo>
                  <a:lnTo>
                    <a:pt x="236511" y="1093890"/>
                  </a:lnTo>
                  <a:lnTo>
                    <a:pt x="238974" y="1096262"/>
                  </a:lnTo>
                  <a:lnTo>
                    <a:pt x="241438" y="1097880"/>
                  </a:lnTo>
                  <a:lnTo>
                    <a:pt x="243902" y="1098131"/>
                  </a:lnTo>
                  <a:lnTo>
                    <a:pt x="246365" y="1096271"/>
                  </a:lnTo>
                  <a:lnTo>
                    <a:pt x="248829" y="1091477"/>
                  </a:lnTo>
                  <a:lnTo>
                    <a:pt x="251293" y="1082919"/>
                  </a:lnTo>
                  <a:lnTo>
                    <a:pt x="253756" y="1069860"/>
                  </a:lnTo>
                  <a:lnTo>
                    <a:pt x="256220" y="1051757"/>
                  </a:lnTo>
                  <a:lnTo>
                    <a:pt x="258684" y="1028360"/>
                  </a:lnTo>
                  <a:lnTo>
                    <a:pt x="261147" y="999785"/>
                  </a:lnTo>
                  <a:lnTo>
                    <a:pt x="263611" y="966551"/>
                  </a:lnTo>
                  <a:lnTo>
                    <a:pt x="266075" y="929570"/>
                  </a:lnTo>
                  <a:lnTo>
                    <a:pt x="268538" y="890066"/>
                  </a:lnTo>
                  <a:lnTo>
                    <a:pt x="271002" y="849717"/>
                  </a:lnTo>
                  <a:lnTo>
                    <a:pt x="273465" y="810191"/>
                  </a:lnTo>
                  <a:lnTo>
                    <a:pt x="275929" y="772893"/>
                  </a:lnTo>
                  <a:lnTo>
                    <a:pt x="278393" y="738853"/>
                  </a:lnTo>
                  <a:lnTo>
                    <a:pt x="280856" y="708499"/>
                  </a:lnTo>
                  <a:lnTo>
                    <a:pt x="283320" y="681435"/>
                  </a:lnTo>
                  <a:lnTo>
                    <a:pt x="285784" y="656294"/>
                  </a:lnTo>
                  <a:lnTo>
                    <a:pt x="288247" y="630693"/>
                  </a:lnTo>
                  <a:lnTo>
                    <a:pt x="290711" y="601390"/>
                  </a:lnTo>
                  <a:lnTo>
                    <a:pt x="293175" y="564677"/>
                  </a:lnTo>
                  <a:lnTo>
                    <a:pt x="295638" y="517041"/>
                  </a:lnTo>
                  <a:lnTo>
                    <a:pt x="298102" y="456039"/>
                  </a:lnTo>
                  <a:lnTo>
                    <a:pt x="300566" y="381267"/>
                  </a:lnTo>
                  <a:lnTo>
                    <a:pt x="303029" y="295211"/>
                  </a:lnTo>
                  <a:lnTo>
                    <a:pt x="305493" y="204013"/>
                  </a:lnTo>
                  <a:lnTo>
                    <a:pt x="307957" y="118127"/>
                  </a:lnTo>
                  <a:lnTo>
                    <a:pt x="310420" y="48771"/>
                  </a:lnTo>
                  <a:lnTo>
                    <a:pt x="312884" y="6646"/>
                  </a:lnTo>
                  <a:lnTo>
                    <a:pt x="315348" y="0"/>
                  </a:lnTo>
                  <a:lnTo>
                    <a:pt x="317811" y="32959"/>
                  </a:lnTo>
                  <a:lnTo>
                    <a:pt x="320275" y="104653"/>
                  </a:lnTo>
                  <a:lnTo>
                    <a:pt x="322739" y="209317"/>
                  </a:lnTo>
                  <a:lnTo>
                    <a:pt x="325202" y="337340"/>
                  </a:lnTo>
                  <a:lnTo>
                    <a:pt x="327666" y="476958"/>
                  </a:lnTo>
                  <a:lnTo>
                    <a:pt x="330130" y="616198"/>
                  </a:lnTo>
                  <a:lnTo>
                    <a:pt x="332593" y="744615"/>
                  </a:lnTo>
                  <a:lnTo>
                    <a:pt x="335057" y="854497"/>
                  </a:lnTo>
                  <a:lnTo>
                    <a:pt x="337521" y="941390"/>
                  </a:lnTo>
                  <a:lnTo>
                    <a:pt x="339984" y="1003873"/>
                  </a:lnTo>
                  <a:lnTo>
                    <a:pt x="342448" y="1041874"/>
                  </a:lnTo>
                  <a:lnTo>
                    <a:pt x="344912" y="1060552"/>
                  </a:lnTo>
                  <a:lnTo>
                    <a:pt x="347375" y="1064086"/>
                  </a:lnTo>
                  <a:lnTo>
                    <a:pt x="349839" y="1056974"/>
                  </a:lnTo>
                  <a:lnTo>
                    <a:pt x="352303" y="1043667"/>
                  </a:lnTo>
                  <a:lnTo>
                    <a:pt x="354766" y="1028263"/>
                  </a:lnTo>
                  <a:lnTo>
                    <a:pt x="357230" y="1014236"/>
                  </a:lnTo>
                  <a:lnTo>
                    <a:pt x="359694" y="1004191"/>
                  </a:lnTo>
                  <a:lnTo>
                    <a:pt x="362157" y="999676"/>
                  </a:lnTo>
                  <a:lnTo>
                    <a:pt x="364621" y="1001103"/>
                  </a:lnTo>
                  <a:lnTo>
                    <a:pt x="367084" y="1007828"/>
                  </a:lnTo>
                  <a:lnTo>
                    <a:pt x="369548" y="1018378"/>
                  </a:lnTo>
                  <a:lnTo>
                    <a:pt x="372012" y="1030827"/>
                  </a:lnTo>
                  <a:lnTo>
                    <a:pt x="374475" y="1043213"/>
                  </a:lnTo>
                  <a:lnTo>
                    <a:pt x="376939" y="1053861"/>
                  </a:lnTo>
                  <a:lnTo>
                    <a:pt x="379403" y="1061742"/>
                  </a:lnTo>
                  <a:lnTo>
                    <a:pt x="381866" y="1066899"/>
                  </a:lnTo>
                  <a:lnTo>
                    <a:pt x="384330" y="1069882"/>
                  </a:lnTo>
                  <a:lnTo>
                    <a:pt x="386794" y="1071603"/>
                  </a:lnTo>
                  <a:lnTo>
                    <a:pt x="389257" y="1073084"/>
                  </a:lnTo>
                  <a:lnTo>
                    <a:pt x="391721" y="1075229"/>
                  </a:lnTo>
                  <a:lnTo>
                    <a:pt x="394185" y="1078667"/>
                  </a:lnTo>
                  <a:lnTo>
                    <a:pt x="396648" y="1083675"/>
                  </a:lnTo>
                  <a:lnTo>
                    <a:pt x="399112" y="1090179"/>
                  </a:lnTo>
                  <a:lnTo>
                    <a:pt x="401576" y="1097816"/>
                  </a:lnTo>
                  <a:lnTo>
                    <a:pt x="404039" y="1106046"/>
                  </a:lnTo>
                  <a:lnTo>
                    <a:pt x="406503" y="1114277"/>
                  </a:lnTo>
                  <a:lnTo>
                    <a:pt x="408967" y="1121983"/>
                  </a:lnTo>
                  <a:lnTo>
                    <a:pt x="411430" y="1128798"/>
                  </a:lnTo>
                  <a:lnTo>
                    <a:pt x="413894" y="1134514"/>
                  </a:lnTo>
                  <a:lnTo>
                    <a:pt x="416358" y="1139239"/>
                  </a:lnTo>
                  <a:lnTo>
                    <a:pt x="418821" y="1143224"/>
                  </a:lnTo>
                  <a:lnTo>
                    <a:pt x="421285" y="1146739"/>
                  </a:lnTo>
                  <a:lnTo>
                    <a:pt x="423749" y="1150025"/>
                  </a:lnTo>
                  <a:lnTo>
                    <a:pt x="426212" y="1153234"/>
                  </a:lnTo>
                  <a:lnTo>
                    <a:pt x="428676" y="1156415"/>
                  </a:lnTo>
                  <a:lnTo>
                    <a:pt x="431140" y="1159524"/>
                  </a:lnTo>
                  <a:lnTo>
                    <a:pt x="433603" y="1162454"/>
                  </a:lnTo>
                  <a:lnTo>
                    <a:pt x="436067" y="1165087"/>
                  </a:lnTo>
                  <a:lnTo>
                    <a:pt x="438531" y="1167329"/>
                  </a:lnTo>
                  <a:lnTo>
                    <a:pt x="440994" y="1169144"/>
                  </a:lnTo>
                  <a:lnTo>
                    <a:pt x="443458" y="1170556"/>
                  </a:lnTo>
                  <a:lnTo>
                    <a:pt x="445922" y="1171650"/>
                  </a:lnTo>
                  <a:lnTo>
                    <a:pt x="448385" y="1172546"/>
                  </a:lnTo>
                  <a:lnTo>
                    <a:pt x="450849" y="1173375"/>
                  </a:lnTo>
                  <a:lnTo>
                    <a:pt x="453312" y="1174256"/>
                  </a:lnTo>
                  <a:lnTo>
                    <a:pt x="455776" y="1175256"/>
                  </a:lnTo>
                  <a:lnTo>
                    <a:pt x="458240" y="1176399"/>
                  </a:lnTo>
                  <a:lnTo>
                    <a:pt x="460703" y="1177673"/>
                  </a:lnTo>
                  <a:lnTo>
                    <a:pt x="463167" y="1179037"/>
                  </a:lnTo>
                  <a:lnTo>
                    <a:pt x="465631" y="1180434"/>
                  </a:lnTo>
                  <a:lnTo>
                    <a:pt x="468094" y="1181801"/>
                  </a:lnTo>
                  <a:lnTo>
                    <a:pt x="470558" y="1183081"/>
                  </a:lnTo>
                  <a:lnTo>
                    <a:pt x="473022" y="1184228"/>
                  </a:lnTo>
                  <a:lnTo>
                    <a:pt x="475485" y="1185213"/>
                  </a:lnTo>
                  <a:lnTo>
                    <a:pt x="477949" y="1186021"/>
                  </a:lnTo>
                  <a:lnTo>
                    <a:pt x="480413" y="1186656"/>
                  </a:lnTo>
                  <a:lnTo>
                    <a:pt x="482876" y="1187133"/>
                  </a:lnTo>
                  <a:lnTo>
                    <a:pt x="485340" y="1187473"/>
                  </a:lnTo>
                  <a:lnTo>
                    <a:pt x="487804" y="1187702"/>
                  </a:lnTo>
                  <a:lnTo>
                    <a:pt x="490267" y="1187854"/>
                  </a:lnTo>
                  <a:lnTo>
                    <a:pt x="492731" y="1187950"/>
                  </a:lnTo>
                  <a:lnTo>
                    <a:pt x="495195" y="1188008"/>
                  </a:lnTo>
                  <a:lnTo>
                    <a:pt x="497658" y="1188042"/>
                  </a:lnTo>
                  <a:lnTo>
                    <a:pt x="500122" y="1188061"/>
                  </a:lnTo>
                  <a:lnTo>
                    <a:pt x="502586" y="1188070"/>
                  </a:lnTo>
                  <a:lnTo>
                    <a:pt x="505049" y="1188075"/>
                  </a:lnTo>
                  <a:lnTo>
                    <a:pt x="507513" y="1188078"/>
                  </a:lnTo>
                  <a:lnTo>
                    <a:pt x="509977" y="1188079"/>
                  </a:lnTo>
                  <a:lnTo>
                    <a:pt x="512440" y="1188079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79"/>
                  </a:lnTo>
                  <a:lnTo>
                    <a:pt x="662723" y="1188079"/>
                  </a:lnTo>
                  <a:lnTo>
                    <a:pt x="665187" y="1188078"/>
                  </a:lnTo>
                  <a:lnTo>
                    <a:pt x="667651" y="1188076"/>
                  </a:lnTo>
                  <a:lnTo>
                    <a:pt x="670114" y="1188072"/>
                  </a:lnTo>
                  <a:lnTo>
                    <a:pt x="672578" y="1188064"/>
                  </a:lnTo>
                  <a:lnTo>
                    <a:pt x="675042" y="1188049"/>
                  </a:lnTo>
                  <a:lnTo>
                    <a:pt x="677505" y="1188023"/>
                  </a:lnTo>
                  <a:lnTo>
                    <a:pt x="679969" y="1187980"/>
                  </a:lnTo>
                  <a:lnTo>
                    <a:pt x="682433" y="1187913"/>
                  </a:lnTo>
                  <a:lnTo>
                    <a:pt x="684896" y="1187813"/>
                  </a:lnTo>
                  <a:lnTo>
                    <a:pt x="687360" y="1187672"/>
                  </a:lnTo>
                  <a:lnTo>
                    <a:pt x="689824" y="1187484"/>
                  </a:lnTo>
                  <a:lnTo>
                    <a:pt x="692287" y="1187247"/>
                  </a:lnTo>
                  <a:lnTo>
                    <a:pt x="694751" y="1186967"/>
                  </a:lnTo>
                  <a:lnTo>
                    <a:pt x="697215" y="1186656"/>
                  </a:lnTo>
                  <a:lnTo>
                    <a:pt x="699678" y="1186336"/>
                  </a:lnTo>
                  <a:lnTo>
                    <a:pt x="702142" y="1186037"/>
                  </a:lnTo>
                  <a:lnTo>
                    <a:pt x="704606" y="1185798"/>
                  </a:lnTo>
                  <a:lnTo>
                    <a:pt x="707069" y="1185645"/>
                  </a:lnTo>
                  <a:lnTo>
                    <a:pt x="709533" y="1185596"/>
                  </a:lnTo>
                  <a:lnTo>
                    <a:pt x="711997" y="1185658"/>
                  </a:lnTo>
                  <a:lnTo>
                    <a:pt x="714460" y="1185821"/>
                  </a:lnTo>
                  <a:lnTo>
                    <a:pt x="716924" y="1186065"/>
                  </a:lnTo>
                  <a:lnTo>
                    <a:pt x="719388" y="1186361"/>
                  </a:lnTo>
                  <a:lnTo>
                    <a:pt x="721851" y="1186678"/>
                  </a:lnTo>
                  <a:lnTo>
                    <a:pt x="724315" y="1186987"/>
                  </a:lnTo>
                  <a:lnTo>
                    <a:pt x="726778" y="1187265"/>
                  </a:lnTo>
                  <a:lnTo>
                    <a:pt x="729242" y="1187499"/>
                  </a:lnTo>
                  <a:lnTo>
                    <a:pt x="731706" y="1187683"/>
                  </a:lnTo>
                  <a:lnTo>
                    <a:pt x="734169" y="1187817"/>
                  </a:lnTo>
                  <a:lnTo>
                    <a:pt x="736633" y="1187906"/>
                  </a:lnTo>
                  <a:lnTo>
                    <a:pt x="739097" y="1187954"/>
                  </a:lnTo>
                  <a:lnTo>
                    <a:pt x="741560" y="1187966"/>
                  </a:lnTo>
                  <a:lnTo>
                    <a:pt x="744024" y="1187943"/>
                  </a:lnTo>
                  <a:lnTo>
                    <a:pt x="746488" y="1187884"/>
                  </a:lnTo>
                  <a:lnTo>
                    <a:pt x="748951" y="1187785"/>
                  </a:lnTo>
                  <a:lnTo>
                    <a:pt x="751415" y="1187639"/>
                  </a:lnTo>
                  <a:lnTo>
                    <a:pt x="753879" y="1187443"/>
                  </a:lnTo>
                  <a:lnTo>
                    <a:pt x="756342" y="1187197"/>
                  </a:lnTo>
                  <a:lnTo>
                    <a:pt x="758806" y="1186910"/>
                  </a:lnTo>
                  <a:lnTo>
                    <a:pt x="761270" y="1186597"/>
                  </a:lnTo>
                  <a:lnTo>
                    <a:pt x="763733" y="1186281"/>
                  </a:lnTo>
                  <a:lnTo>
                    <a:pt x="766197" y="1185994"/>
                  </a:lnTo>
                  <a:lnTo>
                    <a:pt x="768661" y="1185765"/>
                  </a:lnTo>
                  <a:lnTo>
                    <a:pt x="771124" y="1185623"/>
                  </a:lnTo>
                  <a:lnTo>
                    <a:pt x="773588" y="1185587"/>
                  </a:lnTo>
                  <a:lnTo>
                    <a:pt x="776052" y="1185669"/>
                  </a:lnTo>
                  <a:lnTo>
                    <a:pt x="778515" y="1185853"/>
                  </a:lnTo>
                  <a:lnTo>
                    <a:pt x="780979" y="1186113"/>
                  </a:lnTo>
                  <a:lnTo>
                    <a:pt x="783443" y="1186418"/>
                  </a:lnTo>
                  <a:lnTo>
                    <a:pt x="785906" y="1186737"/>
                  </a:lnTo>
                  <a:lnTo>
                    <a:pt x="788370" y="1187042"/>
                  </a:lnTo>
                  <a:lnTo>
                    <a:pt x="790834" y="1187313"/>
                  </a:lnTo>
                  <a:lnTo>
                    <a:pt x="793297" y="1187538"/>
                  </a:lnTo>
                  <a:lnTo>
                    <a:pt x="795761" y="1187714"/>
                  </a:lnTo>
                  <a:lnTo>
                    <a:pt x="798225" y="1187844"/>
                  </a:lnTo>
                  <a:lnTo>
                    <a:pt x="800688" y="1187935"/>
                  </a:lnTo>
                  <a:lnTo>
                    <a:pt x="803152" y="1187995"/>
                  </a:lnTo>
                  <a:lnTo>
                    <a:pt x="805616" y="1188033"/>
                  </a:lnTo>
                  <a:lnTo>
                    <a:pt x="808079" y="1188055"/>
                  </a:lnTo>
                  <a:lnTo>
                    <a:pt x="810543" y="1188067"/>
                  </a:lnTo>
                  <a:lnTo>
                    <a:pt x="813006" y="1188073"/>
                  </a:lnTo>
                  <a:lnTo>
                    <a:pt x="815470" y="1188077"/>
                  </a:lnTo>
                  <a:lnTo>
                    <a:pt x="817934" y="1188078"/>
                  </a:lnTo>
                  <a:lnTo>
                    <a:pt x="820397" y="1188079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79"/>
                  </a:lnTo>
                  <a:lnTo>
                    <a:pt x="1111109" y="1188078"/>
                  </a:lnTo>
                  <a:lnTo>
                    <a:pt x="1113573" y="1188076"/>
                  </a:lnTo>
                  <a:lnTo>
                    <a:pt x="1116036" y="1188072"/>
                  </a:lnTo>
                  <a:lnTo>
                    <a:pt x="1118500" y="1188065"/>
                  </a:lnTo>
                  <a:lnTo>
                    <a:pt x="1120964" y="1188051"/>
                  </a:lnTo>
                  <a:lnTo>
                    <a:pt x="1123427" y="1188027"/>
                  </a:lnTo>
                  <a:lnTo>
                    <a:pt x="1125891" y="1187986"/>
                  </a:lnTo>
                  <a:lnTo>
                    <a:pt x="1128355" y="1187923"/>
                  </a:lnTo>
                  <a:lnTo>
                    <a:pt x="1130818" y="1187829"/>
                  </a:lnTo>
                  <a:lnTo>
                    <a:pt x="1133282" y="1187695"/>
                  </a:lnTo>
                  <a:lnTo>
                    <a:pt x="1135746" y="1187515"/>
                  </a:lnTo>
                  <a:lnTo>
                    <a:pt x="1138209" y="1187282"/>
                  </a:lnTo>
                  <a:lnTo>
                    <a:pt x="1140673" y="1187004"/>
                  </a:lnTo>
                  <a:lnTo>
                    <a:pt x="1143137" y="1186695"/>
                  </a:lnTo>
                  <a:lnTo>
                    <a:pt x="1145600" y="1186377"/>
                  </a:lnTo>
                  <a:lnTo>
                    <a:pt x="1148064" y="1186080"/>
                  </a:lnTo>
                  <a:lnTo>
                    <a:pt x="1150528" y="1185835"/>
                  </a:lnTo>
                  <a:lnTo>
                    <a:pt x="1152991" y="1185670"/>
                  </a:lnTo>
                  <a:lnTo>
                    <a:pt x="1155455" y="1185606"/>
                  </a:lnTo>
                  <a:lnTo>
                    <a:pt x="1157919" y="1185650"/>
                  </a:lnTo>
                  <a:lnTo>
                    <a:pt x="1160382" y="1185798"/>
                  </a:lnTo>
                  <a:lnTo>
                    <a:pt x="1162846" y="1186031"/>
                  </a:lnTo>
                  <a:lnTo>
                    <a:pt x="1165310" y="1186321"/>
                  </a:lnTo>
                  <a:lnTo>
                    <a:pt x="1167773" y="1186638"/>
                  </a:lnTo>
                  <a:lnTo>
                    <a:pt x="1170237" y="1186951"/>
                  </a:lnTo>
                  <a:lnTo>
                    <a:pt x="1172701" y="1187237"/>
                  </a:lnTo>
                  <a:lnTo>
                    <a:pt x="1175164" y="1187476"/>
                  </a:lnTo>
                  <a:lnTo>
                    <a:pt x="1177628" y="1187665"/>
                  </a:lnTo>
                  <a:lnTo>
                    <a:pt x="1180091" y="1187807"/>
                  </a:lnTo>
                  <a:lnTo>
                    <a:pt x="1182555" y="1187909"/>
                  </a:lnTo>
                  <a:lnTo>
                    <a:pt x="1185019" y="1187977"/>
                  </a:lnTo>
                  <a:lnTo>
                    <a:pt x="1187482" y="1188021"/>
                  </a:lnTo>
                  <a:lnTo>
                    <a:pt x="1189946" y="1188047"/>
                  </a:lnTo>
                  <a:lnTo>
                    <a:pt x="1192410" y="1188063"/>
                  </a:lnTo>
                  <a:lnTo>
                    <a:pt x="1194873" y="1188071"/>
                  </a:lnTo>
                  <a:lnTo>
                    <a:pt x="1197337" y="1188076"/>
                  </a:lnTo>
                  <a:lnTo>
                    <a:pt x="1199801" y="1188078"/>
                  </a:lnTo>
                  <a:lnTo>
                    <a:pt x="1202264" y="1188079"/>
                  </a:lnTo>
                  <a:lnTo>
                    <a:pt x="1204728" y="1188079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5481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80"/>
                  </a:lnTo>
                  <a:lnTo>
                    <a:pt x="76373" y="1188080"/>
                  </a:lnTo>
                  <a:lnTo>
                    <a:pt x="78837" y="1188080"/>
                  </a:lnTo>
                  <a:lnTo>
                    <a:pt x="81300" y="1188079"/>
                  </a:lnTo>
                  <a:lnTo>
                    <a:pt x="83764" y="1188079"/>
                  </a:lnTo>
                  <a:lnTo>
                    <a:pt x="86228" y="1188078"/>
                  </a:lnTo>
                  <a:lnTo>
                    <a:pt x="88691" y="1188076"/>
                  </a:lnTo>
                  <a:lnTo>
                    <a:pt x="91155" y="1188071"/>
                  </a:lnTo>
                  <a:lnTo>
                    <a:pt x="93618" y="1188061"/>
                  </a:lnTo>
                  <a:lnTo>
                    <a:pt x="96082" y="1188041"/>
                  </a:lnTo>
                  <a:lnTo>
                    <a:pt x="98546" y="1188004"/>
                  </a:lnTo>
                  <a:lnTo>
                    <a:pt x="101009" y="1187938"/>
                  </a:lnTo>
                  <a:lnTo>
                    <a:pt x="103473" y="1187827"/>
                  </a:lnTo>
                  <a:lnTo>
                    <a:pt x="105937" y="1187647"/>
                  </a:lnTo>
                  <a:lnTo>
                    <a:pt x="108400" y="1187371"/>
                  </a:lnTo>
                  <a:lnTo>
                    <a:pt x="110864" y="1186964"/>
                  </a:lnTo>
                  <a:lnTo>
                    <a:pt x="113328" y="1186390"/>
                  </a:lnTo>
                  <a:lnTo>
                    <a:pt x="115791" y="1185615"/>
                  </a:lnTo>
                  <a:lnTo>
                    <a:pt x="118255" y="1184609"/>
                  </a:lnTo>
                  <a:lnTo>
                    <a:pt x="120719" y="1183357"/>
                  </a:lnTo>
                  <a:lnTo>
                    <a:pt x="123182" y="1181851"/>
                  </a:lnTo>
                  <a:lnTo>
                    <a:pt x="125646" y="1180098"/>
                  </a:lnTo>
                  <a:lnTo>
                    <a:pt x="128110" y="1178144"/>
                  </a:lnTo>
                  <a:lnTo>
                    <a:pt x="130573" y="1176021"/>
                  </a:lnTo>
                  <a:lnTo>
                    <a:pt x="133037" y="1173757"/>
                  </a:lnTo>
                  <a:lnTo>
                    <a:pt x="135501" y="1171366"/>
                  </a:lnTo>
                  <a:lnTo>
                    <a:pt x="137964" y="1168850"/>
                  </a:lnTo>
                  <a:lnTo>
                    <a:pt x="140428" y="1166196"/>
                  </a:lnTo>
                  <a:lnTo>
                    <a:pt x="142892" y="1163393"/>
                  </a:lnTo>
                  <a:lnTo>
                    <a:pt x="145355" y="1160439"/>
                  </a:lnTo>
                  <a:lnTo>
                    <a:pt x="147819" y="1157356"/>
                  </a:lnTo>
                  <a:lnTo>
                    <a:pt x="150283" y="1154196"/>
                  </a:lnTo>
                  <a:lnTo>
                    <a:pt x="152746" y="1151037"/>
                  </a:lnTo>
                  <a:lnTo>
                    <a:pt x="155210" y="1147975"/>
                  </a:lnTo>
                  <a:lnTo>
                    <a:pt x="157674" y="1145103"/>
                  </a:lnTo>
                  <a:lnTo>
                    <a:pt x="160137" y="1142500"/>
                  </a:lnTo>
                  <a:lnTo>
                    <a:pt x="162601" y="1140193"/>
                  </a:lnTo>
                  <a:lnTo>
                    <a:pt x="165065" y="1138155"/>
                  </a:lnTo>
                  <a:lnTo>
                    <a:pt x="167528" y="1136348"/>
                  </a:lnTo>
                  <a:lnTo>
                    <a:pt x="169992" y="1134726"/>
                  </a:lnTo>
                  <a:lnTo>
                    <a:pt x="172456" y="1133253"/>
                  </a:lnTo>
                  <a:lnTo>
                    <a:pt x="174919" y="1131906"/>
                  </a:lnTo>
                  <a:lnTo>
                    <a:pt x="177383" y="1130667"/>
                  </a:lnTo>
                  <a:lnTo>
                    <a:pt x="179847" y="1129509"/>
                  </a:lnTo>
                  <a:lnTo>
                    <a:pt x="182310" y="1128385"/>
                  </a:lnTo>
                  <a:lnTo>
                    <a:pt x="184774" y="1127213"/>
                  </a:lnTo>
                  <a:lnTo>
                    <a:pt x="187237" y="1125877"/>
                  </a:lnTo>
                  <a:lnTo>
                    <a:pt x="189701" y="1124238"/>
                  </a:lnTo>
                  <a:lnTo>
                    <a:pt x="192165" y="1122150"/>
                  </a:lnTo>
                  <a:lnTo>
                    <a:pt x="194628" y="1119489"/>
                  </a:lnTo>
                  <a:lnTo>
                    <a:pt x="197092" y="1116136"/>
                  </a:lnTo>
                  <a:lnTo>
                    <a:pt x="199556" y="1112144"/>
                  </a:lnTo>
                  <a:lnTo>
                    <a:pt x="202019" y="1107640"/>
                  </a:lnTo>
                  <a:lnTo>
                    <a:pt x="204483" y="1102834"/>
                  </a:lnTo>
                  <a:lnTo>
                    <a:pt x="206947" y="1098003"/>
                  </a:lnTo>
                  <a:lnTo>
                    <a:pt x="209410" y="1093455"/>
                  </a:lnTo>
                  <a:lnTo>
                    <a:pt x="211874" y="1089479"/>
                  </a:lnTo>
                  <a:lnTo>
                    <a:pt x="214338" y="1086306"/>
                  </a:lnTo>
                  <a:lnTo>
                    <a:pt x="216801" y="1084079"/>
                  </a:lnTo>
                  <a:lnTo>
                    <a:pt x="219265" y="1082843"/>
                  </a:lnTo>
                  <a:lnTo>
                    <a:pt x="221729" y="1082559"/>
                  </a:lnTo>
                  <a:lnTo>
                    <a:pt x="224192" y="1083125"/>
                  </a:lnTo>
                  <a:lnTo>
                    <a:pt x="226656" y="1084413"/>
                  </a:lnTo>
                  <a:lnTo>
                    <a:pt x="229120" y="1086285"/>
                  </a:lnTo>
                  <a:lnTo>
                    <a:pt x="231583" y="1088609"/>
                  </a:lnTo>
                  <a:lnTo>
                    <a:pt x="234047" y="1091229"/>
                  </a:lnTo>
                  <a:lnTo>
                    <a:pt x="236511" y="1093890"/>
                  </a:lnTo>
                  <a:lnTo>
                    <a:pt x="238974" y="1096262"/>
                  </a:lnTo>
                  <a:lnTo>
                    <a:pt x="241438" y="1097880"/>
                  </a:lnTo>
                  <a:lnTo>
                    <a:pt x="243902" y="1098131"/>
                  </a:lnTo>
                  <a:lnTo>
                    <a:pt x="246365" y="1096271"/>
                  </a:lnTo>
                  <a:lnTo>
                    <a:pt x="248829" y="1091477"/>
                  </a:lnTo>
                  <a:lnTo>
                    <a:pt x="251293" y="1082919"/>
                  </a:lnTo>
                  <a:lnTo>
                    <a:pt x="253756" y="1069860"/>
                  </a:lnTo>
                  <a:lnTo>
                    <a:pt x="256220" y="1051757"/>
                  </a:lnTo>
                  <a:lnTo>
                    <a:pt x="258684" y="1028360"/>
                  </a:lnTo>
                  <a:lnTo>
                    <a:pt x="261147" y="999785"/>
                  </a:lnTo>
                  <a:lnTo>
                    <a:pt x="263611" y="966551"/>
                  </a:lnTo>
                  <a:lnTo>
                    <a:pt x="266075" y="929570"/>
                  </a:lnTo>
                  <a:lnTo>
                    <a:pt x="268538" y="890066"/>
                  </a:lnTo>
                  <a:lnTo>
                    <a:pt x="271002" y="849717"/>
                  </a:lnTo>
                  <a:lnTo>
                    <a:pt x="273465" y="810191"/>
                  </a:lnTo>
                  <a:lnTo>
                    <a:pt x="275929" y="772893"/>
                  </a:lnTo>
                  <a:lnTo>
                    <a:pt x="278393" y="738853"/>
                  </a:lnTo>
                  <a:lnTo>
                    <a:pt x="280856" y="708499"/>
                  </a:lnTo>
                  <a:lnTo>
                    <a:pt x="283320" y="681435"/>
                  </a:lnTo>
                  <a:lnTo>
                    <a:pt x="285784" y="656294"/>
                  </a:lnTo>
                  <a:lnTo>
                    <a:pt x="288247" y="630693"/>
                  </a:lnTo>
                  <a:lnTo>
                    <a:pt x="290711" y="601390"/>
                  </a:lnTo>
                  <a:lnTo>
                    <a:pt x="293175" y="564677"/>
                  </a:lnTo>
                  <a:lnTo>
                    <a:pt x="295638" y="517041"/>
                  </a:lnTo>
                  <a:lnTo>
                    <a:pt x="298102" y="456039"/>
                  </a:lnTo>
                  <a:lnTo>
                    <a:pt x="300566" y="381267"/>
                  </a:lnTo>
                  <a:lnTo>
                    <a:pt x="303029" y="295211"/>
                  </a:lnTo>
                  <a:lnTo>
                    <a:pt x="305493" y="204013"/>
                  </a:lnTo>
                  <a:lnTo>
                    <a:pt x="307957" y="118127"/>
                  </a:lnTo>
                  <a:lnTo>
                    <a:pt x="310420" y="48771"/>
                  </a:lnTo>
                  <a:lnTo>
                    <a:pt x="312884" y="6646"/>
                  </a:lnTo>
                  <a:lnTo>
                    <a:pt x="315348" y="0"/>
                  </a:lnTo>
                  <a:lnTo>
                    <a:pt x="317811" y="32959"/>
                  </a:lnTo>
                  <a:lnTo>
                    <a:pt x="320275" y="104653"/>
                  </a:lnTo>
                  <a:lnTo>
                    <a:pt x="322739" y="209317"/>
                  </a:lnTo>
                  <a:lnTo>
                    <a:pt x="325202" y="337340"/>
                  </a:lnTo>
                  <a:lnTo>
                    <a:pt x="327666" y="476958"/>
                  </a:lnTo>
                  <a:lnTo>
                    <a:pt x="330130" y="616198"/>
                  </a:lnTo>
                  <a:lnTo>
                    <a:pt x="332593" y="744615"/>
                  </a:lnTo>
                  <a:lnTo>
                    <a:pt x="335057" y="854497"/>
                  </a:lnTo>
                  <a:lnTo>
                    <a:pt x="337521" y="941390"/>
                  </a:lnTo>
                  <a:lnTo>
                    <a:pt x="339984" y="1003873"/>
                  </a:lnTo>
                  <a:lnTo>
                    <a:pt x="342448" y="1041874"/>
                  </a:lnTo>
                  <a:lnTo>
                    <a:pt x="344912" y="1060552"/>
                  </a:lnTo>
                  <a:lnTo>
                    <a:pt x="347375" y="1064086"/>
                  </a:lnTo>
                  <a:lnTo>
                    <a:pt x="349839" y="1056974"/>
                  </a:lnTo>
                  <a:lnTo>
                    <a:pt x="352303" y="1043667"/>
                  </a:lnTo>
                  <a:lnTo>
                    <a:pt x="354766" y="1028263"/>
                  </a:lnTo>
                  <a:lnTo>
                    <a:pt x="357230" y="1014236"/>
                  </a:lnTo>
                  <a:lnTo>
                    <a:pt x="359694" y="1004191"/>
                  </a:lnTo>
                  <a:lnTo>
                    <a:pt x="362157" y="999676"/>
                  </a:lnTo>
                  <a:lnTo>
                    <a:pt x="364621" y="1001103"/>
                  </a:lnTo>
                  <a:lnTo>
                    <a:pt x="367084" y="1007828"/>
                  </a:lnTo>
                  <a:lnTo>
                    <a:pt x="369548" y="1018378"/>
                  </a:lnTo>
                  <a:lnTo>
                    <a:pt x="372012" y="1030827"/>
                  </a:lnTo>
                  <a:lnTo>
                    <a:pt x="374475" y="1043213"/>
                  </a:lnTo>
                  <a:lnTo>
                    <a:pt x="376939" y="1053861"/>
                  </a:lnTo>
                  <a:lnTo>
                    <a:pt x="379403" y="1061742"/>
                  </a:lnTo>
                  <a:lnTo>
                    <a:pt x="381866" y="1066899"/>
                  </a:lnTo>
                  <a:lnTo>
                    <a:pt x="384330" y="1069882"/>
                  </a:lnTo>
                  <a:lnTo>
                    <a:pt x="386794" y="1071603"/>
                  </a:lnTo>
                  <a:lnTo>
                    <a:pt x="389257" y="1073084"/>
                  </a:lnTo>
                  <a:lnTo>
                    <a:pt x="391721" y="1075229"/>
                  </a:lnTo>
                  <a:lnTo>
                    <a:pt x="394185" y="1078667"/>
                  </a:lnTo>
                  <a:lnTo>
                    <a:pt x="396648" y="1083675"/>
                  </a:lnTo>
                  <a:lnTo>
                    <a:pt x="399112" y="1090179"/>
                  </a:lnTo>
                  <a:lnTo>
                    <a:pt x="401576" y="1097816"/>
                  </a:lnTo>
                  <a:lnTo>
                    <a:pt x="404039" y="1106046"/>
                  </a:lnTo>
                  <a:lnTo>
                    <a:pt x="406503" y="1114277"/>
                  </a:lnTo>
                  <a:lnTo>
                    <a:pt x="408967" y="1121983"/>
                  </a:lnTo>
                  <a:lnTo>
                    <a:pt x="411430" y="1128798"/>
                  </a:lnTo>
                  <a:lnTo>
                    <a:pt x="413894" y="1134514"/>
                  </a:lnTo>
                  <a:lnTo>
                    <a:pt x="416358" y="1139239"/>
                  </a:lnTo>
                  <a:lnTo>
                    <a:pt x="418821" y="1143224"/>
                  </a:lnTo>
                  <a:lnTo>
                    <a:pt x="421285" y="1146739"/>
                  </a:lnTo>
                  <a:lnTo>
                    <a:pt x="423749" y="1150025"/>
                  </a:lnTo>
                  <a:lnTo>
                    <a:pt x="426212" y="1153234"/>
                  </a:lnTo>
                  <a:lnTo>
                    <a:pt x="428676" y="1156415"/>
                  </a:lnTo>
                  <a:lnTo>
                    <a:pt x="431140" y="1159524"/>
                  </a:lnTo>
                  <a:lnTo>
                    <a:pt x="433603" y="1162454"/>
                  </a:lnTo>
                  <a:lnTo>
                    <a:pt x="436067" y="1165087"/>
                  </a:lnTo>
                  <a:lnTo>
                    <a:pt x="438531" y="1167329"/>
                  </a:lnTo>
                  <a:lnTo>
                    <a:pt x="440994" y="1169144"/>
                  </a:lnTo>
                  <a:lnTo>
                    <a:pt x="443458" y="1170556"/>
                  </a:lnTo>
                  <a:lnTo>
                    <a:pt x="445922" y="1171650"/>
                  </a:lnTo>
                  <a:lnTo>
                    <a:pt x="448385" y="1172546"/>
                  </a:lnTo>
                  <a:lnTo>
                    <a:pt x="450849" y="1173375"/>
                  </a:lnTo>
                  <a:lnTo>
                    <a:pt x="453312" y="1174256"/>
                  </a:lnTo>
                  <a:lnTo>
                    <a:pt x="455776" y="1175256"/>
                  </a:lnTo>
                  <a:lnTo>
                    <a:pt x="458240" y="1176399"/>
                  </a:lnTo>
                  <a:lnTo>
                    <a:pt x="460703" y="1177673"/>
                  </a:lnTo>
                  <a:lnTo>
                    <a:pt x="463167" y="1179037"/>
                  </a:lnTo>
                  <a:lnTo>
                    <a:pt x="465631" y="1180434"/>
                  </a:lnTo>
                  <a:lnTo>
                    <a:pt x="468094" y="1181801"/>
                  </a:lnTo>
                  <a:lnTo>
                    <a:pt x="470558" y="1183081"/>
                  </a:lnTo>
                  <a:lnTo>
                    <a:pt x="473022" y="1184228"/>
                  </a:lnTo>
                  <a:lnTo>
                    <a:pt x="475485" y="1185213"/>
                  </a:lnTo>
                  <a:lnTo>
                    <a:pt x="477949" y="1186021"/>
                  </a:lnTo>
                  <a:lnTo>
                    <a:pt x="480413" y="1186656"/>
                  </a:lnTo>
                  <a:lnTo>
                    <a:pt x="482876" y="1187133"/>
                  </a:lnTo>
                  <a:lnTo>
                    <a:pt x="485340" y="1187473"/>
                  </a:lnTo>
                  <a:lnTo>
                    <a:pt x="487804" y="1187702"/>
                  </a:lnTo>
                  <a:lnTo>
                    <a:pt x="490267" y="1187854"/>
                  </a:lnTo>
                  <a:lnTo>
                    <a:pt x="492731" y="1187950"/>
                  </a:lnTo>
                  <a:lnTo>
                    <a:pt x="495195" y="1188008"/>
                  </a:lnTo>
                  <a:lnTo>
                    <a:pt x="497658" y="1188042"/>
                  </a:lnTo>
                  <a:lnTo>
                    <a:pt x="500122" y="1188061"/>
                  </a:lnTo>
                  <a:lnTo>
                    <a:pt x="502586" y="1188070"/>
                  </a:lnTo>
                  <a:lnTo>
                    <a:pt x="505049" y="1188075"/>
                  </a:lnTo>
                  <a:lnTo>
                    <a:pt x="507513" y="1188078"/>
                  </a:lnTo>
                  <a:lnTo>
                    <a:pt x="509977" y="1188079"/>
                  </a:lnTo>
                  <a:lnTo>
                    <a:pt x="512440" y="1188079"/>
                  </a:lnTo>
                  <a:lnTo>
                    <a:pt x="514904" y="1188080"/>
                  </a:lnTo>
                  <a:lnTo>
                    <a:pt x="517368" y="1188080"/>
                  </a:lnTo>
                  <a:lnTo>
                    <a:pt x="519831" y="1188080"/>
                  </a:lnTo>
                  <a:lnTo>
                    <a:pt x="522295" y="1188080"/>
                  </a:lnTo>
                  <a:lnTo>
                    <a:pt x="524759" y="1188080"/>
                  </a:lnTo>
                  <a:lnTo>
                    <a:pt x="527222" y="1188080"/>
                  </a:lnTo>
                  <a:lnTo>
                    <a:pt x="529686" y="1188080"/>
                  </a:lnTo>
                  <a:lnTo>
                    <a:pt x="532150" y="1188080"/>
                  </a:lnTo>
                  <a:lnTo>
                    <a:pt x="534613" y="1188080"/>
                  </a:lnTo>
                  <a:lnTo>
                    <a:pt x="537077" y="1188080"/>
                  </a:lnTo>
                  <a:lnTo>
                    <a:pt x="539541" y="1188080"/>
                  </a:lnTo>
                  <a:lnTo>
                    <a:pt x="542004" y="1188080"/>
                  </a:lnTo>
                  <a:lnTo>
                    <a:pt x="544468" y="1188080"/>
                  </a:lnTo>
                  <a:lnTo>
                    <a:pt x="546931" y="1188080"/>
                  </a:lnTo>
                  <a:lnTo>
                    <a:pt x="549395" y="1188080"/>
                  </a:lnTo>
                  <a:lnTo>
                    <a:pt x="551859" y="1188080"/>
                  </a:lnTo>
                  <a:lnTo>
                    <a:pt x="554322" y="1188080"/>
                  </a:lnTo>
                  <a:lnTo>
                    <a:pt x="556786" y="1188080"/>
                  </a:lnTo>
                  <a:lnTo>
                    <a:pt x="559250" y="1188080"/>
                  </a:lnTo>
                  <a:lnTo>
                    <a:pt x="561713" y="1188080"/>
                  </a:lnTo>
                  <a:lnTo>
                    <a:pt x="564177" y="1188080"/>
                  </a:lnTo>
                  <a:lnTo>
                    <a:pt x="566641" y="1188080"/>
                  </a:lnTo>
                  <a:lnTo>
                    <a:pt x="569104" y="1188080"/>
                  </a:lnTo>
                  <a:lnTo>
                    <a:pt x="571568" y="1188080"/>
                  </a:lnTo>
                  <a:lnTo>
                    <a:pt x="574032" y="1188080"/>
                  </a:lnTo>
                  <a:lnTo>
                    <a:pt x="576495" y="1188080"/>
                  </a:lnTo>
                  <a:lnTo>
                    <a:pt x="578959" y="1188080"/>
                  </a:lnTo>
                  <a:lnTo>
                    <a:pt x="581423" y="1188080"/>
                  </a:lnTo>
                  <a:lnTo>
                    <a:pt x="583886" y="1188080"/>
                  </a:lnTo>
                  <a:lnTo>
                    <a:pt x="586350" y="1188080"/>
                  </a:lnTo>
                  <a:lnTo>
                    <a:pt x="588814" y="1188080"/>
                  </a:lnTo>
                  <a:lnTo>
                    <a:pt x="591277" y="1188080"/>
                  </a:lnTo>
                  <a:lnTo>
                    <a:pt x="593741" y="1188080"/>
                  </a:lnTo>
                  <a:lnTo>
                    <a:pt x="596205" y="1188080"/>
                  </a:lnTo>
                  <a:lnTo>
                    <a:pt x="598668" y="1188080"/>
                  </a:lnTo>
                  <a:lnTo>
                    <a:pt x="601132" y="1188080"/>
                  </a:lnTo>
                  <a:lnTo>
                    <a:pt x="603596" y="1188080"/>
                  </a:lnTo>
                  <a:lnTo>
                    <a:pt x="606059" y="1188080"/>
                  </a:lnTo>
                  <a:lnTo>
                    <a:pt x="608523" y="1188080"/>
                  </a:lnTo>
                  <a:lnTo>
                    <a:pt x="610987" y="1188080"/>
                  </a:lnTo>
                  <a:lnTo>
                    <a:pt x="613450" y="1188080"/>
                  </a:lnTo>
                  <a:lnTo>
                    <a:pt x="615914" y="1188080"/>
                  </a:lnTo>
                  <a:lnTo>
                    <a:pt x="618378" y="1188080"/>
                  </a:lnTo>
                  <a:lnTo>
                    <a:pt x="620841" y="1188080"/>
                  </a:lnTo>
                  <a:lnTo>
                    <a:pt x="623305" y="1188080"/>
                  </a:lnTo>
                  <a:lnTo>
                    <a:pt x="625769" y="1188080"/>
                  </a:lnTo>
                  <a:lnTo>
                    <a:pt x="628232" y="1188080"/>
                  </a:lnTo>
                  <a:lnTo>
                    <a:pt x="630696" y="1188080"/>
                  </a:lnTo>
                  <a:lnTo>
                    <a:pt x="633159" y="1188080"/>
                  </a:lnTo>
                  <a:lnTo>
                    <a:pt x="635623" y="1188080"/>
                  </a:lnTo>
                  <a:lnTo>
                    <a:pt x="638087" y="1188080"/>
                  </a:lnTo>
                  <a:lnTo>
                    <a:pt x="640550" y="1188080"/>
                  </a:lnTo>
                  <a:lnTo>
                    <a:pt x="643014" y="1188080"/>
                  </a:lnTo>
                  <a:lnTo>
                    <a:pt x="645478" y="1188080"/>
                  </a:lnTo>
                  <a:lnTo>
                    <a:pt x="647941" y="1188080"/>
                  </a:lnTo>
                  <a:lnTo>
                    <a:pt x="650405" y="1188080"/>
                  </a:lnTo>
                  <a:lnTo>
                    <a:pt x="652869" y="1188080"/>
                  </a:lnTo>
                  <a:lnTo>
                    <a:pt x="655332" y="1188080"/>
                  </a:lnTo>
                  <a:lnTo>
                    <a:pt x="657796" y="1188080"/>
                  </a:lnTo>
                  <a:lnTo>
                    <a:pt x="660260" y="1188079"/>
                  </a:lnTo>
                  <a:lnTo>
                    <a:pt x="662723" y="1188079"/>
                  </a:lnTo>
                  <a:lnTo>
                    <a:pt x="665187" y="1188078"/>
                  </a:lnTo>
                  <a:lnTo>
                    <a:pt x="667651" y="1188076"/>
                  </a:lnTo>
                  <a:lnTo>
                    <a:pt x="670114" y="1188072"/>
                  </a:lnTo>
                  <a:lnTo>
                    <a:pt x="672578" y="1188064"/>
                  </a:lnTo>
                  <a:lnTo>
                    <a:pt x="675042" y="1188049"/>
                  </a:lnTo>
                  <a:lnTo>
                    <a:pt x="677505" y="1188023"/>
                  </a:lnTo>
                  <a:lnTo>
                    <a:pt x="679969" y="1187980"/>
                  </a:lnTo>
                  <a:lnTo>
                    <a:pt x="682433" y="1187913"/>
                  </a:lnTo>
                  <a:lnTo>
                    <a:pt x="684896" y="1187813"/>
                  </a:lnTo>
                  <a:lnTo>
                    <a:pt x="687360" y="1187672"/>
                  </a:lnTo>
                  <a:lnTo>
                    <a:pt x="689824" y="1187484"/>
                  </a:lnTo>
                  <a:lnTo>
                    <a:pt x="692287" y="1187247"/>
                  </a:lnTo>
                  <a:lnTo>
                    <a:pt x="694751" y="1186967"/>
                  </a:lnTo>
                  <a:lnTo>
                    <a:pt x="697215" y="1186656"/>
                  </a:lnTo>
                  <a:lnTo>
                    <a:pt x="699678" y="1186336"/>
                  </a:lnTo>
                  <a:lnTo>
                    <a:pt x="702142" y="1186037"/>
                  </a:lnTo>
                  <a:lnTo>
                    <a:pt x="704606" y="1185798"/>
                  </a:lnTo>
                  <a:lnTo>
                    <a:pt x="707069" y="1185645"/>
                  </a:lnTo>
                  <a:lnTo>
                    <a:pt x="709533" y="1185596"/>
                  </a:lnTo>
                  <a:lnTo>
                    <a:pt x="711997" y="1185658"/>
                  </a:lnTo>
                  <a:lnTo>
                    <a:pt x="714460" y="1185821"/>
                  </a:lnTo>
                  <a:lnTo>
                    <a:pt x="716924" y="1186065"/>
                  </a:lnTo>
                  <a:lnTo>
                    <a:pt x="719388" y="1186361"/>
                  </a:lnTo>
                  <a:lnTo>
                    <a:pt x="721851" y="1186678"/>
                  </a:lnTo>
                  <a:lnTo>
                    <a:pt x="724315" y="1186987"/>
                  </a:lnTo>
                  <a:lnTo>
                    <a:pt x="726778" y="1187265"/>
                  </a:lnTo>
                  <a:lnTo>
                    <a:pt x="729242" y="1187499"/>
                  </a:lnTo>
                  <a:lnTo>
                    <a:pt x="731706" y="1187683"/>
                  </a:lnTo>
                  <a:lnTo>
                    <a:pt x="734169" y="1187817"/>
                  </a:lnTo>
                  <a:lnTo>
                    <a:pt x="736633" y="1187906"/>
                  </a:lnTo>
                  <a:lnTo>
                    <a:pt x="739097" y="1187954"/>
                  </a:lnTo>
                  <a:lnTo>
                    <a:pt x="741560" y="1187966"/>
                  </a:lnTo>
                  <a:lnTo>
                    <a:pt x="744024" y="1187943"/>
                  </a:lnTo>
                  <a:lnTo>
                    <a:pt x="746488" y="1187884"/>
                  </a:lnTo>
                  <a:lnTo>
                    <a:pt x="748951" y="1187785"/>
                  </a:lnTo>
                  <a:lnTo>
                    <a:pt x="751415" y="1187639"/>
                  </a:lnTo>
                  <a:lnTo>
                    <a:pt x="753879" y="1187443"/>
                  </a:lnTo>
                  <a:lnTo>
                    <a:pt x="756342" y="1187197"/>
                  </a:lnTo>
                  <a:lnTo>
                    <a:pt x="758806" y="1186910"/>
                  </a:lnTo>
                  <a:lnTo>
                    <a:pt x="761270" y="1186597"/>
                  </a:lnTo>
                  <a:lnTo>
                    <a:pt x="763733" y="1186281"/>
                  </a:lnTo>
                  <a:lnTo>
                    <a:pt x="766197" y="1185994"/>
                  </a:lnTo>
                  <a:lnTo>
                    <a:pt x="768661" y="1185765"/>
                  </a:lnTo>
                  <a:lnTo>
                    <a:pt x="771124" y="1185623"/>
                  </a:lnTo>
                  <a:lnTo>
                    <a:pt x="773588" y="1185587"/>
                  </a:lnTo>
                  <a:lnTo>
                    <a:pt x="776052" y="1185669"/>
                  </a:lnTo>
                  <a:lnTo>
                    <a:pt x="778515" y="1185853"/>
                  </a:lnTo>
                  <a:lnTo>
                    <a:pt x="780979" y="1186113"/>
                  </a:lnTo>
                  <a:lnTo>
                    <a:pt x="783443" y="1186418"/>
                  </a:lnTo>
                  <a:lnTo>
                    <a:pt x="785906" y="1186737"/>
                  </a:lnTo>
                  <a:lnTo>
                    <a:pt x="788370" y="1187042"/>
                  </a:lnTo>
                  <a:lnTo>
                    <a:pt x="790834" y="1187313"/>
                  </a:lnTo>
                  <a:lnTo>
                    <a:pt x="793297" y="1187538"/>
                  </a:lnTo>
                  <a:lnTo>
                    <a:pt x="795761" y="1187714"/>
                  </a:lnTo>
                  <a:lnTo>
                    <a:pt x="798225" y="1187844"/>
                  </a:lnTo>
                  <a:lnTo>
                    <a:pt x="800688" y="1187935"/>
                  </a:lnTo>
                  <a:lnTo>
                    <a:pt x="803152" y="1187995"/>
                  </a:lnTo>
                  <a:lnTo>
                    <a:pt x="805616" y="1188033"/>
                  </a:lnTo>
                  <a:lnTo>
                    <a:pt x="808079" y="1188055"/>
                  </a:lnTo>
                  <a:lnTo>
                    <a:pt x="810543" y="1188067"/>
                  </a:lnTo>
                  <a:lnTo>
                    <a:pt x="813006" y="1188073"/>
                  </a:lnTo>
                  <a:lnTo>
                    <a:pt x="815470" y="1188077"/>
                  </a:lnTo>
                  <a:lnTo>
                    <a:pt x="817934" y="1188078"/>
                  </a:lnTo>
                  <a:lnTo>
                    <a:pt x="820397" y="1188079"/>
                  </a:lnTo>
                  <a:lnTo>
                    <a:pt x="822861" y="1188080"/>
                  </a:lnTo>
                  <a:lnTo>
                    <a:pt x="825325" y="1188080"/>
                  </a:lnTo>
                  <a:lnTo>
                    <a:pt x="827788" y="1188080"/>
                  </a:lnTo>
                  <a:lnTo>
                    <a:pt x="830252" y="1188080"/>
                  </a:lnTo>
                  <a:lnTo>
                    <a:pt x="832716" y="1188080"/>
                  </a:lnTo>
                  <a:lnTo>
                    <a:pt x="835179" y="1188080"/>
                  </a:lnTo>
                  <a:lnTo>
                    <a:pt x="837643" y="1188080"/>
                  </a:lnTo>
                  <a:lnTo>
                    <a:pt x="840107" y="1188080"/>
                  </a:lnTo>
                  <a:lnTo>
                    <a:pt x="842570" y="1188080"/>
                  </a:lnTo>
                  <a:lnTo>
                    <a:pt x="845034" y="1188080"/>
                  </a:lnTo>
                  <a:lnTo>
                    <a:pt x="847498" y="1188080"/>
                  </a:lnTo>
                  <a:lnTo>
                    <a:pt x="849961" y="1188080"/>
                  </a:lnTo>
                  <a:lnTo>
                    <a:pt x="852425" y="1188080"/>
                  </a:lnTo>
                  <a:lnTo>
                    <a:pt x="854889" y="1188080"/>
                  </a:lnTo>
                  <a:lnTo>
                    <a:pt x="857352" y="1188080"/>
                  </a:lnTo>
                  <a:lnTo>
                    <a:pt x="859816" y="1188080"/>
                  </a:lnTo>
                  <a:lnTo>
                    <a:pt x="862280" y="1188080"/>
                  </a:lnTo>
                  <a:lnTo>
                    <a:pt x="864743" y="1188080"/>
                  </a:lnTo>
                  <a:lnTo>
                    <a:pt x="867207" y="1188080"/>
                  </a:lnTo>
                  <a:lnTo>
                    <a:pt x="869671" y="1188080"/>
                  </a:lnTo>
                  <a:lnTo>
                    <a:pt x="872134" y="1188080"/>
                  </a:lnTo>
                  <a:lnTo>
                    <a:pt x="874598" y="1188080"/>
                  </a:lnTo>
                  <a:lnTo>
                    <a:pt x="877062" y="1188080"/>
                  </a:lnTo>
                  <a:lnTo>
                    <a:pt x="879525" y="1188080"/>
                  </a:lnTo>
                  <a:lnTo>
                    <a:pt x="881989" y="1188080"/>
                  </a:lnTo>
                  <a:lnTo>
                    <a:pt x="884453" y="1188080"/>
                  </a:lnTo>
                  <a:lnTo>
                    <a:pt x="886916" y="1188080"/>
                  </a:lnTo>
                  <a:lnTo>
                    <a:pt x="889380" y="1188080"/>
                  </a:lnTo>
                  <a:lnTo>
                    <a:pt x="891844" y="1188080"/>
                  </a:lnTo>
                  <a:lnTo>
                    <a:pt x="894307" y="1188080"/>
                  </a:lnTo>
                  <a:lnTo>
                    <a:pt x="896771" y="1188080"/>
                  </a:lnTo>
                  <a:lnTo>
                    <a:pt x="899235" y="1188080"/>
                  </a:lnTo>
                  <a:lnTo>
                    <a:pt x="901698" y="1188080"/>
                  </a:lnTo>
                  <a:lnTo>
                    <a:pt x="904162" y="1188080"/>
                  </a:lnTo>
                  <a:lnTo>
                    <a:pt x="906625" y="1188080"/>
                  </a:lnTo>
                  <a:lnTo>
                    <a:pt x="909089" y="1188080"/>
                  </a:lnTo>
                  <a:lnTo>
                    <a:pt x="911553" y="1188080"/>
                  </a:lnTo>
                  <a:lnTo>
                    <a:pt x="914016" y="1188080"/>
                  </a:lnTo>
                  <a:lnTo>
                    <a:pt x="916480" y="1188080"/>
                  </a:lnTo>
                  <a:lnTo>
                    <a:pt x="918944" y="1188080"/>
                  </a:lnTo>
                  <a:lnTo>
                    <a:pt x="921407" y="1188080"/>
                  </a:lnTo>
                  <a:lnTo>
                    <a:pt x="923871" y="1188080"/>
                  </a:lnTo>
                  <a:lnTo>
                    <a:pt x="926335" y="1188080"/>
                  </a:lnTo>
                  <a:lnTo>
                    <a:pt x="928798" y="1188080"/>
                  </a:lnTo>
                  <a:lnTo>
                    <a:pt x="931262" y="1188080"/>
                  </a:lnTo>
                  <a:lnTo>
                    <a:pt x="933726" y="1188080"/>
                  </a:lnTo>
                  <a:lnTo>
                    <a:pt x="936189" y="1188080"/>
                  </a:lnTo>
                  <a:lnTo>
                    <a:pt x="938653" y="1188080"/>
                  </a:lnTo>
                  <a:lnTo>
                    <a:pt x="941117" y="1188080"/>
                  </a:lnTo>
                  <a:lnTo>
                    <a:pt x="943580" y="1188080"/>
                  </a:lnTo>
                  <a:lnTo>
                    <a:pt x="946044" y="1188080"/>
                  </a:lnTo>
                  <a:lnTo>
                    <a:pt x="948508" y="1188080"/>
                  </a:lnTo>
                  <a:lnTo>
                    <a:pt x="950971" y="1188080"/>
                  </a:lnTo>
                  <a:lnTo>
                    <a:pt x="953435" y="1188080"/>
                  </a:lnTo>
                  <a:lnTo>
                    <a:pt x="955899" y="1188080"/>
                  </a:lnTo>
                  <a:lnTo>
                    <a:pt x="958362" y="1188080"/>
                  </a:lnTo>
                  <a:lnTo>
                    <a:pt x="960826" y="1188080"/>
                  </a:lnTo>
                  <a:lnTo>
                    <a:pt x="963290" y="1188080"/>
                  </a:lnTo>
                  <a:lnTo>
                    <a:pt x="965753" y="1188080"/>
                  </a:lnTo>
                  <a:lnTo>
                    <a:pt x="968217" y="1188080"/>
                  </a:lnTo>
                  <a:lnTo>
                    <a:pt x="970681" y="1188080"/>
                  </a:lnTo>
                  <a:lnTo>
                    <a:pt x="973144" y="1188080"/>
                  </a:lnTo>
                  <a:lnTo>
                    <a:pt x="975608" y="1188080"/>
                  </a:lnTo>
                  <a:lnTo>
                    <a:pt x="978072" y="1188080"/>
                  </a:lnTo>
                  <a:lnTo>
                    <a:pt x="980535" y="1188080"/>
                  </a:lnTo>
                  <a:lnTo>
                    <a:pt x="982999" y="1188080"/>
                  </a:lnTo>
                  <a:lnTo>
                    <a:pt x="985463" y="1188080"/>
                  </a:lnTo>
                  <a:lnTo>
                    <a:pt x="987926" y="1188080"/>
                  </a:lnTo>
                  <a:lnTo>
                    <a:pt x="990390" y="1188080"/>
                  </a:lnTo>
                  <a:lnTo>
                    <a:pt x="992853" y="1188080"/>
                  </a:lnTo>
                  <a:lnTo>
                    <a:pt x="995317" y="1188080"/>
                  </a:lnTo>
                  <a:lnTo>
                    <a:pt x="997781" y="1188080"/>
                  </a:lnTo>
                  <a:lnTo>
                    <a:pt x="1000244" y="1188080"/>
                  </a:lnTo>
                  <a:lnTo>
                    <a:pt x="1002708" y="1188080"/>
                  </a:lnTo>
                  <a:lnTo>
                    <a:pt x="1005172" y="1188080"/>
                  </a:lnTo>
                  <a:lnTo>
                    <a:pt x="1007635" y="1188080"/>
                  </a:lnTo>
                  <a:lnTo>
                    <a:pt x="1010099" y="1188080"/>
                  </a:lnTo>
                  <a:lnTo>
                    <a:pt x="1012563" y="1188080"/>
                  </a:lnTo>
                  <a:lnTo>
                    <a:pt x="1015026" y="1188080"/>
                  </a:lnTo>
                  <a:lnTo>
                    <a:pt x="1017490" y="1188080"/>
                  </a:lnTo>
                  <a:lnTo>
                    <a:pt x="1019954" y="1188080"/>
                  </a:lnTo>
                  <a:lnTo>
                    <a:pt x="1022417" y="1188080"/>
                  </a:lnTo>
                  <a:lnTo>
                    <a:pt x="1024881" y="1188080"/>
                  </a:lnTo>
                  <a:lnTo>
                    <a:pt x="1027345" y="1188080"/>
                  </a:lnTo>
                  <a:lnTo>
                    <a:pt x="1029808" y="1188080"/>
                  </a:lnTo>
                  <a:lnTo>
                    <a:pt x="1032272" y="1188080"/>
                  </a:lnTo>
                  <a:lnTo>
                    <a:pt x="1034736" y="1188080"/>
                  </a:lnTo>
                  <a:lnTo>
                    <a:pt x="1037199" y="1188080"/>
                  </a:lnTo>
                  <a:lnTo>
                    <a:pt x="1039663" y="1188080"/>
                  </a:lnTo>
                  <a:lnTo>
                    <a:pt x="1042127" y="1188080"/>
                  </a:lnTo>
                  <a:lnTo>
                    <a:pt x="1044590" y="1188080"/>
                  </a:lnTo>
                  <a:lnTo>
                    <a:pt x="1047054" y="1188080"/>
                  </a:lnTo>
                  <a:lnTo>
                    <a:pt x="1049518" y="1188080"/>
                  </a:lnTo>
                  <a:lnTo>
                    <a:pt x="1051981" y="1188080"/>
                  </a:lnTo>
                  <a:lnTo>
                    <a:pt x="1054445" y="1188080"/>
                  </a:lnTo>
                  <a:lnTo>
                    <a:pt x="1056909" y="1188080"/>
                  </a:lnTo>
                  <a:lnTo>
                    <a:pt x="1059372" y="1188080"/>
                  </a:lnTo>
                  <a:lnTo>
                    <a:pt x="1061836" y="1188080"/>
                  </a:lnTo>
                  <a:lnTo>
                    <a:pt x="1064300" y="1188080"/>
                  </a:lnTo>
                  <a:lnTo>
                    <a:pt x="1066763" y="1188080"/>
                  </a:lnTo>
                  <a:lnTo>
                    <a:pt x="1069227" y="1188080"/>
                  </a:lnTo>
                  <a:lnTo>
                    <a:pt x="1071691" y="1188080"/>
                  </a:lnTo>
                  <a:lnTo>
                    <a:pt x="1074154" y="1188080"/>
                  </a:lnTo>
                  <a:lnTo>
                    <a:pt x="1076618" y="1188080"/>
                  </a:lnTo>
                  <a:lnTo>
                    <a:pt x="1079082" y="1188080"/>
                  </a:lnTo>
                  <a:lnTo>
                    <a:pt x="1081545" y="1188080"/>
                  </a:lnTo>
                  <a:lnTo>
                    <a:pt x="1084009" y="1188080"/>
                  </a:lnTo>
                  <a:lnTo>
                    <a:pt x="1086472" y="1188080"/>
                  </a:lnTo>
                  <a:lnTo>
                    <a:pt x="1088936" y="1188080"/>
                  </a:lnTo>
                  <a:lnTo>
                    <a:pt x="1091400" y="1188080"/>
                  </a:lnTo>
                  <a:lnTo>
                    <a:pt x="1093863" y="1188080"/>
                  </a:lnTo>
                  <a:lnTo>
                    <a:pt x="1096327" y="1188080"/>
                  </a:lnTo>
                  <a:lnTo>
                    <a:pt x="1098791" y="1188080"/>
                  </a:lnTo>
                  <a:lnTo>
                    <a:pt x="1101254" y="1188080"/>
                  </a:lnTo>
                  <a:lnTo>
                    <a:pt x="1103718" y="1188080"/>
                  </a:lnTo>
                  <a:lnTo>
                    <a:pt x="1106182" y="1188080"/>
                  </a:lnTo>
                  <a:lnTo>
                    <a:pt x="1108645" y="1188079"/>
                  </a:lnTo>
                  <a:lnTo>
                    <a:pt x="1111109" y="1188078"/>
                  </a:lnTo>
                  <a:lnTo>
                    <a:pt x="1113573" y="1188076"/>
                  </a:lnTo>
                  <a:lnTo>
                    <a:pt x="1116036" y="1188072"/>
                  </a:lnTo>
                  <a:lnTo>
                    <a:pt x="1118500" y="1188065"/>
                  </a:lnTo>
                  <a:lnTo>
                    <a:pt x="1120964" y="1188051"/>
                  </a:lnTo>
                  <a:lnTo>
                    <a:pt x="1123427" y="1188027"/>
                  </a:lnTo>
                  <a:lnTo>
                    <a:pt x="1125891" y="1187986"/>
                  </a:lnTo>
                  <a:lnTo>
                    <a:pt x="1128355" y="1187923"/>
                  </a:lnTo>
                  <a:lnTo>
                    <a:pt x="1130818" y="1187829"/>
                  </a:lnTo>
                  <a:lnTo>
                    <a:pt x="1133282" y="1187695"/>
                  </a:lnTo>
                  <a:lnTo>
                    <a:pt x="1135746" y="1187515"/>
                  </a:lnTo>
                  <a:lnTo>
                    <a:pt x="1138209" y="1187282"/>
                  </a:lnTo>
                  <a:lnTo>
                    <a:pt x="1140673" y="1187004"/>
                  </a:lnTo>
                  <a:lnTo>
                    <a:pt x="1143137" y="1186695"/>
                  </a:lnTo>
                  <a:lnTo>
                    <a:pt x="1145600" y="1186377"/>
                  </a:lnTo>
                  <a:lnTo>
                    <a:pt x="1148064" y="1186080"/>
                  </a:lnTo>
                  <a:lnTo>
                    <a:pt x="1150528" y="1185835"/>
                  </a:lnTo>
                  <a:lnTo>
                    <a:pt x="1152991" y="1185670"/>
                  </a:lnTo>
                  <a:lnTo>
                    <a:pt x="1155455" y="1185606"/>
                  </a:lnTo>
                  <a:lnTo>
                    <a:pt x="1157919" y="1185650"/>
                  </a:lnTo>
                  <a:lnTo>
                    <a:pt x="1160382" y="1185798"/>
                  </a:lnTo>
                  <a:lnTo>
                    <a:pt x="1162846" y="1186031"/>
                  </a:lnTo>
                  <a:lnTo>
                    <a:pt x="1165310" y="1186321"/>
                  </a:lnTo>
                  <a:lnTo>
                    <a:pt x="1167773" y="1186638"/>
                  </a:lnTo>
                  <a:lnTo>
                    <a:pt x="1170237" y="1186951"/>
                  </a:lnTo>
                  <a:lnTo>
                    <a:pt x="1172701" y="1187237"/>
                  </a:lnTo>
                  <a:lnTo>
                    <a:pt x="1175164" y="1187476"/>
                  </a:lnTo>
                  <a:lnTo>
                    <a:pt x="1177628" y="1187665"/>
                  </a:lnTo>
                  <a:lnTo>
                    <a:pt x="1180091" y="1187807"/>
                  </a:lnTo>
                  <a:lnTo>
                    <a:pt x="1182555" y="1187909"/>
                  </a:lnTo>
                  <a:lnTo>
                    <a:pt x="1185019" y="1187977"/>
                  </a:lnTo>
                  <a:lnTo>
                    <a:pt x="1187482" y="1188021"/>
                  </a:lnTo>
                  <a:lnTo>
                    <a:pt x="1189946" y="1188047"/>
                  </a:lnTo>
                  <a:lnTo>
                    <a:pt x="1192410" y="1188063"/>
                  </a:lnTo>
                  <a:lnTo>
                    <a:pt x="1194873" y="1188071"/>
                  </a:lnTo>
                  <a:lnTo>
                    <a:pt x="1197337" y="1188076"/>
                  </a:lnTo>
                  <a:lnTo>
                    <a:pt x="1199801" y="1188078"/>
                  </a:lnTo>
                  <a:lnTo>
                    <a:pt x="1202264" y="1188079"/>
                  </a:lnTo>
                  <a:lnTo>
                    <a:pt x="1204728" y="1188079"/>
                  </a:lnTo>
                  <a:lnTo>
                    <a:pt x="1207192" y="1188080"/>
                  </a:lnTo>
                  <a:lnTo>
                    <a:pt x="1209655" y="1188080"/>
                  </a:lnTo>
                  <a:lnTo>
                    <a:pt x="1212119" y="1188080"/>
                  </a:lnTo>
                  <a:lnTo>
                    <a:pt x="1214583" y="1188080"/>
                  </a:lnTo>
                  <a:lnTo>
                    <a:pt x="1217046" y="1188080"/>
                  </a:lnTo>
                  <a:lnTo>
                    <a:pt x="1219510" y="1188080"/>
                  </a:lnTo>
                  <a:lnTo>
                    <a:pt x="1221974" y="1188080"/>
                  </a:lnTo>
                  <a:lnTo>
                    <a:pt x="1224437" y="1188080"/>
                  </a:lnTo>
                  <a:lnTo>
                    <a:pt x="1226901" y="1188080"/>
                  </a:lnTo>
                  <a:lnTo>
                    <a:pt x="1229365" y="1188080"/>
                  </a:lnTo>
                  <a:lnTo>
                    <a:pt x="1231828" y="1188080"/>
                  </a:lnTo>
                  <a:lnTo>
                    <a:pt x="1234292" y="1188080"/>
                  </a:lnTo>
                  <a:lnTo>
                    <a:pt x="1236756" y="1188080"/>
                  </a:lnTo>
                  <a:lnTo>
                    <a:pt x="1239219" y="1188080"/>
                  </a:lnTo>
                  <a:lnTo>
                    <a:pt x="1241683" y="1188080"/>
                  </a:lnTo>
                  <a:lnTo>
                    <a:pt x="1244147" y="1188080"/>
                  </a:lnTo>
                  <a:lnTo>
                    <a:pt x="1246610" y="1188080"/>
                  </a:lnTo>
                  <a:lnTo>
                    <a:pt x="1249074" y="1188080"/>
                  </a:lnTo>
                  <a:lnTo>
                    <a:pt x="1251538" y="1188080"/>
                  </a:lnTo>
                  <a:lnTo>
                    <a:pt x="1254001" y="1188080"/>
                  </a:lnTo>
                  <a:lnTo>
                    <a:pt x="1256465" y="1188080"/>
                  </a:lnTo>
                  <a:lnTo>
                    <a:pt x="1258929" y="1188080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481616" y="5625108"/>
              <a:ext cx="1258929" cy="528789"/>
            </a:xfrm>
            <a:custGeom>
              <a:avLst/>
              <a:pathLst>
                <a:path w="1258929" h="528789">
                  <a:moveTo>
                    <a:pt x="0" y="528789"/>
                  </a:moveTo>
                  <a:lnTo>
                    <a:pt x="2463" y="528789"/>
                  </a:lnTo>
                  <a:lnTo>
                    <a:pt x="4927" y="528789"/>
                  </a:lnTo>
                  <a:lnTo>
                    <a:pt x="7390" y="528789"/>
                  </a:lnTo>
                  <a:lnTo>
                    <a:pt x="9854" y="528789"/>
                  </a:lnTo>
                  <a:lnTo>
                    <a:pt x="12318" y="528789"/>
                  </a:lnTo>
                  <a:lnTo>
                    <a:pt x="14781" y="528789"/>
                  </a:lnTo>
                  <a:lnTo>
                    <a:pt x="17245" y="528789"/>
                  </a:lnTo>
                  <a:lnTo>
                    <a:pt x="19709" y="528789"/>
                  </a:lnTo>
                  <a:lnTo>
                    <a:pt x="22172" y="528789"/>
                  </a:lnTo>
                  <a:lnTo>
                    <a:pt x="24636" y="528789"/>
                  </a:lnTo>
                  <a:lnTo>
                    <a:pt x="27100" y="528789"/>
                  </a:lnTo>
                  <a:lnTo>
                    <a:pt x="29563" y="528789"/>
                  </a:lnTo>
                  <a:lnTo>
                    <a:pt x="32027" y="528789"/>
                  </a:lnTo>
                  <a:lnTo>
                    <a:pt x="34491" y="528789"/>
                  </a:lnTo>
                  <a:lnTo>
                    <a:pt x="36954" y="528789"/>
                  </a:lnTo>
                  <a:lnTo>
                    <a:pt x="39418" y="528789"/>
                  </a:lnTo>
                  <a:lnTo>
                    <a:pt x="41882" y="528789"/>
                  </a:lnTo>
                  <a:lnTo>
                    <a:pt x="44345" y="528789"/>
                  </a:lnTo>
                  <a:lnTo>
                    <a:pt x="46809" y="528789"/>
                  </a:lnTo>
                  <a:lnTo>
                    <a:pt x="49273" y="528789"/>
                  </a:lnTo>
                  <a:lnTo>
                    <a:pt x="51736" y="528789"/>
                  </a:lnTo>
                  <a:lnTo>
                    <a:pt x="54200" y="528789"/>
                  </a:lnTo>
                  <a:lnTo>
                    <a:pt x="56664" y="528789"/>
                  </a:lnTo>
                  <a:lnTo>
                    <a:pt x="59127" y="528789"/>
                  </a:lnTo>
                  <a:lnTo>
                    <a:pt x="61591" y="528789"/>
                  </a:lnTo>
                  <a:lnTo>
                    <a:pt x="64055" y="528789"/>
                  </a:lnTo>
                  <a:lnTo>
                    <a:pt x="66518" y="528789"/>
                  </a:lnTo>
                  <a:lnTo>
                    <a:pt x="68982" y="528789"/>
                  </a:lnTo>
                  <a:lnTo>
                    <a:pt x="71446" y="528789"/>
                  </a:lnTo>
                  <a:lnTo>
                    <a:pt x="73909" y="528789"/>
                  </a:lnTo>
                  <a:lnTo>
                    <a:pt x="76373" y="528789"/>
                  </a:lnTo>
                  <a:lnTo>
                    <a:pt x="78837" y="528789"/>
                  </a:lnTo>
                  <a:lnTo>
                    <a:pt x="81300" y="528789"/>
                  </a:lnTo>
                  <a:lnTo>
                    <a:pt x="83764" y="528789"/>
                  </a:lnTo>
                  <a:lnTo>
                    <a:pt x="86228" y="528789"/>
                  </a:lnTo>
                  <a:lnTo>
                    <a:pt x="88691" y="528789"/>
                  </a:lnTo>
                  <a:lnTo>
                    <a:pt x="91155" y="528789"/>
                  </a:lnTo>
                  <a:lnTo>
                    <a:pt x="93618" y="528789"/>
                  </a:lnTo>
                  <a:lnTo>
                    <a:pt x="96082" y="528789"/>
                  </a:lnTo>
                  <a:lnTo>
                    <a:pt x="98546" y="528789"/>
                  </a:lnTo>
                  <a:lnTo>
                    <a:pt x="101009" y="528789"/>
                  </a:lnTo>
                  <a:lnTo>
                    <a:pt x="103473" y="528789"/>
                  </a:lnTo>
                  <a:lnTo>
                    <a:pt x="105937" y="528789"/>
                  </a:lnTo>
                  <a:lnTo>
                    <a:pt x="108400" y="528789"/>
                  </a:lnTo>
                  <a:lnTo>
                    <a:pt x="110864" y="528789"/>
                  </a:lnTo>
                  <a:lnTo>
                    <a:pt x="113328" y="528789"/>
                  </a:lnTo>
                  <a:lnTo>
                    <a:pt x="115791" y="528789"/>
                  </a:lnTo>
                  <a:lnTo>
                    <a:pt x="118255" y="528789"/>
                  </a:lnTo>
                  <a:lnTo>
                    <a:pt x="120719" y="528789"/>
                  </a:lnTo>
                  <a:lnTo>
                    <a:pt x="123182" y="528789"/>
                  </a:lnTo>
                  <a:lnTo>
                    <a:pt x="125646" y="528789"/>
                  </a:lnTo>
                  <a:lnTo>
                    <a:pt x="128110" y="528789"/>
                  </a:lnTo>
                  <a:lnTo>
                    <a:pt x="130573" y="528789"/>
                  </a:lnTo>
                  <a:lnTo>
                    <a:pt x="133037" y="528789"/>
                  </a:lnTo>
                  <a:lnTo>
                    <a:pt x="135501" y="528789"/>
                  </a:lnTo>
                  <a:lnTo>
                    <a:pt x="137964" y="528789"/>
                  </a:lnTo>
                  <a:lnTo>
                    <a:pt x="140428" y="528789"/>
                  </a:lnTo>
                  <a:lnTo>
                    <a:pt x="142892" y="528789"/>
                  </a:lnTo>
                  <a:lnTo>
                    <a:pt x="145355" y="528789"/>
                  </a:lnTo>
                  <a:lnTo>
                    <a:pt x="147819" y="528789"/>
                  </a:lnTo>
                  <a:lnTo>
                    <a:pt x="150283" y="528789"/>
                  </a:lnTo>
                  <a:lnTo>
                    <a:pt x="152746" y="528789"/>
                  </a:lnTo>
                  <a:lnTo>
                    <a:pt x="155210" y="528789"/>
                  </a:lnTo>
                  <a:lnTo>
                    <a:pt x="157674" y="528789"/>
                  </a:lnTo>
                  <a:lnTo>
                    <a:pt x="160137" y="528789"/>
                  </a:lnTo>
                  <a:lnTo>
                    <a:pt x="162601" y="528789"/>
                  </a:lnTo>
                  <a:lnTo>
                    <a:pt x="165065" y="528789"/>
                  </a:lnTo>
                  <a:lnTo>
                    <a:pt x="167528" y="528789"/>
                  </a:lnTo>
                  <a:lnTo>
                    <a:pt x="169992" y="528789"/>
                  </a:lnTo>
                  <a:lnTo>
                    <a:pt x="172456" y="528789"/>
                  </a:lnTo>
                  <a:lnTo>
                    <a:pt x="174919" y="528789"/>
                  </a:lnTo>
                  <a:lnTo>
                    <a:pt x="177383" y="528789"/>
                  </a:lnTo>
                  <a:lnTo>
                    <a:pt x="179847" y="528789"/>
                  </a:lnTo>
                  <a:lnTo>
                    <a:pt x="182310" y="528789"/>
                  </a:lnTo>
                  <a:lnTo>
                    <a:pt x="184774" y="528789"/>
                  </a:lnTo>
                  <a:lnTo>
                    <a:pt x="187237" y="528789"/>
                  </a:lnTo>
                  <a:lnTo>
                    <a:pt x="189701" y="528789"/>
                  </a:lnTo>
                  <a:lnTo>
                    <a:pt x="192165" y="528789"/>
                  </a:lnTo>
                  <a:lnTo>
                    <a:pt x="194628" y="528789"/>
                  </a:lnTo>
                  <a:lnTo>
                    <a:pt x="197092" y="528789"/>
                  </a:lnTo>
                  <a:lnTo>
                    <a:pt x="199556" y="528789"/>
                  </a:lnTo>
                  <a:lnTo>
                    <a:pt x="202019" y="528789"/>
                  </a:lnTo>
                  <a:lnTo>
                    <a:pt x="204483" y="528789"/>
                  </a:lnTo>
                  <a:lnTo>
                    <a:pt x="206947" y="528789"/>
                  </a:lnTo>
                  <a:lnTo>
                    <a:pt x="209410" y="528789"/>
                  </a:lnTo>
                  <a:lnTo>
                    <a:pt x="211874" y="528789"/>
                  </a:lnTo>
                  <a:lnTo>
                    <a:pt x="214338" y="528789"/>
                  </a:lnTo>
                  <a:lnTo>
                    <a:pt x="216801" y="528789"/>
                  </a:lnTo>
                  <a:lnTo>
                    <a:pt x="219265" y="528789"/>
                  </a:lnTo>
                  <a:lnTo>
                    <a:pt x="221729" y="528789"/>
                  </a:lnTo>
                  <a:lnTo>
                    <a:pt x="224192" y="528789"/>
                  </a:lnTo>
                  <a:lnTo>
                    <a:pt x="226656" y="528789"/>
                  </a:lnTo>
                  <a:lnTo>
                    <a:pt x="229120" y="528789"/>
                  </a:lnTo>
                  <a:lnTo>
                    <a:pt x="231583" y="528789"/>
                  </a:lnTo>
                  <a:lnTo>
                    <a:pt x="234047" y="528789"/>
                  </a:lnTo>
                  <a:lnTo>
                    <a:pt x="236511" y="528789"/>
                  </a:lnTo>
                  <a:lnTo>
                    <a:pt x="238974" y="528789"/>
                  </a:lnTo>
                  <a:lnTo>
                    <a:pt x="241438" y="528789"/>
                  </a:lnTo>
                  <a:lnTo>
                    <a:pt x="243902" y="528789"/>
                  </a:lnTo>
                  <a:lnTo>
                    <a:pt x="246365" y="528789"/>
                  </a:lnTo>
                  <a:lnTo>
                    <a:pt x="248829" y="528789"/>
                  </a:lnTo>
                  <a:lnTo>
                    <a:pt x="251293" y="528788"/>
                  </a:lnTo>
                  <a:lnTo>
                    <a:pt x="253756" y="528788"/>
                  </a:lnTo>
                  <a:lnTo>
                    <a:pt x="256220" y="528787"/>
                  </a:lnTo>
                  <a:lnTo>
                    <a:pt x="258684" y="528785"/>
                  </a:lnTo>
                  <a:lnTo>
                    <a:pt x="261147" y="528783"/>
                  </a:lnTo>
                  <a:lnTo>
                    <a:pt x="263611" y="528780"/>
                  </a:lnTo>
                  <a:lnTo>
                    <a:pt x="266075" y="528775"/>
                  </a:lnTo>
                  <a:lnTo>
                    <a:pt x="268538" y="528768"/>
                  </a:lnTo>
                  <a:lnTo>
                    <a:pt x="271002" y="528757"/>
                  </a:lnTo>
                  <a:lnTo>
                    <a:pt x="273465" y="528743"/>
                  </a:lnTo>
                  <a:lnTo>
                    <a:pt x="275929" y="528723"/>
                  </a:lnTo>
                  <a:lnTo>
                    <a:pt x="278393" y="528695"/>
                  </a:lnTo>
                  <a:lnTo>
                    <a:pt x="280856" y="528655"/>
                  </a:lnTo>
                  <a:lnTo>
                    <a:pt x="283320" y="528601"/>
                  </a:lnTo>
                  <a:lnTo>
                    <a:pt x="285784" y="528529"/>
                  </a:lnTo>
                  <a:lnTo>
                    <a:pt x="288247" y="528433"/>
                  </a:lnTo>
                  <a:lnTo>
                    <a:pt x="290711" y="528307"/>
                  </a:lnTo>
                  <a:lnTo>
                    <a:pt x="293175" y="528146"/>
                  </a:lnTo>
                  <a:lnTo>
                    <a:pt x="295638" y="527938"/>
                  </a:lnTo>
                  <a:lnTo>
                    <a:pt x="298102" y="527665"/>
                  </a:lnTo>
                  <a:lnTo>
                    <a:pt x="300566" y="527321"/>
                  </a:lnTo>
                  <a:lnTo>
                    <a:pt x="303029" y="526895"/>
                  </a:lnTo>
                  <a:lnTo>
                    <a:pt x="305493" y="526373"/>
                  </a:lnTo>
                  <a:lnTo>
                    <a:pt x="307957" y="525740"/>
                  </a:lnTo>
                  <a:lnTo>
                    <a:pt x="310420" y="524983"/>
                  </a:lnTo>
                  <a:lnTo>
                    <a:pt x="312884" y="524086"/>
                  </a:lnTo>
                  <a:lnTo>
                    <a:pt x="315348" y="523017"/>
                  </a:lnTo>
                  <a:lnTo>
                    <a:pt x="317811" y="521764"/>
                  </a:lnTo>
                  <a:lnTo>
                    <a:pt x="320275" y="520329"/>
                  </a:lnTo>
                  <a:lnTo>
                    <a:pt x="322739" y="518705"/>
                  </a:lnTo>
                  <a:lnTo>
                    <a:pt x="325202" y="516888"/>
                  </a:lnTo>
                  <a:lnTo>
                    <a:pt x="327666" y="514877"/>
                  </a:lnTo>
                  <a:lnTo>
                    <a:pt x="330130" y="512675"/>
                  </a:lnTo>
                  <a:lnTo>
                    <a:pt x="332593" y="510290"/>
                  </a:lnTo>
                  <a:lnTo>
                    <a:pt x="335057" y="507712"/>
                  </a:lnTo>
                  <a:lnTo>
                    <a:pt x="337521" y="504992"/>
                  </a:lnTo>
                  <a:lnTo>
                    <a:pt x="339984" y="502154"/>
                  </a:lnTo>
                  <a:lnTo>
                    <a:pt x="342448" y="499227"/>
                  </a:lnTo>
                  <a:lnTo>
                    <a:pt x="344912" y="496239"/>
                  </a:lnTo>
                  <a:lnTo>
                    <a:pt x="347375" y="493221"/>
                  </a:lnTo>
                  <a:lnTo>
                    <a:pt x="349839" y="490203"/>
                  </a:lnTo>
                  <a:lnTo>
                    <a:pt x="352303" y="487224"/>
                  </a:lnTo>
                  <a:lnTo>
                    <a:pt x="354766" y="484319"/>
                  </a:lnTo>
                  <a:lnTo>
                    <a:pt x="357230" y="481506"/>
                  </a:lnTo>
                  <a:lnTo>
                    <a:pt x="359694" y="478804"/>
                  </a:lnTo>
                  <a:lnTo>
                    <a:pt x="362157" y="476226"/>
                  </a:lnTo>
                  <a:lnTo>
                    <a:pt x="364621" y="473780"/>
                  </a:lnTo>
                  <a:lnTo>
                    <a:pt x="367084" y="471468"/>
                  </a:lnTo>
                  <a:lnTo>
                    <a:pt x="369548" y="469288"/>
                  </a:lnTo>
                  <a:lnTo>
                    <a:pt x="372012" y="467255"/>
                  </a:lnTo>
                  <a:lnTo>
                    <a:pt x="374475" y="465332"/>
                  </a:lnTo>
                  <a:lnTo>
                    <a:pt x="376939" y="463506"/>
                  </a:lnTo>
                  <a:lnTo>
                    <a:pt x="379403" y="461764"/>
                  </a:lnTo>
                  <a:lnTo>
                    <a:pt x="381866" y="460092"/>
                  </a:lnTo>
                  <a:lnTo>
                    <a:pt x="384330" y="458480"/>
                  </a:lnTo>
                  <a:lnTo>
                    <a:pt x="386794" y="456916"/>
                  </a:lnTo>
                  <a:lnTo>
                    <a:pt x="389257" y="455398"/>
                  </a:lnTo>
                  <a:lnTo>
                    <a:pt x="391721" y="453923"/>
                  </a:lnTo>
                  <a:lnTo>
                    <a:pt x="394185" y="452489"/>
                  </a:lnTo>
                  <a:lnTo>
                    <a:pt x="396648" y="451101"/>
                  </a:lnTo>
                  <a:lnTo>
                    <a:pt x="399112" y="449767"/>
                  </a:lnTo>
                  <a:lnTo>
                    <a:pt x="401576" y="448498"/>
                  </a:lnTo>
                  <a:lnTo>
                    <a:pt x="404039" y="447304"/>
                  </a:lnTo>
                  <a:lnTo>
                    <a:pt x="406503" y="446197"/>
                  </a:lnTo>
                  <a:lnTo>
                    <a:pt x="408967" y="445209"/>
                  </a:lnTo>
                  <a:lnTo>
                    <a:pt x="411430" y="444338"/>
                  </a:lnTo>
                  <a:lnTo>
                    <a:pt x="413894" y="443592"/>
                  </a:lnTo>
                  <a:lnTo>
                    <a:pt x="416358" y="442978"/>
                  </a:lnTo>
                  <a:lnTo>
                    <a:pt x="418821" y="442501"/>
                  </a:lnTo>
                  <a:lnTo>
                    <a:pt x="421285" y="442163"/>
                  </a:lnTo>
                  <a:lnTo>
                    <a:pt x="423749" y="441966"/>
                  </a:lnTo>
                  <a:lnTo>
                    <a:pt x="426212" y="441917"/>
                  </a:lnTo>
                  <a:lnTo>
                    <a:pt x="428676" y="442015"/>
                  </a:lnTo>
                  <a:lnTo>
                    <a:pt x="431140" y="442238"/>
                  </a:lnTo>
                  <a:lnTo>
                    <a:pt x="433603" y="442580"/>
                  </a:lnTo>
                  <a:lnTo>
                    <a:pt x="436067" y="443028"/>
                  </a:lnTo>
                  <a:lnTo>
                    <a:pt x="438531" y="443575"/>
                  </a:lnTo>
                  <a:lnTo>
                    <a:pt x="440994" y="444208"/>
                  </a:lnTo>
                  <a:lnTo>
                    <a:pt x="443458" y="444916"/>
                  </a:lnTo>
                  <a:lnTo>
                    <a:pt x="445922" y="445693"/>
                  </a:lnTo>
                  <a:lnTo>
                    <a:pt x="448385" y="446515"/>
                  </a:lnTo>
                  <a:lnTo>
                    <a:pt x="450849" y="447366"/>
                  </a:lnTo>
                  <a:lnTo>
                    <a:pt x="453312" y="448234"/>
                  </a:lnTo>
                  <a:lnTo>
                    <a:pt x="455776" y="449104"/>
                  </a:lnTo>
                  <a:lnTo>
                    <a:pt x="458240" y="449962"/>
                  </a:lnTo>
                  <a:lnTo>
                    <a:pt x="460703" y="450796"/>
                  </a:lnTo>
                  <a:lnTo>
                    <a:pt x="463167" y="451589"/>
                  </a:lnTo>
                  <a:lnTo>
                    <a:pt x="465631" y="452323"/>
                  </a:lnTo>
                  <a:lnTo>
                    <a:pt x="468094" y="452994"/>
                  </a:lnTo>
                  <a:lnTo>
                    <a:pt x="470558" y="453592"/>
                  </a:lnTo>
                  <a:lnTo>
                    <a:pt x="473022" y="454113"/>
                  </a:lnTo>
                  <a:lnTo>
                    <a:pt x="475485" y="454552"/>
                  </a:lnTo>
                  <a:lnTo>
                    <a:pt x="477949" y="454907"/>
                  </a:lnTo>
                  <a:lnTo>
                    <a:pt x="480413" y="455178"/>
                  </a:lnTo>
                  <a:lnTo>
                    <a:pt x="482876" y="455358"/>
                  </a:lnTo>
                  <a:lnTo>
                    <a:pt x="485340" y="455462"/>
                  </a:lnTo>
                  <a:lnTo>
                    <a:pt x="487804" y="455498"/>
                  </a:lnTo>
                  <a:lnTo>
                    <a:pt x="490267" y="455474"/>
                  </a:lnTo>
                  <a:lnTo>
                    <a:pt x="492731" y="455396"/>
                  </a:lnTo>
                  <a:lnTo>
                    <a:pt x="495195" y="455271"/>
                  </a:lnTo>
                  <a:lnTo>
                    <a:pt x="497658" y="455102"/>
                  </a:lnTo>
                  <a:lnTo>
                    <a:pt x="500122" y="454891"/>
                  </a:lnTo>
                  <a:lnTo>
                    <a:pt x="502586" y="454629"/>
                  </a:lnTo>
                  <a:lnTo>
                    <a:pt x="505049" y="454314"/>
                  </a:lnTo>
                  <a:lnTo>
                    <a:pt x="507513" y="453933"/>
                  </a:lnTo>
                  <a:lnTo>
                    <a:pt x="509977" y="453467"/>
                  </a:lnTo>
                  <a:lnTo>
                    <a:pt x="512440" y="452893"/>
                  </a:lnTo>
                  <a:lnTo>
                    <a:pt x="514904" y="452182"/>
                  </a:lnTo>
                  <a:lnTo>
                    <a:pt x="517368" y="451303"/>
                  </a:lnTo>
                  <a:lnTo>
                    <a:pt x="519831" y="450182"/>
                  </a:lnTo>
                  <a:lnTo>
                    <a:pt x="522295" y="448779"/>
                  </a:lnTo>
                  <a:lnTo>
                    <a:pt x="524759" y="447058"/>
                  </a:lnTo>
                  <a:lnTo>
                    <a:pt x="527222" y="444969"/>
                  </a:lnTo>
                  <a:lnTo>
                    <a:pt x="529686" y="442459"/>
                  </a:lnTo>
                  <a:lnTo>
                    <a:pt x="532150" y="439475"/>
                  </a:lnTo>
                  <a:lnTo>
                    <a:pt x="534613" y="435963"/>
                  </a:lnTo>
                  <a:lnTo>
                    <a:pt x="537077" y="431848"/>
                  </a:lnTo>
                  <a:lnTo>
                    <a:pt x="539541" y="426986"/>
                  </a:lnTo>
                  <a:lnTo>
                    <a:pt x="542004" y="421412"/>
                  </a:lnTo>
                  <a:lnTo>
                    <a:pt x="544468" y="415075"/>
                  </a:lnTo>
                  <a:lnTo>
                    <a:pt x="546931" y="407928"/>
                  </a:lnTo>
                  <a:lnTo>
                    <a:pt x="549395" y="399925"/>
                  </a:lnTo>
                  <a:lnTo>
                    <a:pt x="551859" y="391025"/>
                  </a:lnTo>
                  <a:lnTo>
                    <a:pt x="554322" y="381190"/>
                  </a:lnTo>
                  <a:lnTo>
                    <a:pt x="556786" y="370274"/>
                  </a:lnTo>
                  <a:lnTo>
                    <a:pt x="559250" y="358298"/>
                  </a:lnTo>
                  <a:lnTo>
                    <a:pt x="561713" y="345317"/>
                  </a:lnTo>
                  <a:lnTo>
                    <a:pt x="564177" y="331335"/>
                  </a:lnTo>
                  <a:lnTo>
                    <a:pt x="566641" y="316367"/>
                  </a:lnTo>
                  <a:lnTo>
                    <a:pt x="569104" y="300444"/>
                  </a:lnTo>
                  <a:lnTo>
                    <a:pt x="571568" y="283613"/>
                  </a:lnTo>
                  <a:lnTo>
                    <a:pt x="574032" y="265924"/>
                  </a:lnTo>
                  <a:lnTo>
                    <a:pt x="576495" y="247383"/>
                  </a:lnTo>
                  <a:lnTo>
                    <a:pt x="578959" y="228244"/>
                  </a:lnTo>
                  <a:lnTo>
                    <a:pt x="581423" y="208645"/>
                  </a:lnTo>
                  <a:lnTo>
                    <a:pt x="583886" y="188743"/>
                  </a:lnTo>
                  <a:lnTo>
                    <a:pt x="586350" y="168714"/>
                  </a:lnTo>
                  <a:lnTo>
                    <a:pt x="588814" y="148748"/>
                  </a:lnTo>
                  <a:lnTo>
                    <a:pt x="591277" y="129050"/>
                  </a:lnTo>
                  <a:lnTo>
                    <a:pt x="593741" y="109920"/>
                  </a:lnTo>
                  <a:lnTo>
                    <a:pt x="596205" y="91643"/>
                  </a:lnTo>
                  <a:lnTo>
                    <a:pt x="598668" y="74409"/>
                  </a:lnTo>
                  <a:lnTo>
                    <a:pt x="601132" y="58446"/>
                  </a:lnTo>
                  <a:lnTo>
                    <a:pt x="603596" y="43972"/>
                  </a:lnTo>
                  <a:lnTo>
                    <a:pt x="606059" y="31192"/>
                  </a:lnTo>
                  <a:lnTo>
                    <a:pt x="608523" y="20299"/>
                  </a:lnTo>
                  <a:lnTo>
                    <a:pt x="610987" y="11478"/>
                  </a:lnTo>
                  <a:lnTo>
                    <a:pt x="613450" y="5275"/>
                  </a:lnTo>
                  <a:lnTo>
                    <a:pt x="615914" y="1427"/>
                  </a:lnTo>
                  <a:lnTo>
                    <a:pt x="618378" y="0"/>
                  </a:lnTo>
                  <a:lnTo>
                    <a:pt x="620841" y="1022"/>
                  </a:lnTo>
                  <a:lnTo>
                    <a:pt x="623305" y="4494"/>
                  </a:lnTo>
                  <a:lnTo>
                    <a:pt x="625769" y="10380"/>
                  </a:lnTo>
                  <a:lnTo>
                    <a:pt x="628232" y="18610"/>
                  </a:lnTo>
                  <a:lnTo>
                    <a:pt x="630696" y="29274"/>
                  </a:lnTo>
                  <a:lnTo>
                    <a:pt x="633159" y="42186"/>
                  </a:lnTo>
                  <a:lnTo>
                    <a:pt x="635623" y="56972"/>
                  </a:lnTo>
                  <a:lnTo>
                    <a:pt x="638087" y="73440"/>
                  </a:lnTo>
                  <a:lnTo>
                    <a:pt x="640550" y="91384"/>
                  </a:lnTo>
                  <a:lnTo>
                    <a:pt x="643014" y="110588"/>
                  </a:lnTo>
                  <a:lnTo>
                    <a:pt x="645478" y="130828"/>
                  </a:lnTo>
                  <a:lnTo>
                    <a:pt x="647941" y="151876"/>
                  </a:lnTo>
                  <a:lnTo>
                    <a:pt x="650405" y="173553"/>
                  </a:lnTo>
                  <a:lnTo>
                    <a:pt x="652869" y="195503"/>
                  </a:lnTo>
                  <a:lnTo>
                    <a:pt x="655332" y="217518"/>
                  </a:lnTo>
                  <a:lnTo>
                    <a:pt x="657796" y="239408"/>
                  </a:lnTo>
                  <a:lnTo>
                    <a:pt x="660260" y="260997"/>
                  </a:lnTo>
                  <a:lnTo>
                    <a:pt x="662723" y="282126"/>
                  </a:lnTo>
                  <a:lnTo>
                    <a:pt x="665187" y="302653"/>
                  </a:lnTo>
                  <a:lnTo>
                    <a:pt x="667651" y="322388"/>
                  </a:lnTo>
                  <a:lnTo>
                    <a:pt x="670114" y="341180"/>
                  </a:lnTo>
                  <a:lnTo>
                    <a:pt x="672578" y="359032"/>
                  </a:lnTo>
                  <a:lnTo>
                    <a:pt x="675042" y="375888"/>
                  </a:lnTo>
                  <a:lnTo>
                    <a:pt x="677505" y="391709"/>
                  </a:lnTo>
                  <a:lnTo>
                    <a:pt x="679969" y="406469"/>
                  </a:lnTo>
                  <a:lnTo>
                    <a:pt x="682433" y="420156"/>
                  </a:lnTo>
                  <a:lnTo>
                    <a:pt x="684896" y="432774"/>
                  </a:lnTo>
                  <a:lnTo>
                    <a:pt x="687360" y="444168"/>
                  </a:lnTo>
                  <a:lnTo>
                    <a:pt x="689824" y="454523"/>
                  </a:lnTo>
                  <a:lnTo>
                    <a:pt x="692287" y="463896"/>
                  </a:lnTo>
                  <a:lnTo>
                    <a:pt x="694751" y="472330"/>
                  </a:lnTo>
                  <a:lnTo>
                    <a:pt x="697215" y="479872"/>
                  </a:lnTo>
                  <a:lnTo>
                    <a:pt x="699678" y="486575"/>
                  </a:lnTo>
                  <a:lnTo>
                    <a:pt x="702142" y="492491"/>
                  </a:lnTo>
                  <a:lnTo>
                    <a:pt x="704606" y="497636"/>
                  </a:lnTo>
                  <a:lnTo>
                    <a:pt x="707069" y="502050"/>
                  </a:lnTo>
                  <a:lnTo>
                    <a:pt x="709533" y="505872"/>
                  </a:lnTo>
                  <a:lnTo>
                    <a:pt x="711997" y="509159"/>
                  </a:lnTo>
                  <a:lnTo>
                    <a:pt x="714460" y="511962"/>
                  </a:lnTo>
                  <a:lnTo>
                    <a:pt x="716924" y="514334"/>
                  </a:lnTo>
                  <a:lnTo>
                    <a:pt x="719388" y="516321"/>
                  </a:lnTo>
                  <a:lnTo>
                    <a:pt x="721851" y="517969"/>
                  </a:lnTo>
                  <a:lnTo>
                    <a:pt x="724315" y="519283"/>
                  </a:lnTo>
                  <a:lnTo>
                    <a:pt x="726778" y="520344"/>
                  </a:lnTo>
                  <a:lnTo>
                    <a:pt x="729242" y="521193"/>
                  </a:lnTo>
                  <a:lnTo>
                    <a:pt x="731706" y="521859"/>
                  </a:lnTo>
                  <a:lnTo>
                    <a:pt x="734169" y="522367"/>
                  </a:lnTo>
                  <a:lnTo>
                    <a:pt x="736633" y="522741"/>
                  </a:lnTo>
                  <a:lnTo>
                    <a:pt x="739097" y="523000"/>
                  </a:lnTo>
                  <a:lnTo>
                    <a:pt x="741560" y="523158"/>
                  </a:lnTo>
                  <a:lnTo>
                    <a:pt x="744024" y="523224"/>
                  </a:lnTo>
                  <a:lnTo>
                    <a:pt x="746488" y="523224"/>
                  </a:lnTo>
                  <a:lnTo>
                    <a:pt x="748951" y="523166"/>
                  </a:lnTo>
                  <a:lnTo>
                    <a:pt x="751415" y="523057"/>
                  </a:lnTo>
                  <a:lnTo>
                    <a:pt x="753879" y="522905"/>
                  </a:lnTo>
                  <a:lnTo>
                    <a:pt x="756342" y="522715"/>
                  </a:lnTo>
                  <a:lnTo>
                    <a:pt x="758806" y="522491"/>
                  </a:lnTo>
                  <a:lnTo>
                    <a:pt x="761270" y="522235"/>
                  </a:lnTo>
                  <a:lnTo>
                    <a:pt x="763733" y="521952"/>
                  </a:lnTo>
                  <a:lnTo>
                    <a:pt x="766197" y="521647"/>
                  </a:lnTo>
                  <a:lnTo>
                    <a:pt x="768661" y="521322"/>
                  </a:lnTo>
                  <a:lnTo>
                    <a:pt x="771124" y="520979"/>
                  </a:lnTo>
                  <a:lnTo>
                    <a:pt x="773588" y="520619"/>
                  </a:lnTo>
                  <a:lnTo>
                    <a:pt x="776052" y="520243"/>
                  </a:lnTo>
                  <a:lnTo>
                    <a:pt x="778515" y="519850"/>
                  </a:lnTo>
                  <a:lnTo>
                    <a:pt x="780979" y="519440"/>
                  </a:lnTo>
                  <a:lnTo>
                    <a:pt x="783443" y="519012"/>
                  </a:lnTo>
                  <a:lnTo>
                    <a:pt x="785906" y="518567"/>
                  </a:lnTo>
                  <a:lnTo>
                    <a:pt x="788370" y="518100"/>
                  </a:lnTo>
                  <a:lnTo>
                    <a:pt x="790834" y="517611"/>
                  </a:lnTo>
                  <a:lnTo>
                    <a:pt x="793297" y="517095"/>
                  </a:lnTo>
                  <a:lnTo>
                    <a:pt x="795761" y="516551"/>
                  </a:lnTo>
                  <a:lnTo>
                    <a:pt x="798225" y="515971"/>
                  </a:lnTo>
                  <a:lnTo>
                    <a:pt x="800688" y="515354"/>
                  </a:lnTo>
                  <a:lnTo>
                    <a:pt x="803152" y="514699"/>
                  </a:lnTo>
                  <a:lnTo>
                    <a:pt x="805616" y="514006"/>
                  </a:lnTo>
                  <a:lnTo>
                    <a:pt x="808079" y="513272"/>
                  </a:lnTo>
                  <a:lnTo>
                    <a:pt x="810543" y="512500"/>
                  </a:lnTo>
                  <a:lnTo>
                    <a:pt x="813006" y="511689"/>
                  </a:lnTo>
                  <a:lnTo>
                    <a:pt x="815470" y="510841"/>
                  </a:lnTo>
                  <a:lnTo>
                    <a:pt x="817934" y="509958"/>
                  </a:lnTo>
                  <a:lnTo>
                    <a:pt x="820397" y="509048"/>
                  </a:lnTo>
                  <a:lnTo>
                    <a:pt x="822861" y="508117"/>
                  </a:lnTo>
                  <a:lnTo>
                    <a:pt x="825325" y="507172"/>
                  </a:lnTo>
                  <a:lnTo>
                    <a:pt x="827788" y="506218"/>
                  </a:lnTo>
                  <a:lnTo>
                    <a:pt x="830252" y="505261"/>
                  </a:lnTo>
                  <a:lnTo>
                    <a:pt x="832716" y="504308"/>
                  </a:lnTo>
                  <a:lnTo>
                    <a:pt x="835179" y="503365"/>
                  </a:lnTo>
                  <a:lnTo>
                    <a:pt x="837643" y="502437"/>
                  </a:lnTo>
                  <a:lnTo>
                    <a:pt x="840107" y="501528"/>
                  </a:lnTo>
                  <a:lnTo>
                    <a:pt x="842570" y="500640"/>
                  </a:lnTo>
                  <a:lnTo>
                    <a:pt x="845034" y="499773"/>
                  </a:lnTo>
                  <a:lnTo>
                    <a:pt x="847498" y="498929"/>
                  </a:lnTo>
                  <a:lnTo>
                    <a:pt x="849961" y="498106"/>
                  </a:lnTo>
                  <a:lnTo>
                    <a:pt x="852425" y="497304"/>
                  </a:lnTo>
                  <a:lnTo>
                    <a:pt x="854889" y="496523"/>
                  </a:lnTo>
                  <a:lnTo>
                    <a:pt x="857352" y="495758"/>
                  </a:lnTo>
                  <a:lnTo>
                    <a:pt x="859816" y="495007"/>
                  </a:lnTo>
                  <a:lnTo>
                    <a:pt x="862280" y="494268"/>
                  </a:lnTo>
                  <a:lnTo>
                    <a:pt x="864743" y="493541"/>
                  </a:lnTo>
                  <a:lnTo>
                    <a:pt x="867207" y="492824"/>
                  </a:lnTo>
                  <a:lnTo>
                    <a:pt x="869671" y="492118"/>
                  </a:lnTo>
                  <a:lnTo>
                    <a:pt x="872134" y="491424"/>
                  </a:lnTo>
                  <a:lnTo>
                    <a:pt x="874598" y="490746"/>
                  </a:lnTo>
                  <a:lnTo>
                    <a:pt x="877062" y="490084"/>
                  </a:lnTo>
                  <a:lnTo>
                    <a:pt x="879525" y="489441"/>
                  </a:lnTo>
                  <a:lnTo>
                    <a:pt x="881989" y="488820"/>
                  </a:lnTo>
                  <a:lnTo>
                    <a:pt x="884453" y="488225"/>
                  </a:lnTo>
                  <a:lnTo>
                    <a:pt x="886916" y="487659"/>
                  </a:lnTo>
                  <a:lnTo>
                    <a:pt x="889380" y="487126"/>
                  </a:lnTo>
                  <a:lnTo>
                    <a:pt x="891844" y="486635"/>
                  </a:lnTo>
                  <a:lnTo>
                    <a:pt x="894307" y="486184"/>
                  </a:lnTo>
                  <a:lnTo>
                    <a:pt x="896771" y="485776"/>
                  </a:lnTo>
                  <a:lnTo>
                    <a:pt x="899235" y="485412"/>
                  </a:lnTo>
                  <a:lnTo>
                    <a:pt x="901698" y="485096"/>
                  </a:lnTo>
                  <a:lnTo>
                    <a:pt x="904162" y="484829"/>
                  </a:lnTo>
                  <a:lnTo>
                    <a:pt x="906625" y="484612"/>
                  </a:lnTo>
                  <a:lnTo>
                    <a:pt x="909089" y="484452"/>
                  </a:lnTo>
                  <a:lnTo>
                    <a:pt x="911553" y="484350"/>
                  </a:lnTo>
                  <a:lnTo>
                    <a:pt x="914016" y="484302"/>
                  </a:lnTo>
                  <a:lnTo>
                    <a:pt x="916480" y="484308"/>
                  </a:lnTo>
                  <a:lnTo>
                    <a:pt x="918944" y="484365"/>
                  </a:lnTo>
                  <a:lnTo>
                    <a:pt x="921407" y="484474"/>
                  </a:lnTo>
                  <a:lnTo>
                    <a:pt x="923871" y="484631"/>
                  </a:lnTo>
                  <a:lnTo>
                    <a:pt x="926335" y="484833"/>
                  </a:lnTo>
                  <a:lnTo>
                    <a:pt x="928798" y="485081"/>
                  </a:lnTo>
                  <a:lnTo>
                    <a:pt x="931262" y="485364"/>
                  </a:lnTo>
                  <a:lnTo>
                    <a:pt x="933726" y="485674"/>
                  </a:lnTo>
                  <a:lnTo>
                    <a:pt x="936189" y="486005"/>
                  </a:lnTo>
                  <a:lnTo>
                    <a:pt x="938653" y="486351"/>
                  </a:lnTo>
                  <a:lnTo>
                    <a:pt x="941117" y="486705"/>
                  </a:lnTo>
                  <a:lnTo>
                    <a:pt x="943580" y="487061"/>
                  </a:lnTo>
                  <a:lnTo>
                    <a:pt x="946044" y="487411"/>
                  </a:lnTo>
                  <a:lnTo>
                    <a:pt x="948508" y="487750"/>
                  </a:lnTo>
                  <a:lnTo>
                    <a:pt x="950971" y="488076"/>
                  </a:lnTo>
                  <a:lnTo>
                    <a:pt x="953435" y="488386"/>
                  </a:lnTo>
                  <a:lnTo>
                    <a:pt x="955899" y="488682"/>
                  </a:lnTo>
                  <a:lnTo>
                    <a:pt x="958362" y="488964"/>
                  </a:lnTo>
                  <a:lnTo>
                    <a:pt x="960826" y="489236"/>
                  </a:lnTo>
                  <a:lnTo>
                    <a:pt x="963290" y="489503"/>
                  </a:lnTo>
                  <a:lnTo>
                    <a:pt x="965753" y="489774"/>
                  </a:lnTo>
                  <a:lnTo>
                    <a:pt x="968217" y="490057"/>
                  </a:lnTo>
                  <a:lnTo>
                    <a:pt x="970681" y="490363"/>
                  </a:lnTo>
                  <a:lnTo>
                    <a:pt x="973144" y="490699"/>
                  </a:lnTo>
                  <a:lnTo>
                    <a:pt x="975608" y="491076"/>
                  </a:lnTo>
                  <a:lnTo>
                    <a:pt x="978072" y="491502"/>
                  </a:lnTo>
                  <a:lnTo>
                    <a:pt x="980535" y="491984"/>
                  </a:lnTo>
                  <a:lnTo>
                    <a:pt x="982999" y="492536"/>
                  </a:lnTo>
                  <a:lnTo>
                    <a:pt x="985463" y="493166"/>
                  </a:lnTo>
                  <a:lnTo>
                    <a:pt x="987926" y="493871"/>
                  </a:lnTo>
                  <a:lnTo>
                    <a:pt x="990390" y="494651"/>
                  </a:lnTo>
                  <a:lnTo>
                    <a:pt x="992853" y="495505"/>
                  </a:lnTo>
                  <a:lnTo>
                    <a:pt x="995317" y="496432"/>
                  </a:lnTo>
                  <a:lnTo>
                    <a:pt x="997781" y="497427"/>
                  </a:lnTo>
                  <a:lnTo>
                    <a:pt x="1000244" y="498484"/>
                  </a:lnTo>
                  <a:lnTo>
                    <a:pt x="1002708" y="499604"/>
                  </a:lnTo>
                  <a:lnTo>
                    <a:pt x="1005172" y="500771"/>
                  </a:lnTo>
                  <a:lnTo>
                    <a:pt x="1007635" y="501975"/>
                  </a:lnTo>
                  <a:lnTo>
                    <a:pt x="1010099" y="503205"/>
                  </a:lnTo>
                  <a:lnTo>
                    <a:pt x="1012563" y="504455"/>
                  </a:lnTo>
                  <a:lnTo>
                    <a:pt x="1015026" y="505714"/>
                  </a:lnTo>
                  <a:lnTo>
                    <a:pt x="1017490" y="506975"/>
                  </a:lnTo>
                  <a:lnTo>
                    <a:pt x="1019954" y="508229"/>
                  </a:lnTo>
                  <a:lnTo>
                    <a:pt x="1022417" y="509466"/>
                  </a:lnTo>
                  <a:lnTo>
                    <a:pt x="1024881" y="510680"/>
                  </a:lnTo>
                  <a:lnTo>
                    <a:pt x="1027345" y="511866"/>
                  </a:lnTo>
                  <a:lnTo>
                    <a:pt x="1029808" y="513019"/>
                  </a:lnTo>
                  <a:lnTo>
                    <a:pt x="1032272" y="514134"/>
                  </a:lnTo>
                  <a:lnTo>
                    <a:pt x="1034736" y="515208"/>
                  </a:lnTo>
                  <a:lnTo>
                    <a:pt x="1037199" y="516238"/>
                  </a:lnTo>
                  <a:lnTo>
                    <a:pt x="1039663" y="517214"/>
                  </a:lnTo>
                  <a:lnTo>
                    <a:pt x="1042127" y="518140"/>
                  </a:lnTo>
                  <a:lnTo>
                    <a:pt x="1044590" y="519017"/>
                  </a:lnTo>
                  <a:lnTo>
                    <a:pt x="1047054" y="519843"/>
                  </a:lnTo>
                  <a:lnTo>
                    <a:pt x="1049518" y="520620"/>
                  </a:lnTo>
                  <a:lnTo>
                    <a:pt x="1051981" y="521347"/>
                  </a:lnTo>
                  <a:lnTo>
                    <a:pt x="1054445" y="522027"/>
                  </a:lnTo>
                  <a:lnTo>
                    <a:pt x="1056909" y="522658"/>
                  </a:lnTo>
                  <a:lnTo>
                    <a:pt x="1059372" y="523238"/>
                  </a:lnTo>
                  <a:lnTo>
                    <a:pt x="1061836" y="523776"/>
                  </a:lnTo>
                  <a:lnTo>
                    <a:pt x="1064300" y="524274"/>
                  </a:lnTo>
                  <a:lnTo>
                    <a:pt x="1066763" y="524734"/>
                  </a:lnTo>
                  <a:lnTo>
                    <a:pt x="1069227" y="525158"/>
                  </a:lnTo>
                  <a:lnTo>
                    <a:pt x="1071691" y="525549"/>
                  </a:lnTo>
                  <a:lnTo>
                    <a:pt x="1074154" y="525908"/>
                  </a:lnTo>
                  <a:lnTo>
                    <a:pt x="1076618" y="526234"/>
                  </a:lnTo>
                  <a:lnTo>
                    <a:pt x="1079082" y="526532"/>
                  </a:lnTo>
                  <a:lnTo>
                    <a:pt x="1081545" y="526803"/>
                  </a:lnTo>
                  <a:lnTo>
                    <a:pt x="1084009" y="527051"/>
                  </a:lnTo>
                  <a:lnTo>
                    <a:pt x="1086472" y="527276"/>
                  </a:lnTo>
                  <a:lnTo>
                    <a:pt x="1088936" y="527479"/>
                  </a:lnTo>
                  <a:lnTo>
                    <a:pt x="1091400" y="527662"/>
                  </a:lnTo>
                  <a:lnTo>
                    <a:pt x="1093863" y="527826"/>
                  </a:lnTo>
                  <a:lnTo>
                    <a:pt x="1096327" y="527969"/>
                  </a:lnTo>
                  <a:lnTo>
                    <a:pt x="1098791" y="528096"/>
                  </a:lnTo>
                  <a:lnTo>
                    <a:pt x="1101254" y="528208"/>
                  </a:lnTo>
                  <a:lnTo>
                    <a:pt x="1103718" y="528305"/>
                  </a:lnTo>
                  <a:lnTo>
                    <a:pt x="1106182" y="528390"/>
                  </a:lnTo>
                  <a:lnTo>
                    <a:pt x="1108645" y="528462"/>
                  </a:lnTo>
                  <a:lnTo>
                    <a:pt x="1111109" y="528524"/>
                  </a:lnTo>
                  <a:lnTo>
                    <a:pt x="1113573" y="528576"/>
                  </a:lnTo>
                  <a:lnTo>
                    <a:pt x="1116036" y="528618"/>
                  </a:lnTo>
                  <a:lnTo>
                    <a:pt x="1118500" y="528654"/>
                  </a:lnTo>
                  <a:lnTo>
                    <a:pt x="1120964" y="528683"/>
                  </a:lnTo>
                  <a:lnTo>
                    <a:pt x="1123427" y="528706"/>
                  </a:lnTo>
                  <a:lnTo>
                    <a:pt x="1125891" y="528726"/>
                  </a:lnTo>
                  <a:lnTo>
                    <a:pt x="1128355" y="528741"/>
                  </a:lnTo>
                  <a:lnTo>
                    <a:pt x="1130818" y="528753"/>
                  </a:lnTo>
                  <a:lnTo>
                    <a:pt x="1133282" y="528762"/>
                  </a:lnTo>
                  <a:lnTo>
                    <a:pt x="1135746" y="528769"/>
                  </a:lnTo>
                  <a:lnTo>
                    <a:pt x="1138209" y="528774"/>
                  </a:lnTo>
                  <a:lnTo>
                    <a:pt x="1140673" y="528778"/>
                  </a:lnTo>
                  <a:lnTo>
                    <a:pt x="1143137" y="528781"/>
                  </a:lnTo>
                  <a:lnTo>
                    <a:pt x="1145600" y="528784"/>
                  </a:lnTo>
                  <a:lnTo>
                    <a:pt x="1148064" y="528785"/>
                  </a:lnTo>
                  <a:lnTo>
                    <a:pt x="1150528" y="528787"/>
                  </a:lnTo>
                  <a:lnTo>
                    <a:pt x="1152991" y="528788"/>
                  </a:lnTo>
                  <a:lnTo>
                    <a:pt x="1155455" y="528788"/>
                  </a:lnTo>
                  <a:lnTo>
                    <a:pt x="1157919" y="528789"/>
                  </a:lnTo>
                  <a:lnTo>
                    <a:pt x="1160382" y="528789"/>
                  </a:lnTo>
                  <a:lnTo>
                    <a:pt x="1162846" y="528789"/>
                  </a:lnTo>
                  <a:lnTo>
                    <a:pt x="1165310" y="528789"/>
                  </a:lnTo>
                  <a:lnTo>
                    <a:pt x="1167773" y="528789"/>
                  </a:lnTo>
                  <a:lnTo>
                    <a:pt x="1170237" y="528789"/>
                  </a:lnTo>
                  <a:lnTo>
                    <a:pt x="1172701" y="528789"/>
                  </a:lnTo>
                  <a:lnTo>
                    <a:pt x="1175164" y="528789"/>
                  </a:lnTo>
                  <a:lnTo>
                    <a:pt x="1177628" y="528789"/>
                  </a:lnTo>
                  <a:lnTo>
                    <a:pt x="1180091" y="528789"/>
                  </a:lnTo>
                  <a:lnTo>
                    <a:pt x="1182555" y="528789"/>
                  </a:lnTo>
                  <a:lnTo>
                    <a:pt x="1185019" y="528789"/>
                  </a:lnTo>
                  <a:lnTo>
                    <a:pt x="1187482" y="528789"/>
                  </a:lnTo>
                  <a:lnTo>
                    <a:pt x="1189946" y="528789"/>
                  </a:lnTo>
                  <a:lnTo>
                    <a:pt x="1192410" y="528789"/>
                  </a:lnTo>
                  <a:lnTo>
                    <a:pt x="1194873" y="528789"/>
                  </a:lnTo>
                  <a:lnTo>
                    <a:pt x="1197337" y="528789"/>
                  </a:lnTo>
                  <a:lnTo>
                    <a:pt x="1199801" y="528789"/>
                  </a:lnTo>
                  <a:lnTo>
                    <a:pt x="1202264" y="528789"/>
                  </a:lnTo>
                  <a:lnTo>
                    <a:pt x="1204728" y="528789"/>
                  </a:lnTo>
                  <a:lnTo>
                    <a:pt x="1207192" y="528789"/>
                  </a:lnTo>
                  <a:lnTo>
                    <a:pt x="1209655" y="528789"/>
                  </a:lnTo>
                  <a:lnTo>
                    <a:pt x="1212119" y="528789"/>
                  </a:lnTo>
                  <a:lnTo>
                    <a:pt x="1214583" y="528789"/>
                  </a:lnTo>
                  <a:lnTo>
                    <a:pt x="1217046" y="528789"/>
                  </a:lnTo>
                  <a:lnTo>
                    <a:pt x="1219510" y="528789"/>
                  </a:lnTo>
                  <a:lnTo>
                    <a:pt x="1221974" y="528789"/>
                  </a:lnTo>
                  <a:lnTo>
                    <a:pt x="1224437" y="528789"/>
                  </a:lnTo>
                  <a:lnTo>
                    <a:pt x="1226901" y="528789"/>
                  </a:lnTo>
                  <a:lnTo>
                    <a:pt x="1229365" y="528789"/>
                  </a:lnTo>
                  <a:lnTo>
                    <a:pt x="1231828" y="528789"/>
                  </a:lnTo>
                  <a:lnTo>
                    <a:pt x="1234292" y="528789"/>
                  </a:lnTo>
                  <a:lnTo>
                    <a:pt x="1236756" y="528789"/>
                  </a:lnTo>
                  <a:lnTo>
                    <a:pt x="1239219" y="528789"/>
                  </a:lnTo>
                  <a:lnTo>
                    <a:pt x="1241683" y="528789"/>
                  </a:lnTo>
                  <a:lnTo>
                    <a:pt x="1244147" y="528789"/>
                  </a:lnTo>
                  <a:lnTo>
                    <a:pt x="1246610" y="528789"/>
                  </a:lnTo>
                  <a:lnTo>
                    <a:pt x="1249074" y="528789"/>
                  </a:lnTo>
                  <a:lnTo>
                    <a:pt x="1251538" y="528789"/>
                  </a:lnTo>
                  <a:lnTo>
                    <a:pt x="1254001" y="528789"/>
                  </a:lnTo>
                  <a:lnTo>
                    <a:pt x="1256465" y="528789"/>
                  </a:lnTo>
                  <a:lnTo>
                    <a:pt x="1258929" y="528789"/>
                  </a:lnTo>
                  <a:lnTo>
                    <a:pt x="1256465" y="528789"/>
                  </a:lnTo>
                  <a:lnTo>
                    <a:pt x="1254001" y="528789"/>
                  </a:lnTo>
                  <a:lnTo>
                    <a:pt x="1251538" y="528789"/>
                  </a:lnTo>
                  <a:lnTo>
                    <a:pt x="1249074" y="528789"/>
                  </a:lnTo>
                  <a:lnTo>
                    <a:pt x="1246610" y="528789"/>
                  </a:lnTo>
                  <a:lnTo>
                    <a:pt x="1244147" y="528789"/>
                  </a:lnTo>
                  <a:lnTo>
                    <a:pt x="1241683" y="528789"/>
                  </a:lnTo>
                  <a:lnTo>
                    <a:pt x="1239219" y="528789"/>
                  </a:lnTo>
                  <a:lnTo>
                    <a:pt x="1236756" y="528789"/>
                  </a:lnTo>
                  <a:lnTo>
                    <a:pt x="1234292" y="528789"/>
                  </a:lnTo>
                  <a:lnTo>
                    <a:pt x="1231828" y="528789"/>
                  </a:lnTo>
                  <a:lnTo>
                    <a:pt x="1229365" y="528789"/>
                  </a:lnTo>
                  <a:lnTo>
                    <a:pt x="1226901" y="528789"/>
                  </a:lnTo>
                  <a:lnTo>
                    <a:pt x="1224437" y="528789"/>
                  </a:lnTo>
                  <a:lnTo>
                    <a:pt x="1221974" y="528789"/>
                  </a:lnTo>
                  <a:lnTo>
                    <a:pt x="1219510" y="528789"/>
                  </a:lnTo>
                  <a:lnTo>
                    <a:pt x="1217046" y="528789"/>
                  </a:lnTo>
                  <a:lnTo>
                    <a:pt x="1214583" y="528789"/>
                  </a:lnTo>
                  <a:lnTo>
                    <a:pt x="1212119" y="528789"/>
                  </a:lnTo>
                  <a:lnTo>
                    <a:pt x="1209655" y="528789"/>
                  </a:lnTo>
                  <a:lnTo>
                    <a:pt x="1207192" y="528789"/>
                  </a:lnTo>
                  <a:lnTo>
                    <a:pt x="1204728" y="528789"/>
                  </a:lnTo>
                  <a:lnTo>
                    <a:pt x="1202264" y="528789"/>
                  </a:lnTo>
                  <a:lnTo>
                    <a:pt x="1199801" y="528789"/>
                  </a:lnTo>
                  <a:lnTo>
                    <a:pt x="1197337" y="528789"/>
                  </a:lnTo>
                  <a:lnTo>
                    <a:pt x="1194873" y="528789"/>
                  </a:lnTo>
                  <a:lnTo>
                    <a:pt x="1192410" y="528789"/>
                  </a:lnTo>
                  <a:lnTo>
                    <a:pt x="1189946" y="528789"/>
                  </a:lnTo>
                  <a:lnTo>
                    <a:pt x="1187482" y="528789"/>
                  </a:lnTo>
                  <a:lnTo>
                    <a:pt x="1185019" y="528789"/>
                  </a:lnTo>
                  <a:lnTo>
                    <a:pt x="1182555" y="528789"/>
                  </a:lnTo>
                  <a:lnTo>
                    <a:pt x="1180091" y="528789"/>
                  </a:lnTo>
                  <a:lnTo>
                    <a:pt x="1177628" y="528789"/>
                  </a:lnTo>
                  <a:lnTo>
                    <a:pt x="1175164" y="528789"/>
                  </a:lnTo>
                  <a:lnTo>
                    <a:pt x="1172701" y="528789"/>
                  </a:lnTo>
                  <a:lnTo>
                    <a:pt x="1170237" y="528789"/>
                  </a:lnTo>
                  <a:lnTo>
                    <a:pt x="1167773" y="528789"/>
                  </a:lnTo>
                  <a:lnTo>
                    <a:pt x="1165310" y="528789"/>
                  </a:lnTo>
                  <a:lnTo>
                    <a:pt x="1162846" y="528789"/>
                  </a:lnTo>
                  <a:lnTo>
                    <a:pt x="1160382" y="528789"/>
                  </a:lnTo>
                  <a:lnTo>
                    <a:pt x="1157919" y="528789"/>
                  </a:lnTo>
                  <a:lnTo>
                    <a:pt x="1155455" y="528789"/>
                  </a:lnTo>
                  <a:lnTo>
                    <a:pt x="1152991" y="528789"/>
                  </a:lnTo>
                  <a:lnTo>
                    <a:pt x="1150528" y="528789"/>
                  </a:lnTo>
                  <a:lnTo>
                    <a:pt x="1148064" y="528789"/>
                  </a:lnTo>
                  <a:lnTo>
                    <a:pt x="1145600" y="528789"/>
                  </a:lnTo>
                  <a:lnTo>
                    <a:pt x="1143137" y="528789"/>
                  </a:lnTo>
                  <a:lnTo>
                    <a:pt x="1140673" y="528789"/>
                  </a:lnTo>
                  <a:lnTo>
                    <a:pt x="1138209" y="528789"/>
                  </a:lnTo>
                  <a:lnTo>
                    <a:pt x="1135746" y="528789"/>
                  </a:lnTo>
                  <a:lnTo>
                    <a:pt x="1133282" y="528789"/>
                  </a:lnTo>
                  <a:lnTo>
                    <a:pt x="1130818" y="528789"/>
                  </a:lnTo>
                  <a:lnTo>
                    <a:pt x="1128355" y="528789"/>
                  </a:lnTo>
                  <a:lnTo>
                    <a:pt x="1125891" y="528789"/>
                  </a:lnTo>
                  <a:lnTo>
                    <a:pt x="1123427" y="528789"/>
                  </a:lnTo>
                  <a:lnTo>
                    <a:pt x="1120964" y="528789"/>
                  </a:lnTo>
                  <a:lnTo>
                    <a:pt x="1118500" y="528789"/>
                  </a:lnTo>
                  <a:lnTo>
                    <a:pt x="1116036" y="528789"/>
                  </a:lnTo>
                  <a:lnTo>
                    <a:pt x="1113573" y="528789"/>
                  </a:lnTo>
                  <a:lnTo>
                    <a:pt x="1111109" y="528789"/>
                  </a:lnTo>
                  <a:lnTo>
                    <a:pt x="1108645" y="528789"/>
                  </a:lnTo>
                  <a:lnTo>
                    <a:pt x="1106182" y="528789"/>
                  </a:lnTo>
                  <a:lnTo>
                    <a:pt x="1103718" y="528789"/>
                  </a:lnTo>
                  <a:lnTo>
                    <a:pt x="1101254" y="528789"/>
                  </a:lnTo>
                  <a:lnTo>
                    <a:pt x="1098791" y="528789"/>
                  </a:lnTo>
                  <a:lnTo>
                    <a:pt x="1096327" y="528789"/>
                  </a:lnTo>
                  <a:lnTo>
                    <a:pt x="1093863" y="528789"/>
                  </a:lnTo>
                  <a:lnTo>
                    <a:pt x="1091400" y="528789"/>
                  </a:lnTo>
                  <a:lnTo>
                    <a:pt x="1088936" y="528789"/>
                  </a:lnTo>
                  <a:lnTo>
                    <a:pt x="1086472" y="528789"/>
                  </a:lnTo>
                  <a:lnTo>
                    <a:pt x="1084009" y="528789"/>
                  </a:lnTo>
                  <a:lnTo>
                    <a:pt x="1081545" y="528789"/>
                  </a:lnTo>
                  <a:lnTo>
                    <a:pt x="1079082" y="528789"/>
                  </a:lnTo>
                  <a:lnTo>
                    <a:pt x="1076618" y="528789"/>
                  </a:lnTo>
                  <a:lnTo>
                    <a:pt x="1074154" y="528789"/>
                  </a:lnTo>
                  <a:lnTo>
                    <a:pt x="1071691" y="528789"/>
                  </a:lnTo>
                  <a:lnTo>
                    <a:pt x="1069227" y="528789"/>
                  </a:lnTo>
                  <a:lnTo>
                    <a:pt x="1066763" y="528789"/>
                  </a:lnTo>
                  <a:lnTo>
                    <a:pt x="1064300" y="528789"/>
                  </a:lnTo>
                  <a:lnTo>
                    <a:pt x="1061836" y="528789"/>
                  </a:lnTo>
                  <a:lnTo>
                    <a:pt x="1059372" y="528789"/>
                  </a:lnTo>
                  <a:lnTo>
                    <a:pt x="1056909" y="528789"/>
                  </a:lnTo>
                  <a:lnTo>
                    <a:pt x="1054445" y="528789"/>
                  </a:lnTo>
                  <a:lnTo>
                    <a:pt x="1051981" y="528789"/>
                  </a:lnTo>
                  <a:lnTo>
                    <a:pt x="1049518" y="528789"/>
                  </a:lnTo>
                  <a:lnTo>
                    <a:pt x="1047054" y="528789"/>
                  </a:lnTo>
                  <a:lnTo>
                    <a:pt x="1044590" y="528789"/>
                  </a:lnTo>
                  <a:lnTo>
                    <a:pt x="1042127" y="528789"/>
                  </a:lnTo>
                  <a:lnTo>
                    <a:pt x="1039663" y="528789"/>
                  </a:lnTo>
                  <a:lnTo>
                    <a:pt x="1037199" y="528789"/>
                  </a:lnTo>
                  <a:lnTo>
                    <a:pt x="1034736" y="528789"/>
                  </a:lnTo>
                  <a:lnTo>
                    <a:pt x="1032272" y="528789"/>
                  </a:lnTo>
                  <a:lnTo>
                    <a:pt x="1029808" y="528789"/>
                  </a:lnTo>
                  <a:lnTo>
                    <a:pt x="1027345" y="528789"/>
                  </a:lnTo>
                  <a:lnTo>
                    <a:pt x="1024881" y="528789"/>
                  </a:lnTo>
                  <a:lnTo>
                    <a:pt x="1022417" y="528789"/>
                  </a:lnTo>
                  <a:lnTo>
                    <a:pt x="1019954" y="528789"/>
                  </a:lnTo>
                  <a:lnTo>
                    <a:pt x="1017490" y="528789"/>
                  </a:lnTo>
                  <a:lnTo>
                    <a:pt x="1015026" y="528789"/>
                  </a:lnTo>
                  <a:lnTo>
                    <a:pt x="1012563" y="528789"/>
                  </a:lnTo>
                  <a:lnTo>
                    <a:pt x="1010099" y="528789"/>
                  </a:lnTo>
                  <a:lnTo>
                    <a:pt x="1007635" y="528789"/>
                  </a:lnTo>
                  <a:lnTo>
                    <a:pt x="1005172" y="528789"/>
                  </a:lnTo>
                  <a:lnTo>
                    <a:pt x="1002708" y="528789"/>
                  </a:lnTo>
                  <a:lnTo>
                    <a:pt x="1000244" y="528789"/>
                  </a:lnTo>
                  <a:lnTo>
                    <a:pt x="997781" y="528789"/>
                  </a:lnTo>
                  <a:lnTo>
                    <a:pt x="995317" y="528789"/>
                  </a:lnTo>
                  <a:lnTo>
                    <a:pt x="992853" y="528789"/>
                  </a:lnTo>
                  <a:lnTo>
                    <a:pt x="990390" y="528789"/>
                  </a:lnTo>
                  <a:lnTo>
                    <a:pt x="987926" y="528789"/>
                  </a:lnTo>
                  <a:lnTo>
                    <a:pt x="985463" y="528789"/>
                  </a:lnTo>
                  <a:lnTo>
                    <a:pt x="982999" y="528789"/>
                  </a:lnTo>
                  <a:lnTo>
                    <a:pt x="980535" y="528789"/>
                  </a:lnTo>
                  <a:lnTo>
                    <a:pt x="978072" y="528789"/>
                  </a:lnTo>
                  <a:lnTo>
                    <a:pt x="975608" y="528789"/>
                  </a:lnTo>
                  <a:lnTo>
                    <a:pt x="973144" y="528789"/>
                  </a:lnTo>
                  <a:lnTo>
                    <a:pt x="970681" y="528789"/>
                  </a:lnTo>
                  <a:lnTo>
                    <a:pt x="968217" y="528789"/>
                  </a:lnTo>
                  <a:lnTo>
                    <a:pt x="965753" y="528789"/>
                  </a:lnTo>
                  <a:lnTo>
                    <a:pt x="963290" y="528789"/>
                  </a:lnTo>
                  <a:lnTo>
                    <a:pt x="960826" y="528789"/>
                  </a:lnTo>
                  <a:lnTo>
                    <a:pt x="958362" y="528789"/>
                  </a:lnTo>
                  <a:lnTo>
                    <a:pt x="955899" y="528789"/>
                  </a:lnTo>
                  <a:lnTo>
                    <a:pt x="953435" y="528789"/>
                  </a:lnTo>
                  <a:lnTo>
                    <a:pt x="950971" y="528789"/>
                  </a:lnTo>
                  <a:lnTo>
                    <a:pt x="948508" y="528789"/>
                  </a:lnTo>
                  <a:lnTo>
                    <a:pt x="946044" y="528789"/>
                  </a:lnTo>
                  <a:lnTo>
                    <a:pt x="943580" y="528789"/>
                  </a:lnTo>
                  <a:lnTo>
                    <a:pt x="941117" y="528789"/>
                  </a:lnTo>
                  <a:lnTo>
                    <a:pt x="938653" y="528789"/>
                  </a:lnTo>
                  <a:lnTo>
                    <a:pt x="936189" y="528789"/>
                  </a:lnTo>
                  <a:lnTo>
                    <a:pt x="933726" y="528789"/>
                  </a:lnTo>
                  <a:lnTo>
                    <a:pt x="931262" y="528789"/>
                  </a:lnTo>
                  <a:lnTo>
                    <a:pt x="928798" y="528789"/>
                  </a:lnTo>
                  <a:lnTo>
                    <a:pt x="926335" y="528789"/>
                  </a:lnTo>
                  <a:lnTo>
                    <a:pt x="923871" y="528789"/>
                  </a:lnTo>
                  <a:lnTo>
                    <a:pt x="921407" y="528789"/>
                  </a:lnTo>
                  <a:lnTo>
                    <a:pt x="918944" y="528789"/>
                  </a:lnTo>
                  <a:lnTo>
                    <a:pt x="916480" y="528789"/>
                  </a:lnTo>
                  <a:lnTo>
                    <a:pt x="914016" y="528789"/>
                  </a:lnTo>
                  <a:lnTo>
                    <a:pt x="911553" y="528789"/>
                  </a:lnTo>
                  <a:lnTo>
                    <a:pt x="909089" y="528789"/>
                  </a:lnTo>
                  <a:lnTo>
                    <a:pt x="906625" y="528789"/>
                  </a:lnTo>
                  <a:lnTo>
                    <a:pt x="904162" y="528789"/>
                  </a:lnTo>
                  <a:lnTo>
                    <a:pt x="901698" y="528789"/>
                  </a:lnTo>
                  <a:lnTo>
                    <a:pt x="899235" y="528789"/>
                  </a:lnTo>
                  <a:lnTo>
                    <a:pt x="896771" y="528789"/>
                  </a:lnTo>
                  <a:lnTo>
                    <a:pt x="894307" y="528789"/>
                  </a:lnTo>
                  <a:lnTo>
                    <a:pt x="891844" y="528789"/>
                  </a:lnTo>
                  <a:lnTo>
                    <a:pt x="889380" y="528789"/>
                  </a:lnTo>
                  <a:lnTo>
                    <a:pt x="886916" y="528789"/>
                  </a:lnTo>
                  <a:lnTo>
                    <a:pt x="884453" y="528789"/>
                  </a:lnTo>
                  <a:lnTo>
                    <a:pt x="881989" y="528789"/>
                  </a:lnTo>
                  <a:lnTo>
                    <a:pt x="879525" y="528789"/>
                  </a:lnTo>
                  <a:lnTo>
                    <a:pt x="877062" y="528789"/>
                  </a:lnTo>
                  <a:lnTo>
                    <a:pt x="874598" y="528789"/>
                  </a:lnTo>
                  <a:lnTo>
                    <a:pt x="872134" y="528789"/>
                  </a:lnTo>
                  <a:lnTo>
                    <a:pt x="869671" y="528789"/>
                  </a:lnTo>
                  <a:lnTo>
                    <a:pt x="867207" y="528789"/>
                  </a:lnTo>
                  <a:lnTo>
                    <a:pt x="864743" y="528789"/>
                  </a:lnTo>
                  <a:lnTo>
                    <a:pt x="862280" y="528789"/>
                  </a:lnTo>
                  <a:lnTo>
                    <a:pt x="859816" y="528789"/>
                  </a:lnTo>
                  <a:lnTo>
                    <a:pt x="857352" y="528789"/>
                  </a:lnTo>
                  <a:lnTo>
                    <a:pt x="854889" y="528789"/>
                  </a:lnTo>
                  <a:lnTo>
                    <a:pt x="852425" y="528789"/>
                  </a:lnTo>
                  <a:lnTo>
                    <a:pt x="849961" y="528789"/>
                  </a:lnTo>
                  <a:lnTo>
                    <a:pt x="847498" y="528789"/>
                  </a:lnTo>
                  <a:lnTo>
                    <a:pt x="845034" y="528789"/>
                  </a:lnTo>
                  <a:lnTo>
                    <a:pt x="842570" y="528789"/>
                  </a:lnTo>
                  <a:lnTo>
                    <a:pt x="840107" y="528789"/>
                  </a:lnTo>
                  <a:lnTo>
                    <a:pt x="837643" y="528789"/>
                  </a:lnTo>
                  <a:lnTo>
                    <a:pt x="835179" y="528789"/>
                  </a:lnTo>
                  <a:lnTo>
                    <a:pt x="832716" y="528789"/>
                  </a:lnTo>
                  <a:lnTo>
                    <a:pt x="830252" y="528789"/>
                  </a:lnTo>
                  <a:lnTo>
                    <a:pt x="827788" y="528789"/>
                  </a:lnTo>
                  <a:lnTo>
                    <a:pt x="825325" y="528789"/>
                  </a:lnTo>
                  <a:lnTo>
                    <a:pt x="822861" y="528789"/>
                  </a:lnTo>
                  <a:lnTo>
                    <a:pt x="820397" y="528789"/>
                  </a:lnTo>
                  <a:lnTo>
                    <a:pt x="817934" y="528789"/>
                  </a:lnTo>
                  <a:lnTo>
                    <a:pt x="815470" y="528789"/>
                  </a:lnTo>
                  <a:lnTo>
                    <a:pt x="813006" y="528789"/>
                  </a:lnTo>
                  <a:lnTo>
                    <a:pt x="810543" y="528789"/>
                  </a:lnTo>
                  <a:lnTo>
                    <a:pt x="808079" y="528789"/>
                  </a:lnTo>
                  <a:lnTo>
                    <a:pt x="805616" y="528789"/>
                  </a:lnTo>
                  <a:lnTo>
                    <a:pt x="803152" y="528789"/>
                  </a:lnTo>
                  <a:lnTo>
                    <a:pt x="800688" y="528789"/>
                  </a:lnTo>
                  <a:lnTo>
                    <a:pt x="798225" y="528789"/>
                  </a:lnTo>
                  <a:lnTo>
                    <a:pt x="795761" y="528789"/>
                  </a:lnTo>
                  <a:lnTo>
                    <a:pt x="793297" y="528789"/>
                  </a:lnTo>
                  <a:lnTo>
                    <a:pt x="790834" y="528789"/>
                  </a:lnTo>
                  <a:lnTo>
                    <a:pt x="788370" y="528789"/>
                  </a:lnTo>
                  <a:lnTo>
                    <a:pt x="785906" y="528789"/>
                  </a:lnTo>
                  <a:lnTo>
                    <a:pt x="783443" y="528789"/>
                  </a:lnTo>
                  <a:lnTo>
                    <a:pt x="780979" y="528789"/>
                  </a:lnTo>
                  <a:lnTo>
                    <a:pt x="778515" y="528789"/>
                  </a:lnTo>
                  <a:lnTo>
                    <a:pt x="776052" y="528789"/>
                  </a:lnTo>
                  <a:lnTo>
                    <a:pt x="773588" y="528789"/>
                  </a:lnTo>
                  <a:lnTo>
                    <a:pt x="771124" y="528789"/>
                  </a:lnTo>
                  <a:lnTo>
                    <a:pt x="768661" y="528789"/>
                  </a:lnTo>
                  <a:lnTo>
                    <a:pt x="766197" y="528789"/>
                  </a:lnTo>
                  <a:lnTo>
                    <a:pt x="763733" y="528789"/>
                  </a:lnTo>
                  <a:lnTo>
                    <a:pt x="761270" y="528789"/>
                  </a:lnTo>
                  <a:lnTo>
                    <a:pt x="758806" y="528789"/>
                  </a:lnTo>
                  <a:lnTo>
                    <a:pt x="756342" y="528789"/>
                  </a:lnTo>
                  <a:lnTo>
                    <a:pt x="753879" y="528789"/>
                  </a:lnTo>
                  <a:lnTo>
                    <a:pt x="751415" y="528789"/>
                  </a:lnTo>
                  <a:lnTo>
                    <a:pt x="748951" y="528789"/>
                  </a:lnTo>
                  <a:lnTo>
                    <a:pt x="746488" y="528789"/>
                  </a:lnTo>
                  <a:lnTo>
                    <a:pt x="744024" y="528789"/>
                  </a:lnTo>
                  <a:lnTo>
                    <a:pt x="741560" y="528789"/>
                  </a:lnTo>
                  <a:lnTo>
                    <a:pt x="739097" y="528789"/>
                  </a:lnTo>
                  <a:lnTo>
                    <a:pt x="736633" y="528789"/>
                  </a:lnTo>
                  <a:lnTo>
                    <a:pt x="734169" y="528789"/>
                  </a:lnTo>
                  <a:lnTo>
                    <a:pt x="731706" y="528789"/>
                  </a:lnTo>
                  <a:lnTo>
                    <a:pt x="729242" y="528789"/>
                  </a:lnTo>
                  <a:lnTo>
                    <a:pt x="726778" y="528789"/>
                  </a:lnTo>
                  <a:lnTo>
                    <a:pt x="724315" y="528789"/>
                  </a:lnTo>
                  <a:lnTo>
                    <a:pt x="721851" y="528789"/>
                  </a:lnTo>
                  <a:lnTo>
                    <a:pt x="719388" y="528789"/>
                  </a:lnTo>
                  <a:lnTo>
                    <a:pt x="716924" y="528789"/>
                  </a:lnTo>
                  <a:lnTo>
                    <a:pt x="714460" y="528789"/>
                  </a:lnTo>
                  <a:lnTo>
                    <a:pt x="711997" y="528789"/>
                  </a:lnTo>
                  <a:lnTo>
                    <a:pt x="709533" y="528789"/>
                  </a:lnTo>
                  <a:lnTo>
                    <a:pt x="707069" y="528789"/>
                  </a:lnTo>
                  <a:lnTo>
                    <a:pt x="704606" y="528789"/>
                  </a:lnTo>
                  <a:lnTo>
                    <a:pt x="702142" y="528789"/>
                  </a:lnTo>
                  <a:lnTo>
                    <a:pt x="699678" y="528789"/>
                  </a:lnTo>
                  <a:lnTo>
                    <a:pt x="697215" y="528789"/>
                  </a:lnTo>
                  <a:lnTo>
                    <a:pt x="694751" y="528789"/>
                  </a:lnTo>
                  <a:lnTo>
                    <a:pt x="692287" y="528789"/>
                  </a:lnTo>
                  <a:lnTo>
                    <a:pt x="689824" y="528789"/>
                  </a:lnTo>
                  <a:lnTo>
                    <a:pt x="687360" y="528789"/>
                  </a:lnTo>
                  <a:lnTo>
                    <a:pt x="684896" y="528789"/>
                  </a:lnTo>
                  <a:lnTo>
                    <a:pt x="682433" y="528789"/>
                  </a:lnTo>
                  <a:lnTo>
                    <a:pt x="679969" y="528789"/>
                  </a:lnTo>
                  <a:lnTo>
                    <a:pt x="677505" y="528789"/>
                  </a:lnTo>
                  <a:lnTo>
                    <a:pt x="675042" y="528789"/>
                  </a:lnTo>
                  <a:lnTo>
                    <a:pt x="672578" y="528789"/>
                  </a:lnTo>
                  <a:lnTo>
                    <a:pt x="670114" y="528789"/>
                  </a:lnTo>
                  <a:lnTo>
                    <a:pt x="667651" y="528789"/>
                  </a:lnTo>
                  <a:lnTo>
                    <a:pt x="665187" y="528789"/>
                  </a:lnTo>
                  <a:lnTo>
                    <a:pt x="662723" y="528789"/>
                  </a:lnTo>
                  <a:lnTo>
                    <a:pt x="660260" y="528789"/>
                  </a:lnTo>
                  <a:lnTo>
                    <a:pt x="657796" y="528789"/>
                  </a:lnTo>
                  <a:lnTo>
                    <a:pt x="655332" y="528789"/>
                  </a:lnTo>
                  <a:lnTo>
                    <a:pt x="652869" y="528789"/>
                  </a:lnTo>
                  <a:lnTo>
                    <a:pt x="650405" y="528789"/>
                  </a:lnTo>
                  <a:lnTo>
                    <a:pt x="647941" y="528789"/>
                  </a:lnTo>
                  <a:lnTo>
                    <a:pt x="645478" y="528789"/>
                  </a:lnTo>
                  <a:lnTo>
                    <a:pt x="643014" y="528789"/>
                  </a:lnTo>
                  <a:lnTo>
                    <a:pt x="640550" y="528789"/>
                  </a:lnTo>
                  <a:lnTo>
                    <a:pt x="638087" y="528789"/>
                  </a:lnTo>
                  <a:lnTo>
                    <a:pt x="635623" y="528789"/>
                  </a:lnTo>
                  <a:lnTo>
                    <a:pt x="633159" y="528789"/>
                  </a:lnTo>
                  <a:lnTo>
                    <a:pt x="630696" y="528789"/>
                  </a:lnTo>
                  <a:lnTo>
                    <a:pt x="628232" y="528789"/>
                  </a:lnTo>
                  <a:lnTo>
                    <a:pt x="625769" y="528789"/>
                  </a:lnTo>
                  <a:lnTo>
                    <a:pt x="623305" y="528789"/>
                  </a:lnTo>
                  <a:lnTo>
                    <a:pt x="620841" y="528789"/>
                  </a:lnTo>
                  <a:lnTo>
                    <a:pt x="618378" y="528789"/>
                  </a:lnTo>
                  <a:lnTo>
                    <a:pt x="615914" y="528789"/>
                  </a:lnTo>
                  <a:lnTo>
                    <a:pt x="613450" y="528789"/>
                  </a:lnTo>
                  <a:lnTo>
                    <a:pt x="610987" y="528789"/>
                  </a:lnTo>
                  <a:lnTo>
                    <a:pt x="608523" y="528789"/>
                  </a:lnTo>
                  <a:lnTo>
                    <a:pt x="606059" y="528789"/>
                  </a:lnTo>
                  <a:lnTo>
                    <a:pt x="603596" y="528789"/>
                  </a:lnTo>
                  <a:lnTo>
                    <a:pt x="601132" y="528789"/>
                  </a:lnTo>
                  <a:lnTo>
                    <a:pt x="598668" y="528789"/>
                  </a:lnTo>
                  <a:lnTo>
                    <a:pt x="596205" y="528789"/>
                  </a:lnTo>
                  <a:lnTo>
                    <a:pt x="593741" y="528789"/>
                  </a:lnTo>
                  <a:lnTo>
                    <a:pt x="591277" y="528789"/>
                  </a:lnTo>
                  <a:lnTo>
                    <a:pt x="588814" y="528789"/>
                  </a:lnTo>
                  <a:lnTo>
                    <a:pt x="586350" y="528789"/>
                  </a:lnTo>
                  <a:lnTo>
                    <a:pt x="583886" y="528789"/>
                  </a:lnTo>
                  <a:lnTo>
                    <a:pt x="581423" y="528789"/>
                  </a:lnTo>
                  <a:lnTo>
                    <a:pt x="578959" y="528789"/>
                  </a:lnTo>
                  <a:lnTo>
                    <a:pt x="576495" y="528789"/>
                  </a:lnTo>
                  <a:lnTo>
                    <a:pt x="574032" y="528789"/>
                  </a:lnTo>
                  <a:lnTo>
                    <a:pt x="571568" y="528789"/>
                  </a:lnTo>
                  <a:lnTo>
                    <a:pt x="569104" y="528789"/>
                  </a:lnTo>
                  <a:lnTo>
                    <a:pt x="566641" y="528789"/>
                  </a:lnTo>
                  <a:lnTo>
                    <a:pt x="564177" y="528789"/>
                  </a:lnTo>
                  <a:lnTo>
                    <a:pt x="561713" y="528789"/>
                  </a:lnTo>
                  <a:lnTo>
                    <a:pt x="559250" y="528789"/>
                  </a:lnTo>
                  <a:lnTo>
                    <a:pt x="556786" y="528789"/>
                  </a:lnTo>
                  <a:lnTo>
                    <a:pt x="554322" y="528789"/>
                  </a:lnTo>
                  <a:lnTo>
                    <a:pt x="551859" y="528789"/>
                  </a:lnTo>
                  <a:lnTo>
                    <a:pt x="549395" y="528789"/>
                  </a:lnTo>
                  <a:lnTo>
                    <a:pt x="546931" y="528789"/>
                  </a:lnTo>
                  <a:lnTo>
                    <a:pt x="544468" y="528789"/>
                  </a:lnTo>
                  <a:lnTo>
                    <a:pt x="542004" y="528789"/>
                  </a:lnTo>
                  <a:lnTo>
                    <a:pt x="539541" y="528789"/>
                  </a:lnTo>
                  <a:lnTo>
                    <a:pt x="537077" y="528789"/>
                  </a:lnTo>
                  <a:lnTo>
                    <a:pt x="534613" y="528789"/>
                  </a:lnTo>
                  <a:lnTo>
                    <a:pt x="532150" y="528789"/>
                  </a:lnTo>
                  <a:lnTo>
                    <a:pt x="529686" y="528789"/>
                  </a:lnTo>
                  <a:lnTo>
                    <a:pt x="527222" y="528789"/>
                  </a:lnTo>
                  <a:lnTo>
                    <a:pt x="524759" y="528789"/>
                  </a:lnTo>
                  <a:lnTo>
                    <a:pt x="522295" y="528789"/>
                  </a:lnTo>
                  <a:lnTo>
                    <a:pt x="519831" y="528789"/>
                  </a:lnTo>
                  <a:lnTo>
                    <a:pt x="517368" y="528789"/>
                  </a:lnTo>
                  <a:lnTo>
                    <a:pt x="514904" y="528789"/>
                  </a:lnTo>
                  <a:lnTo>
                    <a:pt x="512440" y="528789"/>
                  </a:lnTo>
                  <a:lnTo>
                    <a:pt x="509977" y="528789"/>
                  </a:lnTo>
                  <a:lnTo>
                    <a:pt x="507513" y="528789"/>
                  </a:lnTo>
                  <a:lnTo>
                    <a:pt x="505049" y="528789"/>
                  </a:lnTo>
                  <a:lnTo>
                    <a:pt x="502586" y="528789"/>
                  </a:lnTo>
                  <a:lnTo>
                    <a:pt x="500122" y="528789"/>
                  </a:lnTo>
                  <a:lnTo>
                    <a:pt x="497658" y="528789"/>
                  </a:lnTo>
                  <a:lnTo>
                    <a:pt x="495195" y="528789"/>
                  </a:lnTo>
                  <a:lnTo>
                    <a:pt x="492731" y="528789"/>
                  </a:lnTo>
                  <a:lnTo>
                    <a:pt x="490267" y="528789"/>
                  </a:lnTo>
                  <a:lnTo>
                    <a:pt x="487804" y="528789"/>
                  </a:lnTo>
                  <a:lnTo>
                    <a:pt x="485340" y="528789"/>
                  </a:lnTo>
                  <a:lnTo>
                    <a:pt x="482876" y="528789"/>
                  </a:lnTo>
                  <a:lnTo>
                    <a:pt x="480413" y="528789"/>
                  </a:lnTo>
                  <a:lnTo>
                    <a:pt x="477949" y="528789"/>
                  </a:lnTo>
                  <a:lnTo>
                    <a:pt x="475485" y="528789"/>
                  </a:lnTo>
                  <a:lnTo>
                    <a:pt x="473022" y="528789"/>
                  </a:lnTo>
                  <a:lnTo>
                    <a:pt x="470558" y="528789"/>
                  </a:lnTo>
                  <a:lnTo>
                    <a:pt x="468094" y="528789"/>
                  </a:lnTo>
                  <a:lnTo>
                    <a:pt x="465631" y="528789"/>
                  </a:lnTo>
                  <a:lnTo>
                    <a:pt x="463167" y="528789"/>
                  </a:lnTo>
                  <a:lnTo>
                    <a:pt x="460703" y="528789"/>
                  </a:lnTo>
                  <a:lnTo>
                    <a:pt x="458240" y="528789"/>
                  </a:lnTo>
                  <a:lnTo>
                    <a:pt x="455776" y="528789"/>
                  </a:lnTo>
                  <a:lnTo>
                    <a:pt x="453312" y="528789"/>
                  </a:lnTo>
                  <a:lnTo>
                    <a:pt x="450849" y="528789"/>
                  </a:lnTo>
                  <a:lnTo>
                    <a:pt x="448385" y="528789"/>
                  </a:lnTo>
                  <a:lnTo>
                    <a:pt x="445922" y="528789"/>
                  </a:lnTo>
                  <a:lnTo>
                    <a:pt x="443458" y="528789"/>
                  </a:lnTo>
                  <a:lnTo>
                    <a:pt x="440994" y="528789"/>
                  </a:lnTo>
                  <a:lnTo>
                    <a:pt x="438531" y="528789"/>
                  </a:lnTo>
                  <a:lnTo>
                    <a:pt x="436067" y="528789"/>
                  </a:lnTo>
                  <a:lnTo>
                    <a:pt x="433603" y="528789"/>
                  </a:lnTo>
                  <a:lnTo>
                    <a:pt x="431140" y="528789"/>
                  </a:lnTo>
                  <a:lnTo>
                    <a:pt x="428676" y="528789"/>
                  </a:lnTo>
                  <a:lnTo>
                    <a:pt x="426212" y="528789"/>
                  </a:lnTo>
                  <a:lnTo>
                    <a:pt x="423749" y="528789"/>
                  </a:lnTo>
                  <a:lnTo>
                    <a:pt x="421285" y="528789"/>
                  </a:lnTo>
                  <a:lnTo>
                    <a:pt x="418821" y="528789"/>
                  </a:lnTo>
                  <a:lnTo>
                    <a:pt x="416358" y="528789"/>
                  </a:lnTo>
                  <a:lnTo>
                    <a:pt x="413894" y="528789"/>
                  </a:lnTo>
                  <a:lnTo>
                    <a:pt x="411430" y="528789"/>
                  </a:lnTo>
                  <a:lnTo>
                    <a:pt x="408967" y="528789"/>
                  </a:lnTo>
                  <a:lnTo>
                    <a:pt x="406503" y="528789"/>
                  </a:lnTo>
                  <a:lnTo>
                    <a:pt x="404039" y="528789"/>
                  </a:lnTo>
                  <a:lnTo>
                    <a:pt x="401576" y="528789"/>
                  </a:lnTo>
                  <a:lnTo>
                    <a:pt x="399112" y="528789"/>
                  </a:lnTo>
                  <a:lnTo>
                    <a:pt x="396648" y="528789"/>
                  </a:lnTo>
                  <a:lnTo>
                    <a:pt x="394185" y="528789"/>
                  </a:lnTo>
                  <a:lnTo>
                    <a:pt x="391721" y="528789"/>
                  </a:lnTo>
                  <a:lnTo>
                    <a:pt x="389257" y="528789"/>
                  </a:lnTo>
                  <a:lnTo>
                    <a:pt x="386794" y="528789"/>
                  </a:lnTo>
                  <a:lnTo>
                    <a:pt x="384330" y="528789"/>
                  </a:lnTo>
                  <a:lnTo>
                    <a:pt x="381866" y="528789"/>
                  </a:lnTo>
                  <a:lnTo>
                    <a:pt x="379403" y="528789"/>
                  </a:lnTo>
                  <a:lnTo>
                    <a:pt x="376939" y="528789"/>
                  </a:lnTo>
                  <a:lnTo>
                    <a:pt x="374475" y="528789"/>
                  </a:lnTo>
                  <a:lnTo>
                    <a:pt x="372012" y="528789"/>
                  </a:lnTo>
                  <a:lnTo>
                    <a:pt x="369548" y="528789"/>
                  </a:lnTo>
                  <a:lnTo>
                    <a:pt x="367084" y="528789"/>
                  </a:lnTo>
                  <a:lnTo>
                    <a:pt x="364621" y="528789"/>
                  </a:lnTo>
                  <a:lnTo>
                    <a:pt x="362157" y="528789"/>
                  </a:lnTo>
                  <a:lnTo>
                    <a:pt x="359694" y="528789"/>
                  </a:lnTo>
                  <a:lnTo>
                    <a:pt x="357230" y="528789"/>
                  </a:lnTo>
                  <a:lnTo>
                    <a:pt x="354766" y="528789"/>
                  </a:lnTo>
                  <a:lnTo>
                    <a:pt x="352303" y="528789"/>
                  </a:lnTo>
                  <a:lnTo>
                    <a:pt x="349839" y="528789"/>
                  </a:lnTo>
                  <a:lnTo>
                    <a:pt x="347375" y="528789"/>
                  </a:lnTo>
                  <a:lnTo>
                    <a:pt x="344912" y="528789"/>
                  </a:lnTo>
                  <a:lnTo>
                    <a:pt x="342448" y="528789"/>
                  </a:lnTo>
                  <a:lnTo>
                    <a:pt x="339984" y="528789"/>
                  </a:lnTo>
                  <a:lnTo>
                    <a:pt x="337521" y="528789"/>
                  </a:lnTo>
                  <a:lnTo>
                    <a:pt x="335057" y="528789"/>
                  </a:lnTo>
                  <a:lnTo>
                    <a:pt x="332593" y="528789"/>
                  </a:lnTo>
                  <a:lnTo>
                    <a:pt x="330130" y="528789"/>
                  </a:lnTo>
                  <a:lnTo>
                    <a:pt x="327666" y="528789"/>
                  </a:lnTo>
                  <a:lnTo>
                    <a:pt x="325202" y="528789"/>
                  </a:lnTo>
                  <a:lnTo>
                    <a:pt x="322739" y="528789"/>
                  </a:lnTo>
                  <a:lnTo>
                    <a:pt x="320275" y="528789"/>
                  </a:lnTo>
                  <a:lnTo>
                    <a:pt x="317811" y="528789"/>
                  </a:lnTo>
                  <a:lnTo>
                    <a:pt x="315348" y="528789"/>
                  </a:lnTo>
                  <a:lnTo>
                    <a:pt x="312884" y="528789"/>
                  </a:lnTo>
                  <a:lnTo>
                    <a:pt x="310420" y="528789"/>
                  </a:lnTo>
                  <a:lnTo>
                    <a:pt x="307957" y="528789"/>
                  </a:lnTo>
                  <a:lnTo>
                    <a:pt x="305493" y="528789"/>
                  </a:lnTo>
                  <a:lnTo>
                    <a:pt x="303029" y="528789"/>
                  </a:lnTo>
                  <a:lnTo>
                    <a:pt x="300566" y="528789"/>
                  </a:lnTo>
                  <a:lnTo>
                    <a:pt x="298102" y="528789"/>
                  </a:lnTo>
                  <a:lnTo>
                    <a:pt x="295638" y="528789"/>
                  </a:lnTo>
                  <a:lnTo>
                    <a:pt x="293175" y="528789"/>
                  </a:lnTo>
                  <a:lnTo>
                    <a:pt x="290711" y="528789"/>
                  </a:lnTo>
                  <a:lnTo>
                    <a:pt x="288247" y="528789"/>
                  </a:lnTo>
                  <a:lnTo>
                    <a:pt x="285784" y="528789"/>
                  </a:lnTo>
                  <a:lnTo>
                    <a:pt x="283320" y="528789"/>
                  </a:lnTo>
                  <a:lnTo>
                    <a:pt x="280856" y="528789"/>
                  </a:lnTo>
                  <a:lnTo>
                    <a:pt x="278393" y="528789"/>
                  </a:lnTo>
                  <a:lnTo>
                    <a:pt x="275929" y="528789"/>
                  </a:lnTo>
                  <a:lnTo>
                    <a:pt x="273465" y="528789"/>
                  </a:lnTo>
                  <a:lnTo>
                    <a:pt x="271002" y="528789"/>
                  </a:lnTo>
                  <a:lnTo>
                    <a:pt x="268538" y="528789"/>
                  </a:lnTo>
                  <a:lnTo>
                    <a:pt x="266075" y="528789"/>
                  </a:lnTo>
                  <a:lnTo>
                    <a:pt x="263611" y="528789"/>
                  </a:lnTo>
                  <a:lnTo>
                    <a:pt x="261147" y="528789"/>
                  </a:lnTo>
                  <a:lnTo>
                    <a:pt x="258684" y="528789"/>
                  </a:lnTo>
                  <a:lnTo>
                    <a:pt x="256220" y="528789"/>
                  </a:lnTo>
                  <a:lnTo>
                    <a:pt x="253756" y="528789"/>
                  </a:lnTo>
                  <a:lnTo>
                    <a:pt x="251293" y="528789"/>
                  </a:lnTo>
                  <a:lnTo>
                    <a:pt x="248829" y="528789"/>
                  </a:lnTo>
                  <a:lnTo>
                    <a:pt x="246365" y="528789"/>
                  </a:lnTo>
                  <a:lnTo>
                    <a:pt x="243902" y="528789"/>
                  </a:lnTo>
                  <a:lnTo>
                    <a:pt x="241438" y="528789"/>
                  </a:lnTo>
                  <a:lnTo>
                    <a:pt x="238974" y="528789"/>
                  </a:lnTo>
                  <a:lnTo>
                    <a:pt x="236511" y="528789"/>
                  </a:lnTo>
                  <a:lnTo>
                    <a:pt x="234047" y="528789"/>
                  </a:lnTo>
                  <a:lnTo>
                    <a:pt x="231583" y="528789"/>
                  </a:lnTo>
                  <a:lnTo>
                    <a:pt x="229120" y="528789"/>
                  </a:lnTo>
                  <a:lnTo>
                    <a:pt x="226656" y="528789"/>
                  </a:lnTo>
                  <a:lnTo>
                    <a:pt x="224192" y="528789"/>
                  </a:lnTo>
                  <a:lnTo>
                    <a:pt x="221729" y="528789"/>
                  </a:lnTo>
                  <a:lnTo>
                    <a:pt x="219265" y="528789"/>
                  </a:lnTo>
                  <a:lnTo>
                    <a:pt x="216801" y="528789"/>
                  </a:lnTo>
                  <a:lnTo>
                    <a:pt x="214338" y="528789"/>
                  </a:lnTo>
                  <a:lnTo>
                    <a:pt x="211874" y="528789"/>
                  </a:lnTo>
                  <a:lnTo>
                    <a:pt x="209410" y="528789"/>
                  </a:lnTo>
                  <a:lnTo>
                    <a:pt x="206947" y="528789"/>
                  </a:lnTo>
                  <a:lnTo>
                    <a:pt x="204483" y="528789"/>
                  </a:lnTo>
                  <a:lnTo>
                    <a:pt x="202019" y="528789"/>
                  </a:lnTo>
                  <a:lnTo>
                    <a:pt x="199556" y="528789"/>
                  </a:lnTo>
                  <a:lnTo>
                    <a:pt x="197092" y="528789"/>
                  </a:lnTo>
                  <a:lnTo>
                    <a:pt x="194628" y="528789"/>
                  </a:lnTo>
                  <a:lnTo>
                    <a:pt x="192165" y="528789"/>
                  </a:lnTo>
                  <a:lnTo>
                    <a:pt x="189701" y="528789"/>
                  </a:lnTo>
                  <a:lnTo>
                    <a:pt x="187237" y="528789"/>
                  </a:lnTo>
                  <a:lnTo>
                    <a:pt x="184774" y="528789"/>
                  </a:lnTo>
                  <a:lnTo>
                    <a:pt x="182310" y="528789"/>
                  </a:lnTo>
                  <a:lnTo>
                    <a:pt x="179847" y="528789"/>
                  </a:lnTo>
                  <a:lnTo>
                    <a:pt x="177383" y="528789"/>
                  </a:lnTo>
                  <a:lnTo>
                    <a:pt x="174919" y="528789"/>
                  </a:lnTo>
                  <a:lnTo>
                    <a:pt x="172456" y="528789"/>
                  </a:lnTo>
                  <a:lnTo>
                    <a:pt x="169992" y="528789"/>
                  </a:lnTo>
                  <a:lnTo>
                    <a:pt x="167528" y="528789"/>
                  </a:lnTo>
                  <a:lnTo>
                    <a:pt x="165065" y="528789"/>
                  </a:lnTo>
                  <a:lnTo>
                    <a:pt x="162601" y="528789"/>
                  </a:lnTo>
                  <a:lnTo>
                    <a:pt x="160137" y="528789"/>
                  </a:lnTo>
                  <a:lnTo>
                    <a:pt x="157674" y="528789"/>
                  </a:lnTo>
                  <a:lnTo>
                    <a:pt x="155210" y="528789"/>
                  </a:lnTo>
                  <a:lnTo>
                    <a:pt x="152746" y="528789"/>
                  </a:lnTo>
                  <a:lnTo>
                    <a:pt x="150283" y="528789"/>
                  </a:lnTo>
                  <a:lnTo>
                    <a:pt x="147819" y="528789"/>
                  </a:lnTo>
                  <a:lnTo>
                    <a:pt x="145355" y="528789"/>
                  </a:lnTo>
                  <a:lnTo>
                    <a:pt x="142892" y="528789"/>
                  </a:lnTo>
                  <a:lnTo>
                    <a:pt x="140428" y="528789"/>
                  </a:lnTo>
                  <a:lnTo>
                    <a:pt x="137964" y="528789"/>
                  </a:lnTo>
                  <a:lnTo>
                    <a:pt x="135501" y="528789"/>
                  </a:lnTo>
                  <a:lnTo>
                    <a:pt x="133037" y="528789"/>
                  </a:lnTo>
                  <a:lnTo>
                    <a:pt x="130573" y="528789"/>
                  </a:lnTo>
                  <a:lnTo>
                    <a:pt x="128110" y="528789"/>
                  </a:lnTo>
                  <a:lnTo>
                    <a:pt x="125646" y="528789"/>
                  </a:lnTo>
                  <a:lnTo>
                    <a:pt x="123182" y="528789"/>
                  </a:lnTo>
                  <a:lnTo>
                    <a:pt x="120719" y="528789"/>
                  </a:lnTo>
                  <a:lnTo>
                    <a:pt x="118255" y="528789"/>
                  </a:lnTo>
                  <a:lnTo>
                    <a:pt x="115791" y="528789"/>
                  </a:lnTo>
                  <a:lnTo>
                    <a:pt x="113328" y="528789"/>
                  </a:lnTo>
                  <a:lnTo>
                    <a:pt x="110864" y="528789"/>
                  </a:lnTo>
                  <a:lnTo>
                    <a:pt x="108400" y="528789"/>
                  </a:lnTo>
                  <a:lnTo>
                    <a:pt x="105937" y="528789"/>
                  </a:lnTo>
                  <a:lnTo>
                    <a:pt x="103473" y="528789"/>
                  </a:lnTo>
                  <a:lnTo>
                    <a:pt x="101009" y="528789"/>
                  </a:lnTo>
                  <a:lnTo>
                    <a:pt x="98546" y="528789"/>
                  </a:lnTo>
                  <a:lnTo>
                    <a:pt x="96082" y="528789"/>
                  </a:lnTo>
                  <a:lnTo>
                    <a:pt x="93618" y="528789"/>
                  </a:lnTo>
                  <a:lnTo>
                    <a:pt x="91155" y="528789"/>
                  </a:lnTo>
                  <a:lnTo>
                    <a:pt x="88691" y="528789"/>
                  </a:lnTo>
                  <a:lnTo>
                    <a:pt x="86228" y="528789"/>
                  </a:lnTo>
                  <a:lnTo>
                    <a:pt x="83764" y="528789"/>
                  </a:lnTo>
                  <a:lnTo>
                    <a:pt x="81300" y="528789"/>
                  </a:lnTo>
                  <a:lnTo>
                    <a:pt x="78837" y="528789"/>
                  </a:lnTo>
                  <a:lnTo>
                    <a:pt x="76373" y="528789"/>
                  </a:lnTo>
                  <a:lnTo>
                    <a:pt x="73909" y="528789"/>
                  </a:lnTo>
                  <a:lnTo>
                    <a:pt x="71446" y="528789"/>
                  </a:lnTo>
                  <a:lnTo>
                    <a:pt x="68982" y="528789"/>
                  </a:lnTo>
                  <a:lnTo>
                    <a:pt x="66518" y="528789"/>
                  </a:lnTo>
                  <a:lnTo>
                    <a:pt x="64055" y="528789"/>
                  </a:lnTo>
                  <a:lnTo>
                    <a:pt x="61591" y="528789"/>
                  </a:lnTo>
                  <a:lnTo>
                    <a:pt x="59127" y="528789"/>
                  </a:lnTo>
                  <a:lnTo>
                    <a:pt x="56664" y="528789"/>
                  </a:lnTo>
                  <a:lnTo>
                    <a:pt x="54200" y="528789"/>
                  </a:lnTo>
                  <a:lnTo>
                    <a:pt x="51736" y="528789"/>
                  </a:lnTo>
                  <a:lnTo>
                    <a:pt x="49273" y="528789"/>
                  </a:lnTo>
                  <a:lnTo>
                    <a:pt x="46809" y="528789"/>
                  </a:lnTo>
                  <a:lnTo>
                    <a:pt x="44345" y="528789"/>
                  </a:lnTo>
                  <a:lnTo>
                    <a:pt x="41882" y="528789"/>
                  </a:lnTo>
                  <a:lnTo>
                    <a:pt x="39418" y="528789"/>
                  </a:lnTo>
                  <a:lnTo>
                    <a:pt x="36954" y="528789"/>
                  </a:lnTo>
                  <a:lnTo>
                    <a:pt x="34491" y="528789"/>
                  </a:lnTo>
                  <a:lnTo>
                    <a:pt x="32027" y="528789"/>
                  </a:lnTo>
                  <a:lnTo>
                    <a:pt x="29563" y="528789"/>
                  </a:lnTo>
                  <a:lnTo>
                    <a:pt x="27100" y="528789"/>
                  </a:lnTo>
                  <a:lnTo>
                    <a:pt x="24636" y="528789"/>
                  </a:lnTo>
                  <a:lnTo>
                    <a:pt x="22172" y="528789"/>
                  </a:lnTo>
                  <a:lnTo>
                    <a:pt x="19709" y="528789"/>
                  </a:lnTo>
                  <a:lnTo>
                    <a:pt x="17245" y="528789"/>
                  </a:lnTo>
                  <a:lnTo>
                    <a:pt x="14781" y="528789"/>
                  </a:lnTo>
                  <a:lnTo>
                    <a:pt x="12318" y="528789"/>
                  </a:lnTo>
                  <a:lnTo>
                    <a:pt x="9854" y="528789"/>
                  </a:lnTo>
                  <a:lnTo>
                    <a:pt x="7390" y="528789"/>
                  </a:lnTo>
                  <a:lnTo>
                    <a:pt x="4927" y="528789"/>
                  </a:lnTo>
                  <a:lnTo>
                    <a:pt x="2463" y="52878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5481616" y="5625108"/>
              <a:ext cx="1258929" cy="528789"/>
            </a:xfrm>
            <a:custGeom>
              <a:avLst/>
              <a:pathLst>
                <a:path w="1258929" h="528789">
                  <a:moveTo>
                    <a:pt x="0" y="528789"/>
                  </a:moveTo>
                  <a:lnTo>
                    <a:pt x="2463" y="528789"/>
                  </a:lnTo>
                  <a:lnTo>
                    <a:pt x="4927" y="528789"/>
                  </a:lnTo>
                  <a:lnTo>
                    <a:pt x="7390" y="528789"/>
                  </a:lnTo>
                  <a:lnTo>
                    <a:pt x="9854" y="528789"/>
                  </a:lnTo>
                  <a:lnTo>
                    <a:pt x="12318" y="528789"/>
                  </a:lnTo>
                  <a:lnTo>
                    <a:pt x="14781" y="528789"/>
                  </a:lnTo>
                  <a:lnTo>
                    <a:pt x="17245" y="528789"/>
                  </a:lnTo>
                  <a:lnTo>
                    <a:pt x="19709" y="528789"/>
                  </a:lnTo>
                  <a:lnTo>
                    <a:pt x="22172" y="528789"/>
                  </a:lnTo>
                  <a:lnTo>
                    <a:pt x="24636" y="528789"/>
                  </a:lnTo>
                  <a:lnTo>
                    <a:pt x="27100" y="528789"/>
                  </a:lnTo>
                  <a:lnTo>
                    <a:pt x="29563" y="528789"/>
                  </a:lnTo>
                  <a:lnTo>
                    <a:pt x="32027" y="528789"/>
                  </a:lnTo>
                  <a:lnTo>
                    <a:pt x="34491" y="528789"/>
                  </a:lnTo>
                  <a:lnTo>
                    <a:pt x="36954" y="528789"/>
                  </a:lnTo>
                  <a:lnTo>
                    <a:pt x="39418" y="528789"/>
                  </a:lnTo>
                  <a:lnTo>
                    <a:pt x="41882" y="528789"/>
                  </a:lnTo>
                  <a:lnTo>
                    <a:pt x="44345" y="528789"/>
                  </a:lnTo>
                  <a:lnTo>
                    <a:pt x="46809" y="528789"/>
                  </a:lnTo>
                  <a:lnTo>
                    <a:pt x="49273" y="528789"/>
                  </a:lnTo>
                  <a:lnTo>
                    <a:pt x="51736" y="528789"/>
                  </a:lnTo>
                  <a:lnTo>
                    <a:pt x="54200" y="528789"/>
                  </a:lnTo>
                  <a:lnTo>
                    <a:pt x="56664" y="528789"/>
                  </a:lnTo>
                  <a:lnTo>
                    <a:pt x="59127" y="528789"/>
                  </a:lnTo>
                  <a:lnTo>
                    <a:pt x="61591" y="528789"/>
                  </a:lnTo>
                  <a:lnTo>
                    <a:pt x="64055" y="528789"/>
                  </a:lnTo>
                  <a:lnTo>
                    <a:pt x="66518" y="528789"/>
                  </a:lnTo>
                  <a:lnTo>
                    <a:pt x="68982" y="528789"/>
                  </a:lnTo>
                  <a:lnTo>
                    <a:pt x="71446" y="528789"/>
                  </a:lnTo>
                  <a:lnTo>
                    <a:pt x="73909" y="528789"/>
                  </a:lnTo>
                  <a:lnTo>
                    <a:pt x="76373" y="528789"/>
                  </a:lnTo>
                  <a:lnTo>
                    <a:pt x="78837" y="528789"/>
                  </a:lnTo>
                  <a:lnTo>
                    <a:pt x="81300" y="528789"/>
                  </a:lnTo>
                  <a:lnTo>
                    <a:pt x="83764" y="528789"/>
                  </a:lnTo>
                  <a:lnTo>
                    <a:pt x="86228" y="528789"/>
                  </a:lnTo>
                  <a:lnTo>
                    <a:pt x="88691" y="528789"/>
                  </a:lnTo>
                  <a:lnTo>
                    <a:pt x="91155" y="528789"/>
                  </a:lnTo>
                  <a:lnTo>
                    <a:pt x="93618" y="528789"/>
                  </a:lnTo>
                  <a:lnTo>
                    <a:pt x="96082" y="528789"/>
                  </a:lnTo>
                  <a:lnTo>
                    <a:pt x="98546" y="528789"/>
                  </a:lnTo>
                  <a:lnTo>
                    <a:pt x="101009" y="528789"/>
                  </a:lnTo>
                  <a:lnTo>
                    <a:pt x="103473" y="528789"/>
                  </a:lnTo>
                  <a:lnTo>
                    <a:pt x="105937" y="528789"/>
                  </a:lnTo>
                  <a:lnTo>
                    <a:pt x="108400" y="528789"/>
                  </a:lnTo>
                  <a:lnTo>
                    <a:pt x="110864" y="528789"/>
                  </a:lnTo>
                  <a:lnTo>
                    <a:pt x="113328" y="528789"/>
                  </a:lnTo>
                  <a:lnTo>
                    <a:pt x="115791" y="528789"/>
                  </a:lnTo>
                  <a:lnTo>
                    <a:pt x="118255" y="528789"/>
                  </a:lnTo>
                  <a:lnTo>
                    <a:pt x="120719" y="528789"/>
                  </a:lnTo>
                  <a:lnTo>
                    <a:pt x="123182" y="528789"/>
                  </a:lnTo>
                  <a:lnTo>
                    <a:pt x="125646" y="528789"/>
                  </a:lnTo>
                  <a:lnTo>
                    <a:pt x="128110" y="528789"/>
                  </a:lnTo>
                  <a:lnTo>
                    <a:pt x="130573" y="528789"/>
                  </a:lnTo>
                  <a:lnTo>
                    <a:pt x="133037" y="528789"/>
                  </a:lnTo>
                  <a:lnTo>
                    <a:pt x="135501" y="528789"/>
                  </a:lnTo>
                  <a:lnTo>
                    <a:pt x="137964" y="528789"/>
                  </a:lnTo>
                  <a:lnTo>
                    <a:pt x="140428" y="528789"/>
                  </a:lnTo>
                  <a:lnTo>
                    <a:pt x="142892" y="528789"/>
                  </a:lnTo>
                  <a:lnTo>
                    <a:pt x="145355" y="528789"/>
                  </a:lnTo>
                  <a:lnTo>
                    <a:pt x="147819" y="528789"/>
                  </a:lnTo>
                  <a:lnTo>
                    <a:pt x="150283" y="528789"/>
                  </a:lnTo>
                  <a:lnTo>
                    <a:pt x="152746" y="528789"/>
                  </a:lnTo>
                  <a:lnTo>
                    <a:pt x="155210" y="528789"/>
                  </a:lnTo>
                  <a:lnTo>
                    <a:pt x="157674" y="528789"/>
                  </a:lnTo>
                  <a:lnTo>
                    <a:pt x="160137" y="528789"/>
                  </a:lnTo>
                  <a:lnTo>
                    <a:pt x="162601" y="528789"/>
                  </a:lnTo>
                  <a:lnTo>
                    <a:pt x="165065" y="528789"/>
                  </a:lnTo>
                  <a:lnTo>
                    <a:pt x="167528" y="528789"/>
                  </a:lnTo>
                  <a:lnTo>
                    <a:pt x="169992" y="528789"/>
                  </a:lnTo>
                  <a:lnTo>
                    <a:pt x="172456" y="528789"/>
                  </a:lnTo>
                  <a:lnTo>
                    <a:pt x="174919" y="528789"/>
                  </a:lnTo>
                  <a:lnTo>
                    <a:pt x="177383" y="528789"/>
                  </a:lnTo>
                  <a:lnTo>
                    <a:pt x="179847" y="528789"/>
                  </a:lnTo>
                  <a:lnTo>
                    <a:pt x="182310" y="528789"/>
                  </a:lnTo>
                  <a:lnTo>
                    <a:pt x="184774" y="528789"/>
                  </a:lnTo>
                  <a:lnTo>
                    <a:pt x="187237" y="528789"/>
                  </a:lnTo>
                  <a:lnTo>
                    <a:pt x="189701" y="528789"/>
                  </a:lnTo>
                  <a:lnTo>
                    <a:pt x="192165" y="528789"/>
                  </a:lnTo>
                  <a:lnTo>
                    <a:pt x="194628" y="528789"/>
                  </a:lnTo>
                  <a:lnTo>
                    <a:pt x="197092" y="528789"/>
                  </a:lnTo>
                  <a:lnTo>
                    <a:pt x="199556" y="528789"/>
                  </a:lnTo>
                  <a:lnTo>
                    <a:pt x="202019" y="528789"/>
                  </a:lnTo>
                  <a:lnTo>
                    <a:pt x="204483" y="528789"/>
                  </a:lnTo>
                  <a:lnTo>
                    <a:pt x="206947" y="528789"/>
                  </a:lnTo>
                  <a:lnTo>
                    <a:pt x="209410" y="528789"/>
                  </a:lnTo>
                  <a:lnTo>
                    <a:pt x="211874" y="528789"/>
                  </a:lnTo>
                  <a:lnTo>
                    <a:pt x="214338" y="528789"/>
                  </a:lnTo>
                  <a:lnTo>
                    <a:pt x="216801" y="528789"/>
                  </a:lnTo>
                  <a:lnTo>
                    <a:pt x="219265" y="528789"/>
                  </a:lnTo>
                  <a:lnTo>
                    <a:pt x="221729" y="528789"/>
                  </a:lnTo>
                  <a:lnTo>
                    <a:pt x="224192" y="528789"/>
                  </a:lnTo>
                  <a:lnTo>
                    <a:pt x="226656" y="528789"/>
                  </a:lnTo>
                  <a:lnTo>
                    <a:pt x="229120" y="528789"/>
                  </a:lnTo>
                  <a:lnTo>
                    <a:pt x="231583" y="528789"/>
                  </a:lnTo>
                  <a:lnTo>
                    <a:pt x="234047" y="528789"/>
                  </a:lnTo>
                  <a:lnTo>
                    <a:pt x="236511" y="528789"/>
                  </a:lnTo>
                  <a:lnTo>
                    <a:pt x="238974" y="528789"/>
                  </a:lnTo>
                  <a:lnTo>
                    <a:pt x="241438" y="528789"/>
                  </a:lnTo>
                  <a:lnTo>
                    <a:pt x="243902" y="528789"/>
                  </a:lnTo>
                  <a:lnTo>
                    <a:pt x="246365" y="528789"/>
                  </a:lnTo>
                  <a:lnTo>
                    <a:pt x="248829" y="528789"/>
                  </a:lnTo>
                  <a:lnTo>
                    <a:pt x="251293" y="528788"/>
                  </a:lnTo>
                  <a:lnTo>
                    <a:pt x="253756" y="528788"/>
                  </a:lnTo>
                  <a:lnTo>
                    <a:pt x="256220" y="528787"/>
                  </a:lnTo>
                  <a:lnTo>
                    <a:pt x="258684" y="528785"/>
                  </a:lnTo>
                  <a:lnTo>
                    <a:pt x="261147" y="528783"/>
                  </a:lnTo>
                  <a:lnTo>
                    <a:pt x="263611" y="528780"/>
                  </a:lnTo>
                  <a:lnTo>
                    <a:pt x="266075" y="528775"/>
                  </a:lnTo>
                  <a:lnTo>
                    <a:pt x="268538" y="528768"/>
                  </a:lnTo>
                  <a:lnTo>
                    <a:pt x="271002" y="528757"/>
                  </a:lnTo>
                  <a:lnTo>
                    <a:pt x="273465" y="528743"/>
                  </a:lnTo>
                  <a:lnTo>
                    <a:pt x="275929" y="528723"/>
                  </a:lnTo>
                  <a:lnTo>
                    <a:pt x="278393" y="528695"/>
                  </a:lnTo>
                  <a:lnTo>
                    <a:pt x="280856" y="528655"/>
                  </a:lnTo>
                  <a:lnTo>
                    <a:pt x="283320" y="528601"/>
                  </a:lnTo>
                  <a:lnTo>
                    <a:pt x="285784" y="528529"/>
                  </a:lnTo>
                  <a:lnTo>
                    <a:pt x="288247" y="528433"/>
                  </a:lnTo>
                  <a:lnTo>
                    <a:pt x="290711" y="528307"/>
                  </a:lnTo>
                  <a:lnTo>
                    <a:pt x="293175" y="528146"/>
                  </a:lnTo>
                  <a:lnTo>
                    <a:pt x="295638" y="527938"/>
                  </a:lnTo>
                  <a:lnTo>
                    <a:pt x="298102" y="527665"/>
                  </a:lnTo>
                  <a:lnTo>
                    <a:pt x="300566" y="527321"/>
                  </a:lnTo>
                  <a:lnTo>
                    <a:pt x="303029" y="526895"/>
                  </a:lnTo>
                  <a:lnTo>
                    <a:pt x="305493" y="526373"/>
                  </a:lnTo>
                  <a:lnTo>
                    <a:pt x="307957" y="525740"/>
                  </a:lnTo>
                  <a:lnTo>
                    <a:pt x="310420" y="524983"/>
                  </a:lnTo>
                  <a:lnTo>
                    <a:pt x="312884" y="524086"/>
                  </a:lnTo>
                  <a:lnTo>
                    <a:pt x="315348" y="523017"/>
                  </a:lnTo>
                  <a:lnTo>
                    <a:pt x="317811" y="521764"/>
                  </a:lnTo>
                  <a:lnTo>
                    <a:pt x="320275" y="520329"/>
                  </a:lnTo>
                  <a:lnTo>
                    <a:pt x="322739" y="518705"/>
                  </a:lnTo>
                  <a:lnTo>
                    <a:pt x="325202" y="516888"/>
                  </a:lnTo>
                  <a:lnTo>
                    <a:pt x="327666" y="514877"/>
                  </a:lnTo>
                  <a:lnTo>
                    <a:pt x="330130" y="512675"/>
                  </a:lnTo>
                  <a:lnTo>
                    <a:pt x="332593" y="510290"/>
                  </a:lnTo>
                  <a:lnTo>
                    <a:pt x="335057" y="507712"/>
                  </a:lnTo>
                  <a:lnTo>
                    <a:pt x="337521" y="504992"/>
                  </a:lnTo>
                  <a:lnTo>
                    <a:pt x="339984" y="502154"/>
                  </a:lnTo>
                  <a:lnTo>
                    <a:pt x="342448" y="499227"/>
                  </a:lnTo>
                  <a:lnTo>
                    <a:pt x="344912" y="496239"/>
                  </a:lnTo>
                  <a:lnTo>
                    <a:pt x="347375" y="493221"/>
                  </a:lnTo>
                  <a:lnTo>
                    <a:pt x="349839" y="490203"/>
                  </a:lnTo>
                  <a:lnTo>
                    <a:pt x="352303" y="487224"/>
                  </a:lnTo>
                  <a:lnTo>
                    <a:pt x="354766" y="484319"/>
                  </a:lnTo>
                  <a:lnTo>
                    <a:pt x="357230" y="481506"/>
                  </a:lnTo>
                  <a:lnTo>
                    <a:pt x="359694" y="478804"/>
                  </a:lnTo>
                  <a:lnTo>
                    <a:pt x="362157" y="476226"/>
                  </a:lnTo>
                  <a:lnTo>
                    <a:pt x="364621" y="473780"/>
                  </a:lnTo>
                  <a:lnTo>
                    <a:pt x="367084" y="471468"/>
                  </a:lnTo>
                  <a:lnTo>
                    <a:pt x="369548" y="469288"/>
                  </a:lnTo>
                  <a:lnTo>
                    <a:pt x="372012" y="467255"/>
                  </a:lnTo>
                  <a:lnTo>
                    <a:pt x="374475" y="465332"/>
                  </a:lnTo>
                  <a:lnTo>
                    <a:pt x="376939" y="463506"/>
                  </a:lnTo>
                  <a:lnTo>
                    <a:pt x="379403" y="461764"/>
                  </a:lnTo>
                  <a:lnTo>
                    <a:pt x="381866" y="460092"/>
                  </a:lnTo>
                  <a:lnTo>
                    <a:pt x="384330" y="458480"/>
                  </a:lnTo>
                  <a:lnTo>
                    <a:pt x="386794" y="456916"/>
                  </a:lnTo>
                  <a:lnTo>
                    <a:pt x="389257" y="455398"/>
                  </a:lnTo>
                  <a:lnTo>
                    <a:pt x="391721" y="453923"/>
                  </a:lnTo>
                  <a:lnTo>
                    <a:pt x="394185" y="452489"/>
                  </a:lnTo>
                  <a:lnTo>
                    <a:pt x="396648" y="451101"/>
                  </a:lnTo>
                  <a:lnTo>
                    <a:pt x="399112" y="449767"/>
                  </a:lnTo>
                  <a:lnTo>
                    <a:pt x="401576" y="448498"/>
                  </a:lnTo>
                  <a:lnTo>
                    <a:pt x="404039" y="447304"/>
                  </a:lnTo>
                  <a:lnTo>
                    <a:pt x="406503" y="446197"/>
                  </a:lnTo>
                  <a:lnTo>
                    <a:pt x="408967" y="445209"/>
                  </a:lnTo>
                  <a:lnTo>
                    <a:pt x="411430" y="444338"/>
                  </a:lnTo>
                  <a:lnTo>
                    <a:pt x="413894" y="443592"/>
                  </a:lnTo>
                  <a:lnTo>
                    <a:pt x="416358" y="442978"/>
                  </a:lnTo>
                  <a:lnTo>
                    <a:pt x="418821" y="442501"/>
                  </a:lnTo>
                  <a:lnTo>
                    <a:pt x="421285" y="442163"/>
                  </a:lnTo>
                  <a:lnTo>
                    <a:pt x="423749" y="441966"/>
                  </a:lnTo>
                  <a:lnTo>
                    <a:pt x="426212" y="441917"/>
                  </a:lnTo>
                  <a:lnTo>
                    <a:pt x="428676" y="442015"/>
                  </a:lnTo>
                  <a:lnTo>
                    <a:pt x="431140" y="442238"/>
                  </a:lnTo>
                  <a:lnTo>
                    <a:pt x="433603" y="442580"/>
                  </a:lnTo>
                  <a:lnTo>
                    <a:pt x="436067" y="443028"/>
                  </a:lnTo>
                  <a:lnTo>
                    <a:pt x="438531" y="443575"/>
                  </a:lnTo>
                  <a:lnTo>
                    <a:pt x="440994" y="444208"/>
                  </a:lnTo>
                  <a:lnTo>
                    <a:pt x="443458" y="444916"/>
                  </a:lnTo>
                  <a:lnTo>
                    <a:pt x="445922" y="445693"/>
                  </a:lnTo>
                  <a:lnTo>
                    <a:pt x="448385" y="446515"/>
                  </a:lnTo>
                  <a:lnTo>
                    <a:pt x="450849" y="447366"/>
                  </a:lnTo>
                  <a:lnTo>
                    <a:pt x="453312" y="448234"/>
                  </a:lnTo>
                  <a:lnTo>
                    <a:pt x="455776" y="449104"/>
                  </a:lnTo>
                  <a:lnTo>
                    <a:pt x="458240" y="449962"/>
                  </a:lnTo>
                  <a:lnTo>
                    <a:pt x="460703" y="450796"/>
                  </a:lnTo>
                  <a:lnTo>
                    <a:pt x="463167" y="451589"/>
                  </a:lnTo>
                  <a:lnTo>
                    <a:pt x="465631" y="452323"/>
                  </a:lnTo>
                  <a:lnTo>
                    <a:pt x="468094" y="452994"/>
                  </a:lnTo>
                  <a:lnTo>
                    <a:pt x="470558" y="453592"/>
                  </a:lnTo>
                  <a:lnTo>
                    <a:pt x="473022" y="454113"/>
                  </a:lnTo>
                  <a:lnTo>
                    <a:pt x="475485" y="454552"/>
                  </a:lnTo>
                  <a:lnTo>
                    <a:pt x="477949" y="454907"/>
                  </a:lnTo>
                  <a:lnTo>
                    <a:pt x="480413" y="455178"/>
                  </a:lnTo>
                  <a:lnTo>
                    <a:pt x="482876" y="455358"/>
                  </a:lnTo>
                  <a:lnTo>
                    <a:pt x="485340" y="455462"/>
                  </a:lnTo>
                  <a:lnTo>
                    <a:pt x="487804" y="455498"/>
                  </a:lnTo>
                  <a:lnTo>
                    <a:pt x="490267" y="455474"/>
                  </a:lnTo>
                  <a:lnTo>
                    <a:pt x="492731" y="455396"/>
                  </a:lnTo>
                  <a:lnTo>
                    <a:pt x="495195" y="455271"/>
                  </a:lnTo>
                  <a:lnTo>
                    <a:pt x="497658" y="455102"/>
                  </a:lnTo>
                  <a:lnTo>
                    <a:pt x="500122" y="454891"/>
                  </a:lnTo>
                  <a:lnTo>
                    <a:pt x="502586" y="454629"/>
                  </a:lnTo>
                  <a:lnTo>
                    <a:pt x="505049" y="454314"/>
                  </a:lnTo>
                  <a:lnTo>
                    <a:pt x="507513" y="453933"/>
                  </a:lnTo>
                  <a:lnTo>
                    <a:pt x="509977" y="453467"/>
                  </a:lnTo>
                  <a:lnTo>
                    <a:pt x="512440" y="452893"/>
                  </a:lnTo>
                  <a:lnTo>
                    <a:pt x="514904" y="452182"/>
                  </a:lnTo>
                  <a:lnTo>
                    <a:pt x="517368" y="451303"/>
                  </a:lnTo>
                  <a:lnTo>
                    <a:pt x="519831" y="450182"/>
                  </a:lnTo>
                  <a:lnTo>
                    <a:pt x="522295" y="448779"/>
                  </a:lnTo>
                  <a:lnTo>
                    <a:pt x="524759" y="447058"/>
                  </a:lnTo>
                  <a:lnTo>
                    <a:pt x="527222" y="444969"/>
                  </a:lnTo>
                  <a:lnTo>
                    <a:pt x="529686" y="442459"/>
                  </a:lnTo>
                  <a:lnTo>
                    <a:pt x="532150" y="439475"/>
                  </a:lnTo>
                  <a:lnTo>
                    <a:pt x="534613" y="435963"/>
                  </a:lnTo>
                  <a:lnTo>
                    <a:pt x="537077" y="431848"/>
                  </a:lnTo>
                  <a:lnTo>
                    <a:pt x="539541" y="426986"/>
                  </a:lnTo>
                  <a:lnTo>
                    <a:pt x="542004" y="421412"/>
                  </a:lnTo>
                  <a:lnTo>
                    <a:pt x="544468" y="415075"/>
                  </a:lnTo>
                  <a:lnTo>
                    <a:pt x="546931" y="407928"/>
                  </a:lnTo>
                  <a:lnTo>
                    <a:pt x="549395" y="399925"/>
                  </a:lnTo>
                  <a:lnTo>
                    <a:pt x="551859" y="391025"/>
                  </a:lnTo>
                  <a:lnTo>
                    <a:pt x="554322" y="381190"/>
                  </a:lnTo>
                  <a:lnTo>
                    <a:pt x="556786" y="370274"/>
                  </a:lnTo>
                  <a:lnTo>
                    <a:pt x="559250" y="358298"/>
                  </a:lnTo>
                  <a:lnTo>
                    <a:pt x="561713" y="345317"/>
                  </a:lnTo>
                  <a:lnTo>
                    <a:pt x="564177" y="331335"/>
                  </a:lnTo>
                  <a:lnTo>
                    <a:pt x="566641" y="316367"/>
                  </a:lnTo>
                  <a:lnTo>
                    <a:pt x="569104" y="300444"/>
                  </a:lnTo>
                  <a:lnTo>
                    <a:pt x="571568" y="283613"/>
                  </a:lnTo>
                  <a:lnTo>
                    <a:pt x="574032" y="265924"/>
                  </a:lnTo>
                  <a:lnTo>
                    <a:pt x="576495" y="247383"/>
                  </a:lnTo>
                  <a:lnTo>
                    <a:pt x="578959" y="228244"/>
                  </a:lnTo>
                  <a:lnTo>
                    <a:pt x="581423" y="208645"/>
                  </a:lnTo>
                  <a:lnTo>
                    <a:pt x="583886" y="188743"/>
                  </a:lnTo>
                  <a:lnTo>
                    <a:pt x="586350" y="168714"/>
                  </a:lnTo>
                  <a:lnTo>
                    <a:pt x="588814" y="148748"/>
                  </a:lnTo>
                  <a:lnTo>
                    <a:pt x="591277" y="129050"/>
                  </a:lnTo>
                  <a:lnTo>
                    <a:pt x="593741" y="109920"/>
                  </a:lnTo>
                  <a:lnTo>
                    <a:pt x="596205" y="91643"/>
                  </a:lnTo>
                  <a:lnTo>
                    <a:pt x="598668" y="74409"/>
                  </a:lnTo>
                  <a:lnTo>
                    <a:pt x="601132" y="58446"/>
                  </a:lnTo>
                  <a:lnTo>
                    <a:pt x="603596" y="43972"/>
                  </a:lnTo>
                  <a:lnTo>
                    <a:pt x="606059" y="31192"/>
                  </a:lnTo>
                  <a:lnTo>
                    <a:pt x="608523" y="20299"/>
                  </a:lnTo>
                  <a:lnTo>
                    <a:pt x="610987" y="11478"/>
                  </a:lnTo>
                  <a:lnTo>
                    <a:pt x="613450" y="5275"/>
                  </a:lnTo>
                  <a:lnTo>
                    <a:pt x="615914" y="1427"/>
                  </a:lnTo>
                  <a:lnTo>
                    <a:pt x="618378" y="0"/>
                  </a:lnTo>
                  <a:lnTo>
                    <a:pt x="620841" y="1022"/>
                  </a:lnTo>
                  <a:lnTo>
                    <a:pt x="623305" y="4494"/>
                  </a:lnTo>
                  <a:lnTo>
                    <a:pt x="625769" y="10380"/>
                  </a:lnTo>
                  <a:lnTo>
                    <a:pt x="628232" y="18610"/>
                  </a:lnTo>
                  <a:lnTo>
                    <a:pt x="630696" y="29274"/>
                  </a:lnTo>
                  <a:lnTo>
                    <a:pt x="633159" y="42186"/>
                  </a:lnTo>
                  <a:lnTo>
                    <a:pt x="635623" y="56972"/>
                  </a:lnTo>
                  <a:lnTo>
                    <a:pt x="638087" y="73440"/>
                  </a:lnTo>
                  <a:lnTo>
                    <a:pt x="640550" y="91384"/>
                  </a:lnTo>
                  <a:lnTo>
                    <a:pt x="643014" y="110588"/>
                  </a:lnTo>
                  <a:lnTo>
                    <a:pt x="645478" y="130828"/>
                  </a:lnTo>
                  <a:lnTo>
                    <a:pt x="647941" y="151876"/>
                  </a:lnTo>
                  <a:lnTo>
                    <a:pt x="650405" y="173553"/>
                  </a:lnTo>
                  <a:lnTo>
                    <a:pt x="652869" y="195503"/>
                  </a:lnTo>
                  <a:lnTo>
                    <a:pt x="655332" y="217518"/>
                  </a:lnTo>
                  <a:lnTo>
                    <a:pt x="657796" y="239408"/>
                  </a:lnTo>
                  <a:lnTo>
                    <a:pt x="660260" y="260997"/>
                  </a:lnTo>
                  <a:lnTo>
                    <a:pt x="662723" y="282126"/>
                  </a:lnTo>
                  <a:lnTo>
                    <a:pt x="665187" y="302653"/>
                  </a:lnTo>
                  <a:lnTo>
                    <a:pt x="667651" y="322388"/>
                  </a:lnTo>
                  <a:lnTo>
                    <a:pt x="670114" y="341180"/>
                  </a:lnTo>
                  <a:lnTo>
                    <a:pt x="672578" y="359032"/>
                  </a:lnTo>
                  <a:lnTo>
                    <a:pt x="675042" y="375888"/>
                  </a:lnTo>
                  <a:lnTo>
                    <a:pt x="677505" y="391709"/>
                  </a:lnTo>
                  <a:lnTo>
                    <a:pt x="679969" y="406469"/>
                  </a:lnTo>
                  <a:lnTo>
                    <a:pt x="682433" y="420156"/>
                  </a:lnTo>
                  <a:lnTo>
                    <a:pt x="684896" y="432774"/>
                  </a:lnTo>
                  <a:lnTo>
                    <a:pt x="687360" y="444168"/>
                  </a:lnTo>
                  <a:lnTo>
                    <a:pt x="689824" y="454523"/>
                  </a:lnTo>
                  <a:lnTo>
                    <a:pt x="692287" y="463896"/>
                  </a:lnTo>
                  <a:lnTo>
                    <a:pt x="694751" y="472330"/>
                  </a:lnTo>
                  <a:lnTo>
                    <a:pt x="697215" y="479872"/>
                  </a:lnTo>
                  <a:lnTo>
                    <a:pt x="699678" y="486575"/>
                  </a:lnTo>
                  <a:lnTo>
                    <a:pt x="702142" y="492491"/>
                  </a:lnTo>
                  <a:lnTo>
                    <a:pt x="704606" y="497636"/>
                  </a:lnTo>
                  <a:lnTo>
                    <a:pt x="707069" y="502050"/>
                  </a:lnTo>
                  <a:lnTo>
                    <a:pt x="709533" y="505872"/>
                  </a:lnTo>
                  <a:lnTo>
                    <a:pt x="711997" y="509159"/>
                  </a:lnTo>
                  <a:lnTo>
                    <a:pt x="714460" y="511962"/>
                  </a:lnTo>
                  <a:lnTo>
                    <a:pt x="716924" y="514334"/>
                  </a:lnTo>
                  <a:lnTo>
                    <a:pt x="719388" y="516321"/>
                  </a:lnTo>
                  <a:lnTo>
                    <a:pt x="721851" y="517969"/>
                  </a:lnTo>
                  <a:lnTo>
                    <a:pt x="724315" y="519283"/>
                  </a:lnTo>
                  <a:lnTo>
                    <a:pt x="726778" y="520344"/>
                  </a:lnTo>
                  <a:lnTo>
                    <a:pt x="729242" y="521193"/>
                  </a:lnTo>
                  <a:lnTo>
                    <a:pt x="731706" y="521859"/>
                  </a:lnTo>
                  <a:lnTo>
                    <a:pt x="734169" y="522367"/>
                  </a:lnTo>
                  <a:lnTo>
                    <a:pt x="736633" y="522741"/>
                  </a:lnTo>
                  <a:lnTo>
                    <a:pt x="739097" y="523000"/>
                  </a:lnTo>
                  <a:lnTo>
                    <a:pt x="741560" y="523158"/>
                  </a:lnTo>
                  <a:lnTo>
                    <a:pt x="744024" y="523224"/>
                  </a:lnTo>
                  <a:lnTo>
                    <a:pt x="746488" y="523224"/>
                  </a:lnTo>
                  <a:lnTo>
                    <a:pt x="748951" y="523166"/>
                  </a:lnTo>
                  <a:lnTo>
                    <a:pt x="751415" y="523057"/>
                  </a:lnTo>
                  <a:lnTo>
                    <a:pt x="753879" y="522905"/>
                  </a:lnTo>
                  <a:lnTo>
                    <a:pt x="756342" y="522715"/>
                  </a:lnTo>
                  <a:lnTo>
                    <a:pt x="758806" y="522491"/>
                  </a:lnTo>
                  <a:lnTo>
                    <a:pt x="761270" y="522235"/>
                  </a:lnTo>
                  <a:lnTo>
                    <a:pt x="763733" y="521952"/>
                  </a:lnTo>
                  <a:lnTo>
                    <a:pt x="766197" y="521647"/>
                  </a:lnTo>
                  <a:lnTo>
                    <a:pt x="768661" y="521322"/>
                  </a:lnTo>
                  <a:lnTo>
                    <a:pt x="771124" y="520979"/>
                  </a:lnTo>
                  <a:lnTo>
                    <a:pt x="773588" y="520619"/>
                  </a:lnTo>
                  <a:lnTo>
                    <a:pt x="776052" y="520243"/>
                  </a:lnTo>
                  <a:lnTo>
                    <a:pt x="778515" y="519850"/>
                  </a:lnTo>
                  <a:lnTo>
                    <a:pt x="780979" y="519440"/>
                  </a:lnTo>
                  <a:lnTo>
                    <a:pt x="783443" y="519012"/>
                  </a:lnTo>
                  <a:lnTo>
                    <a:pt x="785906" y="518567"/>
                  </a:lnTo>
                  <a:lnTo>
                    <a:pt x="788370" y="518100"/>
                  </a:lnTo>
                  <a:lnTo>
                    <a:pt x="790834" y="517611"/>
                  </a:lnTo>
                  <a:lnTo>
                    <a:pt x="793297" y="517095"/>
                  </a:lnTo>
                  <a:lnTo>
                    <a:pt x="795761" y="516551"/>
                  </a:lnTo>
                  <a:lnTo>
                    <a:pt x="798225" y="515971"/>
                  </a:lnTo>
                  <a:lnTo>
                    <a:pt x="800688" y="515354"/>
                  </a:lnTo>
                  <a:lnTo>
                    <a:pt x="803152" y="514699"/>
                  </a:lnTo>
                  <a:lnTo>
                    <a:pt x="805616" y="514006"/>
                  </a:lnTo>
                  <a:lnTo>
                    <a:pt x="808079" y="513272"/>
                  </a:lnTo>
                  <a:lnTo>
                    <a:pt x="810543" y="512500"/>
                  </a:lnTo>
                  <a:lnTo>
                    <a:pt x="813006" y="511689"/>
                  </a:lnTo>
                  <a:lnTo>
                    <a:pt x="815470" y="510841"/>
                  </a:lnTo>
                  <a:lnTo>
                    <a:pt x="817934" y="509958"/>
                  </a:lnTo>
                  <a:lnTo>
                    <a:pt x="820397" y="509048"/>
                  </a:lnTo>
                  <a:lnTo>
                    <a:pt x="822861" y="508117"/>
                  </a:lnTo>
                  <a:lnTo>
                    <a:pt x="825325" y="507172"/>
                  </a:lnTo>
                  <a:lnTo>
                    <a:pt x="827788" y="506218"/>
                  </a:lnTo>
                  <a:lnTo>
                    <a:pt x="830252" y="505261"/>
                  </a:lnTo>
                  <a:lnTo>
                    <a:pt x="832716" y="504308"/>
                  </a:lnTo>
                  <a:lnTo>
                    <a:pt x="835179" y="503365"/>
                  </a:lnTo>
                  <a:lnTo>
                    <a:pt x="837643" y="502437"/>
                  </a:lnTo>
                  <a:lnTo>
                    <a:pt x="840107" y="501528"/>
                  </a:lnTo>
                  <a:lnTo>
                    <a:pt x="842570" y="500640"/>
                  </a:lnTo>
                  <a:lnTo>
                    <a:pt x="845034" y="499773"/>
                  </a:lnTo>
                  <a:lnTo>
                    <a:pt x="847498" y="498929"/>
                  </a:lnTo>
                  <a:lnTo>
                    <a:pt x="849961" y="498106"/>
                  </a:lnTo>
                  <a:lnTo>
                    <a:pt x="852425" y="497304"/>
                  </a:lnTo>
                  <a:lnTo>
                    <a:pt x="854889" y="496523"/>
                  </a:lnTo>
                  <a:lnTo>
                    <a:pt x="857352" y="495758"/>
                  </a:lnTo>
                  <a:lnTo>
                    <a:pt x="859816" y="495007"/>
                  </a:lnTo>
                  <a:lnTo>
                    <a:pt x="862280" y="494268"/>
                  </a:lnTo>
                  <a:lnTo>
                    <a:pt x="864743" y="493541"/>
                  </a:lnTo>
                  <a:lnTo>
                    <a:pt x="867207" y="492824"/>
                  </a:lnTo>
                  <a:lnTo>
                    <a:pt x="869671" y="492118"/>
                  </a:lnTo>
                  <a:lnTo>
                    <a:pt x="872134" y="491424"/>
                  </a:lnTo>
                  <a:lnTo>
                    <a:pt x="874598" y="490746"/>
                  </a:lnTo>
                  <a:lnTo>
                    <a:pt x="877062" y="490084"/>
                  </a:lnTo>
                  <a:lnTo>
                    <a:pt x="879525" y="489441"/>
                  </a:lnTo>
                  <a:lnTo>
                    <a:pt x="881989" y="488820"/>
                  </a:lnTo>
                  <a:lnTo>
                    <a:pt x="884453" y="488225"/>
                  </a:lnTo>
                  <a:lnTo>
                    <a:pt x="886916" y="487659"/>
                  </a:lnTo>
                  <a:lnTo>
                    <a:pt x="889380" y="487126"/>
                  </a:lnTo>
                  <a:lnTo>
                    <a:pt x="891844" y="486635"/>
                  </a:lnTo>
                  <a:lnTo>
                    <a:pt x="894307" y="486184"/>
                  </a:lnTo>
                  <a:lnTo>
                    <a:pt x="896771" y="485776"/>
                  </a:lnTo>
                  <a:lnTo>
                    <a:pt x="899235" y="485412"/>
                  </a:lnTo>
                  <a:lnTo>
                    <a:pt x="901698" y="485096"/>
                  </a:lnTo>
                  <a:lnTo>
                    <a:pt x="904162" y="484829"/>
                  </a:lnTo>
                  <a:lnTo>
                    <a:pt x="906625" y="484612"/>
                  </a:lnTo>
                  <a:lnTo>
                    <a:pt x="909089" y="484452"/>
                  </a:lnTo>
                  <a:lnTo>
                    <a:pt x="911553" y="484350"/>
                  </a:lnTo>
                  <a:lnTo>
                    <a:pt x="914016" y="484302"/>
                  </a:lnTo>
                  <a:lnTo>
                    <a:pt x="916480" y="484308"/>
                  </a:lnTo>
                  <a:lnTo>
                    <a:pt x="918944" y="484365"/>
                  </a:lnTo>
                  <a:lnTo>
                    <a:pt x="921407" y="484474"/>
                  </a:lnTo>
                  <a:lnTo>
                    <a:pt x="923871" y="484631"/>
                  </a:lnTo>
                  <a:lnTo>
                    <a:pt x="926335" y="484833"/>
                  </a:lnTo>
                  <a:lnTo>
                    <a:pt x="928798" y="485081"/>
                  </a:lnTo>
                  <a:lnTo>
                    <a:pt x="931262" y="485364"/>
                  </a:lnTo>
                  <a:lnTo>
                    <a:pt x="933726" y="485674"/>
                  </a:lnTo>
                  <a:lnTo>
                    <a:pt x="936189" y="486005"/>
                  </a:lnTo>
                  <a:lnTo>
                    <a:pt x="938653" y="486351"/>
                  </a:lnTo>
                  <a:lnTo>
                    <a:pt x="941117" y="486705"/>
                  </a:lnTo>
                  <a:lnTo>
                    <a:pt x="943580" y="487061"/>
                  </a:lnTo>
                  <a:lnTo>
                    <a:pt x="946044" y="487411"/>
                  </a:lnTo>
                  <a:lnTo>
                    <a:pt x="948508" y="487750"/>
                  </a:lnTo>
                  <a:lnTo>
                    <a:pt x="950971" y="488076"/>
                  </a:lnTo>
                  <a:lnTo>
                    <a:pt x="953435" y="488386"/>
                  </a:lnTo>
                  <a:lnTo>
                    <a:pt x="955899" y="488682"/>
                  </a:lnTo>
                  <a:lnTo>
                    <a:pt x="958362" y="488964"/>
                  </a:lnTo>
                  <a:lnTo>
                    <a:pt x="960826" y="489236"/>
                  </a:lnTo>
                  <a:lnTo>
                    <a:pt x="963290" y="489503"/>
                  </a:lnTo>
                  <a:lnTo>
                    <a:pt x="965753" y="489774"/>
                  </a:lnTo>
                  <a:lnTo>
                    <a:pt x="968217" y="490057"/>
                  </a:lnTo>
                  <a:lnTo>
                    <a:pt x="970681" y="490363"/>
                  </a:lnTo>
                  <a:lnTo>
                    <a:pt x="973144" y="490699"/>
                  </a:lnTo>
                  <a:lnTo>
                    <a:pt x="975608" y="491076"/>
                  </a:lnTo>
                  <a:lnTo>
                    <a:pt x="978072" y="491502"/>
                  </a:lnTo>
                  <a:lnTo>
                    <a:pt x="980535" y="491984"/>
                  </a:lnTo>
                  <a:lnTo>
                    <a:pt x="982999" y="492536"/>
                  </a:lnTo>
                  <a:lnTo>
                    <a:pt x="985463" y="493166"/>
                  </a:lnTo>
                  <a:lnTo>
                    <a:pt x="987926" y="493871"/>
                  </a:lnTo>
                  <a:lnTo>
                    <a:pt x="990390" y="494651"/>
                  </a:lnTo>
                  <a:lnTo>
                    <a:pt x="992853" y="495505"/>
                  </a:lnTo>
                  <a:lnTo>
                    <a:pt x="995317" y="496432"/>
                  </a:lnTo>
                  <a:lnTo>
                    <a:pt x="997781" y="497427"/>
                  </a:lnTo>
                  <a:lnTo>
                    <a:pt x="1000244" y="498484"/>
                  </a:lnTo>
                  <a:lnTo>
                    <a:pt x="1002708" y="499604"/>
                  </a:lnTo>
                  <a:lnTo>
                    <a:pt x="1005172" y="500771"/>
                  </a:lnTo>
                  <a:lnTo>
                    <a:pt x="1007635" y="501975"/>
                  </a:lnTo>
                  <a:lnTo>
                    <a:pt x="1010099" y="503205"/>
                  </a:lnTo>
                  <a:lnTo>
                    <a:pt x="1012563" y="504455"/>
                  </a:lnTo>
                  <a:lnTo>
                    <a:pt x="1015026" y="505714"/>
                  </a:lnTo>
                  <a:lnTo>
                    <a:pt x="1017490" y="506975"/>
                  </a:lnTo>
                  <a:lnTo>
                    <a:pt x="1019954" y="508229"/>
                  </a:lnTo>
                  <a:lnTo>
                    <a:pt x="1022417" y="509466"/>
                  </a:lnTo>
                  <a:lnTo>
                    <a:pt x="1024881" y="510680"/>
                  </a:lnTo>
                  <a:lnTo>
                    <a:pt x="1027345" y="511866"/>
                  </a:lnTo>
                  <a:lnTo>
                    <a:pt x="1029808" y="513019"/>
                  </a:lnTo>
                  <a:lnTo>
                    <a:pt x="1032272" y="514134"/>
                  </a:lnTo>
                  <a:lnTo>
                    <a:pt x="1034736" y="515208"/>
                  </a:lnTo>
                  <a:lnTo>
                    <a:pt x="1037199" y="516238"/>
                  </a:lnTo>
                  <a:lnTo>
                    <a:pt x="1039663" y="517214"/>
                  </a:lnTo>
                  <a:lnTo>
                    <a:pt x="1042127" y="518140"/>
                  </a:lnTo>
                  <a:lnTo>
                    <a:pt x="1044590" y="519017"/>
                  </a:lnTo>
                  <a:lnTo>
                    <a:pt x="1047054" y="519843"/>
                  </a:lnTo>
                  <a:lnTo>
                    <a:pt x="1049518" y="520620"/>
                  </a:lnTo>
                  <a:lnTo>
                    <a:pt x="1051981" y="521347"/>
                  </a:lnTo>
                  <a:lnTo>
                    <a:pt x="1054445" y="522027"/>
                  </a:lnTo>
                  <a:lnTo>
                    <a:pt x="1056909" y="522658"/>
                  </a:lnTo>
                  <a:lnTo>
                    <a:pt x="1059372" y="523238"/>
                  </a:lnTo>
                  <a:lnTo>
                    <a:pt x="1061836" y="523776"/>
                  </a:lnTo>
                  <a:lnTo>
                    <a:pt x="1064300" y="524274"/>
                  </a:lnTo>
                  <a:lnTo>
                    <a:pt x="1066763" y="524734"/>
                  </a:lnTo>
                  <a:lnTo>
                    <a:pt x="1069227" y="525158"/>
                  </a:lnTo>
                  <a:lnTo>
                    <a:pt x="1071691" y="525549"/>
                  </a:lnTo>
                  <a:lnTo>
                    <a:pt x="1074154" y="525908"/>
                  </a:lnTo>
                  <a:lnTo>
                    <a:pt x="1076618" y="526234"/>
                  </a:lnTo>
                  <a:lnTo>
                    <a:pt x="1079082" y="526532"/>
                  </a:lnTo>
                  <a:lnTo>
                    <a:pt x="1081545" y="526803"/>
                  </a:lnTo>
                  <a:lnTo>
                    <a:pt x="1084009" y="527051"/>
                  </a:lnTo>
                  <a:lnTo>
                    <a:pt x="1086472" y="527276"/>
                  </a:lnTo>
                  <a:lnTo>
                    <a:pt x="1088936" y="527479"/>
                  </a:lnTo>
                  <a:lnTo>
                    <a:pt x="1091400" y="527662"/>
                  </a:lnTo>
                  <a:lnTo>
                    <a:pt x="1093863" y="527826"/>
                  </a:lnTo>
                  <a:lnTo>
                    <a:pt x="1096327" y="527969"/>
                  </a:lnTo>
                  <a:lnTo>
                    <a:pt x="1098791" y="528096"/>
                  </a:lnTo>
                  <a:lnTo>
                    <a:pt x="1101254" y="528208"/>
                  </a:lnTo>
                  <a:lnTo>
                    <a:pt x="1103718" y="528305"/>
                  </a:lnTo>
                  <a:lnTo>
                    <a:pt x="1106182" y="528390"/>
                  </a:lnTo>
                  <a:lnTo>
                    <a:pt x="1108645" y="528462"/>
                  </a:lnTo>
                  <a:lnTo>
                    <a:pt x="1111109" y="528524"/>
                  </a:lnTo>
                  <a:lnTo>
                    <a:pt x="1113573" y="528576"/>
                  </a:lnTo>
                  <a:lnTo>
                    <a:pt x="1116036" y="528618"/>
                  </a:lnTo>
                  <a:lnTo>
                    <a:pt x="1118500" y="528654"/>
                  </a:lnTo>
                  <a:lnTo>
                    <a:pt x="1120964" y="528683"/>
                  </a:lnTo>
                  <a:lnTo>
                    <a:pt x="1123427" y="528706"/>
                  </a:lnTo>
                  <a:lnTo>
                    <a:pt x="1125891" y="528726"/>
                  </a:lnTo>
                  <a:lnTo>
                    <a:pt x="1128355" y="528741"/>
                  </a:lnTo>
                  <a:lnTo>
                    <a:pt x="1130818" y="528753"/>
                  </a:lnTo>
                  <a:lnTo>
                    <a:pt x="1133282" y="528762"/>
                  </a:lnTo>
                  <a:lnTo>
                    <a:pt x="1135746" y="528769"/>
                  </a:lnTo>
                  <a:lnTo>
                    <a:pt x="1138209" y="528774"/>
                  </a:lnTo>
                  <a:lnTo>
                    <a:pt x="1140673" y="528778"/>
                  </a:lnTo>
                  <a:lnTo>
                    <a:pt x="1143137" y="528781"/>
                  </a:lnTo>
                  <a:lnTo>
                    <a:pt x="1145600" y="528784"/>
                  </a:lnTo>
                  <a:lnTo>
                    <a:pt x="1148064" y="528785"/>
                  </a:lnTo>
                  <a:lnTo>
                    <a:pt x="1150528" y="528787"/>
                  </a:lnTo>
                  <a:lnTo>
                    <a:pt x="1152991" y="528788"/>
                  </a:lnTo>
                  <a:lnTo>
                    <a:pt x="1155455" y="528788"/>
                  </a:lnTo>
                  <a:lnTo>
                    <a:pt x="1157919" y="528789"/>
                  </a:lnTo>
                  <a:lnTo>
                    <a:pt x="1160382" y="528789"/>
                  </a:lnTo>
                  <a:lnTo>
                    <a:pt x="1162846" y="528789"/>
                  </a:lnTo>
                  <a:lnTo>
                    <a:pt x="1165310" y="528789"/>
                  </a:lnTo>
                  <a:lnTo>
                    <a:pt x="1167773" y="528789"/>
                  </a:lnTo>
                  <a:lnTo>
                    <a:pt x="1170237" y="528789"/>
                  </a:lnTo>
                  <a:lnTo>
                    <a:pt x="1172701" y="528789"/>
                  </a:lnTo>
                  <a:lnTo>
                    <a:pt x="1175164" y="528789"/>
                  </a:lnTo>
                  <a:lnTo>
                    <a:pt x="1177628" y="528789"/>
                  </a:lnTo>
                  <a:lnTo>
                    <a:pt x="1180091" y="528789"/>
                  </a:lnTo>
                  <a:lnTo>
                    <a:pt x="1182555" y="528789"/>
                  </a:lnTo>
                  <a:lnTo>
                    <a:pt x="1185019" y="528789"/>
                  </a:lnTo>
                  <a:lnTo>
                    <a:pt x="1187482" y="528789"/>
                  </a:lnTo>
                  <a:lnTo>
                    <a:pt x="1189946" y="528789"/>
                  </a:lnTo>
                  <a:lnTo>
                    <a:pt x="1192410" y="528789"/>
                  </a:lnTo>
                  <a:lnTo>
                    <a:pt x="1194873" y="528789"/>
                  </a:lnTo>
                  <a:lnTo>
                    <a:pt x="1197337" y="528789"/>
                  </a:lnTo>
                  <a:lnTo>
                    <a:pt x="1199801" y="528789"/>
                  </a:lnTo>
                  <a:lnTo>
                    <a:pt x="1202264" y="528789"/>
                  </a:lnTo>
                  <a:lnTo>
                    <a:pt x="1204728" y="528789"/>
                  </a:lnTo>
                  <a:lnTo>
                    <a:pt x="1207192" y="528789"/>
                  </a:lnTo>
                  <a:lnTo>
                    <a:pt x="1209655" y="528789"/>
                  </a:lnTo>
                  <a:lnTo>
                    <a:pt x="1212119" y="528789"/>
                  </a:lnTo>
                  <a:lnTo>
                    <a:pt x="1214583" y="528789"/>
                  </a:lnTo>
                  <a:lnTo>
                    <a:pt x="1217046" y="528789"/>
                  </a:lnTo>
                  <a:lnTo>
                    <a:pt x="1219510" y="528789"/>
                  </a:lnTo>
                  <a:lnTo>
                    <a:pt x="1221974" y="528789"/>
                  </a:lnTo>
                  <a:lnTo>
                    <a:pt x="1224437" y="528789"/>
                  </a:lnTo>
                  <a:lnTo>
                    <a:pt x="1226901" y="528789"/>
                  </a:lnTo>
                  <a:lnTo>
                    <a:pt x="1229365" y="528789"/>
                  </a:lnTo>
                  <a:lnTo>
                    <a:pt x="1231828" y="528789"/>
                  </a:lnTo>
                  <a:lnTo>
                    <a:pt x="1234292" y="528789"/>
                  </a:lnTo>
                  <a:lnTo>
                    <a:pt x="1236756" y="528789"/>
                  </a:lnTo>
                  <a:lnTo>
                    <a:pt x="1239219" y="528789"/>
                  </a:lnTo>
                  <a:lnTo>
                    <a:pt x="1241683" y="528789"/>
                  </a:lnTo>
                  <a:lnTo>
                    <a:pt x="1244147" y="528789"/>
                  </a:lnTo>
                  <a:lnTo>
                    <a:pt x="1246610" y="528789"/>
                  </a:lnTo>
                  <a:lnTo>
                    <a:pt x="1249074" y="528789"/>
                  </a:lnTo>
                  <a:lnTo>
                    <a:pt x="1251538" y="528789"/>
                  </a:lnTo>
                  <a:lnTo>
                    <a:pt x="1254001" y="528789"/>
                  </a:lnTo>
                  <a:lnTo>
                    <a:pt x="1256465" y="528789"/>
                  </a:lnTo>
                  <a:lnTo>
                    <a:pt x="1258929" y="528789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481616" y="5664469"/>
              <a:ext cx="1258929" cy="489428"/>
            </a:xfrm>
            <a:custGeom>
              <a:avLst/>
              <a:pathLst>
                <a:path w="1258929" h="489428">
                  <a:moveTo>
                    <a:pt x="0" y="489428"/>
                  </a:moveTo>
                  <a:lnTo>
                    <a:pt x="2463" y="489428"/>
                  </a:lnTo>
                  <a:lnTo>
                    <a:pt x="4927" y="489428"/>
                  </a:lnTo>
                  <a:lnTo>
                    <a:pt x="7390" y="489428"/>
                  </a:lnTo>
                  <a:lnTo>
                    <a:pt x="9854" y="489428"/>
                  </a:lnTo>
                  <a:lnTo>
                    <a:pt x="12318" y="489428"/>
                  </a:lnTo>
                  <a:lnTo>
                    <a:pt x="14781" y="489428"/>
                  </a:lnTo>
                  <a:lnTo>
                    <a:pt x="17245" y="489428"/>
                  </a:lnTo>
                  <a:lnTo>
                    <a:pt x="19709" y="489428"/>
                  </a:lnTo>
                  <a:lnTo>
                    <a:pt x="22172" y="489428"/>
                  </a:lnTo>
                  <a:lnTo>
                    <a:pt x="24636" y="489428"/>
                  </a:lnTo>
                  <a:lnTo>
                    <a:pt x="27100" y="489428"/>
                  </a:lnTo>
                  <a:lnTo>
                    <a:pt x="29563" y="489428"/>
                  </a:lnTo>
                  <a:lnTo>
                    <a:pt x="32027" y="489428"/>
                  </a:lnTo>
                  <a:lnTo>
                    <a:pt x="34491" y="489428"/>
                  </a:lnTo>
                  <a:lnTo>
                    <a:pt x="36954" y="489428"/>
                  </a:lnTo>
                  <a:lnTo>
                    <a:pt x="39418" y="489428"/>
                  </a:lnTo>
                  <a:lnTo>
                    <a:pt x="41882" y="489428"/>
                  </a:lnTo>
                  <a:lnTo>
                    <a:pt x="44345" y="489428"/>
                  </a:lnTo>
                  <a:lnTo>
                    <a:pt x="46809" y="489428"/>
                  </a:lnTo>
                  <a:lnTo>
                    <a:pt x="49273" y="489428"/>
                  </a:lnTo>
                  <a:lnTo>
                    <a:pt x="51736" y="489428"/>
                  </a:lnTo>
                  <a:lnTo>
                    <a:pt x="54200" y="489428"/>
                  </a:lnTo>
                  <a:lnTo>
                    <a:pt x="56664" y="489428"/>
                  </a:lnTo>
                  <a:lnTo>
                    <a:pt x="59127" y="489428"/>
                  </a:lnTo>
                  <a:lnTo>
                    <a:pt x="61591" y="489428"/>
                  </a:lnTo>
                  <a:lnTo>
                    <a:pt x="64055" y="489428"/>
                  </a:lnTo>
                  <a:lnTo>
                    <a:pt x="66518" y="489428"/>
                  </a:lnTo>
                  <a:lnTo>
                    <a:pt x="68982" y="489428"/>
                  </a:lnTo>
                  <a:lnTo>
                    <a:pt x="71446" y="489428"/>
                  </a:lnTo>
                  <a:lnTo>
                    <a:pt x="73909" y="489428"/>
                  </a:lnTo>
                  <a:lnTo>
                    <a:pt x="76373" y="489428"/>
                  </a:lnTo>
                  <a:lnTo>
                    <a:pt x="78837" y="489428"/>
                  </a:lnTo>
                  <a:lnTo>
                    <a:pt x="81300" y="489428"/>
                  </a:lnTo>
                  <a:lnTo>
                    <a:pt x="83764" y="489428"/>
                  </a:lnTo>
                  <a:lnTo>
                    <a:pt x="86228" y="489428"/>
                  </a:lnTo>
                  <a:lnTo>
                    <a:pt x="88691" y="489428"/>
                  </a:lnTo>
                  <a:lnTo>
                    <a:pt x="91155" y="489428"/>
                  </a:lnTo>
                  <a:lnTo>
                    <a:pt x="93618" y="489428"/>
                  </a:lnTo>
                  <a:lnTo>
                    <a:pt x="96082" y="489428"/>
                  </a:lnTo>
                  <a:lnTo>
                    <a:pt x="98546" y="489428"/>
                  </a:lnTo>
                  <a:lnTo>
                    <a:pt x="101009" y="489428"/>
                  </a:lnTo>
                  <a:lnTo>
                    <a:pt x="103473" y="489428"/>
                  </a:lnTo>
                  <a:lnTo>
                    <a:pt x="105937" y="489428"/>
                  </a:lnTo>
                  <a:lnTo>
                    <a:pt x="108400" y="489428"/>
                  </a:lnTo>
                  <a:lnTo>
                    <a:pt x="110864" y="489428"/>
                  </a:lnTo>
                  <a:lnTo>
                    <a:pt x="113328" y="489428"/>
                  </a:lnTo>
                  <a:lnTo>
                    <a:pt x="115791" y="489428"/>
                  </a:lnTo>
                  <a:lnTo>
                    <a:pt x="118255" y="489428"/>
                  </a:lnTo>
                  <a:lnTo>
                    <a:pt x="120719" y="489428"/>
                  </a:lnTo>
                  <a:lnTo>
                    <a:pt x="123182" y="489428"/>
                  </a:lnTo>
                  <a:lnTo>
                    <a:pt x="125646" y="489428"/>
                  </a:lnTo>
                  <a:lnTo>
                    <a:pt x="128110" y="489428"/>
                  </a:lnTo>
                  <a:lnTo>
                    <a:pt x="130573" y="489428"/>
                  </a:lnTo>
                  <a:lnTo>
                    <a:pt x="133037" y="489428"/>
                  </a:lnTo>
                  <a:lnTo>
                    <a:pt x="135501" y="489428"/>
                  </a:lnTo>
                  <a:lnTo>
                    <a:pt x="137964" y="489428"/>
                  </a:lnTo>
                  <a:lnTo>
                    <a:pt x="140428" y="489428"/>
                  </a:lnTo>
                  <a:lnTo>
                    <a:pt x="142892" y="489428"/>
                  </a:lnTo>
                  <a:lnTo>
                    <a:pt x="145355" y="489428"/>
                  </a:lnTo>
                  <a:lnTo>
                    <a:pt x="147819" y="489428"/>
                  </a:lnTo>
                  <a:lnTo>
                    <a:pt x="150283" y="489428"/>
                  </a:lnTo>
                  <a:lnTo>
                    <a:pt x="152746" y="489428"/>
                  </a:lnTo>
                  <a:lnTo>
                    <a:pt x="155210" y="489428"/>
                  </a:lnTo>
                  <a:lnTo>
                    <a:pt x="157674" y="489428"/>
                  </a:lnTo>
                  <a:lnTo>
                    <a:pt x="160137" y="489428"/>
                  </a:lnTo>
                  <a:lnTo>
                    <a:pt x="162601" y="489428"/>
                  </a:lnTo>
                  <a:lnTo>
                    <a:pt x="165065" y="489428"/>
                  </a:lnTo>
                  <a:lnTo>
                    <a:pt x="167528" y="489428"/>
                  </a:lnTo>
                  <a:lnTo>
                    <a:pt x="169992" y="489428"/>
                  </a:lnTo>
                  <a:lnTo>
                    <a:pt x="172456" y="489428"/>
                  </a:lnTo>
                  <a:lnTo>
                    <a:pt x="174919" y="489428"/>
                  </a:lnTo>
                  <a:lnTo>
                    <a:pt x="177383" y="489428"/>
                  </a:lnTo>
                  <a:lnTo>
                    <a:pt x="179847" y="489428"/>
                  </a:lnTo>
                  <a:lnTo>
                    <a:pt x="182310" y="489428"/>
                  </a:lnTo>
                  <a:lnTo>
                    <a:pt x="184774" y="489428"/>
                  </a:lnTo>
                  <a:lnTo>
                    <a:pt x="187237" y="489428"/>
                  </a:lnTo>
                  <a:lnTo>
                    <a:pt x="189701" y="489428"/>
                  </a:lnTo>
                  <a:lnTo>
                    <a:pt x="192165" y="489428"/>
                  </a:lnTo>
                  <a:lnTo>
                    <a:pt x="194628" y="489428"/>
                  </a:lnTo>
                  <a:lnTo>
                    <a:pt x="197092" y="489428"/>
                  </a:lnTo>
                  <a:lnTo>
                    <a:pt x="199556" y="489428"/>
                  </a:lnTo>
                  <a:lnTo>
                    <a:pt x="202019" y="489428"/>
                  </a:lnTo>
                  <a:lnTo>
                    <a:pt x="204483" y="489428"/>
                  </a:lnTo>
                  <a:lnTo>
                    <a:pt x="206947" y="489428"/>
                  </a:lnTo>
                  <a:lnTo>
                    <a:pt x="209410" y="489428"/>
                  </a:lnTo>
                  <a:lnTo>
                    <a:pt x="211874" y="489428"/>
                  </a:lnTo>
                  <a:lnTo>
                    <a:pt x="214338" y="489428"/>
                  </a:lnTo>
                  <a:lnTo>
                    <a:pt x="216801" y="489428"/>
                  </a:lnTo>
                  <a:lnTo>
                    <a:pt x="219265" y="489428"/>
                  </a:lnTo>
                  <a:lnTo>
                    <a:pt x="221729" y="489428"/>
                  </a:lnTo>
                  <a:lnTo>
                    <a:pt x="224192" y="489428"/>
                  </a:lnTo>
                  <a:lnTo>
                    <a:pt x="226656" y="489428"/>
                  </a:lnTo>
                  <a:lnTo>
                    <a:pt x="229120" y="489428"/>
                  </a:lnTo>
                  <a:lnTo>
                    <a:pt x="231583" y="489428"/>
                  </a:lnTo>
                  <a:lnTo>
                    <a:pt x="234047" y="489428"/>
                  </a:lnTo>
                  <a:lnTo>
                    <a:pt x="236511" y="489428"/>
                  </a:lnTo>
                  <a:lnTo>
                    <a:pt x="238974" y="489428"/>
                  </a:lnTo>
                  <a:lnTo>
                    <a:pt x="241438" y="489428"/>
                  </a:lnTo>
                  <a:lnTo>
                    <a:pt x="243902" y="489428"/>
                  </a:lnTo>
                  <a:lnTo>
                    <a:pt x="246365" y="489428"/>
                  </a:lnTo>
                  <a:lnTo>
                    <a:pt x="248829" y="489427"/>
                  </a:lnTo>
                  <a:lnTo>
                    <a:pt x="251293" y="489427"/>
                  </a:lnTo>
                  <a:lnTo>
                    <a:pt x="253756" y="489426"/>
                  </a:lnTo>
                  <a:lnTo>
                    <a:pt x="256220" y="489426"/>
                  </a:lnTo>
                  <a:lnTo>
                    <a:pt x="258684" y="489425"/>
                  </a:lnTo>
                  <a:lnTo>
                    <a:pt x="261147" y="489423"/>
                  </a:lnTo>
                  <a:lnTo>
                    <a:pt x="263611" y="489422"/>
                  </a:lnTo>
                  <a:lnTo>
                    <a:pt x="266075" y="489419"/>
                  </a:lnTo>
                  <a:lnTo>
                    <a:pt x="268538" y="489417"/>
                  </a:lnTo>
                  <a:lnTo>
                    <a:pt x="271002" y="489413"/>
                  </a:lnTo>
                  <a:lnTo>
                    <a:pt x="273465" y="489408"/>
                  </a:lnTo>
                  <a:lnTo>
                    <a:pt x="275929" y="489402"/>
                  </a:lnTo>
                  <a:lnTo>
                    <a:pt x="278393" y="489395"/>
                  </a:lnTo>
                  <a:lnTo>
                    <a:pt x="280856" y="489386"/>
                  </a:lnTo>
                  <a:lnTo>
                    <a:pt x="283320" y="489374"/>
                  </a:lnTo>
                  <a:lnTo>
                    <a:pt x="285784" y="489360"/>
                  </a:lnTo>
                  <a:lnTo>
                    <a:pt x="288247" y="489343"/>
                  </a:lnTo>
                  <a:lnTo>
                    <a:pt x="290711" y="489322"/>
                  </a:lnTo>
                  <a:lnTo>
                    <a:pt x="293175" y="489298"/>
                  </a:lnTo>
                  <a:lnTo>
                    <a:pt x="295638" y="489269"/>
                  </a:lnTo>
                  <a:lnTo>
                    <a:pt x="298102" y="489234"/>
                  </a:lnTo>
                  <a:lnTo>
                    <a:pt x="300566" y="489194"/>
                  </a:lnTo>
                  <a:lnTo>
                    <a:pt x="303029" y="489147"/>
                  </a:lnTo>
                  <a:lnTo>
                    <a:pt x="305493" y="489094"/>
                  </a:lnTo>
                  <a:lnTo>
                    <a:pt x="307957" y="489034"/>
                  </a:lnTo>
                  <a:lnTo>
                    <a:pt x="310420" y="488967"/>
                  </a:lnTo>
                  <a:lnTo>
                    <a:pt x="312884" y="488890"/>
                  </a:lnTo>
                  <a:lnTo>
                    <a:pt x="315348" y="488805"/>
                  </a:lnTo>
                  <a:lnTo>
                    <a:pt x="317811" y="488713"/>
                  </a:lnTo>
                  <a:lnTo>
                    <a:pt x="320275" y="488612"/>
                  </a:lnTo>
                  <a:lnTo>
                    <a:pt x="322739" y="488504"/>
                  </a:lnTo>
                  <a:lnTo>
                    <a:pt x="325202" y="488390"/>
                  </a:lnTo>
                  <a:lnTo>
                    <a:pt x="327666" y="488268"/>
                  </a:lnTo>
                  <a:lnTo>
                    <a:pt x="330130" y="488140"/>
                  </a:lnTo>
                  <a:lnTo>
                    <a:pt x="332593" y="488008"/>
                  </a:lnTo>
                  <a:lnTo>
                    <a:pt x="335057" y="487873"/>
                  </a:lnTo>
                  <a:lnTo>
                    <a:pt x="337521" y="487737"/>
                  </a:lnTo>
                  <a:lnTo>
                    <a:pt x="339984" y="487600"/>
                  </a:lnTo>
                  <a:lnTo>
                    <a:pt x="342448" y="487465"/>
                  </a:lnTo>
                  <a:lnTo>
                    <a:pt x="344912" y="487334"/>
                  </a:lnTo>
                  <a:lnTo>
                    <a:pt x="347375" y="487208"/>
                  </a:lnTo>
                  <a:lnTo>
                    <a:pt x="349839" y="487088"/>
                  </a:lnTo>
                  <a:lnTo>
                    <a:pt x="352303" y="486977"/>
                  </a:lnTo>
                  <a:lnTo>
                    <a:pt x="354766" y="486875"/>
                  </a:lnTo>
                  <a:lnTo>
                    <a:pt x="357230" y="486783"/>
                  </a:lnTo>
                  <a:lnTo>
                    <a:pt x="359694" y="486705"/>
                  </a:lnTo>
                  <a:lnTo>
                    <a:pt x="362157" y="486640"/>
                  </a:lnTo>
                  <a:lnTo>
                    <a:pt x="364621" y="486589"/>
                  </a:lnTo>
                  <a:lnTo>
                    <a:pt x="367084" y="486551"/>
                  </a:lnTo>
                  <a:lnTo>
                    <a:pt x="369548" y="486526"/>
                  </a:lnTo>
                  <a:lnTo>
                    <a:pt x="372012" y="486514"/>
                  </a:lnTo>
                  <a:lnTo>
                    <a:pt x="374475" y="486516"/>
                  </a:lnTo>
                  <a:lnTo>
                    <a:pt x="376939" y="486532"/>
                  </a:lnTo>
                  <a:lnTo>
                    <a:pt x="379403" y="486559"/>
                  </a:lnTo>
                  <a:lnTo>
                    <a:pt x="381866" y="486596"/>
                  </a:lnTo>
                  <a:lnTo>
                    <a:pt x="384330" y="486642"/>
                  </a:lnTo>
                  <a:lnTo>
                    <a:pt x="386794" y="486696"/>
                  </a:lnTo>
                  <a:lnTo>
                    <a:pt x="389257" y="486757"/>
                  </a:lnTo>
                  <a:lnTo>
                    <a:pt x="391721" y="486825"/>
                  </a:lnTo>
                  <a:lnTo>
                    <a:pt x="394185" y="486896"/>
                  </a:lnTo>
                  <a:lnTo>
                    <a:pt x="396648" y="486970"/>
                  </a:lnTo>
                  <a:lnTo>
                    <a:pt x="399112" y="487045"/>
                  </a:lnTo>
                  <a:lnTo>
                    <a:pt x="401576" y="487121"/>
                  </a:lnTo>
                  <a:lnTo>
                    <a:pt x="404039" y="487196"/>
                  </a:lnTo>
                  <a:lnTo>
                    <a:pt x="406503" y="487269"/>
                  </a:lnTo>
                  <a:lnTo>
                    <a:pt x="408967" y="487340"/>
                  </a:lnTo>
                  <a:lnTo>
                    <a:pt x="411430" y="487407"/>
                  </a:lnTo>
                  <a:lnTo>
                    <a:pt x="413894" y="487470"/>
                  </a:lnTo>
                  <a:lnTo>
                    <a:pt x="416358" y="487529"/>
                  </a:lnTo>
                  <a:lnTo>
                    <a:pt x="418821" y="487583"/>
                  </a:lnTo>
                  <a:lnTo>
                    <a:pt x="421285" y="487632"/>
                  </a:lnTo>
                  <a:lnTo>
                    <a:pt x="423749" y="487677"/>
                  </a:lnTo>
                  <a:lnTo>
                    <a:pt x="426212" y="487716"/>
                  </a:lnTo>
                  <a:lnTo>
                    <a:pt x="428676" y="487752"/>
                  </a:lnTo>
                  <a:lnTo>
                    <a:pt x="431140" y="487783"/>
                  </a:lnTo>
                  <a:lnTo>
                    <a:pt x="433603" y="487812"/>
                  </a:lnTo>
                  <a:lnTo>
                    <a:pt x="436067" y="487838"/>
                  </a:lnTo>
                  <a:lnTo>
                    <a:pt x="438531" y="487863"/>
                  </a:lnTo>
                  <a:lnTo>
                    <a:pt x="440994" y="487887"/>
                  </a:lnTo>
                  <a:lnTo>
                    <a:pt x="443458" y="487910"/>
                  </a:lnTo>
                  <a:lnTo>
                    <a:pt x="445922" y="487935"/>
                  </a:lnTo>
                  <a:lnTo>
                    <a:pt x="448385" y="487961"/>
                  </a:lnTo>
                  <a:lnTo>
                    <a:pt x="450849" y="487988"/>
                  </a:lnTo>
                  <a:lnTo>
                    <a:pt x="453312" y="488019"/>
                  </a:lnTo>
                  <a:lnTo>
                    <a:pt x="455776" y="488052"/>
                  </a:lnTo>
                  <a:lnTo>
                    <a:pt x="458240" y="488088"/>
                  </a:lnTo>
                  <a:lnTo>
                    <a:pt x="460703" y="488128"/>
                  </a:lnTo>
                  <a:lnTo>
                    <a:pt x="463167" y="488169"/>
                  </a:lnTo>
                  <a:lnTo>
                    <a:pt x="465631" y="488213"/>
                  </a:lnTo>
                  <a:lnTo>
                    <a:pt x="468094" y="488258"/>
                  </a:lnTo>
                  <a:lnTo>
                    <a:pt x="470558" y="488304"/>
                  </a:lnTo>
                  <a:lnTo>
                    <a:pt x="473022" y="488350"/>
                  </a:lnTo>
                  <a:lnTo>
                    <a:pt x="475485" y="488394"/>
                  </a:lnTo>
                  <a:lnTo>
                    <a:pt x="477949" y="488435"/>
                  </a:lnTo>
                  <a:lnTo>
                    <a:pt x="480413" y="488473"/>
                  </a:lnTo>
                  <a:lnTo>
                    <a:pt x="482876" y="488506"/>
                  </a:lnTo>
                  <a:lnTo>
                    <a:pt x="485340" y="488533"/>
                  </a:lnTo>
                  <a:lnTo>
                    <a:pt x="487804" y="488552"/>
                  </a:lnTo>
                  <a:lnTo>
                    <a:pt x="490267" y="488561"/>
                  </a:lnTo>
                  <a:lnTo>
                    <a:pt x="492731" y="488561"/>
                  </a:lnTo>
                  <a:lnTo>
                    <a:pt x="495195" y="488550"/>
                  </a:lnTo>
                  <a:lnTo>
                    <a:pt x="497658" y="488528"/>
                  </a:lnTo>
                  <a:lnTo>
                    <a:pt x="500122" y="488494"/>
                  </a:lnTo>
                  <a:lnTo>
                    <a:pt x="502586" y="488447"/>
                  </a:lnTo>
                  <a:lnTo>
                    <a:pt x="505049" y="488385"/>
                  </a:lnTo>
                  <a:lnTo>
                    <a:pt x="507513" y="488310"/>
                  </a:lnTo>
                  <a:lnTo>
                    <a:pt x="509977" y="488221"/>
                  </a:lnTo>
                  <a:lnTo>
                    <a:pt x="512440" y="488119"/>
                  </a:lnTo>
                  <a:lnTo>
                    <a:pt x="514904" y="488004"/>
                  </a:lnTo>
                  <a:lnTo>
                    <a:pt x="517368" y="487876"/>
                  </a:lnTo>
                  <a:lnTo>
                    <a:pt x="519831" y="487731"/>
                  </a:lnTo>
                  <a:lnTo>
                    <a:pt x="522295" y="487573"/>
                  </a:lnTo>
                  <a:lnTo>
                    <a:pt x="524759" y="487402"/>
                  </a:lnTo>
                  <a:lnTo>
                    <a:pt x="527222" y="487217"/>
                  </a:lnTo>
                  <a:lnTo>
                    <a:pt x="529686" y="487018"/>
                  </a:lnTo>
                  <a:lnTo>
                    <a:pt x="532150" y="486805"/>
                  </a:lnTo>
                  <a:lnTo>
                    <a:pt x="534613" y="486576"/>
                  </a:lnTo>
                  <a:lnTo>
                    <a:pt x="537077" y="486328"/>
                  </a:lnTo>
                  <a:lnTo>
                    <a:pt x="539541" y="486064"/>
                  </a:lnTo>
                  <a:lnTo>
                    <a:pt x="542004" y="485781"/>
                  </a:lnTo>
                  <a:lnTo>
                    <a:pt x="544468" y="485479"/>
                  </a:lnTo>
                  <a:lnTo>
                    <a:pt x="546931" y="485155"/>
                  </a:lnTo>
                  <a:lnTo>
                    <a:pt x="549395" y="484810"/>
                  </a:lnTo>
                  <a:lnTo>
                    <a:pt x="551859" y="484435"/>
                  </a:lnTo>
                  <a:lnTo>
                    <a:pt x="554322" y="484034"/>
                  </a:lnTo>
                  <a:lnTo>
                    <a:pt x="556786" y="483606"/>
                  </a:lnTo>
                  <a:lnTo>
                    <a:pt x="559250" y="483149"/>
                  </a:lnTo>
                  <a:lnTo>
                    <a:pt x="561713" y="482664"/>
                  </a:lnTo>
                  <a:lnTo>
                    <a:pt x="564177" y="482150"/>
                  </a:lnTo>
                  <a:lnTo>
                    <a:pt x="566641" y="481604"/>
                  </a:lnTo>
                  <a:lnTo>
                    <a:pt x="569104" y="481026"/>
                  </a:lnTo>
                  <a:lnTo>
                    <a:pt x="571568" y="480422"/>
                  </a:lnTo>
                  <a:lnTo>
                    <a:pt x="574032" y="479792"/>
                  </a:lnTo>
                  <a:lnTo>
                    <a:pt x="576495" y="479140"/>
                  </a:lnTo>
                  <a:lnTo>
                    <a:pt x="578959" y="478466"/>
                  </a:lnTo>
                  <a:lnTo>
                    <a:pt x="581423" y="477776"/>
                  </a:lnTo>
                  <a:lnTo>
                    <a:pt x="583886" y="477069"/>
                  </a:lnTo>
                  <a:lnTo>
                    <a:pt x="586350" y="476352"/>
                  </a:lnTo>
                  <a:lnTo>
                    <a:pt x="588814" y="475630"/>
                  </a:lnTo>
                  <a:lnTo>
                    <a:pt x="591277" y="474906"/>
                  </a:lnTo>
                  <a:lnTo>
                    <a:pt x="593741" y="474183"/>
                  </a:lnTo>
                  <a:lnTo>
                    <a:pt x="596205" y="473464"/>
                  </a:lnTo>
                  <a:lnTo>
                    <a:pt x="598668" y="472753"/>
                  </a:lnTo>
                  <a:lnTo>
                    <a:pt x="601132" y="472053"/>
                  </a:lnTo>
                  <a:lnTo>
                    <a:pt x="603596" y="471365"/>
                  </a:lnTo>
                  <a:lnTo>
                    <a:pt x="606059" y="470691"/>
                  </a:lnTo>
                  <a:lnTo>
                    <a:pt x="608523" y="470030"/>
                  </a:lnTo>
                  <a:lnTo>
                    <a:pt x="610987" y="469383"/>
                  </a:lnTo>
                  <a:lnTo>
                    <a:pt x="613450" y="468750"/>
                  </a:lnTo>
                  <a:lnTo>
                    <a:pt x="615914" y="468131"/>
                  </a:lnTo>
                  <a:lnTo>
                    <a:pt x="618378" y="467523"/>
                  </a:lnTo>
                  <a:lnTo>
                    <a:pt x="620841" y="466924"/>
                  </a:lnTo>
                  <a:lnTo>
                    <a:pt x="623305" y="466331"/>
                  </a:lnTo>
                  <a:lnTo>
                    <a:pt x="625769" y="465744"/>
                  </a:lnTo>
                  <a:lnTo>
                    <a:pt x="628232" y="465159"/>
                  </a:lnTo>
                  <a:lnTo>
                    <a:pt x="630696" y="464574"/>
                  </a:lnTo>
                  <a:lnTo>
                    <a:pt x="633159" y="463986"/>
                  </a:lnTo>
                  <a:lnTo>
                    <a:pt x="635623" y="463392"/>
                  </a:lnTo>
                  <a:lnTo>
                    <a:pt x="638087" y="462790"/>
                  </a:lnTo>
                  <a:lnTo>
                    <a:pt x="640550" y="462179"/>
                  </a:lnTo>
                  <a:lnTo>
                    <a:pt x="643014" y="461554"/>
                  </a:lnTo>
                  <a:lnTo>
                    <a:pt x="645478" y="460915"/>
                  </a:lnTo>
                  <a:lnTo>
                    <a:pt x="647941" y="460253"/>
                  </a:lnTo>
                  <a:lnTo>
                    <a:pt x="650405" y="459568"/>
                  </a:lnTo>
                  <a:lnTo>
                    <a:pt x="652869" y="458857"/>
                  </a:lnTo>
                  <a:lnTo>
                    <a:pt x="655332" y="458117"/>
                  </a:lnTo>
                  <a:lnTo>
                    <a:pt x="657796" y="457344"/>
                  </a:lnTo>
                  <a:lnTo>
                    <a:pt x="660260" y="456533"/>
                  </a:lnTo>
                  <a:lnTo>
                    <a:pt x="662723" y="455674"/>
                  </a:lnTo>
                  <a:lnTo>
                    <a:pt x="665187" y="454762"/>
                  </a:lnTo>
                  <a:lnTo>
                    <a:pt x="667651" y="453797"/>
                  </a:lnTo>
                  <a:lnTo>
                    <a:pt x="670114" y="452773"/>
                  </a:lnTo>
                  <a:lnTo>
                    <a:pt x="672578" y="451688"/>
                  </a:lnTo>
                  <a:lnTo>
                    <a:pt x="675042" y="450537"/>
                  </a:lnTo>
                  <a:lnTo>
                    <a:pt x="677505" y="449317"/>
                  </a:lnTo>
                  <a:lnTo>
                    <a:pt x="679969" y="448009"/>
                  </a:lnTo>
                  <a:lnTo>
                    <a:pt x="682433" y="446629"/>
                  </a:lnTo>
                  <a:lnTo>
                    <a:pt x="684896" y="445176"/>
                  </a:lnTo>
                  <a:lnTo>
                    <a:pt x="687360" y="443651"/>
                  </a:lnTo>
                  <a:lnTo>
                    <a:pt x="689824" y="442056"/>
                  </a:lnTo>
                  <a:lnTo>
                    <a:pt x="692287" y="440395"/>
                  </a:lnTo>
                  <a:lnTo>
                    <a:pt x="694751" y="438666"/>
                  </a:lnTo>
                  <a:lnTo>
                    <a:pt x="697215" y="436878"/>
                  </a:lnTo>
                  <a:lnTo>
                    <a:pt x="699678" y="435046"/>
                  </a:lnTo>
                  <a:lnTo>
                    <a:pt x="702142" y="433177"/>
                  </a:lnTo>
                  <a:lnTo>
                    <a:pt x="704606" y="431280"/>
                  </a:lnTo>
                  <a:lnTo>
                    <a:pt x="707069" y="429365"/>
                  </a:lnTo>
                  <a:lnTo>
                    <a:pt x="709533" y="427442"/>
                  </a:lnTo>
                  <a:lnTo>
                    <a:pt x="711997" y="425526"/>
                  </a:lnTo>
                  <a:lnTo>
                    <a:pt x="714460" y="423629"/>
                  </a:lnTo>
                  <a:lnTo>
                    <a:pt x="716924" y="421761"/>
                  </a:lnTo>
                  <a:lnTo>
                    <a:pt x="719388" y="419934"/>
                  </a:lnTo>
                  <a:lnTo>
                    <a:pt x="721851" y="418158"/>
                  </a:lnTo>
                  <a:lnTo>
                    <a:pt x="724315" y="416443"/>
                  </a:lnTo>
                  <a:lnTo>
                    <a:pt x="726778" y="414812"/>
                  </a:lnTo>
                  <a:lnTo>
                    <a:pt x="729242" y="413271"/>
                  </a:lnTo>
                  <a:lnTo>
                    <a:pt x="731706" y="411823"/>
                  </a:lnTo>
                  <a:lnTo>
                    <a:pt x="734169" y="410474"/>
                  </a:lnTo>
                  <a:lnTo>
                    <a:pt x="736633" y="409232"/>
                  </a:lnTo>
                  <a:lnTo>
                    <a:pt x="739097" y="408100"/>
                  </a:lnTo>
                  <a:lnTo>
                    <a:pt x="741560" y="407087"/>
                  </a:lnTo>
                  <a:lnTo>
                    <a:pt x="744024" y="406212"/>
                  </a:lnTo>
                  <a:lnTo>
                    <a:pt x="746488" y="405453"/>
                  </a:lnTo>
                  <a:lnTo>
                    <a:pt x="748951" y="404809"/>
                  </a:lnTo>
                  <a:lnTo>
                    <a:pt x="751415" y="404274"/>
                  </a:lnTo>
                  <a:lnTo>
                    <a:pt x="753879" y="403843"/>
                  </a:lnTo>
                  <a:lnTo>
                    <a:pt x="756342" y="403509"/>
                  </a:lnTo>
                  <a:lnTo>
                    <a:pt x="758806" y="403273"/>
                  </a:lnTo>
                  <a:lnTo>
                    <a:pt x="761270" y="403113"/>
                  </a:lnTo>
                  <a:lnTo>
                    <a:pt x="763733" y="403008"/>
                  </a:lnTo>
                  <a:lnTo>
                    <a:pt x="766197" y="402945"/>
                  </a:lnTo>
                  <a:lnTo>
                    <a:pt x="768661" y="402908"/>
                  </a:lnTo>
                  <a:lnTo>
                    <a:pt x="771124" y="402881"/>
                  </a:lnTo>
                  <a:lnTo>
                    <a:pt x="773588" y="402847"/>
                  </a:lnTo>
                  <a:lnTo>
                    <a:pt x="776052" y="402780"/>
                  </a:lnTo>
                  <a:lnTo>
                    <a:pt x="778515" y="402666"/>
                  </a:lnTo>
                  <a:lnTo>
                    <a:pt x="780979" y="402490"/>
                  </a:lnTo>
                  <a:lnTo>
                    <a:pt x="783443" y="402240"/>
                  </a:lnTo>
                  <a:lnTo>
                    <a:pt x="785906" y="401903"/>
                  </a:lnTo>
                  <a:lnTo>
                    <a:pt x="788370" y="401467"/>
                  </a:lnTo>
                  <a:lnTo>
                    <a:pt x="790834" y="400903"/>
                  </a:lnTo>
                  <a:lnTo>
                    <a:pt x="793297" y="400213"/>
                  </a:lnTo>
                  <a:lnTo>
                    <a:pt x="795761" y="399396"/>
                  </a:lnTo>
                  <a:lnTo>
                    <a:pt x="798225" y="398449"/>
                  </a:lnTo>
                  <a:lnTo>
                    <a:pt x="800688" y="397366"/>
                  </a:lnTo>
                  <a:lnTo>
                    <a:pt x="803152" y="396143"/>
                  </a:lnTo>
                  <a:lnTo>
                    <a:pt x="805616" y="394767"/>
                  </a:lnTo>
                  <a:lnTo>
                    <a:pt x="808079" y="393218"/>
                  </a:lnTo>
                  <a:lnTo>
                    <a:pt x="810543" y="391510"/>
                  </a:lnTo>
                  <a:lnTo>
                    <a:pt x="813006" y="389638"/>
                  </a:lnTo>
                  <a:lnTo>
                    <a:pt x="815470" y="387591"/>
                  </a:lnTo>
                  <a:lnTo>
                    <a:pt x="817934" y="385356"/>
                  </a:lnTo>
                  <a:lnTo>
                    <a:pt x="820397" y="382919"/>
                  </a:lnTo>
                  <a:lnTo>
                    <a:pt x="822861" y="380218"/>
                  </a:lnTo>
                  <a:lnTo>
                    <a:pt x="825325" y="377253"/>
                  </a:lnTo>
                  <a:lnTo>
                    <a:pt x="827788" y="374009"/>
                  </a:lnTo>
                  <a:lnTo>
                    <a:pt x="830252" y="370457"/>
                  </a:lnTo>
                  <a:lnTo>
                    <a:pt x="832716" y="366566"/>
                  </a:lnTo>
                  <a:lnTo>
                    <a:pt x="835179" y="362304"/>
                  </a:lnTo>
                  <a:lnTo>
                    <a:pt x="837643" y="357602"/>
                  </a:lnTo>
                  <a:lnTo>
                    <a:pt x="840107" y="352377"/>
                  </a:lnTo>
                  <a:lnTo>
                    <a:pt x="842570" y="346655"/>
                  </a:lnTo>
                  <a:lnTo>
                    <a:pt x="845034" y="340402"/>
                  </a:lnTo>
                  <a:lnTo>
                    <a:pt x="847498" y="333585"/>
                  </a:lnTo>
                  <a:lnTo>
                    <a:pt x="849961" y="326177"/>
                  </a:lnTo>
                  <a:lnTo>
                    <a:pt x="852425" y="318150"/>
                  </a:lnTo>
                  <a:lnTo>
                    <a:pt x="854889" y="309359"/>
                  </a:lnTo>
                  <a:lnTo>
                    <a:pt x="857352" y="299889"/>
                  </a:lnTo>
                  <a:lnTo>
                    <a:pt x="859816" y="289760"/>
                  </a:lnTo>
                  <a:lnTo>
                    <a:pt x="862280" y="278977"/>
                  </a:lnTo>
                  <a:lnTo>
                    <a:pt x="864743" y="267555"/>
                  </a:lnTo>
                  <a:lnTo>
                    <a:pt x="867207" y="255516"/>
                  </a:lnTo>
                  <a:lnTo>
                    <a:pt x="869671" y="242845"/>
                  </a:lnTo>
                  <a:lnTo>
                    <a:pt x="872134" y="229578"/>
                  </a:lnTo>
                  <a:lnTo>
                    <a:pt x="874598" y="215855"/>
                  </a:lnTo>
                  <a:lnTo>
                    <a:pt x="877062" y="201743"/>
                  </a:lnTo>
                  <a:lnTo>
                    <a:pt x="879525" y="187317"/>
                  </a:lnTo>
                  <a:lnTo>
                    <a:pt x="881989" y="172663"/>
                  </a:lnTo>
                  <a:lnTo>
                    <a:pt x="884453" y="157869"/>
                  </a:lnTo>
                  <a:lnTo>
                    <a:pt x="886916" y="143059"/>
                  </a:lnTo>
                  <a:lnTo>
                    <a:pt x="889380" y="128372"/>
                  </a:lnTo>
                  <a:lnTo>
                    <a:pt x="891844" y="113920"/>
                  </a:lnTo>
                  <a:lnTo>
                    <a:pt x="894307" y="99815"/>
                  </a:lnTo>
                  <a:lnTo>
                    <a:pt x="896771" y="86168"/>
                  </a:lnTo>
                  <a:lnTo>
                    <a:pt x="899235" y="73093"/>
                  </a:lnTo>
                  <a:lnTo>
                    <a:pt x="901698" y="60779"/>
                  </a:lnTo>
                  <a:lnTo>
                    <a:pt x="904162" y="49403"/>
                  </a:lnTo>
                  <a:lnTo>
                    <a:pt x="906625" y="38973"/>
                  </a:lnTo>
                  <a:lnTo>
                    <a:pt x="909089" y="29581"/>
                  </a:lnTo>
                  <a:lnTo>
                    <a:pt x="911553" y="21309"/>
                  </a:lnTo>
                  <a:lnTo>
                    <a:pt x="914016" y="14233"/>
                  </a:lnTo>
                  <a:lnTo>
                    <a:pt x="916480" y="8419"/>
                  </a:lnTo>
                  <a:lnTo>
                    <a:pt x="918944" y="4218"/>
                  </a:lnTo>
                  <a:lnTo>
                    <a:pt x="921407" y="1409"/>
                  </a:lnTo>
                  <a:lnTo>
                    <a:pt x="923871" y="0"/>
                  </a:lnTo>
                  <a:lnTo>
                    <a:pt x="926335" y="2"/>
                  </a:lnTo>
                  <a:lnTo>
                    <a:pt x="928798" y="1415"/>
                  </a:lnTo>
                  <a:lnTo>
                    <a:pt x="931262" y="4229"/>
                  </a:lnTo>
                  <a:lnTo>
                    <a:pt x="933726" y="8563"/>
                  </a:lnTo>
                  <a:lnTo>
                    <a:pt x="936189" y="14375"/>
                  </a:lnTo>
                  <a:lnTo>
                    <a:pt x="938653" y="21452"/>
                  </a:lnTo>
                  <a:lnTo>
                    <a:pt x="941117" y="29734"/>
                  </a:lnTo>
                  <a:lnTo>
                    <a:pt x="943580" y="39152"/>
                  </a:lnTo>
                  <a:lnTo>
                    <a:pt x="946044" y="49631"/>
                  </a:lnTo>
                  <a:lnTo>
                    <a:pt x="948508" y="61093"/>
                  </a:lnTo>
                  <a:lnTo>
                    <a:pt x="950971" y="73616"/>
                  </a:lnTo>
                  <a:lnTo>
                    <a:pt x="953435" y="86890"/>
                  </a:lnTo>
                  <a:lnTo>
                    <a:pt x="955899" y="100820"/>
                  </a:lnTo>
                  <a:lnTo>
                    <a:pt x="958362" y="115312"/>
                  </a:lnTo>
                  <a:lnTo>
                    <a:pt x="960826" y="130271"/>
                  </a:lnTo>
                  <a:lnTo>
                    <a:pt x="963290" y="145601"/>
                  </a:lnTo>
                  <a:lnTo>
                    <a:pt x="965753" y="161229"/>
                  </a:lnTo>
                  <a:lnTo>
                    <a:pt x="968217" y="177022"/>
                  </a:lnTo>
                  <a:lnTo>
                    <a:pt x="970681" y="192870"/>
                  </a:lnTo>
                  <a:lnTo>
                    <a:pt x="973144" y="208691"/>
                  </a:lnTo>
                  <a:lnTo>
                    <a:pt x="975608" y="224409"/>
                  </a:lnTo>
                  <a:lnTo>
                    <a:pt x="978072" y="239954"/>
                  </a:lnTo>
                  <a:lnTo>
                    <a:pt x="980535" y="255254"/>
                  </a:lnTo>
                  <a:lnTo>
                    <a:pt x="982999" y="270168"/>
                  </a:lnTo>
                  <a:lnTo>
                    <a:pt x="985463" y="284696"/>
                  </a:lnTo>
                  <a:lnTo>
                    <a:pt x="987926" y="298795"/>
                  </a:lnTo>
                  <a:lnTo>
                    <a:pt x="990390" y="312423"/>
                  </a:lnTo>
                  <a:lnTo>
                    <a:pt x="992853" y="325548"/>
                  </a:lnTo>
                  <a:lnTo>
                    <a:pt x="995317" y="338140"/>
                  </a:lnTo>
                  <a:lnTo>
                    <a:pt x="997781" y="350099"/>
                  </a:lnTo>
                  <a:lnTo>
                    <a:pt x="1000244" y="361424"/>
                  </a:lnTo>
                  <a:lnTo>
                    <a:pt x="1002708" y="372158"/>
                  </a:lnTo>
                  <a:lnTo>
                    <a:pt x="1005172" y="382298"/>
                  </a:lnTo>
                  <a:lnTo>
                    <a:pt x="1007635" y="391841"/>
                  </a:lnTo>
                  <a:lnTo>
                    <a:pt x="1010099" y="400793"/>
                  </a:lnTo>
                  <a:lnTo>
                    <a:pt x="1012563" y="409146"/>
                  </a:lnTo>
                  <a:lnTo>
                    <a:pt x="1015026" y="416815"/>
                  </a:lnTo>
                  <a:lnTo>
                    <a:pt x="1017490" y="423932"/>
                  </a:lnTo>
                  <a:lnTo>
                    <a:pt x="1019954" y="430516"/>
                  </a:lnTo>
                  <a:lnTo>
                    <a:pt x="1022417" y="436586"/>
                  </a:lnTo>
                  <a:lnTo>
                    <a:pt x="1024881" y="442163"/>
                  </a:lnTo>
                  <a:lnTo>
                    <a:pt x="1027345" y="447270"/>
                  </a:lnTo>
                  <a:lnTo>
                    <a:pt x="1029808" y="451873"/>
                  </a:lnTo>
                  <a:lnTo>
                    <a:pt x="1032272" y="456031"/>
                  </a:lnTo>
                  <a:lnTo>
                    <a:pt x="1034736" y="459805"/>
                  </a:lnTo>
                  <a:lnTo>
                    <a:pt x="1037199" y="463221"/>
                  </a:lnTo>
                  <a:lnTo>
                    <a:pt x="1039663" y="466302"/>
                  </a:lnTo>
                  <a:lnTo>
                    <a:pt x="1042127" y="469072"/>
                  </a:lnTo>
                  <a:lnTo>
                    <a:pt x="1044590" y="471545"/>
                  </a:lnTo>
                  <a:lnTo>
                    <a:pt x="1047054" y="473712"/>
                  </a:lnTo>
                  <a:lnTo>
                    <a:pt x="1049518" y="475648"/>
                  </a:lnTo>
                  <a:lnTo>
                    <a:pt x="1051981" y="477372"/>
                  </a:lnTo>
                  <a:lnTo>
                    <a:pt x="1054445" y="478902"/>
                  </a:lnTo>
                  <a:lnTo>
                    <a:pt x="1056909" y="480258"/>
                  </a:lnTo>
                  <a:lnTo>
                    <a:pt x="1059372" y="481454"/>
                  </a:lnTo>
                  <a:lnTo>
                    <a:pt x="1061836" y="482488"/>
                  </a:lnTo>
                  <a:lnTo>
                    <a:pt x="1064300" y="483390"/>
                  </a:lnTo>
                  <a:lnTo>
                    <a:pt x="1066763" y="484183"/>
                  </a:lnTo>
                  <a:lnTo>
                    <a:pt x="1069227" y="484877"/>
                  </a:lnTo>
                  <a:lnTo>
                    <a:pt x="1071691" y="485482"/>
                  </a:lnTo>
                  <a:lnTo>
                    <a:pt x="1074154" y="486008"/>
                  </a:lnTo>
                  <a:lnTo>
                    <a:pt x="1076618" y="486459"/>
                  </a:lnTo>
                  <a:lnTo>
                    <a:pt x="1079082" y="486838"/>
                  </a:lnTo>
                  <a:lnTo>
                    <a:pt x="1081545" y="487162"/>
                  </a:lnTo>
                  <a:lnTo>
                    <a:pt x="1084009" y="487437"/>
                  </a:lnTo>
                  <a:lnTo>
                    <a:pt x="1086472" y="487666"/>
                  </a:lnTo>
                  <a:lnTo>
                    <a:pt x="1088936" y="487855"/>
                  </a:lnTo>
                  <a:lnTo>
                    <a:pt x="1091400" y="488005"/>
                  </a:lnTo>
                  <a:lnTo>
                    <a:pt x="1093863" y="488116"/>
                  </a:lnTo>
                  <a:lnTo>
                    <a:pt x="1096327" y="488194"/>
                  </a:lnTo>
                  <a:lnTo>
                    <a:pt x="1098791" y="488243"/>
                  </a:lnTo>
                  <a:lnTo>
                    <a:pt x="1101254" y="488266"/>
                  </a:lnTo>
                  <a:lnTo>
                    <a:pt x="1103718" y="488263"/>
                  </a:lnTo>
                  <a:lnTo>
                    <a:pt x="1106182" y="488236"/>
                  </a:lnTo>
                  <a:lnTo>
                    <a:pt x="1108645" y="488186"/>
                  </a:lnTo>
                  <a:lnTo>
                    <a:pt x="1111109" y="488113"/>
                  </a:lnTo>
                  <a:lnTo>
                    <a:pt x="1113573" y="488022"/>
                  </a:lnTo>
                  <a:lnTo>
                    <a:pt x="1116036" y="487915"/>
                  </a:lnTo>
                  <a:lnTo>
                    <a:pt x="1118500" y="487794"/>
                  </a:lnTo>
                  <a:lnTo>
                    <a:pt x="1120964" y="487661"/>
                  </a:lnTo>
                  <a:lnTo>
                    <a:pt x="1123427" y="487518"/>
                  </a:lnTo>
                  <a:lnTo>
                    <a:pt x="1125891" y="487367"/>
                  </a:lnTo>
                  <a:lnTo>
                    <a:pt x="1128355" y="487211"/>
                  </a:lnTo>
                  <a:lnTo>
                    <a:pt x="1130818" y="487055"/>
                  </a:lnTo>
                  <a:lnTo>
                    <a:pt x="1133282" y="486900"/>
                  </a:lnTo>
                  <a:lnTo>
                    <a:pt x="1135746" y="486750"/>
                  </a:lnTo>
                  <a:lnTo>
                    <a:pt x="1138209" y="486607"/>
                  </a:lnTo>
                  <a:lnTo>
                    <a:pt x="1140673" y="486475"/>
                  </a:lnTo>
                  <a:lnTo>
                    <a:pt x="1143137" y="486357"/>
                  </a:lnTo>
                  <a:lnTo>
                    <a:pt x="1145600" y="486256"/>
                  </a:lnTo>
                  <a:lnTo>
                    <a:pt x="1148064" y="486172"/>
                  </a:lnTo>
                  <a:lnTo>
                    <a:pt x="1150528" y="486108"/>
                  </a:lnTo>
                  <a:lnTo>
                    <a:pt x="1152991" y="486064"/>
                  </a:lnTo>
                  <a:lnTo>
                    <a:pt x="1155455" y="486042"/>
                  </a:lnTo>
                  <a:lnTo>
                    <a:pt x="1157919" y="486047"/>
                  </a:lnTo>
                  <a:lnTo>
                    <a:pt x="1160382" y="486074"/>
                  </a:lnTo>
                  <a:lnTo>
                    <a:pt x="1162846" y="486123"/>
                  </a:lnTo>
                  <a:lnTo>
                    <a:pt x="1165310" y="486193"/>
                  </a:lnTo>
                  <a:lnTo>
                    <a:pt x="1167773" y="486282"/>
                  </a:lnTo>
                  <a:lnTo>
                    <a:pt x="1170237" y="486390"/>
                  </a:lnTo>
                  <a:lnTo>
                    <a:pt x="1172701" y="486514"/>
                  </a:lnTo>
                  <a:lnTo>
                    <a:pt x="1175164" y="486654"/>
                  </a:lnTo>
                  <a:lnTo>
                    <a:pt x="1177628" y="486805"/>
                  </a:lnTo>
                  <a:lnTo>
                    <a:pt x="1180091" y="486964"/>
                  </a:lnTo>
                  <a:lnTo>
                    <a:pt x="1182555" y="487128"/>
                  </a:lnTo>
                  <a:lnTo>
                    <a:pt x="1185019" y="487297"/>
                  </a:lnTo>
                  <a:lnTo>
                    <a:pt x="1187482" y="487467"/>
                  </a:lnTo>
                  <a:lnTo>
                    <a:pt x="1189946" y="487636"/>
                  </a:lnTo>
                  <a:lnTo>
                    <a:pt x="1192410" y="487801"/>
                  </a:lnTo>
                  <a:lnTo>
                    <a:pt x="1194873" y="487960"/>
                  </a:lnTo>
                  <a:lnTo>
                    <a:pt x="1197337" y="488114"/>
                  </a:lnTo>
                  <a:lnTo>
                    <a:pt x="1199801" y="488259"/>
                  </a:lnTo>
                  <a:lnTo>
                    <a:pt x="1202264" y="488397"/>
                  </a:lnTo>
                  <a:lnTo>
                    <a:pt x="1204728" y="488523"/>
                  </a:lnTo>
                  <a:lnTo>
                    <a:pt x="1207192" y="488639"/>
                  </a:lnTo>
                  <a:lnTo>
                    <a:pt x="1209655" y="488745"/>
                  </a:lnTo>
                  <a:lnTo>
                    <a:pt x="1212119" y="488841"/>
                  </a:lnTo>
                  <a:lnTo>
                    <a:pt x="1214583" y="488927"/>
                  </a:lnTo>
                  <a:lnTo>
                    <a:pt x="1217046" y="489004"/>
                  </a:lnTo>
                  <a:lnTo>
                    <a:pt x="1219510" y="489072"/>
                  </a:lnTo>
                  <a:lnTo>
                    <a:pt x="1221974" y="489130"/>
                  </a:lnTo>
                  <a:lnTo>
                    <a:pt x="1224437" y="489180"/>
                  </a:lnTo>
                  <a:lnTo>
                    <a:pt x="1226901" y="489223"/>
                  </a:lnTo>
                  <a:lnTo>
                    <a:pt x="1229365" y="489260"/>
                  </a:lnTo>
                  <a:lnTo>
                    <a:pt x="1231828" y="489292"/>
                  </a:lnTo>
                  <a:lnTo>
                    <a:pt x="1234292" y="489318"/>
                  </a:lnTo>
                  <a:lnTo>
                    <a:pt x="1236756" y="489340"/>
                  </a:lnTo>
                  <a:lnTo>
                    <a:pt x="1239219" y="489358"/>
                  </a:lnTo>
                  <a:lnTo>
                    <a:pt x="1241683" y="489372"/>
                  </a:lnTo>
                  <a:lnTo>
                    <a:pt x="1244147" y="489384"/>
                  </a:lnTo>
                  <a:lnTo>
                    <a:pt x="1246610" y="489394"/>
                  </a:lnTo>
                  <a:lnTo>
                    <a:pt x="1249074" y="489402"/>
                  </a:lnTo>
                  <a:lnTo>
                    <a:pt x="1251538" y="489408"/>
                  </a:lnTo>
                  <a:lnTo>
                    <a:pt x="1254001" y="489413"/>
                  </a:lnTo>
                  <a:lnTo>
                    <a:pt x="1256465" y="489416"/>
                  </a:lnTo>
                  <a:lnTo>
                    <a:pt x="1258929" y="489428"/>
                  </a:lnTo>
                  <a:lnTo>
                    <a:pt x="1256465" y="489428"/>
                  </a:lnTo>
                  <a:lnTo>
                    <a:pt x="1254001" y="489428"/>
                  </a:lnTo>
                  <a:lnTo>
                    <a:pt x="1251538" y="489428"/>
                  </a:lnTo>
                  <a:lnTo>
                    <a:pt x="1249074" y="489428"/>
                  </a:lnTo>
                  <a:lnTo>
                    <a:pt x="1246610" y="489428"/>
                  </a:lnTo>
                  <a:lnTo>
                    <a:pt x="1244147" y="489428"/>
                  </a:lnTo>
                  <a:lnTo>
                    <a:pt x="1241683" y="489428"/>
                  </a:lnTo>
                  <a:lnTo>
                    <a:pt x="1239219" y="489428"/>
                  </a:lnTo>
                  <a:lnTo>
                    <a:pt x="1236756" y="489428"/>
                  </a:lnTo>
                  <a:lnTo>
                    <a:pt x="1234292" y="489428"/>
                  </a:lnTo>
                  <a:lnTo>
                    <a:pt x="1231828" y="489428"/>
                  </a:lnTo>
                  <a:lnTo>
                    <a:pt x="1229365" y="489428"/>
                  </a:lnTo>
                  <a:lnTo>
                    <a:pt x="1226901" y="489428"/>
                  </a:lnTo>
                  <a:lnTo>
                    <a:pt x="1224437" y="489428"/>
                  </a:lnTo>
                  <a:lnTo>
                    <a:pt x="1221974" y="489428"/>
                  </a:lnTo>
                  <a:lnTo>
                    <a:pt x="1219510" y="489428"/>
                  </a:lnTo>
                  <a:lnTo>
                    <a:pt x="1217046" y="489428"/>
                  </a:lnTo>
                  <a:lnTo>
                    <a:pt x="1214583" y="489428"/>
                  </a:lnTo>
                  <a:lnTo>
                    <a:pt x="1212119" y="489428"/>
                  </a:lnTo>
                  <a:lnTo>
                    <a:pt x="1209655" y="489428"/>
                  </a:lnTo>
                  <a:lnTo>
                    <a:pt x="1207192" y="489428"/>
                  </a:lnTo>
                  <a:lnTo>
                    <a:pt x="1204728" y="489428"/>
                  </a:lnTo>
                  <a:lnTo>
                    <a:pt x="1202264" y="489428"/>
                  </a:lnTo>
                  <a:lnTo>
                    <a:pt x="1199801" y="489428"/>
                  </a:lnTo>
                  <a:lnTo>
                    <a:pt x="1197337" y="489428"/>
                  </a:lnTo>
                  <a:lnTo>
                    <a:pt x="1194873" y="489428"/>
                  </a:lnTo>
                  <a:lnTo>
                    <a:pt x="1192410" y="489428"/>
                  </a:lnTo>
                  <a:lnTo>
                    <a:pt x="1189946" y="489428"/>
                  </a:lnTo>
                  <a:lnTo>
                    <a:pt x="1187482" y="489428"/>
                  </a:lnTo>
                  <a:lnTo>
                    <a:pt x="1185019" y="489428"/>
                  </a:lnTo>
                  <a:lnTo>
                    <a:pt x="1182555" y="489428"/>
                  </a:lnTo>
                  <a:lnTo>
                    <a:pt x="1180091" y="489428"/>
                  </a:lnTo>
                  <a:lnTo>
                    <a:pt x="1177628" y="489428"/>
                  </a:lnTo>
                  <a:lnTo>
                    <a:pt x="1175164" y="489428"/>
                  </a:lnTo>
                  <a:lnTo>
                    <a:pt x="1172701" y="489428"/>
                  </a:lnTo>
                  <a:lnTo>
                    <a:pt x="1170237" y="489428"/>
                  </a:lnTo>
                  <a:lnTo>
                    <a:pt x="1167773" y="489428"/>
                  </a:lnTo>
                  <a:lnTo>
                    <a:pt x="1165310" y="489428"/>
                  </a:lnTo>
                  <a:lnTo>
                    <a:pt x="1162846" y="489428"/>
                  </a:lnTo>
                  <a:lnTo>
                    <a:pt x="1160382" y="489428"/>
                  </a:lnTo>
                  <a:lnTo>
                    <a:pt x="1157919" y="489428"/>
                  </a:lnTo>
                  <a:lnTo>
                    <a:pt x="1155455" y="489428"/>
                  </a:lnTo>
                  <a:lnTo>
                    <a:pt x="1152991" y="489428"/>
                  </a:lnTo>
                  <a:lnTo>
                    <a:pt x="1150528" y="489428"/>
                  </a:lnTo>
                  <a:lnTo>
                    <a:pt x="1148064" y="489428"/>
                  </a:lnTo>
                  <a:lnTo>
                    <a:pt x="1145600" y="489428"/>
                  </a:lnTo>
                  <a:lnTo>
                    <a:pt x="1143137" y="489428"/>
                  </a:lnTo>
                  <a:lnTo>
                    <a:pt x="1140673" y="489428"/>
                  </a:lnTo>
                  <a:lnTo>
                    <a:pt x="1138209" y="489428"/>
                  </a:lnTo>
                  <a:lnTo>
                    <a:pt x="1135746" y="489428"/>
                  </a:lnTo>
                  <a:lnTo>
                    <a:pt x="1133282" y="489428"/>
                  </a:lnTo>
                  <a:lnTo>
                    <a:pt x="1130818" y="489428"/>
                  </a:lnTo>
                  <a:lnTo>
                    <a:pt x="1128355" y="489428"/>
                  </a:lnTo>
                  <a:lnTo>
                    <a:pt x="1125891" y="489428"/>
                  </a:lnTo>
                  <a:lnTo>
                    <a:pt x="1123427" y="489428"/>
                  </a:lnTo>
                  <a:lnTo>
                    <a:pt x="1120964" y="489428"/>
                  </a:lnTo>
                  <a:lnTo>
                    <a:pt x="1118500" y="489428"/>
                  </a:lnTo>
                  <a:lnTo>
                    <a:pt x="1116036" y="489428"/>
                  </a:lnTo>
                  <a:lnTo>
                    <a:pt x="1113573" y="489428"/>
                  </a:lnTo>
                  <a:lnTo>
                    <a:pt x="1111109" y="489428"/>
                  </a:lnTo>
                  <a:lnTo>
                    <a:pt x="1108645" y="489428"/>
                  </a:lnTo>
                  <a:lnTo>
                    <a:pt x="1106182" y="489428"/>
                  </a:lnTo>
                  <a:lnTo>
                    <a:pt x="1103718" y="489428"/>
                  </a:lnTo>
                  <a:lnTo>
                    <a:pt x="1101254" y="489428"/>
                  </a:lnTo>
                  <a:lnTo>
                    <a:pt x="1098791" y="489428"/>
                  </a:lnTo>
                  <a:lnTo>
                    <a:pt x="1096327" y="489428"/>
                  </a:lnTo>
                  <a:lnTo>
                    <a:pt x="1093863" y="489428"/>
                  </a:lnTo>
                  <a:lnTo>
                    <a:pt x="1091400" y="489428"/>
                  </a:lnTo>
                  <a:lnTo>
                    <a:pt x="1088936" y="489428"/>
                  </a:lnTo>
                  <a:lnTo>
                    <a:pt x="1086472" y="489428"/>
                  </a:lnTo>
                  <a:lnTo>
                    <a:pt x="1084009" y="489428"/>
                  </a:lnTo>
                  <a:lnTo>
                    <a:pt x="1081545" y="489428"/>
                  </a:lnTo>
                  <a:lnTo>
                    <a:pt x="1079082" y="489428"/>
                  </a:lnTo>
                  <a:lnTo>
                    <a:pt x="1076618" y="489428"/>
                  </a:lnTo>
                  <a:lnTo>
                    <a:pt x="1074154" y="489428"/>
                  </a:lnTo>
                  <a:lnTo>
                    <a:pt x="1071691" y="489428"/>
                  </a:lnTo>
                  <a:lnTo>
                    <a:pt x="1069227" y="489428"/>
                  </a:lnTo>
                  <a:lnTo>
                    <a:pt x="1066763" y="489428"/>
                  </a:lnTo>
                  <a:lnTo>
                    <a:pt x="1064300" y="489428"/>
                  </a:lnTo>
                  <a:lnTo>
                    <a:pt x="1061836" y="489428"/>
                  </a:lnTo>
                  <a:lnTo>
                    <a:pt x="1059372" y="489428"/>
                  </a:lnTo>
                  <a:lnTo>
                    <a:pt x="1056909" y="489428"/>
                  </a:lnTo>
                  <a:lnTo>
                    <a:pt x="1054445" y="489428"/>
                  </a:lnTo>
                  <a:lnTo>
                    <a:pt x="1051981" y="489428"/>
                  </a:lnTo>
                  <a:lnTo>
                    <a:pt x="1049518" y="489428"/>
                  </a:lnTo>
                  <a:lnTo>
                    <a:pt x="1047054" y="489428"/>
                  </a:lnTo>
                  <a:lnTo>
                    <a:pt x="1044590" y="489428"/>
                  </a:lnTo>
                  <a:lnTo>
                    <a:pt x="1042127" y="489428"/>
                  </a:lnTo>
                  <a:lnTo>
                    <a:pt x="1039663" y="489428"/>
                  </a:lnTo>
                  <a:lnTo>
                    <a:pt x="1037199" y="489428"/>
                  </a:lnTo>
                  <a:lnTo>
                    <a:pt x="1034736" y="489428"/>
                  </a:lnTo>
                  <a:lnTo>
                    <a:pt x="1032272" y="489428"/>
                  </a:lnTo>
                  <a:lnTo>
                    <a:pt x="1029808" y="489428"/>
                  </a:lnTo>
                  <a:lnTo>
                    <a:pt x="1027345" y="489428"/>
                  </a:lnTo>
                  <a:lnTo>
                    <a:pt x="1024881" y="489428"/>
                  </a:lnTo>
                  <a:lnTo>
                    <a:pt x="1022417" y="489428"/>
                  </a:lnTo>
                  <a:lnTo>
                    <a:pt x="1019954" y="489428"/>
                  </a:lnTo>
                  <a:lnTo>
                    <a:pt x="1017490" y="489428"/>
                  </a:lnTo>
                  <a:lnTo>
                    <a:pt x="1015026" y="489428"/>
                  </a:lnTo>
                  <a:lnTo>
                    <a:pt x="1012563" y="489428"/>
                  </a:lnTo>
                  <a:lnTo>
                    <a:pt x="1010099" y="489428"/>
                  </a:lnTo>
                  <a:lnTo>
                    <a:pt x="1007635" y="489428"/>
                  </a:lnTo>
                  <a:lnTo>
                    <a:pt x="1005172" y="489428"/>
                  </a:lnTo>
                  <a:lnTo>
                    <a:pt x="1002708" y="489428"/>
                  </a:lnTo>
                  <a:lnTo>
                    <a:pt x="1000244" y="489428"/>
                  </a:lnTo>
                  <a:lnTo>
                    <a:pt x="997781" y="489428"/>
                  </a:lnTo>
                  <a:lnTo>
                    <a:pt x="995317" y="489428"/>
                  </a:lnTo>
                  <a:lnTo>
                    <a:pt x="992853" y="489428"/>
                  </a:lnTo>
                  <a:lnTo>
                    <a:pt x="990390" y="489428"/>
                  </a:lnTo>
                  <a:lnTo>
                    <a:pt x="987926" y="489428"/>
                  </a:lnTo>
                  <a:lnTo>
                    <a:pt x="985463" y="489428"/>
                  </a:lnTo>
                  <a:lnTo>
                    <a:pt x="982999" y="489428"/>
                  </a:lnTo>
                  <a:lnTo>
                    <a:pt x="980535" y="489428"/>
                  </a:lnTo>
                  <a:lnTo>
                    <a:pt x="978072" y="489428"/>
                  </a:lnTo>
                  <a:lnTo>
                    <a:pt x="975608" y="489428"/>
                  </a:lnTo>
                  <a:lnTo>
                    <a:pt x="973144" y="489428"/>
                  </a:lnTo>
                  <a:lnTo>
                    <a:pt x="970681" y="489428"/>
                  </a:lnTo>
                  <a:lnTo>
                    <a:pt x="968217" y="489428"/>
                  </a:lnTo>
                  <a:lnTo>
                    <a:pt x="965753" y="489428"/>
                  </a:lnTo>
                  <a:lnTo>
                    <a:pt x="963290" y="489428"/>
                  </a:lnTo>
                  <a:lnTo>
                    <a:pt x="960826" y="489428"/>
                  </a:lnTo>
                  <a:lnTo>
                    <a:pt x="958362" y="489428"/>
                  </a:lnTo>
                  <a:lnTo>
                    <a:pt x="955899" y="489428"/>
                  </a:lnTo>
                  <a:lnTo>
                    <a:pt x="953435" y="489428"/>
                  </a:lnTo>
                  <a:lnTo>
                    <a:pt x="950971" y="489428"/>
                  </a:lnTo>
                  <a:lnTo>
                    <a:pt x="948508" y="489428"/>
                  </a:lnTo>
                  <a:lnTo>
                    <a:pt x="946044" y="489428"/>
                  </a:lnTo>
                  <a:lnTo>
                    <a:pt x="943580" y="489428"/>
                  </a:lnTo>
                  <a:lnTo>
                    <a:pt x="941117" y="489428"/>
                  </a:lnTo>
                  <a:lnTo>
                    <a:pt x="938653" y="489428"/>
                  </a:lnTo>
                  <a:lnTo>
                    <a:pt x="936189" y="489428"/>
                  </a:lnTo>
                  <a:lnTo>
                    <a:pt x="933726" y="489428"/>
                  </a:lnTo>
                  <a:lnTo>
                    <a:pt x="931262" y="489428"/>
                  </a:lnTo>
                  <a:lnTo>
                    <a:pt x="928798" y="489428"/>
                  </a:lnTo>
                  <a:lnTo>
                    <a:pt x="926335" y="489428"/>
                  </a:lnTo>
                  <a:lnTo>
                    <a:pt x="923871" y="489428"/>
                  </a:lnTo>
                  <a:lnTo>
                    <a:pt x="921407" y="489428"/>
                  </a:lnTo>
                  <a:lnTo>
                    <a:pt x="918944" y="489428"/>
                  </a:lnTo>
                  <a:lnTo>
                    <a:pt x="916480" y="489428"/>
                  </a:lnTo>
                  <a:lnTo>
                    <a:pt x="914016" y="489428"/>
                  </a:lnTo>
                  <a:lnTo>
                    <a:pt x="911553" y="489428"/>
                  </a:lnTo>
                  <a:lnTo>
                    <a:pt x="909089" y="489428"/>
                  </a:lnTo>
                  <a:lnTo>
                    <a:pt x="906625" y="489428"/>
                  </a:lnTo>
                  <a:lnTo>
                    <a:pt x="904162" y="489428"/>
                  </a:lnTo>
                  <a:lnTo>
                    <a:pt x="901698" y="489428"/>
                  </a:lnTo>
                  <a:lnTo>
                    <a:pt x="899235" y="489428"/>
                  </a:lnTo>
                  <a:lnTo>
                    <a:pt x="896771" y="489428"/>
                  </a:lnTo>
                  <a:lnTo>
                    <a:pt x="894307" y="489428"/>
                  </a:lnTo>
                  <a:lnTo>
                    <a:pt x="891844" y="489428"/>
                  </a:lnTo>
                  <a:lnTo>
                    <a:pt x="889380" y="489428"/>
                  </a:lnTo>
                  <a:lnTo>
                    <a:pt x="886916" y="489428"/>
                  </a:lnTo>
                  <a:lnTo>
                    <a:pt x="884453" y="489428"/>
                  </a:lnTo>
                  <a:lnTo>
                    <a:pt x="881989" y="489428"/>
                  </a:lnTo>
                  <a:lnTo>
                    <a:pt x="879525" y="489428"/>
                  </a:lnTo>
                  <a:lnTo>
                    <a:pt x="877062" y="489428"/>
                  </a:lnTo>
                  <a:lnTo>
                    <a:pt x="874598" y="489428"/>
                  </a:lnTo>
                  <a:lnTo>
                    <a:pt x="872134" y="489428"/>
                  </a:lnTo>
                  <a:lnTo>
                    <a:pt x="869671" y="489428"/>
                  </a:lnTo>
                  <a:lnTo>
                    <a:pt x="867207" y="489428"/>
                  </a:lnTo>
                  <a:lnTo>
                    <a:pt x="864743" y="489428"/>
                  </a:lnTo>
                  <a:lnTo>
                    <a:pt x="862280" y="489428"/>
                  </a:lnTo>
                  <a:lnTo>
                    <a:pt x="859816" y="489428"/>
                  </a:lnTo>
                  <a:lnTo>
                    <a:pt x="857352" y="489428"/>
                  </a:lnTo>
                  <a:lnTo>
                    <a:pt x="854889" y="489428"/>
                  </a:lnTo>
                  <a:lnTo>
                    <a:pt x="852425" y="489428"/>
                  </a:lnTo>
                  <a:lnTo>
                    <a:pt x="849961" y="489428"/>
                  </a:lnTo>
                  <a:lnTo>
                    <a:pt x="847498" y="489428"/>
                  </a:lnTo>
                  <a:lnTo>
                    <a:pt x="845034" y="489428"/>
                  </a:lnTo>
                  <a:lnTo>
                    <a:pt x="842570" y="489428"/>
                  </a:lnTo>
                  <a:lnTo>
                    <a:pt x="840107" y="489428"/>
                  </a:lnTo>
                  <a:lnTo>
                    <a:pt x="837643" y="489428"/>
                  </a:lnTo>
                  <a:lnTo>
                    <a:pt x="835179" y="489428"/>
                  </a:lnTo>
                  <a:lnTo>
                    <a:pt x="832716" y="489428"/>
                  </a:lnTo>
                  <a:lnTo>
                    <a:pt x="830252" y="489428"/>
                  </a:lnTo>
                  <a:lnTo>
                    <a:pt x="827788" y="489428"/>
                  </a:lnTo>
                  <a:lnTo>
                    <a:pt x="825325" y="489428"/>
                  </a:lnTo>
                  <a:lnTo>
                    <a:pt x="822861" y="489428"/>
                  </a:lnTo>
                  <a:lnTo>
                    <a:pt x="820397" y="489428"/>
                  </a:lnTo>
                  <a:lnTo>
                    <a:pt x="817934" y="489428"/>
                  </a:lnTo>
                  <a:lnTo>
                    <a:pt x="815470" y="489428"/>
                  </a:lnTo>
                  <a:lnTo>
                    <a:pt x="813006" y="489428"/>
                  </a:lnTo>
                  <a:lnTo>
                    <a:pt x="810543" y="489428"/>
                  </a:lnTo>
                  <a:lnTo>
                    <a:pt x="808079" y="489428"/>
                  </a:lnTo>
                  <a:lnTo>
                    <a:pt x="805616" y="489428"/>
                  </a:lnTo>
                  <a:lnTo>
                    <a:pt x="803152" y="489428"/>
                  </a:lnTo>
                  <a:lnTo>
                    <a:pt x="800688" y="489428"/>
                  </a:lnTo>
                  <a:lnTo>
                    <a:pt x="798225" y="489428"/>
                  </a:lnTo>
                  <a:lnTo>
                    <a:pt x="795761" y="489428"/>
                  </a:lnTo>
                  <a:lnTo>
                    <a:pt x="793297" y="489428"/>
                  </a:lnTo>
                  <a:lnTo>
                    <a:pt x="790834" y="489428"/>
                  </a:lnTo>
                  <a:lnTo>
                    <a:pt x="788370" y="489428"/>
                  </a:lnTo>
                  <a:lnTo>
                    <a:pt x="785906" y="489428"/>
                  </a:lnTo>
                  <a:lnTo>
                    <a:pt x="783443" y="489428"/>
                  </a:lnTo>
                  <a:lnTo>
                    <a:pt x="780979" y="489428"/>
                  </a:lnTo>
                  <a:lnTo>
                    <a:pt x="778515" y="489428"/>
                  </a:lnTo>
                  <a:lnTo>
                    <a:pt x="776052" y="489428"/>
                  </a:lnTo>
                  <a:lnTo>
                    <a:pt x="773588" y="489428"/>
                  </a:lnTo>
                  <a:lnTo>
                    <a:pt x="771124" y="489428"/>
                  </a:lnTo>
                  <a:lnTo>
                    <a:pt x="768661" y="489428"/>
                  </a:lnTo>
                  <a:lnTo>
                    <a:pt x="766197" y="489428"/>
                  </a:lnTo>
                  <a:lnTo>
                    <a:pt x="763733" y="489428"/>
                  </a:lnTo>
                  <a:lnTo>
                    <a:pt x="761270" y="489428"/>
                  </a:lnTo>
                  <a:lnTo>
                    <a:pt x="758806" y="489428"/>
                  </a:lnTo>
                  <a:lnTo>
                    <a:pt x="756342" y="489428"/>
                  </a:lnTo>
                  <a:lnTo>
                    <a:pt x="753879" y="489428"/>
                  </a:lnTo>
                  <a:lnTo>
                    <a:pt x="751415" y="489428"/>
                  </a:lnTo>
                  <a:lnTo>
                    <a:pt x="748951" y="489428"/>
                  </a:lnTo>
                  <a:lnTo>
                    <a:pt x="746488" y="489428"/>
                  </a:lnTo>
                  <a:lnTo>
                    <a:pt x="744024" y="489428"/>
                  </a:lnTo>
                  <a:lnTo>
                    <a:pt x="741560" y="489428"/>
                  </a:lnTo>
                  <a:lnTo>
                    <a:pt x="739097" y="489428"/>
                  </a:lnTo>
                  <a:lnTo>
                    <a:pt x="736633" y="489428"/>
                  </a:lnTo>
                  <a:lnTo>
                    <a:pt x="734169" y="489428"/>
                  </a:lnTo>
                  <a:lnTo>
                    <a:pt x="731706" y="489428"/>
                  </a:lnTo>
                  <a:lnTo>
                    <a:pt x="729242" y="489428"/>
                  </a:lnTo>
                  <a:lnTo>
                    <a:pt x="726778" y="489428"/>
                  </a:lnTo>
                  <a:lnTo>
                    <a:pt x="724315" y="489428"/>
                  </a:lnTo>
                  <a:lnTo>
                    <a:pt x="721851" y="489428"/>
                  </a:lnTo>
                  <a:lnTo>
                    <a:pt x="719388" y="489428"/>
                  </a:lnTo>
                  <a:lnTo>
                    <a:pt x="716924" y="489428"/>
                  </a:lnTo>
                  <a:lnTo>
                    <a:pt x="714460" y="489428"/>
                  </a:lnTo>
                  <a:lnTo>
                    <a:pt x="711997" y="489428"/>
                  </a:lnTo>
                  <a:lnTo>
                    <a:pt x="709533" y="489428"/>
                  </a:lnTo>
                  <a:lnTo>
                    <a:pt x="707069" y="489428"/>
                  </a:lnTo>
                  <a:lnTo>
                    <a:pt x="704606" y="489428"/>
                  </a:lnTo>
                  <a:lnTo>
                    <a:pt x="702142" y="489428"/>
                  </a:lnTo>
                  <a:lnTo>
                    <a:pt x="699678" y="489428"/>
                  </a:lnTo>
                  <a:lnTo>
                    <a:pt x="697215" y="489428"/>
                  </a:lnTo>
                  <a:lnTo>
                    <a:pt x="694751" y="489428"/>
                  </a:lnTo>
                  <a:lnTo>
                    <a:pt x="692287" y="489428"/>
                  </a:lnTo>
                  <a:lnTo>
                    <a:pt x="689824" y="489428"/>
                  </a:lnTo>
                  <a:lnTo>
                    <a:pt x="687360" y="489428"/>
                  </a:lnTo>
                  <a:lnTo>
                    <a:pt x="684896" y="489428"/>
                  </a:lnTo>
                  <a:lnTo>
                    <a:pt x="682433" y="489428"/>
                  </a:lnTo>
                  <a:lnTo>
                    <a:pt x="679969" y="489428"/>
                  </a:lnTo>
                  <a:lnTo>
                    <a:pt x="677505" y="489428"/>
                  </a:lnTo>
                  <a:lnTo>
                    <a:pt x="675042" y="489428"/>
                  </a:lnTo>
                  <a:lnTo>
                    <a:pt x="672578" y="489428"/>
                  </a:lnTo>
                  <a:lnTo>
                    <a:pt x="670114" y="489428"/>
                  </a:lnTo>
                  <a:lnTo>
                    <a:pt x="667651" y="489428"/>
                  </a:lnTo>
                  <a:lnTo>
                    <a:pt x="665187" y="489428"/>
                  </a:lnTo>
                  <a:lnTo>
                    <a:pt x="662723" y="489428"/>
                  </a:lnTo>
                  <a:lnTo>
                    <a:pt x="660260" y="489428"/>
                  </a:lnTo>
                  <a:lnTo>
                    <a:pt x="657796" y="489428"/>
                  </a:lnTo>
                  <a:lnTo>
                    <a:pt x="655332" y="489428"/>
                  </a:lnTo>
                  <a:lnTo>
                    <a:pt x="652869" y="489428"/>
                  </a:lnTo>
                  <a:lnTo>
                    <a:pt x="650405" y="489428"/>
                  </a:lnTo>
                  <a:lnTo>
                    <a:pt x="647941" y="489428"/>
                  </a:lnTo>
                  <a:lnTo>
                    <a:pt x="645478" y="489428"/>
                  </a:lnTo>
                  <a:lnTo>
                    <a:pt x="643014" y="489428"/>
                  </a:lnTo>
                  <a:lnTo>
                    <a:pt x="640550" y="489428"/>
                  </a:lnTo>
                  <a:lnTo>
                    <a:pt x="638087" y="489428"/>
                  </a:lnTo>
                  <a:lnTo>
                    <a:pt x="635623" y="489428"/>
                  </a:lnTo>
                  <a:lnTo>
                    <a:pt x="633159" y="489428"/>
                  </a:lnTo>
                  <a:lnTo>
                    <a:pt x="630696" y="489428"/>
                  </a:lnTo>
                  <a:lnTo>
                    <a:pt x="628232" y="489428"/>
                  </a:lnTo>
                  <a:lnTo>
                    <a:pt x="625769" y="489428"/>
                  </a:lnTo>
                  <a:lnTo>
                    <a:pt x="623305" y="489428"/>
                  </a:lnTo>
                  <a:lnTo>
                    <a:pt x="620841" y="489428"/>
                  </a:lnTo>
                  <a:lnTo>
                    <a:pt x="618378" y="489428"/>
                  </a:lnTo>
                  <a:lnTo>
                    <a:pt x="615914" y="489428"/>
                  </a:lnTo>
                  <a:lnTo>
                    <a:pt x="613450" y="489428"/>
                  </a:lnTo>
                  <a:lnTo>
                    <a:pt x="610987" y="489428"/>
                  </a:lnTo>
                  <a:lnTo>
                    <a:pt x="608523" y="489428"/>
                  </a:lnTo>
                  <a:lnTo>
                    <a:pt x="606059" y="489428"/>
                  </a:lnTo>
                  <a:lnTo>
                    <a:pt x="603596" y="489428"/>
                  </a:lnTo>
                  <a:lnTo>
                    <a:pt x="601132" y="489428"/>
                  </a:lnTo>
                  <a:lnTo>
                    <a:pt x="598668" y="489428"/>
                  </a:lnTo>
                  <a:lnTo>
                    <a:pt x="596205" y="489428"/>
                  </a:lnTo>
                  <a:lnTo>
                    <a:pt x="593741" y="489428"/>
                  </a:lnTo>
                  <a:lnTo>
                    <a:pt x="591277" y="489428"/>
                  </a:lnTo>
                  <a:lnTo>
                    <a:pt x="588814" y="489428"/>
                  </a:lnTo>
                  <a:lnTo>
                    <a:pt x="586350" y="489428"/>
                  </a:lnTo>
                  <a:lnTo>
                    <a:pt x="583886" y="489428"/>
                  </a:lnTo>
                  <a:lnTo>
                    <a:pt x="581423" y="489428"/>
                  </a:lnTo>
                  <a:lnTo>
                    <a:pt x="578959" y="489428"/>
                  </a:lnTo>
                  <a:lnTo>
                    <a:pt x="576495" y="489428"/>
                  </a:lnTo>
                  <a:lnTo>
                    <a:pt x="574032" y="489428"/>
                  </a:lnTo>
                  <a:lnTo>
                    <a:pt x="571568" y="489428"/>
                  </a:lnTo>
                  <a:lnTo>
                    <a:pt x="569104" y="489428"/>
                  </a:lnTo>
                  <a:lnTo>
                    <a:pt x="566641" y="489428"/>
                  </a:lnTo>
                  <a:lnTo>
                    <a:pt x="564177" y="489428"/>
                  </a:lnTo>
                  <a:lnTo>
                    <a:pt x="561713" y="489428"/>
                  </a:lnTo>
                  <a:lnTo>
                    <a:pt x="559250" y="489428"/>
                  </a:lnTo>
                  <a:lnTo>
                    <a:pt x="556786" y="489428"/>
                  </a:lnTo>
                  <a:lnTo>
                    <a:pt x="554322" y="489428"/>
                  </a:lnTo>
                  <a:lnTo>
                    <a:pt x="551859" y="489428"/>
                  </a:lnTo>
                  <a:lnTo>
                    <a:pt x="549395" y="489428"/>
                  </a:lnTo>
                  <a:lnTo>
                    <a:pt x="546931" y="489428"/>
                  </a:lnTo>
                  <a:lnTo>
                    <a:pt x="544468" y="489428"/>
                  </a:lnTo>
                  <a:lnTo>
                    <a:pt x="542004" y="489428"/>
                  </a:lnTo>
                  <a:lnTo>
                    <a:pt x="539541" y="489428"/>
                  </a:lnTo>
                  <a:lnTo>
                    <a:pt x="537077" y="489428"/>
                  </a:lnTo>
                  <a:lnTo>
                    <a:pt x="534613" y="489428"/>
                  </a:lnTo>
                  <a:lnTo>
                    <a:pt x="532150" y="489428"/>
                  </a:lnTo>
                  <a:lnTo>
                    <a:pt x="529686" y="489428"/>
                  </a:lnTo>
                  <a:lnTo>
                    <a:pt x="527222" y="489428"/>
                  </a:lnTo>
                  <a:lnTo>
                    <a:pt x="524759" y="489428"/>
                  </a:lnTo>
                  <a:lnTo>
                    <a:pt x="522295" y="489428"/>
                  </a:lnTo>
                  <a:lnTo>
                    <a:pt x="519831" y="489428"/>
                  </a:lnTo>
                  <a:lnTo>
                    <a:pt x="517368" y="489428"/>
                  </a:lnTo>
                  <a:lnTo>
                    <a:pt x="514904" y="489428"/>
                  </a:lnTo>
                  <a:lnTo>
                    <a:pt x="512440" y="489428"/>
                  </a:lnTo>
                  <a:lnTo>
                    <a:pt x="509977" y="489428"/>
                  </a:lnTo>
                  <a:lnTo>
                    <a:pt x="507513" y="489428"/>
                  </a:lnTo>
                  <a:lnTo>
                    <a:pt x="505049" y="489428"/>
                  </a:lnTo>
                  <a:lnTo>
                    <a:pt x="502586" y="489428"/>
                  </a:lnTo>
                  <a:lnTo>
                    <a:pt x="500122" y="489428"/>
                  </a:lnTo>
                  <a:lnTo>
                    <a:pt x="497658" y="489428"/>
                  </a:lnTo>
                  <a:lnTo>
                    <a:pt x="495195" y="489428"/>
                  </a:lnTo>
                  <a:lnTo>
                    <a:pt x="492731" y="489428"/>
                  </a:lnTo>
                  <a:lnTo>
                    <a:pt x="490267" y="489428"/>
                  </a:lnTo>
                  <a:lnTo>
                    <a:pt x="487804" y="489428"/>
                  </a:lnTo>
                  <a:lnTo>
                    <a:pt x="485340" y="489428"/>
                  </a:lnTo>
                  <a:lnTo>
                    <a:pt x="482876" y="489428"/>
                  </a:lnTo>
                  <a:lnTo>
                    <a:pt x="480413" y="489428"/>
                  </a:lnTo>
                  <a:lnTo>
                    <a:pt x="477949" y="489428"/>
                  </a:lnTo>
                  <a:lnTo>
                    <a:pt x="475485" y="489428"/>
                  </a:lnTo>
                  <a:lnTo>
                    <a:pt x="473022" y="489428"/>
                  </a:lnTo>
                  <a:lnTo>
                    <a:pt x="470558" y="489428"/>
                  </a:lnTo>
                  <a:lnTo>
                    <a:pt x="468094" y="489428"/>
                  </a:lnTo>
                  <a:lnTo>
                    <a:pt x="465631" y="489428"/>
                  </a:lnTo>
                  <a:lnTo>
                    <a:pt x="463167" y="489428"/>
                  </a:lnTo>
                  <a:lnTo>
                    <a:pt x="460703" y="489428"/>
                  </a:lnTo>
                  <a:lnTo>
                    <a:pt x="458240" y="489428"/>
                  </a:lnTo>
                  <a:lnTo>
                    <a:pt x="455776" y="489428"/>
                  </a:lnTo>
                  <a:lnTo>
                    <a:pt x="453312" y="489428"/>
                  </a:lnTo>
                  <a:lnTo>
                    <a:pt x="450849" y="489428"/>
                  </a:lnTo>
                  <a:lnTo>
                    <a:pt x="448385" y="489428"/>
                  </a:lnTo>
                  <a:lnTo>
                    <a:pt x="445922" y="489428"/>
                  </a:lnTo>
                  <a:lnTo>
                    <a:pt x="443458" y="489428"/>
                  </a:lnTo>
                  <a:lnTo>
                    <a:pt x="440994" y="489428"/>
                  </a:lnTo>
                  <a:lnTo>
                    <a:pt x="438531" y="489428"/>
                  </a:lnTo>
                  <a:lnTo>
                    <a:pt x="436067" y="489428"/>
                  </a:lnTo>
                  <a:lnTo>
                    <a:pt x="433603" y="489428"/>
                  </a:lnTo>
                  <a:lnTo>
                    <a:pt x="431140" y="489428"/>
                  </a:lnTo>
                  <a:lnTo>
                    <a:pt x="428676" y="489428"/>
                  </a:lnTo>
                  <a:lnTo>
                    <a:pt x="426212" y="489428"/>
                  </a:lnTo>
                  <a:lnTo>
                    <a:pt x="423749" y="489428"/>
                  </a:lnTo>
                  <a:lnTo>
                    <a:pt x="421285" y="489428"/>
                  </a:lnTo>
                  <a:lnTo>
                    <a:pt x="418821" y="489428"/>
                  </a:lnTo>
                  <a:lnTo>
                    <a:pt x="416358" y="489428"/>
                  </a:lnTo>
                  <a:lnTo>
                    <a:pt x="413894" y="489428"/>
                  </a:lnTo>
                  <a:lnTo>
                    <a:pt x="411430" y="489428"/>
                  </a:lnTo>
                  <a:lnTo>
                    <a:pt x="408967" y="489428"/>
                  </a:lnTo>
                  <a:lnTo>
                    <a:pt x="406503" y="489428"/>
                  </a:lnTo>
                  <a:lnTo>
                    <a:pt x="404039" y="489428"/>
                  </a:lnTo>
                  <a:lnTo>
                    <a:pt x="401576" y="489428"/>
                  </a:lnTo>
                  <a:lnTo>
                    <a:pt x="399112" y="489428"/>
                  </a:lnTo>
                  <a:lnTo>
                    <a:pt x="396648" y="489428"/>
                  </a:lnTo>
                  <a:lnTo>
                    <a:pt x="394185" y="489428"/>
                  </a:lnTo>
                  <a:lnTo>
                    <a:pt x="391721" y="489428"/>
                  </a:lnTo>
                  <a:lnTo>
                    <a:pt x="389257" y="489428"/>
                  </a:lnTo>
                  <a:lnTo>
                    <a:pt x="386794" y="489428"/>
                  </a:lnTo>
                  <a:lnTo>
                    <a:pt x="384330" y="489428"/>
                  </a:lnTo>
                  <a:lnTo>
                    <a:pt x="381866" y="489428"/>
                  </a:lnTo>
                  <a:lnTo>
                    <a:pt x="379403" y="489428"/>
                  </a:lnTo>
                  <a:lnTo>
                    <a:pt x="376939" y="489428"/>
                  </a:lnTo>
                  <a:lnTo>
                    <a:pt x="374475" y="489428"/>
                  </a:lnTo>
                  <a:lnTo>
                    <a:pt x="372012" y="489428"/>
                  </a:lnTo>
                  <a:lnTo>
                    <a:pt x="369548" y="489428"/>
                  </a:lnTo>
                  <a:lnTo>
                    <a:pt x="367084" y="489428"/>
                  </a:lnTo>
                  <a:lnTo>
                    <a:pt x="364621" y="489428"/>
                  </a:lnTo>
                  <a:lnTo>
                    <a:pt x="362157" y="489428"/>
                  </a:lnTo>
                  <a:lnTo>
                    <a:pt x="359694" y="489428"/>
                  </a:lnTo>
                  <a:lnTo>
                    <a:pt x="357230" y="489428"/>
                  </a:lnTo>
                  <a:lnTo>
                    <a:pt x="354766" y="489428"/>
                  </a:lnTo>
                  <a:lnTo>
                    <a:pt x="352303" y="489428"/>
                  </a:lnTo>
                  <a:lnTo>
                    <a:pt x="349839" y="489428"/>
                  </a:lnTo>
                  <a:lnTo>
                    <a:pt x="347375" y="489428"/>
                  </a:lnTo>
                  <a:lnTo>
                    <a:pt x="344912" y="489428"/>
                  </a:lnTo>
                  <a:lnTo>
                    <a:pt x="342448" y="489428"/>
                  </a:lnTo>
                  <a:lnTo>
                    <a:pt x="339984" y="489428"/>
                  </a:lnTo>
                  <a:lnTo>
                    <a:pt x="337521" y="489428"/>
                  </a:lnTo>
                  <a:lnTo>
                    <a:pt x="335057" y="489428"/>
                  </a:lnTo>
                  <a:lnTo>
                    <a:pt x="332593" y="489428"/>
                  </a:lnTo>
                  <a:lnTo>
                    <a:pt x="330130" y="489428"/>
                  </a:lnTo>
                  <a:lnTo>
                    <a:pt x="327666" y="489428"/>
                  </a:lnTo>
                  <a:lnTo>
                    <a:pt x="325202" y="489428"/>
                  </a:lnTo>
                  <a:lnTo>
                    <a:pt x="322739" y="489428"/>
                  </a:lnTo>
                  <a:lnTo>
                    <a:pt x="320275" y="489428"/>
                  </a:lnTo>
                  <a:lnTo>
                    <a:pt x="317811" y="489428"/>
                  </a:lnTo>
                  <a:lnTo>
                    <a:pt x="315348" y="489428"/>
                  </a:lnTo>
                  <a:lnTo>
                    <a:pt x="312884" y="489428"/>
                  </a:lnTo>
                  <a:lnTo>
                    <a:pt x="310420" y="489428"/>
                  </a:lnTo>
                  <a:lnTo>
                    <a:pt x="307957" y="489428"/>
                  </a:lnTo>
                  <a:lnTo>
                    <a:pt x="305493" y="489428"/>
                  </a:lnTo>
                  <a:lnTo>
                    <a:pt x="303029" y="489428"/>
                  </a:lnTo>
                  <a:lnTo>
                    <a:pt x="300566" y="489428"/>
                  </a:lnTo>
                  <a:lnTo>
                    <a:pt x="298102" y="489428"/>
                  </a:lnTo>
                  <a:lnTo>
                    <a:pt x="295638" y="489428"/>
                  </a:lnTo>
                  <a:lnTo>
                    <a:pt x="293175" y="489428"/>
                  </a:lnTo>
                  <a:lnTo>
                    <a:pt x="290711" y="489428"/>
                  </a:lnTo>
                  <a:lnTo>
                    <a:pt x="288247" y="489428"/>
                  </a:lnTo>
                  <a:lnTo>
                    <a:pt x="285784" y="489428"/>
                  </a:lnTo>
                  <a:lnTo>
                    <a:pt x="283320" y="489428"/>
                  </a:lnTo>
                  <a:lnTo>
                    <a:pt x="280856" y="489428"/>
                  </a:lnTo>
                  <a:lnTo>
                    <a:pt x="278393" y="489428"/>
                  </a:lnTo>
                  <a:lnTo>
                    <a:pt x="275929" y="489428"/>
                  </a:lnTo>
                  <a:lnTo>
                    <a:pt x="273465" y="489428"/>
                  </a:lnTo>
                  <a:lnTo>
                    <a:pt x="271002" y="489428"/>
                  </a:lnTo>
                  <a:lnTo>
                    <a:pt x="268538" y="489428"/>
                  </a:lnTo>
                  <a:lnTo>
                    <a:pt x="266075" y="489428"/>
                  </a:lnTo>
                  <a:lnTo>
                    <a:pt x="263611" y="489428"/>
                  </a:lnTo>
                  <a:lnTo>
                    <a:pt x="261147" y="489428"/>
                  </a:lnTo>
                  <a:lnTo>
                    <a:pt x="258684" y="489428"/>
                  </a:lnTo>
                  <a:lnTo>
                    <a:pt x="256220" y="489428"/>
                  </a:lnTo>
                  <a:lnTo>
                    <a:pt x="253756" y="489428"/>
                  </a:lnTo>
                  <a:lnTo>
                    <a:pt x="251293" y="489428"/>
                  </a:lnTo>
                  <a:lnTo>
                    <a:pt x="248829" y="489428"/>
                  </a:lnTo>
                  <a:lnTo>
                    <a:pt x="246365" y="489428"/>
                  </a:lnTo>
                  <a:lnTo>
                    <a:pt x="243902" y="489428"/>
                  </a:lnTo>
                  <a:lnTo>
                    <a:pt x="241438" y="489428"/>
                  </a:lnTo>
                  <a:lnTo>
                    <a:pt x="238974" y="489428"/>
                  </a:lnTo>
                  <a:lnTo>
                    <a:pt x="236511" y="489428"/>
                  </a:lnTo>
                  <a:lnTo>
                    <a:pt x="234047" y="489428"/>
                  </a:lnTo>
                  <a:lnTo>
                    <a:pt x="231583" y="489428"/>
                  </a:lnTo>
                  <a:lnTo>
                    <a:pt x="229120" y="489428"/>
                  </a:lnTo>
                  <a:lnTo>
                    <a:pt x="226656" y="489428"/>
                  </a:lnTo>
                  <a:lnTo>
                    <a:pt x="224192" y="489428"/>
                  </a:lnTo>
                  <a:lnTo>
                    <a:pt x="221729" y="489428"/>
                  </a:lnTo>
                  <a:lnTo>
                    <a:pt x="219265" y="489428"/>
                  </a:lnTo>
                  <a:lnTo>
                    <a:pt x="216801" y="489428"/>
                  </a:lnTo>
                  <a:lnTo>
                    <a:pt x="214338" y="489428"/>
                  </a:lnTo>
                  <a:lnTo>
                    <a:pt x="211874" y="489428"/>
                  </a:lnTo>
                  <a:lnTo>
                    <a:pt x="209410" y="489428"/>
                  </a:lnTo>
                  <a:lnTo>
                    <a:pt x="206947" y="489428"/>
                  </a:lnTo>
                  <a:lnTo>
                    <a:pt x="204483" y="489428"/>
                  </a:lnTo>
                  <a:lnTo>
                    <a:pt x="202019" y="489428"/>
                  </a:lnTo>
                  <a:lnTo>
                    <a:pt x="199556" y="489428"/>
                  </a:lnTo>
                  <a:lnTo>
                    <a:pt x="197092" y="489428"/>
                  </a:lnTo>
                  <a:lnTo>
                    <a:pt x="194628" y="489428"/>
                  </a:lnTo>
                  <a:lnTo>
                    <a:pt x="192165" y="489428"/>
                  </a:lnTo>
                  <a:lnTo>
                    <a:pt x="189701" y="489428"/>
                  </a:lnTo>
                  <a:lnTo>
                    <a:pt x="187237" y="489428"/>
                  </a:lnTo>
                  <a:lnTo>
                    <a:pt x="184774" y="489428"/>
                  </a:lnTo>
                  <a:lnTo>
                    <a:pt x="182310" y="489428"/>
                  </a:lnTo>
                  <a:lnTo>
                    <a:pt x="179847" y="489428"/>
                  </a:lnTo>
                  <a:lnTo>
                    <a:pt x="177383" y="489428"/>
                  </a:lnTo>
                  <a:lnTo>
                    <a:pt x="174919" y="489428"/>
                  </a:lnTo>
                  <a:lnTo>
                    <a:pt x="172456" y="489428"/>
                  </a:lnTo>
                  <a:lnTo>
                    <a:pt x="169992" y="489428"/>
                  </a:lnTo>
                  <a:lnTo>
                    <a:pt x="167528" y="489428"/>
                  </a:lnTo>
                  <a:lnTo>
                    <a:pt x="165065" y="489428"/>
                  </a:lnTo>
                  <a:lnTo>
                    <a:pt x="162601" y="489428"/>
                  </a:lnTo>
                  <a:lnTo>
                    <a:pt x="160137" y="489428"/>
                  </a:lnTo>
                  <a:lnTo>
                    <a:pt x="157674" y="489428"/>
                  </a:lnTo>
                  <a:lnTo>
                    <a:pt x="155210" y="489428"/>
                  </a:lnTo>
                  <a:lnTo>
                    <a:pt x="152746" y="489428"/>
                  </a:lnTo>
                  <a:lnTo>
                    <a:pt x="150283" y="489428"/>
                  </a:lnTo>
                  <a:lnTo>
                    <a:pt x="147819" y="489428"/>
                  </a:lnTo>
                  <a:lnTo>
                    <a:pt x="145355" y="489428"/>
                  </a:lnTo>
                  <a:lnTo>
                    <a:pt x="142892" y="489428"/>
                  </a:lnTo>
                  <a:lnTo>
                    <a:pt x="140428" y="489428"/>
                  </a:lnTo>
                  <a:lnTo>
                    <a:pt x="137964" y="489428"/>
                  </a:lnTo>
                  <a:lnTo>
                    <a:pt x="135501" y="489428"/>
                  </a:lnTo>
                  <a:lnTo>
                    <a:pt x="133037" y="489428"/>
                  </a:lnTo>
                  <a:lnTo>
                    <a:pt x="130573" y="489428"/>
                  </a:lnTo>
                  <a:lnTo>
                    <a:pt x="128110" y="489428"/>
                  </a:lnTo>
                  <a:lnTo>
                    <a:pt x="125646" y="489428"/>
                  </a:lnTo>
                  <a:lnTo>
                    <a:pt x="123182" y="489428"/>
                  </a:lnTo>
                  <a:lnTo>
                    <a:pt x="120719" y="489428"/>
                  </a:lnTo>
                  <a:lnTo>
                    <a:pt x="118255" y="489428"/>
                  </a:lnTo>
                  <a:lnTo>
                    <a:pt x="115791" y="489428"/>
                  </a:lnTo>
                  <a:lnTo>
                    <a:pt x="113328" y="489428"/>
                  </a:lnTo>
                  <a:lnTo>
                    <a:pt x="110864" y="489428"/>
                  </a:lnTo>
                  <a:lnTo>
                    <a:pt x="108400" y="489428"/>
                  </a:lnTo>
                  <a:lnTo>
                    <a:pt x="105937" y="489428"/>
                  </a:lnTo>
                  <a:lnTo>
                    <a:pt x="103473" y="489428"/>
                  </a:lnTo>
                  <a:lnTo>
                    <a:pt x="101009" y="489428"/>
                  </a:lnTo>
                  <a:lnTo>
                    <a:pt x="98546" y="489428"/>
                  </a:lnTo>
                  <a:lnTo>
                    <a:pt x="96082" y="489428"/>
                  </a:lnTo>
                  <a:lnTo>
                    <a:pt x="93618" y="489428"/>
                  </a:lnTo>
                  <a:lnTo>
                    <a:pt x="91155" y="489428"/>
                  </a:lnTo>
                  <a:lnTo>
                    <a:pt x="88691" y="489428"/>
                  </a:lnTo>
                  <a:lnTo>
                    <a:pt x="86228" y="489428"/>
                  </a:lnTo>
                  <a:lnTo>
                    <a:pt x="83764" y="489428"/>
                  </a:lnTo>
                  <a:lnTo>
                    <a:pt x="81300" y="489428"/>
                  </a:lnTo>
                  <a:lnTo>
                    <a:pt x="78837" y="489428"/>
                  </a:lnTo>
                  <a:lnTo>
                    <a:pt x="76373" y="489428"/>
                  </a:lnTo>
                  <a:lnTo>
                    <a:pt x="73909" y="489428"/>
                  </a:lnTo>
                  <a:lnTo>
                    <a:pt x="71446" y="489428"/>
                  </a:lnTo>
                  <a:lnTo>
                    <a:pt x="68982" y="489428"/>
                  </a:lnTo>
                  <a:lnTo>
                    <a:pt x="66518" y="489428"/>
                  </a:lnTo>
                  <a:lnTo>
                    <a:pt x="64055" y="489428"/>
                  </a:lnTo>
                  <a:lnTo>
                    <a:pt x="61591" y="489428"/>
                  </a:lnTo>
                  <a:lnTo>
                    <a:pt x="59127" y="489428"/>
                  </a:lnTo>
                  <a:lnTo>
                    <a:pt x="56664" y="489428"/>
                  </a:lnTo>
                  <a:lnTo>
                    <a:pt x="54200" y="489428"/>
                  </a:lnTo>
                  <a:lnTo>
                    <a:pt x="51736" y="489428"/>
                  </a:lnTo>
                  <a:lnTo>
                    <a:pt x="49273" y="489428"/>
                  </a:lnTo>
                  <a:lnTo>
                    <a:pt x="46809" y="489428"/>
                  </a:lnTo>
                  <a:lnTo>
                    <a:pt x="44345" y="489428"/>
                  </a:lnTo>
                  <a:lnTo>
                    <a:pt x="41882" y="489428"/>
                  </a:lnTo>
                  <a:lnTo>
                    <a:pt x="39418" y="489428"/>
                  </a:lnTo>
                  <a:lnTo>
                    <a:pt x="36954" y="489428"/>
                  </a:lnTo>
                  <a:lnTo>
                    <a:pt x="34491" y="489428"/>
                  </a:lnTo>
                  <a:lnTo>
                    <a:pt x="32027" y="489428"/>
                  </a:lnTo>
                  <a:lnTo>
                    <a:pt x="29563" y="489428"/>
                  </a:lnTo>
                  <a:lnTo>
                    <a:pt x="27100" y="489428"/>
                  </a:lnTo>
                  <a:lnTo>
                    <a:pt x="24636" y="489428"/>
                  </a:lnTo>
                  <a:lnTo>
                    <a:pt x="22172" y="489428"/>
                  </a:lnTo>
                  <a:lnTo>
                    <a:pt x="19709" y="489428"/>
                  </a:lnTo>
                  <a:lnTo>
                    <a:pt x="17245" y="489428"/>
                  </a:lnTo>
                  <a:lnTo>
                    <a:pt x="14781" y="489428"/>
                  </a:lnTo>
                  <a:lnTo>
                    <a:pt x="12318" y="489428"/>
                  </a:lnTo>
                  <a:lnTo>
                    <a:pt x="9854" y="489428"/>
                  </a:lnTo>
                  <a:lnTo>
                    <a:pt x="7390" y="489428"/>
                  </a:lnTo>
                  <a:lnTo>
                    <a:pt x="4927" y="489428"/>
                  </a:lnTo>
                  <a:lnTo>
                    <a:pt x="2463" y="48942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5481616" y="5664469"/>
              <a:ext cx="1258929" cy="489428"/>
            </a:xfrm>
            <a:custGeom>
              <a:avLst/>
              <a:pathLst>
                <a:path w="1258929" h="489428">
                  <a:moveTo>
                    <a:pt x="0" y="489428"/>
                  </a:moveTo>
                  <a:lnTo>
                    <a:pt x="2463" y="489428"/>
                  </a:lnTo>
                  <a:lnTo>
                    <a:pt x="4927" y="489428"/>
                  </a:lnTo>
                  <a:lnTo>
                    <a:pt x="7390" y="489428"/>
                  </a:lnTo>
                  <a:lnTo>
                    <a:pt x="9854" y="489428"/>
                  </a:lnTo>
                  <a:lnTo>
                    <a:pt x="12318" y="489428"/>
                  </a:lnTo>
                  <a:lnTo>
                    <a:pt x="14781" y="489428"/>
                  </a:lnTo>
                  <a:lnTo>
                    <a:pt x="17245" y="489428"/>
                  </a:lnTo>
                  <a:lnTo>
                    <a:pt x="19709" y="489428"/>
                  </a:lnTo>
                  <a:lnTo>
                    <a:pt x="22172" y="489428"/>
                  </a:lnTo>
                  <a:lnTo>
                    <a:pt x="24636" y="489428"/>
                  </a:lnTo>
                  <a:lnTo>
                    <a:pt x="27100" y="489428"/>
                  </a:lnTo>
                  <a:lnTo>
                    <a:pt x="29563" y="489428"/>
                  </a:lnTo>
                  <a:lnTo>
                    <a:pt x="32027" y="489428"/>
                  </a:lnTo>
                  <a:lnTo>
                    <a:pt x="34491" y="489428"/>
                  </a:lnTo>
                  <a:lnTo>
                    <a:pt x="36954" y="489428"/>
                  </a:lnTo>
                  <a:lnTo>
                    <a:pt x="39418" y="489428"/>
                  </a:lnTo>
                  <a:lnTo>
                    <a:pt x="41882" y="489428"/>
                  </a:lnTo>
                  <a:lnTo>
                    <a:pt x="44345" y="489428"/>
                  </a:lnTo>
                  <a:lnTo>
                    <a:pt x="46809" y="489428"/>
                  </a:lnTo>
                  <a:lnTo>
                    <a:pt x="49273" y="489428"/>
                  </a:lnTo>
                  <a:lnTo>
                    <a:pt x="51736" y="489428"/>
                  </a:lnTo>
                  <a:lnTo>
                    <a:pt x="54200" y="489428"/>
                  </a:lnTo>
                  <a:lnTo>
                    <a:pt x="56664" y="489428"/>
                  </a:lnTo>
                  <a:lnTo>
                    <a:pt x="59127" y="489428"/>
                  </a:lnTo>
                  <a:lnTo>
                    <a:pt x="61591" y="489428"/>
                  </a:lnTo>
                  <a:lnTo>
                    <a:pt x="64055" y="489428"/>
                  </a:lnTo>
                  <a:lnTo>
                    <a:pt x="66518" y="489428"/>
                  </a:lnTo>
                  <a:lnTo>
                    <a:pt x="68982" y="489428"/>
                  </a:lnTo>
                  <a:lnTo>
                    <a:pt x="71446" y="489428"/>
                  </a:lnTo>
                  <a:lnTo>
                    <a:pt x="73909" y="489428"/>
                  </a:lnTo>
                  <a:lnTo>
                    <a:pt x="76373" y="489428"/>
                  </a:lnTo>
                  <a:lnTo>
                    <a:pt x="78837" y="489428"/>
                  </a:lnTo>
                  <a:lnTo>
                    <a:pt x="81300" y="489428"/>
                  </a:lnTo>
                  <a:lnTo>
                    <a:pt x="83764" y="489428"/>
                  </a:lnTo>
                  <a:lnTo>
                    <a:pt x="86228" y="489428"/>
                  </a:lnTo>
                  <a:lnTo>
                    <a:pt x="88691" y="489428"/>
                  </a:lnTo>
                  <a:lnTo>
                    <a:pt x="91155" y="489428"/>
                  </a:lnTo>
                  <a:lnTo>
                    <a:pt x="93618" y="489428"/>
                  </a:lnTo>
                  <a:lnTo>
                    <a:pt x="96082" y="489428"/>
                  </a:lnTo>
                  <a:lnTo>
                    <a:pt x="98546" y="489428"/>
                  </a:lnTo>
                  <a:lnTo>
                    <a:pt x="101009" y="489428"/>
                  </a:lnTo>
                  <a:lnTo>
                    <a:pt x="103473" y="489428"/>
                  </a:lnTo>
                  <a:lnTo>
                    <a:pt x="105937" y="489428"/>
                  </a:lnTo>
                  <a:lnTo>
                    <a:pt x="108400" y="489428"/>
                  </a:lnTo>
                  <a:lnTo>
                    <a:pt x="110864" y="489428"/>
                  </a:lnTo>
                  <a:lnTo>
                    <a:pt x="113328" y="489428"/>
                  </a:lnTo>
                  <a:lnTo>
                    <a:pt x="115791" y="489428"/>
                  </a:lnTo>
                  <a:lnTo>
                    <a:pt x="118255" y="489428"/>
                  </a:lnTo>
                  <a:lnTo>
                    <a:pt x="120719" y="489428"/>
                  </a:lnTo>
                  <a:lnTo>
                    <a:pt x="123182" y="489428"/>
                  </a:lnTo>
                  <a:lnTo>
                    <a:pt x="125646" y="489428"/>
                  </a:lnTo>
                  <a:lnTo>
                    <a:pt x="128110" y="489428"/>
                  </a:lnTo>
                  <a:lnTo>
                    <a:pt x="130573" y="489428"/>
                  </a:lnTo>
                  <a:lnTo>
                    <a:pt x="133037" y="489428"/>
                  </a:lnTo>
                  <a:lnTo>
                    <a:pt x="135501" y="489428"/>
                  </a:lnTo>
                  <a:lnTo>
                    <a:pt x="137964" y="489428"/>
                  </a:lnTo>
                  <a:lnTo>
                    <a:pt x="140428" y="489428"/>
                  </a:lnTo>
                  <a:lnTo>
                    <a:pt x="142892" y="489428"/>
                  </a:lnTo>
                  <a:lnTo>
                    <a:pt x="145355" y="489428"/>
                  </a:lnTo>
                  <a:lnTo>
                    <a:pt x="147819" y="489428"/>
                  </a:lnTo>
                  <a:lnTo>
                    <a:pt x="150283" y="489428"/>
                  </a:lnTo>
                  <a:lnTo>
                    <a:pt x="152746" y="489428"/>
                  </a:lnTo>
                  <a:lnTo>
                    <a:pt x="155210" y="489428"/>
                  </a:lnTo>
                  <a:lnTo>
                    <a:pt x="157674" y="489428"/>
                  </a:lnTo>
                  <a:lnTo>
                    <a:pt x="160137" y="489428"/>
                  </a:lnTo>
                  <a:lnTo>
                    <a:pt x="162601" y="489428"/>
                  </a:lnTo>
                  <a:lnTo>
                    <a:pt x="165065" y="489428"/>
                  </a:lnTo>
                  <a:lnTo>
                    <a:pt x="167528" y="489428"/>
                  </a:lnTo>
                  <a:lnTo>
                    <a:pt x="169992" y="489428"/>
                  </a:lnTo>
                  <a:lnTo>
                    <a:pt x="172456" y="489428"/>
                  </a:lnTo>
                  <a:lnTo>
                    <a:pt x="174919" y="489428"/>
                  </a:lnTo>
                  <a:lnTo>
                    <a:pt x="177383" y="489428"/>
                  </a:lnTo>
                  <a:lnTo>
                    <a:pt x="179847" y="489428"/>
                  </a:lnTo>
                  <a:lnTo>
                    <a:pt x="182310" y="489428"/>
                  </a:lnTo>
                  <a:lnTo>
                    <a:pt x="184774" y="489428"/>
                  </a:lnTo>
                  <a:lnTo>
                    <a:pt x="187237" y="489428"/>
                  </a:lnTo>
                  <a:lnTo>
                    <a:pt x="189701" y="489428"/>
                  </a:lnTo>
                  <a:lnTo>
                    <a:pt x="192165" y="489428"/>
                  </a:lnTo>
                  <a:lnTo>
                    <a:pt x="194628" y="489428"/>
                  </a:lnTo>
                  <a:lnTo>
                    <a:pt x="197092" y="489428"/>
                  </a:lnTo>
                  <a:lnTo>
                    <a:pt x="199556" y="489428"/>
                  </a:lnTo>
                  <a:lnTo>
                    <a:pt x="202019" y="489428"/>
                  </a:lnTo>
                  <a:lnTo>
                    <a:pt x="204483" y="489428"/>
                  </a:lnTo>
                  <a:lnTo>
                    <a:pt x="206947" y="489428"/>
                  </a:lnTo>
                  <a:lnTo>
                    <a:pt x="209410" y="489428"/>
                  </a:lnTo>
                  <a:lnTo>
                    <a:pt x="211874" y="489428"/>
                  </a:lnTo>
                  <a:lnTo>
                    <a:pt x="214338" y="489428"/>
                  </a:lnTo>
                  <a:lnTo>
                    <a:pt x="216801" y="489428"/>
                  </a:lnTo>
                  <a:lnTo>
                    <a:pt x="219265" y="489428"/>
                  </a:lnTo>
                  <a:lnTo>
                    <a:pt x="221729" y="489428"/>
                  </a:lnTo>
                  <a:lnTo>
                    <a:pt x="224192" y="489428"/>
                  </a:lnTo>
                  <a:lnTo>
                    <a:pt x="226656" y="489428"/>
                  </a:lnTo>
                  <a:lnTo>
                    <a:pt x="229120" y="489428"/>
                  </a:lnTo>
                  <a:lnTo>
                    <a:pt x="231583" y="489428"/>
                  </a:lnTo>
                  <a:lnTo>
                    <a:pt x="234047" y="489428"/>
                  </a:lnTo>
                  <a:lnTo>
                    <a:pt x="236511" y="489428"/>
                  </a:lnTo>
                  <a:lnTo>
                    <a:pt x="238974" y="489428"/>
                  </a:lnTo>
                  <a:lnTo>
                    <a:pt x="241438" y="489428"/>
                  </a:lnTo>
                  <a:lnTo>
                    <a:pt x="243902" y="489428"/>
                  </a:lnTo>
                  <a:lnTo>
                    <a:pt x="246365" y="489428"/>
                  </a:lnTo>
                  <a:lnTo>
                    <a:pt x="248829" y="489427"/>
                  </a:lnTo>
                  <a:lnTo>
                    <a:pt x="251293" y="489427"/>
                  </a:lnTo>
                  <a:lnTo>
                    <a:pt x="253756" y="489426"/>
                  </a:lnTo>
                  <a:lnTo>
                    <a:pt x="256220" y="489426"/>
                  </a:lnTo>
                  <a:lnTo>
                    <a:pt x="258684" y="489425"/>
                  </a:lnTo>
                  <a:lnTo>
                    <a:pt x="261147" y="489423"/>
                  </a:lnTo>
                  <a:lnTo>
                    <a:pt x="263611" y="489422"/>
                  </a:lnTo>
                  <a:lnTo>
                    <a:pt x="266075" y="489419"/>
                  </a:lnTo>
                  <a:lnTo>
                    <a:pt x="268538" y="489417"/>
                  </a:lnTo>
                  <a:lnTo>
                    <a:pt x="271002" y="489413"/>
                  </a:lnTo>
                  <a:lnTo>
                    <a:pt x="273465" y="489408"/>
                  </a:lnTo>
                  <a:lnTo>
                    <a:pt x="275929" y="489402"/>
                  </a:lnTo>
                  <a:lnTo>
                    <a:pt x="278393" y="489395"/>
                  </a:lnTo>
                  <a:lnTo>
                    <a:pt x="280856" y="489386"/>
                  </a:lnTo>
                  <a:lnTo>
                    <a:pt x="283320" y="489374"/>
                  </a:lnTo>
                  <a:lnTo>
                    <a:pt x="285784" y="489360"/>
                  </a:lnTo>
                  <a:lnTo>
                    <a:pt x="288247" y="489343"/>
                  </a:lnTo>
                  <a:lnTo>
                    <a:pt x="290711" y="489322"/>
                  </a:lnTo>
                  <a:lnTo>
                    <a:pt x="293175" y="489298"/>
                  </a:lnTo>
                  <a:lnTo>
                    <a:pt x="295638" y="489269"/>
                  </a:lnTo>
                  <a:lnTo>
                    <a:pt x="298102" y="489234"/>
                  </a:lnTo>
                  <a:lnTo>
                    <a:pt x="300566" y="489194"/>
                  </a:lnTo>
                  <a:lnTo>
                    <a:pt x="303029" y="489147"/>
                  </a:lnTo>
                  <a:lnTo>
                    <a:pt x="305493" y="489094"/>
                  </a:lnTo>
                  <a:lnTo>
                    <a:pt x="307957" y="489034"/>
                  </a:lnTo>
                  <a:lnTo>
                    <a:pt x="310420" y="488967"/>
                  </a:lnTo>
                  <a:lnTo>
                    <a:pt x="312884" y="488890"/>
                  </a:lnTo>
                  <a:lnTo>
                    <a:pt x="315348" y="488805"/>
                  </a:lnTo>
                  <a:lnTo>
                    <a:pt x="317811" y="488713"/>
                  </a:lnTo>
                  <a:lnTo>
                    <a:pt x="320275" y="488612"/>
                  </a:lnTo>
                  <a:lnTo>
                    <a:pt x="322739" y="488504"/>
                  </a:lnTo>
                  <a:lnTo>
                    <a:pt x="325202" y="488390"/>
                  </a:lnTo>
                  <a:lnTo>
                    <a:pt x="327666" y="488268"/>
                  </a:lnTo>
                  <a:lnTo>
                    <a:pt x="330130" y="488140"/>
                  </a:lnTo>
                  <a:lnTo>
                    <a:pt x="332593" y="488008"/>
                  </a:lnTo>
                  <a:lnTo>
                    <a:pt x="335057" y="487873"/>
                  </a:lnTo>
                  <a:lnTo>
                    <a:pt x="337521" y="487737"/>
                  </a:lnTo>
                  <a:lnTo>
                    <a:pt x="339984" y="487600"/>
                  </a:lnTo>
                  <a:lnTo>
                    <a:pt x="342448" y="487465"/>
                  </a:lnTo>
                  <a:lnTo>
                    <a:pt x="344912" y="487334"/>
                  </a:lnTo>
                  <a:lnTo>
                    <a:pt x="347375" y="487208"/>
                  </a:lnTo>
                  <a:lnTo>
                    <a:pt x="349839" y="487088"/>
                  </a:lnTo>
                  <a:lnTo>
                    <a:pt x="352303" y="486977"/>
                  </a:lnTo>
                  <a:lnTo>
                    <a:pt x="354766" y="486875"/>
                  </a:lnTo>
                  <a:lnTo>
                    <a:pt x="357230" y="486783"/>
                  </a:lnTo>
                  <a:lnTo>
                    <a:pt x="359694" y="486705"/>
                  </a:lnTo>
                  <a:lnTo>
                    <a:pt x="362157" y="486640"/>
                  </a:lnTo>
                  <a:lnTo>
                    <a:pt x="364621" y="486589"/>
                  </a:lnTo>
                  <a:lnTo>
                    <a:pt x="367084" y="486551"/>
                  </a:lnTo>
                  <a:lnTo>
                    <a:pt x="369548" y="486526"/>
                  </a:lnTo>
                  <a:lnTo>
                    <a:pt x="372012" y="486514"/>
                  </a:lnTo>
                  <a:lnTo>
                    <a:pt x="374475" y="486516"/>
                  </a:lnTo>
                  <a:lnTo>
                    <a:pt x="376939" y="486532"/>
                  </a:lnTo>
                  <a:lnTo>
                    <a:pt x="379403" y="486559"/>
                  </a:lnTo>
                  <a:lnTo>
                    <a:pt x="381866" y="486596"/>
                  </a:lnTo>
                  <a:lnTo>
                    <a:pt x="384330" y="486642"/>
                  </a:lnTo>
                  <a:lnTo>
                    <a:pt x="386794" y="486696"/>
                  </a:lnTo>
                  <a:lnTo>
                    <a:pt x="389257" y="486757"/>
                  </a:lnTo>
                  <a:lnTo>
                    <a:pt x="391721" y="486825"/>
                  </a:lnTo>
                  <a:lnTo>
                    <a:pt x="394185" y="486896"/>
                  </a:lnTo>
                  <a:lnTo>
                    <a:pt x="396648" y="486970"/>
                  </a:lnTo>
                  <a:lnTo>
                    <a:pt x="399112" y="487045"/>
                  </a:lnTo>
                  <a:lnTo>
                    <a:pt x="401576" y="487121"/>
                  </a:lnTo>
                  <a:lnTo>
                    <a:pt x="404039" y="487196"/>
                  </a:lnTo>
                  <a:lnTo>
                    <a:pt x="406503" y="487269"/>
                  </a:lnTo>
                  <a:lnTo>
                    <a:pt x="408967" y="487340"/>
                  </a:lnTo>
                  <a:lnTo>
                    <a:pt x="411430" y="487407"/>
                  </a:lnTo>
                  <a:lnTo>
                    <a:pt x="413894" y="487470"/>
                  </a:lnTo>
                  <a:lnTo>
                    <a:pt x="416358" y="487529"/>
                  </a:lnTo>
                  <a:lnTo>
                    <a:pt x="418821" y="487583"/>
                  </a:lnTo>
                  <a:lnTo>
                    <a:pt x="421285" y="487632"/>
                  </a:lnTo>
                  <a:lnTo>
                    <a:pt x="423749" y="487677"/>
                  </a:lnTo>
                  <a:lnTo>
                    <a:pt x="426212" y="487716"/>
                  </a:lnTo>
                  <a:lnTo>
                    <a:pt x="428676" y="487752"/>
                  </a:lnTo>
                  <a:lnTo>
                    <a:pt x="431140" y="487783"/>
                  </a:lnTo>
                  <a:lnTo>
                    <a:pt x="433603" y="487812"/>
                  </a:lnTo>
                  <a:lnTo>
                    <a:pt x="436067" y="487838"/>
                  </a:lnTo>
                  <a:lnTo>
                    <a:pt x="438531" y="487863"/>
                  </a:lnTo>
                  <a:lnTo>
                    <a:pt x="440994" y="487887"/>
                  </a:lnTo>
                  <a:lnTo>
                    <a:pt x="443458" y="487910"/>
                  </a:lnTo>
                  <a:lnTo>
                    <a:pt x="445922" y="487935"/>
                  </a:lnTo>
                  <a:lnTo>
                    <a:pt x="448385" y="487961"/>
                  </a:lnTo>
                  <a:lnTo>
                    <a:pt x="450849" y="487988"/>
                  </a:lnTo>
                  <a:lnTo>
                    <a:pt x="453312" y="488019"/>
                  </a:lnTo>
                  <a:lnTo>
                    <a:pt x="455776" y="488052"/>
                  </a:lnTo>
                  <a:lnTo>
                    <a:pt x="458240" y="488088"/>
                  </a:lnTo>
                  <a:lnTo>
                    <a:pt x="460703" y="488128"/>
                  </a:lnTo>
                  <a:lnTo>
                    <a:pt x="463167" y="488169"/>
                  </a:lnTo>
                  <a:lnTo>
                    <a:pt x="465631" y="488213"/>
                  </a:lnTo>
                  <a:lnTo>
                    <a:pt x="468094" y="488258"/>
                  </a:lnTo>
                  <a:lnTo>
                    <a:pt x="470558" y="488304"/>
                  </a:lnTo>
                  <a:lnTo>
                    <a:pt x="473022" y="488350"/>
                  </a:lnTo>
                  <a:lnTo>
                    <a:pt x="475485" y="488394"/>
                  </a:lnTo>
                  <a:lnTo>
                    <a:pt x="477949" y="488435"/>
                  </a:lnTo>
                  <a:lnTo>
                    <a:pt x="480413" y="488473"/>
                  </a:lnTo>
                  <a:lnTo>
                    <a:pt x="482876" y="488506"/>
                  </a:lnTo>
                  <a:lnTo>
                    <a:pt x="485340" y="488533"/>
                  </a:lnTo>
                  <a:lnTo>
                    <a:pt x="487804" y="488552"/>
                  </a:lnTo>
                  <a:lnTo>
                    <a:pt x="490267" y="488561"/>
                  </a:lnTo>
                  <a:lnTo>
                    <a:pt x="492731" y="488561"/>
                  </a:lnTo>
                  <a:lnTo>
                    <a:pt x="495195" y="488550"/>
                  </a:lnTo>
                  <a:lnTo>
                    <a:pt x="497658" y="488528"/>
                  </a:lnTo>
                  <a:lnTo>
                    <a:pt x="500122" y="488494"/>
                  </a:lnTo>
                  <a:lnTo>
                    <a:pt x="502586" y="488447"/>
                  </a:lnTo>
                  <a:lnTo>
                    <a:pt x="505049" y="488385"/>
                  </a:lnTo>
                  <a:lnTo>
                    <a:pt x="507513" y="488310"/>
                  </a:lnTo>
                  <a:lnTo>
                    <a:pt x="509977" y="488221"/>
                  </a:lnTo>
                  <a:lnTo>
                    <a:pt x="512440" y="488119"/>
                  </a:lnTo>
                  <a:lnTo>
                    <a:pt x="514904" y="488004"/>
                  </a:lnTo>
                  <a:lnTo>
                    <a:pt x="517368" y="487876"/>
                  </a:lnTo>
                  <a:lnTo>
                    <a:pt x="519831" y="487731"/>
                  </a:lnTo>
                  <a:lnTo>
                    <a:pt x="522295" y="487573"/>
                  </a:lnTo>
                  <a:lnTo>
                    <a:pt x="524759" y="487402"/>
                  </a:lnTo>
                  <a:lnTo>
                    <a:pt x="527222" y="487217"/>
                  </a:lnTo>
                  <a:lnTo>
                    <a:pt x="529686" y="487018"/>
                  </a:lnTo>
                  <a:lnTo>
                    <a:pt x="532150" y="486805"/>
                  </a:lnTo>
                  <a:lnTo>
                    <a:pt x="534613" y="486576"/>
                  </a:lnTo>
                  <a:lnTo>
                    <a:pt x="537077" y="486328"/>
                  </a:lnTo>
                  <a:lnTo>
                    <a:pt x="539541" y="486064"/>
                  </a:lnTo>
                  <a:lnTo>
                    <a:pt x="542004" y="485781"/>
                  </a:lnTo>
                  <a:lnTo>
                    <a:pt x="544468" y="485479"/>
                  </a:lnTo>
                  <a:lnTo>
                    <a:pt x="546931" y="485155"/>
                  </a:lnTo>
                  <a:lnTo>
                    <a:pt x="549395" y="484810"/>
                  </a:lnTo>
                  <a:lnTo>
                    <a:pt x="551859" y="484435"/>
                  </a:lnTo>
                  <a:lnTo>
                    <a:pt x="554322" y="484034"/>
                  </a:lnTo>
                  <a:lnTo>
                    <a:pt x="556786" y="483606"/>
                  </a:lnTo>
                  <a:lnTo>
                    <a:pt x="559250" y="483149"/>
                  </a:lnTo>
                  <a:lnTo>
                    <a:pt x="561713" y="482664"/>
                  </a:lnTo>
                  <a:lnTo>
                    <a:pt x="564177" y="482150"/>
                  </a:lnTo>
                  <a:lnTo>
                    <a:pt x="566641" y="481604"/>
                  </a:lnTo>
                  <a:lnTo>
                    <a:pt x="569104" y="481026"/>
                  </a:lnTo>
                  <a:lnTo>
                    <a:pt x="571568" y="480422"/>
                  </a:lnTo>
                  <a:lnTo>
                    <a:pt x="574032" y="479792"/>
                  </a:lnTo>
                  <a:lnTo>
                    <a:pt x="576495" y="479140"/>
                  </a:lnTo>
                  <a:lnTo>
                    <a:pt x="578959" y="478466"/>
                  </a:lnTo>
                  <a:lnTo>
                    <a:pt x="581423" y="477776"/>
                  </a:lnTo>
                  <a:lnTo>
                    <a:pt x="583886" y="477069"/>
                  </a:lnTo>
                  <a:lnTo>
                    <a:pt x="586350" y="476352"/>
                  </a:lnTo>
                  <a:lnTo>
                    <a:pt x="588814" y="475630"/>
                  </a:lnTo>
                  <a:lnTo>
                    <a:pt x="591277" y="474906"/>
                  </a:lnTo>
                  <a:lnTo>
                    <a:pt x="593741" y="474183"/>
                  </a:lnTo>
                  <a:lnTo>
                    <a:pt x="596205" y="473464"/>
                  </a:lnTo>
                  <a:lnTo>
                    <a:pt x="598668" y="472753"/>
                  </a:lnTo>
                  <a:lnTo>
                    <a:pt x="601132" y="472053"/>
                  </a:lnTo>
                  <a:lnTo>
                    <a:pt x="603596" y="471365"/>
                  </a:lnTo>
                  <a:lnTo>
                    <a:pt x="606059" y="470691"/>
                  </a:lnTo>
                  <a:lnTo>
                    <a:pt x="608523" y="470030"/>
                  </a:lnTo>
                  <a:lnTo>
                    <a:pt x="610987" y="469383"/>
                  </a:lnTo>
                  <a:lnTo>
                    <a:pt x="613450" y="468750"/>
                  </a:lnTo>
                  <a:lnTo>
                    <a:pt x="615914" y="468131"/>
                  </a:lnTo>
                  <a:lnTo>
                    <a:pt x="618378" y="467523"/>
                  </a:lnTo>
                  <a:lnTo>
                    <a:pt x="620841" y="466924"/>
                  </a:lnTo>
                  <a:lnTo>
                    <a:pt x="623305" y="466331"/>
                  </a:lnTo>
                  <a:lnTo>
                    <a:pt x="625769" y="465744"/>
                  </a:lnTo>
                  <a:lnTo>
                    <a:pt x="628232" y="465159"/>
                  </a:lnTo>
                  <a:lnTo>
                    <a:pt x="630696" y="464574"/>
                  </a:lnTo>
                  <a:lnTo>
                    <a:pt x="633159" y="463986"/>
                  </a:lnTo>
                  <a:lnTo>
                    <a:pt x="635623" y="463392"/>
                  </a:lnTo>
                  <a:lnTo>
                    <a:pt x="638087" y="462790"/>
                  </a:lnTo>
                  <a:lnTo>
                    <a:pt x="640550" y="462179"/>
                  </a:lnTo>
                  <a:lnTo>
                    <a:pt x="643014" y="461554"/>
                  </a:lnTo>
                  <a:lnTo>
                    <a:pt x="645478" y="460915"/>
                  </a:lnTo>
                  <a:lnTo>
                    <a:pt x="647941" y="460253"/>
                  </a:lnTo>
                  <a:lnTo>
                    <a:pt x="650405" y="459568"/>
                  </a:lnTo>
                  <a:lnTo>
                    <a:pt x="652869" y="458857"/>
                  </a:lnTo>
                  <a:lnTo>
                    <a:pt x="655332" y="458117"/>
                  </a:lnTo>
                  <a:lnTo>
                    <a:pt x="657796" y="457344"/>
                  </a:lnTo>
                  <a:lnTo>
                    <a:pt x="660260" y="456533"/>
                  </a:lnTo>
                  <a:lnTo>
                    <a:pt x="662723" y="455674"/>
                  </a:lnTo>
                  <a:lnTo>
                    <a:pt x="665187" y="454762"/>
                  </a:lnTo>
                  <a:lnTo>
                    <a:pt x="667651" y="453797"/>
                  </a:lnTo>
                  <a:lnTo>
                    <a:pt x="670114" y="452773"/>
                  </a:lnTo>
                  <a:lnTo>
                    <a:pt x="672578" y="451688"/>
                  </a:lnTo>
                  <a:lnTo>
                    <a:pt x="675042" y="450537"/>
                  </a:lnTo>
                  <a:lnTo>
                    <a:pt x="677505" y="449317"/>
                  </a:lnTo>
                  <a:lnTo>
                    <a:pt x="679969" y="448009"/>
                  </a:lnTo>
                  <a:lnTo>
                    <a:pt x="682433" y="446629"/>
                  </a:lnTo>
                  <a:lnTo>
                    <a:pt x="684896" y="445176"/>
                  </a:lnTo>
                  <a:lnTo>
                    <a:pt x="687360" y="443651"/>
                  </a:lnTo>
                  <a:lnTo>
                    <a:pt x="689824" y="442056"/>
                  </a:lnTo>
                  <a:lnTo>
                    <a:pt x="692287" y="440395"/>
                  </a:lnTo>
                  <a:lnTo>
                    <a:pt x="694751" y="438666"/>
                  </a:lnTo>
                  <a:lnTo>
                    <a:pt x="697215" y="436878"/>
                  </a:lnTo>
                  <a:lnTo>
                    <a:pt x="699678" y="435046"/>
                  </a:lnTo>
                  <a:lnTo>
                    <a:pt x="702142" y="433177"/>
                  </a:lnTo>
                  <a:lnTo>
                    <a:pt x="704606" y="431280"/>
                  </a:lnTo>
                  <a:lnTo>
                    <a:pt x="707069" y="429365"/>
                  </a:lnTo>
                  <a:lnTo>
                    <a:pt x="709533" y="427442"/>
                  </a:lnTo>
                  <a:lnTo>
                    <a:pt x="711997" y="425526"/>
                  </a:lnTo>
                  <a:lnTo>
                    <a:pt x="714460" y="423629"/>
                  </a:lnTo>
                  <a:lnTo>
                    <a:pt x="716924" y="421761"/>
                  </a:lnTo>
                  <a:lnTo>
                    <a:pt x="719388" y="419934"/>
                  </a:lnTo>
                  <a:lnTo>
                    <a:pt x="721851" y="418158"/>
                  </a:lnTo>
                  <a:lnTo>
                    <a:pt x="724315" y="416443"/>
                  </a:lnTo>
                  <a:lnTo>
                    <a:pt x="726778" y="414812"/>
                  </a:lnTo>
                  <a:lnTo>
                    <a:pt x="729242" y="413271"/>
                  </a:lnTo>
                  <a:lnTo>
                    <a:pt x="731706" y="411823"/>
                  </a:lnTo>
                  <a:lnTo>
                    <a:pt x="734169" y="410474"/>
                  </a:lnTo>
                  <a:lnTo>
                    <a:pt x="736633" y="409232"/>
                  </a:lnTo>
                  <a:lnTo>
                    <a:pt x="739097" y="408100"/>
                  </a:lnTo>
                  <a:lnTo>
                    <a:pt x="741560" y="407087"/>
                  </a:lnTo>
                  <a:lnTo>
                    <a:pt x="744024" y="406212"/>
                  </a:lnTo>
                  <a:lnTo>
                    <a:pt x="746488" y="405453"/>
                  </a:lnTo>
                  <a:lnTo>
                    <a:pt x="748951" y="404809"/>
                  </a:lnTo>
                  <a:lnTo>
                    <a:pt x="751415" y="404274"/>
                  </a:lnTo>
                  <a:lnTo>
                    <a:pt x="753879" y="403843"/>
                  </a:lnTo>
                  <a:lnTo>
                    <a:pt x="756342" y="403509"/>
                  </a:lnTo>
                  <a:lnTo>
                    <a:pt x="758806" y="403273"/>
                  </a:lnTo>
                  <a:lnTo>
                    <a:pt x="761270" y="403113"/>
                  </a:lnTo>
                  <a:lnTo>
                    <a:pt x="763733" y="403008"/>
                  </a:lnTo>
                  <a:lnTo>
                    <a:pt x="766197" y="402945"/>
                  </a:lnTo>
                  <a:lnTo>
                    <a:pt x="768661" y="402908"/>
                  </a:lnTo>
                  <a:lnTo>
                    <a:pt x="771124" y="402881"/>
                  </a:lnTo>
                  <a:lnTo>
                    <a:pt x="773588" y="402847"/>
                  </a:lnTo>
                  <a:lnTo>
                    <a:pt x="776052" y="402780"/>
                  </a:lnTo>
                  <a:lnTo>
                    <a:pt x="778515" y="402666"/>
                  </a:lnTo>
                  <a:lnTo>
                    <a:pt x="780979" y="402490"/>
                  </a:lnTo>
                  <a:lnTo>
                    <a:pt x="783443" y="402240"/>
                  </a:lnTo>
                  <a:lnTo>
                    <a:pt x="785906" y="401903"/>
                  </a:lnTo>
                  <a:lnTo>
                    <a:pt x="788370" y="401467"/>
                  </a:lnTo>
                  <a:lnTo>
                    <a:pt x="790834" y="400903"/>
                  </a:lnTo>
                  <a:lnTo>
                    <a:pt x="793297" y="400213"/>
                  </a:lnTo>
                  <a:lnTo>
                    <a:pt x="795761" y="399396"/>
                  </a:lnTo>
                  <a:lnTo>
                    <a:pt x="798225" y="398449"/>
                  </a:lnTo>
                  <a:lnTo>
                    <a:pt x="800688" y="397366"/>
                  </a:lnTo>
                  <a:lnTo>
                    <a:pt x="803152" y="396143"/>
                  </a:lnTo>
                  <a:lnTo>
                    <a:pt x="805616" y="394767"/>
                  </a:lnTo>
                  <a:lnTo>
                    <a:pt x="808079" y="393218"/>
                  </a:lnTo>
                  <a:lnTo>
                    <a:pt x="810543" y="391510"/>
                  </a:lnTo>
                  <a:lnTo>
                    <a:pt x="813006" y="389638"/>
                  </a:lnTo>
                  <a:lnTo>
                    <a:pt x="815470" y="387591"/>
                  </a:lnTo>
                  <a:lnTo>
                    <a:pt x="817934" y="385356"/>
                  </a:lnTo>
                  <a:lnTo>
                    <a:pt x="820397" y="382919"/>
                  </a:lnTo>
                  <a:lnTo>
                    <a:pt x="822861" y="380218"/>
                  </a:lnTo>
                  <a:lnTo>
                    <a:pt x="825325" y="377253"/>
                  </a:lnTo>
                  <a:lnTo>
                    <a:pt x="827788" y="374009"/>
                  </a:lnTo>
                  <a:lnTo>
                    <a:pt x="830252" y="370457"/>
                  </a:lnTo>
                  <a:lnTo>
                    <a:pt x="832716" y="366566"/>
                  </a:lnTo>
                  <a:lnTo>
                    <a:pt x="835179" y="362304"/>
                  </a:lnTo>
                  <a:lnTo>
                    <a:pt x="837643" y="357602"/>
                  </a:lnTo>
                  <a:lnTo>
                    <a:pt x="840107" y="352377"/>
                  </a:lnTo>
                  <a:lnTo>
                    <a:pt x="842570" y="346655"/>
                  </a:lnTo>
                  <a:lnTo>
                    <a:pt x="845034" y="340402"/>
                  </a:lnTo>
                  <a:lnTo>
                    <a:pt x="847498" y="333585"/>
                  </a:lnTo>
                  <a:lnTo>
                    <a:pt x="849961" y="326177"/>
                  </a:lnTo>
                  <a:lnTo>
                    <a:pt x="852425" y="318150"/>
                  </a:lnTo>
                  <a:lnTo>
                    <a:pt x="854889" y="309359"/>
                  </a:lnTo>
                  <a:lnTo>
                    <a:pt x="857352" y="299889"/>
                  </a:lnTo>
                  <a:lnTo>
                    <a:pt x="859816" y="289760"/>
                  </a:lnTo>
                  <a:lnTo>
                    <a:pt x="862280" y="278977"/>
                  </a:lnTo>
                  <a:lnTo>
                    <a:pt x="864743" y="267555"/>
                  </a:lnTo>
                  <a:lnTo>
                    <a:pt x="867207" y="255516"/>
                  </a:lnTo>
                  <a:lnTo>
                    <a:pt x="869671" y="242845"/>
                  </a:lnTo>
                  <a:lnTo>
                    <a:pt x="872134" y="229578"/>
                  </a:lnTo>
                  <a:lnTo>
                    <a:pt x="874598" y="215855"/>
                  </a:lnTo>
                  <a:lnTo>
                    <a:pt x="877062" y="201743"/>
                  </a:lnTo>
                  <a:lnTo>
                    <a:pt x="879525" y="187317"/>
                  </a:lnTo>
                  <a:lnTo>
                    <a:pt x="881989" y="172663"/>
                  </a:lnTo>
                  <a:lnTo>
                    <a:pt x="884453" y="157869"/>
                  </a:lnTo>
                  <a:lnTo>
                    <a:pt x="886916" y="143059"/>
                  </a:lnTo>
                  <a:lnTo>
                    <a:pt x="889380" y="128372"/>
                  </a:lnTo>
                  <a:lnTo>
                    <a:pt x="891844" y="113920"/>
                  </a:lnTo>
                  <a:lnTo>
                    <a:pt x="894307" y="99815"/>
                  </a:lnTo>
                  <a:lnTo>
                    <a:pt x="896771" y="86168"/>
                  </a:lnTo>
                  <a:lnTo>
                    <a:pt x="899235" y="73093"/>
                  </a:lnTo>
                  <a:lnTo>
                    <a:pt x="901698" y="60779"/>
                  </a:lnTo>
                  <a:lnTo>
                    <a:pt x="904162" y="49403"/>
                  </a:lnTo>
                  <a:lnTo>
                    <a:pt x="906625" y="38973"/>
                  </a:lnTo>
                  <a:lnTo>
                    <a:pt x="909089" y="29581"/>
                  </a:lnTo>
                  <a:lnTo>
                    <a:pt x="911553" y="21309"/>
                  </a:lnTo>
                  <a:lnTo>
                    <a:pt x="914016" y="14233"/>
                  </a:lnTo>
                  <a:lnTo>
                    <a:pt x="916480" y="8419"/>
                  </a:lnTo>
                  <a:lnTo>
                    <a:pt x="918944" y="4218"/>
                  </a:lnTo>
                  <a:lnTo>
                    <a:pt x="921407" y="1409"/>
                  </a:lnTo>
                  <a:lnTo>
                    <a:pt x="923871" y="0"/>
                  </a:lnTo>
                  <a:lnTo>
                    <a:pt x="926335" y="2"/>
                  </a:lnTo>
                  <a:lnTo>
                    <a:pt x="928798" y="1415"/>
                  </a:lnTo>
                  <a:lnTo>
                    <a:pt x="931262" y="4229"/>
                  </a:lnTo>
                  <a:lnTo>
                    <a:pt x="933726" y="8563"/>
                  </a:lnTo>
                  <a:lnTo>
                    <a:pt x="936189" y="14375"/>
                  </a:lnTo>
                  <a:lnTo>
                    <a:pt x="938653" y="21452"/>
                  </a:lnTo>
                  <a:lnTo>
                    <a:pt x="941117" y="29734"/>
                  </a:lnTo>
                  <a:lnTo>
                    <a:pt x="943580" y="39152"/>
                  </a:lnTo>
                  <a:lnTo>
                    <a:pt x="946044" y="49631"/>
                  </a:lnTo>
                  <a:lnTo>
                    <a:pt x="948508" y="61093"/>
                  </a:lnTo>
                  <a:lnTo>
                    <a:pt x="950971" y="73616"/>
                  </a:lnTo>
                  <a:lnTo>
                    <a:pt x="953435" y="86890"/>
                  </a:lnTo>
                  <a:lnTo>
                    <a:pt x="955899" y="100820"/>
                  </a:lnTo>
                  <a:lnTo>
                    <a:pt x="958362" y="115312"/>
                  </a:lnTo>
                  <a:lnTo>
                    <a:pt x="960826" y="130271"/>
                  </a:lnTo>
                  <a:lnTo>
                    <a:pt x="963290" y="145601"/>
                  </a:lnTo>
                  <a:lnTo>
                    <a:pt x="965753" y="161229"/>
                  </a:lnTo>
                  <a:lnTo>
                    <a:pt x="968217" y="177022"/>
                  </a:lnTo>
                  <a:lnTo>
                    <a:pt x="970681" y="192870"/>
                  </a:lnTo>
                  <a:lnTo>
                    <a:pt x="973144" y="208691"/>
                  </a:lnTo>
                  <a:lnTo>
                    <a:pt x="975608" y="224409"/>
                  </a:lnTo>
                  <a:lnTo>
                    <a:pt x="978072" y="239954"/>
                  </a:lnTo>
                  <a:lnTo>
                    <a:pt x="980535" y="255254"/>
                  </a:lnTo>
                  <a:lnTo>
                    <a:pt x="982999" y="270168"/>
                  </a:lnTo>
                  <a:lnTo>
                    <a:pt x="985463" y="284696"/>
                  </a:lnTo>
                  <a:lnTo>
                    <a:pt x="987926" y="298795"/>
                  </a:lnTo>
                  <a:lnTo>
                    <a:pt x="990390" y="312423"/>
                  </a:lnTo>
                  <a:lnTo>
                    <a:pt x="992853" y="325548"/>
                  </a:lnTo>
                  <a:lnTo>
                    <a:pt x="995317" y="338140"/>
                  </a:lnTo>
                  <a:lnTo>
                    <a:pt x="997781" y="350099"/>
                  </a:lnTo>
                  <a:lnTo>
                    <a:pt x="1000244" y="361424"/>
                  </a:lnTo>
                  <a:lnTo>
                    <a:pt x="1002708" y="372158"/>
                  </a:lnTo>
                  <a:lnTo>
                    <a:pt x="1005172" y="382298"/>
                  </a:lnTo>
                  <a:lnTo>
                    <a:pt x="1007635" y="391841"/>
                  </a:lnTo>
                  <a:lnTo>
                    <a:pt x="1010099" y="400793"/>
                  </a:lnTo>
                  <a:lnTo>
                    <a:pt x="1012563" y="409146"/>
                  </a:lnTo>
                  <a:lnTo>
                    <a:pt x="1015026" y="416815"/>
                  </a:lnTo>
                  <a:lnTo>
                    <a:pt x="1017490" y="423932"/>
                  </a:lnTo>
                  <a:lnTo>
                    <a:pt x="1019954" y="430516"/>
                  </a:lnTo>
                  <a:lnTo>
                    <a:pt x="1022417" y="436586"/>
                  </a:lnTo>
                  <a:lnTo>
                    <a:pt x="1024881" y="442163"/>
                  </a:lnTo>
                  <a:lnTo>
                    <a:pt x="1027345" y="447270"/>
                  </a:lnTo>
                  <a:lnTo>
                    <a:pt x="1029808" y="451873"/>
                  </a:lnTo>
                  <a:lnTo>
                    <a:pt x="1032272" y="456031"/>
                  </a:lnTo>
                  <a:lnTo>
                    <a:pt x="1034736" y="459805"/>
                  </a:lnTo>
                  <a:lnTo>
                    <a:pt x="1037199" y="463221"/>
                  </a:lnTo>
                  <a:lnTo>
                    <a:pt x="1039663" y="466302"/>
                  </a:lnTo>
                  <a:lnTo>
                    <a:pt x="1042127" y="469072"/>
                  </a:lnTo>
                  <a:lnTo>
                    <a:pt x="1044590" y="471545"/>
                  </a:lnTo>
                  <a:lnTo>
                    <a:pt x="1047054" y="473712"/>
                  </a:lnTo>
                  <a:lnTo>
                    <a:pt x="1049518" y="475648"/>
                  </a:lnTo>
                  <a:lnTo>
                    <a:pt x="1051981" y="477372"/>
                  </a:lnTo>
                  <a:lnTo>
                    <a:pt x="1054445" y="478902"/>
                  </a:lnTo>
                  <a:lnTo>
                    <a:pt x="1056909" y="480258"/>
                  </a:lnTo>
                  <a:lnTo>
                    <a:pt x="1059372" y="481454"/>
                  </a:lnTo>
                  <a:lnTo>
                    <a:pt x="1061836" y="482488"/>
                  </a:lnTo>
                  <a:lnTo>
                    <a:pt x="1064300" y="483390"/>
                  </a:lnTo>
                  <a:lnTo>
                    <a:pt x="1066763" y="484183"/>
                  </a:lnTo>
                  <a:lnTo>
                    <a:pt x="1069227" y="484877"/>
                  </a:lnTo>
                  <a:lnTo>
                    <a:pt x="1071691" y="485482"/>
                  </a:lnTo>
                  <a:lnTo>
                    <a:pt x="1074154" y="486008"/>
                  </a:lnTo>
                  <a:lnTo>
                    <a:pt x="1076618" y="486459"/>
                  </a:lnTo>
                  <a:lnTo>
                    <a:pt x="1079082" y="486838"/>
                  </a:lnTo>
                  <a:lnTo>
                    <a:pt x="1081545" y="487162"/>
                  </a:lnTo>
                  <a:lnTo>
                    <a:pt x="1084009" y="487437"/>
                  </a:lnTo>
                  <a:lnTo>
                    <a:pt x="1086472" y="487666"/>
                  </a:lnTo>
                  <a:lnTo>
                    <a:pt x="1088936" y="487855"/>
                  </a:lnTo>
                  <a:lnTo>
                    <a:pt x="1091400" y="488005"/>
                  </a:lnTo>
                  <a:lnTo>
                    <a:pt x="1093863" y="488116"/>
                  </a:lnTo>
                  <a:lnTo>
                    <a:pt x="1096327" y="488194"/>
                  </a:lnTo>
                  <a:lnTo>
                    <a:pt x="1098791" y="488243"/>
                  </a:lnTo>
                  <a:lnTo>
                    <a:pt x="1101254" y="488266"/>
                  </a:lnTo>
                  <a:lnTo>
                    <a:pt x="1103718" y="488263"/>
                  </a:lnTo>
                  <a:lnTo>
                    <a:pt x="1106182" y="488236"/>
                  </a:lnTo>
                  <a:lnTo>
                    <a:pt x="1108645" y="488186"/>
                  </a:lnTo>
                  <a:lnTo>
                    <a:pt x="1111109" y="488113"/>
                  </a:lnTo>
                  <a:lnTo>
                    <a:pt x="1113573" y="488022"/>
                  </a:lnTo>
                  <a:lnTo>
                    <a:pt x="1116036" y="487915"/>
                  </a:lnTo>
                  <a:lnTo>
                    <a:pt x="1118500" y="487794"/>
                  </a:lnTo>
                  <a:lnTo>
                    <a:pt x="1120964" y="487661"/>
                  </a:lnTo>
                  <a:lnTo>
                    <a:pt x="1123427" y="487518"/>
                  </a:lnTo>
                  <a:lnTo>
                    <a:pt x="1125891" y="487367"/>
                  </a:lnTo>
                  <a:lnTo>
                    <a:pt x="1128355" y="487211"/>
                  </a:lnTo>
                  <a:lnTo>
                    <a:pt x="1130818" y="487055"/>
                  </a:lnTo>
                  <a:lnTo>
                    <a:pt x="1133282" y="486900"/>
                  </a:lnTo>
                  <a:lnTo>
                    <a:pt x="1135746" y="486750"/>
                  </a:lnTo>
                  <a:lnTo>
                    <a:pt x="1138209" y="486607"/>
                  </a:lnTo>
                  <a:lnTo>
                    <a:pt x="1140673" y="486475"/>
                  </a:lnTo>
                  <a:lnTo>
                    <a:pt x="1143137" y="486357"/>
                  </a:lnTo>
                  <a:lnTo>
                    <a:pt x="1145600" y="486256"/>
                  </a:lnTo>
                  <a:lnTo>
                    <a:pt x="1148064" y="486172"/>
                  </a:lnTo>
                  <a:lnTo>
                    <a:pt x="1150528" y="486108"/>
                  </a:lnTo>
                  <a:lnTo>
                    <a:pt x="1152991" y="486064"/>
                  </a:lnTo>
                  <a:lnTo>
                    <a:pt x="1155455" y="486042"/>
                  </a:lnTo>
                  <a:lnTo>
                    <a:pt x="1157919" y="486047"/>
                  </a:lnTo>
                  <a:lnTo>
                    <a:pt x="1160382" y="486074"/>
                  </a:lnTo>
                  <a:lnTo>
                    <a:pt x="1162846" y="486123"/>
                  </a:lnTo>
                  <a:lnTo>
                    <a:pt x="1165310" y="486193"/>
                  </a:lnTo>
                  <a:lnTo>
                    <a:pt x="1167773" y="486282"/>
                  </a:lnTo>
                  <a:lnTo>
                    <a:pt x="1170237" y="486390"/>
                  </a:lnTo>
                  <a:lnTo>
                    <a:pt x="1172701" y="486514"/>
                  </a:lnTo>
                  <a:lnTo>
                    <a:pt x="1175164" y="486654"/>
                  </a:lnTo>
                  <a:lnTo>
                    <a:pt x="1177628" y="486805"/>
                  </a:lnTo>
                  <a:lnTo>
                    <a:pt x="1180091" y="486964"/>
                  </a:lnTo>
                  <a:lnTo>
                    <a:pt x="1182555" y="487128"/>
                  </a:lnTo>
                  <a:lnTo>
                    <a:pt x="1185019" y="487297"/>
                  </a:lnTo>
                  <a:lnTo>
                    <a:pt x="1187482" y="487467"/>
                  </a:lnTo>
                  <a:lnTo>
                    <a:pt x="1189946" y="487636"/>
                  </a:lnTo>
                  <a:lnTo>
                    <a:pt x="1192410" y="487801"/>
                  </a:lnTo>
                  <a:lnTo>
                    <a:pt x="1194873" y="487960"/>
                  </a:lnTo>
                  <a:lnTo>
                    <a:pt x="1197337" y="488114"/>
                  </a:lnTo>
                  <a:lnTo>
                    <a:pt x="1199801" y="488259"/>
                  </a:lnTo>
                  <a:lnTo>
                    <a:pt x="1202264" y="488397"/>
                  </a:lnTo>
                  <a:lnTo>
                    <a:pt x="1204728" y="488523"/>
                  </a:lnTo>
                  <a:lnTo>
                    <a:pt x="1207192" y="488639"/>
                  </a:lnTo>
                  <a:lnTo>
                    <a:pt x="1209655" y="488745"/>
                  </a:lnTo>
                  <a:lnTo>
                    <a:pt x="1212119" y="488841"/>
                  </a:lnTo>
                  <a:lnTo>
                    <a:pt x="1214583" y="488927"/>
                  </a:lnTo>
                  <a:lnTo>
                    <a:pt x="1217046" y="489004"/>
                  </a:lnTo>
                  <a:lnTo>
                    <a:pt x="1219510" y="489072"/>
                  </a:lnTo>
                  <a:lnTo>
                    <a:pt x="1221974" y="489130"/>
                  </a:lnTo>
                  <a:lnTo>
                    <a:pt x="1224437" y="489180"/>
                  </a:lnTo>
                  <a:lnTo>
                    <a:pt x="1226901" y="489223"/>
                  </a:lnTo>
                  <a:lnTo>
                    <a:pt x="1229365" y="489260"/>
                  </a:lnTo>
                  <a:lnTo>
                    <a:pt x="1231828" y="489292"/>
                  </a:lnTo>
                  <a:lnTo>
                    <a:pt x="1234292" y="489318"/>
                  </a:lnTo>
                  <a:lnTo>
                    <a:pt x="1236756" y="489340"/>
                  </a:lnTo>
                  <a:lnTo>
                    <a:pt x="1239219" y="489358"/>
                  </a:lnTo>
                  <a:lnTo>
                    <a:pt x="1241683" y="489372"/>
                  </a:lnTo>
                  <a:lnTo>
                    <a:pt x="1244147" y="489384"/>
                  </a:lnTo>
                  <a:lnTo>
                    <a:pt x="1246610" y="489394"/>
                  </a:lnTo>
                  <a:lnTo>
                    <a:pt x="1249074" y="489402"/>
                  </a:lnTo>
                  <a:lnTo>
                    <a:pt x="1251538" y="489408"/>
                  </a:lnTo>
                  <a:lnTo>
                    <a:pt x="1254001" y="489413"/>
                  </a:lnTo>
                  <a:lnTo>
                    <a:pt x="1256465" y="489416"/>
                  </a:lnTo>
                  <a:lnTo>
                    <a:pt x="1258929" y="489419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481616" y="5812147"/>
              <a:ext cx="1258929" cy="341750"/>
            </a:xfrm>
            <a:custGeom>
              <a:avLst/>
              <a:pathLst>
                <a:path w="1258929" h="341750">
                  <a:moveTo>
                    <a:pt x="0" y="341750"/>
                  </a:moveTo>
                  <a:lnTo>
                    <a:pt x="2463" y="341750"/>
                  </a:lnTo>
                  <a:lnTo>
                    <a:pt x="4927" y="341750"/>
                  </a:lnTo>
                  <a:lnTo>
                    <a:pt x="7390" y="341750"/>
                  </a:lnTo>
                  <a:lnTo>
                    <a:pt x="9854" y="341750"/>
                  </a:lnTo>
                  <a:lnTo>
                    <a:pt x="12318" y="341750"/>
                  </a:lnTo>
                  <a:lnTo>
                    <a:pt x="14781" y="341750"/>
                  </a:lnTo>
                  <a:lnTo>
                    <a:pt x="17245" y="341750"/>
                  </a:lnTo>
                  <a:lnTo>
                    <a:pt x="19709" y="341750"/>
                  </a:lnTo>
                  <a:lnTo>
                    <a:pt x="22172" y="341750"/>
                  </a:lnTo>
                  <a:lnTo>
                    <a:pt x="24636" y="341750"/>
                  </a:lnTo>
                  <a:lnTo>
                    <a:pt x="27100" y="341750"/>
                  </a:lnTo>
                  <a:lnTo>
                    <a:pt x="29563" y="341750"/>
                  </a:lnTo>
                  <a:lnTo>
                    <a:pt x="32027" y="341750"/>
                  </a:lnTo>
                  <a:lnTo>
                    <a:pt x="34491" y="341750"/>
                  </a:lnTo>
                  <a:lnTo>
                    <a:pt x="36954" y="341750"/>
                  </a:lnTo>
                  <a:lnTo>
                    <a:pt x="39418" y="341750"/>
                  </a:lnTo>
                  <a:lnTo>
                    <a:pt x="41882" y="341750"/>
                  </a:lnTo>
                  <a:lnTo>
                    <a:pt x="44345" y="341750"/>
                  </a:lnTo>
                  <a:lnTo>
                    <a:pt x="46809" y="341750"/>
                  </a:lnTo>
                  <a:lnTo>
                    <a:pt x="49273" y="341750"/>
                  </a:lnTo>
                  <a:lnTo>
                    <a:pt x="51736" y="341750"/>
                  </a:lnTo>
                  <a:lnTo>
                    <a:pt x="54200" y="341750"/>
                  </a:lnTo>
                  <a:lnTo>
                    <a:pt x="56664" y="341750"/>
                  </a:lnTo>
                  <a:lnTo>
                    <a:pt x="59127" y="341750"/>
                  </a:lnTo>
                  <a:lnTo>
                    <a:pt x="61591" y="341750"/>
                  </a:lnTo>
                  <a:lnTo>
                    <a:pt x="64055" y="341750"/>
                  </a:lnTo>
                  <a:lnTo>
                    <a:pt x="66518" y="341750"/>
                  </a:lnTo>
                  <a:lnTo>
                    <a:pt x="68982" y="341750"/>
                  </a:lnTo>
                  <a:lnTo>
                    <a:pt x="71446" y="341750"/>
                  </a:lnTo>
                  <a:lnTo>
                    <a:pt x="73909" y="341750"/>
                  </a:lnTo>
                  <a:lnTo>
                    <a:pt x="76373" y="341750"/>
                  </a:lnTo>
                  <a:lnTo>
                    <a:pt x="78837" y="341750"/>
                  </a:lnTo>
                  <a:lnTo>
                    <a:pt x="81300" y="341750"/>
                  </a:lnTo>
                  <a:lnTo>
                    <a:pt x="83764" y="341750"/>
                  </a:lnTo>
                  <a:lnTo>
                    <a:pt x="86228" y="341750"/>
                  </a:lnTo>
                  <a:lnTo>
                    <a:pt x="88691" y="341750"/>
                  </a:lnTo>
                  <a:lnTo>
                    <a:pt x="91155" y="341750"/>
                  </a:lnTo>
                  <a:lnTo>
                    <a:pt x="93618" y="341750"/>
                  </a:lnTo>
                  <a:lnTo>
                    <a:pt x="96082" y="341750"/>
                  </a:lnTo>
                  <a:lnTo>
                    <a:pt x="98546" y="341750"/>
                  </a:lnTo>
                  <a:lnTo>
                    <a:pt x="101009" y="341750"/>
                  </a:lnTo>
                  <a:lnTo>
                    <a:pt x="103473" y="341750"/>
                  </a:lnTo>
                  <a:lnTo>
                    <a:pt x="105937" y="341750"/>
                  </a:lnTo>
                  <a:lnTo>
                    <a:pt x="108400" y="341750"/>
                  </a:lnTo>
                  <a:lnTo>
                    <a:pt x="110864" y="341750"/>
                  </a:lnTo>
                  <a:lnTo>
                    <a:pt x="113328" y="341750"/>
                  </a:lnTo>
                  <a:lnTo>
                    <a:pt x="115791" y="341750"/>
                  </a:lnTo>
                  <a:lnTo>
                    <a:pt x="118255" y="341750"/>
                  </a:lnTo>
                  <a:lnTo>
                    <a:pt x="120719" y="341750"/>
                  </a:lnTo>
                  <a:lnTo>
                    <a:pt x="123182" y="341750"/>
                  </a:lnTo>
                  <a:lnTo>
                    <a:pt x="125646" y="341750"/>
                  </a:lnTo>
                  <a:lnTo>
                    <a:pt x="128110" y="341750"/>
                  </a:lnTo>
                  <a:lnTo>
                    <a:pt x="130573" y="341750"/>
                  </a:lnTo>
                  <a:lnTo>
                    <a:pt x="133037" y="341750"/>
                  </a:lnTo>
                  <a:lnTo>
                    <a:pt x="135501" y="341750"/>
                  </a:lnTo>
                  <a:lnTo>
                    <a:pt x="137964" y="341750"/>
                  </a:lnTo>
                  <a:lnTo>
                    <a:pt x="140428" y="341750"/>
                  </a:lnTo>
                  <a:lnTo>
                    <a:pt x="142892" y="341750"/>
                  </a:lnTo>
                  <a:lnTo>
                    <a:pt x="145355" y="341750"/>
                  </a:lnTo>
                  <a:lnTo>
                    <a:pt x="147819" y="341750"/>
                  </a:lnTo>
                  <a:lnTo>
                    <a:pt x="150283" y="341750"/>
                  </a:lnTo>
                  <a:lnTo>
                    <a:pt x="152746" y="341750"/>
                  </a:lnTo>
                  <a:lnTo>
                    <a:pt x="155210" y="341750"/>
                  </a:lnTo>
                  <a:lnTo>
                    <a:pt x="157674" y="341750"/>
                  </a:lnTo>
                  <a:lnTo>
                    <a:pt x="160137" y="341750"/>
                  </a:lnTo>
                  <a:lnTo>
                    <a:pt x="162601" y="341750"/>
                  </a:lnTo>
                  <a:lnTo>
                    <a:pt x="165065" y="341750"/>
                  </a:lnTo>
                  <a:lnTo>
                    <a:pt x="167528" y="341750"/>
                  </a:lnTo>
                  <a:lnTo>
                    <a:pt x="169992" y="341750"/>
                  </a:lnTo>
                  <a:lnTo>
                    <a:pt x="172456" y="341750"/>
                  </a:lnTo>
                  <a:lnTo>
                    <a:pt x="174919" y="341750"/>
                  </a:lnTo>
                  <a:lnTo>
                    <a:pt x="177383" y="341750"/>
                  </a:lnTo>
                  <a:lnTo>
                    <a:pt x="179847" y="341750"/>
                  </a:lnTo>
                  <a:lnTo>
                    <a:pt x="182310" y="341750"/>
                  </a:lnTo>
                  <a:lnTo>
                    <a:pt x="184774" y="341750"/>
                  </a:lnTo>
                  <a:lnTo>
                    <a:pt x="187237" y="341750"/>
                  </a:lnTo>
                  <a:lnTo>
                    <a:pt x="189701" y="341750"/>
                  </a:lnTo>
                  <a:lnTo>
                    <a:pt x="192165" y="341750"/>
                  </a:lnTo>
                  <a:lnTo>
                    <a:pt x="194628" y="341750"/>
                  </a:lnTo>
                  <a:lnTo>
                    <a:pt x="197092" y="341750"/>
                  </a:lnTo>
                  <a:lnTo>
                    <a:pt x="199556" y="341750"/>
                  </a:lnTo>
                  <a:lnTo>
                    <a:pt x="202019" y="341750"/>
                  </a:lnTo>
                  <a:lnTo>
                    <a:pt x="204483" y="341750"/>
                  </a:lnTo>
                  <a:lnTo>
                    <a:pt x="206947" y="341750"/>
                  </a:lnTo>
                  <a:lnTo>
                    <a:pt x="209410" y="341750"/>
                  </a:lnTo>
                  <a:lnTo>
                    <a:pt x="211874" y="341750"/>
                  </a:lnTo>
                  <a:lnTo>
                    <a:pt x="214338" y="341750"/>
                  </a:lnTo>
                  <a:lnTo>
                    <a:pt x="216801" y="341750"/>
                  </a:lnTo>
                  <a:lnTo>
                    <a:pt x="219265" y="341750"/>
                  </a:lnTo>
                  <a:lnTo>
                    <a:pt x="221729" y="341750"/>
                  </a:lnTo>
                  <a:lnTo>
                    <a:pt x="224192" y="341750"/>
                  </a:lnTo>
                  <a:lnTo>
                    <a:pt x="226656" y="341750"/>
                  </a:lnTo>
                  <a:lnTo>
                    <a:pt x="229120" y="341750"/>
                  </a:lnTo>
                  <a:lnTo>
                    <a:pt x="231583" y="341750"/>
                  </a:lnTo>
                  <a:lnTo>
                    <a:pt x="234047" y="341750"/>
                  </a:lnTo>
                  <a:lnTo>
                    <a:pt x="236511" y="341750"/>
                  </a:lnTo>
                  <a:lnTo>
                    <a:pt x="238974" y="341750"/>
                  </a:lnTo>
                  <a:lnTo>
                    <a:pt x="241438" y="341750"/>
                  </a:lnTo>
                  <a:lnTo>
                    <a:pt x="243902" y="341750"/>
                  </a:lnTo>
                  <a:lnTo>
                    <a:pt x="246365" y="341750"/>
                  </a:lnTo>
                  <a:lnTo>
                    <a:pt x="248829" y="341750"/>
                  </a:lnTo>
                  <a:lnTo>
                    <a:pt x="251293" y="341750"/>
                  </a:lnTo>
                  <a:lnTo>
                    <a:pt x="253756" y="341750"/>
                  </a:lnTo>
                  <a:lnTo>
                    <a:pt x="256220" y="341750"/>
                  </a:lnTo>
                  <a:lnTo>
                    <a:pt x="258684" y="341750"/>
                  </a:lnTo>
                  <a:lnTo>
                    <a:pt x="261147" y="341750"/>
                  </a:lnTo>
                  <a:lnTo>
                    <a:pt x="263611" y="341750"/>
                  </a:lnTo>
                  <a:lnTo>
                    <a:pt x="266075" y="341750"/>
                  </a:lnTo>
                  <a:lnTo>
                    <a:pt x="268538" y="341750"/>
                  </a:lnTo>
                  <a:lnTo>
                    <a:pt x="271002" y="341750"/>
                  </a:lnTo>
                  <a:lnTo>
                    <a:pt x="273465" y="341750"/>
                  </a:lnTo>
                  <a:lnTo>
                    <a:pt x="275929" y="341750"/>
                  </a:lnTo>
                  <a:lnTo>
                    <a:pt x="278393" y="341750"/>
                  </a:lnTo>
                  <a:lnTo>
                    <a:pt x="280856" y="341750"/>
                  </a:lnTo>
                  <a:lnTo>
                    <a:pt x="283320" y="341750"/>
                  </a:lnTo>
                  <a:lnTo>
                    <a:pt x="285784" y="341750"/>
                  </a:lnTo>
                  <a:lnTo>
                    <a:pt x="288247" y="341750"/>
                  </a:lnTo>
                  <a:lnTo>
                    <a:pt x="290711" y="341750"/>
                  </a:lnTo>
                  <a:lnTo>
                    <a:pt x="293175" y="341750"/>
                  </a:lnTo>
                  <a:lnTo>
                    <a:pt x="295638" y="341750"/>
                  </a:lnTo>
                  <a:lnTo>
                    <a:pt x="298102" y="341750"/>
                  </a:lnTo>
                  <a:lnTo>
                    <a:pt x="300566" y="341750"/>
                  </a:lnTo>
                  <a:lnTo>
                    <a:pt x="303029" y="341750"/>
                  </a:lnTo>
                  <a:lnTo>
                    <a:pt x="305493" y="341750"/>
                  </a:lnTo>
                  <a:lnTo>
                    <a:pt x="307957" y="341750"/>
                  </a:lnTo>
                  <a:lnTo>
                    <a:pt x="310420" y="341750"/>
                  </a:lnTo>
                  <a:lnTo>
                    <a:pt x="312884" y="341750"/>
                  </a:lnTo>
                  <a:lnTo>
                    <a:pt x="315348" y="341750"/>
                  </a:lnTo>
                  <a:lnTo>
                    <a:pt x="317811" y="341750"/>
                  </a:lnTo>
                  <a:lnTo>
                    <a:pt x="320275" y="341750"/>
                  </a:lnTo>
                  <a:lnTo>
                    <a:pt x="322739" y="341750"/>
                  </a:lnTo>
                  <a:lnTo>
                    <a:pt x="325202" y="341750"/>
                  </a:lnTo>
                  <a:lnTo>
                    <a:pt x="327666" y="341750"/>
                  </a:lnTo>
                  <a:lnTo>
                    <a:pt x="330130" y="341750"/>
                  </a:lnTo>
                  <a:lnTo>
                    <a:pt x="332593" y="341750"/>
                  </a:lnTo>
                  <a:lnTo>
                    <a:pt x="335057" y="341750"/>
                  </a:lnTo>
                  <a:lnTo>
                    <a:pt x="337521" y="341750"/>
                  </a:lnTo>
                  <a:lnTo>
                    <a:pt x="339984" y="341750"/>
                  </a:lnTo>
                  <a:lnTo>
                    <a:pt x="342448" y="341750"/>
                  </a:lnTo>
                  <a:lnTo>
                    <a:pt x="344912" y="341750"/>
                  </a:lnTo>
                  <a:lnTo>
                    <a:pt x="347375" y="341750"/>
                  </a:lnTo>
                  <a:lnTo>
                    <a:pt x="349839" y="341750"/>
                  </a:lnTo>
                  <a:lnTo>
                    <a:pt x="352303" y="341750"/>
                  </a:lnTo>
                  <a:lnTo>
                    <a:pt x="354766" y="341750"/>
                  </a:lnTo>
                  <a:lnTo>
                    <a:pt x="357230" y="341750"/>
                  </a:lnTo>
                  <a:lnTo>
                    <a:pt x="359694" y="341750"/>
                  </a:lnTo>
                  <a:lnTo>
                    <a:pt x="362157" y="341750"/>
                  </a:lnTo>
                  <a:lnTo>
                    <a:pt x="364621" y="341750"/>
                  </a:lnTo>
                  <a:lnTo>
                    <a:pt x="367084" y="341750"/>
                  </a:lnTo>
                  <a:lnTo>
                    <a:pt x="369548" y="341750"/>
                  </a:lnTo>
                  <a:lnTo>
                    <a:pt x="372012" y="341750"/>
                  </a:lnTo>
                  <a:lnTo>
                    <a:pt x="374475" y="341750"/>
                  </a:lnTo>
                  <a:lnTo>
                    <a:pt x="376939" y="341750"/>
                  </a:lnTo>
                  <a:lnTo>
                    <a:pt x="379403" y="341750"/>
                  </a:lnTo>
                  <a:lnTo>
                    <a:pt x="381866" y="341750"/>
                  </a:lnTo>
                  <a:lnTo>
                    <a:pt x="384330" y="341750"/>
                  </a:lnTo>
                  <a:lnTo>
                    <a:pt x="386794" y="341750"/>
                  </a:lnTo>
                  <a:lnTo>
                    <a:pt x="389257" y="341750"/>
                  </a:lnTo>
                  <a:lnTo>
                    <a:pt x="391721" y="341750"/>
                  </a:lnTo>
                  <a:lnTo>
                    <a:pt x="394185" y="341750"/>
                  </a:lnTo>
                  <a:lnTo>
                    <a:pt x="396648" y="341750"/>
                  </a:lnTo>
                  <a:lnTo>
                    <a:pt x="399112" y="341750"/>
                  </a:lnTo>
                  <a:lnTo>
                    <a:pt x="401576" y="341750"/>
                  </a:lnTo>
                  <a:lnTo>
                    <a:pt x="404039" y="341750"/>
                  </a:lnTo>
                  <a:lnTo>
                    <a:pt x="406503" y="341750"/>
                  </a:lnTo>
                  <a:lnTo>
                    <a:pt x="408967" y="341750"/>
                  </a:lnTo>
                  <a:lnTo>
                    <a:pt x="411430" y="341750"/>
                  </a:lnTo>
                  <a:lnTo>
                    <a:pt x="413894" y="341750"/>
                  </a:lnTo>
                  <a:lnTo>
                    <a:pt x="416358" y="341750"/>
                  </a:lnTo>
                  <a:lnTo>
                    <a:pt x="418821" y="341750"/>
                  </a:lnTo>
                  <a:lnTo>
                    <a:pt x="421285" y="341750"/>
                  </a:lnTo>
                  <a:lnTo>
                    <a:pt x="423749" y="341750"/>
                  </a:lnTo>
                  <a:lnTo>
                    <a:pt x="426212" y="341750"/>
                  </a:lnTo>
                  <a:lnTo>
                    <a:pt x="428676" y="341750"/>
                  </a:lnTo>
                  <a:lnTo>
                    <a:pt x="431140" y="341750"/>
                  </a:lnTo>
                  <a:lnTo>
                    <a:pt x="433603" y="341750"/>
                  </a:lnTo>
                  <a:lnTo>
                    <a:pt x="436067" y="341750"/>
                  </a:lnTo>
                  <a:lnTo>
                    <a:pt x="438531" y="341750"/>
                  </a:lnTo>
                  <a:lnTo>
                    <a:pt x="440994" y="341750"/>
                  </a:lnTo>
                  <a:lnTo>
                    <a:pt x="443458" y="341750"/>
                  </a:lnTo>
                  <a:lnTo>
                    <a:pt x="445922" y="341750"/>
                  </a:lnTo>
                  <a:lnTo>
                    <a:pt x="448385" y="341750"/>
                  </a:lnTo>
                  <a:lnTo>
                    <a:pt x="450849" y="341750"/>
                  </a:lnTo>
                  <a:lnTo>
                    <a:pt x="453312" y="341750"/>
                  </a:lnTo>
                  <a:lnTo>
                    <a:pt x="455776" y="341750"/>
                  </a:lnTo>
                  <a:lnTo>
                    <a:pt x="458240" y="341750"/>
                  </a:lnTo>
                  <a:lnTo>
                    <a:pt x="460703" y="341750"/>
                  </a:lnTo>
                  <a:lnTo>
                    <a:pt x="463167" y="341750"/>
                  </a:lnTo>
                  <a:lnTo>
                    <a:pt x="465631" y="341750"/>
                  </a:lnTo>
                  <a:lnTo>
                    <a:pt x="468094" y="341750"/>
                  </a:lnTo>
                  <a:lnTo>
                    <a:pt x="470558" y="341750"/>
                  </a:lnTo>
                  <a:lnTo>
                    <a:pt x="473022" y="341750"/>
                  </a:lnTo>
                  <a:lnTo>
                    <a:pt x="475485" y="341750"/>
                  </a:lnTo>
                  <a:lnTo>
                    <a:pt x="477949" y="341750"/>
                  </a:lnTo>
                  <a:lnTo>
                    <a:pt x="480413" y="341750"/>
                  </a:lnTo>
                  <a:lnTo>
                    <a:pt x="482876" y="341750"/>
                  </a:lnTo>
                  <a:lnTo>
                    <a:pt x="485340" y="341750"/>
                  </a:lnTo>
                  <a:lnTo>
                    <a:pt x="487804" y="341750"/>
                  </a:lnTo>
                  <a:lnTo>
                    <a:pt x="490267" y="341750"/>
                  </a:lnTo>
                  <a:lnTo>
                    <a:pt x="492731" y="341750"/>
                  </a:lnTo>
                  <a:lnTo>
                    <a:pt x="495195" y="341750"/>
                  </a:lnTo>
                  <a:lnTo>
                    <a:pt x="497658" y="341750"/>
                  </a:lnTo>
                  <a:lnTo>
                    <a:pt x="500122" y="341750"/>
                  </a:lnTo>
                  <a:lnTo>
                    <a:pt x="502586" y="341750"/>
                  </a:lnTo>
                  <a:lnTo>
                    <a:pt x="505049" y="341750"/>
                  </a:lnTo>
                  <a:lnTo>
                    <a:pt x="507513" y="341750"/>
                  </a:lnTo>
                  <a:lnTo>
                    <a:pt x="509977" y="341750"/>
                  </a:lnTo>
                  <a:lnTo>
                    <a:pt x="512440" y="341750"/>
                  </a:lnTo>
                  <a:lnTo>
                    <a:pt x="514904" y="341750"/>
                  </a:lnTo>
                  <a:lnTo>
                    <a:pt x="517368" y="341750"/>
                  </a:lnTo>
                  <a:lnTo>
                    <a:pt x="519831" y="341750"/>
                  </a:lnTo>
                  <a:lnTo>
                    <a:pt x="522295" y="341750"/>
                  </a:lnTo>
                  <a:lnTo>
                    <a:pt x="524759" y="341750"/>
                  </a:lnTo>
                  <a:lnTo>
                    <a:pt x="527222" y="341750"/>
                  </a:lnTo>
                  <a:lnTo>
                    <a:pt x="529686" y="341750"/>
                  </a:lnTo>
                  <a:lnTo>
                    <a:pt x="532150" y="341750"/>
                  </a:lnTo>
                  <a:lnTo>
                    <a:pt x="534613" y="341750"/>
                  </a:lnTo>
                  <a:lnTo>
                    <a:pt x="537077" y="341750"/>
                  </a:lnTo>
                  <a:lnTo>
                    <a:pt x="539541" y="341750"/>
                  </a:lnTo>
                  <a:lnTo>
                    <a:pt x="542004" y="341750"/>
                  </a:lnTo>
                  <a:lnTo>
                    <a:pt x="544468" y="341750"/>
                  </a:lnTo>
                  <a:lnTo>
                    <a:pt x="546931" y="341750"/>
                  </a:lnTo>
                  <a:lnTo>
                    <a:pt x="549395" y="341750"/>
                  </a:lnTo>
                  <a:lnTo>
                    <a:pt x="551859" y="341750"/>
                  </a:lnTo>
                  <a:lnTo>
                    <a:pt x="554322" y="341750"/>
                  </a:lnTo>
                  <a:lnTo>
                    <a:pt x="556786" y="341750"/>
                  </a:lnTo>
                  <a:lnTo>
                    <a:pt x="559250" y="341750"/>
                  </a:lnTo>
                  <a:lnTo>
                    <a:pt x="561713" y="341750"/>
                  </a:lnTo>
                  <a:lnTo>
                    <a:pt x="564177" y="341750"/>
                  </a:lnTo>
                  <a:lnTo>
                    <a:pt x="566641" y="341750"/>
                  </a:lnTo>
                  <a:lnTo>
                    <a:pt x="569104" y="341750"/>
                  </a:lnTo>
                  <a:lnTo>
                    <a:pt x="571568" y="341750"/>
                  </a:lnTo>
                  <a:lnTo>
                    <a:pt x="574032" y="341750"/>
                  </a:lnTo>
                  <a:lnTo>
                    <a:pt x="576495" y="341750"/>
                  </a:lnTo>
                  <a:lnTo>
                    <a:pt x="578959" y="341750"/>
                  </a:lnTo>
                  <a:lnTo>
                    <a:pt x="581423" y="341750"/>
                  </a:lnTo>
                  <a:lnTo>
                    <a:pt x="583886" y="341750"/>
                  </a:lnTo>
                  <a:lnTo>
                    <a:pt x="586350" y="341750"/>
                  </a:lnTo>
                  <a:lnTo>
                    <a:pt x="588814" y="341750"/>
                  </a:lnTo>
                  <a:lnTo>
                    <a:pt x="591277" y="341750"/>
                  </a:lnTo>
                  <a:lnTo>
                    <a:pt x="593741" y="341750"/>
                  </a:lnTo>
                  <a:lnTo>
                    <a:pt x="596205" y="341750"/>
                  </a:lnTo>
                  <a:lnTo>
                    <a:pt x="598668" y="341750"/>
                  </a:lnTo>
                  <a:lnTo>
                    <a:pt x="601132" y="341750"/>
                  </a:lnTo>
                  <a:lnTo>
                    <a:pt x="603596" y="341750"/>
                  </a:lnTo>
                  <a:lnTo>
                    <a:pt x="606059" y="341750"/>
                  </a:lnTo>
                  <a:lnTo>
                    <a:pt x="608523" y="341750"/>
                  </a:lnTo>
                  <a:lnTo>
                    <a:pt x="610987" y="341750"/>
                  </a:lnTo>
                  <a:lnTo>
                    <a:pt x="613450" y="341750"/>
                  </a:lnTo>
                  <a:lnTo>
                    <a:pt x="615914" y="341750"/>
                  </a:lnTo>
                  <a:lnTo>
                    <a:pt x="618378" y="341750"/>
                  </a:lnTo>
                  <a:lnTo>
                    <a:pt x="620841" y="341750"/>
                  </a:lnTo>
                  <a:lnTo>
                    <a:pt x="623305" y="341750"/>
                  </a:lnTo>
                  <a:lnTo>
                    <a:pt x="625769" y="341750"/>
                  </a:lnTo>
                  <a:lnTo>
                    <a:pt x="628232" y="341750"/>
                  </a:lnTo>
                  <a:lnTo>
                    <a:pt x="630696" y="341750"/>
                  </a:lnTo>
                  <a:lnTo>
                    <a:pt x="633159" y="341749"/>
                  </a:lnTo>
                  <a:lnTo>
                    <a:pt x="635623" y="341749"/>
                  </a:lnTo>
                  <a:lnTo>
                    <a:pt x="638087" y="341749"/>
                  </a:lnTo>
                  <a:lnTo>
                    <a:pt x="640550" y="341749"/>
                  </a:lnTo>
                  <a:lnTo>
                    <a:pt x="643014" y="341748"/>
                  </a:lnTo>
                  <a:lnTo>
                    <a:pt x="645478" y="341748"/>
                  </a:lnTo>
                  <a:lnTo>
                    <a:pt x="647941" y="341747"/>
                  </a:lnTo>
                  <a:lnTo>
                    <a:pt x="650405" y="341747"/>
                  </a:lnTo>
                  <a:lnTo>
                    <a:pt x="652869" y="341746"/>
                  </a:lnTo>
                  <a:lnTo>
                    <a:pt x="655332" y="341745"/>
                  </a:lnTo>
                  <a:lnTo>
                    <a:pt x="657796" y="341744"/>
                  </a:lnTo>
                  <a:lnTo>
                    <a:pt x="660260" y="341743"/>
                  </a:lnTo>
                  <a:lnTo>
                    <a:pt x="662723" y="341741"/>
                  </a:lnTo>
                  <a:lnTo>
                    <a:pt x="665187" y="341740"/>
                  </a:lnTo>
                  <a:lnTo>
                    <a:pt x="667651" y="341738"/>
                  </a:lnTo>
                  <a:lnTo>
                    <a:pt x="670114" y="341736"/>
                  </a:lnTo>
                  <a:lnTo>
                    <a:pt x="672578" y="341733"/>
                  </a:lnTo>
                  <a:lnTo>
                    <a:pt x="675042" y="341730"/>
                  </a:lnTo>
                  <a:lnTo>
                    <a:pt x="677505" y="341726"/>
                  </a:lnTo>
                  <a:lnTo>
                    <a:pt x="679969" y="341722"/>
                  </a:lnTo>
                  <a:lnTo>
                    <a:pt x="682433" y="341718"/>
                  </a:lnTo>
                  <a:lnTo>
                    <a:pt x="684896" y="341712"/>
                  </a:lnTo>
                  <a:lnTo>
                    <a:pt x="687360" y="341706"/>
                  </a:lnTo>
                  <a:lnTo>
                    <a:pt x="689824" y="341699"/>
                  </a:lnTo>
                  <a:lnTo>
                    <a:pt x="692287" y="341691"/>
                  </a:lnTo>
                  <a:lnTo>
                    <a:pt x="694751" y="341682"/>
                  </a:lnTo>
                  <a:lnTo>
                    <a:pt x="697215" y="341671"/>
                  </a:lnTo>
                  <a:lnTo>
                    <a:pt x="699678" y="341660"/>
                  </a:lnTo>
                  <a:lnTo>
                    <a:pt x="702142" y="341647"/>
                  </a:lnTo>
                  <a:lnTo>
                    <a:pt x="704606" y="341632"/>
                  </a:lnTo>
                  <a:lnTo>
                    <a:pt x="707069" y="341615"/>
                  </a:lnTo>
                  <a:lnTo>
                    <a:pt x="709533" y="341596"/>
                  </a:lnTo>
                  <a:lnTo>
                    <a:pt x="711997" y="341576"/>
                  </a:lnTo>
                  <a:lnTo>
                    <a:pt x="714460" y="341552"/>
                  </a:lnTo>
                  <a:lnTo>
                    <a:pt x="716924" y="341526"/>
                  </a:lnTo>
                  <a:lnTo>
                    <a:pt x="719388" y="341497"/>
                  </a:lnTo>
                  <a:lnTo>
                    <a:pt x="721851" y="341465"/>
                  </a:lnTo>
                  <a:lnTo>
                    <a:pt x="724315" y="341429"/>
                  </a:lnTo>
                  <a:lnTo>
                    <a:pt x="726778" y="341389"/>
                  </a:lnTo>
                  <a:lnTo>
                    <a:pt x="729242" y="341346"/>
                  </a:lnTo>
                  <a:lnTo>
                    <a:pt x="731706" y="341299"/>
                  </a:lnTo>
                  <a:lnTo>
                    <a:pt x="734169" y="341246"/>
                  </a:lnTo>
                  <a:lnTo>
                    <a:pt x="736633" y="341189"/>
                  </a:lnTo>
                  <a:lnTo>
                    <a:pt x="739097" y="341126"/>
                  </a:lnTo>
                  <a:lnTo>
                    <a:pt x="741560" y="341059"/>
                  </a:lnTo>
                  <a:lnTo>
                    <a:pt x="744024" y="340985"/>
                  </a:lnTo>
                  <a:lnTo>
                    <a:pt x="746488" y="340904"/>
                  </a:lnTo>
                  <a:lnTo>
                    <a:pt x="748951" y="340816"/>
                  </a:lnTo>
                  <a:lnTo>
                    <a:pt x="751415" y="340723"/>
                  </a:lnTo>
                  <a:lnTo>
                    <a:pt x="753879" y="340622"/>
                  </a:lnTo>
                  <a:lnTo>
                    <a:pt x="756342" y="340511"/>
                  </a:lnTo>
                  <a:lnTo>
                    <a:pt x="758806" y="340394"/>
                  </a:lnTo>
                  <a:lnTo>
                    <a:pt x="761270" y="340268"/>
                  </a:lnTo>
                  <a:lnTo>
                    <a:pt x="763733" y="340135"/>
                  </a:lnTo>
                  <a:lnTo>
                    <a:pt x="766197" y="339989"/>
                  </a:lnTo>
                  <a:lnTo>
                    <a:pt x="768661" y="339835"/>
                  </a:lnTo>
                  <a:lnTo>
                    <a:pt x="771124" y="339672"/>
                  </a:lnTo>
                  <a:lnTo>
                    <a:pt x="773588" y="339500"/>
                  </a:lnTo>
                  <a:lnTo>
                    <a:pt x="776052" y="339316"/>
                  </a:lnTo>
                  <a:lnTo>
                    <a:pt x="778515" y="339120"/>
                  </a:lnTo>
                  <a:lnTo>
                    <a:pt x="780979" y="338915"/>
                  </a:lnTo>
                  <a:lnTo>
                    <a:pt x="783443" y="338700"/>
                  </a:lnTo>
                  <a:lnTo>
                    <a:pt x="785906" y="338472"/>
                  </a:lnTo>
                  <a:lnTo>
                    <a:pt x="788370" y="338231"/>
                  </a:lnTo>
                  <a:lnTo>
                    <a:pt x="790834" y="337980"/>
                  </a:lnTo>
                  <a:lnTo>
                    <a:pt x="793297" y="337718"/>
                  </a:lnTo>
                  <a:lnTo>
                    <a:pt x="795761" y="337444"/>
                  </a:lnTo>
                  <a:lnTo>
                    <a:pt x="798225" y="337155"/>
                  </a:lnTo>
                  <a:lnTo>
                    <a:pt x="800688" y="336856"/>
                  </a:lnTo>
                  <a:lnTo>
                    <a:pt x="803152" y="336546"/>
                  </a:lnTo>
                  <a:lnTo>
                    <a:pt x="805616" y="336224"/>
                  </a:lnTo>
                  <a:lnTo>
                    <a:pt x="808079" y="335887"/>
                  </a:lnTo>
                  <a:lnTo>
                    <a:pt x="810543" y="335538"/>
                  </a:lnTo>
                  <a:lnTo>
                    <a:pt x="813006" y="335179"/>
                  </a:lnTo>
                  <a:lnTo>
                    <a:pt x="815470" y="334810"/>
                  </a:lnTo>
                  <a:lnTo>
                    <a:pt x="817934" y="334424"/>
                  </a:lnTo>
                  <a:lnTo>
                    <a:pt x="820397" y="334028"/>
                  </a:lnTo>
                  <a:lnTo>
                    <a:pt x="822861" y="333622"/>
                  </a:lnTo>
                  <a:lnTo>
                    <a:pt x="825325" y="333205"/>
                  </a:lnTo>
                  <a:lnTo>
                    <a:pt x="827788" y="332774"/>
                  </a:lnTo>
                  <a:lnTo>
                    <a:pt x="830252" y="332332"/>
                  </a:lnTo>
                  <a:lnTo>
                    <a:pt x="832716" y="331880"/>
                  </a:lnTo>
                  <a:lnTo>
                    <a:pt x="835179" y="331418"/>
                  </a:lnTo>
                  <a:lnTo>
                    <a:pt x="837643" y="330944"/>
                  </a:lnTo>
                  <a:lnTo>
                    <a:pt x="840107" y="330459"/>
                  </a:lnTo>
                  <a:lnTo>
                    <a:pt x="842570" y="329964"/>
                  </a:lnTo>
                  <a:lnTo>
                    <a:pt x="845034" y="329459"/>
                  </a:lnTo>
                  <a:lnTo>
                    <a:pt x="847498" y="328945"/>
                  </a:lnTo>
                  <a:lnTo>
                    <a:pt x="849961" y="328418"/>
                  </a:lnTo>
                  <a:lnTo>
                    <a:pt x="852425" y="327882"/>
                  </a:lnTo>
                  <a:lnTo>
                    <a:pt x="854889" y="327338"/>
                  </a:lnTo>
                  <a:lnTo>
                    <a:pt x="857352" y="326784"/>
                  </a:lnTo>
                  <a:lnTo>
                    <a:pt x="859816" y="326217"/>
                  </a:lnTo>
                  <a:lnTo>
                    <a:pt x="862280" y="325642"/>
                  </a:lnTo>
                  <a:lnTo>
                    <a:pt x="864743" y="325058"/>
                  </a:lnTo>
                  <a:lnTo>
                    <a:pt x="867207" y="324465"/>
                  </a:lnTo>
                  <a:lnTo>
                    <a:pt x="869671" y="323858"/>
                  </a:lnTo>
                  <a:lnTo>
                    <a:pt x="872134" y="323242"/>
                  </a:lnTo>
                  <a:lnTo>
                    <a:pt x="874598" y="322617"/>
                  </a:lnTo>
                  <a:lnTo>
                    <a:pt x="877062" y="321981"/>
                  </a:lnTo>
                  <a:lnTo>
                    <a:pt x="879525" y="321332"/>
                  </a:lnTo>
                  <a:lnTo>
                    <a:pt x="881989" y="320672"/>
                  </a:lnTo>
                  <a:lnTo>
                    <a:pt x="884453" y="320000"/>
                  </a:lnTo>
                  <a:lnTo>
                    <a:pt x="886916" y="319318"/>
                  </a:lnTo>
                  <a:lnTo>
                    <a:pt x="889380" y="318620"/>
                  </a:lnTo>
                  <a:lnTo>
                    <a:pt x="891844" y="317908"/>
                  </a:lnTo>
                  <a:lnTo>
                    <a:pt x="894307" y="317183"/>
                  </a:lnTo>
                  <a:lnTo>
                    <a:pt x="896771" y="316444"/>
                  </a:lnTo>
                  <a:lnTo>
                    <a:pt x="899235" y="315689"/>
                  </a:lnTo>
                  <a:lnTo>
                    <a:pt x="901698" y="314915"/>
                  </a:lnTo>
                  <a:lnTo>
                    <a:pt x="904162" y="314125"/>
                  </a:lnTo>
                  <a:lnTo>
                    <a:pt x="906625" y="313318"/>
                  </a:lnTo>
                  <a:lnTo>
                    <a:pt x="909089" y="312493"/>
                  </a:lnTo>
                  <a:lnTo>
                    <a:pt x="911553" y="311643"/>
                  </a:lnTo>
                  <a:lnTo>
                    <a:pt x="914016" y="310774"/>
                  </a:lnTo>
                  <a:lnTo>
                    <a:pt x="916480" y="309885"/>
                  </a:lnTo>
                  <a:lnTo>
                    <a:pt x="918944" y="308976"/>
                  </a:lnTo>
                  <a:lnTo>
                    <a:pt x="921407" y="308036"/>
                  </a:lnTo>
                  <a:lnTo>
                    <a:pt x="923871" y="307073"/>
                  </a:lnTo>
                  <a:lnTo>
                    <a:pt x="926335" y="306087"/>
                  </a:lnTo>
                  <a:lnTo>
                    <a:pt x="928798" y="305077"/>
                  </a:lnTo>
                  <a:lnTo>
                    <a:pt x="931262" y="304034"/>
                  </a:lnTo>
                  <a:lnTo>
                    <a:pt x="933726" y="302962"/>
                  </a:lnTo>
                  <a:lnTo>
                    <a:pt x="936189" y="301864"/>
                  </a:lnTo>
                  <a:lnTo>
                    <a:pt x="938653" y="300740"/>
                  </a:lnTo>
                  <a:lnTo>
                    <a:pt x="941117" y="299580"/>
                  </a:lnTo>
                  <a:lnTo>
                    <a:pt x="943580" y="298388"/>
                  </a:lnTo>
                  <a:lnTo>
                    <a:pt x="946044" y="297167"/>
                  </a:lnTo>
                  <a:lnTo>
                    <a:pt x="948508" y="295918"/>
                  </a:lnTo>
                  <a:lnTo>
                    <a:pt x="950971" y="294634"/>
                  </a:lnTo>
                  <a:lnTo>
                    <a:pt x="953435" y="293314"/>
                  </a:lnTo>
                  <a:lnTo>
                    <a:pt x="955899" y="291964"/>
                  </a:lnTo>
                  <a:lnTo>
                    <a:pt x="958362" y="290585"/>
                  </a:lnTo>
                  <a:lnTo>
                    <a:pt x="960826" y="289174"/>
                  </a:lnTo>
                  <a:lnTo>
                    <a:pt x="963290" y="287724"/>
                  </a:lnTo>
                  <a:lnTo>
                    <a:pt x="965753" y="286245"/>
                  </a:lnTo>
                  <a:lnTo>
                    <a:pt x="968217" y="284739"/>
                  </a:lnTo>
                  <a:lnTo>
                    <a:pt x="970681" y="283204"/>
                  </a:lnTo>
                  <a:lnTo>
                    <a:pt x="973144" y="281631"/>
                  </a:lnTo>
                  <a:lnTo>
                    <a:pt x="975608" y="280032"/>
                  </a:lnTo>
                  <a:lnTo>
                    <a:pt x="978072" y="278407"/>
                  </a:lnTo>
                  <a:lnTo>
                    <a:pt x="980535" y="276758"/>
                  </a:lnTo>
                  <a:lnTo>
                    <a:pt x="982999" y="275078"/>
                  </a:lnTo>
                  <a:lnTo>
                    <a:pt x="985463" y="273373"/>
                  </a:lnTo>
                  <a:lnTo>
                    <a:pt x="987926" y="271648"/>
                  </a:lnTo>
                  <a:lnTo>
                    <a:pt x="990390" y="269904"/>
                  </a:lnTo>
                  <a:lnTo>
                    <a:pt x="992853" y="268136"/>
                  </a:lnTo>
                  <a:lnTo>
                    <a:pt x="995317" y="266350"/>
                  </a:lnTo>
                  <a:lnTo>
                    <a:pt x="997781" y="264549"/>
                  </a:lnTo>
                  <a:lnTo>
                    <a:pt x="1000244" y="262734"/>
                  </a:lnTo>
                  <a:lnTo>
                    <a:pt x="1002708" y="260907"/>
                  </a:lnTo>
                  <a:lnTo>
                    <a:pt x="1005172" y="259067"/>
                  </a:lnTo>
                  <a:lnTo>
                    <a:pt x="1007635" y="257220"/>
                  </a:lnTo>
                  <a:lnTo>
                    <a:pt x="1010099" y="255368"/>
                  </a:lnTo>
                  <a:lnTo>
                    <a:pt x="1012563" y="253510"/>
                  </a:lnTo>
                  <a:lnTo>
                    <a:pt x="1015026" y="251651"/>
                  </a:lnTo>
                  <a:lnTo>
                    <a:pt x="1017490" y="249792"/>
                  </a:lnTo>
                  <a:lnTo>
                    <a:pt x="1019954" y="247934"/>
                  </a:lnTo>
                  <a:lnTo>
                    <a:pt x="1022417" y="246080"/>
                  </a:lnTo>
                  <a:lnTo>
                    <a:pt x="1024881" y="244234"/>
                  </a:lnTo>
                  <a:lnTo>
                    <a:pt x="1027345" y="242395"/>
                  </a:lnTo>
                  <a:lnTo>
                    <a:pt x="1029808" y="240565"/>
                  </a:lnTo>
                  <a:lnTo>
                    <a:pt x="1032272" y="238745"/>
                  </a:lnTo>
                  <a:lnTo>
                    <a:pt x="1034736" y="236940"/>
                  </a:lnTo>
                  <a:lnTo>
                    <a:pt x="1037199" y="235150"/>
                  </a:lnTo>
                  <a:lnTo>
                    <a:pt x="1039663" y="233373"/>
                  </a:lnTo>
                  <a:lnTo>
                    <a:pt x="1042127" y="231609"/>
                  </a:lnTo>
                  <a:lnTo>
                    <a:pt x="1044590" y="229865"/>
                  </a:lnTo>
                  <a:lnTo>
                    <a:pt x="1047054" y="228138"/>
                  </a:lnTo>
                  <a:lnTo>
                    <a:pt x="1049518" y="226425"/>
                  </a:lnTo>
                  <a:lnTo>
                    <a:pt x="1051981" y="224727"/>
                  </a:lnTo>
                  <a:lnTo>
                    <a:pt x="1054445" y="223045"/>
                  </a:lnTo>
                  <a:lnTo>
                    <a:pt x="1056909" y="221378"/>
                  </a:lnTo>
                  <a:lnTo>
                    <a:pt x="1059372" y="219721"/>
                  </a:lnTo>
                  <a:lnTo>
                    <a:pt x="1061836" y="218074"/>
                  </a:lnTo>
                  <a:lnTo>
                    <a:pt x="1064300" y="216434"/>
                  </a:lnTo>
                  <a:lnTo>
                    <a:pt x="1066763" y="214800"/>
                  </a:lnTo>
                  <a:lnTo>
                    <a:pt x="1069227" y="213164"/>
                  </a:lnTo>
                  <a:lnTo>
                    <a:pt x="1071691" y="211526"/>
                  </a:lnTo>
                  <a:lnTo>
                    <a:pt x="1074154" y="209883"/>
                  </a:lnTo>
                  <a:lnTo>
                    <a:pt x="1076618" y="208222"/>
                  </a:lnTo>
                  <a:lnTo>
                    <a:pt x="1079082" y="206544"/>
                  </a:lnTo>
                  <a:lnTo>
                    <a:pt x="1081545" y="204844"/>
                  </a:lnTo>
                  <a:lnTo>
                    <a:pt x="1084009" y="203119"/>
                  </a:lnTo>
                  <a:lnTo>
                    <a:pt x="1086472" y="201348"/>
                  </a:lnTo>
                  <a:lnTo>
                    <a:pt x="1088936" y="199533"/>
                  </a:lnTo>
                  <a:lnTo>
                    <a:pt x="1091400" y="197672"/>
                  </a:lnTo>
                  <a:lnTo>
                    <a:pt x="1093863" y="195758"/>
                  </a:lnTo>
                  <a:lnTo>
                    <a:pt x="1096327" y="193769"/>
                  </a:lnTo>
                  <a:lnTo>
                    <a:pt x="1098791" y="191700"/>
                  </a:lnTo>
                  <a:lnTo>
                    <a:pt x="1101254" y="189555"/>
                  </a:lnTo>
                  <a:lnTo>
                    <a:pt x="1103718" y="187329"/>
                  </a:lnTo>
                  <a:lnTo>
                    <a:pt x="1106182" y="184998"/>
                  </a:lnTo>
                  <a:lnTo>
                    <a:pt x="1108645" y="182544"/>
                  </a:lnTo>
                  <a:lnTo>
                    <a:pt x="1111109" y="179985"/>
                  </a:lnTo>
                  <a:lnTo>
                    <a:pt x="1113573" y="177316"/>
                  </a:lnTo>
                  <a:lnTo>
                    <a:pt x="1116036" y="174520"/>
                  </a:lnTo>
                  <a:lnTo>
                    <a:pt x="1118500" y="171556"/>
                  </a:lnTo>
                  <a:lnTo>
                    <a:pt x="1120964" y="168461"/>
                  </a:lnTo>
                  <a:lnTo>
                    <a:pt x="1123427" y="165233"/>
                  </a:lnTo>
                  <a:lnTo>
                    <a:pt x="1125891" y="161865"/>
                  </a:lnTo>
                  <a:lnTo>
                    <a:pt x="1128355" y="158292"/>
                  </a:lnTo>
                  <a:lnTo>
                    <a:pt x="1130818" y="154573"/>
                  </a:lnTo>
                  <a:lnTo>
                    <a:pt x="1133282" y="150706"/>
                  </a:lnTo>
                  <a:lnTo>
                    <a:pt x="1135746" y="146691"/>
                  </a:lnTo>
                  <a:lnTo>
                    <a:pt x="1138209" y="142473"/>
                  </a:lnTo>
                  <a:lnTo>
                    <a:pt x="1140673" y="138096"/>
                  </a:lnTo>
                  <a:lnTo>
                    <a:pt x="1143137" y="133574"/>
                  </a:lnTo>
                  <a:lnTo>
                    <a:pt x="1145600" y="128912"/>
                  </a:lnTo>
                  <a:lnTo>
                    <a:pt x="1148064" y="124075"/>
                  </a:lnTo>
                  <a:lnTo>
                    <a:pt x="1150528" y="119089"/>
                  </a:lnTo>
                  <a:lnTo>
                    <a:pt x="1152991" y="113984"/>
                  </a:lnTo>
                  <a:lnTo>
                    <a:pt x="1155455" y="108767"/>
                  </a:lnTo>
                  <a:lnTo>
                    <a:pt x="1157919" y="103428"/>
                  </a:lnTo>
                  <a:lnTo>
                    <a:pt x="1160382" y="97984"/>
                  </a:lnTo>
                  <a:lnTo>
                    <a:pt x="1162846" y="92470"/>
                  </a:lnTo>
                  <a:lnTo>
                    <a:pt x="1165310" y="86899"/>
                  </a:lnTo>
                  <a:lnTo>
                    <a:pt x="1167773" y="81281"/>
                  </a:lnTo>
                  <a:lnTo>
                    <a:pt x="1170237" y="75639"/>
                  </a:lnTo>
                  <a:lnTo>
                    <a:pt x="1172701" y="70004"/>
                  </a:lnTo>
                  <a:lnTo>
                    <a:pt x="1175164" y="64391"/>
                  </a:lnTo>
                  <a:lnTo>
                    <a:pt x="1177628" y="58818"/>
                  </a:lnTo>
                  <a:lnTo>
                    <a:pt x="1180091" y="53347"/>
                  </a:lnTo>
                  <a:lnTo>
                    <a:pt x="1182555" y="47980"/>
                  </a:lnTo>
                  <a:lnTo>
                    <a:pt x="1185019" y="42735"/>
                  </a:lnTo>
                  <a:lnTo>
                    <a:pt x="1187482" y="37631"/>
                  </a:lnTo>
                  <a:lnTo>
                    <a:pt x="1189946" y="32769"/>
                  </a:lnTo>
                  <a:lnTo>
                    <a:pt x="1192410" y="28133"/>
                  </a:lnTo>
                  <a:lnTo>
                    <a:pt x="1194873" y="23729"/>
                  </a:lnTo>
                  <a:lnTo>
                    <a:pt x="1197337" y="19579"/>
                  </a:lnTo>
                  <a:lnTo>
                    <a:pt x="1199801" y="15793"/>
                  </a:lnTo>
                  <a:lnTo>
                    <a:pt x="1202264" y="12376"/>
                  </a:lnTo>
                  <a:lnTo>
                    <a:pt x="1204728" y="9299"/>
                  </a:lnTo>
                  <a:lnTo>
                    <a:pt x="1207192" y="6580"/>
                  </a:lnTo>
                  <a:lnTo>
                    <a:pt x="1209655" y="4319"/>
                  </a:lnTo>
                  <a:lnTo>
                    <a:pt x="1212119" y="2571"/>
                  </a:lnTo>
                  <a:lnTo>
                    <a:pt x="1214583" y="1251"/>
                  </a:lnTo>
                  <a:lnTo>
                    <a:pt x="1217046" y="372"/>
                  </a:lnTo>
                  <a:lnTo>
                    <a:pt x="1219510" y="0"/>
                  </a:lnTo>
                  <a:lnTo>
                    <a:pt x="1221974" y="261"/>
                  </a:lnTo>
                  <a:lnTo>
                    <a:pt x="1224437" y="1005"/>
                  </a:lnTo>
                  <a:lnTo>
                    <a:pt x="1226901" y="2237"/>
                  </a:lnTo>
                  <a:lnTo>
                    <a:pt x="1229365" y="3972"/>
                  </a:lnTo>
                  <a:lnTo>
                    <a:pt x="1231828" y="6416"/>
                  </a:lnTo>
                  <a:lnTo>
                    <a:pt x="1234292" y="9352"/>
                  </a:lnTo>
                  <a:lnTo>
                    <a:pt x="1236756" y="12776"/>
                  </a:lnTo>
                  <a:lnTo>
                    <a:pt x="1239219" y="16682"/>
                  </a:lnTo>
                  <a:lnTo>
                    <a:pt x="1241683" y="21242"/>
                  </a:lnTo>
                  <a:lnTo>
                    <a:pt x="1244147" y="26284"/>
                  </a:lnTo>
                  <a:lnTo>
                    <a:pt x="1246610" y="31765"/>
                  </a:lnTo>
                  <a:lnTo>
                    <a:pt x="1249074" y="37670"/>
                  </a:lnTo>
                  <a:lnTo>
                    <a:pt x="1251538" y="44096"/>
                  </a:lnTo>
                  <a:lnTo>
                    <a:pt x="1254001" y="50950"/>
                  </a:lnTo>
                  <a:lnTo>
                    <a:pt x="1256465" y="58148"/>
                  </a:lnTo>
                  <a:lnTo>
                    <a:pt x="1258929" y="65671"/>
                  </a:lnTo>
                  <a:lnTo>
                    <a:pt x="1258929" y="341750"/>
                  </a:lnTo>
                  <a:lnTo>
                    <a:pt x="1256465" y="341750"/>
                  </a:lnTo>
                  <a:lnTo>
                    <a:pt x="1254001" y="341750"/>
                  </a:lnTo>
                  <a:lnTo>
                    <a:pt x="1251538" y="341750"/>
                  </a:lnTo>
                  <a:lnTo>
                    <a:pt x="1249074" y="341750"/>
                  </a:lnTo>
                  <a:lnTo>
                    <a:pt x="1246610" y="341750"/>
                  </a:lnTo>
                  <a:lnTo>
                    <a:pt x="1244147" y="341750"/>
                  </a:lnTo>
                  <a:lnTo>
                    <a:pt x="1241683" y="341750"/>
                  </a:lnTo>
                  <a:lnTo>
                    <a:pt x="1239219" y="341750"/>
                  </a:lnTo>
                  <a:lnTo>
                    <a:pt x="1236756" y="341750"/>
                  </a:lnTo>
                  <a:lnTo>
                    <a:pt x="1234292" y="341750"/>
                  </a:lnTo>
                  <a:lnTo>
                    <a:pt x="1231828" y="341750"/>
                  </a:lnTo>
                  <a:lnTo>
                    <a:pt x="1229365" y="341750"/>
                  </a:lnTo>
                  <a:lnTo>
                    <a:pt x="1226901" y="341750"/>
                  </a:lnTo>
                  <a:lnTo>
                    <a:pt x="1224437" y="341750"/>
                  </a:lnTo>
                  <a:lnTo>
                    <a:pt x="1221974" y="341750"/>
                  </a:lnTo>
                  <a:lnTo>
                    <a:pt x="1219510" y="341750"/>
                  </a:lnTo>
                  <a:lnTo>
                    <a:pt x="1217046" y="341750"/>
                  </a:lnTo>
                  <a:lnTo>
                    <a:pt x="1214583" y="341750"/>
                  </a:lnTo>
                  <a:lnTo>
                    <a:pt x="1212119" y="341750"/>
                  </a:lnTo>
                  <a:lnTo>
                    <a:pt x="1209655" y="341750"/>
                  </a:lnTo>
                  <a:lnTo>
                    <a:pt x="1207192" y="341750"/>
                  </a:lnTo>
                  <a:lnTo>
                    <a:pt x="1204728" y="341750"/>
                  </a:lnTo>
                  <a:lnTo>
                    <a:pt x="1202264" y="341750"/>
                  </a:lnTo>
                  <a:lnTo>
                    <a:pt x="1199801" y="341750"/>
                  </a:lnTo>
                  <a:lnTo>
                    <a:pt x="1197337" y="341750"/>
                  </a:lnTo>
                  <a:lnTo>
                    <a:pt x="1194873" y="341750"/>
                  </a:lnTo>
                  <a:lnTo>
                    <a:pt x="1192410" y="341750"/>
                  </a:lnTo>
                  <a:lnTo>
                    <a:pt x="1189946" y="341750"/>
                  </a:lnTo>
                  <a:lnTo>
                    <a:pt x="1187482" y="341750"/>
                  </a:lnTo>
                  <a:lnTo>
                    <a:pt x="1185019" y="341750"/>
                  </a:lnTo>
                  <a:lnTo>
                    <a:pt x="1182555" y="341750"/>
                  </a:lnTo>
                  <a:lnTo>
                    <a:pt x="1180091" y="341750"/>
                  </a:lnTo>
                  <a:lnTo>
                    <a:pt x="1177628" y="341750"/>
                  </a:lnTo>
                  <a:lnTo>
                    <a:pt x="1175164" y="341750"/>
                  </a:lnTo>
                  <a:lnTo>
                    <a:pt x="1172701" y="341750"/>
                  </a:lnTo>
                  <a:lnTo>
                    <a:pt x="1170237" y="341750"/>
                  </a:lnTo>
                  <a:lnTo>
                    <a:pt x="1167773" y="341750"/>
                  </a:lnTo>
                  <a:lnTo>
                    <a:pt x="1165310" y="341750"/>
                  </a:lnTo>
                  <a:lnTo>
                    <a:pt x="1162846" y="341750"/>
                  </a:lnTo>
                  <a:lnTo>
                    <a:pt x="1160382" y="341750"/>
                  </a:lnTo>
                  <a:lnTo>
                    <a:pt x="1157919" y="341750"/>
                  </a:lnTo>
                  <a:lnTo>
                    <a:pt x="1155455" y="341750"/>
                  </a:lnTo>
                  <a:lnTo>
                    <a:pt x="1152991" y="341750"/>
                  </a:lnTo>
                  <a:lnTo>
                    <a:pt x="1150528" y="341750"/>
                  </a:lnTo>
                  <a:lnTo>
                    <a:pt x="1148064" y="341750"/>
                  </a:lnTo>
                  <a:lnTo>
                    <a:pt x="1145600" y="341750"/>
                  </a:lnTo>
                  <a:lnTo>
                    <a:pt x="1143137" y="341750"/>
                  </a:lnTo>
                  <a:lnTo>
                    <a:pt x="1140673" y="341750"/>
                  </a:lnTo>
                  <a:lnTo>
                    <a:pt x="1138209" y="341750"/>
                  </a:lnTo>
                  <a:lnTo>
                    <a:pt x="1135746" y="341750"/>
                  </a:lnTo>
                  <a:lnTo>
                    <a:pt x="1133282" y="341750"/>
                  </a:lnTo>
                  <a:lnTo>
                    <a:pt x="1130818" y="341750"/>
                  </a:lnTo>
                  <a:lnTo>
                    <a:pt x="1128355" y="341750"/>
                  </a:lnTo>
                  <a:lnTo>
                    <a:pt x="1125891" y="341750"/>
                  </a:lnTo>
                  <a:lnTo>
                    <a:pt x="1123427" y="341750"/>
                  </a:lnTo>
                  <a:lnTo>
                    <a:pt x="1120964" y="341750"/>
                  </a:lnTo>
                  <a:lnTo>
                    <a:pt x="1118500" y="341750"/>
                  </a:lnTo>
                  <a:lnTo>
                    <a:pt x="1116036" y="341750"/>
                  </a:lnTo>
                  <a:lnTo>
                    <a:pt x="1113573" y="341750"/>
                  </a:lnTo>
                  <a:lnTo>
                    <a:pt x="1111109" y="341750"/>
                  </a:lnTo>
                  <a:lnTo>
                    <a:pt x="1108645" y="341750"/>
                  </a:lnTo>
                  <a:lnTo>
                    <a:pt x="1106182" y="341750"/>
                  </a:lnTo>
                  <a:lnTo>
                    <a:pt x="1103718" y="341750"/>
                  </a:lnTo>
                  <a:lnTo>
                    <a:pt x="1101254" y="341750"/>
                  </a:lnTo>
                  <a:lnTo>
                    <a:pt x="1098791" y="341750"/>
                  </a:lnTo>
                  <a:lnTo>
                    <a:pt x="1096327" y="341750"/>
                  </a:lnTo>
                  <a:lnTo>
                    <a:pt x="1093863" y="341750"/>
                  </a:lnTo>
                  <a:lnTo>
                    <a:pt x="1091400" y="341750"/>
                  </a:lnTo>
                  <a:lnTo>
                    <a:pt x="1088936" y="341750"/>
                  </a:lnTo>
                  <a:lnTo>
                    <a:pt x="1086472" y="341750"/>
                  </a:lnTo>
                  <a:lnTo>
                    <a:pt x="1084009" y="341750"/>
                  </a:lnTo>
                  <a:lnTo>
                    <a:pt x="1081545" y="341750"/>
                  </a:lnTo>
                  <a:lnTo>
                    <a:pt x="1079082" y="341750"/>
                  </a:lnTo>
                  <a:lnTo>
                    <a:pt x="1076618" y="341750"/>
                  </a:lnTo>
                  <a:lnTo>
                    <a:pt x="1074154" y="341750"/>
                  </a:lnTo>
                  <a:lnTo>
                    <a:pt x="1071691" y="341750"/>
                  </a:lnTo>
                  <a:lnTo>
                    <a:pt x="1069227" y="341750"/>
                  </a:lnTo>
                  <a:lnTo>
                    <a:pt x="1066763" y="341750"/>
                  </a:lnTo>
                  <a:lnTo>
                    <a:pt x="1064300" y="341750"/>
                  </a:lnTo>
                  <a:lnTo>
                    <a:pt x="1061836" y="341750"/>
                  </a:lnTo>
                  <a:lnTo>
                    <a:pt x="1059372" y="341750"/>
                  </a:lnTo>
                  <a:lnTo>
                    <a:pt x="1056909" y="341750"/>
                  </a:lnTo>
                  <a:lnTo>
                    <a:pt x="1054445" y="341750"/>
                  </a:lnTo>
                  <a:lnTo>
                    <a:pt x="1051981" y="341750"/>
                  </a:lnTo>
                  <a:lnTo>
                    <a:pt x="1049518" y="341750"/>
                  </a:lnTo>
                  <a:lnTo>
                    <a:pt x="1047054" y="341750"/>
                  </a:lnTo>
                  <a:lnTo>
                    <a:pt x="1044590" y="341750"/>
                  </a:lnTo>
                  <a:lnTo>
                    <a:pt x="1042127" y="341750"/>
                  </a:lnTo>
                  <a:lnTo>
                    <a:pt x="1039663" y="341750"/>
                  </a:lnTo>
                  <a:lnTo>
                    <a:pt x="1037199" y="341750"/>
                  </a:lnTo>
                  <a:lnTo>
                    <a:pt x="1034736" y="341750"/>
                  </a:lnTo>
                  <a:lnTo>
                    <a:pt x="1032272" y="341750"/>
                  </a:lnTo>
                  <a:lnTo>
                    <a:pt x="1029808" y="341750"/>
                  </a:lnTo>
                  <a:lnTo>
                    <a:pt x="1027345" y="341750"/>
                  </a:lnTo>
                  <a:lnTo>
                    <a:pt x="1024881" y="341750"/>
                  </a:lnTo>
                  <a:lnTo>
                    <a:pt x="1022417" y="341750"/>
                  </a:lnTo>
                  <a:lnTo>
                    <a:pt x="1019954" y="341750"/>
                  </a:lnTo>
                  <a:lnTo>
                    <a:pt x="1017490" y="341750"/>
                  </a:lnTo>
                  <a:lnTo>
                    <a:pt x="1015026" y="341750"/>
                  </a:lnTo>
                  <a:lnTo>
                    <a:pt x="1012563" y="341750"/>
                  </a:lnTo>
                  <a:lnTo>
                    <a:pt x="1010099" y="341750"/>
                  </a:lnTo>
                  <a:lnTo>
                    <a:pt x="1007635" y="341750"/>
                  </a:lnTo>
                  <a:lnTo>
                    <a:pt x="1005172" y="341750"/>
                  </a:lnTo>
                  <a:lnTo>
                    <a:pt x="1002708" y="341750"/>
                  </a:lnTo>
                  <a:lnTo>
                    <a:pt x="1000244" y="341750"/>
                  </a:lnTo>
                  <a:lnTo>
                    <a:pt x="997781" y="341750"/>
                  </a:lnTo>
                  <a:lnTo>
                    <a:pt x="995317" y="341750"/>
                  </a:lnTo>
                  <a:lnTo>
                    <a:pt x="992853" y="341750"/>
                  </a:lnTo>
                  <a:lnTo>
                    <a:pt x="990390" y="341750"/>
                  </a:lnTo>
                  <a:lnTo>
                    <a:pt x="987926" y="341750"/>
                  </a:lnTo>
                  <a:lnTo>
                    <a:pt x="985463" y="341750"/>
                  </a:lnTo>
                  <a:lnTo>
                    <a:pt x="982999" y="341750"/>
                  </a:lnTo>
                  <a:lnTo>
                    <a:pt x="980535" y="341750"/>
                  </a:lnTo>
                  <a:lnTo>
                    <a:pt x="978072" y="341750"/>
                  </a:lnTo>
                  <a:lnTo>
                    <a:pt x="975608" y="341750"/>
                  </a:lnTo>
                  <a:lnTo>
                    <a:pt x="973144" y="341750"/>
                  </a:lnTo>
                  <a:lnTo>
                    <a:pt x="970681" y="341750"/>
                  </a:lnTo>
                  <a:lnTo>
                    <a:pt x="968217" y="341750"/>
                  </a:lnTo>
                  <a:lnTo>
                    <a:pt x="965753" y="341750"/>
                  </a:lnTo>
                  <a:lnTo>
                    <a:pt x="963290" y="341750"/>
                  </a:lnTo>
                  <a:lnTo>
                    <a:pt x="960826" y="341750"/>
                  </a:lnTo>
                  <a:lnTo>
                    <a:pt x="958362" y="341750"/>
                  </a:lnTo>
                  <a:lnTo>
                    <a:pt x="955899" y="341750"/>
                  </a:lnTo>
                  <a:lnTo>
                    <a:pt x="953435" y="341750"/>
                  </a:lnTo>
                  <a:lnTo>
                    <a:pt x="950971" y="341750"/>
                  </a:lnTo>
                  <a:lnTo>
                    <a:pt x="948508" y="341750"/>
                  </a:lnTo>
                  <a:lnTo>
                    <a:pt x="946044" y="341750"/>
                  </a:lnTo>
                  <a:lnTo>
                    <a:pt x="943580" y="341750"/>
                  </a:lnTo>
                  <a:lnTo>
                    <a:pt x="941117" y="341750"/>
                  </a:lnTo>
                  <a:lnTo>
                    <a:pt x="938653" y="341750"/>
                  </a:lnTo>
                  <a:lnTo>
                    <a:pt x="936189" y="341750"/>
                  </a:lnTo>
                  <a:lnTo>
                    <a:pt x="933726" y="341750"/>
                  </a:lnTo>
                  <a:lnTo>
                    <a:pt x="931262" y="341750"/>
                  </a:lnTo>
                  <a:lnTo>
                    <a:pt x="928798" y="341750"/>
                  </a:lnTo>
                  <a:lnTo>
                    <a:pt x="926335" y="341750"/>
                  </a:lnTo>
                  <a:lnTo>
                    <a:pt x="923871" y="341750"/>
                  </a:lnTo>
                  <a:lnTo>
                    <a:pt x="921407" y="341750"/>
                  </a:lnTo>
                  <a:lnTo>
                    <a:pt x="918944" y="341750"/>
                  </a:lnTo>
                  <a:lnTo>
                    <a:pt x="916480" y="341750"/>
                  </a:lnTo>
                  <a:lnTo>
                    <a:pt x="914016" y="341750"/>
                  </a:lnTo>
                  <a:lnTo>
                    <a:pt x="911553" y="341750"/>
                  </a:lnTo>
                  <a:lnTo>
                    <a:pt x="909089" y="341750"/>
                  </a:lnTo>
                  <a:lnTo>
                    <a:pt x="906625" y="341750"/>
                  </a:lnTo>
                  <a:lnTo>
                    <a:pt x="904162" y="341750"/>
                  </a:lnTo>
                  <a:lnTo>
                    <a:pt x="901698" y="341750"/>
                  </a:lnTo>
                  <a:lnTo>
                    <a:pt x="899235" y="341750"/>
                  </a:lnTo>
                  <a:lnTo>
                    <a:pt x="896771" y="341750"/>
                  </a:lnTo>
                  <a:lnTo>
                    <a:pt x="894307" y="341750"/>
                  </a:lnTo>
                  <a:lnTo>
                    <a:pt x="891844" y="341750"/>
                  </a:lnTo>
                  <a:lnTo>
                    <a:pt x="889380" y="341750"/>
                  </a:lnTo>
                  <a:lnTo>
                    <a:pt x="886916" y="341750"/>
                  </a:lnTo>
                  <a:lnTo>
                    <a:pt x="884453" y="341750"/>
                  </a:lnTo>
                  <a:lnTo>
                    <a:pt x="881989" y="341750"/>
                  </a:lnTo>
                  <a:lnTo>
                    <a:pt x="879525" y="341750"/>
                  </a:lnTo>
                  <a:lnTo>
                    <a:pt x="877062" y="341750"/>
                  </a:lnTo>
                  <a:lnTo>
                    <a:pt x="874598" y="341750"/>
                  </a:lnTo>
                  <a:lnTo>
                    <a:pt x="872134" y="341750"/>
                  </a:lnTo>
                  <a:lnTo>
                    <a:pt x="869671" y="341750"/>
                  </a:lnTo>
                  <a:lnTo>
                    <a:pt x="867207" y="341750"/>
                  </a:lnTo>
                  <a:lnTo>
                    <a:pt x="864743" y="341750"/>
                  </a:lnTo>
                  <a:lnTo>
                    <a:pt x="862280" y="341750"/>
                  </a:lnTo>
                  <a:lnTo>
                    <a:pt x="859816" y="341750"/>
                  </a:lnTo>
                  <a:lnTo>
                    <a:pt x="857352" y="341750"/>
                  </a:lnTo>
                  <a:lnTo>
                    <a:pt x="854889" y="341750"/>
                  </a:lnTo>
                  <a:lnTo>
                    <a:pt x="852425" y="341750"/>
                  </a:lnTo>
                  <a:lnTo>
                    <a:pt x="849961" y="341750"/>
                  </a:lnTo>
                  <a:lnTo>
                    <a:pt x="847498" y="341750"/>
                  </a:lnTo>
                  <a:lnTo>
                    <a:pt x="845034" y="341750"/>
                  </a:lnTo>
                  <a:lnTo>
                    <a:pt x="842570" y="341750"/>
                  </a:lnTo>
                  <a:lnTo>
                    <a:pt x="840107" y="341750"/>
                  </a:lnTo>
                  <a:lnTo>
                    <a:pt x="837643" y="341750"/>
                  </a:lnTo>
                  <a:lnTo>
                    <a:pt x="835179" y="341750"/>
                  </a:lnTo>
                  <a:lnTo>
                    <a:pt x="832716" y="341750"/>
                  </a:lnTo>
                  <a:lnTo>
                    <a:pt x="830252" y="341750"/>
                  </a:lnTo>
                  <a:lnTo>
                    <a:pt x="827788" y="341750"/>
                  </a:lnTo>
                  <a:lnTo>
                    <a:pt x="825325" y="341750"/>
                  </a:lnTo>
                  <a:lnTo>
                    <a:pt x="822861" y="341750"/>
                  </a:lnTo>
                  <a:lnTo>
                    <a:pt x="820397" y="341750"/>
                  </a:lnTo>
                  <a:lnTo>
                    <a:pt x="817934" y="341750"/>
                  </a:lnTo>
                  <a:lnTo>
                    <a:pt x="815470" y="341750"/>
                  </a:lnTo>
                  <a:lnTo>
                    <a:pt x="813006" y="341750"/>
                  </a:lnTo>
                  <a:lnTo>
                    <a:pt x="810543" y="341750"/>
                  </a:lnTo>
                  <a:lnTo>
                    <a:pt x="808079" y="341750"/>
                  </a:lnTo>
                  <a:lnTo>
                    <a:pt x="805616" y="341750"/>
                  </a:lnTo>
                  <a:lnTo>
                    <a:pt x="803152" y="341750"/>
                  </a:lnTo>
                  <a:lnTo>
                    <a:pt x="800688" y="341750"/>
                  </a:lnTo>
                  <a:lnTo>
                    <a:pt x="798225" y="341750"/>
                  </a:lnTo>
                  <a:lnTo>
                    <a:pt x="795761" y="341750"/>
                  </a:lnTo>
                  <a:lnTo>
                    <a:pt x="793297" y="341750"/>
                  </a:lnTo>
                  <a:lnTo>
                    <a:pt x="790834" y="341750"/>
                  </a:lnTo>
                  <a:lnTo>
                    <a:pt x="788370" y="341750"/>
                  </a:lnTo>
                  <a:lnTo>
                    <a:pt x="785906" y="341750"/>
                  </a:lnTo>
                  <a:lnTo>
                    <a:pt x="783443" y="341750"/>
                  </a:lnTo>
                  <a:lnTo>
                    <a:pt x="780979" y="341750"/>
                  </a:lnTo>
                  <a:lnTo>
                    <a:pt x="778515" y="341750"/>
                  </a:lnTo>
                  <a:lnTo>
                    <a:pt x="776052" y="341750"/>
                  </a:lnTo>
                  <a:lnTo>
                    <a:pt x="773588" y="341750"/>
                  </a:lnTo>
                  <a:lnTo>
                    <a:pt x="771124" y="341750"/>
                  </a:lnTo>
                  <a:lnTo>
                    <a:pt x="768661" y="341750"/>
                  </a:lnTo>
                  <a:lnTo>
                    <a:pt x="766197" y="341750"/>
                  </a:lnTo>
                  <a:lnTo>
                    <a:pt x="763733" y="341750"/>
                  </a:lnTo>
                  <a:lnTo>
                    <a:pt x="761270" y="341750"/>
                  </a:lnTo>
                  <a:lnTo>
                    <a:pt x="758806" y="341750"/>
                  </a:lnTo>
                  <a:lnTo>
                    <a:pt x="756342" y="341750"/>
                  </a:lnTo>
                  <a:lnTo>
                    <a:pt x="753879" y="341750"/>
                  </a:lnTo>
                  <a:lnTo>
                    <a:pt x="751415" y="341750"/>
                  </a:lnTo>
                  <a:lnTo>
                    <a:pt x="748951" y="341750"/>
                  </a:lnTo>
                  <a:lnTo>
                    <a:pt x="746488" y="341750"/>
                  </a:lnTo>
                  <a:lnTo>
                    <a:pt x="744024" y="341750"/>
                  </a:lnTo>
                  <a:lnTo>
                    <a:pt x="741560" y="341750"/>
                  </a:lnTo>
                  <a:lnTo>
                    <a:pt x="739097" y="341750"/>
                  </a:lnTo>
                  <a:lnTo>
                    <a:pt x="736633" y="341750"/>
                  </a:lnTo>
                  <a:lnTo>
                    <a:pt x="734169" y="341750"/>
                  </a:lnTo>
                  <a:lnTo>
                    <a:pt x="731706" y="341750"/>
                  </a:lnTo>
                  <a:lnTo>
                    <a:pt x="729242" y="341750"/>
                  </a:lnTo>
                  <a:lnTo>
                    <a:pt x="726778" y="341750"/>
                  </a:lnTo>
                  <a:lnTo>
                    <a:pt x="724315" y="341750"/>
                  </a:lnTo>
                  <a:lnTo>
                    <a:pt x="721851" y="341750"/>
                  </a:lnTo>
                  <a:lnTo>
                    <a:pt x="719388" y="341750"/>
                  </a:lnTo>
                  <a:lnTo>
                    <a:pt x="716924" y="341750"/>
                  </a:lnTo>
                  <a:lnTo>
                    <a:pt x="714460" y="341750"/>
                  </a:lnTo>
                  <a:lnTo>
                    <a:pt x="711997" y="341750"/>
                  </a:lnTo>
                  <a:lnTo>
                    <a:pt x="709533" y="341750"/>
                  </a:lnTo>
                  <a:lnTo>
                    <a:pt x="707069" y="341750"/>
                  </a:lnTo>
                  <a:lnTo>
                    <a:pt x="704606" y="341750"/>
                  </a:lnTo>
                  <a:lnTo>
                    <a:pt x="702142" y="341750"/>
                  </a:lnTo>
                  <a:lnTo>
                    <a:pt x="699678" y="341750"/>
                  </a:lnTo>
                  <a:lnTo>
                    <a:pt x="697215" y="341750"/>
                  </a:lnTo>
                  <a:lnTo>
                    <a:pt x="694751" y="341750"/>
                  </a:lnTo>
                  <a:lnTo>
                    <a:pt x="692287" y="341750"/>
                  </a:lnTo>
                  <a:lnTo>
                    <a:pt x="689824" y="341750"/>
                  </a:lnTo>
                  <a:lnTo>
                    <a:pt x="687360" y="341750"/>
                  </a:lnTo>
                  <a:lnTo>
                    <a:pt x="684896" y="341750"/>
                  </a:lnTo>
                  <a:lnTo>
                    <a:pt x="682433" y="341750"/>
                  </a:lnTo>
                  <a:lnTo>
                    <a:pt x="679969" y="341750"/>
                  </a:lnTo>
                  <a:lnTo>
                    <a:pt x="677505" y="341750"/>
                  </a:lnTo>
                  <a:lnTo>
                    <a:pt x="675042" y="341750"/>
                  </a:lnTo>
                  <a:lnTo>
                    <a:pt x="672578" y="341750"/>
                  </a:lnTo>
                  <a:lnTo>
                    <a:pt x="670114" y="341750"/>
                  </a:lnTo>
                  <a:lnTo>
                    <a:pt x="667651" y="341750"/>
                  </a:lnTo>
                  <a:lnTo>
                    <a:pt x="665187" y="341750"/>
                  </a:lnTo>
                  <a:lnTo>
                    <a:pt x="662723" y="341750"/>
                  </a:lnTo>
                  <a:lnTo>
                    <a:pt x="660260" y="341750"/>
                  </a:lnTo>
                  <a:lnTo>
                    <a:pt x="657796" y="341750"/>
                  </a:lnTo>
                  <a:lnTo>
                    <a:pt x="655332" y="341750"/>
                  </a:lnTo>
                  <a:lnTo>
                    <a:pt x="652869" y="341750"/>
                  </a:lnTo>
                  <a:lnTo>
                    <a:pt x="650405" y="341750"/>
                  </a:lnTo>
                  <a:lnTo>
                    <a:pt x="647941" y="341750"/>
                  </a:lnTo>
                  <a:lnTo>
                    <a:pt x="645478" y="341750"/>
                  </a:lnTo>
                  <a:lnTo>
                    <a:pt x="643014" y="341750"/>
                  </a:lnTo>
                  <a:lnTo>
                    <a:pt x="640550" y="341750"/>
                  </a:lnTo>
                  <a:lnTo>
                    <a:pt x="638087" y="341750"/>
                  </a:lnTo>
                  <a:lnTo>
                    <a:pt x="635623" y="341750"/>
                  </a:lnTo>
                  <a:lnTo>
                    <a:pt x="633159" y="341750"/>
                  </a:lnTo>
                  <a:lnTo>
                    <a:pt x="630696" y="341750"/>
                  </a:lnTo>
                  <a:lnTo>
                    <a:pt x="628232" y="341750"/>
                  </a:lnTo>
                  <a:lnTo>
                    <a:pt x="625769" y="341750"/>
                  </a:lnTo>
                  <a:lnTo>
                    <a:pt x="623305" y="341750"/>
                  </a:lnTo>
                  <a:lnTo>
                    <a:pt x="620841" y="341750"/>
                  </a:lnTo>
                  <a:lnTo>
                    <a:pt x="618378" y="341750"/>
                  </a:lnTo>
                  <a:lnTo>
                    <a:pt x="615914" y="341750"/>
                  </a:lnTo>
                  <a:lnTo>
                    <a:pt x="613450" y="341750"/>
                  </a:lnTo>
                  <a:lnTo>
                    <a:pt x="610987" y="341750"/>
                  </a:lnTo>
                  <a:lnTo>
                    <a:pt x="608523" y="341750"/>
                  </a:lnTo>
                  <a:lnTo>
                    <a:pt x="606059" y="341750"/>
                  </a:lnTo>
                  <a:lnTo>
                    <a:pt x="603596" y="341750"/>
                  </a:lnTo>
                  <a:lnTo>
                    <a:pt x="601132" y="341750"/>
                  </a:lnTo>
                  <a:lnTo>
                    <a:pt x="598668" y="341750"/>
                  </a:lnTo>
                  <a:lnTo>
                    <a:pt x="596205" y="341750"/>
                  </a:lnTo>
                  <a:lnTo>
                    <a:pt x="593741" y="341750"/>
                  </a:lnTo>
                  <a:lnTo>
                    <a:pt x="591277" y="341750"/>
                  </a:lnTo>
                  <a:lnTo>
                    <a:pt x="588814" y="341750"/>
                  </a:lnTo>
                  <a:lnTo>
                    <a:pt x="586350" y="341750"/>
                  </a:lnTo>
                  <a:lnTo>
                    <a:pt x="583886" y="341750"/>
                  </a:lnTo>
                  <a:lnTo>
                    <a:pt x="581423" y="341750"/>
                  </a:lnTo>
                  <a:lnTo>
                    <a:pt x="578959" y="341750"/>
                  </a:lnTo>
                  <a:lnTo>
                    <a:pt x="576495" y="341750"/>
                  </a:lnTo>
                  <a:lnTo>
                    <a:pt x="574032" y="341750"/>
                  </a:lnTo>
                  <a:lnTo>
                    <a:pt x="571568" y="341750"/>
                  </a:lnTo>
                  <a:lnTo>
                    <a:pt x="569104" y="341750"/>
                  </a:lnTo>
                  <a:lnTo>
                    <a:pt x="566641" y="341750"/>
                  </a:lnTo>
                  <a:lnTo>
                    <a:pt x="564177" y="341750"/>
                  </a:lnTo>
                  <a:lnTo>
                    <a:pt x="561713" y="341750"/>
                  </a:lnTo>
                  <a:lnTo>
                    <a:pt x="559250" y="341750"/>
                  </a:lnTo>
                  <a:lnTo>
                    <a:pt x="556786" y="341750"/>
                  </a:lnTo>
                  <a:lnTo>
                    <a:pt x="554322" y="341750"/>
                  </a:lnTo>
                  <a:lnTo>
                    <a:pt x="551859" y="341750"/>
                  </a:lnTo>
                  <a:lnTo>
                    <a:pt x="549395" y="341750"/>
                  </a:lnTo>
                  <a:lnTo>
                    <a:pt x="546931" y="341750"/>
                  </a:lnTo>
                  <a:lnTo>
                    <a:pt x="544468" y="341750"/>
                  </a:lnTo>
                  <a:lnTo>
                    <a:pt x="542004" y="341750"/>
                  </a:lnTo>
                  <a:lnTo>
                    <a:pt x="539541" y="341750"/>
                  </a:lnTo>
                  <a:lnTo>
                    <a:pt x="537077" y="341750"/>
                  </a:lnTo>
                  <a:lnTo>
                    <a:pt x="534613" y="341750"/>
                  </a:lnTo>
                  <a:lnTo>
                    <a:pt x="532150" y="341750"/>
                  </a:lnTo>
                  <a:lnTo>
                    <a:pt x="529686" y="341750"/>
                  </a:lnTo>
                  <a:lnTo>
                    <a:pt x="527222" y="341750"/>
                  </a:lnTo>
                  <a:lnTo>
                    <a:pt x="524759" y="341750"/>
                  </a:lnTo>
                  <a:lnTo>
                    <a:pt x="522295" y="341750"/>
                  </a:lnTo>
                  <a:lnTo>
                    <a:pt x="519831" y="341750"/>
                  </a:lnTo>
                  <a:lnTo>
                    <a:pt x="517368" y="341750"/>
                  </a:lnTo>
                  <a:lnTo>
                    <a:pt x="514904" y="341750"/>
                  </a:lnTo>
                  <a:lnTo>
                    <a:pt x="512440" y="341750"/>
                  </a:lnTo>
                  <a:lnTo>
                    <a:pt x="509977" y="341750"/>
                  </a:lnTo>
                  <a:lnTo>
                    <a:pt x="507513" y="341750"/>
                  </a:lnTo>
                  <a:lnTo>
                    <a:pt x="505049" y="341750"/>
                  </a:lnTo>
                  <a:lnTo>
                    <a:pt x="502586" y="341750"/>
                  </a:lnTo>
                  <a:lnTo>
                    <a:pt x="500122" y="341750"/>
                  </a:lnTo>
                  <a:lnTo>
                    <a:pt x="497658" y="341750"/>
                  </a:lnTo>
                  <a:lnTo>
                    <a:pt x="495195" y="341750"/>
                  </a:lnTo>
                  <a:lnTo>
                    <a:pt x="492731" y="341750"/>
                  </a:lnTo>
                  <a:lnTo>
                    <a:pt x="490267" y="341750"/>
                  </a:lnTo>
                  <a:lnTo>
                    <a:pt x="487804" y="341750"/>
                  </a:lnTo>
                  <a:lnTo>
                    <a:pt x="485340" y="341750"/>
                  </a:lnTo>
                  <a:lnTo>
                    <a:pt x="482876" y="341750"/>
                  </a:lnTo>
                  <a:lnTo>
                    <a:pt x="480413" y="341750"/>
                  </a:lnTo>
                  <a:lnTo>
                    <a:pt x="477949" y="341750"/>
                  </a:lnTo>
                  <a:lnTo>
                    <a:pt x="475485" y="341750"/>
                  </a:lnTo>
                  <a:lnTo>
                    <a:pt x="473022" y="341750"/>
                  </a:lnTo>
                  <a:lnTo>
                    <a:pt x="470558" y="341750"/>
                  </a:lnTo>
                  <a:lnTo>
                    <a:pt x="468094" y="341750"/>
                  </a:lnTo>
                  <a:lnTo>
                    <a:pt x="465631" y="341750"/>
                  </a:lnTo>
                  <a:lnTo>
                    <a:pt x="463167" y="341750"/>
                  </a:lnTo>
                  <a:lnTo>
                    <a:pt x="460703" y="341750"/>
                  </a:lnTo>
                  <a:lnTo>
                    <a:pt x="458240" y="341750"/>
                  </a:lnTo>
                  <a:lnTo>
                    <a:pt x="455776" y="341750"/>
                  </a:lnTo>
                  <a:lnTo>
                    <a:pt x="453312" y="341750"/>
                  </a:lnTo>
                  <a:lnTo>
                    <a:pt x="450849" y="341750"/>
                  </a:lnTo>
                  <a:lnTo>
                    <a:pt x="448385" y="341750"/>
                  </a:lnTo>
                  <a:lnTo>
                    <a:pt x="445922" y="341750"/>
                  </a:lnTo>
                  <a:lnTo>
                    <a:pt x="443458" y="341750"/>
                  </a:lnTo>
                  <a:lnTo>
                    <a:pt x="440994" y="341750"/>
                  </a:lnTo>
                  <a:lnTo>
                    <a:pt x="438531" y="341750"/>
                  </a:lnTo>
                  <a:lnTo>
                    <a:pt x="436067" y="341750"/>
                  </a:lnTo>
                  <a:lnTo>
                    <a:pt x="433603" y="341750"/>
                  </a:lnTo>
                  <a:lnTo>
                    <a:pt x="431140" y="341750"/>
                  </a:lnTo>
                  <a:lnTo>
                    <a:pt x="428676" y="341750"/>
                  </a:lnTo>
                  <a:lnTo>
                    <a:pt x="426212" y="341750"/>
                  </a:lnTo>
                  <a:lnTo>
                    <a:pt x="423749" y="341750"/>
                  </a:lnTo>
                  <a:lnTo>
                    <a:pt x="421285" y="341750"/>
                  </a:lnTo>
                  <a:lnTo>
                    <a:pt x="418821" y="341750"/>
                  </a:lnTo>
                  <a:lnTo>
                    <a:pt x="416358" y="341750"/>
                  </a:lnTo>
                  <a:lnTo>
                    <a:pt x="413894" y="341750"/>
                  </a:lnTo>
                  <a:lnTo>
                    <a:pt x="411430" y="341750"/>
                  </a:lnTo>
                  <a:lnTo>
                    <a:pt x="408967" y="341750"/>
                  </a:lnTo>
                  <a:lnTo>
                    <a:pt x="406503" y="341750"/>
                  </a:lnTo>
                  <a:lnTo>
                    <a:pt x="404039" y="341750"/>
                  </a:lnTo>
                  <a:lnTo>
                    <a:pt x="401576" y="341750"/>
                  </a:lnTo>
                  <a:lnTo>
                    <a:pt x="399112" y="341750"/>
                  </a:lnTo>
                  <a:lnTo>
                    <a:pt x="396648" y="341750"/>
                  </a:lnTo>
                  <a:lnTo>
                    <a:pt x="394185" y="341750"/>
                  </a:lnTo>
                  <a:lnTo>
                    <a:pt x="391721" y="341750"/>
                  </a:lnTo>
                  <a:lnTo>
                    <a:pt x="389257" y="341750"/>
                  </a:lnTo>
                  <a:lnTo>
                    <a:pt x="386794" y="341750"/>
                  </a:lnTo>
                  <a:lnTo>
                    <a:pt x="384330" y="341750"/>
                  </a:lnTo>
                  <a:lnTo>
                    <a:pt x="381866" y="341750"/>
                  </a:lnTo>
                  <a:lnTo>
                    <a:pt x="379403" y="341750"/>
                  </a:lnTo>
                  <a:lnTo>
                    <a:pt x="376939" y="341750"/>
                  </a:lnTo>
                  <a:lnTo>
                    <a:pt x="374475" y="341750"/>
                  </a:lnTo>
                  <a:lnTo>
                    <a:pt x="372012" y="341750"/>
                  </a:lnTo>
                  <a:lnTo>
                    <a:pt x="369548" y="341750"/>
                  </a:lnTo>
                  <a:lnTo>
                    <a:pt x="367084" y="341750"/>
                  </a:lnTo>
                  <a:lnTo>
                    <a:pt x="364621" y="341750"/>
                  </a:lnTo>
                  <a:lnTo>
                    <a:pt x="362157" y="341750"/>
                  </a:lnTo>
                  <a:lnTo>
                    <a:pt x="359694" y="341750"/>
                  </a:lnTo>
                  <a:lnTo>
                    <a:pt x="357230" y="341750"/>
                  </a:lnTo>
                  <a:lnTo>
                    <a:pt x="354766" y="341750"/>
                  </a:lnTo>
                  <a:lnTo>
                    <a:pt x="352303" y="341750"/>
                  </a:lnTo>
                  <a:lnTo>
                    <a:pt x="349839" y="341750"/>
                  </a:lnTo>
                  <a:lnTo>
                    <a:pt x="347375" y="341750"/>
                  </a:lnTo>
                  <a:lnTo>
                    <a:pt x="344912" y="341750"/>
                  </a:lnTo>
                  <a:lnTo>
                    <a:pt x="342448" y="341750"/>
                  </a:lnTo>
                  <a:lnTo>
                    <a:pt x="339984" y="341750"/>
                  </a:lnTo>
                  <a:lnTo>
                    <a:pt x="337521" y="341750"/>
                  </a:lnTo>
                  <a:lnTo>
                    <a:pt x="335057" y="341750"/>
                  </a:lnTo>
                  <a:lnTo>
                    <a:pt x="332593" y="341750"/>
                  </a:lnTo>
                  <a:lnTo>
                    <a:pt x="330130" y="341750"/>
                  </a:lnTo>
                  <a:lnTo>
                    <a:pt x="327666" y="341750"/>
                  </a:lnTo>
                  <a:lnTo>
                    <a:pt x="325202" y="341750"/>
                  </a:lnTo>
                  <a:lnTo>
                    <a:pt x="322739" y="341750"/>
                  </a:lnTo>
                  <a:lnTo>
                    <a:pt x="320275" y="341750"/>
                  </a:lnTo>
                  <a:lnTo>
                    <a:pt x="317811" y="341750"/>
                  </a:lnTo>
                  <a:lnTo>
                    <a:pt x="315348" y="341750"/>
                  </a:lnTo>
                  <a:lnTo>
                    <a:pt x="312884" y="341750"/>
                  </a:lnTo>
                  <a:lnTo>
                    <a:pt x="310420" y="341750"/>
                  </a:lnTo>
                  <a:lnTo>
                    <a:pt x="307957" y="341750"/>
                  </a:lnTo>
                  <a:lnTo>
                    <a:pt x="305493" y="341750"/>
                  </a:lnTo>
                  <a:lnTo>
                    <a:pt x="303029" y="341750"/>
                  </a:lnTo>
                  <a:lnTo>
                    <a:pt x="300566" y="341750"/>
                  </a:lnTo>
                  <a:lnTo>
                    <a:pt x="298102" y="341750"/>
                  </a:lnTo>
                  <a:lnTo>
                    <a:pt x="295638" y="341750"/>
                  </a:lnTo>
                  <a:lnTo>
                    <a:pt x="293175" y="341750"/>
                  </a:lnTo>
                  <a:lnTo>
                    <a:pt x="290711" y="341750"/>
                  </a:lnTo>
                  <a:lnTo>
                    <a:pt x="288247" y="341750"/>
                  </a:lnTo>
                  <a:lnTo>
                    <a:pt x="285784" y="341750"/>
                  </a:lnTo>
                  <a:lnTo>
                    <a:pt x="283320" y="341750"/>
                  </a:lnTo>
                  <a:lnTo>
                    <a:pt x="280856" y="341750"/>
                  </a:lnTo>
                  <a:lnTo>
                    <a:pt x="278393" y="341750"/>
                  </a:lnTo>
                  <a:lnTo>
                    <a:pt x="275929" y="341750"/>
                  </a:lnTo>
                  <a:lnTo>
                    <a:pt x="273465" y="341750"/>
                  </a:lnTo>
                  <a:lnTo>
                    <a:pt x="271002" y="341750"/>
                  </a:lnTo>
                  <a:lnTo>
                    <a:pt x="268538" y="341750"/>
                  </a:lnTo>
                  <a:lnTo>
                    <a:pt x="266075" y="341750"/>
                  </a:lnTo>
                  <a:lnTo>
                    <a:pt x="263611" y="341750"/>
                  </a:lnTo>
                  <a:lnTo>
                    <a:pt x="261147" y="341750"/>
                  </a:lnTo>
                  <a:lnTo>
                    <a:pt x="258684" y="341750"/>
                  </a:lnTo>
                  <a:lnTo>
                    <a:pt x="256220" y="341750"/>
                  </a:lnTo>
                  <a:lnTo>
                    <a:pt x="253756" y="341750"/>
                  </a:lnTo>
                  <a:lnTo>
                    <a:pt x="251293" y="341750"/>
                  </a:lnTo>
                  <a:lnTo>
                    <a:pt x="248829" y="341750"/>
                  </a:lnTo>
                  <a:lnTo>
                    <a:pt x="246365" y="341750"/>
                  </a:lnTo>
                  <a:lnTo>
                    <a:pt x="243902" y="341750"/>
                  </a:lnTo>
                  <a:lnTo>
                    <a:pt x="241438" y="341750"/>
                  </a:lnTo>
                  <a:lnTo>
                    <a:pt x="238974" y="341750"/>
                  </a:lnTo>
                  <a:lnTo>
                    <a:pt x="236511" y="341750"/>
                  </a:lnTo>
                  <a:lnTo>
                    <a:pt x="234047" y="341750"/>
                  </a:lnTo>
                  <a:lnTo>
                    <a:pt x="231583" y="341750"/>
                  </a:lnTo>
                  <a:lnTo>
                    <a:pt x="229120" y="341750"/>
                  </a:lnTo>
                  <a:lnTo>
                    <a:pt x="226656" y="341750"/>
                  </a:lnTo>
                  <a:lnTo>
                    <a:pt x="224192" y="341750"/>
                  </a:lnTo>
                  <a:lnTo>
                    <a:pt x="221729" y="341750"/>
                  </a:lnTo>
                  <a:lnTo>
                    <a:pt x="219265" y="341750"/>
                  </a:lnTo>
                  <a:lnTo>
                    <a:pt x="216801" y="341750"/>
                  </a:lnTo>
                  <a:lnTo>
                    <a:pt x="214338" y="341750"/>
                  </a:lnTo>
                  <a:lnTo>
                    <a:pt x="211874" y="341750"/>
                  </a:lnTo>
                  <a:lnTo>
                    <a:pt x="209410" y="341750"/>
                  </a:lnTo>
                  <a:lnTo>
                    <a:pt x="206947" y="341750"/>
                  </a:lnTo>
                  <a:lnTo>
                    <a:pt x="204483" y="341750"/>
                  </a:lnTo>
                  <a:lnTo>
                    <a:pt x="202019" y="341750"/>
                  </a:lnTo>
                  <a:lnTo>
                    <a:pt x="199556" y="341750"/>
                  </a:lnTo>
                  <a:lnTo>
                    <a:pt x="197092" y="341750"/>
                  </a:lnTo>
                  <a:lnTo>
                    <a:pt x="194628" y="341750"/>
                  </a:lnTo>
                  <a:lnTo>
                    <a:pt x="192165" y="341750"/>
                  </a:lnTo>
                  <a:lnTo>
                    <a:pt x="189701" y="341750"/>
                  </a:lnTo>
                  <a:lnTo>
                    <a:pt x="187237" y="341750"/>
                  </a:lnTo>
                  <a:lnTo>
                    <a:pt x="184774" y="341750"/>
                  </a:lnTo>
                  <a:lnTo>
                    <a:pt x="182310" y="341750"/>
                  </a:lnTo>
                  <a:lnTo>
                    <a:pt x="179847" y="341750"/>
                  </a:lnTo>
                  <a:lnTo>
                    <a:pt x="177383" y="341750"/>
                  </a:lnTo>
                  <a:lnTo>
                    <a:pt x="174919" y="341750"/>
                  </a:lnTo>
                  <a:lnTo>
                    <a:pt x="172456" y="341750"/>
                  </a:lnTo>
                  <a:lnTo>
                    <a:pt x="169992" y="341750"/>
                  </a:lnTo>
                  <a:lnTo>
                    <a:pt x="167528" y="341750"/>
                  </a:lnTo>
                  <a:lnTo>
                    <a:pt x="165065" y="341750"/>
                  </a:lnTo>
                  <a:lnTo>
                    <a:pt x="162601" y="341750"/>
                  </a:lnTo>
                  <a:lnTo>
                    <a:pt x="160137" y="341750"/>
                  </a:lnTo>
                  <a:lnTo>
                    <a:pt x="157674" y="341750"/>
                  </a:lnTo>
                  <a:lnTo>
                    <a:pt x="155210" y="341750"/>
                  </a:lnTo>
                  <a:lnTo>
                    <a:pt x="152746" y="341750"/>
                  </a:lnTo>
                  <a:lnTo>
                    <a:pt x="150283" y="341750"/>
                  </a:lnTo>
                  <a:lnTo>
                    <a:pt x="147819" y="341750"/>
                  </a:lnTo>
                  <a:lnTo>
                    <a:pt x="145355" y="341750"/>
                  </a:lnTo>
                  <a:lnTo>
                    <a:pt x="142892" y="341750"/>
                  </a:lnTo>
                  <a:lnTo>
                    <a:pt x="140428" y="341750"/>
                  </a:lnTo>
                  <a:lnTo>
                    <a:pt x="137964" y="341750"/>
                  </a:lnTo>
                  <a:lnTo>
                    <a:pt x="135501" y="341750"/>
                  </a:lnTo>
                  <a:lnTo>
                    <a:pt x="133037" y="341750"/>
                  </a:lnTo>
                  <a:lnTo>
                    <a:pt x="130573" y="341750"/>
                  </a:lnTo>
                  <a:lnTo>
                    <a:pt x="128110" y="341750"/>
                  </a:lnTo>
                  <a:lnTo>
                    <a:pt x="125646" y="341750"/>
                  </a:lnTo>
                  <a:lnTo>
                    <a:pt x="123182" y="341750"/>
                  </a:lnTo>
                  <a:lnTo>
                    <a:pt x="120719" y="341750"/>
                  </a:lnTo>
                  <a:lnTo>
                    <a:pt x="118255" y="341750"/>
                  </a:lnTo>
                  <a:lnTo>
                    <a:pt x="115791" y="341750"/>
                  </a:lnTo>
                  <a:lnTo>
                    <a:pt x="113328" y="341750"/>
                  </a:lnTo>
                  <a:lnTo>
                    <a:pt x="110864" y="341750"/>
                  </a:lnTo>
                  <a:lnTo>
                    <a:pt x="108400" y="341750"/>
                  </a:lnTo>
                  <a:lnTo>
                    <a:pt x="105937" y="341750"/>
                  </a:lnTo>
                  <a:lnTo>
                    <a:pt x="103473" y="341750"/>
                  </a:lnTo>
                  <a:lnTo>
                    <a:pt x="101009" y="341750"/>
                  </a:lnTo>
                  <a:lnTo>
                    <a:pt x="98546" y="341750"/>
                  </a:lnTo>
                  <a:lnTo>
                    <a:pt x="96082" y="341750"/>
                  </a:lnTo>
                  <a:lnTo>
                    <a:pt x="93618" y="341750"/>
                  </a:lnTo>
                  <a:lnTo>
                    <a:pt x="91155" y="341750"/>
                  </a:lnTo>
                  <a:lnTo>
                    <a:pt x="88691" y="341750"/>
                  </a:lnTo>
                  <a:lnTo>
                    <a:pt x="86228" y="341750"/>
                  </a:lnTo>
                  <a:lnTo>
                    <a:pt x="83764" y="341750"/>
                  </a:lnTo>
                  <a:lnTo>
                    <a:pt x="81300" y="341750"/>
                  </a:lnTo>
                  <a:lnTo>
                    <a:pt x="78837" y="341750"/>
                  </a:lnTo>
                  <a:lnTo>
                    <a:pt x="76373" y="341750"/>
                  </a:lnTo>
                  <a:lnTo>
                    <a:pt x="73909" y="341750"/>
                  </a:lnTo>
                  <a:lnTo>
                    <a:pt x="71446" y="341750"/>
                  </a:lnTo>
                  <a:lnTo>
                    <a:pt x="68982" y="341750"/>
                  </a:lnTo>
                  <a:lnTo>
                    <a:pt x="66518" y="341750"/>
                  </a:lnTo>
                  <a:lnTo>
                    <a:pt x="64055" y="341750"/>
                  </a:lnTo>
                  <a:lnTo>
                    <a:pt x="61591" y="341750"/>
                  </a:lnTo>
                  <a:lnTo>
                    <a:pt x="59127" y="341750"/>
                  </a:lnTo>
                  <a:lnTo>
                    <a:pt x="56664" y="341750"/>
                  </a:lnTo>
                  <a:lnTo>
                    <a:pt x="54200" y="341750"/>
                  </a:lnTo>
                  <a:lnTo>
                    <a:pt x="51736" y="341750"/>
                  </a:lnTo>
                  <a:lnTo>
                    <a:pt x="49273" y="341750"/>
                  </a:lnTo>
                  <a:lnTo>
                    <a:pt x="46809" y="341750"/>
                  </a:lnTo>
                  <a:lnTo>
                    <a:pt x="44345" y="341750"/>
                  </a:lnTo>
                  <a:lnTo>
                    <a:pt x="41882" y="341750"/>
                  </a:lnTo>
                  <a:lnTo>
                    <a:pt x="39418" y="341750"/>
                  </a:lnTo>
                  <a:lnTo>
                    <a:pt x="36954" y="341750"/>
                  </a:lnTo>
                  <a:lnTo>
                    <a:pt x="34491" y="341750"/>
                  </a:lnTo>
                  <a:lnTo>
                    <a:pt x="32027" y="341750"/>
                  </a:lnTo>
                  <a:lnTo>
                    <a:pt x="29563" y="341750"/>
                  </a:lnTo>
                  <a:lnTo>
                    <a:pt x="27100" y="341750"/>
                  </a:lnTo>
                  <a:lnTo>
                    <a:pt x="24636" y="341750"/>
                  </a:lnTo>
                  <a:lnTo>
                    <a:pt x="22172" y="341750"/>
                  </a:lnTo>
                  <a:lnTo>
                    <a:pt x="19709" y="341750"/>
                  </a:lnTo>
                  <a:lnTo>
                    <a:pt x="17245" y="341750"/>
                  </a:lnTo>
                  <a:lnTo>
                    <a:pt x="14781" y="341750"/>
                  </a:lnTo>
                  <a:lnTo>
                    <a:pt x="12318" y="341750"/>
                  </a:lnTo>
                  <a:lnTo>
                    <a:pt x="9854" y="341750"/>
                  </a:lnTo>
                  <a:lnTo>
                    <a:pt x="7390" y="341750"/>
                  </a:lnTo>
                  <a:lnTo>
                    <a:pt x="4927" y="341750"/>
                  </a:lnTo>
                  <a:lnTo>
                    <a:pt x="2463" y="34175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5481616" y="5812147"/>
              <a:ext cx="1258929" cy="341750"/>
            </a:xfrm>
            <a:custGeom>
              <a:avLst/>
              <a:pathLst>
                <a:path w="1258929" h="341750">
                  <a:moveTo>
                    <a:pt x="0" y="341750"/>
                  </a:moveTo>
                  <a:lnTo>
                    <a:pt x="2463" y="341750"/>
                  </a:lnTo>
                  <a:lnTo>
                    <a:pt x="4927" y="341750"/>
                  </a:lnTo>
                  <a:lnTo>
                    <a:pt x="7390" y="341750"/>
                  </a:lnTo>
                  <a:lnTo>
                    <a:pt x="9854" y="341750"/>
                  </a:lnTo>
                  <a:lnTo>
                    <a:pt x="12318" y="341750"/>
                  </a:lnTo>
                  <a:lnTo>
                    <a:pt x="14781" y="341750"/>
                  </a:lnTo>
                  <a:lnTo>
                    <a:pt x="17245" y="341750"/>
                  </a:lnTo>
                  <a:lnTo>
                    <a:pt x="19709" y="341750"/>
                  </a:lnTo>
                  <a:lnTo>
                    <a:pt x="22172" y="341750"/>
                  </a:lnTo>
                  <a:lnTo>
                    <a:pt x="24636" y="341750"/>
                  </a:lnTo>
                  <a:lnTo>
                    <a:pt x="27100" y="341750"/>
                  </a:lnTo>
                  <a:lnTo>
                    <a:pt x="29563" y="341750"/>
                  </a:lnTo>
                  <a:lnTo>
                    <a:pt x="32027" y="341750"/>
                  </a:lnTo>
                  <a:lnTo>
                    <a:pt x="34491" y="341750"/>
                  </a:lnTo>
                  <a:lnTo>
                    <a:pt x="36954" y="341750"/>
                  </a:lnTo>
                  <a:lnTo>
                    <a:pt x="39418" y="341750"/>
                  </a:lnTo>
                  <a:lnTo>
                    <a:pt x="41882" y="341750"/>
                  </a:lnTo>
                  <a:lnTo>
                    <a:pt x="44345" y="341750"/>
                  </a:lnTo>
                  <a:lnTo>
                    <a:pt x="46809" y="341750"/>
                  </a:lnTo>
                  <a:lnTo>
                    <a:pt x="49273" y="341750"/>
                  </a:lnTo>
                  <a:lnTo>
                    <a:pt x="51736" y="341750"/>
                  </a:lnTo>
                  <a:lnTo>
                    <a:pt x="54200" y="341750"/>
                  </a:lnTo>
                  <a:lnTo>
                    <a:pt x="56664" y="341750"/>
                  </a:lnTo>
                  <a:lnTo>
                    <a:pt x="59127" y="341750"/>
                  </a:lnTo>
                  <a:lnTo>
                    <a:pt x="61591" y="341750"/>
                  </a:lnTo>
                  <a:lnTo>
                    <a:pt x="64055" y="341750"/>
                  </a:lnTo>
                  <a:lnTo>
                    <a:pt x="66518" y="341750"/>
                  </a:lnTo>
                  <a:lnTo>
                    <a:pt x="68982" y="341750"/>
                  </a:lnTo>
                  <a:lnTo>
                    <a:pt x="71446" y="341750"/>
                  </a:lnTo>
                  <a:lnTo>
                    <a:pt x="73909" y="341750"/>
                  </a:lnTo>
                  <a:lnTo>
                    <a:pt x="76373" y="341750"/>
                  </a:lnTo>
                  <a:lnTo>
                    <a:pt x="78837" y="341750"/>
                  </a:lnTo>
                  <a:lnTo>
                    <a:pt x="81300" y="341750"/>
                  </a:lnTo>
                  <a:lnTo>
                    <a:pt x="83764" y="341750"/>
                  </a:lnTo>
                  <a:lnTo>
                    <a:pt x="86228" y="341750"/>
                  </a:lnTo>
                  <a:lnTo>
                    <a:pt x="88691" y="341750"/>
                  </a:lnTo>
                  <a:lnTo>
                    <a:pt x="91155" y="341750"/>
                  </a:lnTo>
                  <a:lnTo>
                    <a:pt x="93618" y="341750"/>
                  </a:lnTo>
                  <a:lnTo>
                    <a:pt x="96082" y="341750"/>
                  </a:lnTo>
                  <a:lnTo>
                    <a:pt x="98546" y="341750"/>
                  </a:lnTo>
                  <a:lnTo>
                    <a:pt x="101009" y="341750"/>
                  </a:lnTo>
                  <a:lnTo>
                    <a:pt x="103473" y="341750"/>
                  </a:lnTo>
                  <a:lnTo>
                    <a:pt x="105937" y="341750"/>
                  </a:lnTo>
                  <a:lnTo>
                    <a:pt x="108400" y="341750"/>
                  </a:lnTo>
                  <a:lnTo>
                    <a:pt x="110864" y="341750"/>
                  </a:lnTo>
                  <a:lnTo>
                    <a:pt x="113328" y="341750"/>
                  </a:lnTo>
                  <a:lnTo>
                    <a:pt x="115791" y="341750"/>
                  </a:lnTo>
                  <a:lnTo>
                    <a:pt x="118255" y="341750"/>
                  </a:lnTo>
                  <a:lnTo>
                    <a:pt x="120719" y="341750"/>
                  </a:lnTo>
                  <a:lnTo>
                    <a:pt x="123182" y="341750"/>
                  </a:lnTo>
                  <a:lnTo>
                    <a:pt x="125646" y="341750"/>
                  </a:lnTo>
                  <a:lnTo>
                    <a:pt x="128110" y="341750"/>
                  </a:lnTo>
                  <a:lnTo>
                    <a:pt x="130573" y="341750"/>
                  </a:lnTo>
                  <a:lnTo>
                    <a:pt x="133037" y="341750"/>
                  </a:lnTo>
                  <a:lnTo>
                    <a:pt x="135501" y="341750"/>
                  </a:lnTo>
                  <a:lnTo>
                    <a:pt x="137964" y="341750"/>
                  </a:lnTo>
                  <a:lnTo>
                    <a:pt x="140428" y="341750"/>
                  </a:lnTo>
                  <a:lnTo>
                    <a:pt x="142892" y="341750"/>
                  </a:lnTo>
                  <a:lnTo>
                    <a:pt x="145355" y="341750"/>
                  </a:lnTo>
                  <a:lnTo>
                    <a:pt x="147819" y="341750"/>
                  </a:lnTo>
                  <a:lnTo>
                    <a:pt x="150283" y="341750"/>
                  </a:lnTo>
                  <a:lnTo>
                    <a:pt x="152746" y="341750"/>
                  </a:lnTo>
                  <a:lnTo>
                    <a:pt x="155210" y="341750"/>
                  </a:lnTo>
                  <a:lnTo>
                    <a:pt x="157674" y="341750"/>
                  </a:lnTo>
                  <a:lnTo>
                    <a:pt x="160137" y="341750"/>
                  </a:lnTo>
                  <a:lnTo>
                    <a:pt x="162601" y="341750"/>
                  </a:lnTo>
                  <a:lnTo>
                    <a:pt x="165065" y="341750"/>
                  </a:lnTo>
                  <a:lnTo>
                    <a:pt x="167528" y="341750"/>
                  </a:lnTo>
                  <a:lnTo>
                    <a:pt x="169992" y="341750"/>
                  </a:lnTo>
                  <a:lnTo>
                    <a:pt x="172456" y="341750"/>
                  </a:lnTo>
                  <a:lnTo>
                    <a:pt x="174919" y="341750"/>
                  </a:lnTo>
                  <a:lnTo>
                    <a:pt x="177383" y="341750"/>
                  </a:lnTo>
                  <a:lnTo>
                    <a:pt x="179847" y="341750"/>
                  </a:lnTo>
                  <a:lnTo>
                    <a:pt x="182310" y="341750"/>
                  </a:lnTo>
                  <a:lnTo>
                    <a:pt x="184774" y="341750"/>
                  </a:lnTo>
                  <a:lnTo>
                    <a:pt x="187237" y="341750"/>
                  </a:lnTo>
                  <a:lnTo>
                    <a:pt x="189701" y="341750"/>
                  </a:lnTo>
                  <a:lnTo>
                    <a:pt x="192165" y="341750"/>
                  </a:lnTo>
                  <a:lnTo>
                    <a:pt x="194628" y="341750"/>
                  </a:lnTo>
                  <a:lnTo>
                    <a:pt x="197092" y="341750"/>
                  </a:lnTo>
                  <a:lnTo>
                    <a:pt x="199556" y="341750"/>
                  </a:lnTo>
                  <a:lnTo>
                    <a:pt x="202019" y="341750"/>
                  </a:lnTo>
                  <a:lnTo>
                    <a:pt x="204483" y="341750"/>
                  </a:lnTo>
                  <a:lnTo>
                    <a:pt x="206947" y="341750"/>
                  </a:lnTo>
                  <a:lnTo>
                    <a:pt x="209410" y="341750"/>
                  </a:lnTo>
                  <a:lnTo>
                    <a:pt x="211874" y="341750"/>
                  </a:lnTo>
                  <a:lnTo>
                    <a:pt x="214338" y="341750"/>
                  </a:lnTo>
                  <a:lnTo>
                    <a:pt x="216801" y="341750"/>
                  </a:lnTo>
                  <a:lnTo>
                    <a:pt x="219265" y="341750"/>
                  </a:lnTo>
                  <a:lnTo>
                    <a:pt x="221729" y="341750"/>
                  </a:lnTo>
                  <a:lnTo>
                    <a:pt x="224192" y="341750"/>
                  </a:lnTo>
                  <a:lnTo>
                    <a:pt x="226656" y="341750"/>
                  </a:lnTo>
                  <a:lnTo>
                    <a:pt x="229120" y="341750"/>
                  </a:lnTo>
                  <a:lnTo>
                    <a:pt x="231583" y="341750"/>
                  </a:lnTo>
                  <a:lnTo>
                    <a:pt x="234047" y="341750"/>
                  </a:lnTo>
                  <a:lnTo>
                    <a:pt x="236511" y="341750"/>
                  </a:lnTo>
                  <a:lnTo>
                    <a:pt x="238974" y="341750"/>
                  </a:lnTo>
                  <a:lnTo>
                    <a:pt x="241438" y="341750"/>
                  </a:lnTo>
                  <a:lnTo>
                    <a:pt x="243902" y="341750"/>
                  </a:lnTo>
                  <a:lnTo>
                    <a:pt x="246365" y="341750"/>
                  </a:lnTo>
                  <a:lnTo>
                    <a:pt x="248829" y="341750"/>
                  </a:lnTo>
                  <a:lnTo>
                    <a:pt x="251293" y="341750"/>
                  </a:lnTo>
                  <a:lnTo>
                    <a:pt x="253756" y="341750"/>
                  </a:lnTo>
                  <a:lnTo>
                    <a:pt x="256220" y="341750"/>
                  </a:lnTo>
                  <a:lnTo>
                    <a:pt x="258684" y="341750"/>
                  </a:lnTo>
                  <a:lnTo>
                    <a:pt x="261147" y="341750"/>
                  </a:lnTo>
                  <a:lnTo>
                    <a:pt x="263611" y="341750"/>
                  </a:lnTo>
                  <a:lnTo>
                    <a:pt x="266075" y="341750"/>
                  </a:lnTo>
                  <a:lnTo>
                    <a:pt x="268538" y="341750"/>
                  </a:lnTo>
                  <a:lnTo>
                    <a:pt x="271002" y="341750"/>
                  </a:lnTo>
                  <a:lnTo>
                    <a:pt x="273465" y="341750"/>
                  </a:lnTo>
                  <a:lnTo>
                    <a:pt x="275929" y="341750"/>
                  </a:lnTo>
                  <a:lnTo>
                    <a:pt x="278393" y="341750"/>
                  </a:lnTo>
                  <a:lnTo>
                    <a:pt x="280856" y="341750"/>
                  </a:lnTo>
                  <a:lnTo>
                    <a:pt x="283320" y="341750"/>
                  </a:lnTo>
                  <a:lnTo>
                    <a:pt x="285784" y="341750"/>
                  </a:lnTo>
                  <a:lnTo>
                    <a:pt x="288247" y="341750"/>
                  </a:lnTo>
                  <a:lnTo>
                    <a:pt x="290711" y="341750"/>
                  </a:lnTo>
                  <a:lnTo>
                    <a:pt x="293175" y="341750"/>
                  </a:lnTo>
                  <a:lnTo>
                    <a:pt x="295638" y="341750"/>
                  </a:lnTo>
                  <a:lnTo>
                    <a:pt x="298102" y="341750"/>
                  </a:lnTo>
                  <a:lnTo>
                    <a:pt x="300566" y="341750"/>
                  </a:lnTo>
                  <a:lnTo>
                    <a:pt x="303029" y="341750"/>
                  </a:lnTo>
                  <a:lnTo>
                    <a:pt x="305493" y="341750"/>
                  </a:lnTo>
                  <a:lnTo>
                    <a:pt x="307957" y="341750"/>
                  </a:lnTo>
                  <a:lnTo>
                    <a:pt x="310420" y="341750"/>
                  </a:lnTo>
                  <a:lnTo>
                    <a:pt x="312884" y="341750"/>
                  </a:lnTo>
                  <a:lnTo>
                    <a:pt x="315348" y="341750"/>
                  </a:lnTo>
                  <a:lnTo>
                    <a:pt x="317811" y="341750"/>
                  </a:lnTo>
                  <a:lnTo>
                    <a:pt x="320275" y="341750"/>
                  </a:lnTo>
                  <a:lnTo>
                    <a:pt x="322739" y="341750"/>
                  </a:lnTo>
                  <a:lnTo>
                    <a:pt x="325202" y="341750"/>
                  </a:lnTo>
                  <a:lnTo>
                    <a:pt x="327666" y="341750"/>
                  </a:lnTo>
                  <a:lnTo>
                    <a:pt x="330130" y="341750"/>
                  </a:lnTo>
                  <a:lnTo>
                    <a:pt x="332593" y="341750"/>
                  </a:lnTo>
                  <a:lnTo>
                    <a:pt x="335057" y="341750"/>
                  </a:lnTo>
                  <a:lnTo>
                    <a:pt x="337521" y="341750"/>
                  </a:lnTo>
                  <a:lnTo>
                    <a:pt x="339984" y="341750"/>
                  </a:lnTo>
                  <a:lnTo>
                    <a:pt x="342448" y="341750"/>
                  </a:lnTo>
                  <a:lnTo>
                    <a:pt x="344912" y="341750"/>
                  </a:lnTo>
                  <a:lnTo>
                    <a:pt x="347375" y="341750"/>
                  </a:lnTo>
                  <a:lnTo>
                    <a:pt x="349839" y="341750"/>
                  </a:lnTo>
                  <a:lnTo>
                    <a:pt x="352303" y="341750"/>
                  </a:lnTo>
                  <a:lnTo>
                    <a:pt x="354766" y="341750"/>
                  </a:lnTo>
                  <a:lnTo>
                    <a:pt x="357230" y="341750"/>
                  </a:lnTo>
                  <a:lnTo>
                    <a:pt x="359694" y="341750"/>
                  </a:lnTo>
                  <a:lnTo>
                    <a:pt x="362157" y="341750"/>
                  </a:lnTo>
                  <a:lnTo>
                    <a:pt x="364621" y="341750"/>
                  </a:lnTo>
                  <a:lnTo>
                    <a:pt x="367084" y="341750"/>
                  </a:lnTo>
                  <a:lnTo>
                    <a:pt x="369548" y="341750"/>
                  </a:lnTo>
                  <a:lnTo>
                    <a:pt x="372012" y="341750"/>
                  </a:lnTo>
                  <a:lnTo>
                    <a:pt x="374475" y="341750"/>
                  </a:lnTo>
                  <a:lnTo>
                    <a:pt x="376939" y="341750"/>
                  </a:lnTo>
                  <a:lnTo>
                    <a:pt x="379403" y="341750"/>
                  </a:lnTo>
                  <a:lnTo>
                    <a:pt x="381866" y="341750"/>
                  </a:lnTo>
                  <a:lnTo>
                    <a:pt x="384330" y="341750"/>
                  </a:lnTo>
                  <a:lnTo>
                    <a:pt x="386794" y="341750"/>
                  </a:lnTo>
                  <a:lnTo>
                    <a:pt x="389257" y="341750"/>
                  </a:lnTo>
                  <a:lnTo>
                    <a:pt x="391721" y="341750"/>
                  </a:lnTo>
                  <a:lnTo>
                    <a:pt x="394185" y="341750"/>
                  </a:lnTo>
                  <a:lnTo>
                    <a:pt x="396648" y="341750"/>
                  </a:lnTo>
                  <a:lnTo>
                    <a:pt x="399112" y="341750"/>
                  </a:lnTo>
                  <a:lnTo>
                    <a:pt x="401576" y="341750"/>
                  </a:lnTo>
                  <a:lnTo>
                    <a:pt x="404039" y="341750"/>
                  </a:lnTo>
                  <a:lnTo>
                    <a:pt x="406503" y="341750"/>
                  </a:lnTo>
                  <a:lnTo>
                    <a:pt x="408967" y="341750"/>
                  </a:lnTo>
                  <a:lnTo>
                    <a:pt x="411430" y="341750"/>
                  </a:lnTo>
                  <a:lnTo>
                    <a:pt x="413894" y="341750"/>
                  </a:lnTo>
                  <a:lnTo>
                    <a:pt x="416358" y="341750"/>
                  </a:lnTo>
                  <a:lnTo>
                    <a:pt x="418821" y="341750"/>
                  </a:lnTo>
                  <a:lnTo>
                    <a:pt x="421285" y="341750"/>
                  </a:lnTo>
                  <a:lnTo>
                    <a:pt x="423749" y="341750"/>
                  </a:lnTo>
                  <a:lnTo>
                    <a:pt x="426212" y="341750"/>
                  </a:lnTo>
                  <a:lnTo>
                    <a:pt x="428676" y="341750"/>
                  </a:lnTo>
                  <a:lnTo>
                    <a:pt x="431140" y="341750"/>
                  </a:lnTo>
                  <a:lnTo>
                    <a:pt x="433603" y="341750"/>
                  </a:lnTo>
                  <a:lnTo>
                    <a:pt x="436067" y="341750"/>
                  </a:lnTo>
                  <a:lnTo>
                    <a:pt x="438531" y="341750"/>
                  </a:lnTo>
                  <a:lnTo>
                    <a:pt x="440994" y="341750"/>
                  </a:lnTo>
                  <a:lnTo>
                    <a:pt x="443458" y="341750"/>
                  </a:lnTo>
                  <a:lnTo>
                    <a:pt x="445922" y="341750"/>
                  </a:lnTo>
                  <a:lnTo>
                    <a:pt x="448385" y="341750"/>
                  </a:lnTo>
                  <a:lnTo>
                    <a:pt x="450849" y="341750"/>
                  </a:lnTo>
                  <a:lnTo>
                    <a:pt x="453312" y="341750"/>
                  </a:lnTo>
                  <a:lnTo>
                    <a:pt x="455776" y="341750"/>
                  </a:lnTo>
                  <a:lnTo>
                    <a:pt x="458240" y="341750"/>
                  </a:lnTo>
                  <a:lnTo>
                    <a:pt x="460703" y="341750"/>
                  </a:lnTo>
                  <a:lnTo>
                    <a:pt x="463167" y="341750"/>
                  </a:lnTo>
                  <a:lnTo>
                    <a:pt x="465631" y="341750"/>
                  </a:lnTo>
                  <a:lnTo>
                    <a:pt x="468094" y="341750"/>
                  </a:lnTo>
                  <a:lnTo>
                    <a:pt x="470558" y="341750"/>
                  </a:lnTo>
                  <a:lnTo>
                    <a:pt x="473022" y="341750"/>
                  </a:lnTo>
                  <a:lnTo>
                    <a:pt x="475485" y="341750"/>
                  </a:lnTo>
                  <a:lnTo>
                    <a:pt x="477949" y="341750"/>
                  </a:lnTo>
                  <a:lnTo>
                    <a:pt x="480413" y="341750"/>
                  </a:lnTo>
                  <a:lnTo>
                    <a:pt x="482876" y="341750"/>
                  </a:lnTo>
                  <a:lnTo>
                    <a:pt x="485340" y="341750"/>
                  </a:lnTo>
                  <a:lnTo>
                    <a:pt x="487804" y="341750"/>
                  </a:lnTo>
                  <a:lnTo>
                    <a:pt x="490267" y="341750"/>
                  </a:lnTo>
                  <a:lnTo>
                    <a:pt x="492731" y="341750"/>
                  </a:lnTo>
                  <a:lnTo>
                    <a:pt x="495195" y="341750"/>
                  </a:lnTo>
                  <a:lnTo>
                    <a:pt x="497658" y="341750"/>
                  </a:lnTo>
                  <a:lnTo>
                    <a:pt x="500122" y="341750"/>
                  </a:lnTo>
                  <a:lnTo>
                    <a:pt x="502586" y="341750"/>
                  </a:lnTo>
                  <a:lnTo>
                    <a:pt x="505049" y="341750"/>
                  </a:lnTo>
                  <a:lnTo>
                    <a:pt x="507513" y="341750"/>
                  </a:lnTo>
                  <a:lnTo>
                    <a:pt x="509977" y="341750"/>
                  </a:lnTo>
                  <a:lnTo>
                    <a:pt x="512440" y="341750"/>
                  </a:lnTo>
                  <a:lnTo>
                    <a:pt x="514904" y="341750"/>
                  </a:lnTo>
                  <a:lnTo>
                    <a:pt x="517368" y="341750"/>
                  </a:lnTo>
                  <a:lnTo>
                    <a:pt x="519831" y="341750"/>
                  </a:lnTo>
                  <a:lnTo>
                    <a:pt x="522295" y="341750"/>
                  </a:lnTo>
                  <a:lnTo>
                    <a:pt x="524759" y="341750"/>
                  </a:lnTo>
                  <a:lnTo>
                    <a:pt x="527222" y="341750"/>
                  </a:lnTo>
                  <a:lnTo>
                    <a:pt x="529686" y="341750"/>
                  </a:lnTo>
                  <a:lnTo>
                    <a:pt x="532150" y="341750"/>
                  </a:lnTo>
                  <a:lnTo>
                    <a:pt x="534613" y="341750"/>
                  </a:lnTo>
                  <a:lnTo>
                    <a:pt x="537077" y="341750"/>
                  </a:lnTo>
                  <a:lnTo>
                    <a:pt x="539541" y="341750"/>
                  </a:lnTo>
                  <a:lnTo>
                    <a:pt x="542004" y="341750"/>
                  </a:lnTo>
                  <a:lnTo>
                    <a:pt x="544468" y="341750"/>
                  </a:lnTo>
                  <a:lnTo>
                    <a:pt x="546931" y="341750"/>
                  </a:lnTo>
                  <a:lnTo>
                    <a:pt x="549395" y="341750"/>
                  </a:lnTo>
                  <a:lnTo>
                    <a:pt x="551859" y="341750"/>
                  </a:lnTo>
                  <a:lnTo>
                    <a:pt x="554322" y="341750"/>
                  </a:lnTo>
                  <a:lnTo>
                    <a:pt x="556786" y="341750"/>
                  </a:lnTo>
                  <a:lnTo>
                    <a:pt x="559250" y="341750"/>
                  </a:lnTo>
                  <a:lnTo>
                    <a:pt x="561713" y="341750"/>
                  </a:lnTo>
                  <a:lnTo>
                    <a:pt x="564177" y="341750"/>
                  </a:lnTo>
                  <a:lnTo>
                    <a:pt x="566641" y="341750"/>
                  </a:lnTo>
                  <a:lnTo>
                    <a:pt x="569104" y="341750"/>
                  </a:lnTo>
                  <a:lnTo>
                    <a:pt x="571568" y="341750"/>
                  </a:lnTo>
                  <a:lnTo>
                    <a:pt x="574032" y="341750"/>
                  </a:lnTo>
                  <a:lnTo>
                    <a:pt x="576495" y="341750"/>
                  </a:lnTo>
                  <a:lnTo>
                    <a:pt x="578959" y="341750"/>
                  </a:lnTo>
                  <a:lnTo>
                    <a:pt x="581423" y="341750"/>
                  </a:lnTo>
                  <a:lnTo>
                    <a:pt x="583886" y="341750"/>
                  </a:lnTo>
                  <a:lnTo>
                    <a:pt x="586350" y="341750"/>
                  </a:lnTo>
                  <a:lnTo>
                    <a:pt x="588814" y="341750"/>
                  </a:lnTo>
                  <a:lnTo>
                    <a:pt x="591277" y="341750"/>
                  </a:lnTo>
                  <a:lnTo>
                    <a:pt x="593741" y="341750"/>
                  </a:lnTo>
                  <a:lnTo>
                    <a:pt x="596205" y="341750"/>
                  </a:lnTo>
                  <a:lnTo>
                    <a:pt x="598668" y="341750"/>
                  </a:lnTo>
                  <a:lnTo>
                    <a:pt x="601132" y="341750"/>
                  </a:lnTo>
                  <a:lnTo>
                    <a:pt x="603596" y="341750"/>
                  </a:lnTo>
                  <a:lnTo>
                    <a:pt x="606059" y="341750"/>
                  </a:lnTo>
                  <a:lnTo>
                    <a:pt x="608523" y="341750"/>
                  </a:lnTo>
                  <a:lnTo>
                    <a:pt x="610987" y="341750"/>
                  </a:lnTo>
                  <a:lnTo>
                    <a:pt x="613450" y="341750"/>
                  </a:lnTo>
                  <a:lnTo>
                    <a:pt x="615914" y="341750"/>
                  </a:lnTo>
                  <a:lnTo>
                    <a:pt x="618378" y="341750"/>
                  </a:lnTo>
                  <a:lnTo>
                    <a:pt x="620841" y="341750"/>
                  </a:lnTo>
                  <a:lnTo>
                    <a:pt x="623305" y="341750"/>
                  </a:lnTo>
                  <a:lnTo>
                    <a:pt x="625769" y="341750"/>
                  </a:lnTo>
                  <a:lnTo>
                    <a:pt x="628232" y="341750"/>
                  </a:lnTo>
                  <a:lnTo>
                    <a:pt x="630696" y="341750"/>
                  </a:lnTo>
                  <a:lnTo>
                    <a:pt x="633159" y="341749"/>
                  </a:lnTo>
                  <a:lnTo>
                    <a:pt x="635623" y="341749"/>
                  </a:lnTo>
                  <a:lnTo>
                    <a:pt x="638087" y="341749"/>
                  </a:lnTo>
                  <a:lnTo>
                    <a:pt x="640550" y="341749"/>
                  </a:lnTo>
                  <a:lnTo>
                    <a:pt x="643014" y="341748"/>
                  </a:lnTo>
                  <a:lnTo>
                    <a:pt x="645478" y="341748"/>
                  </a:lnTo>
                  <a:lnTo>
                    <a:pt x="647941" y="341747"/>
                  </a:lnTo>
                  <a:lnTo>
                    <a:pt x="650405" y="341747"/>
                  </a:lnTo>
                  <a:lnTo>
                    <a:pt x="652869" y="341746"/>
                  </a:lnTo>
                  <a:lnTo>
                    <a:pt x="655332" y="341745"/>
                  </a:lnTo>
                  <a:lnTo>
                    <a:pt x="657796" y="341744"/>
                  </a:lnTo>
                  <a:lnTo>
                    <a:pt x="660260" y="341743"/>
                  </a:lnTo>
                  <a:lnTo>
                    <a:pt x="662723" y="341741"/>
                  </a:lnTo>
                  <a:lnTo>
                    <a:pt x="665187" y="341740"/>
                  </a:lnTo>
                  <a:lnTo>
                    <a:pt x="667651" y="341738"/>
                  </a:lnTo>
                  <a:lnTo>
                    <a:pt x="670114" y="341736"/>
                  </a:lnTo>
                  <a:lnTo>
                    <a:pt x="672578" y="341733"/>
                  </a:lnTo>
                  <a:lnTo>
                    <a:pt x="675042" y="341730"/>
                  </a:lnTo>
                  <a:lnTo>
                    <a:pt x="677505" y="341726"/>
                  </a:lnTo>
                  <a:lnTo>
                    <a:pt x="679969" y="341722"/>
                  </a:lnTo>
                  <a:lnTo>
                    <a:pt x="682433" y="341718"/>
                  </a:lnTo>
                  <a:lnTo>
                    <a:pt x="684896" y="341712"/>
                  </a:lnTo>
                  <a:lnTo>
                    <a:pt x="687360" y="341706"/>
                  </a:lnTo>
                  <a:lnTo>
                    <a:pt x="689824" y="341699"/>
                  </a:lnTo>
                  <a:lnTo>
                    <a:pt x="692287" y="341691"/>
                  </a:lnTo>
                  <a:lnTo>
                    <a:pt x="694751" y="341682"/>
                  </a:lnTo>
                  <a:lnTo>
                    <a:pt x="697215" y="341671"/>
                  </a:lnTo>
                  <a:lnTo>
                    <a:pt x="699678" y="341660"/>
                  </a:lnTo>
                  <a:lnTo>
                    <a:pt x="702142" y="341647"/>
                  </a:lnTo>
                  <a:lnTo>
                    <a:pt x="704606" y="341632"/>
                  </a:lnTo>
                  <a:lnTo>
                    <a:pt x="707069" y="341615"/>
                  </a:lnTo>
                  <a:lnTo>
                    <a:pt x="709533" y="341596"/>
                  </a:lnTo>
                  <a:lnTo>
                    <a:pt x="711997" y="341576"/>
                  </a:lnTo>
                  <a:lnTo>
                    <a:pt x="714460" y="341552"/>
                  </a:lnTo>
                  <a:lnTo>
                    <a:pt x="716924" y="341526"/>
                  </a:lnTo>
                  <a:lnTo>
                    <a:pt x="719388" y="341497"/>
                  </a:lnTo>
                  <a:lnTo>
                    <a:pt x="721851" y="341465"/>
                  </a:lnTo>
                  <a:lnTo>
                    <a:pt x="724315" y="341429"/>
                  </a:lnTo>
                  <a:lnTo>
                    <a:pt x="726778" y="341389"/>
                  </a:lnTo>
                  <a:lnTo>
                    <a:pt x="729242" y="341346"/>
                  </a:lnTo>
                  <a:lnTo>
                    <a:pt x="731706" y="341299"/>
                  </a:lnTo>
                  <a:lnTo>
                    <a:pt x="734169" y="341246"/>
                  </a:lnTo>
                  <a:lnTo>
                    <a:pt x="736633" y="341189"/>
                  </a:lnTo>
                  <a:lnTo>
                    <a:pt x="739097" y="341126"/>
                  </a:lnTo>
                  <a:lnTo>
                    <a:pt x="741560" y="341059"/>
                  </a:lnTo>
                  <a:lnTo>
                    <a:pt x="744024" y="340985"/>
                  </a:lnTo>
                  <a:lnTo>
                    <a:pt x="746488" y="340904"/>
                  </a:lnTo>
                  <a:lnTo>
                    <a:pt x="748951" y="340816"/>
                  </a:lnTo>
                  <a:lnTo>
                    <a:pt x="751415" y="340723"/>
                  </a:lnTo>
                  <a:lnTo>
                    <a:pt x="753879" y="340622"/>
                  </a:lnTo>
                  <a:lnTo>
                    <a:pt x="756342" y="340511"/>
                  </a:lnTo>
                  <a:lnTo>
                    <a:pt x="758806" y="340394"/>
                  </a:lnTo>
                  <a:lnTo>
                    <a:pt x="761270" y="340268"/>
                  </a:lnTo>
                  <a:lnTo>
                    <a:pt x="763733" y="340135"/>
                  </a:lnTo>
                  <a:lnTo>
                    <a:pt x="766197" y="339989"/>
                  </a:lnTo>
                  <a:lnTo>
                    <a:pt x="768661" y="339835"/>
                  </a:lnTo>
                  <a:lnTo>
                    <a:pt x="771124" y="339672"/>
                  </a:lnTo>
                  <a:lnTo>
                    <a:pt x="773588" y="339500"/>
                  </a:lnTo>
                  <a:lnTo>
                    <a:pt x="776052" y="339316"/>
                  </a:lnTo>
                  <a:lnTo>
                    <a:pt x="778515" y="339120"/>
                  </a:lnTo>
                  <a:lnTo>
                    <a:pt x="780979" y="338915"/>
                  </a:lnTo>
                  <a:lnTo>
                    <a:pt x="783443" y="338700"/>
                  </a:lnTo>
                  <a:lnTo>
                    <a:pt x="785906" y="338472"/>
                  </a:lnTo>
                  <a:lnTo>
                    <a:pt x="788370" y="338231"/>
                  </a:lnTo>
                  <a:lnTo>
                    <a:pt x="790834" y="337980"/>
                  </a:lnTo>
                  <a:lnTo>
                    <a:pt x="793297" y="337718"/>
                  </a:lnTo>
                  <a:lnTo>
                    <a:pt x="795761" y="337444"/>
                  </a:lnTo>
                  <a:lnTo>
                    <a:pt x="798225" y="337155"/>
                  </a:lnTo>
                  <a:lnTo>
                    <a:pt x="800688" y="336856"/>
                  </a:lnTo>
                  <a:lnTo>
                    <a:pt x="803152" y="336546"/>
                  </a:lnTo>
                  <a:lnTo>
                    <a:pt x="805616" y="336224"/>
                  </a:lnTo>
                  <a:lnTo>
                    <a:pt x="808079" y="335887"/>
                  </a:lnTo>
                  <a:lnTo>
                    <a:pt x="810543" y="335538"/>
                  </a:lnTo>
                  <a:lnTo>
                    <a:pt x="813006" y="335179"/>
                  </a:lnTo>
                  <a:lnTo>
                    <a:pt x="815470" y="334810"/>
                  </a:lnTo>
                  <a:lnTo>
                    <a:pt x="817934" y="334424"/>
                  </a:lnTo>
                  <a:lnTo>
                    <a:pt x="820397" y="334028"/>
                  </a:lnTo>
                  <a:lnTo>
                    <a:pt x="822861" y="333622"/>
                  </a:lnTo>
                  <a:lnTo>
                    <a:pt x="825325" y="333205"/>
                  </a:lnTo>
                  <a:lnTo>
                    <a:pt x="827788" y="332774"/>
                  </a:lnTo>
                  <a:lnTo>
                    <a:pt x="830252" y="332332"/>
                  </a:lnTo>
                  <a:lnTo>
                    <a:pt x="832716" y="331880"/>
                  </a:lnTo>
                  <a:lnTo>
                    <a:pt x="835179" y="331418"/>
                  </a:lnTo>
                  <a:lnTo>
                    <a:pt x="837643" y="330944"/>
                  </a:lnTo>
                  <a:lnTo>
                    <a:pt x="840107" y="330459"/>
                  </a:lnTo>
                  <a:lnTo>
                    <a:pt x="842570" y="329964"/>
                  </a:lnTo>
                  <a:lnTo>
                    <a:pt x="845034" y="329459"/>
                  </a:lnTo>
                  <a:lnTo>
                    <a:pt x="847498" y="328945"/>
                  </a:lnTo>
                  <a:lnTo>
                    <a:pt x="849961" y="328418"/>
                  </a:lnTo>
                  <a:lnTo>
                    <a:pt x="852425" y="327882"/>
                  </a:lnTo>
                  <a:lnTo>
                    <a:pt x="854889" y="327338"/>
                  </a:lnTo>
                  <a:lnTo>
                    <a:pt x="857352" y="326784"/>
                  </a:lnTo>
                  <a:lnTo>
                    <a:pt x="859816" y="326217"/>
                  </a:lnTo>
                  <a:lnTo>
                    <a:pt x="862280" y="325642"/>
                  </a:lnTo>
                  <a:lnTo>
                    <a:pt x="864743" y="325058"/>
                  </a:lnTo>
                  <a:lnTo>
                    <a:pt x="867207" y="324465"/>
                  </a:lnTo>
                  <a:lnTo>
                    <a:pt x="869671" y="323858"/>
                  </a:lnTo>
                  <a:lnTo>
                    <a:pt x="872134" y="323242"/>
                  </a:lnTo>
                  <a:lnTo>
                    <a:pt x="874598" y="322617"/>
                  </a:lnTo>
                  <a:lnTo>
                    <a:pt x="877062" y="321981"/>
                  </a:lnTo>
                  <a:lnTo>
                    <a:pt x="879525" y="321332"/>
                  </a:lnTo>
                  <a:lnTo>
                    <a:pt x="881989" y="320672"/>
                  </a:lnTo>
                  <a:lnTo>
                    <a:pt x="884453" y="320000"/>
                  </a:lnTo>
                  <a:lnTo>
                    <a:pt x="886916" y="319318"/>
                  </a:lnTo>
                  <a:lnTo>
                    <a:pt x="889380" y="318620"/>
                  </a:lnTo>
                  <a:lnTo>
                    <a:pt x="891844" y="317908"/>
                  </a:lnTo>
                  <a:lnTo>
                    <a:pt x="894307" y="317183"/>
                  </a:lnTo>
                  <a:lnTo>
                    <a:pt x="896771" y="316444"/>
                  </a:lnTo>
                  <a:lnTo>
                    <a:pt x="899235" y="315689"/>
                  </a:lnTo>
                  <a:lnTo>
                    <a:pt x="901698" y="314915"/>
                  </a:lnTo>
                  <a:lnTo>
                    <a:pt x="904162" y="314125"/>
                  </a:lnTo>
                  <a:lnTo>
                    <a:pt x="906625" y="313318"/>
                  </a:lnTo>
                  <a:lnTo>
                    <a:pt x="909089" y="312493"/>
                  </a:lnTo>
                  <a:lnTo>
                    <a:pt x="911553" y="311643"/>
                  </a:lnTo>
                  <a:lnTo>
                    <a:pt x="914016" y="310774"/>
                  </a:lnTo>
                  <a:lnTo>
                    <a:pt x="916480" y="309885"/>
                  </a:lnTo>
                  <a:lnTo>
                    <a:pt x="918944" y="308976"/>
                  </a:lnTo>
                  <a:lnTo>
                    <a:pt x="921407" y="308036"/>
                  </a:lnTo>
                  <a:lnTo>
                    <a:pt x="923871" y="307073"/>
                  </a:lnTo>
                  <a:lnTo>
                    <a:pt x="926335" y="306087"/>
                  </a:lnTo>
                  <a:lnTo>
                    <a:pt x="928798" y="305077"/>
                  </a:lnTo>
                  <a:lnTo>
                    <a:pt x="931262" y="304034"/>
                  </a:lnTo>
                  <a:lnTo>
                    <a:pt x="933726" y="302962"/>
                  </a:lnTo>
                  <a:lnTo>
                    <a:pt x="936189" y="301864"/>
                  </a:lnTo>
                  <a:lnTo>
                    <a:pt x="938653" y="300740"/>
                  </a:lnTo>
                  <a:lnTo>
                    <a:pt x="941117" y="299580"/>
                  </a:lnTo>
                  <a:lnTo>
                    <a:pt x="943580" y="298388"/>
                  </a:lnTo>
                  <a:lnTo>
                    <a:pt x="946044" y="297167"/>
                  </a:lnTo>
                  <a:lnTo>
                    <a:pt x="948508" y="295918"/>
                  </a:lnTo>
                  <a:lnTo>
                    <a:pt x="950971" y="294634"/>
                  </a:lnTo>
                  <a:lnTo>
                    <a:pt x="953435" y="293314"/>
                  </a:lnTo>
                  <a:lnTo>
                    <a:pt x="955899" y="291964"/>
                  </a:lnTo>
                  <a:lnTo>
                    <a:pt x="958362" y="290585"/>
                  </a:lnTo>
                  <a:lnTo>
                    <a:pt x="960826" y="289174"/>
                  </a:lnTo>
                  <a:lnTo>
                    <a:pt x="963290" y="287724"/>
                  </a:lnTo>
                  <a:lnTo>
                    <a:pt x="965753" y="286245"/>
                  </a:lnTo>
                  <a:lnTo>
                    <a:pt x="968217" y="284739"/>
                  </a:lnTo>
                  <a:lnTo>
                    <a:pt x="970681" y="283204"/>
                  </a:lnTo>
                  <a:lnTo>
                    <a:pt x="973144" y="281631"/>
                  </a:lnTo>
                  <a:lnTo>
                    <a:pt x="975608" y="280032"/>
                  </a:lnTo>
                  <a:lnTo>
                    <a:pt x="978072" y="278407"/>
                  </a:lnTo>
                  <a:lnTo>
                    <a:pt x="980535" y="276758"/>
                  </a:lnTo>
                  <a:lnTo>
                    <a:pt x="982999" y="275078"/>
                  </a:lnTo>
                  <a:lnTo>
                    <a:pt x="985463" y="273373"/>
                  </a:lnTo>
                  <a:lnTo>
                    <a:pt x="987926" y="271648"/>
                  </a:lnTo>
                  <a:lnTo>
                    <a:pt x="990390" y="269904"/>
                  </a:lnTo>
                  <a:lnTo>
                    <a:pt x="992853" y="268136"/>
                  </a:lnTo>
                  <a:lnTo>
                    <a:pt x="995317" y="266350"/>
                  </a:lnTo>
                  <a:lnTo>
                    <a:pt x="997781" y="264549"/>
                  </a:lnTo>
                  <a:lnTo>
                    <a:pt x="1000244" y="262734"/>
                  </a:lnTo>
                  <a:lnTo>
                    <a:pt x="1002708" y="260907"/>
                  </a:lnTo>
                  <a:lnTo>
                    <a:pt x="1005172" y="259067"/>
                  </a:lnTo>
                  <a:lnTo>
                    <a:pt x="1007635" y="257220"/>
                  </a:lnTo>
                  <a:lnTo>
                    <a:pt x="1010099" y="255368"/>
                  </a:lnTo>
                  <a:lnTo>
                    <a:pt x="1012563" y="253510"/>
                  </a:lnTo>
                  <a:lnTo>
                    <a:pt x="1015026" y="251651"/>
                  </a:lnTo>
                  <a:lnTo>
                    <a:pt x="1017490" y="249792"/>
                  </a:lnTo>
                  <a:lnTo>
                    <a:pt x="1019954" y="247934"/>
                  </a:lnTo>
                  <a:lnTo>
                    <a:pt x="1022417" y="246080"/>
                  </a:lnTo>
                  <a:lnTo>
                    <a:pt x="1024881" y="244234"/>
                  </a:lnTo>
                  <a:lnTo>
                    <a:pt x="1027345" y="242395"/>
                  </a:lnTo>
                  <a:lnTo>
                    <a:pt x="1029808" y="240565"/>
                  </a:lnTo>
                  <a:lnTo>
                    <a:pt x="1032272" y="238745"/>
                  </a:lnTo>
                  <a:lnTo>
                    <a:pt x="1034736" y="236940"/>
                  </a:lnTo>
                  <a:lnTo>
                    <a:pt x="1037199" y="235150"/>
                  </a:lnTo>
                  <a:lnTo>
                    <a:pt x="1039663" y="233373"/>
                  </a:lnTo>
                  <a:lnTo>
                    <a:pt x="1042127" y="231609"/>
                  </a:lnTo>
                  <a:lnTo>
                    <a:pt x="1044590" y="229865"/>
                  </a:lnTo>
                  <a:lnTo>
                    <a:pt x="1047054" y="228138"/>
                  </a:lnTo>
                  <a:lnTo>
                    <a:pt x="1049518" y="226425"/>
                  </a:lnTo>
                  <a:lnTo>
                    <a:pt x="1051981" y="224727"/>
                  </a:lnTo>
                  <a:lnTo>
                    <a:pt x="1054445" y="223045"/>
                  </a:lnTo>
                  <a:lnTo>
                    <a:pt x="1056909" y="221378"/>
                  </a:lnTo>
                  <a:lnTo>
                    <a:pt x="1059372" y="219721"/>
                  </a:lnTo>
                  <a:lnTo>
                    <a:pt x="1061836" y="218074"/>
                  </a:lnTo>
                  <a:lnTo>
                    <a:pt x="1064300" y="216434"/>
                  </a:lnTo>
                  <a:lnTo>
                    <a:pt x="1066763" y="214800"/>
                  </a:lnTo>
                  <a:lnTo>
                    <a:pt x="1069227" y="213164"/>
                  </a:lnTo>
                  <a:lnTo>
                    <a:pt x="1071691" y="211526"/>
                  </a:lnTo>
                  <a:lnTo>
                    <a:pt x="1074154" y="209883"/>
                  </a:lnTo>
                  <a:lnTo>
                    <a:pt x="1076618" y="208222"/>
                  </a:lnTo>
                  <a:lnTo>
                    <a:pt x="1079082" y="206544"/>
                  </a:lnTo>
                  <a:lnTo>
                    <a:pt x="1081545" y="204844"/>
                  </a:lnTo>
                  <a:lnTo>
                    <a:pt x="1084009" y="203119"/>
                  </a:lnTo>
                  <a:lnTo>
                    <a:pt x="1086472" y="201348"/>
                  </a:lnTo>
                  <a:lnTo>
                    <a:pt x="1088936" y="199533"/>
                  </a:lnTo>
                  <a:lnTo>
                    <a:pt x="1091400" y="197672"/>
                  </a:lnTo>
                  <a:lnTo>
                    <a:pt x="1093863" y="195758"/>
                  </a:lnTo>
                  <a:lnTo>
                    <a:pt x="1096327" y="193769"/>
                  </a:lnTo>
                  <a:lnTo>
                    <a:pt x="1098791" y="191700"/>
                  </a:lnTo>
                  <a:lnTo>
                    <a:pt x="1101254" y="189555"/>
                  </a:lnTo>
                  <a:lnTo>
                    <a:pt x="1103718" y="187329"/>
                  </a:lnTo>
                  <a:lnTo>
                    <a:pt x="1106182" y="184998"/>
                  </a:lnTo>
                  <a:lnTo>
                    <a:pt x="1108645" y="182544"/>
                  </a:lnTo>
                  <a:lnTo>
                    <a:pt x="1111109" y="179985"/>
                  </a:lnTo>
                  <a:lnTo>
                    <a:pt x="1113573" y="177316"/>
                  </a:lnTo>
                  <a:lnTo>
                    <a:pt x="1116036" y="174520"/>
                  </a:lnTo>
                  <a:lnTo>
                    <a:pt x="1118500" y="171556"/>
                  </a:lnTo>
                  <a:lnTo>
                    <a:pt x="1120964" y="168461"/>
                  </a:lnTo>
                  <a:lnTo>
                    <a:pt x="1123427" y="165233"/>
                  </a:lnTo>
                  <a:lnTo>
                    <a:pt x="1125891" y="161865"/>
                  </a:lnTo>
                  <a:lnTo>
                    <a:pt x="1128355" y="158292"/>
                  </a:lnTo>
                  <a:lnTo>
                    <a:pt x="1130818" y="154573"/>
                  </a:lnTo>
                  <a:lnTo>
                    <a:pt x="1133282" y="150706"/>
                  </a:lnTo>
                  <a:lnTo>
                    <a:pt x="1135746" y="146691"/>
                  </a:lnTo>
                  <a:lnTo>
                    <a:pt x="1138209" y="142473"/>
                  </a:lnTo>
                  <a:lnTo>
                    <a:pt x="1140673" y="138096"/>
                  </a:lnTo>
                  <a:lnTo>
                    <a:pt x="1143137" y="133574"/>
                  </a:lnTo>
                  <a:lnTo>
                    <a:pt x="1145600" y="128912"/>
                  </a:lnTo>
                  <a:lnTo>
                    <a:pt x="1148064" y="124075"/>
                  </a:lnTo>
                  <a:lnTo>
                    <a:pt x="1150528" y="119089"/>
                  </a:lnTo>
                  <a:lnTo>
                    <a:pt x="1152991" y="113984"/>
                  </a:lnTo>
                  <a:lnTo>
                    <a:pt x="1155455" y="108767"/>
                  </a:lnTo>
                  <a:lnTo>
                    <a:pt x="1157919" y="103428"/>
                  </a:lnTo>
                  <a:lnTo>
                    <a:pt x="1160382" y="97984"/>
                  </a:lnTo>
                  <a:lnTo>
                    <a:pt x="1162846" y="92470"/>
                  </a:lnTo>
                  <a:lnTo>
                    <a:pt x="1165310" y="86899"/>
                  </a:lnTo>
                  <a:lnTo>
                    <a:pt x="1167773" y="81281"/>
                  </a:lnTo>
                  <a:lnTo>
                    <a:pt x="1170237" y="75639"/>
                  </a:lnTo>
                  <a:lnTo>
                    <a:pt x="1172701" y="70004"/>
                  </a:lnTo>
                  <a:lnTo>
                    <a:pt x="1175164" y="64391"/>
                  </a:lnTo>
                  <a:lnTo>
                    <a:pt x="1177628" y="58818"/>
                  </a:lnTo>
                  <a:lnTo>
                    <a:pt x="1180091" y="53347"/>
                  </a:lnTo>
                  <a:lnTo>
                    <a:pt x="1182555" y="47980"/>
                  </a:lnTo>
                  <a:lnTo>
                    <a:pt x="1185019" y="42735"/>
                  </a:lnTo>
                  <a:lnTo>
                    <a:pt x="1187482" y="37631"/>
                  </a:lnTo>
                  <a:lnTo>
                    <a:pt x="1189946" y="32769"/>
                  </a:lnTo>
                  <a:lnTo>
                    <a:pt x="1192410" y="28133"/>
                  </a:lnTo>
                  <a:lnTo>
                    <a:pt x="1194873" y="23729"/>
                  </a:lnTo>
                  <a:lnTo>
                    <a:pt x="1197337" y="19579"/>
                  </a:lnTo>
                  <a:lnTo>
                    <a:pt x="1199801" y="15793"/>
                  </a:lnTo>
                  <a:lnTo>
                    <a:pt x="1202264" y="12376"/>
                  </a:lnTo>
                  <a:lnTo>
                    <a:pt x="1204728" y="9299"/>
                  </a:lnTo>
                  <a:lnTo>
                    <a:pt x="1207192" y="6580"/>
                  </a:lnTo>
                  <a:lnTo>
                    <a:pt x="1209655" y="4319"/>
                  </a:lnTo>
                  <a:lnTo>
                    <a:pt x="1212119" y="2571"/>
                  </a:lnTo>
                  <a:lnTo>
                    <a:pt x="1214583" y="1251"/>
                  </a:lnTo>
                  <a:lnTo>
                    <a:pt x="1217046" y="372"/>
                  </a:lnTo>
                  <a:lnTo>
                    <a:pt x="1219510" y="0"/>
                  </a:lnTo>
                  <a:lnTo>
                    <a:pt x="1221974" y="261"/>
                  </a:lnTo>
                  <a:lnTo>
                    <a:pt x="1224437" y="1005"/>
                  </a:lnTo>
                  <a:lnTo>
                    <a:pt x="1226901" y="2237"/>
                  </a:lnTo>
                  <a:lnTo>
                    <a:pt x="1229365" y="3972"/>
                  </a:lnTo>
                  <a:lnTo>
                    <a:pt x="1231828" y="6416"/>
                  </a:lnTo>
                  <a:lnTo>
                    <a:pt x="1234292" y="9352"/>
                  </a:lnTo>
                  <a:lnTo>
                    <a:pt x="1236756" y="12776"/>
                  </a:lnTo>
                  <a:lnTo>
                    <a:pt x="1239219" y="16682"/>
                  </a:lnTo>
                  <a:lnTo>
                    <a:pt x="1241683" y="21242"/>
                  </a:lnTo>
                  <a:lnTo>
                    <a:pt x="1244147" y="26284"/>
                  </a:lnTo>
                  <a:lnTo>
                    <a:pt x="1246610" y="31765"/>
                  </a:lnTo>
                  <a:lnTo>
                    <a:pt x="1249074" y="37670"/>
                  </a:lnTo>
                  <a:lnTo>
                    <a:pt x="1251538" y="44096"/>
                  </a:lnTo>
                  <a:lnTo>
                    <a:pt x="1254001" y="50950"/>
                  </a:lnTo>
                  <a:lnTo>
                    <a:pt x="1256465" y="58148"/>
                  </a:lnTo>
                  <a:lnTo>
                    <a:pt x="1258929" y="65671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5418670" y="6213302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548161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5796349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6111081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6425813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674054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tx382"/>
            <p:cNvSpPr/>
            <p:nvPr/>
          </p:nvSpPr>
          <p:spPr>
            <a:xfrm>
              <a:off x="5403936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5718668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6033400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6348132" y="627560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6631787" y="627424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6068414" y="642502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388" name="rc388"/>
            <p:cNvSpPr/>
            <p:nvPr/>
          </p:nvSpPr>
          <p:spPr>
            <a:xfrm>
              <a:off x="6873081" y="4609135"/>
              <a:ext cx="1524000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6942670" y="490641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7005616" y="5774222"/>
              <a:ext cx="1258929" cy="379675"/>
            </a:xfrm>
            <a:custGeom>
              <a:avLst/>
              <a:pathLst>
                <a:path w="1258929" h="379675">
                  <a:moveTo>
                    <a:pt x="0" y="379596"/>
                  </a:moveTo>
                  <a:lnTo>
                    <a:pt x="2463" y="379567"/>
                  </a:lnTo>
                  <a:lnTo>
                    <a:pt x="4927" y="379531"/>
                  </a:lnTo>
                  <a:lnTo>
                    <a:pt x="7390" y="379483"/>
                  </a:lnTo>
                  <a:lnTo>
                    <a:pt x="9854" y="379421"/>
                  </a:lnTo>
                  <a:lnTo>
                    <a:pt x="12318" y="379343"/>
                  </a:lnTo>
                  <a:lnTo>
                    <a:pt x="14781" y="379238"/>
                  </a:lnTo>
                  <a:lnTo>
                    <a:pt x="17245" y="379104"/>
                  </a:lnTo>
                  <a:lnTo>
                    <a:pt x="19709" y="378934"/>
                  </a:lnTo>
                  <a:lnTo>
                    <a:pt x="22172" y="378723"/>
                  </a:lnTo>
                  <a:lnTo>
                    <a:pt x="24636" y="378460"/>
                  </a:lnTo>
                  <a:lnTo>
                    <a:pt x="27100" y="378137"/>
                  </a:lnTo>
                  <a:lnTo>
                    <a:pt x="29563" y="377719"/>
                  </a:lnTo>
                  <a:lnTo>
                    <a:pt x="32027" y="377206"/>
                  </a:lnTo>
                  <a:lnTo>
                    <a:pt x="34491" y="376582"/>
                  </a:lnTo>
                  <a:lnTo>
                    <a:pt x="36954" y="375829"/>
                  </a:lnTo>
                  <a:lnTo>
                    <a:pt x="39418" y="374928"/>
                  </a:lnTo>
                  <a:lnTo>
                    <a:pt x="41882" y="373855"/>
                  </a:lnTo>
                  <a:lnTo>
                    <a:pt x="44345" y="372527"/>
                  </a:lnTo>
                  <a:lnTo>
                    <a:pt x="46809" y="370958"/>
                  </a:lnTo>
                  <a:lnTo>
                    <a:pt x="49273" y="369119"/>
                  </a:lnTo>
                  <a:lnTo>
                    <a:pt x="51736" y="366978"/>
                  </a:lnTo>
                  <a:lnTo>
                    <a:pt x="54200" y="364500"/>
                  </a:lnTo>
                  <a:lnTo>
                    <a:pt x="56664" y="361648"/>
                  </a:lnTo>
                  <a:lnTo>
                    <a:pt x="59127" y="358277"/>
                  </a:lnTo>
                  <a:lnTo>
                    <a:pt x="61591" y="354440"/>
                  </a:lnTo>
                  <a:lnTo>
                    <a:pt x="64055" y="350101"/>
                  </a:lnTo>
                  <a:lnTo>
                    <a:pt x="66518" y="345228"/>
                  </a:lnTo>
                  <a:lnTo>
                    <a:pt x="68982" y="339786"/>
                  </a:lnTo>
                  <a:lnTo>
                    <a:pt x="71446" y="333732"/>
                  </a:lnTo>
                  <a:lnTo>
                    <a:pt x="73909" y="326897"/>
                  </a:lnTo>
                  <a:lnTo>
                    <a:pt x="76373" y="319402"/>
                  </a:lnTo>
                  <a:lnTo>
                    <a:pt x="78837" y="311233"/>
                  </a:lnTo>
                  <a:lnTo>
                    <a:pt x="81300" y="302384"/>
                  </a:lnTo>
                  <a:lnTo>
                    <a:pt x="83764" y="292854"/>
                  </a:lnTo>
                  <a:lnTo>
                    <a:pt x="86228" y="282628"/>
                  </a:lnTo>
                  <a:lnTo>
                    <a:pt x="88691" y="271605"/>
                  </a:lnTo>
                  <a:lnTo>
                    <a:pt x="91155" y="259966"/>
                  </a:lnTo>
                  <a:lnTo>
                    <a:pt x="93618" y="247751"/>
                  </a:lnTo>
                  <a:lnTo>
                    <a:pt x="96082" y="235009"/>
                  </a:lnTo>
                  <a:lnTo>
                    <a:pt x="98546" y="221794"/>
                  </a:lnTo>
                  <a:lnTo>
                    <a:pt x="101009" y="208158"/>
                  </a:lnTo>
                  <a:lnTo>
                    <a:pt x="103473" y="194152"/>
                  </a:lnTo>
                  <a:lnTo>
                    <a:pt x="105937" y="179946"/>
                  </a:lnTo>
                  <a:lnTo>
                    <a:pt x="108400" y="165631"/>
                  </a:lnTo>
                  <a:lnTo>
                    <a:pt x="110864" y="151301"/>
                  </a:lnTo>
                  <a:lnTo>
                    <a:pt x="113328" y="137053"/>
                  </a:lnTo>
                  <a:lnTo>
                    <a:pt x="115791" y="123002"/>
                  </a:lnTo>
                  <a:lnTo>
                    <a:pt x="118255" y="109337"/>
                  </a:lnTo>
                  <a:lnTo>
                    <a:pt x="120719" y="96115"/>
                  </a:lnTo>
                  <a:lnTo>
                    <a:pt x="123182" y="83430"/>
                  </a:lnTo>
                  <a:lnTo>
                    <a:pt x="125646" y="71370"/>
                  </a:lnTo>
                  <a:lnTo>
                    <a:pt x="128110" y="60017"/>
                  </a:lnTo>
                  <a:lnTo>
                    <a:pt x="130573" y="49499"/>
                  </a:lnTo>
                  <a:lnTo>
                    <a:pt x="133037" y="40024"/>
                  </a:lnTo>
                  <a:lnTo>
                    <a:pt x="135501" y="31486"/>
                  </a:lnTo>
                  <a:lnTo>
                    <a:pt x="137964" y="23922"/>
                  </a:lnTo>
                  <a:lnTo>
                    <a:pt x="140428" y="17359"/>
                  </a:lnTo>
                  <a:lnTo>
                    <a:pt x="142892" y="11812"/>
                  </a:lnTo>
                  <a:lnTo>
                    <a:pt x="145355" y="7357"/>
                  </a:lnTo>
                  <a:lnTo>
                    <a:pt x="147819" y="4094"/>
                  </a:lnTo>
                  <a:lnTo>
                    <a:pt x="150283" y="1807"/>
                  </a:lnTo>
                  <a:lnTo>
                    <a:pt x="152746" y="458"/>
                  </a:lnTo>
                  <a:lnTo>
                    <a:pt x="155210" y="0"/>
                  </a:lnTo>
                  <a:lnTo>
                    <a:pt x="157674" y="380"/>
                  </a:lnTo>
                  <a:lnTo>
                    <a:pt x="160137" y="1593"/>
                  </a:lnTo>
                  <a:lnTo>
                    <a:pt x="162601" y="3606"/>
                  </a:lnTo>
                  <a:lnTo>
                    <a:pt x="165065" y="6211"/>
                  </a:lnTo>
                  <a:lnTo>
                    <a:pt x="167528" y="9335"/>
                  </a:lnTo>
                  <a:lnTo>
                    <a:pt x="169992" y="12903"/>
                  </a:lnTo>
                  <a:lnTo>
                    <a:pt x="172456" y="16843"/>
                  </a:lnTo>
                  <a:lnTo>
                    <a:pt x="174919" y="21104"/>
                  </a:lnTo>
                  <a:lnTo>
                    <a:pt x="177383" y="25609"/>
                  </a:lnTo>
                  <a:lnTo>
                    <a:pt x="179847" y="30257"/>
                  </a:lnTo>
                  <a:lnTo>
                    <a:pt x="182310" y="35002"/>
                  </a:lnTo>
                  <a:lnTo>
                    <a:pt x="184774" y="39806"/>
                  </a:lnTo>
                  <a:lnTo>
                    <a:pt x="187237" y="44636"/>
                  </a:lnTo>
                  <a:lnTo>
                    <a:pt x="189701" y="49471"/>
                  </a:lnTo>
                  <a:lnTo>
                    <a:pt x="192165" y="54297"/>
                  </a:lnTo>
                  <a:lnTo>
                    <a:pt x="194628" y="59120"/>
                  </a:lnTo>
                  <a:lnTo>
                    <a:pt x="197092" y="63952"/>
                  </a:lnTo>
                  <a:lnTo>
                    <a:pt x="199556" y="68814"/>
                  </a:lnTo>
                  <a:lnTo>
                    <a:pt x="202019" y="73729"/>
                  </a:lnTo>
                  <a:lnTo>
                    <a:pt x="204483" y="78745"/>
                  </a:lnTo>
                  <a:lnTo>
                    <a:pt x="206947" y="83920"/>
                  </a:lnTo>
                  <a:lnTo>
                    <a:pt x="209410" y="89281"/>
                  </a:lnTo>
                  <a:lnTo>
                    <a:pt x="211874" y="94866"/>
                  </a:lnTo>
                  <a:lnTo>
                    <a:pt x="214338" y="100713"/>
                  </a:lnTo>
                  <a:lnTo>
                    <a:pt x="216801" y="106857"/>
                  </a:lnTo>
                  <a:lnTo>
                    <a:pt x="219265" y="113372"/>
                  </a:lnTo>
                  <a:lnTo>
                    <a:pt x="221729" y="120301"/>
                  </a:lnTo>
                  <a:lnTo>
                    <a:pt x="224192" y="127612"/>
                  </a:lnTo>
                  <a:lnTo>
                    <a:pt x="226656" y="135309"/>
                  </a:lnTo>
                  <a:lnTo>
                    <a:pt x="229120" y="143392"/>
                  </a:lnTo>
                  <a:lnTo>
                    <a:pt x="231583" y="151852"/>
                  </a:lnTo>
                  <a:lnTo>
                    <a:pt x="234047" y="160713"/>
                  </a:lnTo>
                  <a:lnTo>
                    <a:pt x="236511" y="169933"/>
                  </a:lnTo>
                  <a:lnTo>
                    <a:pt x="238974" y="179428"/>
                  </a:lnTo>
                  <a:lnTo>
                    <a:pt x="241438" y="189152"/>
                  </a:lnTo>
                  <a:lnTo>
                    <a:pt x="243902" y="199058"/>
                  </a:lnTo>
                  <a:lnTo>
                    <a:pt x="246365" y="209091"/>
                  </a:lnTo>
                  <a:lnTo>
                    <a:pt x="248829" y="219193"/>
                  </a:lnTo>
                  <a:lnTo>
                    <a:pt x="251293" y="229275"/>
                  </a:lnTo>
                  <a:lnTo>
                    <a:pt x="253756" y="239270"/>
                  </a:lnTo>
                  <a:lnTo>
                    <a:pt x="256220" y="249119"/>
                  </a:lnTo>
                  <a:lnTo>
                    <a:pt x="258684" y="258768"/>
                  </a:lnTo>
                  <a:lnTo>
                    <a:pt x="261147" y="268160"/>
                  </a:lnTo>
                  <a:lnTo>
                    <a:pt x="263611" y="277194"/>
                  </a:lnTo>
                  <a:lnTo>
                    <a:pt x="266075" y="285813"/>
                  </a:lnTo>
                  <a:lnTo>
                    <a:pt x="268538" y="294018"/>
                  </a:lnTo>
                  <a:lnTo>
                    <a:pt x="271002" y="301776"/>
                  </a:lnTo>
                  <a:lnTo>
                    <a:pt x="273465" y="309061"/>
                  </a:lnTo>
                  <a:lnTo>
                    <a:pt x="275929" y="315851"/>
                  </a:lnTo>
                  <a:lnTo>
                    <a:pt x="278393" y="322050"/>
                  </a:lnTo>
                  <a:lnTo>
                    <a:pt x="280856" y="327672"/>
                  </a:lnTo>
                  <a:lnTo>
                    <a:pt x="283320" y="332765"/>
                  </a:lnTo>
                  <a:lnTo>
                    <a:pt x="285784" y="337331"/>
                  </a:lnTo>
                  <a:lnTo>
                    <a:pt x="288247" y="341374"/>
                  </a:lnTo>
                  <a:lnTo>
                    <a:pt x="290711" y="344901"/>
                  </a:lnTo>
                  <a:lnTo>
                    <a:pt x="293175" y="347843"/>
                  </a:lnTo>
                  <a:lnTo>
                    <a:pt x="295638" y="350254"/>
                  </a:lnTo>
                  <a:lnTo>
                    <a:pt x="298102" y="352196"/>
                  </a:lnTo>
                  <a:lnTo>
                    <a:pt x="300566" y="353685"/>
                  </a:lnTo>
                  <a:lnTo>
                    <a:pt x="303029" y="354739"/>
                  </a:lnTo>
                  <a:lnTo>
                    <a:pt x="305493" y="355375"/>
                  </a:lnTo>
                  <a:lnTo>
                    <a:pt x="307957" y="355549"/>
                  </a:lnTo>
                  <a:lnTo>
                    <a:pt x="310420" y="355327"/>
                  </a:lnTo>
                  <a:lnTo>
                    <a:pt x="312884" y="354761"/>
                  </a:lnTo>
                  <a:lnTo>
                    <a:pt x="315348" y="353874"/>
                  </a:lnTo>
                  <a:lnTo>
                    <a:pt x="317811" y="352689"/>
                  </a:lnTo>
                  <a:lnTo>
                    <a:pt x="320275" y="351228"/>
                  </a:lnTo>
                  <a:lnTo>
                    <a:pt x="322739" y="349479"/>
                  </a:lnTo>
                  <a:lnTo>
                    <a:pt x="325202" y="347507"/>
                  </a:lnTo>
                  <a:lnTo>
                    <a:pt x="327666" y="345358"/>
                  </a:lnTo>
                  <a:lnTo>
                    <a:pt x="330130" y="343060"/>
                  </a:lnTo>
                  <a:lnTo>
                    <a:pt x="332593" y="340644"/>
                  </a:lnTo>
                  <a:lnTo>
                    <a:pt x="335057" y="338141"/>
                  </a:lnTo>
                  <a:lnTo>
                    <a:pt x="337521" y="335581"/>
                  </a:lnTo>
                  <a:lnTo>
                    <a:pt x="339984" y="333017"/>
                  </a:lnTo>
                  <a:lnTo>
                    <a:pt x="342448" y="330485"/>
                  </a:lnTo>
                  <a:lnTo>
                    <a:pt x="344912" y="328015"/>
                  </a:lnTo>
                  <a:lnTo>
                    <a:pt x="347375" y="325638"/>
                  </a:lnTo>
                  <a:lnTo>
                    <a:pt x="349839" y="323385"/>
                  </a:lnTo>
                  <a:lnTo>
                    <a:pt x="352303" y="321321"/>
                  </a:lnTo>
                  <a:lnTo>
                    <a:pt x="354766" y="319459"/>
                  </a:lnTo>
                  <a:lnTo>
                    <a:pt x="357230" y="317811"/>
                  </a:lnTo>
                  <a:lnTo>
                    <a:pt x="359694" y="316395"/>
                  </a:lnTo>
                  <a:lnTo>
                    <a:pt x="362157" y="315226"/>
                  </a:lnTo>
                  <a:lnTo>
                    <a:pt x="364621" y="314316"/>
                  </a:lnTo>
                  <a:lnTo>
                    <a:pt x="367084" y="313731"/>
                  </a:lnTo>
                  <a:lnTo>
                    <a:pt x="369548" y="313429"/>
                  </a:lnTo>
                  <a:lnTo>
                    <a:pt x="372012" y="313398"/>
                  </a:lnTo>
                  <a:lnTo>
                    <a:pt x="374475" y="313630"/>
                  </a:lnTo>
                  <a:lnTo>
                    <a:pt x="376939" y="314119"/>
                  </a:lnTo>
                  <a:lnTo>
                    <a:pt x="379403" y="314853"/>
                  </a:lnTo>
                  <a:lnTo>
                    <a:pt x="381866" y="315864"/>
                  </a:lnTo>
                  <a:lnTo>
                    <a:pt x="384330" y="317087"/>
                  </a:lnTo>
                  <a:lnTo>
                    <a:pt x="386794" y="318495"/>
                  </a:lnTo>
                  <a:lnTo>
                    <a:pt x="389257" y="320067"/>
                  </a:lnTo>
                  <a:lnTo>
                    <a:pt x="391721" y="321784"/>
                  </a:lnTo>
                  <a:lnTo>
                    <a:pt x="394185" y="323625"/>
                  </a:lnTo>
                  <a:lnTo>
                    <a:pt x="396648" y="325584"/>
                  </a:lnTo>
                  <a:lnTo>
                    <a:pt x="399112" y="327614"/>
                  </a:lnTo>
                  <a:lnTo>
                    <a:pt x="401576" y="329694"/>
                  </a:lnTo>
                  <a:lnTo>
                    <a:pt x="404039" y="331804"/>
                  </a:lnTo>
                  <a:lnTo>
                    <a:pt x="406503" y="333929"/>
                  </a:lnTo>
                  <a:lnTo>
                    <a:pt x="408967" y="336052"/>
                  </a:lnTo>
                  <a:lnTo>
                    <a:pt x="411430" y="338149"/>
                  </a:lnTo>
                  <a:lnTo>
                    <a:pt x="413894" y="340210"/>
                  </a:lnTo>
                  <a:lnTo>
                    <a:pt x="416358" y="342225"/>
                  </a:lnTo>
                  <a:lnTo>
                    <a:pt x="418821" y="344186"/>
                  </a:lnTo>
                  <a:lnTo>
                    <a:pt x="421285" y="346084"/>
                  </a:lnTo>
                  <a:lnTo>
                    <a:pt x="423749" y="347916"/>
                  </a:lnTo>
                  <a:lnTo>
                    <a:pt x="426212" y="349657"/>
                  </a:lnTo>
                  <a:lnTo>
                    <a:pt x="428676" y="351321"/>
                  </a:lnTo>
                  <a:lnTo>
                    <a:pt x="431140" y="352909"/>
                  </a:lnTo>
                  <a:lnTo>
                    <a:pt x="433603" y="354421"/>
                  </a:lnTo>
                  <a:lnTo>
                    <a:pt x="436067" y="355856"/>
                  </a:lnTo>
                  <a:lnTo>
                    <a:pt x="438531" y="357216"/>
                  </a:lnTo>
                  <a:lnTo>
                    <a:pt x="440994" y="358487"/>
                  </a:lnTo>
                  <a:lnTo>
                    <a:pt x="443458" y="359690"/>
                  </a:lnTo>
                  <a:lnTo>
                    <a:pt x="445922" y="360828"/>
                  </a:lnTo>
                  <a:lnTo>
                    <a:pt x="448385" y="361904"/>
                  </a:lnTo>
                  <a:lnTo>
                    <a:pt x="450849" y="362924"/>
                  </a:lnTo>
                  <a:lnTo>
                    <a:pt x="453312" y="363888"/>
                  </a:lnTo>
                  <a:lnTo>
                    <a:pt x="455776" y="364791"/>
                  </a:lnTo>
                  <a:lnTo>
                    <a:pt x="458240" y="365650"/>
                  </a:lnTo>
                  <a:lnTo>
                    <a:pt x="460703" y="366466"/>
                  </a:lnTo>
                  <a:lnTo>
                    <a:pt x="463167" y="367244"/>
                  </a:lnTo>
                  <a:lnTo>
                    <a:pt x="465631" y="367986"/>
                  </a:lnTo>
                  <a:lnTo>
                    <a:pt x="468094" y="368693"/>
                  </a:lnTo>
                  <a:lnTo>
                    <a:pt x="470558" y="369362"/>
                  </a:lnTo>
                  <a:lnTo>
                    <a:pt x="473022" y="370001"/>
                  </a:lnTo>
                  <a:lnTo>
                    <a:pt x="475485" y="370613"/>
                  </a:lnTo>
                  <a:lnTo>
                    <a:pt x="477949" y="371197"/>
                  </a:lnTo>
                  <a:lnTo>
                    <a:pt x="480413" y="371755"/>
                  </a:lnTo>
                  <a:lnTo>
                    <a:pt x="482876" y="372285"/>
                  </a:lnTo>
                  <a:lnTo>
                    <a:pt x="485340" y="372784"/>
                  </a:lnTo>
                  <a:lnTo>
                    <a:pt x="487804" y="373256"/>
                  </a:lnTo>
                  <a:lnTo>
                    <a:pt x="490267" y="373702"/>
                  </a:lnTo>
                  <a:lnTo>
                    <a:pt x="492731" y="374121"/>
                  </a:lnTo>
                  <a:lnTo>
                    <a:pt x="495195" y="374513"/>
                  </a:lnTo>
                  <a:lnTo>
                    <a:pt x="497658" y="374876"/>
                  </a:lnTo>
                  <a:lnTo>
                    <a:pt x="500122" y="375206"/>
                  </a:lnTo>
                  <a:lnTo>
                    <a:pt x="502586" y="375508"/>
                  </a:lnTo>
                  <a:lnTo>
                    <a:pt x="505049" y="375782"/>
                  </a:lnTo>
                  <a:lnTo>
                    <a:pt x="507513" y="376028"/>
                  </a:lnTo>
                  <a:lnTo>
                    <a:pt x="509977" y="376247"/>
                  </a:lnTo>
                  <a:lnTo>
                    <a:pt x="512440" y="376438"/>
                  </a:lnTo>
                  <a:lnTo>
                    <a:pt x="514904" y="376596"/>
                  </a:lnTo>
                  <a:lnTo>
                    <a:pt x="517368" y="376730"/>
                  </a:lnTo>
                  <a:lnTo>
                    <a:pt x="519831" y="376840"/>
                  </a:lnTo>
                  <a:lnTo>
                    <a:pt x="522295" y="376927"/>
                  </a:lnTo>
                  <a:lnTo>
                    <a:pt x="524759" y="376992"/>
                  </a:lnTo>
                  <a:lnTo>
                    <a:pt x="527222" y="377035"/>
                  </a:lnTo>
                  <a:lnTo>
                    <a:pt x="529686" y="377057"/>
                  </a:lnTo>
                  <a:lnTo>
                    <a:pt x="532150" y="377063"/>
                  </a:lnTo>
                  <a:lnTo>
                    <a:pt x="534613" y="377055"/>
                  </a:lnTo>
                  <a:lnTo>
                    <a:pt x="537077" y="377034"/>
                  </a:lnTo>
                  <a:lnTo>
                    <a:pt x="539541" y="377002"/>
                  </a:lnTo>
                  <a:lnTo>
                    <a:pt x="542004" y="376960"/>
                  </a:lnTo>
                  <a:lnTo>
                    <a:pt x="544468" y="376911"/>
                  </a:lnTo>
                  <a:lnTo>
                    <a:pt x="546931" y="376857"/>
                  </a:lnTo>
                  <a:lnTo>
                    <a:pt x="549395" y="376800"/>
                  </a:lnTo>
                  <a:lnTo>
                    <a:pt x="551859" y="376741"/>
                  </a:lnTo>
                  <a:lnTo>
                    <a:pt x="554322" y="376682"/>
                  </a:lnTo>
                  <a:lnTo>
                    <a:pt x="556786" y="376624"/>
                  </a:lnTo>
                  <a:lnTo>
                    <a:pt x="559250" y="376569"/>
                  </a:lnTo>
                  <a:lnTo>
                    <a:pt x="561713" y="376517"/>
                  </a:lnTo>
                  <a:lnTo>
                    <a:pt x="564177" y="376470"/>
                  </a:lnTo>
                  <a:lnTo>
                    <a:pt x="566641" y="376427"/>
                  </a:lnTo>
                  <a:lnTo>
                    <a:pt x="569104" y="376389"/>
                  </a:lnTo>
                  <a:lnTo>
                    <a:pt x="571568" y="376357"/>
                  </a:lnTo>
                  <a:lnTo>
                    <a:pt x="574032" y="376330"/>
                  </a:lnTo>
                  <a:lnTo>
                    <a:pt x="576495" y="376309"/>
                  </a:lnTo>
                  <a:lnTo>
                    <a:pt x="578959" y="376291"/>
                  </a:lnTo>
                  <a:lnTo>
                    <a:pt x="581423" y="376278"/>
                  </a:lnTo>
                  <a:lnTo>
                    <a:pt x="583886" y="376267"/>
                  </a:lnTo>
                  <a:lnTo>
                    <a:pt x="586350" y="376260"/>
                  </a:lnTo>
                  <a:lnTo>
                    <a:pt x="588814" y="376254"/>
                  </a:lnTo>
                  <a:lnTo>
                    <a:pt x="591277" y="376248"/>
                  </a:lnTo>
                  <a:lnTo>
                    <a:pt x="593741" y="376241"/>
                  </a:lnTo>
                  <a:lnTo>
                    <a:pt x="596205" y="376234"/>
                  </a:lnTo>
                  <a:lnTo>
                    <a:pt x="598668" y="376224"/>
                  </a:lnTo>
                  <a:lnTo>
                    <a:pt x="601132" y="376211"/>
                  </a:lnTo>
                  <a:lnTo>
                    <a:pt x="603596" y="376194"/>
                  </a:lnTo>
                  <a:lnTo>
                    <a:pt x="606059" y="376173"/>
                  </a:lnTo>
                  <a:lnTo>
                    <a:pt x="608523" y="376147"/>
                  </a:lnTo>
                  <a:lnTo>
                    <a:pt x="610987" y="376117"/>
                  </a:lnTo>
                  <a:lnTo>
                    <a:pt x="613450" y="376082"/>
                  </a:lnTo>
                  <a:lnTo>
                    <a:pt x="615914" y="376041"/>
                  </a:lnTo>
                  <a:lnTo>
                    <a:pt x="618378" y="375996"/>
                  </a:lnTo>
                  <a:lnTo>
                    <a:pt x="620841" y="375946"/>
                  </a:lnTo>
                  <a:lnTo>
                    <a:pt x="623305" y="375893"/>
                  </a:lnTo>
                  <a:lnTo>
                    <a:pt x="625769" y="375837"/>
                  </a:lnTo>
                  <a:lnTo>
                    <a:pt x="628232" y="375777"/>
                  </a:lnTo>
                  <a:lnTo>
                    <a:pt x="630696" y="375715"/>
                  </a:lnTo>
                  <a:lnTo>
                    <a:pt x="633159" y="375651"/>
                  </a:lnTo>
                  <a:lnTo>
                    <a:pt x="635623" y="375586"/>
                  </a:lnTo>
                  <a:lnTo>
                    <a:pt x="638087" y="375520"/>
                  </a:lnTo>
                  <a:lnTo>
                    <a:pt x="640550" y="375453"/>
                  </a:lnTo>
                  <a:lnTo>
                    <a:pt x="643014" y="375386"/>
                  </a:lnTo>
                  <a:lnTo>
                    <a:pt x="645478" y="375318"/>
                  </a:lnTo>
                  <a:lnTo>
                    <a:pt x="647941" y="375251"/>
                  </a:lnTo>
                  <a:lnTo>
                    <a:pt x="650405" y="375183"/>
                  </a:lnTo>
                  <a:lnTo>
                    <a:pt x="652869" y="375115"/>
                  </a:lnTo>
                  <a:lnTo>
                    <a:pt x="655332" y="375046"/>
                  </a:lnTo>
                  <a:lnTo>
                    <a:pt x="657796" y="374977"/>
                  </a:lnTo>
                  <a:lnTo>
                    <a:pt x="660260" y="374907"/>
                  </a:lnTo>
                  <a:lnTo>
                    <a:pt x="662723" y="374835"/>
                  </a:lnTo>
                  <a:lnTo>
                    <a:pt x="665187" y="374762"/>
                  </a:lnTo>
                  <a:lnTo>
                    <a:pt x="667651" y="374687"/>
                  </a:lnTo>
                  <a:lnTo>
                    <a:pt x="670114" y="374611"/>
                  </a:lnTo>
                  <a:lnTo>
                    <a:pt x="672578" y="374534"/>
                  </a:lnTo>
                  <a:lnTo>
                    <a:pt x="675042" y="374455"/>
                  </a:lnTo>
                  <a:lnTo>
                    <a:pt x="677505" y="374376"/>
                  </a:lnTo>
                  <a:lnTo>
                    <a:pt x="679969" y="374296"/>
                  </a:lnTo>
                  <a:lnTo>
                    <a:pt x="682433" y="374217"/>
                  </a:lnTo>
                  <a:lnTo>
                    <a:pt x="684896" y="374138"/>
                  </a:lnTo>
                  <a:lnTo>
                    <a:pt x="687360" y="374062"/>
                  </a:lnTo>
                  <a:lnTo>
                    <a:pt x="689824" y="373989"/>
                  </a:lnTo>
                  <a:lnTo>
                    <a:pt x="692287" y="373920"/>
                  </a:lnTo>
                  <a:lnTo>
                    <a:pt x="694751" y="373857"/>
                  </a:lnTo>
                  <a:lnTo>
                    <a:pt x="697215" y="373799"/>
                  </a:lnTo>
                  <a:lnTo>
                    <a:pt x="699678" y="373748"/>
                  </a:lnTo>
                  <a:lnTo>
                    <a:pt x="702142" y="373705"/>
                  </a:lnTo>
                  <a:lnTo>
                    <a:pt x="704606" y="373672"/>
                  </a:lnTo>
                  <a:lnTo>
                    <a:pt x="707069" y="373648"/>
                  </a:lnTo>
                  <a:lnTo>
                    <a:pt x="709533" y="373634"/>
                  </a:lnTo>
                  <a:lnTo>
                    <a:pt x="711997" y="373630"/>
                  </a:lnTo>
                  <a:lnTo>
                    <a:pt x="714460" y="373635"/>
                  </a:lnTo>
                  <a:lnTo>
                    <a:pt x="716924" y="373650"/>
                  </a:lnTo>
                  <a:lnTo>
                    <a:pt x="719388" y="373675"/>
                  </a:lnTo>
                  <a:lnTo>
                    <a:pt x="721851" y="373709"/>
                  </a:lnTo>
                  <a:lnTo>
                    <a:pt x="724315" y="373750"/>
                  </a:lnTo>
                  <a:lnTo>
                    <a:pt x="726778" y="373798"/>
                  </a:lnTo>
                  <a:lnTo>
                    <a:pt x="729242" y="373851"/>
                  </a:lnTo>
                  <a:lnTo>
                    <a:pt x="731706" y="373909"/>
                  </a:lnTo>
                  <a:lnTo>
                    <a:pt x="734169" y="373969"/>
                  </a:lnTo>
                  <a:lnTo>
                    <a:pt x="736633" y="374032"/>
                  </a:lnTo>
                  <a:lnTo>
                    <a:pt x="739097" y="374094"/>
                  </a:lnTo>
                  <a:lnTo>
                    <a:pt x="741560" y="374156"/>
                  </a:lnTo>
                  <a:lnTo>
                    <a:pt x="744024" y="374216"/>
                  </a:lnTo>
                  <a:lnTo>
                    <a:pt x="746488" y="374274"/>
                  </a:lnTo>
                  <a:lnTo>
                    <a:pt x="748951" y="374328"/>
                  </a:lnTo>
                  <a:lnTo>
                    <a:pt x="751415" y="374377"/>
                  </a:lnTo>
                  <a:lnTo>
                    <a:pt x="753879" y="374422"/>
                  </a:lnTo>
                  <a:lnTo>
                    <a:pt x="756342" y="374463"/>
                  </a:lnTo>
                  <a:lnTo>
                    <a:pt x="758806" y="374500"/>
                  </a:lnTo>
                  <a:lnTo>
                    <a:pt x="761270" y="374533"/>
                  </a:lnTo>
                  <a:lnTo>
                    <a:pt x="763733" y="374562"/>
                  </a:lnTo>
                  <a:lnTo>
                    <a:pt x="766197" y="374588"/>
                  </a:lnTo>
                  <a:lnTo>
                    <a:pt x="768661" y="374612"/>
                  </a:lnTo>
                  <a:lnTo>
                    <a:pt x="771124" y="374634"/>
                  </a:lnTo>
                  <a:lnTo>
                    <a:pt x="773588" y="374656"/>
                  </a:lnTo>
                  <a:lnTo>
                    <a:pt x="776052" y="374677"/>
                  </a:lnTo>
                  <a:lnTo>
                    <a:pt x="778515" y="374698"/>
                  </a:lnTo>
                  <a:lnTo>
                    <a:pt x="780979" y="374720"/>
                  </a:lnTo>
                  <a:lnTo>
                    <a:pt x="783443" y="374743"/>
                  </a:lnTo>
                  <a:lnTo>
                    <a:pt x="785906" y="374767"/>
                  </a:lnTo>
                  <a:lnTo>
                    <a:pt x="788370" y="374793"/>
                  </a:lnTo>
                  <a:lnTo>
                    <a:pt x="790834" y="374819"/>
                  </a:lnTo>
                  <a:lnTo>
                    <a:pt x="793297" y="374846"/>
                  </a:lnTo>
                  <a:lnTo>
                    <a:pt x="795761" y="374874"/>
                  </a:lnTo>
                  <a:lnTo>
                    <a:pt x="798225" y="374901"/>
                  </a:lnTo>
                  <a:lnTo>
                    <a:pt x="800688" y="374927"/>
                  </a:lnTo>
                  <a:lnTo>
                    <a:pt x="803152" y="374952"/>
                  </a:lnTo>
                  <a:lnTo>
                    <a:pt x="805616" y="374975"/>
                  </a:lnTo>
                  <a:lnTo>
                    <a:pt x="808079" y="374995"/>
                  </a:lnTo>
                  <a:lnTo>
                    <a:pt x="810543" y="375011"/>
                  </a:lnTo>
                  <a:lnTo>
                    <a:pt x="813006" y="375024"/>
                  </a:lnTo>
                  <a:lnTo>
                    <a:pt x="815470" y="375034"/>
                  </a:lnTo>
                  <a:lnTo>
                    <a:pt x="817934" y="375039"/>
                  </a:lnTo>
                  <a:lnTo>
                    <a:pt x="820397" y="375040"/>
                  </a:lnTo>
                  <a:lnTo>
                    <a:pt x="822861" y="375037"/>
                  </a:lnTo>
                  <a:lnTo>
                    <a:pt x="825325" y="375030"/>
                  </a:lnTo>
                  <a:lnTo>
                    <a:pt x="827788" y="375020"/>
                  </a:lnTo>
                  <a:lnTo>
                    <a:pt x="830252" y="375007"/>
                  </a:lnTo>
                  <a:lnTo>
                    <a:pt x="832716" y="374991"/>
                  </a:lnTo>
                  <a:lnTo>
                    <a:pt x="835179" y="374973"/>
                  </a:lnTo>
                  <a:lnTo>
                    <a:pt x="837643" y="374954"/>
                  </a:lnTo>
                  <a:lnTo>
                    <a:pt x="840107" y="374933"/>
                  </a:lnTo>
                  <a:lnTo>
                    <a:pt x="842570" y="374911"/>
                  </a:lnTo>
                  <a:lnTo>
                    <a:pt x="845034" y="374889"/>
                  </a:lnTo>
                  <a:lnTo>
                    <a:pt x="847498" y="374867"/>
                  </a:lnTo>
                  <a:lnTo>
                    <a:pt x="849961" y="374843"/>
                  </a:lnTo>
                  <a:lnTo>
                    <a:pt x="852425" y="374820"/>
                  </a:lnTo>
                  <a:lnTo>
                    <a:pt x="854889" y="374795"/>
                  </a:lnTo>
                  <a:lnTo>
                    <a:pt x="857352" y="374770"/>
                  </a:lnTo>
                  <a:lnTo>
                    <a:pt x="859816" y="374744"/>
                  </a:lnTo>
                  <a:lnTo>
                    <a:pt x="862280" y="374717"/>
                  </a:lnTo>
                  <a:lnTo>
                    <a:pt x="864743" y="374689"/>
                  </a:lnTo>
                  <a:lnTo>
                    <a:pt x="867207" y="374659"/>
                  </a:lnTo>
                  <a:lnTo>
                    <a:pt x="869671" y="374628"/>
                  </a:lnTo>
                  <a:lnTo>
                    <a:pt x="872134" y="374595"/>
                  </a:lnTo>
                  <a:lnTo>
                    <a:pt x="874598" y="374562"/>
                  </a:lnTo>
                  <a:lnTo>
                    <a:pt x="877062" y="374527"/>
                  </a:lnTo>
                  <a:lnTo>
                    <a:pt x="879525" y="374493"/>
                  </a:lnTo>
                  <a:lnTo>
                    <a:pt x="881989" y="374458"/>
                  </a:lnTo>
                  <a:lnTo>
                    <a:pt x="884453" y="374425"/>
                  </a:lnTo>
                  <a:lnTo>
                    <a:pt x="886916" y="374394"/>
                  </a:lnTo>
                  <a:lnTo>
                    <a:pt x="889380" y="374365"/>
                  </a:lnTo>
                  <a:lnTo>
                    <a:pt x="891844" y="374340"/>
                  </a:lnTo>
                  <a:lnTo>
                    <a:pt x="894307" y="374318"/>
                  </a:lnTo>
                  <a:lnTo>
                    <a:pt x="896771" y="374303"/>
                  </a:lnTo>
                  <a:lnTo>
                    <a:pt x="899235" y="374294"/>
                  </a:lnTo>
                  <a:lnTo>
                    <a:pt x="901698" y="374291"/>
                  </a:lnTo>
                  <a:lnTo>
                    <a:pt x="904162" y="374294"/>
                  </a:lnTo>
                  <a:lnTo>
                    <a:pt x="906625" y="374305"/>
                  </a:lnTo>
                  <a:lnTo>
                    <a:pt x="909089" y="374322"/>
                  </a:lnTo>
                  <a:lnTo>
                    <a:pt x="911553" y="374348"/>
                  </a:lnTo>
                  <a:lnTo>
                    <a:pt x="914016" y="374379"/>
                  </a:lnTo>
                  <a:lnTo>
                    <a:pt x="916480" y="374417"/>
                  </a:lnTo>
                  <a:lnTo>
                    <a:pt x="918944" y="374460"/>
                  </a:lnTo>
                  <a:lnTo>
                    <a:pt x="921407" y="374507"/>
                  </a:lnTo>
                  <a:lnTo>
                    <a:pt x="923871" y="374559"/>
                  </a:lnTo>
                  <a:lnTo>
                    <a:pt x="926335" y="374614"/>
                  </a:lnTo>
                  <a:lnTo>
                    <a:pt x="928798" y="374671"/>
                  </a:lnTo>
                  <a:lnTo>
                    <a:pt x="931262" y="374728"/>
                  </a:lnTo>
                  <a:lnTo>
                    <a:pt x="933726" y="374785"/>
                  </a:lnTo>
                  <a:lnTo>
                    <a:pt x="936189" y="374842"/>
                  </a:lnTo>
                  <a:lnTo>
                    <a:pt x="938653" y="374898"/>
                  </a:lnTo>
                  <a:lnTo>
                    <a:pt x="941117" y="374950"/>
                  </a:lnTo>
                  <a:lnTo>
                    <a:pt x="943580" y="374999"/>
                  </a:lnTo>
                  <a:lnTo>
                    <a:pt x="946044" y="375045"/>
                  </a:lnTo>
                  <a:lnTo>
                    <a:pt x="948508" y="375088"/>
                  </a:lnTo>
                  <a:lnTo>
                    <a:pt x="950971" y="375126"/>
                  </a:lnTo>
                  <a:lnTo>
                    <a:pt x="953435" y="375159"/>
                  </a:lnTo>
                  <a:lnTo>
                    <a:pt x="955899" y="375187"/>
                  </a:lnTo>
                  <a:lnTo>
                    <a:pt x="958362" y="375209"/>
                  </a:lnTo>
                  <a:lnTo>
                    <a:pt x="960826" y="375227"/>
                  </a:lnTo>
                  <a:lnTo>
                    <a:pt x="963290" y="375239"/>
                  </a:lnTo>
                  <a:lnTo>
                    <a:pt x="965753" y="375245"/>
                  </a:lnTo>
                  <a:lnTo>
                    <a:pt x="968217" y="375244"/>
                  </a:lnTo>
                  <a:lnTo>
                    <a:pt x="970681" y="375236"/>
                  </a:lnTo>
                  <a:lnTo>
                    <a:pt x="973144" y="375222"/>
                  </a:lnTo>
                  <a:lnTo>
                    <a:pt x="975608" y="375200"/>
                  </a:lnTo>
                  <a:lnTo>
                    <a:pt x="978072" y="375170"/>
                  </a:lnTo>
                  <a:lnTo>
                    <a:pt x="980535" y="375132"/>
                  </a:lnTo>
                  <a:lnTo>
                    <a:pt x="982999" y="375084"/>
                  </a:lnTo>
                  <a:lnTo>
                    <a:pt x="985463" y="375026"/>
                  </a:lnTo>
                  <a:lnTo>
                    <a:pt x="987926" y="374958"/>
                  </a:lnTo>
                  <a:lnTo>
                    <a:pt x="990390" y="374880"/>
                  </a:lnTo>
                  <a:lnTo>
                    <a:pt x="992853" y="374792"/>
                  </a:lnTo>
                  <a:lnTo>
                    <a:pt x="995317" y="374692"/>
                  </a:lnTo>
                  <a:lnTo>
                    <a:pt x="997781" y="374580"/>
                  </a:lnTo>
                  <a:lnTo>
                    <a:pt x="1000244" y="374455"/>
                  </a:lnTo>
                  <a:lnTo>
                    <a:pt x="1002708" y="374319"/>
                  </a:lnTo>
                  <a:lnTo>
                    <a:pt x="1005172" y="374171"/>
                  </a:lnTo>
                  <a:lnTo>
                    <a:pt x="1007635" y="374011"/>
                  </a:lnTo>
                  <a:lnTo>
                    <a:pt x="1010099" y="373840"/>
                  </a:lnTo>
                  <a:lnTo>
                    <a:pt x="1012563" y="373655"/>
                  </a:lnTo>
                  <a:lnTo>
                    <a:pt x="1015026" y="373458"/>
                  </a:lnTo>
                  <a:lnTo>
                    <a:pt x="1017490" y="373248"/>
                  </a:lnTo>
                  <a:lnTo>
                    <a:pt x="1019954" y="373028"/>
                  </a:lnTo>
                  <a:lnTo>
                    <a:pt x="1022417" y="372796"/>
                  </a:lnTo>
                  <a:lnTo>
                    <a:pt x="1024881" y="372552"/>
                  </a:lnTo>
                  <a:lnTo>
                    <a:pt x="1027345" y="372295"/>
                  </a:lnTo>
                  <a:lnTo>
                    <a:pt x="1029808" y="372025"/>
                  </a:lnTo>
                  <a:lnTo>
                    <a:pt x="1032272" y="371743"/>
                  </a:lnTo>
                  <a:lnTo>
                    <a:pt x="1034736" y="371448"/>
                  </a:lnTo>
                  <a:lnTo>
                    <a:pt x="1037199" y="371141"/>
                  </a:lnTo>
                  <a:lnTo>
                    <a:pt x="1039663" y="370820"/>
                  </a:lnTo>
                  <a:lnTo>
                    <a:pt x="1042127" y="370484"/>
                  </a:lnTo>
                  <a:lnTo>
                    <a:pt x="1044590" y="370133"/>
                  </a:lnTo>
                  <a:lnTo>
                    <a:pt x="1047054" y="369767"/>
                  </a:lnTo>
                  <a:lnTo>
                    <a:pt x="1049518" y="369386"/>
                  </a:lnTo>
                  <a:lnTo>
                    <a:pt x="1051981" y="368991"/>
                  </a:lnTo>
                  <a:lnTo>
                    <a:pt x="1054445" y="368580"/>
                  </a:lnTo>
                  <a:lnTo>
                    <a:pt x="1056909" y="368151"/>
                  </a:lnTo>
                  <a:lnTo>
                    <a:pt x="1059372" y="367705"/>
                  </a:lnTo>
                  <a:lnTo>
                    <a:pt x="1061836" y="367244"/>
                  </a:lnTo>
                  <a:lnTo>
                    <a:pt x="1064300" y="366768"/>
                  </a:lnTo>
                  <a:lnTo>
                    <a:pt x="1066763" y="366278"/>
                  </a:lnTo>
                  <a:lnTo>
                    <a:pt x="1069227" y="365773"/>
                  </a:lnTo>
                  <a:lnTo>
                    <a:pt x="1071691" y="365252"/>
                  </a:lnTo>
                  <a:lnTo>
                    <a:pt x="1074154" y="364718"/>
                  </a:lnTo>
                  <a:lnTo>
                    <a:pt x="1076618" y="364172"/>
                  </a:lnTo>
                  <a:lnTo>
                    <a:pt x="1079082" y="363616"/>
                  </a:lnTo>
                  <a:lnTo>
                    <a:pt x="1081545" y="363051"/>
                  </a:lnTo>
                  <a:lnTo>
                    <a:pt x="1084009" y="362479"/>
                  </a:lnTo>
                  <a:lnTo>
                    <a:pt x="1086472" y="361900"/>
                  </a:lnTo>
                  <a:lnTo>
                    <a:pt x="1088936" y="361318"/>
                  </a:lnTo>
                  <a:lnTo>
                    <a:pt x="1091400" y="360734"/>
                  </a:lnTo>
                  <a:lnTo>
                    <a:pt x="1093863" y="360151"/>
                  </a:lnTo>
                  <a:lnTo>
                    <a:pt x="1096327" y="359572"/>
                  </a:lnTo>
                  <a:lnTo>
                    <a:pt x="1098791" y="358997"/>
                  </a:lnTo>
                  <a:lnTo>
                    <a:pt x="1101254" y="358433"/>
                  </a:lnTo>
                  <a:lnTo>
                    <a:pt x="1103718" y="357881"/>
                  </a:lnTo>
                  <a:lnTo>
                    <a:pt x="1106182" y="357344"/>
                  </a:lnTo>
                  <a:lnTo>
                    <a:pt x="1108645" y="356823"/>
                  </a:lnTo>
                  <a:lnTo>
                    <a:pt x="1111109" y="356323"/>
                  </a:lnTo>
                  <a:lnTo>
                    <a:pt x="1113573" y="355845"/>
                  </a:lnTo>
                  <a:lnTo>
                    <a:pt x="1116036" y="355398"/>
                  </a:lnTo>
                  <a:lnTo>
                    <a:pt x="1118500" y="354982"/>
                  </a:lnTo>
                  <a:lnTo>
                    <a:pt x="1120964" y="354596"/>
                  </a:lnTo>
                  <a:lnTo>
                    <a:pt x="1123427" y="354244"/>
                  </a:lnTo>
                  <a:lnTo>
                    <a:pt x="1125891" y="353927"/>
                  </a:lnTo>
                  <a:lnTo>
                    <a:pt x="1128355" y="353645"/>
                  </a:lnTo>
                  <a:lnTo>
                    <a:pt x="1130818" y="353408"/>
                  </a:lnTo>
                  <a:lnTo>
                    <a:pt x="1133282" y="353211"/>
                  </a:lnTo>
                  <a:lnTo>
                    <a:pt x="1135746" y="353052"/>
                  </a:lnTo>
                  <a:lnTo>
                    <a:pt x="1138209" y="352929"/>
                  </a:lnTo>
                  <a:lnTo>
                    <a:pt x="1140673" y="352842"/>
                  </a:lnTo>
                  <a:lnTo>
                    <a:pt x="1143137" y="352789"/>
                  </a:lnTo>
                  <a:lnTo>
                    <a:pt x="1145600" y="352773"/>
                  </a:lnTo>
                  <a:lnTo>
                    <a:pt x="1148064" y="352788"/>
                  </a:lnTo>
                  <a:lnTo>
                    <a:pt x="1150528" y="352827"/>
                  </a:lnTo>
                  <a:lnTo>
                    <a:pt x="1152991" y="352888"/>
                  </a:lnTo>
                  <a:lnTo>
                    <a:pt x="1155455" y="352968"/>
                  </a:lnTo>
                  <a:lnTo>
                    <a:pt x="1157919" y="353063"/>
                  </a:lnTo>
                  <a:lnTo>
                    <a:pt x="1160382" y="353171"/>
                  </a:lnTo>
                  <a:lnTo>
                    <a:pt x="1162846" y="353287"/>
                  </a:lnTo>
                  <a:lnTo>
                    <a:pt x="1165310" y="353406"/>
                  </a:lnTo>
                  <a:lnTo>
                    <a:pt x="1167773" y="353526"/>
                  </a:lnTo>
                  <a:lnTo>
                    <a:pt x="1170237" y="353646"/>
                  </a:lnTo>
                  <a:lnTo>
                    <a:pt x="1172701" y="353764"/>
                  </a:lnTo>
                  <a:lnTo>
                    <a:pt x="1175164" y="353877"/>
                  </a:lnTo>
                  <a:lnTo>
                    <a:pt x="1177628" y="353986"/>
                  </a:lnTo>
                  <a:lnTo>
                    <a:pt x="1180091" y="354093"/>
                  </a:lnTo>
                  <a:lnTo>
                    <a:pt x="1182555" y="354198"/>
                  </a:lnTo>
                  <a:lnTo>
                    <a:pt x="1185019" y="354303"/>
                  </a:lnTo>
                  <a:lnTo>
                    <a:pt x="1187482" y="354410"/>
                  </a:lnTo>
                  <a:lnTo>
                    <a:pt x="1189946" y="354524"/>
                  </a:lnTo>
                  <a:lnTo>
                    <a:pt x="1192410" y="354649"/>
                  </a:lnTo>
                  <a:lnTo>
                    <a:pt x="1194873" y="354789"/>
                  </a:lnTo>
                  <a:lnTo>
                    <a:pt x="1197337" y="354946"/>
                  </a:lnTo>
                  <a:lnTo>
                    <a:pt x="1199801" y="355125"/>
                  </a:lnTo>
                  <a:lnTo>
                    <a:pt x="1202264" y="355330"/>
                  </a:lnTo>
                  <a:lnTo>
                    <a:pt x="1204728" y="355573"/>
                  </a:lnTo>
                  <a:lnTo>
                    <a:pt x="1207192" y="355851"/>
                  </a:lnTo>
                  <a:lnTo>
                    <a:pt x="1209655" y="356166"/>
                  </a:lnTo>
                  <a:lnTo>
                    <a:pt x="1212119" y="356521"/>
                  </a:lnTo>
                  <a:lnTo>
                    <a:pt x="1214583" y="356917"/>
                  </a:lnTo>
                  <a:lnTo>
                    <a:pt x="1217046" y="357357"/>
                  </a:lnTo>
                  <a:lnTo>
                    <a:pt x="1219510" y="357851"/>
                  </a:lnTo>
                  <a:lnTo>
                    <a:pt x="1221974" y="358388"/>
                  </a:lnTo>
                  <a:lnTo>
                    <a:pt x="1224437" y="358966"/>
                  </a:lnTo>
                  <a:lnTo>
                    <a:pt x="1226901" y="359586"/>
                  </a:lnTo>
                  <a:lnTo>
                    <a:pt x="1229365" y="360243"/>
                  </a:lnTo>
                  <a:lnTo>
                    <a:pt x="1231828" y="360936"/>
                  </a:lnTo>
                  <a:lnTo>
                    <a:pt x="1234292" y="361668"/>
                  </a:lnTo>
                  <a:lnTo>
                    <a:pt x="1236756" y="362425"/>
                  </a:lnTo>
                  <a:lnTo>
                    <a:pt x="1239219" y="363205"/>
                  </a:lnTo>
                  <a:lnTo>
                    <a:pt x="1241683" y="364003"/>
                  </a:lnTo>
                  <a:lnTo>
                    <a:pt x="1244147" y="364814"/>
                  </a:lnTo>
                  <a:lnTo>
                    <a:pt x="1246610" y="365633"/>
                  </a:lnTo>
                  <a:lnTo>
                    <a:pt x="1249074" y="366456"/>
                  </a:lnTo>
                  <a:lnTo>
                    <a:pt x="1251538" y="367275"/>
                  </a:lnTo>
                  <a:lnTo>
                    <a:pt x="1254001" y="368086"/>
                  </a:lnTo>
                  <a:lnTo>
                    <a:pt x="1256465" y="368886"/>
                  </a:lnTo>
                  <a:lnTo>
                    <a:pt x="1258929" y="369670"/>
                  </a:lnTo>
                  <a:lnTo>
                    <a:pt x="1258929" y="379675"/>
                  </a:lnTo>
                  <a:lnTo>
                    <a:pt x="1256465" y="379675"/>
                  </a:lnTo>
                  <a:lnTo>
                    <a:pt x="1254001" y="379675"/>
                  </a:lnTo>
                  <a:lnTo>
                    <a:pt x="1251538" y="379675"/>
                  </a:lnTo>
                  <a:lnTo>
                    <a:pt x="1249074" y="379675"/>
                  </a:lnTo>
                  <a:lnTo>
                    <a:pt x="1246610" y="379675"/>
                  </a:lnTo>
                  <a:lnTo>
                    <a:pt x="1244147" y="379675"/>
                  </a:lnTo>
                  <a:lnTo>
                    <a:pt x="1241683" y="379675"/>
                  </a:lnTo>
                  <a:lnTo>
                    <a:pt x="1239219" y="379675"/>
                  </a:lnTo>
                  <a:lnTo>
                    <a:pt x="1236756" y="379675"/>
                  </a:lnTo>
                  <a:lnTo>
                    <a:pt x="1234292" y="379675"/>
                  </a:lnTo>
                  <a:lnTo>
                    <a:pt x="1231828" y="379675"/>
                  </a:lnTo>
                  <a:lnTo>
                    <a:pt x="1229365" y="379675"/>
                  </a:lnTo>
                  <a:lnTo>
                    <a:pt x="1226901" y="379675"/>
                  </a:lnTo>
                  <a:lnTo>
                    <a:pt x="1224437" y="379675"/>
                  </a:lnTo>
                  <a:lnTo>
                    <a:pt x="1221974" y="379675"/>
                  </a:lnTo>
                  <a:lnTo>
                    <a:pt x="1219510" y="379675"/>
                  </a:lnTo>
                  <a:lnTo>
                    <a:pt x="1217046" y="379675"/>
                  </a:lnTo>
                  <a:lnTo>
                    <a:pt x="1214583" y="379675"/>
                  </a:lnTo>
                  <a:lnTo>
                    <a:pt x="1212119" y="379675"/>
                  </a:lnTo>
                  <a:lnTo>
                    <a:pt x="1209655" y="379675"/>
                  </a:lnTo>
                  <a:lnTo>
                    <a:pt x="1207192" y="379675"/>
                  </a:lnTo>
                  <a:lnTo>
                    <a:pt x="1204728" y="379675"/>
                  </a:lnTo>
                  <a:lnTo>
                    <a:pt x="1202264" y="379675"/>
                  </a:lnTo>
                  <a:lnTo>
                    <a:pt x="1199801" y="379675"/>
                  </a:lnTo>
                  <a:lnTo>
                    <a:pt x="1197337" y="379675"/>
                  </a:lnTo>
                  <a:lnTo>
                    <a:pt x="1194873" y="379675"/>
                  </a:lnTo>
                  <a:lnTo>
                    <a:pt x="1192410" y="379675"/>
                  </a:lnTo>
                  <a:lnTo>
                    <a:pt x="1189946" y="379675"/>
                  </a:lnTo>
                  <a:lnTo>
                    <a:pt x="1187482" y="379675"/>
                  </a:lnTo>
                  <a:lnTo>
                    <a:pt x="1185019" y="379675"/>
                  </a:lnTo>
                  <a:lnTo>
                    <a:pt x="1182555" y="379675"/>
                  </a:lnTo>
                  <a:lnTo>
                    <a:pt x="1180091" y="379675"/>
                  </a:lnTo>
                  <a:lnTo>
                    <a:pt x="1177628" y="379675"/>
                  </a:lnTo>
                  <a:lnTo>
                    <a:pt x="1175164" y="379675"/>
                  </a:lnTo>
                  <a:lnTo>
                    <a:pt x="1172701" y="379675"/>
                  </a:lnTo>
                  <a:lnTo>
                    <a:pt x="1170237" y="379675"/>
                  </a:lnTo>
                  <a:lnTo>
                    <a:pt x="1167773" y="379675"/>
                  </a:lnTo>
                  <a:lnTo>
                    <a:pt x="1165310" y="379675"/>
                  </a:lnTo>
                  <a:lnTo>
                    <a:pt x="1162846" y="379675"/>
                  </a:lnTo>
                  <a:lnTo>
                    <a:pt x="1160382" y="379675"/>
                  </a:lnTo>
                  <a:lnTo>
                    <a:pt x="1157919" y="379675"/>
                  </a:lnTo>
                  <a:lnTo>
                    <a:pt x="1155455" y="379675"/>
                  </a:lnTo>
                  <a:lnTo>
                    <a:pt x="1152991" y="379675"/>
                  </a:lnTo>
                  <a:lnTo>
                    <a:pt x="1150528" y="379675"/>
                  </a:lnTo>
                  <a:lnTo>
                    <a:pt x="1148064" y="379675"/>
                  </a:lnTo>
                  <a:lnTo>
                    <a:pt x="1145600" y="379675"/>
                  </a:lnTo>
                  <a:lnTo>
                    <a:pt x="1143137" y="379675"/>
                  </a:lnTo>
                  <a:lnTo>
                    <a:pt x="1140673" y="379675"/>
                  </a:lnTo>
                  <a:lnTo>
                    <a:pt x="1138209" y="379675"/>
                  </a:lnTo>
                  <a:lnTo>
                    <a:pt x="1135746" y="379675"/>
                  </a:lnTo>
                  <a:lnTo>
                    <a:pt x="1133282" y="379675"/>
                  </a:lnTo>
                  <a:lnTo>
                    <a:pt x="1130818" y="379675"/>
                  </a:lnTo>
                  <a:lnTo>
                    <a:pt x="1128355" y="379675"/>
                  </a:lnTo>
                  <a:lnTo>
                    <a:pt x="1125891" y="379675"/>
                  </a:lnTo>
                  <a:lnTo>
                    <a:pt x="1123427" y="379675"/>
                  </a:lnTo>
                  <a:lnTo>
                    <a:pt x="1120964" y="379675"/>
                  </a:lnTo>
                  <a:lnTo>
                    <a:pt x="1118500" y="379675"/>
                  </a:lnTo>
                  <a:lnTo>
                    <a:pt x="1116036" y="379675"/>
                  </a:lnTo>
                  <a:lnTo>
                    <a:pt x="1113573" y="379675"/>
                  </a:lnTo>
                  <a:lnTo>
                    <a:pt x="1111109" y="379675"/>
                  </a:lnTo>
                  <a:lnTo>
                    <a:pt x="1108645" y="379675"/>
                  </a:lnTo>
                  <a:lnTo>
                    <a:pt x="1106182" y="379675"/>
                  </a:lnTo>
                  <a:lnTo>
                    <a:pt x="1103718" y="379675"/>
                  </a:lnTo>
                  <a:lnTo>
                    <a:pt x="1101254" y="379675"/>
                  </a:lnTo>
                  <a:lnTo>
                    <a:pt x="1098791" y="379675"/>
                  </a:lnTo>
                  <a:lnTo>
                    <a:pt x="1096327" y="379675"/>
                  </a:lnTo>
                  <a:lnTo>
                    <a:pt x="1093863" y="379675"/>
                  </a:lnTo>
                  <a:lnTo>
                    <a:pt x="1091400" y="379675"/>
                  </a:lnTo>
                  <a:lnTo>
                    <a:pt x="1088936" y="379675"/>
                  </a:lnTo>
                  <a:lnTo>
                    <a:pt x="1086472" y="379675"/>
                  </a:lnTo>
                  <a:lnTo>
                    <a:pt x="1084009" y="379675"/>
                  </a:lnTo>
                  <a:lnTo>
                    <a:pt x="1081545" y="379675"/>
                  </a:lnTo>
                  <a:lnTo>
                    <a:pt x="1079082" y="379675"/>
                  </a:lnTo>
                  <a:lnTo>
                    <a:pt x="1076618" y="379675"/>
                  </a:lnTo>
                  <a:lnTo>
                    <a:pt x="1074154" y="379675"/>
                  </a:lnTo>
                  <a:lnTo>
                    <a:pt x="1071691" y="379675"/>
                  </a:lnTo>
                  <a:lnTo>
                    <a:pt x="1069227" y="379675"/>
                  </a:lnTo>
                  <a:lnTo>
                    <a:pt x="1066763" y="379675"/>
                  </a:lnTo>
                  <a:lnTo>
                    <a:pt x="1064300" y="379675"/>
                  </a:lnTo>
                  <a:lnTo>
                    <a:pt x="1061836" y="379675"/>
                  </a:lnTo>
                  <a:lnTo>
                    <a:pt x="1059372" y="379675"/>
                  </a:lnTo>
                  <a:lnTo>
                    <a:pt x="1056909" y="379675"/>
                  </a:lnTo>
                  <a:lnTo>
                    <a:pt x="1054445" y="379675"/>
                  </a:lnTo>
                  <a:lnTo>
                    <a:pt x="1051981" y="379675"/>
                  </a:lnTo>
                  <a:lnTo>
                    <a:pt x="1049518" y="379675"/>
                  </a:lnTo>
                  <a:lnTo>
                    <a:pt x="1047054" y="379675"/>
                  </a:lnTo>
                  <a:lnTo>
                    <a:pt x="1044590" y="379675"/>
                  </a:lnTo>
                  <a:lnTo>
                    <a:pt x="1042127" y="379675"/>
                  </a:lnTo>
                  <a:lnTo>
                    <a:pt x="1039663" y="379675"/>
                  </a:lnTo>
                  <a:lnTo>
                    <a:pt x="1037199" y="379675"/>
                  </a:lnTo>
                  <a:lnTo>
                    <a:pt x="1034736" y="379675"/>
                  </a:lnTo>
                  <a:lnTo>
                    <a:pt x="1032272" y="379675"/>
                  </a:lnTo>
                  <a:lnTo>
                    <a:pt x="1029808" y="379675"/>
                  </a:lnTo>
                  <a:lnTo>
                    <a:pt x="1027345" y="379675"/>
                  </a:lnTo>
                  <a:lnTo>
                    <a:pt x="1024881" y="379675"/>
                  </a:lnTo>
                  <a:lnTo>
                    <a:pt x="1022417" y="379675"/>
                  </a:lnTo>
                  <a:lnTo>
                    <a:pt x="1019954" y="379675"/>
                  </a:lnTo>
                  <a:lnTo>
                    <a:pt x="1017490" y="379675"/>
                  </a:lnTo>
                  <a:lnTo>
                    <a:pt x="1015026" y="379675"/>
                  </a:lnTo>
                  <a:lnTo>
                    <a:pt x="1012563" y="379675"/>
                  </a:lnTo>
                  <a:lnTo>
                    <a:pt x="1010099" y="379675"/>
                  </a:lnTo>
                  <a:lnTo>
                    <a:pt x="1007635" y="379675"/>
                  </a:lnTo>
                  <a:lnTo>
                    <a:pt x="1005172" y="379675"/>
                  </a:lnTo>
                  <a:lnTo>
                    <a:pt x="1002708" y="379675"/>
                  </a:lnTo>
                  <a:lnTo>
                    <a:pt x="1000244" y="379675"/>
                  </a:lnTo>
                  <a:lnTo>
                    <a:pt x="997781" y="379675"/>
                  </a:lnTo>
                  <a:lnTo>
                    <a:pt x="995317" y="379675"/>
                  </a:lnTo>
                  <a:lnTo>
                    <a:pt x="992853" y="379675"/>
                  </a:lnTo>
                  <a:lnTo>
                    <a:pt x="990390" y="379675"/>
                  </a:lnTo>
                  <a:lnTo>
                    <a:pt x="987926" y="379675"/>
                  </a:lnTo>
                  <a:lnTo>
                    <a:pt x="985463" y="379675"/>
                  </a:lnTo>
                  <a:lnTo>
                    <a:pt x="982999" y="379675"/>
                  </a:lnTo>
                  <a:lnTo>
                    <a:pt x="980535" y="379675"/>
                  </a:lnTo>
                  <a:lnTo>
                    <a:pt x="978072" y="379675"/>
                  </a:lnTo>
                  <a:lnTo>
                    <a:pt x="975608" y="379675"/>
                  </a:lnTo>
                  <a:lnTo>
                    <a:pt x="973144" y="379675"/>
                  </a:lnTo>
                  <a:lnTo>
                    <a:pt x="970681" y="379675"/>
                  </a:lnTo>
                  <a:lnTo>
                    <a:pt x="968217" y="379675"/>
                  </a:lnTo>
                  <a:lnTo>
                    <a:pt x="965753" y="379675"/>
                  </a:lnTo>
                  <a:lnTo>
                    <a:pt x="963290" y="379675"/>
                  </a:lnTo>
                  <a:lnTo>
                    <a:pt x="960826" y="379675"/>
                  </a:lnTo>
                  <a:lnTo>
                    <a:pt x="958362" y="379675"/>
                  </a:lnTo>
                  <a:lnTo>
                    <a:pt x="955899" y="379675"/>
                  </a:lnTo>
                  <a:lnTo>
                    <a:pt x="953435" y="379675"/>
                  </a:lnTo>
                  <a:lnTo>
                    <a:pt x="950971" y="379675"/>
                  </a:lnTo>
                  <a:lnTo>
                    <a:pt x="948508" y="379675"/>
                  </a:lnTo>
                  <a:lnTo>
                    <a:pt x="946044" y="379675"/>
                  </a:lnTo>
                  <a:lnTo>
                    <a:pt x="943580" y="379675"/>
                  </a:lnTo>
                  <a:lnTo>
                    <a:pt x="941117" y="379675"/>
                  </a:lnTo>
                  <a:lnTo>
                    <a:pt x="938653" y="379675"/>
                  </a:lnTo>
                  <a:lnTo>
                    <a:pt x="936189" y="379675"/>
                  </a:lnTo>
                  <a:lnTo>
                    <a:pt x="933726" y="379675"/>
                  </a:lnTo>
                  <a:lnTo>
                    <a:pt x="931262" y="379675"/>
                  </a:lnTo>
                  <a:lnTo>
                    <a:pt x="928798" y="379675"/>
                  </a:lnTo>
                  <a:lnTo>
                    <a:pt x="926335" y="379675"/>
                  </a:lnTo>
                  <a:lnTo>
                    <a:pt x="923871" y="379675"/>
                  </a:lnTo>
                  <a:lnTo>
                    <a:pt x="921407" y="379675"/>
                  </a:lnTo>
                  <a:lnTo>
                    <a:pt x="918944" y="379675"/>
                  </a:lnTo>
                  <a:lnTo>
                    <a:pt x="916480" y="379675"/>
                  </a:lnTo>
                  <a:lnTo>
                    <a:pt x="914016" y="379675"/>
                  </a:lnTo>
                  <a:lnTo>
                    <a:pt x="911553" y="379675"/>
                  </a:lnTo>
                  <a:lnTo>
                    <a:pt x="909089" y="379675"/>
                  </a:lnTo>
                  <a:lnTo>
                    <a:pt x="906625" y="379675"/>
                  </a:lnTo>
                  <a:lnTo>
                    <a:pt x="904162" y="379675"/>
                  </a:lnTo>
                  <a:lnTo>
                    <a:pt x="901698" y="379675"/>
                  </a:lnTo>
                  <a:lnTo>
                    <a:pt x="899235" y="379675"/>
                  </a:lnTo>
                  <a:lnTo>
                    <a:pt x="896771" y="379675"/>
                  </a:lnTo>
                  <a:lnTo>
                    <a:pt x="894307" y="379675"/>
                  </a:lnTo>
                  <a:lnTo>
                    <a:pt x="891844" y="379675"/>
                  </a:lnTo>
                  <a:lnTo>
                    <a:pt x="889380" y="379675"/>
                  </a:lnTo>
                  <a:lnTo>
                    <a:pt x="886916" y="379675"/>
                  </a:lnTo>
                  <a:lnTo>
                    <a:pt x="884453" y="379675"/>
                  </a:lnTo>
                  <a:lnTo>
                    <a:pt x="881989" y="379675"/>
                  </a:lnTo>
                  <a:lnTo>
                    <a:pt x="879525" y="379675"/>
                  </a:lnTo>
                  <a:lnTo>
                    <a:pt x="877062" y="379675"/>
                  </a:lnTo>
                  <a:lnTo>
                    <a:pt x="874598" y="379675"/>
                  </a:lnTo>
                  <a:lnTo>
                    <a:pt x="872134" y="379675"/>
                  </a:lnTo>
                  <a:lnTo>
                    <a:pt x="869671" y="379675"/>
                  </a:lnTo>
                  <a:lnTo>
                    <a:pt x="867207" y="379675"/>
                  </a:lnTo>
                  <a:lnTo>
                    <a:pt x="864743" y="379675"/>
                  </a:lnTo>
                  <a:lnTo>
                    <a:pt x="862280" y="379675"/>
                  </a:lnTo>
                  <a:lnTo>
                    <a:pt x="859816" y="379675"/>
                  </a:lnTo>
                  <a:lnTo>
                    <a:pt x="857352" y="379675"/>
                  </a:lnTo>
                  <a:lnTo>
                    <a:pt x="854889" y="379675"/>
                  </a:lnTo>
                  <a:lnTo>
                    <a:pt x="852425" y="379675"/>
                  </a:lnTo>
                  <a:lnTo>
                    <a:pt x="849961" y="379675"/>
                  </a:lnTo>
                  <a:lnTo>
                    <a:pt x="847498" y="379675"/>
                  </a:lnTo>
                  <a:lnTo>
                    <a:pt x="845034" y="379675"/>
                  </a:lnTo>
                  <a:lnTo>
                    <a:pt x="842570" y="379675"/>
                  </a:lnTo>
                  <a:lnTo>
                    <a:pt x="840107" y="379675"/>
                  </a:lnTo>
                  <a:lnTo>
                    <a:pt x="837643" y="379675"/>
                  </a:lnTo>
                  <a:lnTo>
                    <a:pt x="835179" y="379675"/>
                  </a:lnTo>
                  <a:lnTo>
                    <a:pt x="832716" y="379675"/>
                  </a:lnTo>
                  <a:lnTo>
                    <a:pt x="830252" y="379675"/>
                  </a:lnTo>
                  <a:lnTo>
                    <a:pt x="827788" y="379675"/>
                  </a:lnTo>
                  <a:lnTo>
                    <a:pt x="825325" y="379675"/>
                  </a:lnTo>
                  <a:lnTo>
                    <a:pt x="822861" y="379675"/>
                  </a:lnTo>
                  <a:lnTo>
                    <a:pt x="820397" y="379675"/>
                  </a:lnTo>
                  <a:lnTo>
                    <a:pt x="817934" y="379675"/>
                  </a:lnTo>
                  <a:lnTo>
                    <a:pt x="815470" y="379675"/>
                  </a:lnTo>
                  <a:lnTo>
                    <a:pt x="813006" y="379675"/>
                  </a:lnTo>
                  <a:lnTo>
                    <a:pt x="810543" y="379675"/>
                  </a:lnTo>
                  <a:lnTo>
                    <a:pt x="808079" y="379675"/>
                  </a:lnTo>
                  <a:lnTo>
                    <a:pt x="805616" y="379675"/>
                  </a:lnTo>
                  <a:lnTo>
                    <a:pt x="803152" y="379675"/>
                  </a:lnTo>
                  <a:lnTo>
                    <a:pt x="800688" y="379675"/>
                  </a:lnTo>
                  <a:lnTo>
                    <a:pt x="798225" y="379675"/>
                  </a:lnTo>
                  <a:lnTo>
                    <a:pt x="795761" y="379675"/>
                  </a:lnTo>
                  <a:lnTo>
                    <a:pt x="793297" y="379675"/>
                  </a:lnTo>
                  <a:lnTo>
                    <a:pt x="790834" y="379675"/>
                  </a:lnTo>
                  <a:lnTo>
                    <a:pt x="788370" y="379675"/>
                  </a:lnTo>
                  <a:lnTo>
                    <a:pt x="785906" y="379675"/>
                  </a:lnTo>
                  <a:lnTo>
                    <a:pt x="783443" y="379675"/>
                  </a:lnTo>
                  <a:lnTo>
                    <a:pt x="780979" y="379675"/>
                  </a:lnTo>
                  <a:lnTo>
                    <a:pt x="778515" y="379675"/>
                  </a:lnTo>
                  <a:lnTo>
                    <a:pt x="776052" y="379675"/>
                  </a:lnTo>
                  <a:lnTo>
                    <a:pt x="773588" y="379675"/>
                  </a:lnTo>
                  <a:lnTo>
                    <a:pt x="771124" y="379675"/>
                  </a:lnTo>
                  <a:lnTo>
                    <a:pt x="768661" y="379675"/>
                  </a:lnTo>
                  <a:lnTo>
                    <a:pt x="766197" y="379675"/>
                  </a:lnTo>
                  <a:lnTo>
                    <a:pt x="763733" y="379675"/>
                  </a:lnTo>
                  <a:lnTo>
                    <a:pt x="761270" y="379675"/>
                  </a:lnTo>
                  <a:lnTo>
                    <a:pt x="758806" y="379675"/>
                  </a:lnTo>
                  <a:lnTo>
                    <a:pt x="756342" y="379675"/>
                  </a:lnTo>
                  <a:lnTo>
                    <a:pt x="753879" y="379675"/>
                  </a:lnTo>
                  <a:lnTo>
                    <a:pt x="751415" y="379675"/>
                  </a:lnTo>
                  <a:lnTo>
                    <a:pt x="748951" y="379675"/>
                  </a:lnTo>
                  <a:lnTo>
                    <a:pt x="746488" y="379675"/>
                  </a:lnTo>
                  <a:lnTo>
                    <a:pt x="744024" y="379675"/>
                  </a:lnTo>
                  <a:lnTo>
                    <a:pt x="741560" y="379675"/>
                  </a:lnTo>
                  <a:lnTo>
                    <a:pt x="739097" y="379675"/>
                  </a:lnTo>
                  <a:lnTo>
                    <a:pt x="736633" y="379675"/>
                  </a:lnTo>
                  <a:lnTo>
                    <a:pt x="734169" y="379675"/>
                  </a:lnTo>
                  <a:lnTo>
                    <a:pt x="731706" y="379675"/>
                  </a:lnTo>
                  <a:lnTo>
                    <a:pt x="729242" y="379675"/>
                  </a:lnTo>
                  <a:lnTo>
                    <a:pt x="726778" y="379675"/>
                  </a:lnTo>
                  <a:lnTo>
                    <a:pt x="724315" y="379675"/>
                  </a:lnTo>
                  <a:lnTo>
                    <a:pt x="721851" y="379675"/>
                  </a:lnTo>
                  <a:lnTo>
                    <a:pt x="719388" y="379675"/>
                  </a:lnTo>
                  <a:lnTo>
                    <a:pt x="716924" y="379675"/>
                  </a:lnTo>
                  <a:lnTo>
                    <a:pt x="714460" y="379675"/>
                  </a:lnTo>
                  <a:lnTo>
                    <a:pt x="711997" y="379675"/>
                  </a:lnTo>
                  <a:lnTo>
                    <a:pt x="709533" y="379675"/>
                  </a:lnTo>
                  <a:lnTo>
                    <a:pt x="707069" y="379675"/>
                  </a:lnTo>
                  <a:lnTo>
                    <a:pt x="704606" y="379675"/>
                  </a:lnTo>
                  <a:lnTo>
                    <a:pt x="702142" y="379675"/>
                  </a:lnTo>
                  <a:lnTo>
                    <a:pt x="699678" y="379675"/>
                  </a:lnTo>
                  <a:lnTo>
                    <a:pt x="697215" y="379675"/>
                  </a:lnTo>
                  <a:lnTo>
                    <a:pt x="694751" y="379675"/>
                  </a:lnTo>
                  <a:lnTo>
                    <a:pt x="692287" y="379675"/>
                  </a:lnTo>
                  <a:lnTo>
                    <a:pt x="689824" y="379675"/>
                  </a:lnTo>
                  <a:lnTo>
                    <a:pt x="687360" y="379675"/>
                  </a:lnTo>
                  <a:lnTo>
                    <a:pt x="684896" y="379675"/>
                  </a:lnTo>
                  <a:lnTo>
                    <a:pt x="682433" y="379675"/>
                  </a:lnTo>
                  <a:lnTo>
                    <a:pt x="679969" y="379675"/>
                  </a:lnTo>
                  <a:lnTo>
                    <a:pt x="677505" y="379675"/>
                  </a:lnTo>
                  <a:lnTo>
                    <a:pt x="675042" y="379675"/>
                  </a:lnTo>
                  <a:lnTo>
                    <a:pt x="672578" y="379675"/>
                  </a:lnTo>
                  <a:lnTo>
                    <a:pt x="670114" y="379675"/>
                  </a:lnTo>
                  <a:lnTo>
                    <a:pt x="667651" y="379675"/>
                  </a:lnTo>
                  <a:lnTo>
                    <a:pt x="665187" y="379675"/>
                  </a:lnTo>
                  <a:lnTo>
                    <a:pt x="662723" y="379675"/>
                  </a:lnTo>
                  <a:lnTo>
                    <a:pt x="660260" y="379675"/>
                  </a:lnTo>
                  <a:lnTo>
                    <a:pt x="657796" y="379675"/>
                  </a:lnTo>
                  <a:lnTo>
                    <a:pt x="655332" y="379675"/>
                  </a:lnTo>
                  <a:lnTo>
                    <a:pt x="652869" y="379675"/>
                  </a:lnTo>
                  <a:lnTo>
                    <a:pt x="650405" y="379675"/>
                  </a:lnTo>
                  <a:lnTo>
                    <a:pt x="647941" y="379675"/>
                  </a:lnTo>
                  <a:lnTo>
                    <a:pt x="645478" y="379675"/>
                  </a:lnTo>
                  <a:lnTo>
                    <a:pt x="643014" y="379675"/>
                  </a:lnTo>
                  <a:lnTo>
                    <a:pt x="640550" y="379675"/>
                  </a:lnTo>
                  <a:lnTo>
                    <a:pt x="638087" y="379675"/>
                  </a:lnTo>
                  <a:lnTo>
                    <a:pt x="635623" y="379675"/>
                  </a:lnTo>
                  <a:lnTo>
                    <a:pt x="633159" y="379675"/>
                  </a:lnTo>
                  <a:lnTo>
                    <a:pt x="630696" y="379675"/>
                  </a:lnTo>
                  <a:lnTo>
                    <a:pt x="628232" y="379675"/>
                  </a:lnTo>
                  <a:lnTo>
                    <a:pt x="625769" y="379675"/>
                  </a:lnTo>
                  <a:lnTo>
                    <a:pt x="623305" y="379675"/>
                  </a:lnTo>
                  <a:lnTo>
                    <a:pt x="620841" y="379675"/>
                  </a:lnTo>
                  <a:lnTo>
                    <a:pt x="618378" y="379675"/>
                  </a:lnTo>
                  <a:lnTo>
                    <a:pt x="615914" y="379675"/>
                  </a:lnTo>
                  <a:lnTo>
                    <a:pt x="613450" y="379675"/>
                  </a:lnTo>
                  <a:lnTo>
                    <a:pt x="610987" y="379675"/>
                  </a:lnTo>
                  <a:lnTo>
                    <a:pt x="608523" y="379675"/>
                  </a:lnTo>
                  <a:lnTo>
                    <a:pt x="606059" y="379675"/>
                  </a:lnTo>
                  <a:lnTo>
                    <a:pt x="603596" y="379675"/>
                  </a:lnTo>
                  <a:lnTo>
                    <a:pt x="601132" y="379675"/>
                  </a:lnTo>
                  <a:lnTo>
                    <a:pt x="598668" y="379675"/>
                  </a:lnTo>
                  <a:lnTo>
                    <a:pt x="596205" y="379675"/>
                  </a:lnTo>
                  <a:lnTo>
                    <a:pt x="593741" y="379675"/>
                  </a:lnTo>
                  <a:lnTo>
                    <a:pt x="591277" y="379675"/>
                  </a:lnTo>
                  <a:lnTo>
                    <a:pt x="588814" y="379675"/>
                  </a:lnTo>
                  <a:lnTo>
                    <a:pt x="586350" y="379675"/>
                  </a:lnTo>
                  <a:lnTo>
                    <a:pt x="583886" y="379675"/>
                  </a:lnTo>
                  <a:lnTo>
                    <a:pt x="581423" y="379675"/>
                  </a:lnTo>
                  <a:lnTo>
                    <a:pt x="578959" y="379675"/>
                  </a:lnTo>
                  <a:lnTo>
                    <a:pt x="576495" y="379675"/>
                  </a:lnTo>
                  <a:lnTo>
                    <a:pt x="574032" y="379675"/>
                  </a:lnTo>
                  <a:lnTo>
                    <a:pt x="571568" y="379675"/>
                  </a:lnTo>
                  <a:lnTo>
                    <a:pt x="569104" y="379675"/>
                  </a:lnTo>
                  <a:lnTo>
                    <a:pt x="566641" y="379675"/>
                  </a:lnTo>
                  <a:lnTo>
                    <a:pt x="564177" y="379675"/>
                  </a:lnTo>
                  <a:lnTo>
                    <a:pt x="561713" y="379675"/>
                  </a:lnTo>
                  <a:lnTo>
                    <a:pt x="559250" y="379675"/>
                  </a:lnTo>
                  <a:lnTo>
                    <a:pt x="556786" y="379675"/>
                  </a:lnTo>
                  <a:lnTo>
                    <a:pt x="554322" y="379675"/>
                  </a:lnTo>
                  <a:lnTo>
                    <a:pt x="551859" y="379675"/>
                  </a:lnTo>
                  <a:lnTo>
                    <a:pt x="549395" y="379675"/>
                  </a:lnTo>
                  <a:lnTo>
                    <a:pt x="546931" y="379675"/>
                  </a:lnTo>
                  <a:lnTo>
                    <a:pt x="544468" y="379675"/>
                  </a:lnTo>
                  <a:lnTo>
                    <a:pt x="542004" y="379675"/>
                  </a:lnTo>
                  <a:lnTo>
                    <a:pt x="539541" y="379675"/>
                  </a:lnTo>
                  <a:lnTo>
                    <a:pt x="537077" y="379675"/>
                  </a:lnTo>
                  <a:lnTo>
                    <a:pt x="534613" y="379675"/>
                  </a:lnTo>
                  <a:lnTo>
                    <a:pt x="532150" y="379675"/>
                  </a:lnTo>
                  <a:lnTo>
                    <a:pt x="529686" y="379675"/>
                  </a:lnTo>
                  <a:lnTo>
                    <a:pt x="527222" y="379675"/>
                  </a:lnTo>
                  <a:lnTo>
                    <a:pt x="524759" y="379675"/>
                  </a:lnTo>
                  <a:lnTo>
                    <a:pt x="522295" y="379675"/>
                  </a:lnTo>
                  <a:lnTo>
                    <a:pt x="519831" y="379675"/>
                  </a:lnTo>
                  <a:lnTo>
                    <a:pt x="517368" y="379675"/>
                  </a:lnTo>
                  <a:lnTo>
                    <a:pt x="514904" y="379675"/>
                  </a:lnTo>
                  <a:lnTo>
                    <a:pt x="512440" y="379675"/>
                  </a:lnTo>
                  <a:lnTo>
                    <a:pt x="509977" y="379675"/>
                  </a:lnTo>
                  <a:lnTo>
                    <a:pt x="507513" y="379675"/>
                  </a:lnTo>
                  <a:lnTo>
                    <a:pt x="505049" y="379675"/>
                  </a:lnTo>
                  <a:lnTo>
                    <a:pt x="502586" y="379675"/>
                  </a:lnTo>
                  <a:lnTo>
                    <a:pt x="500122" y="379675"/>
                  </a:lnTo>
                  <a:lnTo>
                    <a:pt x="497658" y="379675"/>
                  </a:lnTo>
                  <a:lnTo>
                    <a:pt x="495195" y="379675"/>
                  </a:lnTo>
                  <a:lnTo>
                    <a:pt x="492731" y="379675"/>
                  </a:lnTo>
                  <a:lnTo>
                    <a:pt x="490267" y="379675"/>
                  </a:lnTo>
                  <a:lnTo>
                    <a:pt x="487804" y="379675"/>
                  </a:lnTo>
                  <a:lnTo>
                    <a:pt x="485340" y="379675"/>
                  </a:lnTo>
                  <a:lnTo>
                    <a:pt x="482876" y="379675"/>
                  </a:lnTo>
                  <a:lnTo>
                    <a:pt x="480413" y="379675"/>
                  </a:lnTo>
                  <a:lnTo>
                    <a:pt x="477949" y="379675"/>
                  </a:lnTo>
                  <a:lnTo>
                    <a:pt x="475485" y="379675"/>
                  </a:lnTo>
                  <a:lnTo>
                    <a:pt x="473022" y="379675"/>
                  </a:lnTo>
                  <a:lnTo>
                    <a:pt x="470558" y="379675"/>
                  </a:lnTo>
                  <a:lnTo>
                    <a:pt x="468094" y="379675"/>
                  </a:lnTo>
                  <a:lnTo>
                    <a:pt x="465631" y="379675"/>
                  </a:lnTo>
                  <a:lnTo>
                    <a:pt x="463167" y="379675"/>
                  </a:lnTo>
                  <a:lnTo>
                    <a:pt x="460703" y="379675"/>
                  </a:lnTo>
                  <a:lnTo>
                    <a:pt x="458240" y="379675"/>
                  </a:lnTo>
                  <a:lnTo>
                    <a:pt x="455776" y="379675"/>
                  </a:lnTo>
                  <a:lnTo>
                    <a:pt x="453312" y="379675"/>
                  </a:lnTo>
                  <a:lnTo>
                    <a:pt x="450849" y="379675"/>
                  </a:lnTo>
                  <a:lnTo>
                    <a:pt x="448385" y="379675"/>
                  </a:lnTo>
                  <a:lnTo>
                    <a:pt x="445922" y="379675"/>
                  </a:lnTo>
                  <a:lnTo>
                    <a:pt x="443458" y="379675"/>
                  </a:lnTo>
                  <a:lnTo>
                    <a:pt x="440994" y="379675"/>
                  </a:lnTo>
                  <a:lnTo>
                    <a:pt x="438531" y="379675"/>
                  </a:lnTo>
                  <a:lnTo>
                    <a:pt x="436067" y="379675"/>
                  </a:lnTo>
                  <a:lnTo>
                    <a:pt x="433603" y="379675"/>
                  </a:lnTo>
                  <a:lnTo>
                    <a:pt x="431140" y="379675"/>
                  </a:lnTo>
                  <a:lnTo>
                    <a:pt x="428676" y="379675"/>
                  </a:lnTo>
                  <a:lnTo>
                    <a:pt x="426212" y="379675"/>
                  </a:lnTo>
                  <a:lnTo>
                    <a:pt x="423749" y="379675"/>
                  </a:lnTo>
                  <a:lnTo>
                    <a:pt x="421285" y="379675"/>
                  </a:lnTo>
                  <a:lnTo>
                    <a:pt x="418821" y="379675"/>
                  </a:lnTo>
                  <a:lnTo>
                    <a:pt x="416358" y="379675"/>
                  </a:lnTo>
                  <a:lnTo>
                    <a:pt x="413894" y="379675"/>
                  </a:lnTo>
                  <a:lnTo>
                    <a:pt x="411430" y="379675"/>
                  </a:lnTo>
                  <a:lnTo>
                    <a:pt x="408967" y="379675"/>
                  </a:lnTo>
                  <a:lnTo>
                    <a:pt x="406503" y="379675"/>
                  </a:lnTo>
                  <a:lnTo>
                    <a:pt x="404039" y="379675"/>
                  </a:lnTo>
                  <a:lnTo>
                    <a:pt x="401576" y="379675"/>
                  </a:lnTo>
                  <a:lnTo>
                    <a:pt x="399112" y="379675"/>
                  </a:lnTo>
                  <a:lnTo>
                    <a:pt x="396648" y="379675"/>
                  </a:lnTo>
                  <a:lnTo>
                    <a:pt x="394185" y="379675"/>
                  </a:lnTo>
                  <a:lnTo>
                    <a:pt x="391721" y="379675"/>
                  </a:lnTo>
                  <a:lnTo>
                    <a:pt x="389257" y="379675"/>
                  </a:lnTo>
                  <a:lnTo>
                    <a:pt x="386794" y="379675"/>
                  </a:lnTo>
                  <a:lnTo>
                    <a:pt x="384330" y="379675"/>
                  </a:lnTo>
                  <a:lnTo>
                    <a:pt x="381866" y="379675"/>
                  </a:lnTo>
                  <a:lnTo>
                    <a:pt x="379403" y="379675"/>
                  </a:lnTo>
                  <a:lnTo>
                    <a:pt x="376939" y="379675"/>
                  </a:lnTo>
                  <a:lnTo>
                    <a:pt x="374475" y="379675"/>
                  </a:lnTo>
                  <a:lnTo>
                    <a:pt x="372012" y="379675"/>
                  </a:lnTo>
                  <a:lnTo>
                    <a:pt x="369548" y="379675"/>
                  </a:lnTo>
                  <a:lnTo>
                    <a:pt x="367084" y="379675"/>
                  </a:lnTo>
                  <a:lnTo>
                    <a:pt x="364621" y="379675"/>
                  </a:lnTo>
                  <a:lnTo>
                    <a:pt x="362157" y="379675"/>
                  </a:lnTo>
                  <a:lnTo>
                    <a:pt x="359694" y="379675"/>
                  </a:lnTo>
                  <a:lnTo>
                    <a:pt x="357230" y="379675"/>
                  </a:lnTo>
                  <a:lnTo>
                    <a:pt x="354766" y="379675"/>
                  </a:lnTo>
                  <a:lnTo>
                    <a:pt x="352303" y="379675"/>
                  </a:lnTo>
                  <a:lnTo>
                    <a:pt x="349839" y="379675"/>
                  </a:lnTo>
                  <a:lnTo>
                    <a:pt x="347375" y="379675"/>
                  </a:lnTo>
                  <a:lnTo>
                    <a:pt x="344912" y="379675"/>
                  </a:lnTo>
                  <a:lnTo>
                    <a:pt x="342448" y="379675"/>
                  </a:lnTo>
                  <a:lnTo>
                    <a:pt x="339984" y="379675"/>
                  </a:lnTo>
                  <a:lnTo>
                    <a:pt x="337521" y="379675"/>
                  </a:lnTo>
                  <a:lnTo>
                    <a:pt x="335057" y="379675"/>
                  </a:lnTo>
                  <a:lnTo>
                    <a:pt x="332593" y="379675"/>
                  </a:lnTo>
                  <a:lnTo>
                    <a:pt x="330130" y="379675"/>
                  </a:lnTo>
                  <a:lnTo>
                    <a:pt x="327666" y="379675"/>
                  </a:lnTo>
                  <a:lnTo>
                    <a:pt x="325202" y="379675"/>
                  </a:lnTo>
                  <a:lnTo>
                    <a:pt x="322739" y="379675"/>
                  </a:lnTo>
                  <a:lnTo>
                    <a:pt x="320275" y="379675"/>
                  </a:lnTo>
                  <a:lnTo>
                    <a:pt x="317811" y="379675"/>
                  </a:lnTo>
                  <a:lnTo>
                    <a:pt x="315348" y="379675"/>
                  </a:lnTo>
                  <a:lnTo>
                    <a:pt x="312884" y="379675"/>
                  </a:lnTo>
                  <a:lnTo>
                    <a:pt x="310420" y="379675"/>
                  </a:lnTo>
                  <a:lnTo>
                    <a:pt x="307957" y="379675"/>
                  </a:lnTo>
                  <a:lnTo>
                    <a:pt x="305493" y="379675"/>
                  </a:lnTo>
                  <a:lnTo>
                    <a:pt x="303029" y="379675"/>
                  </a:lnTo>
                  <a:lnTo>
                    <a:pt x="300566" y="379675"/>
                  </a:lnTo>
                  <a:lnTo>
                    <a:pt x="298102" y="379675"/>
                  </a:lnTo>
                  <a:lnTo>
                    <a:pt x="295638" y="379675"/>
                  </a:lnTo>
                  <a:lnTo>
                    <a:pt x="293175" y="379675"/>
                  </a:lnTo>
                  <a:lnTo>
                    <a:pt x="290711" y="379675"/>
                  </a:lnTo>
                  <a:lnTo>
                    <a:pt x="288247" y="379675"/>
                  </a:lnTo>
                  <a:lnTo>
                    <a:pt x="285784" y="379675"/>
                  </a:lnTo>
                  <a:lnTo>
                    <a:pt x="283320" y="379675"/>
                  </a:lnTo>
                  <a:lnTo>
                    <a:pt x="280856" y="379675"/>
                  </a:lnTo>
                  <a:lnTo>
                    <a:pt x="278393" y="379675"/>
                  </a:lnTo>
                  <a:lnTo>
                    <a:pt x="275929" y="379675"/>
                  </a:lnTo>
                  <a:lnTo>
                    <a:pt x="273465" y="379675"/>
                  </a:lnTo>
                  <a:lnTo>
                    <a:pt x="271002" y="379675"/>
                  </a:lnTo>
                  <a:lnTo>
                    <a:pt x="268538" y="379675"/>
                  </a:lnTo>
                  <a:lnTo>
                    <a:pt x="266075" y="379675"/>
                  </a:lnTo>
                  <a:lnTo>
                    <a:pt x="263611" y="379675"/>
                  </a:lnTo>
                  <a:lnTo>
                    <a:pt x="261147" y="379675"/>
                  </a:lnTo>
                  <a:lnTo>
                    <a:pt x="258684" y="379675"/>
                  </a:lnTo>
                  <a:lnTo>
                    <a:pt x="256220" y="379675"/>
                  </a:lnTo>
                  <a:lnTo>
                    <a:pt x="253756" y="379675"/>
                  </a:lnTo>
                  <a:lnTo>
                    <a:pt x="251293" y="379675"/>
                  </a:lnTo>
                  <a:lnTo>
                    <a:pt x="248829" y="379675"/>
                  </a:lnTo>
                  <a:lnTo>
                    <a:pt x="246365" y="379675"/>
                  </a:lnTo>
                  <a:lnTo>
                    <a:pt x="243902" y="379675"/>
                  </a:lnTo>
                  <a:lnTo>
                    <a:pt x="241438" y="379675"/>
                  </a:lnTo>
                  <a:lnTo>
                    <a:pt x="238974" y="379675"/>
                  </a:lnTo>
                  <a:lnTo>
                    <a:pt x="236511" y="379675"/>
                  </a:lnTo>
                  <a:lnTo>
                    <a:pt x="234047" y="379675"/>
                  </a:lnTo>
                  <a:lnTo>
                    <a:pt x="231583" y="379675"/>
                  </a:lnTo>
                  <a:lnTo>
                    <a:pt x="229120" y="379675"/>
                  </a:lnTo>
                  <a:lnTo>
                    <a:pt x="226656" y="379675"/>
                  </a:lnTo>
                  <a:lnTo>
                    <a:pt x="224192" y="379675"/>
                  </a:lnTo>
                  <a:lnTo>
                    <a:pt x="221729" y="379675"/>
                  </a:lnTo>
                  <a:lnTo>
                    <a:pt x="219265" y="379675"/>
                  </a:lnTo>
                  <a:lnTo>
                    <a:pt x="216801" y="379675"/>
                  </a:lnTo>
                  <a:lnTo>
                    <a:pt x="214338" y="379675"/>
                  </a:lnTo>
                  <a:lnTo>
                    <a:pt x="211874" y="379675"/>
                  </a:lnTo>
                  <a:lnTo>
                    <a:pt x="209410" y="379675"/>
                  </a:lnTo>
                  <a:lnTo>
                    <a:pt x="206947" y="379675"/>
                  </a:lnTo>
                  <a:lnTo>
                    <a:pt x="204483" y="379675"/>
                  </a:lnTo>
                  <a:lnTo>
                    <a:pt x="202019" y="379675"/>
                  </a:lnTo>
                  <a:lnTo>
                    <a:pt x="199556" y="379675"/>
                  </a:lnTo>
                  <a:lnTo>
                    <a:pt x="197092" y="379675"/>
                  </a:lnTo>
                  <a:lnTo>
                    <a:pt x="194628" y="379675"/>
                  </a:lnTo>
                  <a:lnTo>
                    <a:pt x="192165" y="379675"/>
                  </a:lnTo>
                  <a:lnTo>
                    <a:pt x="189701" y="379675"/>
                  </a:lnTo>
                  <a:lnTo>
                    <a:pt x="187237" y="379675"/>
                  </a:lnTo>
                  <a:lnTo>
                    <a:pt x="184774" y="379675"/>
                  </a:lnTo>
                  <a:lnTo>
                    <a:pt x="182310" y="379675"/>
                  </a:lnTo>
                  <a:lnTo>
                    <a:pt x="179847" y="379675"/>
                  </a:lnTo>
                  <a:lnTo>
                    <a:pt x="177383" y="379675"/>
                  </a:lnTo>
                  <a:lnTo>
                    <a:pt x="174919" y="379675"/>
                  </a:lnTo>
                  <a:lnTo>
                    <a:pt x="172456" y="379675"/>
                  </a:lnTo>
                  <a:lnTo>
                    <a:pt x="169992" y="379675"/>
                  </a:lnTo>
                  <a:lnTo>
                    <a:pt x="167528" y="379675"/>
                  </a:lnTo>
                  <a:lnTo>
                    <a:pt x="165065" y="379675"/>
                  </a:lnTo>
                  <a:lnTo>
                    <a:pt x="162601" y="379675"/>
                  </a:lnTo>
                  <a:lnTo>
                    <a:pt x="160137" y="379675"/>
                  </a:lnTo>
                  <a:lnTo>
                    <a:pt x="157674" y="379675"/>
                  </a:lnTo>
                  <a:lnTo>
                    <a:pt x="155210" y="379675"/>
                  </a:lnTo>
                  <a:lnTo>
                    <a:pt x="152746" y="379675"/>
                  </a:lnTo>
                  <a:lnTo>
                    <a:pt x="150283" y="379675"/>
                  </a:lnTo>
                  <a:lnTo>
                    <a:pt x="147819" y="379675"/>
                  </a:lnTo>
                  <a:lnTo>
                    <a:pt x="145355" y="379675"/>
                  </a:lnTo>
                  <a:lnTo>
                    <a:pt x="142892" y="379675"/>
                  </a:lnTo>
                  <a:lnTo>
                    <a:pt x="140428" y="379675"/>
                  </a:lnTo>
                  <a:lnTo>
                    <a:pt x="137964" y="379675"/>
                  </a:lnTo>
                  <a:lnTo>
                    <a:pt x="135501" y="379675"/>
                  </a:lnTo>
                  <a:lnTo>
                    <a:pt x="133037" y="379675"/>
                  </a:lnTo>
                  <a:lnTo>
                    <a:pt x="130573" y="379675"/>
                  </a:lnTo>
                  <a:lnTo>
                    <a:pt x="128110" y="379675"/>
                  </a:lnTo>
                  <a:lnTo>
                    <a:pt x="125646" y="379675"/>
                  </a:lnTo>
                  <a:lnTo>
                    <a:pt x="123182" y="379675"/>
                  </a:lnTo>
                  <a:lnTo>
                    <a:pt x="120719" y="379675"/>
                  </a:lnTo>
                  <a:lnTo>
                    <a:pt x="118255" y="379675"/>
                  </a:lnTo>
                  <a:lnTo>
                    <a:pt x="115791" y="379675"/>
                  </a:lnTo>
                  <a:lnTo>
                    <a:pt x="113328" y="379675"/>
                  </a:lnTo>
                  <a:lnTo>
                    <a:pt x="110864" y="379675"/>
                  </a:lnTo>
                  <a:lnTo>
                    <a:pt x="108400" y="379675"/>
                  </a:lnTo>
                  <a:lnTo>
                    <a:pt x="105937" y="379675"/>
                  </a:lnTo>
                  <a:lnTo>
                    <a:pt x="103473" y="379675"/>
                  </a:lnTo>
                  <a:lnTo>
                    <a:pt x="101009" y="379675"/>
                  </a:lnTo>
                  <a:lnTo>
                    <a:pt x="98546" y="379675"/>
                  </a:lnTo>
                  <a:lnTo>
                    <a:pt x="96082" y="379675"/>
                  </a:lnTo>
                  <a:lnTo>
                    <a:pt x="93618" y="379675"/>
                  </a:lnTo>
                  <a:lnTo>
                    <a:pt x="91155" y="379675"/>
                  </a:lnTo>
                  <a:lnTo>
                    <a:pt x="88691" y="379675"/>
                  </a:lnTo>
                  <a:lnTo>
                    <a:pt x="86228" y="379675"/>
                  </a:lnTo>
                  <a:lnTo>
                    <a:pt x="83764" y="379675"/>
                  </a:lnTo>
                  <a:lnTo>
                    <a:pt x="81300" y="379675"/>
                  </a:lnTo>
                  <a:lnTo>
                    <a:pt x="78837" y="379675"/>
                  </a:lnTo>
                  <a:lnTo>
                    <a:pt x="76373" y="379675"/>
                  </a:lnTo>
                  <a:lnTo>
                    <a:pt x="73909" y="379675"/>
                  </a:lnTo>
                  <a:lnTo>
                    <a:pt x="71446" y="379675"/>
                  </a:lnTo>
                  <a:lnTo>
                    <a:pt x="68982" y="379675"/>
                  </a:lnTo>
                  <a:lnTo>
                    <a:pt x="66518" y="379675"/>
                  </a:lnTo>
                  <a:lnTo>
                    <a:pt x="64055" y="379675"/>
                  </a:lnTo>
                  <a:lnTo>
                    <a:pt x="61591" y="379675"/>
                  </a:lnTo>
                  <a:lnTo>
                    <a:pt x="59127" y="379675"/>
                  </a:lnTo>
                  <a:lnTo>
                    <a:pt x="56664" y="379675"/>
                  </a:lnTo>
                  <a:lnTo>
                    <a:pt x="54200" y="379675"/>
                  </a:lnTo>
                  <a:lnTo>
                    <a:pt x="51736" y="379675"/>
                  </a:lnTo>
                  <a:lnTo>
                    <a:pt x="49273" y="379675"/>
                  </a:lnTo>
                  <a:lnTo>
                    <a:pt x="46809" y="379675"/>
                  </a:lnTo>
                  <a:lnTo>
                    <a:pt x="44345" y="379675"/>
                  </a:lnTo>
                  <a:lnTo>
                    <a:pt x="41882" y="379675"/>
                  </a:lnTo>
                  <a:lnTo>
                    <a:pt x="39418" y="379675"/>
                  </a:lnTo>
                  <a:lnTo>
                    <a:pt x="36954" y="379675"/>
                  </a:lnTo>
                  <a:lnTo>
                    <a:pt x="34491" y="379675"/>
                  </a:lnTo>
                  <a:lnTo>
                    <a:pt x="32027" y="379675"/>
                  </a:lnTo>
                  <a:lnTo>
                    <a:pt x="29563" y="379675"/>
                  </a:lnTo>
                  <a:lnTo>
                    <a:pt x="27100" y="379675"/>
                  </a:lnTo>
                  <a:lnTo>
                    <a:pt x="24636" y="379675"/>
                  </a:lnTo>
                  <a:lnTo>
                    <a:pt x="22172" y="379675"/>
                  </a:lnTo>
                  <a:lnTo>
                    <a:pt x="19709" y="379675"/>
                  </a:lnTo>
                  <a:lnTo>
                    <a:pt x="17245" y="379675"/>
                  </a:lnTo>
                  <a:lnTo>
                    <a:pt x="14781" y="379675"/>
                  </a:lnTo>
                  <a:lnTo>
                    <a:pt x="12318" y="379675"/>
                  </a:lnTo>
                  <a:lnTo>
                    <a:pt x="9854" y="379675"/>
                  </a:lnTo>
                  <a:lnTo>
                    <a:pt x="7390" y="379675"/>
                  </a:lnTo>
                  <a:lnTo>
                    <a:pt x="4927" y="379675"/>
                  </a:lnTo>
                  <a:lnTo>
                    <a:pt x="2463" y="37967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005616" y="5774222"/>
              <a:ext cx="1258929" cy="379596"/>
            </a:xfrm>
            <a:custGeom>
              <a:avLst/>
              <a:pathLst>
                <a:path w="1258929" h="379596">
                  <a:moveTo>
                    <a:pt x="0" y="379596"/>
                  </a:moveTo>
                  <a:lnTo>
                    <a:pt x="2463" y="379567"/>
                  </a:lnTo>
                  <a:lnTo>
                    <a:pt x="4927" y="379531"/>
                  </a:lnTo>
                  <a:lnTo>
                    <a:pt x="7390" y="379483"/>
                  </a:lnTo>
                  <a:lnTo>
                    <a:pt x="9854" y="379421"/>
                  </a:lnTo>
                  <a:lnTo>
                    <a:pt x="12318" y="379343"/>
                  </a:lnTo>
                  <a:lnTo>
                    <a:pt x="14781" y="379238"/>
                  </a:lnTo>
                  <a:lnTo>
                    <a:pt x="17245" y="379104"/>
                  </a:lnTo>
                  <a:lnTo>
                    <a:pt x="19709" y="378934"/>
                  </a:lnTo>
                  <a:lnTo>
                    <a:pt x="22172" y="378723"/>
                  </a:lnTo>
                  <a:lnTo>
                    <a:pt x="24636" y="378460"/>
                  </a:lnTo>
                  <a:lnTo>
                    <a:pt x="27100" y="378137"/>
                  </a:lnTo>
                  <a:lnTo>
                    <a:pt x="29563" y="377719"/>
                  </a:lnTo>
                  <a:lnTo>
                    <a:pt x="32027" y="377206"/>
                  </a:lnTo>
                  <a:lnTo>
                    <a:pt x="34491" y="376582"/>
                  </a:lnTo>
                  <a:lnTo>
                    <a:pt x="36954" y="375829"/>
                  </a:lnTo>
                  <a:lnTo>
                    <a:pt x="39418" y="374928"/>
                  </a:lnTo>
                  <a:lnTo>
                    <a:pt x="41882" y="373855"/>
                  </a:lnTo>
                  <a:lnTo>
                    <a:pt x="44345" y="372527"/>
                  </a:lnTo>
                  <a:lnTo>
                    <a:pt x="46809" y="370958"/>
                  </a:lnTo>
                  <a:lnTo>
                    <a:pt x="49273" y="369119"/>
                  </a:lnTo>
                  <a:lnTo>
                    <a:pt x="51736" y="366978"/>
                  </a:lnTo>
                  <a:lnTo>
                    <a:pt x="54200" y="364500"/>
                  </a:lnTo>
                  <a:lnTo>
                    <a:pt x="56664" y="361648"/>
                  </a:lnTo>
                  <a:lnTo>
                    <a:pt x="59127" y="358277"/>
                  </a:lnTo>
                  <a:lnTo>
                    <a:pt x="61591" y="354440"/>
                  </a:lnTo>
                  <a:lnTo>
                    <a:pt x="64055" y="350101"/>
                  </a:lnTo>
                  <a:lnTo>
                    <a:pt x="66518" y="345228"/>
                  </a:lnTo>
                  <a:lnTo>
                    <a:pt x="68982" y="339786"/>
                  </a:lnTo>
                  <a:lnTo>
                    <a:pt x="71446" y="333732"/>
                  </a:lnTo>
                  <a:lnTo>
                    <a:pt x="73909" y="326897"/>
                  </a:lnTo>
                  <a:lnTo>
                    <a:pt x="76373" y="319402"/>
                  </a:lnTo>
                  <a:lnTo>
                    <a:pt x="78837" y="311233"/>
                  </a:lnTo>
                  <a:lnTo>
                    <a:pt x="81300" y="302384"/>
                  </a:lnTo>
                  <a:lnTo>
                    <a:pt x="83764" y="292854"/>
                  </a:lnTo>
                  <a:lnTo>
                    <a:pt x="86228" y="282628"/>
                  </a:lnTo>
                  <a:lnTo>
                    <a:pt x="88691" y="271605"/>
                  </a:lnTo>
                  <a:lnTo>
                    <a:pt x="91155" y="259966"/>
                  </a:lnTo>
                  <a:lnTo>
                    <a:pt x="93618" y="247751"/>
                  </a:lnTo>
                  <a:lnTo>
                    <a:pt x="96082" y="235009"/>
                  </a:lnTo>
                  <a:lnTo>
                    <a:pt x="98546" y="221794"/>
                  </a:lnTo>
                  <a:lnTo>
                    <a:pt x="101009" y="208158"/>
                  </a:lnTo>
                  <a:lnTo>
                    <a:pt x="103473" y="194152"/>
                  </a:lnTo>
                  <a:lnTo>
                    <a:pt x="105937" y="179946"/>
                  </a:lnTo>
                  <a:lnTo>
                    <a:pt x="108400" y="165631"/>
                  </a:lnTo>
                  <a:lnTo>
                    <a:pt x="110864" y="151301"/>
                  </a:lnTo>
                  <a:lnTo>
                    <a:pt x="113328" y="137053"/>
                  </a:lnTo>
                  <a:lnTo>
                    <a:pt x="115791" y="123002"/>
                  </a:lnTo>
                  <a:lnTo>
                    <a:pt x="118255" y="109337"/>
                  </a:lnTo>
                  <a:lnTo>
                    <a:pt x="120719" y="96115"/>
                  </a:lnTo>
                  <a:lnTo>
                    <a:pt x="123182" y="83430"/>
                  </a:lnTo>
                  <a:lnTo>
                    <a:pt x="125646" y="71370"/>
                  </a:lnTo>
                  <a:lnTo>
                    <a:pt x="128110" y="60017"/>
                  </a:lnTo>
                  <a:lnTo>
                    <a:pt x="130573" y="49499"/>
                  </a:lnTo>
                  <a:lnTo>
                    <a:pt x="133037" y="40024"/>
                  </a:lnTo>
                  <a:lnTo>
                    <a:pt x="135501" y="31486"/>
                  </a:lnTo>
                  <a:lnTo>
                    <a:pt x="137964" y="23922"/>
                  </a:lnTo>
                  <a:lnTo>
                    <a:pt x="140428" y="17359"/>
                  </a:lnTo>
                  <a:lnTo>
                    <a:pt x="142892" y="11812"/>
                  </a:lnTo>
                  <a:lnTo>
                    <a:pt x="145355" y="7357"/>
                  </a:lnTo>
                  <a:lnTo>
                    <a:pt x="147819" y="4094"/>
                  </a:lnTo>
                  <a:lnTo>
                    <a:pt x="150283" y="1807"/>
                  </a:lnTo>
                  <a:lnTo>
                    <a:pt x="152746" y="458"/>
                  </a:lnTo>
                  <a:lnTo>
                    <a:pt x="155210" y="0"/>
                  </a:lnTo>
                  <a:lnTo>
                    <a:pt x="157674" y="380"/>
                  </a:lnTo>
                  <a:lnTo>
                    <a:pt x="160137" y="1593"/>
                  </a:lnTo>
                  <a:lnTo>
                    <a:pt x="162601" y="3606"/>
                  </a:lnTo>
                  <a:lnTo>
                    <a:pt x="165065" y="6211"/>
                  </a:lnTo>
                  <a:lnTo>
                    <a:pt x="167528" y="9335"/>
                  </a:lnTo>
                  <a:lnTo>
                    <a:pt x="169992" y="12903"/>
                  </a:lnTo>
                  <a:lnTo>
                    <a:pt x="172456" y="16843"/>
                  </a:lnTo>
                  <a:lnTo>
                    <a:pt x="174919" y="21104"/>
                  </a:lnTo>
                  <a:lnTo>
                    <a:pt x="177383" y="25609"/>
                  </a:lnTo>
                  <a:lnTo>
                    <a:pt x="179847" y="30257"/>
                  </a:lnTo>
                  <a:lnTo>
                    <a:pt x="182310" y="35002"/>
                  </a:lnTo>
                  <a:lnTo>
                    <a:pt x="184774" y="39806"/>
                  </a:lnTo>
                  <a:lnTo>
                    <a:pt x="187237" y="44636"/>
                  </a:lnTo>
                  <a:lnTo>
                    <a:pt x="189701" y="49471"/>
                  </a:lnTo>
                  <a:lnTo>
                    <a:pt x="192165" y="54297"/>
                  </a:lnTo>
                  <a:lnTo>
                    <a:pt x="194628" y="59120"/>
                  </a:lnTo>
                  <a:lnTo>
                    <a:pt x="197092" y="63952"/>
                  </a:lnTo>
                  <a:lnTo>
                    <a:pt x="199556" y="68814"/>
                  </a:lnTo>
                  <a:lnTo>
                    <a:pt x="202019" y="73729"/>
                  </a:lnTo>
                  <a:lnTo>
                    <a:pt x="204483" y="78745"/>
                  </a:lnTo>
                  <a:lnTo>
                    <a:pt x="206947" y="83920"/>
                  </a:lnTo>
                  <a:lnTo>
                    <a:pt x="209410" y="89281"/>
                  </a:lnTo>
                  <a:lnTo>
                    <a:pt x="211874" y="94866"/>
                  </a:lnTo>
                  <a:lnTo>
                    <a:pt x="214338" y="100713"/>
                  </a:lnTo>
                  <a:lnTo>
                    <a:pt x="216801" y="106857"/>
                  </a:lnTo>
                  <a:lnTo>
                    <a:pt x="219265" y="113372"/>
                  </a:lnTo>
                  <a:lnTo>
                    <a:pt x="221729" y="120301"/>
                  </a:lnTo>
                  <a:lnTo>
                    <a:pt x="224192" y="127612"/>
                  </a:lnTo>
                  <a:lnTo>
                    <a:pt x="226656" y="135309"/>
                  </a:lnTo>
                  <a:lnTo>
                    <a:pt x="229120" y="143392"/>
                  </a:lnTo>
                  <a:lnTo>
                    <a:pt x="231583" y="151852"/>
                  </a:lnTo>
                  <a:lnTo>
                    <a:pt x="234047" y="160713"/>
                  </a:lnTo>
                  <a:lnTo>
                    <a:pt x="236511" y="169933"/>
                  </a:lnTo>
                  <a:lnTo>
                    <a:pt x="238974" y="179428"/>
                  </a:lnTo>
                  <a:lnTo>
                    <a:pt x="241438" y="189152"/>
                  </a:lnTo>
                  <a:lnTo>
                    <a:pt x="243902" y="199058"/>
                  </a:lnTo>
                  <a:lnTo>
                    <a:pt x="246365" y="209091"/>
                  </a:lnTo>
                  <a:lnTo>
                    <a:pt x="248829" y="219193"/>
                  </a:lnTo>
                  <a:lnTo>
                    <a:pt x="251293" y="229275"/>
                  </a:lnTo>
                  <a:lnTo>
                    <a:pt x="253756" y="239270"/>
                  </a:lnTo>
                  <a:lnTo>
                    <a:pt x="256220" y="249119"/>
                  </a:lnTo>
                  <a:lnTo>
                    <a:pt x="258684" y="258768"/>
                  </a:lnTo>
                  <a:lnTo>
                    <a:pt x="261147" y="268160"/>
                  </a:lnTo>
                  <a:lnTo>
                    <a:pt x="263611" y="277194"/>
                  </a:lnTo>
                  <a:lnTo>
                    <a:pt x="266075" y="285813"/>
                  </a:lnTo>
                  <a:lnTo>
                    <a:pt x="268538" y="294018"/>
                  </a:lnTo>
                  <a:lnTo>
                    <a:pt x="271002" y="301776"/>
                  </a:lnTo>
                  <a:lnTo>
                    <a:pt x="273465" y="309061"/>
                  </a:lnTo>
                  <a:lnTo>
                    <a:pt x="275929" y="315851"/>
                  </a:lnTo>
                  <a:lnTo>
                    <a:pt x="278393" y="322050"/>
                  </a:lnTo>
                  <a:lnTo>
                    <a:pt x="280856" y="327672"/>
                  </a:lnTo>
                  <a:lnTo>
                    <a:pt x="283320" y="332765"/>
                  </a:lnTo>
                  <a:lnTo>
                    <a:pt x="285784" y="337331"/>
                  </a:lnTo>
                  <a:lnTo>
                    <a:pt x="288247" y="341374"/>
                  </a:lnTo>
                  <a:lnTo>
                    <a:pt x="290711" y="344901"/>
                  </a:lnTo>
                  <a:lnTo>
                    <a:pt x="293175" y="347843"/>
                  </a:lnTo>
                  <a:lnTo>
                    <a:pt x="295638" y="350254"/>
                  </a:lnTo>
                  <a:lnTo>
                    <a:pt x="298102" y="352196"/>
                  </a:lnTo>
                  <a:lnTo>
                    <a:pt x="300566" y="353685"/>
                  </a:lnTo>
                  <a:lnTo>
                    <a:pt x="303029" y="354739"/>
                  </a:lnTo>
                  <a:lnTo>
                    <a:pt x="305493" y="355375"/>
                  </a:lnTo>
                  <a:lnTo>
                    <a:pt x="307957" y="355549"/>
                  </a:lnTo>
                  <a:lnTo>
                    <a:pt x="310420" y="355327"/>
                  </a:lnTo>
                  <a:lnTo>
                    <a:pt x="312884" y="354761"/>
                  </a:lnTo>
                  <a:lnTo>
                    <a:pt x="315348" y="353874"/>
                  </a:lnTo>
                  <a:lnTo>
                    <a:pt x="317811" y="352689"/>
                  </a:lnTo>
                  <a:lnTo>
                    <a:pt x="320275" y="351228"/>
                  </a:lnTo>
                  <a:lnTo>
                    <a:pt x="322739" y="349479"/>
                  </a:lnTo>
                  <a:lnTo>
                    <a:pt x="325202" y="347507"/>
                  </a:lnTo>
                  <a:lnTo>
                    <a:pt x="327666" y="345358"/>
                  </a:lnTo>
                  <a:lnTo>
                    <a:pt x="330130" y="343060"/>
                  </a:lnTo>
                  <a:lnTo>
                    <a:pt x="332593" y="340644"/>
                  </a:lnTo>
                  <a:lnTo>
                    <a:pt x="335057" y="338141"/>
                  </a:lnTo>
                  <a:lnTo>
                    <a:pt x="337521" y="335581"/>
                  </a:lnTo>
                  <a:lnTo>
                    <a:pt x="339984" y="333017"/>
                  </a:lnTo>
                  <a:lnTo>
                    <a:pt x="342448" y="330485"/>
                  </a:lnTo>
                  <a:lnTo>
                    <a:pt x="344912" y="328015"/>
                  </a:lnTo>
                  <a:lnTo>
                    <a:pt x="347375" y="325638"/>
                  </a:lnTo>
                  <a:lnTo>
                    <a:pt x="349839" y="323385"/>
                  </a:lnTo>
                  <a:lnTo>
                    <a:pt x="352303" y="321321"/>
                  </a:lnTo>
                  <a:lnTo>
                    <a:pt x="354766" y="319459"/>
                  </a:lnTo>
                  <a:lnTo>
                    <a:pt x="357230" y="317811"/>
                  </a:lnTo>
                  <a:lnTo>
                    <a:pt x="359694" y="316395"/>
                  </a:lnTo>
                  <a:lnTo>
                    <a:pt x="362157" y="315226"/>
                  </a:lnTo>
                  <a:lnTo>
                    <a:pt x="364621" y="314316"/>
                  </a:lnTo>
                  <a:lnTo>
                    <a:pt x="367084" y="313731"/>
                  </a:lnTo>
                  <a:lnTo>
                    <a:pt x="369548" y="313429"/>
                  </a:lnTo>
                  <a:lnTo>
                    <a:pt x="372012" y="313398"/>
                  </a:lnTo>
                  <a:lnTo>
                    <a:pt x="374475" y="313630"/>
                  </a:lnTo>
                  <a:lnTo>
                    <a:pt x="376939" y="314119"/>
                  </a:lnTo>
                  <a:lnTo>
                    <a:pt x="379403" y="314853"/>
                  </a:lnTo>
                  <a:lnTo>
                    <a:pt x="381866" y="315864"/>
                  </a:lnTo>
                  <a:lnTo>
                    <a:pt x="384330" y="317087"/>
                  </a:lnTo>
                  <a:lnTo>
                    <a:pt x="386794" y="318495"/>
                  </a:lnTo>
                  <a:lnTo>
                    <a:pt x="389257" y="320067"/>
                  </a:lnTo>
                  <a:lnTo>
                    <a:pt x="391721" y="321784"/>
                  </a:lnTo>
                  <a:lnTo>
                    <a:pt x="394185" y="323625"/>
                  </a:lnTo>
                  <a:lnTo>
                    <a:pt x="396648" y="325584"/>
                  </a:lnTo>
                  <a:lnTo>
                    <a:pt x="399112" y="327614"/>
                  </a:lnTo>
                  <a:lnTo>
                    <a:pt x="401576" y="329694"/>
                  </a:lnTo>
                  <a:lnTo>
                    <a:pt x="404039" y="331804"/>
                  </a:lnTo>
                  <a:lnTo>
                    <a:pt x="406503" y="333929"/>
                  </a:lnTo>
                  <a:lnTo>
                    <a:pt x="408967" y="336052"/>
                  </a:lnTo>
                  <a:lnTo>
                    <a:pt x="411430" y="338149"/>
                  </a:lnTo>
                  <a:lnTo>
                    <a:pt x="413894" y="340210"/>
                  </a:lnTo>
                  <a:lnTo>
                    <a:pt x="416358" y="342225"/>
                  </a:lnTo>
                  <a:lnTo>
                    <a:pt x="418821" y="344186"/>
                  </a:lnTo>
                  <a:lnTo>
                    <a:pt x="421285" y="346084"/>
                  </a:lnTo>
                  <a:lnTo>
                    <a:pt x="423749" y="347916"/>
                  </a:lnTo>
                  <a:lnTo>
                    <a:pt x="426212" y="349657"/>
                  </a:lnTo>
                  <a:lnTo>
                    <a:pt x="428676" y="351321"/>
                  </a:lnTo>
                  <a:lnTo>
                    <a:pt x="431140" y="352909"/>
                  </a:lnTo>
                  <a:lnTo>
                    <a:pt x="433603" y="354421"/>
                  </a:lnTo>
                  <a:lnTo>
                    <a:pt x="436067" y="355856"/>
                  </a:lnTo>
                  <a:lnTo>
                    <a:pt x="438531" y="357216"/>
                  </a:lnTo>
                  <a:lnTo>
                    <a:pt x="440994" y="358487"/>
                  </a:lnTo>
                  <a:lnTo>
                    <a:pt x="443458" y="359690"/>
                  </a:lnTo>
                  <a:lnTo>
                    <a:pt x="445922" y="360828"/>
                  </a:lnTo>
                  <a:lnTo>
                    <a:pt x="448385" y="361904"/>
                  </a:lnTo>
                  <a:lnTo>
                    <a:pt x="450849" y="362924"/>
                  </a:lnTo>
                  <a:lnTo>
                    <a:pt x="453312" y="363888"/>
                  </a:lnTo>
                  <a:lnTo>
                    <a:pt x="455776" y="364791"/>
                  </a:lnTo>
                  <a:lnTo>
                    <a:pt x="458240" y="365650"/>
                  </a:lnTo>
                  <a:lnTo>
                    <a:pt x="460703" y="366466"/>
                  </a:lnTo>
                  <a:lnTo>
                    <a:pt x="463167" y="367244"/>
                  </a:lnTo>
                  <a:lnTo>
                    <a:pt x="465631" y="367986"/>
                  </a:lnTo>
                  <a:lnTo>
                    <a:pt x="468094" y="368693"/>
                  </a:lnTo>
                  <a:lnTo>
                    <a:pt x="470558" y="369362"/>
                  </a:lnTo>
                  <a:lnTo>
                    <a:pt x="473022" y="370001"/>
                  </a:lnTo>
                  <a:lnTo>
                    <a:pt x="475485" y="370613"/>
                  </a:lnTo>
                  <a:lnTo>
                    <a:pt x="477949" y="371197"/>
                  </a:lnTo>
                  <a:lnTo>
                    <a:pt x="480413" y="371755"/>
                  </a:lnTo>
                  <a:lnTo>
                    <a:pt x="482876" y="372285"/>
                  </a:lnTo>
                  <a:lnTo>
                    <a:pt x="485340" y="372784"/>
                  </a:lnTo>
                  <a:lnTo>
                    <a:pt x="487804" y="373256"/>
                  </a:lnTo>
                  <a:lnTo>
                    <a:pt x="490267" y="373702"/>
                  </a:lnTo>
                  <a:lnTo>
                    <a:pt x="492731" y="374121"/>
                  </a:lnTo>
                  <a:lnTo>
                    <a:pt x="495195" y="374513"/>
                  </a:lnTo>
                  <a:lnTo>
                    <a:pt x="497658" y="374876"/>
                  </a:lnTo>
                  <a:lnTo>
                    <a:pt x="500122" y="375206"/>
                  </a:lnTo>
                  <a:lnTo>
                    <a:pt x="502586" y="375508"/>
                  </a:lnTo>
                  <a:lnTo>
                    <a:pt x="505049" y="375782"/>
                  </a:lnTo>
                  <a:lnTo>
                    <a:pt x="507513" y="376028"/>
                  </a:lnTo>
                  <a:lnTo>
                    <a:pt x="509977" y="376247"/>
                  </a:lnTo>
                  <a:lnTo>
                    <a:pt x="512440" y="376438"/>
                  </a:lnTo>
                  <a:lnTo>
                    <a:pt x="514904" y="376596"/>
                  </a:lnTo>
                  <a:lnTo>
                    <a:pt x="517368" y="376730"/>
                  </a:lnTo>
                  <a:lnTo>
                    <a:pt x="519831" y="376840"/>
                  </a:lnTo>
                  <a:lnTo>
                    <a:pt x="522295" y="376927"/>
                  </a:lnTo>
                  <a:lnTo>
                    <a:pt x="524759" y="376992"/>
                  </a:lnTo>
                  <a:lnTo>
                    <a:pt x="527222" y="377035"/>
                  </a:lnTo>
                  <a:lnTo>
                    <a:pt x="529686" y="377057"/>
                  </a:lnTo>
                  <a:lnTo>
                    <a:pt x="532150" y="377063"/>
                  </a:lnTo>
                  <a:lnTo>
                    <a:pt x="534613" y="377055"/>
                  </a:lnTo>
                  <a:lnTo>
                    <a:pt x="537077" y="377034"/>
                  </a:lnTo>
                  <a:lnTo>
                    <a:pt x="539541" y="377002"/>
                  </a:lnTo>
                  <a:lnTo>
                    <a:pt x="542004" y="376960"/>
                  </a:lnTo>
                  <a:lnTo>
                    <a:pt x="544468" y="376911"/>
                  </a:lnTo>
                  <a:lnTo>
                    <a:pt x="546931" y="376857"/>
                  </a:lnTo>
                  <a:lnTo>
                    <a:pt x="549395" y="376800"/>
                  </a:lnTo>
                  <a:lnTo>
                    <a:pt x="551859" y="376741"/>
                  </a:lnTo>
                  <a:lnTo>
                    <a:pt x="554322" y="376682"/>
                  </a:lnTo>
                  <a:lnTo>
                    <a:pt x="556786" y="376624"/>
                  </a:lnTo>
                  <a:lnTo>
                    <a:pt x="559250" y="376569"/>
                  </a:lnTo>
                  <a:lnTo>
                    <a:pt x="561713" y="376517"/>
                  </a:lnTo>
                  <a:lnTo>
                    <a:pt x="564177" y="376470"/>
                  </a:lnTo>
                  <a:lnTo>
                    <a:pt x="566641" y="376427"/>
                  </a:lnTo>
                  <a:lnTo>
                    <a:pt x="569104" y="376389"/>
                  </a:lnTo>
                  <a:lnTo>
                    <a:pt x="571568" y="376357"/>
                  </a:lnTo>
                  <a:lnTo>
                    <a:pt x="574032" y="376330"/>
                  </a:lnTo>
                  <a:lnTo>
                    <a:pt x="576495" y="376309"/>
                  </a:lnTo>
                  <a:lnTo>
                    <a:pt x="578959" y="376291"/>
                  </a:lnTo>
                  <a:lnTo>
                    <a:pt x="581423" y="376278"/>
                  </a:lnTo>
                  <a:lnTo>
                    <a:pt x="583886" y="376267"/>
                  </a:lnTo>
                  <a:lnTo>
                    <a:pt x="586350" y="376260"/>
                  </a:lnTo>
                  <a:lnTo>
                    <a:pt x="588814" y="376254"/>
                  </a:lnTo>
                  <a:lnTo>
                    <a:pt x="591277" y="376248"/>
                  </a:lnTo>
                  <a:lnTo>
                    <a:pt x="593741" y="376241"/>
                  </a:lnTo>
                  <a:lnTo>
                    <a:pt x="596205" y="376234"/>
                  </a:lnTo>
                  <a:lnTo>
                    <a:pt x="598668" y="376224"/>
                  </a:lnTo>
                  <a:lnTo>
                    <a:pt x="601132" y="376211"/>
                  </a:lnTo>
                  <a:lnTo>
                    <a:pt x="603596" y="376194"/>
                  </a:lnTo>
                  <a:lnTo>
                    <a:pt x="606059" y="376173"/>
                  </a:lnTo>
                  <a:lnTo>
                    <a:pt x="608523" y="376147"/>
                  </a:lnTo>
                  <a:lnTo>
                    <a:pt x="610987" y="376117"/>
                  </a:lnTo>
                  <a:lnTo>
                    <a:pt x="613450" y="376082"/>
                  </a:lnTo>
                  <a:lnTo>
                    <a:pt x="615914" y="376041"/>
                  </a:lnTo>
                  <a:lnTo>
                    <a:pt x="618378" y="375996"/>
                  </a:lnTo>
                  <a:lnTo>
                    <a:pt x="620841" y="375946"/>
                  </a:lnTo>
                  <a:lnTo>
                    <a:pt x="623305" y="375893"/>
                  </a:lnTo>
                  <a:lnTo>
                    <a:pt x="625769" y="375837"/>
                  </a:lnTo>
                  <a:lnTo>
                    <a:pt x="628232" y="375777"/>
                  </a:lnTo>
                  <a:lnTo>
                    <a:pt x="630696" y="375715"/>
                  </a:lnTo>
                  <a:lnTo>
                    <a:pt x="633159" y="375651"/>
                  </a:lnTo>
                  <a:lnTo>
                    <a:pt x="635623" y="375586"/>
                  </a:lnTo>
                  <a:lnTo>
                    <a:pt x="638087" y="375520"/>
                  </a:lnTo>
                  <a:lnTo>
                    <a:pt x="640550" y="375453"/>
                  </a:lnTo>
                  <a:lnTo>
                    <a:pt x="643014" y="375386"/>
                  </a:lnTo>
                  <a:lnTo>
                    <a:pt x="645478" y="375318"/>
                  </a:lnTo>
                  <a:lnTo>
                    <a:pt x="647941" y="375251"/>
                  </a:lnTo>
                  <a:lnTo>
                    <a:pt x="650405" y="375183"/>
                  </a:lnTo>
                  <a:lnTo>
                    <a:pt x="652869" y="375115"/>
                  </a:lnTo>
                  <a:lnTo>
                    <a:pt x="655332" y="375046"/>
                  </a:lnTo>
                  <a:lnTo>
                    <a:pt x="657796" y="374977"/>
                  </a:lnTo>
                  <a:lnTo>
                    <a:pt x="660260" y="374907"/>
                  </a:lnTo>
                  <a:lnTo>
                    <a:pt x="662723" y="374835"/>
                  </a:lnTo>
                  <a:lnTo>
                    <a:pt x="665187" y="374762"/>
                  </a:lnTo>
                  <a:lnTo>
                    <a:pt x="667651" y="374687"/>
                  </a:lnTo>
                  <a:lnTo>
                    <a:pt x="670114" y="374611"/>
                  </a:lnTo>
                  <a:lnTo>
                    <a:pt x="672578" y="374534"/>
                  </a:lnTo>
                  <a:lnTo>
                    <a:pt x="675042" y="374455"/>
                  </a:lnTo>
                  <a:lnTo>
                    <a:pt x="677505" y="374376"/>
                  </a:lnTo>
                  <a:lnTo>
                    <a:pt x="679969" y="374296"/>
                  </a:lnTo>
                  <a:lnTo>
                    <a:pt x="682433" y="374217"/>
                  </a:lnTo>
                  <a:lnTo>
                    <a:pt x="684896" y="374138"/>
                  </a:lnTo>
                  <a:lnTo>
                    <a:pt x="687360" y="374062"/>
                  </a:lnTo>
                  <a:lnTo>
                    <a:pt x="689824" y="373989"/>
                  </a:lnTo>
                  <a:lnTo>
                    <a:pt x="692287" y="373920"/>
                  </a:lnTo>
                  <a:lnTo>
                    <a:pt x="694751" y="373857"/>
                  </a:lnTo>
                  <a:lnTo>
                    <a:pt x="697215" y="373799"/>
                  </a:lnTo>
                  <a:lnTo>
                    <a:pt x="699678" y="373748"/>
                  </a:lnTo>
                  <a:lnTo>
                    <a:pt x="702142" y="373705"/>
                  </a:lnTo>
                  <a:lnTo>
                    <a:pt x="704606" y="373672"/>
                  </a:lnTo>
                  <a:lnTo>
                    <a:pt x="707069" y="373648"/>
                  </a:lnTo>
                  <a:lnTo>
                    <a:pt x="709533" y="373634"/>
                  </a:lnTo>
                  <a:lnTo>
                    <a:pt x="711997" y="373630"/>
                  </a:lnTo>
                  <a:lnTo>
                    <a:pt x="714460" y="373635"/>
                  </a:lnTo>
                  <a:lnTo>
                    <a:pt x="716924" y="373650"/>
                  </a:lnTo>
                  <a:lnTo>
                    <a:pt x="719388" y="373675"/>
                  </a:lnTo>
                  <a:lnTo>
                    <a:pt x="721851" y="373709"/>
                  </a:lnTo>
                  <a:lnTo>
                    <a:pt x="724315" y="373750"/>
                  </a:lnTo>
                  <a:lnTo>
                    <a:pt x="726778" y="373798"/>
                  </a:lnTo>
                  <a:lnTo>
                    <a:pt x="729242" y="373851"/>
                  </a:lnTo>
                  <a:lnTo>
                    <a:pt x="731706" y="373909"/>
                  </a:lnTo>
                  <a:lnTo>
                    <a:pt x="734169" y="373969"/>
                  </a:lnTo>
                  <a:lnTo>
                    <a:pt x="736633" y="374032"/>
                  </a:lnTo>
                  <a:lnTo>
                    <a:pt x="739097" y="374094"/>
                  </a:lnTo>
                  <a:lnTo>
                    <a:pt x="741560" y="374156"/>
                  </a:lnTo>
                  <a:lnTo>
                    <a:pt x="744024" y="374216"/>
                  </a:lnTo>
                  <a:lnTo>
                    <a:pt x="746488" y="374274"/>
                  </a:lnTo>
                  <a:lnTo>
                    <a:pt x="748951" y="374328"/>
                  </a:lnTo>
                  <a:lnTo>
                    <a:pt x="751415" y="374377"/>
                  </a:lnTo>
                  <a:lnTo>
                    <a:pt x="753879" y="374422"/>
                  </a:lnTo>
                  <a:lnTo>
                    <a:pt x="756342" y="374463"/>
                  </a:lnTo>
                  <a:lnTo>
                    <a:pt x="758806" y="374500"/>
                  </a:lnTo>
                  <a:lnTo>
                    <a:pt x="761270" y="374533"/>
                  </a:lnTo>
                  <a:lnTo>
                    <a:pt x="763733" y="374562"/>
                  </a:lnTo>
                  <a:lnTo>
                    <a:pt x="766197" y="374588"/>
                  </a:lnTo>
                  <a:lnTo>
                    <a:pt x="768661" y="374612"/>
                  </a:lnTo>
                  <a:lnTo>
                    <a:pt x="771124" y="374634"/>
                  </a:lnTo>
                  <a:lnTo>
                    <a:pt x="773588" y="374656"/>
                  </a:lnTo>
                  <a:lnTo>
                    <a:pt x="776052" y="374677"/>
                  </a:lnTo>
                  <a:lnTo>
                    <a:pt x="778515" y="374698"/>
                  </a:lnTo>
                  <a:lnTo>
                    <a:pt x="780979" y="374720"/>
                  </a:lnTo>
                  <a:lnTo>
                    <a:pt x="783443" y="374743"/>
                  </a:lnTo>
                  <a:lnTo>
                    <a:pt x="785906" y="374767"/>
                  </a:lnTo>
                  <a:lnTo>
                    <a:pt x="788370" y="374793"/>
                  </a:lnTo>
                  <a:lnTo>
                    <a:pt x="790834" y="374819"/>
                  </a:lnTo>
                  <a:lnTo>
                    <a:pt x="793297" y="374846"/>
                  </a:lnTo>
                  <a:lnTo>
                    <a:pt x="795761" y="374874"/>
                  </a:lnTo>
                  <a:lnTo>
                    <a:pt x="798225" y="374901"/>
                  </a:lnTo>
                  <a:lnTo>
                    <a:pt x="800688" y="374927"/>
                  </a:lnTo>
                  <a:lnTo>
                    <a:pt x="803152" y="374952"/>
                  </a:lnTo>
                  <a:lnTo>
                    <a:pt x="805616" y="374975"/>
                  </a:lnTo>
                  <a:lnTo>
                    <a:pt x="808079" y="374995"/>
                  </a:lnTo>
                  <a:lnTo>
                    <a:pt x="810543" y="375011"/>
                  </a:lnTo>
                  <a:lnTo>
                    <a:pt x="813006" y="375024"/>
                  </a:lnTo>
                  <a:lnTo>
                    <a:pt x="815470" y="375034"/>
                  </a:lnTo>
                  <a:lnTo>
                    <a:pt x="817934" y="375039"/>
                  </a:lnTo>
                  <a:lnTo>
                    <a:pt x="820397" y="375040"/>
                  </a:lnTo>
                  <a:lnTo>
                    <a:pt x="822861" y="375037"/>
                  </a:lnTo>
                  <a:lnTo>
                    <a:pt x="825325" y="375030"/>
                  </a:lnTo>
                  <a:lnTo>
                    <a:pt x="827788" y="375020"/>
                  </a:lnTo>
                  <a:lnTo>
                    <a:pt x="830252" y="375007"/>
                  </a:lnTo>
                  <a:lnTo>
                    <a:pt x="832716" y="374991"/>
                  </a:lnTo>
                  <a:lnTo>
                    <a:pt x="835179" y="374973"/>
                  </a:lnTo>
                  <a:lnTo>
                    <a:pt x="837643" y="374954"/>
                  </a:lnTo>
                  <a:lnTo>
                    <a:pt x="840107" y="374933"/>
                  </a:lnTo>
                  <a:lnTo>
                    <a:pt x="842570" y="374911"/>
                  </a:lnTo>
                  <a:lnTo>
                    <a:pt x="845034" y="374889"/>
                  </a:lnTo>
                  <a:lnTo>
                    <a:pt x="847498" y="374867"/>
                  </a:lnTo>
                  <a:lnTo>
                    <a:pt x="849961" y="374843"/>
                  </a:lnTo>
                  <a:lnTo>
                    <a:pt x="852425" y="374820"/>
                  </a:lnTo>
                  <a:lnTo>
                    <a:pt x="854889" y="374795"/>
                  </a:lnTo>
                  <a:lnTo>
                    <a:pt x="857352" y="374770"/>
                  </a:lnTo>
                  <a:lnTo>
                    <a:pt x="859816" y="374744"/>
                  </a:lnTo>
                  <a:lnTo>
                    <a:pt x="862280" y="374717"/>
                  </a:lnTo>
                  <a:lnTo>
                    <a:pt x="864743" y="374689"/>
                  </a:lnTo>
                  <a:lnTo>
                    <a:pt x="867207" y="374659"/>
                  </a:lnTo>
                  <a:lnTo>
                    <a:pt x="869671" y="374628"/>
                  </a:lnTo>
                  <a:lnTo>
                    <a:pt x="872134" y="374595"/>
                  </a:lnTo>
                  <a:lnTo>
                    <a:pt x="874598" y="374562"/>
                  </a:lnTo>
                  <a:lnTo>
                    <a:pt x="877062" y="374527"/>
                  </a:lnTo>
                  <a:lnTo>
                    <a:pt x="879525" y="374493"/>
                  </a:lnTo>
                  <a:lnTo>
                    <a:pt x="881989" y="374458"/>
                  </a:lnTo>
                  <a:lnTo>
                    <a:pt x="884453" y="374425"/>
                  </a:lnTo>
                  <a:lnTo>
                    <a:pt x="886916" y="374394"/>
                  </a:lnTo>
                  <a:lnTo>
                    <a:pt x="889380" y="374365"/>
                  </a:lnTo>
                  <a:lnTo>
                    <a:pt x="891844" y="374340"/>
                  </a:lnTo>
                  <a:lnTo>
                    <a:pt x="894307" y="374318"/>
                  </a:lnTo>
                  <a:lnTo>
                    <a:pt x="896771" y="374303"/>
                  </a:lnTo>
                  <a:lnTo>
                    <a:pt x="899235" y="374294"/>
                  </a:lnTo>
                  <a:lnTo>
                    <a:pt x="901698" y="374291"/>
                  </a:lnTo>
                  <a:lnTo>
                    <a:pt x="904162" y="374294"/>
                  </a:lnTo>
                  <a:lnTo>
                    <a:pt x="906625" y="374305"/>
                  </a:lnTo>
                  <a:lnTo>
                    <a:pt x="909089" y="374322"/>
                  </a:lnTo>
                  <a:lnTo>
                    <a:pt x="911553" y="374348"/>
                  </a:lnTo>
                  <a:lnTo>
                    <a:pt x="914016" y="374379"/>
                  </a:lnTo>
                  <a:lnTo>
                    <a:pt x="916480" y="374417"/>
                  </a:lnTo>
                  <a:lnTo>
                    <a:pt x="918944" y="374460"/>
                  </a:lnTo>
                  <a:lnTo>
                    <a:pt x="921407" y="374507"/>
                  </a:lnTo>
                  <a:lnTo>
                    <a:pt x="923871" y="374559"/>
                  </a:lnTo>
                  <a:lnTo>
                    <a:pt x="926335" y="374614"/>
                  </a:lnTo>
                  <a:lnTo>
                    <a:pt x="928798" y="374671"/>
                  </a:lnTo>
                  <a:lnTo>
                    <a:pt x="931262" y="374728"/>
                  </a:lnTo>
                  <a:lnTo>
                    <a:pt x="933726" y="374785"/>
                  </a:lnTo>
                  <a:lnTo>
                    <a:pt x="936189" y="374842"/>
                  </a:lnTo>
                  <a:lnTo>
                    <a:pt x="938653" y="374898"/>
                  </a:lnTo>
                  <a:lnTo>
                    <a:pt x="941117" y="374950"/>
                  </a:lnTo>
                  <a:lnTo>
                    <a:pt x="943580" y="374999"/>
                  </a:lnTo>
                  <a:lnTo>
                    <a:pt x="946044" y="375045"/>
                  </a:lnTo>
                  <a:lnTo>
                    <a:pt x="948508" y="375088"/>
                  </a:lnTo>
                  <a:lnTo>
                    <a:pt x="950971" y="375126"/>
                  </a:lnTo>
                  <a:lnTo>
                    <a:pt x="953435" y="375159"/>
                  </a:lnTo>
                  <a:lnTo>
                    <a:pt x="955899" y="375187"/>
                  </a:lnTo>
                  <a:lnTo>
                    <a:pt x="958362" y="375209"/>
                  </a:lnTo>
                  <a:lnTo>
                    <a:pt x="960826" y="375227"/>
                  </a:lnTo>
                  <a:lnTo>
                    <a:pt x="963290" y="375239"/>
                  </a:lnTo>
                  <a:lnTo>
                    <a:pt x="965753" y="375245"/>
                  </a:lnTo>
                  <a:lnTo>
                    <a:pt x="968217" y="375244"/>
                  </a:lnTo>
                  <a:lnTo>
                    <a:pt x="970681" y="375236"/>
                  </a:lnTo>
                  <a:lnTo>
                    <a:pt x="973144" y="375222"/>
                  </a:lnTo>
                  <a:lnTo>
                    <a:pt x="975608" y="375200"/>
                  </a:lnTo>
                  <a:lnTo>
                    <a:pt x="978072" y="375170"/>
                  </a:lnTo>
                  <a:lnTo>
                    <a:pt x="980535" y="375132"/>
                  </a:lnTo>
                  <a:lnTo>
                    <a:pt x="982999" y="375084"/>
                  </a:lnTo>
                  <a:lnTo>
                    <a:pt x="985463" y="375026"/>
                  </a:lnTo>
                  <a:lnTo>
                    <a:pt x="987926" y="374958"/>
                  </a:lnTo>
                  <a:lnTo>
                    <a:pt x="990390" y="374880"/>
                  </a:lnTo>
                  <a:lnTo>
                    <a:pt x="992853" y="374792"/>
                  </a:lnTo>
                  <a:lnTo>
                    <a:pt x="995317" y="374692"/>
                  </a:lnTo>
                  <a:lnTo>
                    <a:pt x="997781" y="374580"/>
                  </a:lnTo>
                  <a:lnTo>
                    <a:pt x="1000244" y="374455"/>
                  </a:lnTo>
                  <a:lnTo>
                    <a:pt x="1002708" y="374319"/>
                  </a:lnTo>
                  <a:lnTo>
                    <a:pt x="1005172" y="374171"/>
                  </a:lnTo>
                  <a:lnTo>
                    <a:pt x="1007635" y="374011"/>
                  </a:lnTo>
                  <a:lnTo>
                    <a:pt x="1010099" y="373840"/>
                  </a:lnTo>
                  <a:lnTo>
                    <a:pt x="1012563" y="373655"/>
                  </a:lnTo>
                  <a:lnTo>
                    <a:pt x="1015026" y="373458"/>
                  </a:lnTo>
                  <a:lnTo>
                    <a:pt x="1017490" y="373248"/>
                  </a:lnTo>
                  <a:lnTo>
                    <a:pt x="1019954" y="373028"/>
                  </a:lnTo>
                  <a:lnTo>
                    <a:pt x="1022417" y="372796"/>
                  </a:lnTo>
                  <a:lnTo>
                    <a:pt x="1024881" y="372552"/>
                  </a:lnTo>
                  <a:lnTo>
                    <a:pt x="1027345" y="372295"/>
                  </a:lnTo>
                  <a:lnTo>
                    <a:pt x="1029808" y="372025"/>
                  </a:lnTo>
                  <a:lnTo>
                    <a:pt x="1032272" y="371743"/>
                  </a:lnTo>
                  <a:lnTo>
                    <a:pt x="1034736" y="371448"/>
                  </a:lnTo>
                  <a:lnTo>
                    <a:pt x="1037199" y="371141"/>
                  </a:lnTo>
                  <a:lnTo>
                    <a:pt x="1039663" y="370820"/>
                  </a:lnTo>
                  <a:lnTo>
                    <a:pt x="1042127" y="370484"/>
                  </a:lnTo>
                  <a:lnTo>
                    <a:pt x="1044590" y="370133"/>
                  </a:lnTo>
                  <a:lnTo>
                    <a:pt x="1047054" y="369767"/>
                  </a:lnTo>
                  <a:lnTo>
                    <a:pt x="1049518" y="369386"/>
                  </a:lnTo>
                  <a:lnTo>
                    <a:pt x="1051981" y="368991"/>
                  </a:lnTo>
                  <a:lnTo>
                    <a:pt x="1054445" y="368580"/>
                  </a:lnTo>
                  <a:lnTo>
                    <a:pt x="1056909" y="368151"/>
                  </a:lnTo>
                  <a:lnTo>
                    <a:pt x="1059372" y="367705"/>
                  </a:lnTo>
                  <a:lnTo>
                    <a:pt x="1061836" y="367244"/>
                  </a:lnTo>
                  <a:lnTo>
                    <a:pt x="1064300" y="366768"/>
                  </a:lnTo>
                  <a:lnTo>
                    <a:pt x="1066763" y="366278"/>
                  </a:lnTo>
                  <a:lnTo>
                    <a:pt x="1069227" y="365773"/>
                  </a:lnTo>
                  <a:lnTo>
                    <a:pt x="1071691" y="365252"/>
                  </a:lnTo>
                  <a:lnTo>
                    <a:pt x="1074154" y="364718"/>
                  </a:lnTo>
                  <a:lnTo>
                    <a:pt x="1076618" y="364172"/>
                  </a:lnTo>
                  <a:lnTo>
                    <a:pt x="1079082" y="363616"/>
                  </a:lnTo>
                  <a:lnTo>
                    <a:pt x="1081545" y="363051"/>
                  </a:lnTo>
                  <a:lnTo>
                    <a:pt x="1084009" y="362479"/>
                  </a:lnTo>
                  <a:lnTo>
                    <a:pt x="1086472" y="361900"/>
                  </a:lnTo>
                  <a:lnTo>
                    <a:pt x="1088936" y="361318"/>
                  </a:lnTo>
                  <a:lnTo>
                    <a:pt x="1091400" y="360734"/>
                  </a:lnTo>
                  <a:lnTo>
                    <a:pt x="1093863" y="360151"/>
                  </a:lnTo>
                  <a:lnTo>
                    <a:pt x="1096327" y="359572"/>
                  </a:lnTo>
                  <a:lnTo>
                    <a:pt x="1098791" y="358997"/>
                  </a:lnTo>
                  <a:lnTo>
                    <a:pt x="1101254" y="358433"/>
                  </a:lnTo>
                  <a:lnTo>
                    <a:pt x="1103718" y="357881"/>
                  </a:lnTo>
                  <a:lnTo>
                    <a:pt x="1106182" y="357344"/>
                  </a:lnTo>
                  <a:lnTo>
                    <a:pt x="1108645" y="356823"/>
                  </a:lnTo>
                  <a:lnTo>
                    <a:pt x="1111109" y="356323"/>
                  </a:lnTo>
                  <a:lnTo>
                    <a:pt x="1113573" y="355845"/>
                  </a:lnTo>
                  <a:lnTo>
                    <a:pt x="1116036" y="355398"/>
                  </a:lnTo>
                  <a:lnTo>
                    <a:pt x="1118500" y="354982"/>
                  </a:lnTo>
                  <a:lnTo>
                    <a:pt x="1120964" y="354596"/>
                  </a:lnTo>
                  <a:lnTo>
                    <a:pt x="1123427" y="354244"/>
                  </a:lnTo>
                  <a:lnTo>
                    <a:pt x="1125891" y="353927"/>
                  </a:lnTo>
                  <a:lnTo>
                    <a:pt x="1128355" y="353645"/>
                  </a:lnTo>
                  <a:lnTo>
                    <a:pt x="1130818" y="353408"/>
                  </a:lnTo>
                  <a:lnTo>
                    <a:pt x="1133282" y="353211"/>
                  </a:lnTo>
                  <a:lnTo>
                    <a:pt x="1135746" y="353052"/>
                  </a:lnTo>
                  <a:lnTo>
                    <a:pt x="1138209" y="352929"/>
                  </a:lnTo>
                  <a:lnTo>
                    <a:pt x="1140673" y="352842"/>
                  </a:lnTo>
                  <a:lnTo>
                    <a:pt x="1143137" y="352789"/>
                  </a:lnTo>
                  <a:lnTo>
                    <a:pt x="1145600" y="352773"/>
                  </a:lnTo>
                  <a:lnTo>
                    <a:pt x="1148064" y="352788"/>
                  </a:lnTo>
                  <a:lnTo>
                    <a:pt x="1150528" y="352827"/>
                  </a:lnTo>
                  <a:lnTo>
                    <a:pt x="1152991" y="352888"/>
                  </a:lnTo>
                  <a:lnTo>
                    <a:pt x="1155455" y="352968"/>
                  </a:lnTo>
                  <a:lnTo>
                    <a:pt x="1157919" y="353063"/>
                  </a:lnTo>
                  <a:lnTo>
                    <a:pt x="1160382" y="353171"/>
                  </a:lnTo>
                  <a:lnTo>
                    <a:pt x="1162846" y="353287"/>
                  </a:lnTo>
                  <a:lnTo>
                    <a:pt x="1165310" y="353406"/>
                  </a:lnTo>
                  <a:lnTo>
                    <a:pt x="1167773" y="353526"/>
                  </a:lnTo>
                  <a:lnTo>
                    <a:pt x="1170237" y="353646"/>
                  </a:lnTo>
                  <a:lnTo>
                    <a:pt x="1172701" y="353764"/>
                  </a:lnTo>
                  <a:lnTo>
                    <a:pt x="1175164" y="353877"/>
                  </a:lnTo>
                  <a:lnTo>
                    <a:pt x="1177628" y="353986"/>
                  </a:lnTo>
                  <a:lnTo>
                    <a:pt x="1180091" y="354093"/>
                  </a:lnTo>
                  <a:lnTo>
                    <a:pt x="1182555" y="354198"/>
                  </a:lnTo>
                  <a:lnTo>
                    <a:pt x="1185019" y="354303"/>
                  </a:lnTo>
                  <a:lnTo>
                    <a:pt x="1187482" y="354410"/>
                  </a:lnTo>
                  <a:lnTo>
                    <a:pt x="1189946" y="354524"/>
                  </a:lnTo>
                  <a:lnTo>
                    <a:pt x="1192410" y="354649"/>
                  </a:lnTo>
                  <a:lnTo>
                    <a:pt x="1194873" y="354789"/>
                  </a:lnTo>
                  <a:lnTo>
                    <a:pt x="1197337" y="354946"/>
                  </a:lnTo>
                  <a:lnTo>
                    <a:pt x="1199801" y="355125"/>
                  </a:lnTo>
                  <a:lnTo>
                    <a:pt x="1202264" y="355330"/>
                  </a:lnTo>
                  <a:lnTo>
                    <a:pt x="1204728" y="355573"/>
                  </a:lnTo>
                  <a:lnTo>
                    <a:pt x="1207192" y="355851"/>
                  </a:lnTo>
                  <a:lnTo>
                    <a:pt x="1209655" y="356166"/>
                  </a:lnTo>
                  <a:lnTo>
                    <a:pt x="1212119" y="356521"/>
                  </a:lnTo>
                  <a:lnTo>
                    <a:pt x="1214583" y="356917"/>
                  </a:lnTo>
                  <a:lnTo>
                    <a:pt x="1217046" y="357357"/>
                  </a:lnTo>
                  <a:lnTo>
                    <a:pt x="1219510" y="357851"/>
                  </a:lnTo>
                  <a:lnTo>
                    <a:pt x="1221974" y="358388"/>
                  </a:lnTo>
                  <a:lnTo>
                    <a:pt x="1224437" y="358966"/>
                  </a:lnTo>
                  <a:lnTo>
                    <a:pt x="1226901" y="359586"/>
                  </a:lnTo>
                  <a:lnTo>
                    <a:pt x="1229365" y="360243"/>
                  </a:lnTo>
                  <a:lnTo>
                    <a:pt x="1231828" y="360936"/>
                  </a:lnTo>
                  <a:lnTo>
                    <a:pt x="1234292" y="361668"/>
                  </a:lnTo>
                  <a:lnTo>
                    <a:pt x="1236756" y="362425"/>
                  </a:lnTo>
                  <a:lnTo>
                    <a:pt x="1239219" y="363205"/>
                  </a:lnTo>
                  <a:lnTo>
                    <a:pt x="1241683" y="364003"/>
                  </a:lnTo>
                  <a:lnTo>
                    <a:pt x="1244147" y="364814"/>
                  </a:lnTo>
                  <a:lnTo>
                    <a:pt x="1246610" y="365633"/>
                  </a:lnTo>
                  <a:lnTo>
                    <a:pt x="1249074" y="366456"/>
                  </a:lnTo>
                  <a:lnTo>
                    <a:pt x="1251538" y="367275"/>
                  </a:lnTo>
                  <a:lnTo>
                    <a:pt x="1254001" y="368086"/>
                  </a:lnTo>
                  <a:lnTo>
                    <a:pt x="1256465" y="368886"/>
                  </a:lnTo>
                  <a:lnTo>
                    <a:pt x="1258929" y="369670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7005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79"/>
                  </a:lnTo>
                  <a:lnTo>
                    <a:pt x="76373" y="1188079"/>
                  </a:lnTo>
                  <a:lnTo>
                    <a:pt x="78837" y="1188078"/>
                  </a:lnTo>
                  <a:lnTo>
                    <a:pt x="81300" y="1188076"/>
                  </a:lnTo>
                  <a:lnTo>
                    <a:pt x="83764" y="1188071"/>
                  </a:lnTo>
                  <a:lnTo>
                    <a:pt x="86228" y="1188061"/>
                  </a:lnTo>
                  <a:lnTo>
                    <a:pt x="88691" y="1188043"/>
                  </a:lnTo>
                  <a:lnTo>
                    <a:pt x="91155" y="1188010"/>
                  </a:lnTo>
                  <a:lnTo>
                    <a:pt x="93618" y="1187954"/>
                  </a:lnTo>
                  <a:lnTo>
                    <a:pt x="96082" y="1187861"/>
                  </a:lnTo>
                  <a:lnTo>
                    <a:pt x="98546" y="1187715"/>
                  </a:lnTo>
                  <a:lnTo>
                    <a:pt x="101009" y="1187494"/>
                  </a:lnTo>
                  <a:lnTo>
                    <a:pt x="103473" y="1187162"/>
                  </a:lnTo>
                  <a:lnTo>
                    <a:pt x="105937" y="1186691"/>
                  </a:lnTo>
                  <a:lnTo>
                    <a:pt x="108400" y="1186048"/>
                  </a:lnTo>
                  <a:lnTo>
                    <a:pt x="110864" y="1185203"/>
                  </a:lnTo>
                  <a:lnTo>
                    <a:pt x="113328" y="1184126"/>
                  </a:lnTo>
                  <a:lnTo>
                    <a:pt x="115791" y="1182799"/>
                  </a:lnTo>
                  <a:lnTo>
                    <a:pt x="118255" y="1181215"/>
                  </a:lnTo>
                  <a:lnTo>
                    <a:pt x="120719" y="1179387"/>
                  </a:lnTo>
                  <a:lnTo>
                    <a:pt x="123182" y="1177345"/>
                  </a:lnTo>
                  <a:lnTo>
                    <a:pt x="125646" y="1175138"/>
                  </a:lnTo>
                  <a:lnTo>
                    <a:pt x="128110" y="1172825"/>
                  </a:lnTo>
                  <a:lnTo>
                    <a:pt x="130573" y="1170464"/>
                  </a:lnTo>
                  <a:lnTo>
                    <a:pt x="133037" y="1168098"/>
                  </a:lnTo>
                  <a:lnTo>
                    <a:pt x="135501" y="1165748"/>
                  </a:lnTo>
                  <a:lnTo>
                    <a:pt x="137964" y="1163403"/>
                  </a:lnTo>
                  <a:lnTo>
                    <a:pt x="140428" y="1161029"/>
                  </a:lnTo>
                  <a:lnTo>
                    <a:pt x="142892" y="1158581"/>
                  </a:lnTo>
                  <a:lnTo>
                    <a:pt x="145355" y="1156038"/>
                  </a:lnTo>
                  <a:lnTo>
                    <a:pt x="147819" y="1153414"/>
                  </a:lnTo>
                  <a:lnTo>
                    <a:pt x="150283" y="1150771"/>
                  </a:lnTo>
                  <a:lnTo>
                    <a:pt x="152746" y="1148213"/>
                  </a:lnTo>
                  <a:lnTo>
                    <a:pt x="155210" y="1145877"/>
                  </a:lnTo>
                  <a:lnTo>
                    <a:pt x="157674" y="1143912"/>
                  </a:lnTo>
                  <a:lnTo>
                    <a:pt x="160137" y="1142449"/>
                  </a:lnTo>
                  <a:lnTo>
                    <a:pt x="162601" y="1141579"/>
                  </a:lnTo>
                  <a:lnTo>
                    <a:pt x="165065" y="1141332"/>
                  </a:lnTo>
                  <a:lnTo>
                    <a:pt x="167528" y="1141669"/>
                  </a:lnTo>
                  <a:lnTo>
                    <a:pt x="169992" y="1142488"/>
                  </a:lnTo>
                  <a:lnTo>
                    <a:pt x="172456" y="1143640"/>
                  </a:lnTo>
                  <a:lnTo>
                    <a:pt x="174919" y="1144947"/>
                  </a:lnTo>
                  <a:lnTo>
                    <a:pt x="177383" y="1146225"/>
                  </a:lnTo>
                  <a:lnTo>
                    <a:pt x="179847" y="1147274"/>
                  </a:lnTo>
                  <a:lnTo>
                    <a:pt x="182310" y="1147936"/>
                  </a:lnTo>
                  <a:lnTo>
                    <a:pt x="184774" y="1148058"/>
                  </a:lnTo>
                  <a:lnTo>
                    <a:pt x="187237" y="1147488"/>
                  </a:lnTo>
                  <a:lnTo>
                    <a:pt x="189701" y="1146071"/>
                  </a:lnTo>
                  <a:lnTo>
                    <a:pt x="192165" y="1143663"/>
                  </a:lnTo>
                  <a:lnTo>
                    <a:pt x="194628" y="1140155"/>
                  </a:lnTo>
                  <a:lnTo>
                    <a:pt x="197092" y="1135507"/>
                  </a:lnTo>
                  <a:lnTo>
                    <a:pt x="199556" y="1129784"/>
                  </a:lnTo>
                  <a:lnTo>
                    <a:pt x="202019" y="1123185"/>
                  </a:lnTo>
                  <a:lnTo>
                    <a:pt x="204483" y="1116053"/>
                  </a:lnTo>
                  <a:lnTo>
                    <a:pt x="206947" y="1108851"/>
                  </a:lnTo>
                  <a:lnTo>
                    <a:pt x="209410" y="1102102"/>
                  </a:lnTo>
                  <a:lnTo>
                    <a:pt x="211874" y="1096308"/>
                  </a:lnTo>
                  <a:lnTo>
                    <a:pt x="214338" y="1091858"/>
                  </a:lnTo>
                  <a:lnTo>
                    <a:pt x="216801" y="1089054"/>
                  </a:lnTo>
                  <a:lnTo>
                    <a:pt x="219265" y="1087771"/>
                  </a:lnTo>
                  <a:lnTo>
                    <a:pt x="221729" y="1087772"/>
                  </a:lnTo>
                  <a:lnTo>
                    <a:pt x="224192" y="1088755"/>
                  </a:lnTo>
                  <a:lnTo>
                    <a:pt x="226656" y="1090427"/>
                  </a:lnTo>
                  <a:lnTo>
                    <a:pt x="229120" y="1092566"/>
                  </a:lnTo>
                  <a:lnTo>
                    <a:pt x="231583" y="1095040"/>
                  </a:lnTo>
                  <a:lnTo>
                    <a:pt x="234047" y="1097779"/>
                  </a:lnTo>
                  <a:lnTo>
                    <a:pt x="236511" y="1100702"/>
                  </a:lnTo>
                  <a:lnTo>
                    <a:pt x="238974" y="1103639"/>
                  </a:lnTo>
                  <a:lnTo>
                    <a:pt x="241438" y="1106250"/>
                  </a:lnTo>
                  <a:lnTo>
                    <a:pt x="243902" y="1107986"/>
                  </a:lnTo>
                  <a:lnTo>
                    <a:pt x="246365" y="1108103"/>
                  </a:lnTo>
                  <a:lnTo>
                    <a:pt x="248829" y="1105726"/>
                  </a:lnTo>
                  <a:lnTo>
                    <a:pt x="251293" y="1099952"/>
                  </a:lnTo>
                  <a:lnTo>
                    <a:pt x="253756" y="1089791"/>
                  </a:lnTo>
                  <a:lnTo>
                    <a:pt x="256220" y="1074733"/>
                  </a:lnTo>
                  <a:lnTo>
                    <a:pt x="258684" y="1054854"/>
                  </a:lnTo>
                  <a:lnTo>
                    <a:pt x="261147" y="1030549"/>
                  </a:lnTo>
                  <a:lnTo>
                    <a:pt x="263611" y="1002687"/>
                  </a:lnTo>
                  <a:lnTo>
                    <a:pt x="266075" y="972577"/>
                  </a:lnTo>
                  <a:lnTo>
                    <a:pt x="268538" y="941872"/>
                  </a:lnTo>
                  <a:lnTo>
                    <a:pt x="271002" y="912413"/>
                  </a:lnTo>
                  <a:lnTo>
                    <a:pt x="273465" y="885998"/>
                  </a:lnTo>
                  <a:lnTo>
                    <a:pt x="275929" y="864103"/>
                  </a:lnTo>
                  <a:lnTo>
                    <a:pt x="278393" y="847557"/>
                  </a:lnTo>
                  <a:lnTo>
                    <a:pt x="280856" y="836227"/>
                  </a:lnTo>
                  <a:lnTo>
                    <a:pt x="283320" y="828752"/>
                  </a:lnTo>
                  <a:lnTo>
                    <a:pt x="285784" y="822391"/>
                  </a:lnTo>
                  <a:lnTo>
                    <a:pt x="288247" y="813046"/>
                  </a:lnTo>
                  <a:lnTo>
                    <a:pt x="290711" y="795262"/>
                  </a:lnTo>
                  <a:lnTo>
                    <a:pt x="293175" y="762324"/>
                  </a:lnTo>
                  <a:lnTo>
                    <a:pt x="295638" y="709839"/>
                  </a:lnTo>
                  <a:lnTo>
                    <a:pt x="298102" y="635030"/>
                  </a:lnTo>
                  <a:lnTo>
                    <a:pt x="300566" y="538424"/>
                  </a:lnTo>
                  <a:lnTo>
                    <a:pt x="303029" y="424720"/>
                  </a:lnTo>
                  <a:lnTo>
                    <a:pt x="305493" y="302959"/>
                  </a:lnTo>
                  <a:lnTo>
                    <a:pt x="307957" y="185743"/>
                  </a:lnTo>
                  <a:lnTo>
                    <a:pt x="310420" y="87503"/>
                  </a:lnTo>
                  <a:lnTo>
                    <a:pt x="312884" y="22060"/>
                  </a:lnTo>
                  <a:lnTo>
                    <a:pt x="315348" y="0"/>
                  </a:lnTo>
                  <a:lnTo>
                    <a:pt x="317811" y="26499"/>
                  </a:lnTo>
                  <a:lnTo>
                    <a:pt x="320275" y="100176"/>
                  </a:lnTo>
                  <a:lnTo>
                    <a:pt x="322739" y="213297"/>
                  </a:lnTo>
                  <a:lnTo>
                    <a:pt x="325202" y="353319"/>
                  </a:lnTo>
                  <a:lnTo>
                    <a:pt x="327666" y="505339"/>
                  </a:lnTo>
                  <a:lnTo>
                    <a:pt x="330130" y="653704"/>
                  </a:lnTo>
                  <a:lnTo>
                    <a:pt x="332593" y="786480"/>
                  </a:lnTo>
                  <a:lnTo>
                    <a:pt x="335057" y="896840"/>
                  </a:lnTo>
                  <a:lnTo>
                    <a:pt x="337521" y="981934"/>
                  </a:lnTo>
                  <a:lnTo>
                    <a:pt x="339984" y="1042126"/>
                  </a:lnTo>
                  <a:lnTo>
                    <a:pt x="342448" y="1079968"/>
                  </a:lnTo>
                  <a:lnTo>
                    <a:pt x="344912" y="1099217"/>
                  </a:lnTo>
                  <a:lnTo>
                    <a:pt x="347375" y="1104095"/>
                  </a:lnTo>
                  <a:lnTo>
                    <a:pt x="349839" y="1098837"/>
                  </a:lnTo>
                  <a:lnTo>
                    <a:pt x="352303" y="1087454"/>
                  </a:lnTo>
                  <a:lnTo>
                    <a:pt x="354766" y="1073610"/>
                  </a:lnTo>
                  <a:lnTo>
                    <a:pt x="357230" y="1060514"/>
                  </a:lnTo>
                  <a:lnTo>
                    <a:pt x="359694" y="1050764"/>
                  </a:lnTo>
                  <a:lnTo>
                    <a:pt x="362157" y="1046164"/>
                  </a:lnTo>
                  <a:lnTo>
                    <a:pt x="364621" y="1047558"/>
                  </a:lnTo>
                  <a:lnTo>
                    <a:pt x="367084" y="1054991"/>
                  </a:lnTo>
                  <a:lnTo>
                    <a:pt x="369548" y="1067030"/>
                  </a:lnTo>
                  <a:lnTo>
                    <a:pt x="372012" y="1081708"/>
                  </a:lnTo>
                  <a:lnTo>
                    <a:pt x="374475" y="1097062"/>
                  </a:lnTo>
                  <a:lnTo>
                    <a:pt x="376939" y="1111334"/>
                  </a:lnTo>
                  <a:lnTo>
                    <a:pt x="379403" y="1123236"/>
                  </a:lnTo>
                  <a:lnTo>
                    <a:pt x="381866" y="1132074"/>
                  </a:lnTo>
                  <a:lnTo>
                    <a:pt x="384330" y="1137756"/>
                  </a:lnTo>
                  <a:lnTo>
                    <a:pt x="386794" y="1140688"/>
                  </a:lnTo>
                  <a:lnTo>
                    <a:pt x="389257" y="1141615"/>
                  </a:lnTo>
                  <a:lnTo>
                    <a:pt x="391721" y="1141427"/>
                  </a:lnTo>
                  <a:lnTo>
                    <a:pt x="394185" y="1140995"/>
                  </a:lnTo>
                  <a:lnTo>
                    <a:pt x="396648" y="1141027"/>
                  </a:lnTo>
                  <a:lnTo>
                    <a:pt x="399112" y="1141992"/>
                  </a:lnTo>
                  <a:lnTo>
                    <a:pt x="401576" y="1144079"/>
                  </a:lnTo>
                  <a:lnTo>
                    <a:pt x="404039" y="1147239"/>
                  </a:lnTo>
                  <a:lnTo>
                    <a:pt x="406503" y="1151181"/>
                  </a:lnTo>
                  <a:lnTo>
                    <a:pt x="408967" y="1155453"/>
                  </a:lnTo>
                  <a:lnTo>
                    <a:pt x="411430" y="1159648"/>
                  </a:lnTo>
                  <a:lnTo>
                    <a:pt x="413894" y="1163418"/>
                  </a:lnTo>
                  <a:lnTo>
                    <a:pt x="416358" y="1166519"/>
                  </a:lnTo>
                  <a:lnTo>
                    <a:pt x="418821" y="1168827"/>
                  </a:lnTo>
                  <a:lnTo>
                    <a:pt x="421285" y="1170337"/>
                  </a:lnTo>
                  <a:lnTo>
                    <a:pt x="423749" y="1171140"/>
                  </a:lnTo>
                  <a:lnTo>
                    <a:pt x="426212" y="1171394"/>
                  </a:lnTo>
                  <a:lnTo>
                    <a:pt x="428676" y="1171287"/>
                  </a:lnTo>
                  <a:lnTo>
                    <a:pt x="431140" y="1170997"/>
                  </a:lnTo>
                  <a:lnTo>
                    <a:pt x="433603" y="1170672"/>
                  </a:lnTo>
                  <a:lnTo>
                    <a:pt x="436067" y="1170402"/>
                  </a:lnTo>
                  <a:lnTo>
                    <a:pt x="438531" y="1170222"/>
                  </a:lnTo>
                  <a:lnTo>
                    <a:pt x="440994" y="1170114"/>
                  </a:lnTo>
                  <a:lnTo>
                    <a:pt x="443458" y="1170038"/>
                  </a:lnTo>
                  <a:lnTo>
                    <a:pt x="445922" y="1169957"/>
                  </a:lnTo>
                  <a:lnTo>
                    <a:pt x="448385" y="1169873"/>
                  </a:lnTo>
                  <a:lnTo>
                    <a:pt x="450849" y="1169833"/>
                  </a:lnTo>
                  <a:lnTo>
                    <a:pt x="453312" y="1169911"/>
                  </a:lnTo>
                  <a:lnTo>
                    <a:pt x="455776" y="1170194"/>
                  </a:lnTo>
                  <a:lnTo>
                    <a:pt x="458240" y="1170745"/>
                  </a:lnTo>
                  <a:lnTo>
                    <a:pt x="460703" y="1171587"/>
                  </a:lnTo>
                  <a:lnTo>
                    <a:pt x="463167" y="1172690"/>
                  </a:lnTo>
                  <a:lnTo>
                    <a:pt x="465631" y="1173973"/>
                  </a:lnTo>
                  <a:lnTo>
                    <a:pt x="468094" y="1175322"/>
                  </a:lnTo>
                  <a:lnTo>
                    <a:pt x="470558" y="1176614"/>
                  </a:lnTo>
                  <a:lnTo>
                    <a:pt x="473022" y="1177741"/>
                  </a:lnTo>
                  <a:lnTo>
                    <a:pt x="475485" y="1178634"/>
                  </a:lnTo>
                  <a:lnTo>
                    <a:pt x="477949" y="1179268"/>
                  </a:lnTo>
                  <a:lnTo>
                    <a:pt x="480413" y="1179657"/>
                  </a:lnTo>
                  <a:lnTo>
                    <a:pt x="482876" y="1179876"/>
                  </a:lnTo>
                  <a:lnTo>
                    <a:pt x="485340" y="1180013"/>
                  </a:lnTo>
                  <a:lnTo>
                    <a:pt x="487804" y="1180143"/>
                  </a:lnTo>
                  <a:lnTo>
                    <a:pt x="490267" y="1180322"/>
                  </a:lnTo>
                  <a:lnTo>
                    <a:pt x="492731" y="1180573"/>
                  </a:lnTo>
                  <a:lnTo>
                    <a:pt x="495195" y="1180884"/>
                  </a:lnTo>
                  <a:lnTo>
                    <a:pt x="497658" y="1181210"/>
                  </a:lnTo>
                  <a:lnTo>
                    <a:pt x="500122" y="1181487"/>
                  </a:lnTo>
                  <a:lnTo>
                    <a:pt x="502586" y="1181651"/>
                  </a:lnTo>
                  <a:lnTo>
                    <a:pt x="505049" y="1181655"/>
                  </a:lnTo>
                  <a:lnTo>
                    <a:pt x="507513" y="1181490"/>
                  </a:lnTo>
                  <a:lnTo>
                    <a:pt x="509977" y="1181186"/>
                  </a:lnTo>
                  <a:lnTo>
                    <a:pt x="512440" y="1180814"/>
                  </a:lnTo>
                  <a:lnTo>
                    <a:pt x="514904" y="1180465"/>
                  </a:lnTo>
                  <a:lnTo>
                    <a:pt x="517368" y="1180236"/>
                  </a:lnTo>
                  <a:lnTo>
                    <a:pt x="519831" y="1180191"/>
                  </a:lnTo>
                  <a:lnTo>
                    <a:pt x="522295" y="1180320"/>
                  </a:lnTo>
                  <a:lnTo>
                    <a:pt x="524759" y="1180560"/>
                  </a:lnTo>
                  <a:lnTo>
                    <a:pt x="527222" y="1180804"/>
                  </a:lnTo>
                  <a:lnTo>
                    <a:pt x="529686" y="1180917"/>
                  </a:lnTo>
                  <a:lnTo>
                    <a:pt x="532150" y="1180770"/>
                  </a:lnTo>
                  <a:lnTo>
                    <a:pt x="534613" y="1180264"/>
                  </a:lnTo>
                  <a:lnTo>
                    <a:pt x="537077" y="1179348"/>
                  </a:lnTo>
                  <a:lnTo>
                    <a:pt x="539541" y="1178031"/>
                  </a:lnTo>
                  <a:lnTo>
                    <a:pt x="542004" y="1176374"/>
                  </a:lnTo>
                  <a:lnTo>
                    <a:pt x="544468" y="1174482"/>
                  </a:lnTo>
                  <a:lnTo>
                    <a:pt x="546931" y="1172483"/>
                  </a:lnTo>
                  <a:lnTo>
                    <a:pt x="549395" y="1170506"/>
                  </a:lnTo>
                  <a:lnTo>
                    <a:pt x="551859" y="1168666"/>
                  </a:lnTo>
                  <a:lnTo>
                    <a:pt x="554322" y="1167058"/>
                  </a:lnTo>
                  <a:lnTo>
                    <a:pt x="556786" y="1165773"/>
                  </a:lnTo>
                  <a:lnTo>
                    <a:pt x="559250" y="1164837"/>
                  </a:lnTo>
                  <a:lnTo>
                    <a:pt x="561713" y="1164278"/>
                  </a:lnTo>
                  <a:lnTo>
                    <a:pt x="564177" y="1164105"/>
                  </a:lnTo>
                  <a:lnTo>
                    <a:pt x="566641" y="1164301"/>
                  </a:lnTo>
                  <a:lnTo>
                    <a:pt x="569104" y="1164824"/>
                  </a:lnTo>
                  <a:lnTo>
                    <a:pt x="571568" y="1165598"/>
                  </a:lnTo>
                  <a:lnTo>
                    <a:pt x="574032" y="1166523"/>
                  </a:lnTo>
                  <a:lnTo>
                    <a:pt x="576495" y="1167491"/>
                  </a:lnTo>
                  <a:lnTo>
                    <a:pt x="578959" y="1168404"/>
                  </a:lnTo>
                  <a:lnTo>
                    <a:pt x="581423" y="1169196"/>
                  </a:lnTo>
                  <a:lnTo>
                    <a:pt x="583886" y="1169843"/>
                  </a:lnTo>
                  <a:lnTo>
                    <a:pt x="586350" y="1170365"/>
                  </a:lnTo>
                  <a:lnTo>
                    <a:pt x="588814" y="1170812"/>
                  </a:lnTo>
                  <a:lnTo>
                    <a:pt x="591277" y="1171251"/>
                  </a:lnTo>
                  <a:lnTo>
                    <a:pt x="593741" y="1171744"/>
                  </a:lnTo>
                  <a:lnTo>
                    <a:pt x="596205" y="1172322"/>
                  </a:lnTo>
                  <a:lnTo>
                    <a:pt x="598668" y="1172987"/>
                  </a:lnTo>
                  <a:lnTo>
                    <a:pt x="601132" y="1173722"/>
                  </a:lnTo>
                  <a:lnTo>
                    <a:pt x="603596" y="1174502"/>
                  </a:lnTo>
                  <a:lnTo>
                    <a:pt x="606059" y="1175303"/>
                  </a:lnTo>
                  <a:lnTo>
                    <a:pt x="608523" y="1176107"/>
                  </a:lnTo>
                  <a:lnTo>
                    <a:pt x="610987" y="1176906"/>
                  </a:lnTo>
                  <a:lnTo>
                    <a:pt x="613450" y="1177696"/>
                  </a:lnTo>
                  <a:lnTo>
                    <a:pt x="615914" y="1178476"/>
                  </a:lnTo>
                  <a:lnTo>
                    <a:pt x="618378" y="1179244"/>
                  </a:lnTo>
                  <a:lnTo>
                    <a:pt x="620841" y="1179992"/>
                  </a:lnTo>
                  <a:lnTo>
                    <a:pt x="623305" y="1180709"/>
                  </a:lnTo>
                  <a:lnTo>
                    <a:pt x="625769" y="1181382"/>
                  </a:lnTo>
                  <a:lnTo>
                    <a:pt x="628232" y="1181994"/>
                  </a:lnTo>
                  <a:lnTo>
                    <a:pt x="630696" y="1182526"/>
                  </a:lnTo>
                  <a:lnTo>
                    <a:pt x="633159" y="1182964"/>
                  </a:lnTo>
                  <a:lnTo>
                    <a:pt x="635623" y="1183298"/>
                  </a:lnTo>
                  <a:lnTo>
                    <a:pt x="638087" y="1183520"/>
                  </a:lnTo>
                  <a:lnTo>
                    <a:pt x="640550" y="1183626"/>
                  </a:lnTo>
                  <a:lnTo>
                    <a:pt x="643014" y="1183611"/>
                  </a:lnTo>
                  <a:lnTo>
                    <a:pt x="645478" y="1183473"/>
                  </a:lnTo>
                  <a:lnTo>
                    <a:pt x="647941" y="1183211"/>
                  </a:lnTo>
                  <a:lnTo>
                    <a:pt x="650405" y="1182824"/>
                  </a:lnTo>
                  <a:lnTo>
                    <a:pt x="652869" y="1182313"/>
                  </a:lnTo>
                  <a:lnTo>
                    <a:pt x="655332" y="1181685"/>
                  </a:lnTo>
                  <a:lnTo>
                    <a:pt x="657796" y="1180957"/>
                  </a:lnTo>
                  <a:lnTo>
                    <a:pt x="660260" y="1180158"/>
                  </a:lnTo>
                  <a:lnTo>
                    <a:pt x="662723" y="1179332"/>
                  </a:lnTo>
                  <a:lnTo>
                    <a:pt x="665187" y="1178529"/>
                  </a:lnTo>
                  <a:lnTo>
                    <a:pt x="667651" y="1177809"/>
                  </a:lnTo>
                  <a:lnTo>
                    <a:pt x="670114" y="1177236"/>
                  </a:lnTo>
                  <a:lnTo>
                    <a:pt x="672578" y="1176849"/>
                  </a:lnTo>
                  <a:lnTo>
                    <a:pt x="675042" y="1176681"/>
                  </a:lnTo>
                  <a:lnTo>
                    <a:pt x="677505" y="1176753"/>
                  </a:lnTo>
                  <a:lnTo>
                    <a:pt x="679969" y="1177068"/>
                  </a:lnTo>
                  <a:lnTo>
                    <a:pt x="682433" y="1177614"/>
                  </a:lnTo>
                  <a:lnTo>
                    <a:pt x="684896" y="1178351"/>
                  </a:lnTo>
                  <a:lnTo>
                    <a:pt x="687360" y="1179220"/>
                  </a:lnTo>
                  <a:lnTo>
                    <a:pt x="689824" y="1180136"/>
                  </a:lnTo>
                  <a:lnTo>
                    <a:pt x="692287" y="1181003"/>
                  </a:lnTo>
                  <a:lnTo>
                    <a:pt x="694751" y="1181724"/>
                  </a:lnTo>
                  <a:lnTo>
                    <a:pt x="697215" y="1182220"/>
                  </a:lnTo>
                  <a:lnTo>
                    <a:pt x="699678" y="1182440"/>
                  </a:lnTo>
                  <a:lnTo>
                    <a:pt x="702142" y="1182376"/>
                  </a:lnTo>
                  <a:lnTo>
                    <a:pt x="704606" y="1182061"/>
                  </a:lnTo>
                  <a:lnTo>
                    <a:pt x="707069" y="1181563"/>
                  </a:lnTo>
                  <a:lnTo>
                    <a:pt x="709533" y="1180995"/>
                  </a:lnTo>
                  <a:lnTo>
                    <a:pt x="711997" y="1180461"/>
                  </a:lnTo>
                  <a:lnTo>
                    <a:pt x="714460" y="1180049"/>
                  </a:lnTo>
                  <a:lnTo>
                    <a:pt x="716924" y="1179826"/>
                  </a:lnTo>
                  <a:lnTo>
                    <a:pt x="719388" y="1179835"/>
                  </a:lnTo>
                  <a:lnTo>
                    <a:pt x="721851" y="1180089"/>
                  </a:lnTo>
                  <a:lnTo>
                    <a:pt x="724315" y="1180573"/>
                  </a:lnTo>
                  <a:lnTo>
                    <a:pt x="726778" y="1181253"/>
                  </a:lnTo>
                  <a:lnTo>
                    <a:pt x="729242" y="1182075"/>
                  </a:lnTo>
                  <a:lnTo>
                    <a:pt x="731706" y="1182972"/>
                  </a:lnTo>
                  <a:lnTo>
                    <a:pt x="734169" y="1183875"/>
                  </a:lnTo>
                  <a:lnTo>
                    <a:pt x="736633" y="1184716"/>
                  </a:lnTo>
                  <a:lnTo>
                    <a:pt x="739097" y="1185437"/>
                  </a:lnTo>
                  <a:lnTo>
                    <a:pt x="741560" y="1185993"/>
                  </a:lnTo>
                  <a:lnTo>
                    <a:pt x="744024" y="1186348"/>
                  </a:lnTo>
                  <a:lnTo>
                    <a:pt x="746488" y="1186493"/>
                  </a:lnTo>
                  <a:lnTo>
                    <a:pt x="748951" y="1186435"/>
                  </a:lnTo>
                  <a:lnTo>
                    <a:pt x="751415" y="1186186"/>
                  </a:lnTo>
                  <a:lnTo>
                    <a:pt x="753879" y="1185757"/>
                  </a:lnTo>
                  <a:lnTo>
                    <a:pt x="756342" y="1185162"/>
                  </a:lnTo>
                  <a:lnTo>
                    <a:pt x="758806" y="1184409"/>
                  </a:lnTo>
                  <a:lnTo>
                    <a:pt x="761270" y="1183507"/>
                  </a:lnTo>
                  <a:lnTo>
                    <a:pt x="763733" y="1182465"/>
                  </a:lnTo>
                  <a:lnTo>
                    <a:pt x="766197" y="1181303"/>
                  </a:lnTo>
                  <a:lnTo>
                    <a:pt x="768661" y="1180056"/>
                  </a:lnTo>
                  <a:lnTo>
                    <a:pt x="771124" y="1178785"/>
                  </a:lnTo>
                  <a:lnTo>
                    <a:pt x="773588" y="1177571"/>
                  </a:lnTo>
                  <a:lnTo>
                    <a:pt x="776052" y="1176513"/>
                  </a:lnTo>
                  <a:lnTo>
                    <a:pt x="778515" y="1175707"/>
                  </a:lnTo>
                  <a:lnTo>
                    <a:pt x="780979" y="1175236"/>
                  </a:lnTo>
                  <a:lnTo>
                    <a:pt x="783443" y="1175139"/>
                  </a:lnTo>
                  <a:lnTo>
                    <a:pt x="785906" y="1175357"/>
                  </a:lnTo>
                  <a:lnTo>
                    <a:pt x="788370" y="1175798"/>
                  </a:lnTo>
                  <a:lnTo>
                    <a:pt x="790834" y="1176342"/>
                  </a:lnTo>
                  <a:lnTo>
                    <a:pt x="793297" y="1176866"/>
                  </a:lnTo>
                  <a:lnTo>
                    <a:pt x="795761" y="1177274"/>
                  </a:lnTo>
                  <a:lnTo>
                    <a:pt x="798225" y="1177516"/>
                  </a:lnTo>
                  <a:lnTo>
                    <a:pt x="800688" y="1177590"/>
                  </a:lnTo>
                  <a:lnTo>
                    <a:pt x="803152" y="1177537"/>
                  </a:lnTo>
                  <a:lnTo>
                    <a:pt x="805616" y="1177418"/>
                  </a:lnTo>
                  <a:lnTo>
                    <a:pt x="808079" y="1177297"/>
                  </a:lnTo>
                  <a:lnTo>
                    <a:pt x="810543" y="1177218"/>
                  </a:lnTo>
                  <a:lnTo>
                    <a:pt x="813006" y="1177196"/>
                  </a:lnTo>
                  <a:lnTo>
                    <a:pt x="815470" y="1177215"/>
                  </a:lnTo>
                  <a:lnTo>
                    <a:pt x="817934" y="1177240"/>
                  </a:lnTo>
                  <a:lnTo>
                    <a:pt x="820397" y="1177218"/>
                  </a:lnTo>
                  <a:lnTo>
                    <a:pt x="822861" y="1177109"/>
                  </a:lnTo>
                  <a:lnTo>
                    <a:pt x="825325" y="1176890"/>
                  </a:lnTo>
                  <a:lnTo>
                    <a:pt x="827788" y="1176555"/>
                  </a:lnTo>
                  <a:lnTo>
                    <a:pt x="830252" y="1176120"/>
                  </a:lnTo>
                  <a:lnTo>
                    <a:pt x="832716" y="1175621"/>
                  </a:lnTo>
                  <a:lnTo>
                    <a:pt x="835179" y="1175108"/>
                  </a:lnTo>
                  <a:lnTo>
                    <a:pt x="837643" y="1174642"/>
                  </a:lnTo>
                  <a:lnTo>
                    <a:pt x="840107" y="1174285"/>
                  </a:lnTo>
                  <a:lnTo>
                    <a:pt x="842570" y="1174092"/>
                  </a:lnTo>
                  <a:lnTo>
                    <a:pt x="845034" y="1174098"/>
                  </a:lnTo>
                  <a:lnTo>
                    <a:pt x="847498" y="1174319"/>
                  </a:lnTo>
                  <a:lnTo>
                    <a:pt x="849961" y="1174742"/>
                  </a:lnTo>
                  <a:lnTo>
                    <a:pt x="852425" y="1175338"/>
                  </a:lnTo>
                  <a:lnTo>
                    <a:pt x="854889" y="1176069"/>
                  </a:lnTo>
                  <a:lnTo>
                    <a:pt x="857352" y="1176892"/>
                  </a:lnTo>
                  <a:lnTo>
                    <a:pt x="859816" y="1177764"/>
                  </a:lnTo>
                  <a:lnTo>
                    <a:pt x="862280" y="1178648"/>
                  </a:lnTo>
                  <a:lnTo>
                    <a:pt x="864743" y="1179508"/>
                  </a:lnTo>
                  <a:lnTo>
                    <a:pt x="867207" y="1180310"/>
                  </a:lnTo>
                  <a:lnTo>
                    <a:pt x="869671" y="1181017"/>
                  </a:lnTo>
                  <a:lnTo>
                    <a:pt x="872134" y="1181598"/>
                  </a:lnTo>
                  <a:lnTo>
                    <a:pt x="874598" y="1182033"/>
                  </a:lnTo>
                  <a:lnTo>
                    <a:pt x="877062" y="1182323"/>
                  </a:lnTo>
                  <a:lnTo>
                    <a:pt x="879525" y="1182490"/>
                  </a:lnTo>
                  <a:lnTo>
                    <a:pt x="881989" y="1182577"/>
                  </a:lnTo>
                  <a:lnTo>
                    <a:pt x="884453" y="1182643"/>
                  </a:lnTo>
                  <a:lnTo>
                    <a:pt x="886916" y="1182744"/>
                  </a:lnTo>
                  <a:lnTo>
                    <a:pt x="889380" y="1182925"/>
                  </a:lnTo>
                  <a:lnTo>
                    <a:pt x="891844" y="1183208"/>
                  </a:lnTo>
                  <a:lnTo>
                    <a:pt x="894307" y="1183586"/>
                  </a:lnTo>
                  <a:lnTo>
                    <a:pt x="896771" y="1184020"/>
                  </a:lnTo>
                  <a:lnTo>
                    <a:pt x="899235" y="1184453"/>
                  </a:lnTo>
                  <a:lnTo>
                    <a:pt x="901698" y="1184832"/>
                  </a:lnTo>
                  <a:lnTo>
                    <a:pt x="904162" y="1185120"/>
                  </a:lnTo>
                  <a:lnTo>
                    <a:pt x="906625" y="1185303"/>
                  </a:lnTo>
                  <a:lnTo>
                    <a:pt x="909089" y="1185390"/>
                  </a:lnTo>
                  <a:lnTo>
                    <a:pt x="911553" y="1185412"/>
                  </a:lnTo>
                  <a:lnTo>
                    <a:pt x="914016" y="1185411"/>
                  </a:lnTo>
                  <a:lnTo>
                    <a:pt x="916480" y="1185434"/>
                  </a:lnTo>
                  <a:lnTo>
                    <a:pt x="918944" y="1185514"/>
                  </a:lnTo>
                  <a:lnTo>
                    <a:pt x="921407" y="1185672"/>
                  </a:lnTo>
                  <a:lnTo>
                    <a:pt x="923871" y="1185908"/>
                  </a:lnTo>
                  <a:lnTo>
                    <a:pt x="926335" y="1186206"/>
                  </a:lnTo>
                  <a:lnTo>
                    <a:pt x="928798" y="1186538"/>
                  </a:lnTo>
                  <a:lnTo>
                    <a:pt x="931262" y="1186872"/>
                  </a:lnTo>
                  <a:lnTo>
                    <a:pt x="933726" y="1187177"/>
                  </a:lnTo>
                  <a:lnTo>
                    <a:pt x="936189" y="1187436"/>
                  </a:lnTo>
                  <a:lnTo>
                    <a:pt x="938653" y="1187642"/>
                  </a:lnTo>
                  <a:lnTo>
                    <a:pt x="941117" y="1187795"/>
                  </a:lnTo>
                  <a:lnTo>
                    <a:pt x="943580" y="1187902"/>
                  </a:lnTo>
                  <a:lnTo>
                    <a:pt x="946044" y="1187971"/>
                  </a:lnTo>
                  <a:lnTo>
                    <a:pt x="948508" y="1188010"/>
                  </a:lnTo>
                  <a:lnTo>
                    <a:pt x="950971" y="1188024"/>
                  </a:lnTo>
                  <a:lnTo>
                    <a:pt x="953435" y="1188017"/>
                  </a:lnTo>
                  <a:lnTo>
                    <a:pt x="955899" y="1187986"/>
                  </a:lnTo>
                  <a:lnTo>
                    <a:pt x="958362" y="1187928"/>
                  </a:lnTo>
                  <a:lnTo>
                    <a:pt x="960826" y="1187834"/>
                  </a:lnTo>
                  <a:lnTo>
                    <a:pt x="963290" y="1187697"/>
                  </a:lnTo>
                  <a:lnTo>
                    <a:pt x="965753" y="1187509"/>
                  </a:lnTo>
                  <a:lnTo>
                    <a:pt x="968217" y="1187268"/>
                  </a:lnTo>
                  <a:lnTo>
                    <a:pt x="970681" y="1186975"/>
                  </a:lnTo>
                  <a:lnTo>
                    <a:pt x="973144" y="1186649"/>
                  </a:lnTo>
                  <a:lnTo>
                    <a:pt x="975608" y="1186314"/>
                  </a:lnTo>
                  <a:lnTo>
                    <a:pt x="978072" y="1186000"/>
                  </a:lnTo>
                  <a:lnTo>
                    <a:pt x="980535" y="1185734"/>
                  </a:lnTo>
                  <a:lnTo>
                    <a:pt x="982999" y="1185534"/>
                  </a:lnTo>
                  <a:lnTo>
                    <a:pt x="985463" y="1185403"/>
                  </a:lnTo>
                  <a:lnTo>
                    <a:pt x="987926" y="1185325"/>
                  </a:lnTo>
                  <a:lnTo>
                    <a:pt x="990390" y="1185266"/>
                  </a:lnTo>
                  <a:lnTo>
                    <a:pt x="992853" y="1185183"/>
                  </a:lnTo>
                  <a:lnTo>
                    <a:pt x="995317" y="1185030"/>
                  </a:lnTo>
                  <a:lnTo>
                    <a:pt x="997781" y="1184771"/>
                  </a:lnTo>
                  <a:lnTo>
                    <a:pt x="1000244" y="1184388"/>
                  </a:lnTo>
                  <a:lnTo>
                    <a:pt x="1002708" y="1183887"/>
                  </a:lnTo>
                  <a:lnTo>
                    <a:pt x="1005172" y="1183296"/>
                  </a:lnTo>
                  <a:lnTo>
                    <a:pt x="1007635" y="1182661"/>
                  </a:lnTo>
                  <a:lnTo>
                    <a:pt x="1010099" y="1182035"/>
                  </a:lnTo>
                  <a:lnTo>
                    <a:pt x="1012563" y="1181459"/>
                  </a:lnTo>
                  <a:lnTo>
                    <a:pt x="1015026" y="1180958"/>
                  </a:lnTo>
                  <a:lnTo>
                    <a:pt x="1017490" y="1180539"/>
                  </a:lnTo>
                  <a:lnTo>
                    <a:pt x="1019954" y="1180200"/>
                  </a:lnTo>
                  <a:lnTo>
                    <a:pt x="1022417" y="1179933"/>
                  </a:lnTo>
                  <a:lnTo>
                    <a:pt x="1024881" y="1179734"/>
                  </a:lnTo>
                  <a:lnTo>
                    <a:pt x="1027345" y="1179599"/>
                  </a:lnTo>
                  <a:lnTo>
                    <a:pt x="1029808" y="1179536"/>
                  </a:lnTo>
                  <a:lnTo>
                    <a:pt x="1032272" y="1179556"/>
                  </a:lnTo>
                  <a:lnTo>
                    <a:pt x="1034736" y="1179673"/>
                  </a:lnTo>
                  <a:lnTo>
                    <a:pt x="1037199" y="1179901"/>
                  </a:lnTo>
                  <a:lnTo>
                    <a:pt x="1039663" y="1180252"/>
                  </a:lnTo>
                  <a:lnTo>
                    <a:pt x="1042127" y="1180728"/>
                  </a:lnTo>
                  <a:lnTo>
                    <a:pt x="1044590" y="1181318"/>
                  </a:lnTo>
                  <a:lnTo>
                    <a:pt x="1047054" y="1181995"/>
                  </a:lnTo>
                  <a:lnTo>
                    <a:pt x="1049518" y="1182701"/>
                  </a:lnTo>
                  <a:lnTo>
                    <a:pt x="1051981" y="1183377"/>
                  </a:lnTo>
                  <a:lnTo>
                    <a:pt x="1054445" y="1183957"/>
                  </a:lnTo>
                  <a:lnTo>
                    <a:pt x="1056909" y="1184384"/>
                  </a:lnTo>
                  <a:lnTo>
                    <a:pt x="1059372" y="1184623"/>
                  </a:lnTo>
                  <a:lnTo>
                    <a:pt x="1061836" y="1184662"/>
                  </a:lnTo>
                  <a:lnTo>
                    <a:pt x="1064300" y="1184523"/>
                  </a:lnTo>
                  <a:lnTo>
                    <a:pt x="1066763" y="1184256"/>
                  </a:lnTo>
                  <a:lnTo>
                    <a:pt x="1069227" y="1183929"/>
                  </a:lnTo>
                  <a:lnTo>
                    <a:pt x="1071691" y="1183623"/>
                  </a:lnTo>
                  <a:lnTo>
                    <a:pt x="1074154" y="1183411"/>
                  </a:lnTo>
                  <a:lnTo>
                    <a:pt x="1076618" y="1183352"/>
                  </a:lnTo>
                  <a:lnTo>
                    <a:pt x="1079082" y="1183474"/>
                  </a:lnTo>
                  <a:lnTo>
                    <a:pt x="1081545" y="1183780"/>
                  </a:lnTo>
                  <a:lnTo>
                    <a:pt x="1084009" y="1184245"/>
                  </a:lnTo>
                  <a:lnTo>
                    <a:pt x="1086472" y="1184808"/>
                  </a:lnTo>
                  <a:lnTo>
                    <a:pt x="1088936" y="1185408"/>
                  </a:lnTo>
                  <a:lnTo>
                    <a:pt x="1091400" y="1185992"/>
                  </a:lnTo>
                  <a:lnTo>
                    <a:pt x="1093863" y="1186519"/>
                  </a:lnTo>
                  <a:lnTo>
                    <a:pt x="1096327" y="1186963"/>
                  </a:lnTo>
                  <a:lnTo>
                    <a:pt x="1098791" y="1187315"/>
                  </a:lnTo>
                  <a:lnTo>
                    <a:pt x="1101254" y="1187575"/>
                  </a:lnTo>
                  <a:lnTo>
                    <a:pt x="1103718" y="1187754"/>
                  </a:lnTo>
                  <a:lnTo>
                    <a:pt x="1106182" y="1187864"/>
                  </a:lnTo>
                  <a:lnTo>
                    <a:pt x="1108645" y="1187913"/>
                  </a:lnTo>
                  <a:lnTo>
                    <a:pt x="1111109" y="1187907"/>
                  </a:lnTo>
                  <a:lnTo>
                    <a:pt x="1113573" y="1187844"/>
                  </a:lnTo>
                  <a:lnTo>
                    <a:pt x="1116036" y="1187715"/>
                  </a:lnTo>
                  <a:lnTo>
                    <a:pt x="1118500" y="1187503"/>
                  </a:lnTo>
                  <a:lnTo>
                    <a:pt x="1120964" y="1187181"/>
                  </a:lnTo>
                  <a:lnTo>
                    <a:pt x="1123427" y="1186723"/>
                  </a:lnTo>
                  <a:lnTo>
                    <a:pt x="1125891" y="1186114"/>
                  </a:lnTo>
                  <a:lnTo>
                    <a:pt x="1128355" y="1185347"/>
                  </a:lnTo>
                  <a:lnTo>
                    <a:pt x="1130818" y="1184430"/>
                  </a:lnTo>
                  <a:lnTo>
                    <a:pt x="1133282" y="1183394"/>
                  </a:lnTo>
                  <a:lnTo>
                    <a:pt x="1135746" y="1182293"/>
                  </a:lnTo>
                  <a:lnTo>
                    <a:pt x="1138209" y="1181201"/>
                  </a:lnTo>
                  <a:lnTo>
                    <a:pt x="1140673" y="1180204"/>
                  </a:lnTo>
                  <a:lnTo>
                    <a:pt x="1143137" y="1179389"/>
                  </a:lnTo>
                  <a:lnTo>
                    <a:pt x="1145600" y="1178830"/>
                  </a:lnTo>
                  <a:lnTo>
                    <a:pt x="1148064" y="1178577"/>
                  </a:lnTo>
                  <a:lnTo>
                    <a:pt x="1150528" y="1178641"/>
                  </a:lnTo>
                  <a:lnTo>
                    <a:pt x="1152991" y="1178999"/>
                  </a:lnTo>
                  <a:lnTo>
                    <a:pt x="1155455" y="1179595"/>
                  </a:lnTo>
                  <a:lnTo>
                    <a:pt x="1157919" y="1180358"/>
                  </a:lnTo>
                  <a:lnTo>
                    <a:pt x="1160382" y="1181207"/>
                  </a:lnTo>
                  <a:lnTo>
                    <a:pt x="1162846" y="1182068"/>
                  </a:lnTo>
                  <a:lnTo>
                    <a:pt x="1165310" y="1182899"/>
                  </a:lnTo>
                  <a:lnTo>
                    <a:pt x="1167773" y="1183672"/>
                  </a:lnTo>
                  <a:lnTo>
                    <a:pt x="1170237" y="1184369"/>
                  </a:lnTo>
                  <a:lnTo>
                    <a:pt x="1172701" y="1184976"/>
                  </a:lnTo>
                  <a:lnTo>
                    <a:pt x="1175164" y="1185474"/>
                  </a:lnTo>
                  <a:lnTo>
                    <a:pt x="1177628" y="1185840"/>
                  </a:lnTo>
                  <a:lnTo>
                    <a:pt x="1180091" y="1186043"/>
                  </a:lnTo>
                  <a:lnTo>
                    <a:pt x="1182555" y="1186051"/>
                  </a:lnTo>
                  <a:lnTo>
                    <a:pt x="1185019" y="1185841"/>
                  </a:lnTo>
                  <a:lnTo>
                    <a:pt x="1187482" y="1185402"/>
                  </a:lnTo>
                  <a:lnTo>
                    <a:pt x="1189946" y="1184744"/>
                  </a:lnTo>
                  <a:lnTo>
                    <a:pt x="1192410" y="1183907"/>
                  </a:lnTo>
                  <a:lnTo>
                    <a:pt x="1194873" y="1182959"/>
                  </a:lnTo>
                  <a:lnTo>
                    <a:pt x="1197337" y="1181998"/>
                  </a:lnTo>
                  <a:lnTo>
                    <a:pt x="1199801" y="1181135"/>
                  </a:lnTo>
                  <a:lnTo>
                    <a:pt x="1202264" y="1180466"/>
                  </a:lnTo>
                  <a:lnTo>
                    <a:pt x="1204728" y="1180057"/>
                  </a:lnTo>
                  <a:lnTo>
                    <a:pt x="1207192" y="1179940"/>
                  </a:lnTo>
                  <a:lnTo>
                    <a:pt x="1209655" y="1180107"/>
                  </a:lnTo>
                  <a:lnTo>
                    <a:pt x="1212119" y="1180519"/>
                  </a:lnTo>
                  <a:lnTo>
                    <a:pt x="1214583" y="1181119"/>
                  </a:lnTo>
                  <a:lnTo>
                    <a:pt x="1217046" y="1181840"/>
                  </a:lnTo>
                  <a:lnTo>
                    <a:pt x="1219510" y="1182621"/>
                  </a:lnTo>
                  <a:lnTo>
                    <a:pt x="1221974" y="1183412"/>
                  </a:lnTo>
                  <a:lnTo>
                    <a:pt x="1224437" y="1184174"/>
                  </a:lnTo>
                  <a:lnTo>
                    <a:pt x="1226901" y="1184879"/>
                  </a:lnTo>
                  <a:lnTo>
                    <a:pt x="1229365" y="1185503"/>
                  </a:lnTo>
                  <a:lnTo>
                    <a:pt x="1231828" y="1186028"/>
                  </a:lnTo>
                  <a:lnTo>
                    <a:pt x="1234292" y="1186429"/>
                  </a:lnTo>
                  <a:lnTo>
                    <a:pt x="1236756" y="1186696"/>
                  </a:lnTo>
                  <a:lnTo>
                    <a:pt x="1239219" y="1186826"/>
                  </a:lnTo>
                  <a:lnTo>
                    <a:pt x="1241683" y="1186825"/>
                  </a:lnTo>
                  <a:lnTo>
                    <a:pt x="1244147" y="1186709"/>
                  </a:lnTo>
                  <a:lnTo>
                    <a:pt x="1246610" y="1186508"/>
                  </a:lnTo>
                  <a:lnTo>
                    <a:pt x="1249074" y="1186260"/>
                  </a:lnTo>
                  <a:lnTo>
                    <a:pt x="1251538" y="1186009"/>
                  </a:lnTo>
                  <a:lnTo>
                    <a:pt x="1254001" y="1185801"/>
                  </a:lnTo>
                  <a:lnTo>
                    <a:pt x="1256465" y="1185672"/>
                  </a:lnTo>
                  <a:lnTo>
                    <a:pt x="1258929" y="1185648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7005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80"/>
                  </a:lnTo>
                  <a:lnTo>
                    <a:pt x="36954" y="1188080"/>
                  </a:lnTo>
                  <a:lnTo>
                    <a:pt x="39418" y="1188080"/>
                  </a:lnTo>
                  <a:lnTo>
                    <a:pt x="41882" y="1188080"/>
                  </a:lnTo>
                  <a:lnTo>
                    <a:pt x="44345" y="1188080"/>
                  </a:lnTo>
                  <a:lnTo>
                    <a:pt x="46809" y="1188080"/>
                  </a:lnTo>
                  <a:lnTo>
                    <a:pt x="49273" y="1188080"/>
                  </a:lnTo>
                  <a:lnTo>
                    <a:pt x="51736" y="1188080"/>
                  </a:lnTo>
                  <a:lnTo>
                    <a:pt x="54200" y="1188080"/>
                  </a:lnTo>
                  <a:lnTo>
                    <a:pt x="56664" y="1188080"/>
                  </a:lnTo>
                  <a:lnTo>
                    <a:pt x="59127" y="1188080"/>
                  </a:lnTo>
                  <a:lnTo>
                    <a:pt x="61591" y="1188080"/>
                  </a:lnTo>
                  <a:lnTo>
                    <a:pt x="64055" y="1188080"/>
                  </a:lnTo>
                  <a:lnTo>
                    <a:pt x="66518" y="1188080"/>
                  </a:lnTo>
                  <a:lnTo>
                    <a:pt x="68982" y="1188080"/>
                  </a:lnTo>
                  <a:lnTo>
                    <a:pt x="71446" y="1188080"/>
                  </a:lnTo>
                  <a:lnTo>
                    <a:pt x="73909" y="1188079"/>
                  </a:lnTo>
                  <a:lnTo>
                    <a:pt x="76373" y="1188079"/>
                  </a:lnTo>
                  <a:lnTo>
                    <a:pt x="78837" y="1188078"/>
                  </a:lnTo>
                  <a:lnTo>
                    <a:pt x="81300" y="1188076"/>
                  </a:lnTo>
                  <a:lnTo>
                    <a:pt x="83764" y="1188071"/>
                  </a:lnTo>
                  <a:lnTo>
                    <a:pt x="86228" y="1188061"/>
                  </a:lnTo>
                  <a:lnTo>
                    <a:pt x="88691" y="1188043"/>
                  </a:lnTo>
                  <a:lnTo>
                    <a:pt x="91155" y="1188010"/>
                  </a:lnTo>
                  <a:lnTo>
                    <a:pt x="93618" y="1187954"/>
                  </a:lnTo>
                  <a:lnTo>
                    <a:pt x="96082" y="1187861"/>
                  </a:lnTo>
                  <a:lnTo>
                    <a:pt x="98546" y="1187715"/>
                  </a:lnTo>
                  <a:lnTo>
                    <a:pt x="101009" y="1187494"/>
                  </a:lnTo>
                  <a:lnTo>
                    <a:pt x="103473" y="1187162"/>
                  </a:lnTo>
                  <a:lnTo>
                    <a:pt x="105937" y="1186691"/>
                  </a:lnTo>
                  <a:lnTo>
                    <a:pt x="108400" y="1186048"/>
                  </a:lnTo>
                  <a:lnTo>
                    <a:pt x="110864" y="1185203"/>
                  </a:lnTo>
                  <a:lnTo>
                    <a:pt x="113328" y="1184126"/>
                  </a:lnTo>
                  <a:lnTo>
                    <a:pt x="115791" y="1182799"/>
                  </a:lnTo>
                  <a:lnTo>
                    <a:pt x="118255" y="1181215"/>
                  </a:lnTo>
                  <a:lnTo>
                    <a:pt x="120719" y="1179387"/>
                  </a:lnTo>
                  <a:lnTo>
                    <a:pt x="123182" y="1177345"/>
                  </a:lnTo>
                  <a:lnTo>
                    <a:pt x="125646" y="1175138"/>
                  </a:lnTo>
                  <a:lnTo>
                    <a:pt x="128110" y="1172825"/>
                  </a:lnTo>
                  <a:lnTo>
                    <a:pt x="130573" y="1170464"/>
                  </a:lnTo>
                  <a:lnTo>
                    <a:pt x="133037" y="1168098"/>
                  </a:lnTo>
                  <a:lnTo>
                    <a:pt x="135501" y="1165748"/>
                  </a:lnTo>
                  <a:lnTo>
                    <a:pt x="137964" y="1163403"/>
                  </a:lnTo>
                  <a:lnTo>
                    <a:pt x="140428" y="1161029"/>
                  </a:lnTo>
                  <a:lnTo>
                    <a:pt x="142892" y="1158581"/>
                  </a:lnTo>
                  <a:lnTo>
                    <a:pt x="145355" y="1156038"/>
                  </a:lnTo>
                  <a:lnTo>
                    <a:pt x="147819" y="1153414"/>
                  </a:lnTo>
                  <a:lnTo>
                    <a:pt x="150283" y="1150771"/>
                  </a:lnTo>
                  <a:lnTo>
                    <a:pt x="152746" y="1148213"/>
                  </a:lnTo>
                  <a:lnTo>
                    <a:pt x="155210" y="1145877"/>
                  </a:lnTo>
                  <a:lnTo>
                    <a:pt x="157674" y="1143912"/>
                  </a:lnTo>
                  <a:lnTo>
                    <a:pt x="160137" y="1142449"/>
                  </a:lnTo>
                  <a:lnTo>
                    <a:pt x="162601" y="1141579"/>
                  </a:lnTo>
                  <a:lnTo>
                    <a:pt x="165065" y="1141332"/>
                  </a:lnTo>
                  <a:lnTo>
                    <a:pt x="167528" y="1141669"/>
                  </a:lnTo>
                  <a:lnTo>
                    <a:pt x="169992" y="1142488"/>
                  </a:lnTo>
                  <a:lnTo>
                    <a:pt x="172456" y="1143640"/>
                  </a:lnTo>
                  <a:lnTo>
                    <a:pt x="174919" y="1144947"/>
                  </a:lnTo>
                  <a:lnTo>
                    <a:pt x="177383" y="1146225"/>
                  </a:lnTo>
                  <a:lnTo>
                    <a:pt x="179847" y="1147274"/>
                  </a:lnTo>
                  <a:lnTo>
                    <a:pt x="182310" y="1147936"/>
                  </a:lnTo>
                  <a:lnTo>
                    <a:pt x="184774" y="1148058"/>
                  </a:lnTo>
                  <a:lnTo>
                    <a:pt x="187237" y="1147488"/>
                  </a:lnTo>
                  <a:lnTo>
                    <a:pt x="189701" y="1146071"/>
                  </a:lnTo>
                  <a:lnTo>
                    <a:pt x="192165" y="1143663"/>
                  </a:lnTo>
                  <a:lnTo>
                    <a:pt x="194628" y="1140155"/>
                  </a:lnTo>
                  <a:lnTo>
                    <a:pt x="197092" y="1135507"/>
                  </a:lnTo>
                  <a:lnTo>
                    <a:pt x="199556" y="1129784"/>
                  </a:lnTo>
                  <a:lnTo>
                    <a:pt x="202019" y="1123185"/>
                  </a:lnTo>
                  <a:lnTo>
                    <a:pt x="204483" y="1116053"/>
                  </a:lnTo>
                  <a:lnTo>
                    <a:pt x="206947" y="1108851"/>
                  </a:lnTo>
                  <a:lnTo>
                    <a:pt x="209410" y="1102102"/>
                  </a:lnTo>
                  <a:lnTo>
                    <a:pt x="211874" y="1096308"/>
                  </a:lnTo>
                  <a:lnTo>
                    <a:pt x="214338" y="1091858"/>
                  </a:lnTo>
                  <a:lnTo>
                    <a:pt x="216801" y="1089054"/>
                  </a:lnTo>
                  <a:lnTo>
                    <a:pt x="219265" y="1087771"/>
                  </a:lnTo>
                  <a:lnTo>
                    <a:pt x="221729" y="1087772"/>
                  </a:lnTo>
                  <a:lnTo>
                    <a:pt x="224192" y="1088755"/>
                  </a:lnTo>
                  <a:lnTo>
                    <a:pt x="226656" y="1090427"/>
                  </a:lnTo>
                  <a:lnTo>
                    <a:pt x="229120" y="1092566"/>
                  </a:lnTo>
                  <a:lnTo>
                    <a:pt x="231583" y="1095040"/>
                  </a:lnTo>
                  <a:lnTo>
                    <a:pt x="234047" y="1097779"/>
                  </a:lnTo>
                  <a:lnTo>
                    <a:pt x="236511" y="1100702"/>
                  </a:lnTo>
                  <a:lnTo>
                    <a:pt x="238974" y="1103639"/>
                  </a:lnTo>
                  <a:lnTo>
                    <a:pt x="241438" y="1106250"/>
                  </a:lnTo>
                  <a:lnTo>
                    <a:pt x="243902" y="1107986"/>
                  </a:lnTo>
                  <a:lnTo>
                    <a:pt x="246365" y="1108103"/>
                  </a:lnTo>
                  <a:lnTo>
                    <a:pt x="248829" y="1105726"/>
                  </a:lnTo>
                  <a:lnTo>
                    <a:pt x="251293" y="1099952"/>
                  </a:lnTo>
                  <a:lnTo>
                    <a:pt x="253756" y="1089791"/>
                  </a:lnTo>
                  <a:lnTo>
                    <a:pt x="256220" y="1074733"/>
                  </a:lnTo>
                  <a:lnTo>
                    <a:pt x="258684" y="1054854"/>
                  </a:lnTo>
                  <a:lnTo>
                    <a:pt x="261147" y="1030549"/>
                  </a:lnTo>
                  <a:lnTo>
                    <a:pt x="263611" y="1002687"/>
                  </a:lnTo>
                  <a:lnTo>
                    <a:pt x="266075" y="972577"/>
                  </a:lnTo>
                  <a:lnTo>
                    <a:pt x="268538" y="941872"/>
                  </a:lnTo>
                  <a:lnTo>
                    <a:pt x="271002" y="912413"/>
                  </a:lnTo>
                  <a:lnTo>
                    <a:pt x="273465" y="885998"/>
                  </a:lnTo>
                  <a:lnTo>
                    <a:pt x="275929" y="864103"/>
                  </a:lnTo>
                  <a:lnTo>
                    <a:pt x="278393" y="847557"/>
                  </a:lnTo>
                  <a:lnTo>
                    <a:pt x="280856" y="836227"/>
                  </a:lnTo>
                  <a:lnTo>
                    <a:pt x="283320" y="828752"/>
                  </a:lnTo>
                  <a:lnTo>
                    <a:pt x="285784" y="822391"/>
                  </a:lnTo>
                  <a:lnTo>
                    <a:pt x="288247" y="813046"/>
                  </a:lnTo>
                  <a:lnTo>
                    <a:pt x="290711" y="795262"/>
                  </a:lnTo>
                  <a:lnTo>
                    <a:pt x="293175" y="762324"/>
                  </a:lnTo>
                  <a:lnTo>
                    <a:pt x="295638" y="709839"/>
                  </a:lnTo>
                  <a:lnTo>
                    <a:pt x="298102" y="635030"/>
                  </a:lnTo>
                  <a:lnTo>
                    <a:pt x="300566" y="538424"/>
                  </a:lnTo>
                  <a:lnTo>
                    <a:pt x="303029" y="424720"/>
                  </a:lnTo>
                  <a:lnTo>
                    <a:pt x="305493" y="302959"/>
                  </a:lnTo>
                  <a:lnTo>
                    <a:pt x="307957" y="185743"/>
                  </a:lnTo>
                  <a:lnTo>
                    <a:pt x="310420" y="87503"/>
                  </a:lnTo>
                  <a:lnTo>
                    <a:pt x="312884" y="22060"/>
                  </a:lnTo>
                  <a:lnTo>
                    <a:pt x="315348" y="0"/>
                  </a:lnTo>
                  <a:lnTo>
                    <a:pt x="317811" y="26499"/>
                  </a:lnTo>
                  <a:lnTo>
                    <a:pt x="320275" y="100176"/>
                  </a:lnTo>
                  <a:lnTo>
                    <a:pt x="322739" y="213297"/>
                  </a:lnTo>
                  <a:lnTo>
                    <a:pt x="325202" y="353319"/>
                  </a:lnTo>
                  <a:lnTo>
                    <a:pt x="327666" y="505339"/>
                  </a:lnTo>
                  <a:lnTo>
                    <a:pt x="330130" y="653704"/>
                  </a:lnTo>
                  <a:lnTo>
                    <a:pt x="332593" y="786480"/>
                  </a:lnTo>
                  <a:lnTo>
                    <a:pt x="335057" y="896840"/>
                  </a:lnTo>
                  <a:lnTo>
                    <a:pt x="337521" y="981934"/>
                  </a:lnTo>
                  <a:lnTo>
                    <a:pt x="339984" y="1042126"/>
                  </a:lnTo>
                  <a:lnTo>
                    <a:pt x="342448" y="1079968"/>
                  </a:lnTo>
                  <a:lnTo>
                    <a:pt x="344912" y="1099217"/>
                  </a:lnTo>
                  <a:lnTo>
                    <a:pt x="347375" y="1104095"/>
                  </a:lnTo>
                  <a:lnTo>
                    <a:pt x="349839" y="1098837"/>
                  </a:lnTo>
                  <a:lnTo>
                    <a:pt x="352303" y="1087454"/>
                  </a:lnTo>
                  <a:lnTo>
                    <a:pt x="354766" y="1073610"/>
                  </a:lnTo>
                  <a:lnTo>
                    <a:pt x="357230" y="1060514"/>
                  </a:lnTo>
                  <a:lnTo>
                    <a:pt x="359694" y="1050764"/>
                  </a:lnTo>
                  <a:lnTo>
                    <a:pt x="362157" y="1046164"/>
                  </a:lnTo>
                  <a:lnTo>
                    <a:pt x="364621" y="1047558"/>
                  </a:lnTo>
                  <a:lnTo>
                    <a:pt x="367084" y="1054991"/>
                  </a:lnTo>
                  <a:lnTo>
                    <a:pt x="369548" y="1067030"/>
                  </a:lnTo>
                  <a:lnTo>
                    <a:pt x="372012" y="1081708"/>
                  </a:lnTo>
                  <a:lnTo>
                    <a:pt x="374475" y="1097062"/>
                  </a:lnTo>
                  <a:lnTo>
                    <a:pt x="376939" y="1111334"/>
                  </a:lnTo>
                  <a:lnTo>
                    <a:pt x="379403" y="1123236"/>
                  </a:lnTo>
                  <a:lnTo>
                    <a:pt x="381866" y="1132074"/>
                  </a:lnTo>
                  <a:lnTo>
                    <a:pt x="384330" y="1137756"/>
                  </a:lnTo>
                  <a:lnTo>
                    <a:pt x="386794" y="1140688"/>
                  </a:lnTo>
                  <a:lnTo>
                    <a:pt x="389257" y="1141615"/>
                  </a:lnTo>
                  <a:lnTo>
                    <a:pt x="391721" y="1141427"/>
                  </a:lnTo>
                  <a:lnTo>
                    <a:pt x="394185" y="1140995"/>
                  </a:lnTo>
                  <a:lnTo>
                    <a:pt x="396648" y="1141027"/>
                  </a:lnTo>
                  <a:lnTo>
                    <a:pt x="399112" y="1141992"/>
                  </a:lnTo>
                  <a:lnTo>
                    <a:pt x="401576" y="1144079"/>
                  </a:lnTo>
                  <a:lnTo>
                    <a:pt x="404039" y="1147239"/>
                  </a:lnTo>
                  <a:lnTo>
                    <a:pt x="406503" y="1151181"/>
                  </a:lnTo>
                  <a:lnTo>
                    <a:pt x="408967" y="1155453"/>
                  </a:lnTo>
                  <a:lnTo>
                    <a:pt x="411430" y="1159648"/>
                  </a:lnTo>
                  <a:lnTo>
                    <a:pt x="413894" y="1163418"/>
                  </a:lnTo>
                  <a:lnTo>
                    <a:pt x="416358" y="1166519"/>
                  </a:lnTo>
                  <a:lnTo>
                    <a:pt x="418821" y="1168827"/>
                  </a:lnTo>
                  <a:lnTo>
                    <a:pt x="421285" y="1170337"/>
                  </a:lnTo>
                  <a:lnTo>
                    <a:pt x="423749" y="1171140"/>
                  </a:lnTo>
                  <a:lnTo>
                    <a:pt x="426212" y="1171394"/>
                  </a:lnTo>
                  <a:lnTo>
                    <a:pt x="428676" y="1171287"/>
                  </a:lnTo>
                  <a:lnTo>
                    <a:pt x="431140" y="1170997"/>
                  </a:lnTo>
                  <a:lnTo>
                    <a:pt x="433603" y="1170672"/>
                  </a:lnTo>
                  <a:lnTo>
                    <a:pt x="436067" y="1170402"/>
                  </a:lnTo>
                  <a:lnTo>
                    <a:pt x="438531" y="1170222"/>
                  </a:lnTo>
                  <a:lnTo>
                    <a:pt x="440994" y="1170114"/>
                  </a:lnTo>
                  <a:lnTo>
                    <a:pt x="443458" y="1170038"/>
                  </a:lnTo>
                  <a:lnTo>
                    <a:pt x="445922" y="1169957"/>
                  </a:lnTo>
                  <a:lnTo>
                    <a:pt x="448385" y="1169873"/>
                  </a:lnTo>
                  <a:lnTo>
                    <a:pt x="450849" y="1169833"/>
                  </a:lnTo>
                  <a:lnTo>
                    <a:pt x="453312" y="1169911"/>
                  </a:lnTo>
                  <a:lnTo>
                    <a:pt x="455776" y="1170194"/>
                  </a:lnTo>
                  <a:lnTo>
                    <a:pt x="458240" y="1170745"/>
                  </a:lnTo>
                  <a:lnTo>
                    <a:pt x="460703" y="1171587"/>
                  </a:lnTo>
                  <a:lnTo>
                    <a:pt x="463167" y="1172690"/>
                  </a:lnTo>
                  <a:lnTo>
                    <a:pt x="465631" y="1173973"/>
                  </a:lnTo>
                  <a:lnTo>
                    <a:pt x="468094" y="1175322"/>
                  </a:lnTo>
                  <a:lnTo>
                    <a:pt x="470558" y="1176614"/>
                  </a:lnTo>
                  <a:lnTo>
                    <a:pt x="473022" y="1177741"/>
                  </a:lnTo>
                  <a:lnTo>
                    <a:pt x="475485" y="1178634"/>
                  </a:lnTo>
                  <a:lnTo>
                    <a:pt x="477949" y="1179268"/>
                  </a:lnTo>
                  <a:lnTo>
                    <a:pt x="480413" y="1179657"/>
                  </a:lnTo>
                  <a:lnTo>
                    <a:pt x="482876" y="1179876"/>
                  </a:lnTo>
                  <a:lnTo>
                    <a:pt x="485340" y="1180013"/>
                  </a:lnTo>
                  <a:lnTo>
                    <a:pt x="487804" y="1180143"/>
                  </a:lnTo>
                  <a:lnTo>
                    <a:pt x="490267" y="1180322"/>
                  </a:lnTo>
                  <a:lnTo>
                    <a:pt x="492731" y="1180573"/>
                  </a:lnTo>
                  <a:lnTo>
                    <a:pt x="495195" y="1180884"/>
                  </a:lnTo>
                  <a:lnTo>
                    <a:pt x="497658" y="1181210"/>
                  </a:lnTo>
                  <a:lnTo>
                    <a:pt x="500122" y="1181487"/>
                  </a:lnTo>
                  <a:lnTo>
                    <a:pt x="502586" y="1181651"/>
                  </a:lnTo>
                  <a:lnTo>
                    <a:pt x="505049" y="1181655"/>
                  </a:lnTo>
                  <a:lnTo>
                    <a:pt x="507513" y="1181490"/>
                  </a:lnTo>
                  <a:lnTo>
                    <a:pt x="509977" y="1181186"/>
                  </a:lnTo>
                  <a:lnTo>
                    <a:pt x="512440" y="1180814"/>
                  </a:lnTo>
                  <a:lnTo>
                    <a:pt x="514904" y="1180465"/>
                  </a:lnTo>
                  <a:lnTo>
                    <a:pt x="517368" y="1180236"/>
                  </a:lnTo>
                  <a:lnTo>
                    <a:pt x="519831" y="1180191"/>
                  </a:lnTo>
                  <a:lnTo>
                    <a:pt x="522295" y="1180320"/>
                  </a:lnTo>
                  <a:lnTo>
                    <a:pt x="524759" y="1180560"/>
                  </a:lnTo>
                  <a:lnTo>
                    <a:pt x="527222" y="1180804"/>
                  </a:lnTo>
                  <a:lnTo>
                    <a:pt x="529686" y="1180917"/>
                  </a:lnTo>
                  <a:lnTo>
                    <a:pt x="532150" y="1180770"/>
                  </a:lnTo>
                  <a:lnTo>
                    <a:pt x="534613" y="1180264"/>
                  </a:lnTo>
                  <a:lnTo>
                    <a:pt x="537077" y="1179348"/>
                  </a:lnTo>
                  <a:lnTo>
                    <a:pt x="539541" y="1178031"/>
                  </a:lnTo>
                  <a:lnTo>
                    <a:pt x="542004" y="1176374"/>
                  </a:lnTo>
                  <a:lnTo>
                    <a:pt x="544468" y="1174482"/>
                  </a:lnTo>
                  <a:lnTo>
                    <a:pt x="546931" y="1172483"/>
                  </a:lnTo>
                  <a:lnTo>
                    <a:pt x="549395" y="1170506"/>
                  </a:lnTo>
                  <a:lnTo>
                    <a:pt x="551859" y="1168666"/>
                  </a:lnTo>
                  <a:lnTo>
                    <a:pt x="554322" y="1167058"/>
                  </a:lnTo>
                  <a:lnTo>
                    <a:pt x="556786" y="1165773"/>
                  </a:lnTo>
                  <a:lnTo>
                    <a:pt x="559250" y="1164837"/>
                  </a:lnTo>
                  <a:lnTo>
                    <a:pt x="561713" y="1164278"/>
                  </a:lnTo>
                  <a:lnTo>
                    <a:pt x="564177" y="1164105"/>
                  </a:lnTo>
                  <a:lnTo>
                    <a:pt x="566641" y="1164301"/>
                  </a:lnTo>
                  <a:lnTo>
                    <a:pt x="569104" y="1164824"/>
                  </a:lnTo>
                  <a:lnTo>
                    <a:pt x="571568" y="1165598"/>
                  </a:lnTo>
                  <a:lnTo>
                    <a:pt x="574032" y="1166523"/>
                  </a:lnTo>
                  <a:lnTo>
                    <a:pt x="576495" y="1167491"/>
                  </a:lnTo>
                  <a:lnTo>
                    <a:pt x="578959" y="1168404"/>
                  </a:lnTo>
                  <a:lnTo>
                    <a:pt x="581423" y="1169196"/>
                  </a:lnTo>
                  <a:lnTo>
                    <a:pt x="583886" y="1169843"/>
                  </a:lnTo>
                  <a:lnTo>
                    <a:pt x="586350" y="1170365"/>
                  </a:lnTo>
                  <a:lnTo>
                    <a:pt x="588814" y="1170812"/>
                  </a:lnTo>
                  <a:lnTo>
                    <a:pt x="591277" y="1171251"/>
                  </a:lnTo>
                  <a:lnTo>
                    <a:pt x="593741" y="1171744"/>
                  </a:lnTo>
                  <a:lnTo>
                    <a:pt x="596205" y="1172322"/>
                  </a:lnTo>
                  <a:lnTo>
                    <a:pt x="598668" y="1172987"/>
                  </a:lnTo>
                  <a:lnTo>
                    <a:pt x="601132" y="1173722"/>
                  </a:lnTo>
                  <a:lnTo>
                    <a:pt x="603596" y="1174502"/>
                  </a:lnTo>
                  <a:lnTo>
                    <a:pt x="606059" y="1175303"/>
                  </a:lnTo>
                  <a:lnTo>
                    <a:pt x="608523" y="1176107"/>
                  </a:lnTo>
                  <a:lnTo>
                    <a:pt x="610987" y="1176906"/>
                  </a:lnTo>
                  <a:lnTo>
                    <a:pt x="613450" y="1177696"/>
                  </a:lnTo>
                  <a:lnTo>
                    <a:pt x="615914" y="1178476"/>
                  </a:lnTo>
                  <a:lnTo>
                    <a:pt x="618378" y="1179244"/>
                  </a:lnTo>
                  <a:lnTo>
                    <a:pt x="620841" y="1179992"/>
                  </a:lnTo>
                  <a:lnTo>
                    <a:pt x="623305" y="1180709"/>
                  </a:lnTo>
                  <a:lnTo>
                    <a:pt x="625769" y="1181382"/>
                  </a:lnTo>
                  <a:lnTo>
                    <a:pt x="628232" y="1181994"/>
                  </a:lnTo>
                  <a:lnTo>
                    <a:pt x="630696" y="1182526"/>
                  </a:lnTo>
                  <a:lnTo>
                    <a:pt x="633159" y="1182964"/>
                  </a:lnTo>
                  <a:lnTo>
                    <a:pt x="635623" y="1183298"/>
                  </a:lnTo>
                  <a:lnTo>
                    <a:pt x="638087" y="1183520"/>
                  </a:lnTo>
                  <a:lnTo>
                    <a:pt x="640550" y="1183626"/>
                  </a:lnTo>
                  <a:lnTo>
                    <a:pt x="643014" y="1183611"/>
                  </a:lnTo>
                  <a:lnTo>
                    <a:pt x="645478" y="1183473"/>
                  </a:lnTo>
                  <a:lnTo>
                    <a:pt x="647941" y="1183211"/>
                  </a:lnTo>
                  <a:lnTo>
                    <a:pt x="650405" y="1182824"/>
                  </a:lnTo>
                  <a:lnTo>
                    <a:pt x="652869" y="1182313"/>
                  </a:lnTo>
                  <a:lnTo>
                    <a:pt x="655332" y="1181685"/>
                  </a:lnTo>
                  <a:lnTo>
                    <a:pt x="657796" y="1180957"/>
                  </a:lnTo>
                  <a:lnTo>
                    <a:pt x="660260" y="1180158"/>
                  </a:lnTo>
                  <a:lnTo>
                    <a:pt x="662723" y="1179332"/>
                  </a:lnTo>
                  <a:lnTo>
                    <a:pt x="665187" y="1178529"/>
                  </a:lnTo>
                  <a:lnTo>
                    <a:pt x="667651" y="1177809"/>
                  </a:lnTo>
                  <a:lnTo>
                    <a:pt x="670114" y="1177236"/>
                  </a:lnTo>
                  <a:lnTo>
                    <a:pt x="672578" y="1176849"/>
                  </a:lnTo>
                  <a:lnTo>
                    <a:pt x="675042" y="1176681"/>
                  </a:lnTo>
                  <a:lnTo>
                    <a:pt x="677505" y="1176753"/>
                  </a:lnTo>
                  <a:lnTo>
                    <a:pt x="679969" y="1177068"/>
                  </a:lnTo>
                  <a:lnTo>
                    <a:pt x="682433" y="1177614"/>
                  </a:lnTo>
                  <a:lnTo>
                    <a:pt x="684896" y="1178351"/>
                  </a:lnTo>
                  <a:lnTo>
                    <a:pt x="687360" y="1179220"/>
                  </a:lnTo>
                  <a:lnTo>
                    <a:pt x="689824" y="1180136"/>
                  </a:lnTo>
                  <a:lnTo>
                    <a:pt x="692287" y="1181003"/>
                  </a:lnTo>
                  <a:lnTo>
                    <a:pt x="694751" y="1181724"/>
                  </a:lnTo>
                  <a:lnTo>
                    <a:pt x="697215" y="1182220"/>
                  </a:lnTo>
                  <a:lnTo>
                    <a:pt x="699678" y="1182440"/>
                  </a:lnTo>
                  <a:lnTo>
                    <a:pt x="702142" y="1182376"/>
                  </a:lnTo>
                  <a:lnTo>
                    <a:pt x="704606" y="1182061"/>
                  </a:lnTo>
                  <a:lnTo>
                    <a:pt x="707069" y="1181563"/>
                  </a:lnTo>
                  <a:lnTo>
                    <a:pt x="709533" y="1180995"/>
                  </a:lnTo>
                  <a:lnTo>
                    <a:pt x="711997" y="1180461"/>
                  </a:lnTo>
                  <a:lnTo>
                    <a:pt x="714460" y="1180049"/>
                  </a:lnTo>
                  <a:lnTo>
                    <a:pt x="716924" y="1179826"/>
                  </a:lnTo>
                  <a:lnTo>
                    <a:pt x="719388" y="1179835"/>
                  </a:lnTo>
                  <a:lnTo>
                    <a:pt x="721851" y="1180089"/>
                  </a:lnTo>
                  <a:lnTo>
                    <a:pt x="724315" y="1180573"/>
                  </a:lnTo>
                  <a:lnTo>
                    <a:pt x="726778" y="1181253"/>
                  </a:lnTo>
                  <a:lnTo>
                    <a:pt x="729242" y="1182075"/>
                  </a:lnTo>
                  <a:lnTo>
                    <a:pt x="731706" y="1182972"/>
                  </a:lnTo>
                  <a:lnTo>
                    <a:pt x="734169" y="1183875"/>
                  </a:lnTo>
                  <a:lnTo>
                    <a:pt x="736633" y="1184716"/>
                  </a:lnTo>
                  <a:lnTo>
                    <a:pt x="739097" y="1185437"/>
                  </a:lnTo>
                  <a:lnTo>
                    <a:pt x="741560" y="1185993"/>
                  </a:lnTo>
                  <a:lnTo>
                    <a:pt x="744024" y="1186348"/>
                  </a:lnTo>
                  <a:lnTo>
                    <a:pt x="746488" y="1186493"/>
                  </a:lnTo>
                  <a:lnTo>
                    <a:pt x="748951" y="1186435"/>
                  </a:lnTo>
                  <a:lnTo>
                    <a:pt x="751415" y="1186186"/>
                  </a:lnTo>
                  <a:lnTo>
                    <a:pt x="753879" y="1185757"/>
                  </a:lnTo>
                  <a:lnTo>
                    <a:pt x="756342" y="1185162"/>
                  </a:lnTo>
                  <a:lnTo>
                    <a:pt x="758806" y="1184409"/>
                  </a:lnTo>
                  <a:lnTo>
                    <a:pt x="761270" y="1183507"/>
                  </a:lnTo>
                  <a:lnTo>
                    <a:pt x="763733" y="1182465"/>
                  </a:lnTo>
                  <a:lnTo>
                    <a:pt x="766197" y="1181303"/>
                  </a:lnTo>
                  <a:lnTo>
                    <a:pt x="768661" y="1180056"/>
                  </a:lnTo>
                  <a:lnTo>
                    <a:pt x="771124" y="1178785"/>
                  </a:lnTo>
                  <a:lnTo>
                    <a:pt x="773588" y="1177571"/>
                  </a:lnTo>
                  <a:lnTo>
                    <a:pt x="776052" y="1176513"/>
                  </a:lnTo>
                  <a:lnTo>
                    <a:pt x="778515" y="1175707"/>
                  </a:lnTo>
                  <a:lnTo>
                    <a:pt x="780979" y="1175236"/>
                  </a:lnTo>
                  <a:lnTo>
                    <a:pt x="783443" y="1175139"/>
                  </a:lnTo>
                  <a:lnTo>
                    <a:pt x="785906" y="1175357"/>
                  </a:lnTo>
                  <a:lnTo>
                    <a:pt x="788370" y="1175798"/>
                  </a:lnTo>
                  <a:lnTo>
                    <a:pt x="790834" y="1176342"/>
                  </a:lnTo>
                  <a:lnTo>
                    <a:pt x="793297" y="1176866"/>
                  </a:lnTo>
                  <a:lnTo>
                    <a:pt x="795761" y="1177274"/>
                  </a:lnTo>
                  <a:lnTo>
                    <a:pt x="798225" y="1177516"/>
                  </a:lnTo>
                  <a:lnTo>
                    <a:pt x="800688" y="1177590"/>
                  </a:lnTo>
                  <a:lnTo>
                    <a:pt x="803152" y="1177537"/>
                  </a:lnTo>
                  <a:lnTo>
                    <a:pt x="805616" y="1177418"/>
                  </a:lnTo>
                  <a:lnTo>
                    <a:pt x="808079" y="1177297"/>
                  </a:lnTo>
                  <a:lnTo>
                    <a:pt x="810543" y="1177218"/>
                  </a:lnTo>
                  <a:lnTo>
                    <a:pt x="813006" y="1177196"/>
                  </a:lnTo>
                  <a:lnTo>
                    <a:pt x="815470" y="1177215"/>
                  </a:lnTo>
                  <a:lnTo>
                    <a:pt x="817934" y="1177240"/>
                  </a:lnTo>
                  <a:lnTo>
                    <a:pt x="820397" y="1177218"/>
                  </a:lnTo>
                  <a:lnTo>
                    <a:pt x="822861" y="1177109"/>
                  </a:lnTo>
                  <a:lnTo>
                    <a:pt x="825325" y="1176890"/>
                  </a:lnTo>
                  <a:lnTo>
                    <a:pt x="827788" y="1176555"/>
                  </a:lnTo>
                  <a:lnTo>
                    <a:pt x="830252" y="1176120"/>
                  </a:lnTo>
                  <a:lnTo>
                    <a:pt x="832716" y="1175621"/>
                  </a:lnTo>
                  <a:lnTo>
                    <a:pt x="835179" y="1175108"/>
                  </a:lnTo>
                  <a:lnTo>
                    <a:pt x="837643" y="1174642"/>
                  </a:lnTo>
                  <a:lnTo>
                    <a:pt x="840107" y="1174285"/>
                  </a:lnTo>
                  <a:lnTo>
                    <a:pt x="842570" y="1174092"/>
                  </a:lnTo>
                  <a:lnTo>
                    <a:pt x="845034" y="1174098"/>
                  </a:lnTo>
                  <a:lnTo>
                    <a:pt x="847498" y="1174319"/>
                  </a:lnTo>
                  <a:lnTo>
                    <a:pt x="849961" y="1174742"/>
                  </a:lnTo>
                  <a:lnTo>
                    <a:pt x="852425" y="1175338"/>
                  </a:lnTo>
                  <a:lnTo>
                    <a:pt x="854889" y="1176069"/>
                  </a:lnTo>
                  <a:lnTo>
                    <a:pt x="857352" y="1176892"/>
                  </a:lnTo>
                  <a:lnTo>
                    <a:pt x="859816" y="1177764"/>
                  </a:lnTo>
                  <a:lnTo>
                    <a:pt x="862280" y="1178648"/>
                  </a:lnTo>
                  <a:lnTo>
                    <a:pt x="864743" y="1179508"/>
                  </a:lnTo>
                  <a:lnTo>
                    <a:pt x="867207" y="1180310"/>
                  </a:lnTo>
                  <a:lnTo>
                    <a:pt x="869671" y="1181017"/>
                  </a:lnTo>
                  <a:lnTo>
                    <a:pt x="872134" y="1181598"/>
                  </a:lnTo>
                  <a:lnTo>
                    <a:pt x="874598" y="1182033"/>
                  </a:lnTo>
                  <a:lnTo>
                    <a:pt x="877062" y="1182323"/>
                  </a:lnTo>
                  <a:lnTo>
                    <a:pt x="879525" y="1182490"/>
                  </a:lnTo>
                  <a:lnTo>
                    <a:pt x="881989" y="1182577"/>
                  </a:lnTo>
                  <a:lnTo>
                    <a:pt x="884453" y="1182643"/>
                  </a:lnTo>
                  <a:lnTo>
                    <a:pt x="886916" y="1182744"/>
                  </a:lnTo>
                  <a:lnTo>
                    <a:pt x="889380" y="1182925"/>
                  </a:lnTo>
                  <a:lnTo>
                    <a:pt x="891844" y="1183208"/>
                  </a:lnTo>
                  <a:lnTo>
                    <a:pt x="894307" y="1183586"/>
                  </a:lnTo>
                  <a:lnTo>
                    <a:pt x="896771" y="1184020"/>
                  </a:lnTo>
                  <a:lnTo>
                    <a:pt x="899235" y="1184453"/>
                  </a:lnTo>
                  <a:lnTo>
                    <a:pt x="901698" y="1184832"/>
                  </a:lnTo>
                  <a:lnTo>
                    <a:pt x="904162" y="1185120"/>
                  </a:lnTo>
                  <a:lnTo>
                    <a:pt x="906625" y="1185303"/>
                  </a:lnTo>
                  <a:lnTo>
                    <a:pt x="909089" y="1185390"/>
                  </a:lnTo>
                  <a:lnTo>
                    <a:pt x="911553" y="1185412"/>
                  </a:lnTo>
                  <a:lnTo>
                    <a:pt x="914016" y="1185411"/>
                  </a:lnTo>
                  <a:lnTo>
                    <a:pt x="916480" y="1185434"/>
                  </a:lnTo>
                  <a:lnTo>
                    <a:pt x="918944" y="1185514"/>
                  </a:lnTo>
                  <a:lnTo>
                    <a:pt x="921407" y="1185672"/>
                  </a:lnTo>
                  <a:lnTo>
                    <a:pt x="923871" y="1185908"/>
                  </a:lnTo>
                  <a:lnTo>
                    <a:pt x="926335" y="1186206"/>
                  </a:lnTo>
                  <a:lnTo>
                    <a:pt x="928798" y="1186538"/>
                  </a:lnTo>
                  <a:lnTo>
                    <a:pt x="931262" y="1186872"/>
                  </a:lnTo>
                  <a:lnTo>
                    <a:pt x="933726" y="1187177"/>
                  </a:lnTo>
                  <a:lnTo>
                    <a:pt x="936189" y="1187436"/>
                  </a:lnTo>
                  <a:lnTo>
                    <a:pt x="938653" y="1187642"/>
                  </a:lnTo>
                  <a:lnTo>
                    <a:pt x="941117" y="1187795"/>
                  </a:lnTo>
                  <a:lnTo>
                    <a:pt x="943580" y="1187902"/>
                  </a:lnTo>
                  <a:lnTo>
                    <a:pt x="946044" y="1187971"/>
                  </a:lnTo>
                  <a:lnTo>
                    <a:pt x="948508" y="1188010"/>
                  </a:lnTo>
                  <a:lnTo>
                    <a:pt x="950971" y="1188024"/>
                  </a:lnTo>
                  <a:lnTo>
                    <a:pt x="953435" y="1188017"/>
                  </a:lnTo>
                  <a:lnTo>
                    <a:pt x="955899" y="1187986"/>
                  </a:lnTo>
                  <a:lnTo>
                    <a:pt x="958362" y="1187928"/>
                  </a:lnTo>
                  <a:lnTo>
                    <a:pt x="960826" y="1187834"/>
                  </a:lnTo>
                  <a:lnTo>
                    <a:pt x="963290" y="1187697"/>
                  </a:lnTo>
                  <a:lnTo>
                    <a:pt x="965753" y="1187509"/>
                  </a:lnTo>
                  <a:lnTo>
                    <a:pt x="968217" y="1187268"/>
                  </a:lnTo>
                  <a:lnTo>
                    <a:pt x="970681" y="1186975"/>
                  </a:lnTo>
                  <a:lnTo>
                    <a:pt x="973144" y="1186649"/>
                  </a:lnTo>
                  <a:lnTo>
                    <a:pt x="975608" y="1186314"/>
                  </a:lnTo>
                  <a:lnTo>
                    <a:pt x="978072" y="1186000"/>
                  </a:lnTo>
                  <a:lnTo>
                    <a:pt x="980535" y="1185734"/>
                  </a:lnTo>
                  <a:lnTo>
                    <a:pt x="982999" y="1185534"/>
                  </a:lnTo>
                  <a:lnTo>
                    <a:pt x="985463" y="1185403"/>
                  </a:lnTo>
                  <a:lnTo>
                    <a:pt x="987926" y="1185325"/>
                  </a:lnTo>
                  <a:lnTo>
                    <a:pt x="990390" y="1185266"/>
                  </a:lnTo>
                  <a:lnTo>
                    <a:pt x="992853" y="1185183"/>
                  </a:lnTo>
                  <a:lnTo>
                    <a:pt x="995317" y="1185030"/>
                  </a:lnTo>
                  <a:lnTo>
                    <a:pt x="997781" y="1184771"/>
                  </a:lnTo>
                  <a:lnTo>
                    <a:pt x="1000244" y="1184388"/>
                  </a:lnTo>
                  <a:lnTo>
                    <a:pt x="1002708" y="1183887"/>
                  </a:lnTo>
                  <a:lnTo>
                    <a:pt x="1005172" y="1183296"/>
                  </a:lnTo>
                  <a:lnTo>
                    <a:pt x="1007635" y="1182661"/>
                  </a:lnTo>
                  <a:lnTo>
                    <a:pt x="1010099" y="1182035"/>
                  </a:lnTo>
                  <a:lnTo>
                    <a:pt x="1012563" y="1181459"/>
                  </a:lnTo>
                  <a:lnTo>
                    <a:pt x="1015026" y="1180958"/>
                  </a:lnTo>
                  <a:lnTo>
                    <a:pt x="1017490" y="1180539"/>
                  </a:lnTo>
                  <a:lnTo>
                    <a:pt x="1019954" y="1180200"/>
                  </a:lnTo>
                  <a:lnTo>
                    <a:pt x="1022417" y="1179933"/>
                  </a:lnTo>
                  <a:lnTo>
                    <a:pt x="1024881" y="1179734"/>
                  </a:lnTo>
                  <a:lnTo>
                    <a:pt x="1027345" y="1179599"/>
                  </a:lnTo>
                  <a:lnTo>
                    <a:pt x="1029808" y="1179536"/>
                  </a:lnTo>
                  <a:lnTo>
                    <a:pt x="1032272" y="1179556"/>
                  </a:lnTo>
                  <a:lnTo>
                    <a:pt x="1034736" y="1179673"/>
                  </a:lnTo>
                  <a:lnTo>
                    <a:pt x="1037199" y="1179901"/>
                  </a:lnTo>
                  <a:lnTo>
                    <a:pt x="1039663" y="1180252"/>
                  </a:lnTo>
                  <a:lnTo>
                    <a:pt x="1042127" y="1180728"/>
                  </a:lnTo>
                  <a:lnTo>
                    <a:pt x="1044590" y="1181318"/>
                  </a:lnTo>
                  <a:lnTo>
                    <a:pt x="1047054" y="1181995"/>
                  </a:lnTo>
                  <a:lnTo>
                    <a:pt x="1049518" y="1182701"/>
                  </a:lnTo>
                  <a:lnTo>
                    <a:pt x="1051981" y="1183377"/>
                  </a:lnTo>
                  <a:lnTo>
                    <a:pt x="1054445" y="1183957"/>
                  </a:lnTo>
                  <a:lnTo>
                    <a:pt x="1056909" y="1184384"/>
                  </a:lnTo>
                  <a:lnTo>
                    <a:pt x="1059372" y="1184623"/>
                  </a:lnTo>
                  <a:lnTo>
                    <a:pt x="1061836" y="1184662"/>
                  </a:lnTo>
                  <a:lnTo>
                    <a:pt x="1064300" y="1184523"/>
                  </a:lnTo>
                  <a:lnTo>
                    <a:pt x="1066763" y="1184256"/>
                  </a:lnTo>
                  <a:lnTo>
                    <a:pt x="1069227" y="1183929"/>
                  </a:lnTo>
                  <a:lnTo>
                    <a:pt x="1071691" y="1183623"/>
                  </a:lnTo>
                  <a:lnTo>
                    <a:pt x="1074154" y="1183411"/>
                  </a:lnTo>
                  <a:lnTo>
                    <a:pt x="1076618" y="1183352"/>
                  </a:lnTo>
                  <a:lnTo>
                    <a:pt x="1079082" y="1183474"/>
                  </a:lnTo>
                  <a:lnTo>
                    <a:pt x="1081545" y="1183780"/>
                  </a:lnTo>
                  <a:lnTo>
                    <a:pt x="1084009" y="1184245"/>
                  </a:lnTo>
                  <a:lnTo>
                    <a:pt x="1086472" y="1184808"/>
                  </a:lnTo>
                  <a:lnTo>
                    <a:pt x="1088936" y="1185408"/>
                  </a:lnTo>
                  <a:lnTo>
                    <a:pt x="1091400" y="1185992"/>
                  </a:lnTo>
                  <a:lnTo>
                    <a:pt x="1093863" y="1186519"/>
                  </a:lnTo>
                  <a:lnTo>
                    <a:pt x="1096327" y="1186963"/>
                  </a:lnTo>
                  <a:lnTo>
                    <a:pt x="1098791" y="1187315"/>
                  </a:lnTo>
                  <a:lnTo>
                    <a:pt x="1101254" y="1187575"/>
                  </a:lnTo>
                  <a:lnTo>
                    <a:pt x="1103718" y="1187754"/>
                  </a:lnTo>
                  <a:lnTo>
                    <a:pt x="1106182" y="1187864"/>
                  </a:lnTo>
                  <a:lnTo>
                    <a:pt x="1108645" y="1187913"/>
                  </a:lnTo>
                  <a:lnTo>
                    <a:pt x="1111109" y="1187907"/>
                  </a:lnTo>
                  <a:lnTo>
                    <a:pt x="1113573" y="1187844"/>
                  </a:lnTo>
                  <a:lnTo>
                    <a:pt x="1116036" y="1187715"/>
                  </a:lnTo>
                  <a:lnTo>
                    <a:pt x="1118500" y="1187503"/>
                  </a:lnTo>
                  <a:lnTo>
                    <a:pt x="1120964" y="1187181"/>
                  </a:lnTo>
                  <a:lnTo>
                    <a:pt x="1123427" y="1186723"/>
                  </a:lnTo>
                  <a:lnTo>
                    <a:pt x="1125891" y="1186114"/>
                  </a:lnTo>
                  <a:lnTo>
                    <a:pt x="1128355" y="1185347"/>
                  </a:lnTo>
                  <a:lnTo>
                    <a:pt x="1130818" y="1184430"/>
                  </a:lnTo>
                  <a:lnTo>
                    <a:pt x="1133282" y="1183394"/>
                  </a:lnTo>
                  <a:lnTo>
                    <a:pt x="1135746" y="1182293"/>
                  </a:lnTo>
                  <a:lnTo>
                    <a:pt x="1138209" y="1181201"/>
                  </a:lnTo>
                  <a:lnTo>
                    <a:pt x="1140673" y="1180204"/>
                  </a:lnTo>
                  <a:lnTo>
                    <a:pt x="1143137" y="1179389"/>
                  </a:lnTo>
                  <a:lnTo>
                    <a:pt x="1145600" y="1178830"/>
                  </a:lnTo>
                  <a:lnTo>
                    <a:pt x="1148064" y="1178577"/>
                  </a:lnTo>
                  <a:lnTo>
                    <a:pt x="1150528" y="1178641"/>
                  </a:lnTo>
                  <a:lnTo>
                    <a:pt x="1152991" y="1178999"/>
                  </a:lnTo>
                  <a:lnTo>
                    <a:pt x="1155455" y="1179595"/>
                  </a:lnTo>
                  <a:lnTo>
                    <a:pt x="1157919" y="1180358"/>
                  </a:lnTo>
                  <a:lnTo>
                    <a:pt x="1160382" y="1181207"/>
                  </a:lnTo>
                  <a:lnTo>
                    <a:pt x="1162846" y="1182068"/>
                  </a:lnTo>
                  <a:lnTo>
                    <a:pt x="1165310" y="1182899"/>
                  </a:lnTo>
                  <a:lnTo>
                    <a:pt x="1167773" y="1183672"/>
                  </a:lnTo>
                  <a:lnTo>
                    <a:pt x="1170237" y="1184369"/>
                  </a:lnTo>
                  <a:lnTo>
                    <a:pt x="1172701" y="1184976"/>
                  </a:lnTo>
                  <a:lnTo>
                    <a:pt x="1175164" y="1185474"/>
                  </a:lnTo>
                  <a:lnTo>
                    <a:pt x="1177628" y="1185840"/>
                  </a:lnTo>
                  <a:lnTo>
                    <a:pt x="1180091" y="1186043"/>
                  </a:lnTo>
                  <a:lnTo>
                    <a:pt x="1182555" y="1186051"/>
                  </a:lnTo>
                  <a:lnTo>
                    <a:pt x="1185019" y="1185841"/>
                  </a:lnTo>
                  <a:lnTo>
                    <a:pt x="1187482" y="1185402"/>
                  </a:lnTo>
                  <a:lnTo>
                    <a:pt x="1189946" y="1184744"/>
                  </a:lnTo>
                  <a:lnTo>
                    <a:pt x="1192410" y="1183907"/>
                  </a:lnTo>
                  <a:lnTo>
                    <a:pt x="1194873" y="1182959"/>
                  </a:lnTo>
                  <a:lnTo>
                    <a:pt x="1197337" y="1181998"/>
                  </a:lnTo>
                  <a:lnTo>
                    <a:pt x="1199801" y="1181135"/>
                  </a:lnTo>
                  <a:lnTo>
                    <a:pt x="1202264" y="1180466"/>
                  </a:lnTo>
                  <a:lnTo>
                    <a:pt x="1204728" y="1180057"/>
                  </a:lnTo>
                  <a:lnTo>
                    <a:pt x="1207192" y="1179940"/>
                  </a:lnTo>
                  <a:lnTo>
                    <a:pt x="1209655" y="1180107"/>
                  </a:lnTo>
                  <a:lnTo>
                    <a:pt x="1212119" y="1180519"/>
                  </a:lnTo>
                  <a:lnTo>
                    <a:pt x="1214583" y="1181119"/>
                  </a:lnTo>
                  <a:lnTo>
                    <a:pt x="1217046" y="1181840"/>
                  </a:lnTo>
                  <a:lnTo>
                    <a:pt x="1219510" y="1182621"/>
                  </a:lnTo>
                  <a:lnTo>
                    <a:pt x="1221974" y="1183412"/>
                  </a:lnTo>
                  <a:lnTo>
                    <a:pt x="1224437" y="1184174"/>
                  </a:lnTo>
                  <a:lnTo>
                    <a:pt x="1226901" y="1184879"/>
                  </a:lnTo>
                  <a:lnTo>
                    <a:pt x="1229365" y="1185503"/>
                  </a:lnTo>
                  <a:lnTo>
                    <a:pt x="1231828" y="1186028"/>
                  </a:lnTo>
                  <a:lnTo>
                    <a:pt x="1234292" y="1186429"/>
                  </a:lnTo>
                  <a:lnTo>
                    <a:pt x="1236756" y="1186696"/>
                  </a:lnTo>
                  <a:lnTo>
                    <a:pt x="1239219" y="1186826"/>
                  </a:lnTo>
                  <a:lnTo>
                    <a:pt x="1241683" y="1186825"/>
                  </a:lnTo>
                  <a:lnTo>
                    <a:pt x="1244147" y="1186709"/>
                  </a:lnTo>
                  <a:lnTo>
                    <a:pt x="1246610" y="1186508"/>
                  </a:lnTo>
                  <a:lnTo>
                    <a:pt x="1249074" y="1186260"/>
                  </a:lnTo>
                  <a:lnTo>
                    <a:pt x="1251538" y="1186009"/>
                  </a:lnTo>
                  <a:lnTo>
                    <a:pt x="1254001" y="1185801"/>
                  </a:lnTo>
                  <a:lnTo>
                    <a:pt x="1256465" y="1185672"/>
                  </a:lnTo>
                  <a:lnTo>
                    <a:pt x="1258929" y="1185648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7005616" y="5834057"/>
              <a:ext cx="1258929" cy="319840"/>
            </a:xfrm>
            <a:custGeom>
              <a:avLst/>
              <a:pathLst>
                <a:path w="1258929" h="319840">
                  <a:moveTo>
                    <a:pt x="0" y="319840"/>
                  </a:moveTo>
                  <a:lnTo>
                    <a:pt x="2463" y="319840"/>
                  </a:lnTo>
                  <a:lnTo>
                    <a:pt x="4927" y="319840"/>
                  </a:lnTo>
                  <a:lnTo>
                    <a:pt x="7390" y="319840"/>
                  </a:lnTo>
                  <a:lnTo>
                    <a:pt x="9854" y="319840"/>
                  </a:lnTo>
                  <a:lnTo>
                    <a:pt x="12318" y="319840"/>
                  </a:lnTo>
                  <a:lnTo>
                    <a:pt x="14781" y="319840"/>
                  </a:lnTo>
                  <a:lnTo>
                    <a:pt x="17245" y="319840"/>
                  </a:lnTo>
                  <a:lnTo>
                    <a:pt x="19709" y="319840"/>
                  </a:lnTo>
                  <a:lnTo>
                    <a:pt x="22172" y="319840"/>
                  </a:lnTo>
                  <a:lnTo>
                    <a:pt x="24636" y="319840"/>
                  </a:lnTo>
                  <a:lnTo>
                    <a:pt x="27100" y="319840"/>
                  </a:lnTo>
                  <a:lnTo>
                    <a:pt x="29563" y="319840"/>
                  </a:lnTo>
                  <a:lnTo>
                    <a:pt x="32027" y="319840"/>
                  </a:lnTo>
                  <a:lnTo>
                    <a:pt x="34491" y="319840"/>
                  </a:lnTo>
                  <a:lnTo>
                    <a:pt x="36954" y="319840"/>
                  </a:lnTo>
                  <a:lnTo>
                    <a:pt x="39418" y="319840"/>
                  </a:lnTo>
                  <a:lnTo>
                    <a:pt x="41882" y="319840"/>
                  </a:lnTo>
                  <a:lnTo>
                    <a:pt x="44345" y="319840"/>
                  </a:lnTo>
                  <a:lnTo>
                    <a:pt x="46809" y="319840"/>
                  </a:lnTo>
                  <a:lnTo>
                    <a:pt x="49273" y="319840"/>
                  </a:lnTo>
                  <a:lnTo>
                    <a:pt x="51736" y="319840"/>
                  </a:lnTo>
                  <a:lnTo>
                    <a:pt x="54200" y="319840"/>
                  </a:lnTo>
                  <a:lnTo>
                    <a:pt x="56664" y="319840"/>
                  </a:lnTo>
                  <a:lnTo>
                    <a:pt x="59127" y="319840"/>
                  </a:lnTo>
                  <a:lnTo>
                    <a:pt x="61591" y="319840"/>
                  </a:lnTo>
                  <a:lnTo>
                    <a:pt x="64055" y="319840"/>
                  </a:lnTo>
                  <a:lnTo>
                    <a:pt x="66518" y="319840"/>
                  </a:lnTo>
                  <a:lnTo>
                    <a:pt x="68982" y="319840"/>
                  </a:lnTo>
                  <a:lnTo>
                    <a:pt x="71446" y="319840"/>
                  </a:lnTo>
                  <a:lnTo>
                    <a:pt x="73909" y="319840"/>
                  </a:lnTo>
                  <a:lnTo>
                    <a:pt x="76373" y="319840"/>
                  </a:lnTo>
                  <a:lnTo>
                    <a:pt x="78837" y="319840"/>
                  </a:lnTo>
                  <a:lnTo>
                    <a:pt x="81300" y="319840"/>
                  </a:lnTo>
                  <a:lnTo>
                    <a:pt x="83764" y="319840"/>
                  </a:lnTo>
                  <a:lnTo>
                    <a:pt x="86228" y="319840"/>
                  </a:lnTo>
                  <a:lnTo>
                    <a:pt x="88691" y="319840"/>
                  </a:lnTo>
                  <a:lnTo>
                    <a:pt x="91155" y="319840"/>
                  </a:lnTo>
                  <a:lnTo>
                    <a:pt x="93618" y="319840"/>
                  </a:lnTo>
                  <a:lnTo>
                    <a:pt x="96082" y="319840"/>
                  </a:lnTo>
                  <a:lnTo>
                    <a:pt x="98546" y="319840"/>
                  </a:lnTo>
                  <a:lnTo>
                    <a:pt x="101009" y="319840"/>
                  </a:lnTo>
                  <a:lnTo>
                    <a:pt x="103473" y="319840"/>
                  </a:lnTo>
                  <a:lnTo>
                    <a:pt x="105937" y="319840"/>
                  </a:lnTo>
                  <a:lnTo>
                    <a:pt x="108400" y="319840"/>
                  </a:lnTo>
                  <a:lnTo>
                    <a:pt x="110864" y="319840"/>
                  </a:lnTo>
                  <a:lnTo>
                    <a:pt x="113328" y="319840"/>
                  </a:lnTo>
                  <a:lnTo>
                    <a:pt x="115791" y="319840"/>
                  </a:lnTo>
                  <a:lnTo>
                    <a:pt x="118255" y="319840"/>
                  </a:lnTo>
                  <a:lnTo>
                    <a:pt x="120719" y="319840"/>
                  </a:lnTo>
                  <a:lnTo>
                    <a:pt x="123182" y="319840"/>
                  </a:lnTo>
                  <a:lnTo>
                    <a:pt x="125646" y="319840"/>
                  </a:lnTo>
                  <a:lnTo>
                    <a:pt x="128110" y="319840"/>
                  </a:lnTo>
                  <a:lnTo>
                    <a:pt x="130573" y="319840"/>
                  </a:lnTo>
                  <a:lnTo>
                    <a:pt x="133037" y="319840"/>
                  </a:lnTo>
                  <a:lnTo>
                    <a:pt x="135501" y="319840"/>
                  </a:lnTo>
                  <a:lnTo>
                    <a:pt x="137964" y="319840"/>
                  </a:lnTo>
                  <a:lnTo>
                    <a:pt x="140428" y="319840"/>
                  </a:lnTo>
                  <a:lnTo>
                    <a:pt x="142892" y="319840"/>
                  </a:lnTo>
                  <a:lnTo>
                    <a:pt x="145355" y="319840"/>
                  </a:lnTo>
                  <a:lnTo>
                    <a:pt x="147819" y="319840"/>
                  </a:lnTo>
                  <a:lnTo>
                    <a:pt x="150283" y="319840"/>
                  </a:lnTo>
                  <a:lnTo>
                    <a:pt x="152746" y="319840"/>
                  </a:lnTo>
                  <a:lnTo>
                    <a:pt x="155210" y="319840"/>
                  </a:lnTo>
                  <a:lnTo>
                    <a:pt x="157674" y="319840"/>
                  </a:lnTo>
                  <a:lnTo>
                    <a:pt x="160137" y="319840"/>
                  </a:lnTo>
                  <a:lnTo>
                    <a:pt x="162601" y="319840"/>
                  </a:lnTo>
                  <a:lnTo>
                    <a:pt x="165065" y="319840"/>
                  </a:lnTo>
                  <a:lnTo>
                    <a:pt x="167528" y="319840"/>
                  </a:lnTo>
                  <a:lnTo>
                    <a:pt x="169992" y="319840"/>
                  </a:lnTo>
                  <a:lnTo>
                    <a:pt x="172456" y="319840"/>
                  </a:lnTo>
                  <a:lnTo>
                    <a:pt x="174919" y="319840"/>
                  </a:lnTo>
                  <a:lnTo>
                    <a:pt x="177383" y="319840"/>
                  </a:lnTo>
                  <a:lnTo>
                    <a:pt x="179847" y="319840"/>
                  </a:lnTo>
                  <a:lnTo>
                    <a:pt x="182310" y="319840"/>
                  </a:lnTo>
                  <a:lnTo>
                    <a:pt x="184774" y="319840"/>
                  </a:lnTo>
                  <a:lnTo>
                    <a:pt x="187237" y="319840"/>
                  </a:lnTo>
                  <a:lnTo>
                    <a:pt x="189701" y="319840"/>
                  </a:lnTo>
                  <a:lnTo>
                    <a:pt x="192165" y="319840"/>
                  </a:lnTo>
                  <a:lnTo>
                    <a:pt x="194628" y="319839"/>
                  </a:lnTo>
                  <a:lnTo>
                    <a:pt x="197092" y="319839"/>
                  </a:lnTo>
                  <a:lnTo>
                    <a:pt x="199556" y="319839"/>
                  </a:lnTo>
                  <a:lnTo>
                    <a:pt x="202019" y="319838"/>
                  </a:lnTo>
                  <a:lnTo>
                    <a:pt x="204483" y="319838"/>
                  </a:lnTo>
                  <a:lnTo>
                    <a:pt x="206947" y="319837"/>
                  </a:lnTo>
                  <a:lnTo>
                    <a:pt x="209410" y="319835"/>
                  </a:lnTo>
                  <a:lnTo>
                    <a:pt x="211874" y="319834"/>
                  </a:lnTo>
                  <a:lnTo>
                    <a:pt x="214338" y="319832"/>
                  </a:lnTo>
                  <a:lnTo>
                    <a:pt x="216801" y="319830"/>
                  </a:lnTo>
                  <a:lnTo>
                    <a:pt x="219265" y="319827"/>
                  </a:lnTo>
                  <a:lnTo>
                    <a:pt x="221729" y="319824"/>
                  </a:lnTo>
                  <a:lnTo>
                    <a:pt x="224192" y="319819"/>
                  </a:lnTo>
                  <a:lnTo>
                    <a:pt x="226656" y="319814"/>
                  </a:lnTo>
                  <a:lnTo>
                    <a:pt x="229120" y="319807"/>
                  </a:lnTo>
                  <a:lnTo>
                    <a:pt x="231583" y="319799"/>
                  </a:lnTo>
                  <a:lnTo>
                    <a:pt x="234047" y="319789"/>
                  </a:lnTo>
                  <a:lnTo>
                    <a:pt x="236511" y="319776"/>
                  </a:lnTo>
                  <a:lnTo>
                    <a:pt x="238974" y="319762"/>
                  </a:lnTo>
                  <a:lnTo>
                    <a:pt x="241438" y="319744"/>
                  </a:lnTo>
                  <a:lnTo>
                    <a:pt x="243902" y="319723"/>
                  </a:lnTo>
                  <a:lnTo>
                    <a:pt x="246365" y="319697"/>
                  </a:lnTo>
                  <a:lnTo>
                    <a:pt x="248829" y="319666"/>
                  </a:lnTo>
                  <a:lnTo>
                    <a:pt x="251293" y="319629"/>
                  </a:lnTo>
                  <a:lnTo>
                    <a:pt x="253756" y="319586"/>
                  </a:lnTo>
                  <a:lnTo>
                    <a:pt x="256220" y="319536"/>
                  </a:lnTo>
                  <a:lnTo>
                    <a:pt x="258684" y="319477"/>
                  </a:lnTo>
                  <a:lnTo>
                    <a:pt x="261147" y="319406"/>
                  </a:lnTo>
                  <a:lnTo>
                    <a:pt x="263611" y="319324"/>
                  </a:lnTo>
                  <a:lnTo>
                    <a:pt x="266075" y="319229"/>
                  </a:lnTo>
                  <a:lnTo>
                    <a:pt x="268538" y="319121"/>
                  </a:lnTo>
                  <a:lnTo>
                    <a:pt x="271002" y="318997"/>
                  </a:lnTo>
                  <a:lnTo>
                    <a:pt x="273465" y="318853"/>
                  </a:lnTo>
                  <a:lnTo>
                    <a:pt x="275929" y="318687"/>
                  </a:lnTo>
                  <a:lnTo>
                    <a:pt x="278393" y="318499"/>
                  </a:lnTo>
                  <a:lnTo>
                    <a:pt x="280856" y="318287"/>
                  </a:lnTo>
                  <a:lnTo>
                    <a:pt x="283320" y="318049"/>
                  </a:lnTo>
                  <a:lnTo>
                    <a:pt x="285784" y="317783"/>
                  </a:lnTo>
                  <a:lnTo>
                    <a:pt x="288247" y="317479"/>
                  </a:lnTo>
                  <a:lnTo>
                    <a:pt x="290711" y="317140"/>
                  </a:lnTo>
                  <a:lnTo>
                    <a:pt x="293175" y="316766"/>
                  </a:lnTo>
                  <a:lnTo>
                    <a:pt x="295638" y="316355"/>
                  </a:lnTo>
                  <a:lnTo>
                    <a:pt x="298102" y="315904"/>
                  </a:lnTo>
                  <a:lnTo>
                    <a:pt x="300566" y="315405"/>
                  </a:lnTo>
                  <a:lnTo>
                    <a:pt x="303029" y="314856"/>
                  </a:lnTo>
                  <a:lnTo>
                    <a:pt x="305493" y="314262"/>
                  </a:lnTo>
                  <a:lnTo>
                    <a:pt x="307957" y="313621"/>
                  </a:lnTo>
                  <a:lnTo>
                    <a:pt x="310420" y="312933"/>
                  </a:lnTo>
                  <a:lnTo>
                    <a:pt x="312884" y="312197"/>
                  </a:lnTo>
                  <a:lnTo>
                    <a:pt x="315348" y="311402"/>
                  </a:lnTo>
                  <a:lnTo>
                    <a:pt x="317811" y="310557"/>
                  </a:lnTo>
                  <a:lnTo>
                    <a:pt x="320275" y="309666"/>
                  </a:lnTo>
                  <a:lnTo>
                    <a:pt x="322739" y="308730"/>
                  </a:lnTo>
                  <a:lnTo>
                    <a:pt x="325202" y="307751"/>
                  </a:lnTo>
                  <a:lnTo>
                    <a:pt x="327666" y="306728"/>
                  </a:lnTo>
                  <a:lnTo>
                    <a:pt x="330130" y="305660"/>
                  </a:lnTo>
                  <a:lnTo>
                    <a:pt x="332593" y="304560"/>
                  </a:lnTo>
                  <a:lnTo>
                    <a:pt x="335057" y="303431"/>
                  </a:lnTo>
                  <a:lnTo>
                    <a:pt x="337521" y="302278"/>
                  </a:lnTo>
                  <a:lnTo>
                    <a:pt x="339984" y="301104"/>
                  </a:lnTo>
                  <a:lnTo>
                    <a:pt x="342448" y="299912"/>
                  </a:lnTo>
                  <a:lnTo>
                    <a:pt x="344912" y="298712"/>
                  </a:lnTo>
                  <a:lnTo>
                    <a:pt x="347375" y="297509"/>
                  </a:lnTo>
                  <a:lnTo>
                    <a:pt x="349839" y="296310"/>
                  </a:lnTo>
                  <a:lnTo>
                    <a:pt x="352303" y="295118"/>
                  </a:lnTo>
                  <a:lnTo>
                    <a:pt x="354766" y="293940"/>
                  </a:lnTo>
                  <a:lnTo>
                    <a:pt x="357230" y="292786"/>
                  </a:lnTo>
                  <a:lnTo>
                    <a:pt x="359694" y="291657"/>
                  </a:lnTo>
                  <a:lnTo>
                    <a:pt x="362157" y="290558"/>
                  </a:lnTo>
                  <a:lnTo>
                    <a:pt x="364621" y="289492"/>
                  </a:lnTo>
                  <a:lnTo>
                    <a:pt x="367084" y="288462"/>
                  </a:lnTo>
                  <a:lnTo>
                    <a:pt x="369548" y="287479"/>
                  </a:lnTo>
                  <a:lnTo>
                    <a:pt x="372012" y="286543"/>
                  </a:lnTo>
                  <a:lnTo>
                    <a:pt x="374475" y="285652"/>
                  </a:lnTo>
                  <a:lnTo>
                    <a:pt x="376939" y="284807"/>
                  </a:lnTo>
                  <a:lnTo>
                    <a:pt x="379403" y="284009"/>
                  </a:lnTo>
                  <a:lnTo>
                    <a:pt x="381866" y="283256"/>
                  </a:lnTo>
                  <a:lnTo>
                    <a:pt x="384330" y="282563"/>
                  </a:lnTo>
                  <a:lnTo>
                    <a:pt x="386794" y="281914"/>
                  </a:lnTo>
                  <a:lnTo>
                    <a:pt x="389257" y="281308"/>
                  </a:lnTo>
                  <a:lnTo>
                    <a:pt x="391721" y="280743"/>
                  </a:lnTo>
                  <a:lnTo>
                    <a:pt x="394185" y="280217"/>
                  </a:lnTo>
                  <a:lnTo>
                    <a:pt x="396648" y="279732"/>
                  </a:lnTo>
                  <a:lnTo>
                    <a:pt x="399112" y="279284"/>
                  </a:lnTo>
                  <a:lnTo>
                    <a:pt x="401576" y="278865"/>
                  </a:lnTo>
                  <a:lnTo>
                    <a:pt x="404039" y="278472"/>
                  </a:lnTo>
                  <a:lnTo>
                    <a:pt x="406503" y="278101"/>
                  </a:lnTo>
                  <a:lnTo>
                    <a:pt x="408967" y="277748"/>
                  </a:lnTo>
                  <a:lnTo>
                    <a:pt x="411430" y="277413"/>
                  </a:lnTo>
                  <a:lnTo>
                    <a:pt x="413894" y="277087"/>
                  </a:lnTo>
                  <a:lnTo>
                    <a:pt x="416358" y="276767"/>
                  </a:lnTo>
                  <a:lnTo>
                    <a:pt x="418821" y="276449"/>
                  </a:lnTo>
                  <a:lnTo>
                    <a:pt x="421285" y="276129"/>
                  </a:lnTo>
                  <a:lnTo>
                    <a:pt x="423749" y="275803"/>
                  </a:lnTo>
                  <a:lnTo>
                    <a:pt x="426212" y="275464"/>
                  </a:lnTo>
                  <a:lnTo>
                    <a:pt x="428676" y="275110"/>
                  </a:lnTo>
                  <a:lnTo>
                    <a:pt x="431140" y="274737"/>
                  </a:lnTo>
                  <a:lnTo>
                    <a:pt x="433603" y="274341"/>
                  </a:lnTo>
                  <a:lnTo>
                    <a:pt x="436067" y="273918"/>
                  </a:lnTo>
                  <a:lnTo>
                    <a:pt x="438531" y="273459"/>
                  </a:lnTo>
                  <a:lnTo>
                    <a:pt x="440994" y="272959"/>
                  </a:lnTo>
                  <a:lnTo>
                    <a:pt x="443458" y="272417"/>
                  </a:lnTo>
                  <a:lnTo>
                    <a:pt x="445922" y="271830"/>
                  </a:lnTo>
                  <a:lnTo>
                    <a:pt x="448385" y="271192"/>
                  </a:lnTo>
                  <a:lnTo>
                    <a:pt x="450849" y="270498"/>
                  </a:lnTo>
                  <a:lnTo>
                    <a:pt x="453312" y="269725"/>
                  </a:lnTo>
                  <a:lnTo>
                    <a:pt x="455776" y="268884"/>
                  </a:lnTo>
                  <a:lnTo>
                    <a:pt x="458240" y="267969"/>
                  </a:lnTo>
                  <a:lnTo>
                    <a:pt x="460703" y="266974"/>
                  </a:lnTo>
                  <a:lnTo>
                    <a:pt x="463167" y="265893"/>
                  </a:lnTo>
                  <a:lnTo>
                    <a:pt x="465631" y="264707"/>
                  </a:lnTo>
                  <a:lnTo>
                    <a:pt x="468094" y="263407"/>
                  </a:lnTo>
                  <a:lnTo>
                    <a:pt x="470558" y="261999"/>
                  </a:lnTo>
                  <a:lnTo>
                    <a:pt x="473022" y="260477"/>
                  </a:lnTo>
                  <a:lnTo>
                    <a:pt x="475485" y="258835"/>
                  </a:lnTo>
                  <a:lnTo>
                    <a:pt x="477949" y="257068"/>
                  </a:lnTo>
                  <a:lnTo>
                    <a:pt x="480413" y="255133"/>
                  </a:lnTo>
                  <a:lnTo>
                    <a:pt x="482876" y="253055"/>
                  </a:lnTo>
                  <a:lnTo>
                    <a:pt x="485340" y="250830"/>
                  </a:lnTo>
                  <a:lnTo>
                    <a:pt x="487804" y="248454"/>
                  </a:lnTo>
                  <a:lnTo>
                    <a:pt x="490267" y="245923"/>
                  </a:lnTo>
                  <a:lnTo>
                    <a:pt x="492731" y="243217"/>
                  </a:lnTo>
                  <a:lnTo>
                    <a:pt x="495195" y="240316"/>
                  </a:lnTo>
                  <a:lnTo>
                    <a:pt x="497658" y="237246"/>
                  </a:lnTo>
                  <a:lnTo>
                    <a:pt x="500122" y="234006"/>
                  </a:lnTo>
                  <a:lnTo>
                    <a:pt x="502586" y="230594"/>
                  </a:lnTo>
                  <a:lnTo>
                    <a:pt x="505049" y="227008"/>
                  </a:lnTo>
                  <a:lnTo>
                    <a:pt x="507513" y="223212"/>
                  </a:lnTo>
                  <a:lnTo>
                    <a:pt x="509977" y="219229"/>
                  </a:lnTo>
                  <a:lnTo>
                    <a:pt x="512440" y="215073"/>
                  </a:lnTo>
                  <a:lnTo>
                    <a:pt x="514904" y="210745"/>
                  </a:lnTo>
                  <a:lnTo>
                    <a:pt x="517368" y="206248"/>
                  </a:lnTo>
                  <a:lnTo>
                    <a:pt x="519831" y="201577"/>
                  </a:lnTo>
                  <a:lnTo>
                    <a:pt x="522295" y="196705"/>
                  </a:lnTo>
                  <a:lnTo>
                    <a:pt x="524759" y="191675"/>
                  </a:lnTo>
                  <a:lnTo>
                    <a:pt x="527222" y="186494"/>
                  </a:lnTo>
                  <a:lnTo>
                    <a:pt x="529686" y="181164"/>
                  </a:lnTo>
                  <a:lnTo>
                    <a:pt x="532150" y="175693"/>
                  </a:lnTo>
                  <a:lnTo>
                    <a:pt x="534613" y="170066"/>
                  </a:lnTo>
                  <a:lnTo>
                    <a:pt x="537077" y="164300"/>
                  </a:lnTo>
                  <a:lnTo>
                    <a:pt x="539541" y="158417"/>
                  </a:lnTo>
                  <a:lnTo>
                    <a:pt x="542004" y="152427"/>
                  </a:lnTo>
                  <a:lnTo>
                    <a:pt x="544468" y="146338"/>
                  </a:lnTo>
                  <a:lnTo>
                    <a:pt x="546931" y="140159"/>
                  </a:lnTo>
                  <a:lnTo>
                    <a:pt x="549395" y="133884"/>
                  </a:lnTo>
                  <a:lnTo>
                    <a:pt x="551859" y="127548"/>
                  </a:lnTo>
                  <a:lnTo>
                    <a:pt x="554322" y="121164"/>
                  </a:lnTo>
                  <a:lnTo>
                    <a:pt x="556786" y="114744"/>
                  </a:lnTo>
                  <a:lnTo>
                    <a:pt x="559250" y="108300"/>
                  </a:lnTo>
                  <a:lnTo>
                    <a:pt x="561713" y="101848"/>
                  </a:lnTo>
                  <a:lnTo>
                    <a:pt x="564177" y="95412"/>
                  </a:lnTo>
                  <a:lnTo>
                    <a:pt x="566641" y="89008"/>
                  </a:lnTo>
                  <a:lnTo>
                    <a:pt x="569104" y="82653"/>
                  </a:lnTo>
                  <a:lnTo>
                    <a:pt x="571568" y="76363"/>
                  </a:lnTo>
                  <a:lnTo>
                    <a:pt x="574032" y="70157"/>
                  </a:lnTo>
                  <a:lnTo>
                    <a:pt x="576495" y="64082"/>
                  </a:lnTo>
                  <a:lnTo>
                    <a:pt x="578959" y="58147"/>
                  </a:lnTo>
                  <a:lnTo>
                    <a:pt x="581423" y="52365"/>
                  </a:lnTo>
                  <a:lnTo>
                    <a:pt x="583886" y="46757"/>
                  </a:lnTo>
                  <a:lnTo>
                    <a:pt x="586350" y="41341"/>
                  </a:lnTo>
                  <a:lnTo>
                    <a:pt x="588814" y="36156"/>
                  </a:lnTo>
                  <a:lnTo>
                    <a:pt x="591277" y="31264"/>
                  </a:lnTo>
                  <a:lnTo>
                    <a:pt x="593741" y="26640"/>
                  </a:lnTo>
                  <a:lnTo>
                    <a:pt x="596205" y="22304"/>
                  </a:lnTo>
                  <a:lnTo>
                    <a:pt x="598668" y="18275"/>
                  </a:lnTo>
                  <a:lnTo>
                    <a:pt x="601132" y="14572"/>
                  </a:lnTo>
                  <a:lnTo>
                    <a:pt x="603596" y="11282"/>
                  </a:lnTo>
                  <a:lnTo>
                    <a:pt x="606059" y="8397"/>
                  </a:lnTo>
                  <a:lnTo>
                    <a:pt x="608523" y="5903"/>
                  </a:lnTo>
                  <a:lnTo>
                    <a:pt x="610987" y="3811"/>
                  </a:lnTo>
                  <a:lnTo>
                    <a:pt x="613450" y="2137"/>
                  </a:lnTo>
                  <a:lnTo>
                    <a:pt x="615914" y="901"/>
                  </a:lnTo>
                  <a:lnTo>
                    <a:pt x="618378" y="223"/>
                  </a:lnTo>
                  <a:lnTo>
                    <a:pt x="620841" y="0"/>
                  </a:lnTo>
                  <a:lnTo>
                    <a:pt x="623305" y="235"/>
                  </a:lnTo>
                  <a:lnTo>
                    <a:pt x="625769" y="935"/>
                  </a:lnTo>
                  <a:lnTo>
                    <a:pt x="628232" y="2101"/>
                  </a:lnTo>
                  <a:lnTo>
                    <a:pt x="630696" y="3799"/>
                  </a:lnTo>
                  <a:lnTo>
                    <a:pt x="633159" y="6025"/>
                  </a:lnTo>
                  <a:lnTo>
                    <a:pt x="635623" y="8707"/>
                  </a:lnTo>
                  <a:lnTo>
                    <a:pt x="638087" y="11839"/>
                  </a:lnTo>
                  <a:lnTo>
                    <a:pt x="640550" y="15410"/>
                  </a:lnTo>
                  <a:lnTo>
                    <a:pt x="643014" y="19411"/>
                  </a:lnTo>
                  <a:lnTo>
                    <a:pt x="645478" y="23926"/>
                  </a:lnTo>
                  <a:lnTo>
                    <a:pt x="647941" y="28839"/>
                  </a:lnTo>
                  <a:lnTo>
                    <a:pt x="650405" y="34120"/>
                  </a:lnTo>
                  <a:lnTo>
                    <a:pt x="652869" y="39749"/>
                  </a:lnTo>
                  <a:lnTo>
                    <a:pt x="655332" y="45706"/>
                  </a:lnTo>
                  <a:lnTo>
                    <a:pt x="657796" y="51993"/>
                  </a:lnTo>
                  <a:lnTo>
                    <a:pt x="660260" y="58599"/>
                  </a:lnTo>
                  <a:lnTo>
                    <a:pt x="662723" y="65441"/>
                  </a:lnTo>
                  <a:lnTo>
                    <a:pt x="665187" y="72493"/>
                  </a:lnTo>
                  <a:lnTo>
                    <a:pt x="667651" y="79729"/>
                  </a:lnTo>
                  <a:lnTo>
                    <a:pt x="670114" y="87123"/>
                  </a:lnTo>
                  <a:lnTo>
                    <a:pt x="672578" y="94665"/>
                  </a:lnTo>
                  <a:lnTo>
                    <a:pt x="675042" y="102300"/>
                  </a:lnTo>
                  <a:lnTo>
                    <a:pt x="677505" y="109992"/>
                  </a:lnTo>
                  <a:lnTo>
                    <a:pt x="679969" y="117716"/>
                  </a:lnTo>
                  <a:lnTo>
                    <a:pt x="682433" y="125449"/>
                  </a:lnTo>
                  <a:lnTo>
                    <a:pt x="684896" y="133163"/>
                  </a:lnTo>
                  <a:lnTo>
                    <a:pt x="687360" y="140819"/>
                  </a:lnTo>
                  <a:lnTo>
                    <a:pt x="689824" y="148399"/>
                  </a:lnTo>
                  <a:lnTo>
                    <a:pt x="692287" y="155886"/>
                  </a:lnTo>
                  <a:lnTo>
                    <a:pt x="694751" y="163262"/>
                  </a:lnTo>
                  <a:lnTo>
                    <a:pt x="697215" y="170511"/>
                  </a:lnTo>
                  <a:lnTo>
                    <a:pt x="699678" y="177590"/>
                  </a:lnTo>
                  <a:lnTo>
                    <a:pt x="702142" y="184488"/>
                  </a:lnTo>
                  <a:lnTo>
                    <a:pt x="704606" y="191212"/>
                  </a:lnTo>
                  <a:lnTo>
                    <a:pt x="707069" y="197752"/>
                  </a:lnTo>
                  <a:lnTo>
                    <a:pt x="709533" y="204100"/>
                  </a:lnTo>
                  <a:lnTo>
                    <a:pt x="711997" y="210250"/>
                  </a:lnTo>
                  <a:lnTo>
                    <a:pt x="714460" y="216139"/>
                  </a:lnTo>
                  <a:lnTo>
                    <a:pt x="716924" y="221818"/>
                  </a:lnTo>
                  <a:lnTo>
                    <a:pt x="719388" y="227285"/>
                  </a:lnTo>
                  <a:lnTo>
                    <a:pt x="721851" y="232541"/>
                  </a:lnTo>
                  <a:lnTo>
                    <a:pt x="724315" y="237583"/>
                  </a:lnTo>
                  <a:lnTo>
                    <a:pt x="726778" y="242388"/>
                  </a:lnTo>
                  <a:lnTo>
                    <a:pt x="729242" y="246949"/>
                  </a:lnTo>
                  <a:lnTo>
                    <a:pt x="731706" y="251301"/>
                  </a:lnTo>
                  <a:lnTo>
                    <a:pt x="734169" y="255448"/>
                  </a:lnTo>
                  <a:lnTo>
                    <a:pt x="736633" y="259392"/>
                  </a:lnTo>
                  <a:lnTo>
                    <a:pt x="739097" y="263136"/>
                  </a:lnTo>
                  <a:lnTo>
                    <a:pt x="741560" y="266639"/>
                  </a:lnTo>
                  <a:lnTo>
                    <a:pt x="744024" y="269943"/>
                  </a:lnTo>
                  <a:lnTo>
                    <a:pt x="746488" y="273062"/>
                  </a:lnTo>
                  <a:lnTo>
                    <a:pt x="748951" y="275998"/>
                  </a:lnTo>
                  <a:lnTo>
                    <a:pt x="751415" y="278757"/>
                  </a:lnTo>
                  <a:lnTo>
                    <a:pt x="753879" y="281328"/>
                  </a:lnTo>
                  <a:lnTo>
                    <a:pt x="756342" y="283698"/>
                  </a:lnTo>
                  <a:lnTo>
                    <a:pt x="758806" y="285905"/>
                  </a:lnTo>
                  <a:lnTo>
                    <a:pt x="761270" y="287954"/>
                  </a:lnTo>
                  <a:lnTo>
                    <a:pt x="763733" y="289849"/>
                  </a:lnTo>
                  <a:lnTo>
                    <a:pt x="766197" y="291595"/>
                  </a:lnTo>
                  <a:lnTo>
                    <a:pt x="768661" y="293169"/>
                  </a:lnTo>
                  <a:lnTo>
                    <a:pt x="771124" y="294594"/>
                  </a:lnTo>
                  <a:lnTo>
                    <a:pt x="773588" y="295886"/>
                  </a:lnTo>
                  <a:lnTo>
                    <a:pt x="776052" y="297051"/>
                  </a:lnTo>
                  <a:lnTo>
                    <a:pt x="778515" y="298092"/>
                  </a:lnTo>
                  <a:lnTo>
                    <a:pt x="780979" y="299013"/>
                  </a:lnTo>
                  <a:lnTo>
                    <a:pt x="783443" y="299795"/>
                  </a:lnTo>
                  <a:lnTo>
                    <a:pt x="785906" y="300473"/>
                  </a:lnTo>
                  <a:lnTo>
                    <a:pt x="788370" y="301052"/>
                  </a:lnTo>
                  <a:lnTo>
                    <a:pt x="790834" y="301538"/>
                  </a:lnTo>
                  <a:lnTo>
                    <a:pt x="793297" y="301936"/>
                  </a:lnTo>
                  <a:lnTo>
                    <a:pt x="795761" y="302241"/>
                  </a:lnTo>
                  <a:lnTo>
                    <a:pt x="798225" y="302462"/>
                  </a:lnTo>
                  <a:lnTo>
                    <a:pt x="800688" y="302618"/>
                  </a:lnTo>
                  <a:lnTo>
                    <a:pt x="803152" y="302712"/>
                  </a:lnTo>
                  <a:lnTo>
                    <a:pt x="805616" y="302752"/>
                  </a:lnTo>
                  <a:lnTo>
                    <a:pt x="808079" y="302742"/>
                  </a:lnTo>
                  <a:lnTo>
                    <a:pt x="810543" y="302682"/>
                  </a:lnTo>
                  <a:lnTo>
                    <a:pt x="813006" y="302588"/>
                  </a:lnTo>
                  <a:lnTo>
                    <a:pt x="815470" y="302468"/>
                  </a:lnTo>
                  <a:lnTo>
                    <a:pt x="817934" y="302327"/>
                  </a:lnTo>
                  <a:lnTo>
                    <a:pt x="820397" y="302171"/>
                  </a:lnTo>
                  <a:lnTo>
                    <a:pt x="822861" y="302004"/>
                  </a:lnTo>
                  <a:lnTo>
                    <a:pt x="825325" y="301836"/>
                  </a:lnTo>
                  <a:lnTo>
                    <a:pt x="827788" y="301672"/>
                  </a:lnTo>
                  <a:lnTo>
                    <a:pt x="830252" y="301517"/>
                  </a:lnTo>
                  <a:lnTo>
                    <a:pt x="832716" y="301375"/>
                  </a:lnTo>
                  <a:lnTo>
                    <a:pt x="835179" y="301249"/>
                  </a:lnTo>
                  <a:lnTo>
                    <a:pt x="837643" y="301149"/>
                  </a:lnTo>
                  <a:lnTo>
                    <a:pt x="840107" y="301074"/>
                  </a:lnTo>
                  <a:lnTo>
                    <a:pt x="842570" y="301026"/>
                  </a:lnTo>
                  <a:lnTo>
                    <a:pt x="845034" y="301004"/>
                  </a:lnTo>
                  <a:lnTo>
                    <a:pt x="847498" y="301012"/>
                  </a:lnTo>
                  <a:lnTo>
                    <a:pt x="849961" y="301049"/>
                  </a:lnTo>
                  <a:lnTo>
                    <a:pt x="852425" y="301120"/>
                  </a:lnTo>
                  <a:lnTo>
                    <a:pt x="854889" y="301218"/>
                  </a:lnTo>
                  <a:lnTo>
                    <a:pt x="857352" y="301340"/>
                  </a:lnTo>
                  <a:lnTo>
                    <a:pt x="859816" y="301484"/>
                  </a:lnTo>
                  <a:lnTo>
                    <a:pt x="862280" y="301647"/>
                  </a:lnTo>
                  <a:lnTo>
                    <a:pt x="864743" y="301829"/>
                  </a:lnTo>
                  <a:lnTo>
                    <a:pt x="867207" y="302023"/>
                  </a:lnTo>
                  <a:lnTo>
                    <a:pt x="869671" y="302224"/>
                  </a:lnTo>
                  <a:lnTo>
                    <a:pt x="872134" y="302427"/>
                  </a:lnTo>
                  <a:lnTo>
                    <a:pt x="874598" y="302630"/>
                  </a:lnTo>
                  <a:lnTo>
                    <a:pt x="877062" y="302828"/>
                  </a:lnTo>
                  <a:lnTo>
                    <a:pt x="879525" y="303014"/>
                  </a:lnTo>
                  <a:lnTo>
                    <a:pt x="881989" y="303185"/>
                  </a:lnTo>
                  <a:lnTo>
                    <a:pt x="884453" y="303339"/>
                  </a:lnTo>
                  <a:lnTo>
                    <a:pt x="886916" y="303473"/>
                  </a:lnTo>
                  <a:lnTo>
                    <a:pt x="889380" y="303585"/>
                  </a:lnTo>
                  <a:lnTo>
                    <a:pt x="891844" y="303669"/>
                  </a:lnTo>
                  <a:lnTo>
                    <a:pt x="894307" y="303723"/>
                  </a:lnTo>
                  <a:lnTo>
                    <a:pt x="896771" y="303750"/>
                  </a:lnTo>
                  <a:lnTo>
                    <a:pt x="899235" y="303749"/>
                  </a:lnTo>
                  <a:lnTo>
                    <a:pt x="901698" y="303722"/>
                  </a:lnTo>
                  <a:lnTo>
                    <a:pt x="904162" y="303669"/>
                  </a:lnTo>
                  <a:lnTo>
                    <a:pt x="906625" y="303586"/>
                  </a:lnTo>
                  <a:lnTo>
                    <a:pt x="909089" y="303480"/>
                  </a:lnTo>
                  <a:lnTo>
                    <a:pt x="911553" y="303355"/>
                  </a:lnTo>
                  <a:lnTo>
                    <a:pt x="914016" y="303214"/>
                  </a:lnTo>
                  <a:lnTo>
                    <a:pt x="916480" y="303058"/>
                  </a:lnTo>
                  <a:lnTo>
                    <a:pt x="918944" y="302891"/>
                  </a:lnTo>
                  <a:lnTo>
                    <a:pt x="921407" y="302716"/>
                  </a:lnTo>
                  <a:lnTo>
                    <a:pt x="923871" y="302538"/>
                  </a:lnTo>
                  <a:lnTo>
                    <a:pt x="926335" y="302361"/>
                  </a:lnTo>
                  <a:lnTo>
                    <a:pt x="928798" y="302188"/>
                  </a:lnTo>
                  <a:lnTo>
                    <a:pt x="931262" y="302022"/>
                  </a:lnTo>
                  <a:lnTo>
                    <a:pt x="933726" y="301869"/>
                  </a:lnTo>
                  <a:lnTo>
                    <a:pt x="936189" y="301731"/>
                  </a:lnTo>
                  <a:lnTo>
                    <a:pt x="938653" y="301609"/>
                  </a:lnTo>
                  <a:lnTo>
                    <a:pt x="941117" y="301506"/>
                  </a:lnTo>
                  <a:lnTo>
                    <a:pt x="943580" y="301424"/>
                  </a:lnTo>
                  <a:lnTo>
                    <a:pt x="946044" y="301365"/>
                  </a:lnTo>
                  <a:lnTo>
                    <a:pt x="948508" y="301335"/>
                  </a:lnTo>
                  <a:lnTo>
                    <a:pt x="950971" y="301331"/>
                  </a:lnTo>
                  <a:lnTo>
                    <a:pt x="953435" y="301353"/>
                  </a:lnTo>
                  <a:lnTo>
                    <a:pt x="955899" y="301400"/>
                  </a:lnTo>
                  <a:lnTo>
                    <a:pt x="958362" y="301473"/>
                  </a:lnTo>
                  <a:lnTo>
                    <a:pt x="960826" y="301576"/>
                  </a:lnTo>
                  <a:lnTo>
                    <a:pt x="963290" y="301706"/>
                  </a:lnTo>
                  <a:lnTo>
                    <a:pt x="965753" y="301860"/>
                  </a:lnTo>
                  <a:lnTo>
                    <a:pt x="968217" y="302036"/>
                  </a:lnTo>
                  <a:lnTo>
                    <a:pt x="970681" y="302233"/>
                  </a:lnTo>
                  <a:lnTo>
                    <a:pt x="973144" y="302450"/>
                  </a:lnTo>
                  <a:lnTo>
                    <a:pt x="975608" y="302688"/>
                  </a:lnTo>
                  <a:lnTo>
                    <a:pt x="978072" y="302941"/>
                  </a:lnTo>
                  <a:lnTo>
                    <a:pt x="980535" y="303206"/>
                  </a:lnTo>
                  <a:lnTo>
                    <a:pt x="982999" y="303480"/>
                  </a:lnTo>
                  <a:lnTo>
                    <a:pt x="985463" y="303762"/>
                  </a:lnTo>
                  <a:lnTo>
                    <a:pt x="987926" y="304049"/>
                  </a:lnTo>
                  <a:lnTo>
                    <a:pt x="990390" y="304337"/>
                  </a:lnTo>
                  <a:lnTo>
                    <a:pt x="992853" y="304623"/>
                  </a:lnTo>
                  <a:lnTo>
                    <a:pt x="995317" y="304905"/>
                  </a:lnTo>
                  <a:lnTo>
                    <a:pt x="997781" y="305179"/>
                  </a:lnTo>
                  <a:lnTo>
                    <a:pt x="1000244" y="305443"/>
                  </a:lnTo>
                  <a:lnTo>
                    <a:pt x="1002708" y="305692"/>
                  </a:lnTo>
                  <a:lnTo>
                    <a:pt x="1005172" y="305923"/>
                  </a:lnTo>
                  <a:lnTo>
                    <a:pt x="1007635" y="306136"/>
                  </a:lnTo>
                  <a:lnTo>
                    <a:pt x="1010099" y="306328"/>
                  </a:lnTo>
                  <a:lnTo>
                    <a:pt x="1012563" y="306498"/>
                  </a:lnTo>
                  <a:lnTo>
                    <a:pt x="1015026" y="306643"/>
                  </a:lnTo>
                  <a:lnTo>
                    <a:pt x="1017490" y="306757"/>
                  </a:lnTo>
                  <a:lnTo>
                    <a:pt x="1019954" y="306843"/>
                  </a:lnTo>
                  <a:lnTo>
                    <a:pt x="1022417" y="306902"/>
                  </a:lnTo>
                  <a:lnTo>
                    <a:pt x="1024881" y="306933"/>
                  </a:lnTo>
                  <a:lnTo>
                    <a:pt x="1027345" y="306936"/>
                  </a:lnTo>
                  <a:lnTo>
                    <a:pt x="1029808" y="306906"/>
                  </a:lnTo>
                  <a:lnTo>
                    <a:pt x="1032272" y="306846"/>
                  </a:lnTo>
                  <a:lnTo>
                    <a:pt x="1034736" y="306760"/>
                  </a:lnTo>
                  <a:lnTo>
                    <a:pt x="1037199" y="306650"/>
                  </a:lnTo>
                  <a:lnTo>
                    <a:pt x="1039663" y="306516"/>
                  </a:lnTo>
                  <a:lnTo>
                    <a:pt x="1042127" y="306360"/>
                  </a:lnTo>
                  <a:lnTo>
                    <a:pt x="1044590" y="306181"/>
                  </a:lnTo>
                  <a:lnTo>
                    <a:pt x="1047054" y="305985"/>
                  </a:lnTo>
                  <a:lnTo>
                    <a:pt x="1049518" y="305775"/>
                  </a:lnTo>
                  <a:lnTo>
                    <a:pt x="1051981" y="305554"/>
                  </a:lnTo>
                  <a:lnTo>
                    <a:pt x="1054445" y="305323"/>
                  </a:lnTo>
                  <a:lnTo>
                    <a:pt x="1056909" y="305085"/>
                  </a:lnTo>
                  <a:lnTo>
                    <a:pt x="1059372" y="304842"/>
                  </a:lnTo>
                  <a:lnTo>
                    <a:pt x="1061836" y="304599"/>
                  </a:lnTo>
                  <a:lnTo>
                    <a:pt x="1064300" y="304356"/>
                  </a:lnTo>
                  <a:lnTo>
                    <a:pt x="1066763" y="304117"/>
                  </a:lnTo>
                  <a:lnTo>
                    <a:pt x="1069227" y="303883"/>
                  </a:lnTo>
                  <a:lnTo>
                    <a:pt x="1071691" y="303657"/>
                  </a:lnTo>
                  <a:lnTo>
                    <a:pt x="1074154" y="303441"/>
                  </a:lnTo>
                  <a:lnTo>
                    <a:pt x="1076618" y="303235"/>
                  </a:lnTo>
                  <a:lnTo>
                    <a:pt x="1079082" y="303041"/>
                  </a:lnTo>
                  <a:lnTo>
                    <a:pt x="1081545" y="302859"/>
                  </a:lnTo>
                  <a:lnTo>
                    <a:pt x="1084009" y="302692"/>
                  </a:lnTo>
                  <a:lnTo>
                    <a:pt x="1086472" y="302542"/>
                  </a:lnTo>
                  <a:lnTo>
                    <a:pt x="1088936" y="302407"/>
                  </a:lnTo>
                  <a:lnTo>
                    <a:pt x="1091400" y="302288"/>
                  </a:lnTo>
                  <a:lnTo>
                    <a:pt x="1093863" y="302186"/>
                  </a:lnTo>
                  <a:lnTo>
                    <a:pt x="1096327" y="302100"/>
                  </a:lnTo>
                  <a:lnTo>
                    <a:pt x="1098791" y="302034"/>
                  </a:lnTo>
                  <a:lnTo>
                    <a:pt x="1101254" y="301988"/>
                  </a:lnTo>
                  <a:lnTo>
                    <a:pt x="1103718" y="301961"/>
                  </a:lnTo>
                  <a:lnTo>
                    <a:pt x="1106182" y="301952"/>
                  </a:lnTo>
                  <a:lnTo>
                    <a:pt x="1108645" y="301963"/>
                  </a:lnTo>
                  <a:lnTo>
                    <a:pt x="1111109" y="301995"/>
                  </a:lnTo>
                  <a:lnTo>
                    <a:pt x="1113573" y="302052"/>
                  </a:lnTo>
                  <a:lnTo>
                    <a:pt x="1116036" y="302129"/>
                  </a:lnTo>
                  <a:lnTo>
                    <a:pt x="1118500" y="302228"/>
                  </a:lnTo>
                  <a:lnTo>
                    <a:pt x="1120964" y="302348"/>
                  </a:lnTo>
                  <a:lnTo>
                    <a:pt x="1123427" y="302490"/>
                  </a:lnTo>
                  <a:lnTo>
                    <a:pt x="1125891" y="302655"/>
                  </a:lnTo>
                  <a:lnTo>
                    <a:pt x="1128355" y="302844"/>
                  </a:lnTo>
                  <a:lnTo>
                    <a:pt x="1130818" y="303052"/>
                  </a:lnTo>
                  <a:lnTo>
                    <a:pt x="1133282" y="303278"/>
                  </a:lnTo>
                  <a:lnTo>
                    <a:pt x="1135746" y="303522"/>
                  </a:lnTo>
                  <a:lnTo>
                    <a:pt x="1138209" y="303782"/>
                  </a:lnTo>
                  <a:lnTo>
                    <a:pt x="1140673" y="304059"/>
                  </a:lnTo>
                  <a:lnTo>
                    <a:pt x="1143137" y="304346"/>
                  </a:lnTo>
                  <a:lnTo>
                    <a:pt x="1145600" y="304641"/>
                  </a:lnTo>
                  <a:lnTo>
                    <a:pt x="1148064" y="304942"/>
                  </a:lnTo>
                  <a:lnTo>
                    <a:pt x="1150528" y="305246"/>
                  </a:lnTo>
                  <a:lnTo>
                    <a:pt x="1152991" y="305549"/>
                  </a:lnTo>
                  <a:lnTo>
                    <a:pt x="1155455" y="305846"/>
                  </a:lnTo>
                  <a:lnTo>
                    <a:pt x="1157919" y="306135"/>
                  </a:lnTo>
                  <a:lnTo>
                    <a:pt x="1160382" y="306413"/>
                  </a:lnTo>
                  <a:lnTo>
                    <a:pt x="1162846" y="306676"/>
                  </a:lnTo>
                  <a:lnTo>
                    <a:pt x="1165310" y="306922"/>
                  </a:lnTo>
                  <a:lnTo>
                    <a:pt x="1167773" y="307143"/>
                  </a:lnTo>
                  <a:lnTo>
                    <a:pt x="1170237" y="307341"/>
                  </a:lnTo>
                  <a:lnTo>
                    <a:pt x="1172701" y="307513"/>
                  </a:lnTo>
                  <a:lnTo>
                    <a:pt x="1175164" y="307660"/>
                  </a:lnTo>
                  <a:lnTo>
                    <a:pt x="1177628" y="307781"/>
                  </a:lnTo>
                  <a:lnTo>
                    <a:pt x="1180091" y="307873"/>
                  </a:lnTo>
                  <a:lnTo>
                    <a:pt x="1182555" y="307934"/>
                  </a:lnTo>
                  <a:lnTo>
                    <a:pt x="1185019" y="307969"/>
                  </a:lnTo>
                  <a:lnTo>
                    <a:pt x="1187482" y="307981"/>
                  </a:lnTo>
                  <a:lnTo>
                    <a:pt x="1189946" y="307972"/>
                  </a:lnTo>
                  <a:lnTo>
                    <a:pt x="1192410" y="307943"/>
                  </a:lnTo>
                  <a:lnTo>
                    <a:pt x="1194873" y="307896"/>
                  </a:lnTo>
                  <a:lnTo>
                    <a:pt x="1197337" y="307837"/>
                  </a:lnTo>
                  <a:lnTo>
                    <a:pt x="1199801" y="307771"/>
                  </a:lnTo>
                  <a:lnTo>
                    <a:pt x="1202264" y="307702"/>
                  </a:lnTo>
                  <a:lnTo>
                    <a:pt x="1204728" y="307633"/>
                  </a:lnTo>
                  <a:lnTo>
                    <a:pt x="1207192" y="307569"/>
                  </a:lnTo>
                  <a:lnTo>
                    <a:pt x="1209655" y="307517"/>
                  </a:lnTo>
                  <a:lnTo>
                    <a:pt x="1212119" y="307480"/>
                  </a:lnTo>
                  <a:lnTo>
                    <a:pt x="1214583" y="307461"/>
                  </a:lnTo>
                  <a:lnTo>
                    <a:pt x="1217046" y="307463"/>
                  </a:lnTo>
                  <a:lnTo>
                    <a:pt x="1219510" y="307490"/>
                  </a:lnTo>
                  <a:lnTo>
                    <a:pt x="1221974" y="307546"/>
                  </a:lnTo>
                  <a:lnTo>
                    <a:pt x="1224437" y="307637"/>
                  </a:lnTo>
                  <a:lnTo>
                    <a:pt x="1226901" y="307759"/>
                  </a:lnTo>
                  <a:lnTo>
                    <a:pt x="1229365" y="307914"/>
                  </a:lnTo>
                  <a:lnTo>
                    <a:pt x="1231828" y="308100"/>
                  </a:lnTo>
                  <a:lnTo>
                    <a:pt x="1234292" y="308320"/>
                  </a:lnTo>
                  <a:lnTo>
                    <a:pt x="1236756" y="308579"/>
                  </a:lnTo>
                  <a:lnTo>
                    <a:pt x="1239219" y="308869"/>
                  </a:lnTo>
                  <a:lnTo>
                    <a:pt x="1241683" y="309187"/>
                  </a:lnTo>
                  <a:lnTo>
                    <a:pt x="1244147" y="309532"/>
                  </a:lnTo>
                  <a:lnTo>
                    <a:pt x="1246610" y="309902"/>
                  </a:lnTo>
                  <a:lnTo>
                    <a:pt x="1249074" y="310295"/>
                  </a:lnTo>
                  <a:lnTo>
                    <a:pt x="1251538" y="310709"/>
                  </a:lnTo>
                  <a:lnTo>
                    <a:pt x="1254001" y="311138"/>
                  </a:lnTo>
                  <a:lnTo>
                    <a:pt x="1256465" y="311578"/>
                  </a:lnTo>
                  <a:lnTo>
                    <a:pt x="1258929" y="312026"/>
                  </a:lnTo>
                  <a:lnTo>
                    <a:pt x="1258929" y="319840"/>
                  </a:lnTo>
                  <a:lnTo>
                    <a:pt x="1256465" y="319840"/>
                  </a:lnTo>
                  <a:lnTo>
                    <a:pt x="1254001" y="319840"/>
                  </a:lnTo>
                  <a:lnTo>
                    <a:pt x="1251538" y="319840"/>
                  </a:lnTo>
                  <a:lnTo>
                    <a:pt x="1249074" y="319840"/>
                  </a:lnTo>
                  <a:lnTo>
                    <a:pt x="1246610" y="319840"/>
                  </a:lnTo>
                  <a:lnTo>
                    <a:pt x="1244147" y="319840"/>
                  </a:lnTo>
                  <a:lnTo>
                    <a:pt x="1241683" y="319840"/>
                  </a:lnTo>
                  <a:lnTo>
                    <a:pt x="1239219" y="319840"/>
                  </a:lnTo>
                  <a:lnTo>
                    <a:pt x="1236756" y="319840"/>
                  </a:lnTo>
                  <a:lnTo>
                    <a:pt x="1234292" y="319840"/>
                  </a:lnTo>
                  <a:lnTo>
                    <a:pt x="1231828" y="319840"/>
                  </a:lnTo>
                  <a:lnTo>
                    <a:pt x="1229365" y="319840"/>
                  </a:lnTo>
                  <a:lnTo>
                    <a:pt x="1226901" y="319840"/>
                  </a:lnTo>
                  <a:lnTo>
                    <a:pt x="1224437" y="319840"/>
                  </a:lnTo>
                  <a:lnTo>
                    <a:pt x="1221974" y="319840"/>
                  </a:lnTo>
                  <a:lnTo>
                    <a:pt x="1219510" y="319840"/>
                  </a:lnTo>
                  <a:lnTo>
                    <a:pt x="1217046" y="319840"/>
                  </a:lnTo>
                  <a:lnTo>
                    <a:pt x="1214583" y="319840"/>
                  </a:lnTo>
                  <a:lnTo>
                    <a:pt x="1212119" y="319840"/>
                  </a:lnTo>
                  <a:lnTo>
                    <a:pt x="1209655" y="319840"/>
                  </a:lnTo>
                  <a:lnTo>
                    <a:pt x="1207192" y="319840"/>
                  </a:lnTo>
                  <a:lnTo>
                    <a:pt x="1204728" y="319840"/>
                  </a:lnTo>
                  <a:lnTo>
                    <a:pt x="1202264" y="319840"/>
                  </a:lnTo>
                  <a:lnTo>
                    <a:pt x="1199801" y="319840"/>
                  </a:lnTo>
                  <a:lnTo>
                    <a:pt x="1197337" y="319840"/>
                  </a:lnTo>
                  <a:lnTo>
                    <a:pt x="1194873" y="319840"/>
                  </a:lnTo>
                  <a:lnTo>
                    <a:pt x="1192410" y="319840"/>
                  </a:lnTo>
                  <a:lnTo>
                    <a:pt x="1189946" y="319840"/>
                  </a:lnTo>
                  <a:lnTo>
                    <a:pt x="1187482" y="319840"/>
                  </a:lnTo>
                  <a:lnTo>
                    <a:pt x="1185019" y="319840"/>
                  </a:lnTo>
                  <a:lnTo>
                    <a:pt x="1182555" y="319840"/>
                  </a:lnTo>
                  <a:lnTo>
                    <a:pt x="1180091" y="319840"/>
                  </a:lnTo>
                  <a:lnTo>
                    <a:pt x="1177628" y="319840"/>
                  </a:lnTo>
                  <a:lnTo>
                    <a:pt x="1175164" y="319840"/>
                  </a:lnTo>
                  <a:lnTo>
                    <a:pt x="1172701" y="319840"/>
                  </a:lnTo>
                  <a:lnTo>
                    <a:pt x="1170237" y="319840"/>
                  </a:lnTo>
                  <a:lnTo>
                    <a:pt x="1167773" y="319840"/>
                  </a:lnTo>
                  <a:lnTo>
                    <a:pt x="1165310" y="319840"/>
                  </a:lnTo>
                  <a:lnTo>
                    <a:pt x="1162846" y="319840"/>
                  </a:lnTo>
                  <a:lnTo>
                    <a:pt x="1160382" y="319840"/>
                  </a:lnTo>
                  <a:lnTo>
                    <a:pt x="1157919" y="319840"/>
                  </a:lnTo>
                  <a:lnTo>
                    <a:pt x="1155455" y="319840"/>
                  </a:lnTo>
                  <a:lnTo>
                    <a:pt x="1152991" y="319840"/>
                  </a:lnTo>
                  <a:lnTo>
                    <a:pt x="1150528" y="319840"/>
                  </a:lnTo>
                  <a:lnTo>
                    <a:pt x="1148064" y="319840"/>
                  </a:lnTo>
                  <a:lnTo>
                    <a:pt x="1145600" y="319840"/>
                  </a:lnTo>
                  <a:lnTo>
                    <a:pt x="1143137" y="319840"/>
                  </a:lnTo>
                  <a:lnTo>
                    <a:pt x="1140673" y="319840"/>
                  </a:lnTo>
                  <a:lnTo>
                    <a:pt x="1138209" y="319840"/>
                  </a:lnTo>
                  <a:lnTo>
                    <a:pt x="1135746" y="319840"/>
                  </a:lnTo>
                  <a:lnTo>
                    <a:pt x="1133282" y="319840"/>
                  </a:lnTo>
                  <a:lnTo>
                    <a:pt x="1130818" y="319840"/>
                  </a:lnTo>
                  <a:lnTo>
                    <a:pt x="1128355" y="319840"/>
                  </a:lnTo>
                  <a:lnTo>
                    <a:pt x="1125891" y="319840"/>
                  </a:lnTo>
                  <a:lnTo>
                    <a:pt x="1123427" y="319840"/>
                  </a:lnTo>
                  <a:lnTo>
                    <a:pt x="1120964" y="319840"/>
                  </a:lnTo>
                  <a:lnTo>
                    <a:pt x="1118500" y="319840"/>
                  </a:lnTo>
                  <a:lnTo>
                    <a:pt x="1116036" y="319840"/>
                  </a:lnTo>
                  <a:lnTo>
                    <a:pt x="1113573" y="319840"/>
                  </a:lnTo>
                  <a:lnTo>
                    <a:pt x="1111109" y="319840"/>
                  </a:lnTo>
                  <a:lnTo>
                    <a:pt x="1108645" y="319840"/>
                  </a:lnTo>
                  <a:lnTo>
                    <a:pt x="1106182" y="319840"/>
                  </a:lnTo>
                  <a:lnTo>
                    <a:pt x="1103718" y="319840"/>
                  </a:lnTo>
                  <a:lnTo>
                    <a:pt x="1101254" y="319840"/>
                  </a:lnTo>
                  <a:lnTo>
                    <a:pt x="1098791" y="319840"/>
                  </a:lnTo>
                  <a:lnTo>
                    <a:pt x="1096327" y="319840"/>
                  </a:lnTo>
                  <a:lnTo>
                    <a:pt x="1093863" y="319840"/>
                  </a:lnTo>
                  <a:lnTo>
                    <a:pt x="1091400" y="319840"/>
                  </a:lnTo>
                  <a:lnTo>
                    <a:pt x="1088936" y="319840"/>
                  </a:lnTo>
                  <a:lnTo>
                    <a:pt x="1086472" y="319840"/>
                  </a:lnTo>
                  <a:lnTo>
                    <a:pt x="1084009" y="319840"/>
                  </a:lnTo>
                  <a:lnTo>
                    <a:pt x="1081545" y="319840"/>
                  </a:lnTo>
                  <a:lnTo>
                    <a:pt x="1079082" y="319840"/>
                  </a:lnTo>
                  <a:lnTo>
                    <a:pt x="1076618" y="319840"/>
                  </a:lnTo>
                  <a:lnTo>
                    <a:pt x="1074154" y="319840"/>
                  </a:lnTo>
                  <a:lnTo>
                    <a:pt x="1071691" y="319840"/>
                  </a:lnTo>
                  <a:lnTo>
                    <a:pt x="1069227" y="319840"/>
                  </a:lnTo>
                  <a:lnTo>
                    <a:pt x="1066763" y="319840"/>
                  </a:lnTo>
                  <a:lnTo>
                    <a:pt x="1064300" y="319840"/>
                  </a:lnTo>
                  <a:lnTo>
                    <a:pt x="1061836" y="319840"/>
                  </a:lnTo>
                  <a:lnTo>
                    <a:pt x="1059372" y="319840"/>
                  </a:lnTo>
                  <a:lnTo>
                    <a:pt x="1056909" y="319840"/>
                  </a:lnTo>
                  <a:lnTo>
                    <a:pt x="1054445" y="319840"/>
                  </a:lnTo>
                  <a:lnTo>
                    <a:pt x="1051981" y="319840"/>
                  </a:lnTo>
                  <a:lnTo>
                    <a:pt x="1049518" y="319840"/>
                  </a:lnTo>
                  <a:lnTo>
                    <a:pt x="1047054" y="319840"/>
                  </a:lnTo>
                  <a:lnTo>
                    <a:pt x="1044590" y="319840"/>
                  </a:lnTo>
                  <a:lnTo>
                    <a:pt x="1042127" y="319840"/>
                  </a:lnTo>
                  <a:lnTo>
                    <a:pt x="1039663" y="319840"/>
                  </a:lnTo>
                  <a:lnTo>
                    <a:pt x="1037199" y="319840"/>
                  </a:lnTo>
                  <a:lnTo>
                    <a:pt x="1034736" y="319840"/>
                  </a:lnTo>
                  <a:lnTo>
                    <a:pt x="1032272" y="319840"/>
                  </a:lnTo>
                  <a:lnTo>
                    <a:pt x="1029808" y="319840"/>
                  </a:lnTo>
                  <a:lnTo>
                    <a:pt x="1027345" y="319840"/>
                  </a:lnTo>
                  <a:lnTo>
                    <a:pt x="1024881" y="319840"/>
                  </a:lnTo>
                  <a:lnTo>
                    <a:pt x="1022417" y="319840"/>
                  </a:lnTo>
                  <a:lnTo>
                    <a:pt x="1019954" y="319840"/>
                  </a:lnTo>
                  <a:lnTo>
                    <a:pt x="1017490" y="319840"/>
                  </a:lnTo>
                  <a:lnTo>
                    <a:pt x="1015026" y="319840"/>
                  </a:lnTo>
                  <a:lnTo>
                    <a:pt x="1012563" y="319840"/>
                  </a:lnTo>
                  <a:lnTo>
                    <a:pt x="1010099" y="319840"/>
                  </a:lnTo>
                  <a:lnTo>
                    <a:pt x="1007635" y="319840"/>
                  </a:lnTo>
                  <a:lnTo>
                    <a:pt x="1005172" y="319840"/>
                  </a:lnTo>
                  <a:lnTo>
                    <a:pt x="1002708" y="319840"/>
                  </a:lnTo>
                  <a:lnTo>
                    <a:pt x="1000244" y="319840"/>
                  </a:lnTo>
                  <a:lnTo>
                    <a:pt x="997781" y="319840"/>
                  </a:lnTo>
                  <a:lnTo>
                    <a:pt x="995317" y="319840"/>
                  </a:lnTo>
                  <a:lnTo>
                    <a:pt x="992853" y="319840"/>
                  </a:lnTo>
                  <a:lnTo>
                    <a:pt x="990390" y="319840"/>
                  </a:lnTo>
                  <a:lnTo>
                    <a:pt x="987926" y="319840"/>
                  </a:lnTo>
                  <a:lnTo>
                    <a:pt x="985463" y="319840"/>
                  </a:lnTo>
                  <a:lnTo>
                    <a:pt x="982999" y="319840"/>
                  </a:lnTo>
                  <a:lnTo>
                    <a:pt x="980535" y="319840"/>
                  </a:lnTo>
                  <a:lnTo>
                    <a:pt x="978072" y="319840"/>
                  </a:lnTo>
                  <a:lnTo>
                    <a:pt x="975608" y="319840"/>
                  </a:lnTo>
                  <a:lnTo>
                    <a:pt x="973144" y="319840"/>
                  </a:lnTo>
                  <a:lnTo>
                    <a:pt x="970681" y="319840"/>
                  </a:lnTo>
                  <a:lnTo>
                    <a:pt x="968217" y="319840"/>
                  </a:lnTo>
                  <a:lnTo>
                    <a:pt x="965753" y="319840"/>
                  </a:lnTo>
                  <a:lnTo>
                    <a:pt x="963290" y="319840"/>
                  </a:lnTo>
                  <a:lnTo>
                    <a:pt x="960826" y="319840"/>
                  </a:lnTo>
                  <a:lnTo>
                    <a:pt x="958362" y="319840"/>
                  </a:lnTo>
                  <a:lnTo>
                    <a:pt x="955899" y="319840"/>
                  </a:lnTo>
                  <a:lnTo>
                    <a:pt x="953435" y="319840"/>
                  </a:lnTo>
                  <a:lnTo>
                    <a:pt x="950971" y="319840"/>
                  </a:lnTo>
                  <a:lnTo>
                    <a:pt x="948508" y="319840"/>
                  </a:lnTo>
                  <a:lnTo>
                    <a:pt x="946044" y="319840"/>
                  </a:lnTo>
                  <a:lnTo>
                    <a:pt x="943580" y="319840"/>
                  </a:lnTo>
                  <a:lnTo>
                    <a:pt x="941117" y="319840"/>
                  </a:lnTo>
                  <a:lnTo>
                    <a:pt x="938653" y="319840"/>
                  </a:lnTo>
                  <a:lnTo>
                    <a:pt x="936189" y="319840"/>
                  </a:lnTo>
                  <a:lnTo>
                    <a:pt x="933726" y="319840"/>
                  </a:lnTo>
                  <a:lnTo>
                    <a:pt x="931262" y="319840"/>
                  </a:lnTo>
                  <a:lnTo>
                    <a:pt x="928798" y="319840"/>
                  </a:lnTo>
                  <a:lnTo>
                    <a:pt x="926335" y="319840"/>
                  </a:lnTo>
                  <a:lnTo>
                    <a:pt x="923871" y="319840"/>
                  </a:lnTo>
                  <a:lnTo>
                    <a:pt x="921407" y="319840"/>
                  </a:lnTo>
                  <a:lnTo>
                    <a:pt x="918944" y="319840"/>
                  </a:lnTo>
                  <a:lnTo>
                    <a:pt x="916480" y="319840"/>
                  </a:lnTo>
                  <a:lnTo>
                    <a:pt x="914016" y="319840"/>
                  </a:lnTo>
                  <a:lnTo>
                    <a:pt x="911553" y="319840"/>
                  </a:lnTo>
                  <a:lnTo>
                    <a:pt x="909089" y="319840"/>
                  </a:lnTo>
                  <a:lnTo>
                    <a:pt x="906625" y="319840"/>
                  </a:lnTo>
                  <a:lnTo>
                    <a:pt x="904162" y="319840"/>
                  </a:lnTo>
                  <a:lnTo>
                    <a:pt x="901698" y="319840"/>
                  </a:lnTo>
                  <a:lnTo>
                    <a:pt x="899235" y="319840"/>
                  </a:lnTo>
                  <a:lnTo>
                    <a:pt x="896771" y="319840"/>
                  </a:lnTo>
                  <a:lnTo>
                    <a:pt x="894307" y="319840"/>
                  </a:lnTo>
                  <a:lnTo>
                    <a:pt x="891844" y="319840"/>
                  </a:lnTo>
                  <a:lnTo>
                    <a:pt x="889380" y="319840"/>
                  </a:lnTo>
                  <a:lnTo>
                    <a:pt x="886916" y="319840"/>
                  </a:lnTo>
                  <a:lnTo>
                    <a:pt x="884453" y="319840"/>
                  </a:lnTo>
                  <a:lnTo>
                    <a:pt x="881989" y="319840"/>
                  </a:lnTo>
                  <a:lnTo>
                    <a:pt x="879525" y="319840"/>
                  </a:lnTo>
                  <a:lnTo>
                    <a:pt x="877062" y="319840"/>
                  </a:lnTo>
                  <a:lnTo>
                    <a:pt x="874598" y="319840"/>
                  </a:lnTo>
                  <a:lnTo>
                    <a:pt x="872134" y="319840"/>
                  </a:lnTo>
                  <a:lnTo>
                    <a:pt x="869671" y="319840"/>
                  </a:lnTo>
                  <a:lnTo>
                    <a:pt x="867207" y="319840"/>
                  </a:lnTo>
                  <a:lnTo>
                    <a:pt x="864743" y="319840"/>
                  </a:lnTo>
                  <a:lnTo>
                    <a:pt x="862280" y="319840"/>
                  </a:lnTo>
                  <a:lnTo>
                    <a:pt x="859816" y="319840"/>
                  </a:lnTo>
                  <a:lnTo>
                    <a:pt x="857352" y="319840"/>
                  </a:lnTo>
                  <a:lnTo>
                    <a:pt x="854889" y="319840"/>
                  </a:lnTo>
                  <a:lnTo>
                    <a:pt x="852425" y="319840"/>
                  </a:lnTo>
                  <a:lnTo>
                    <a:pt x="849961" y="319840"/>
                  </a:lnTo>
                  <a:lnTo>
                    <a:pt x="847498" y="319840"/>
                  </a:lnTo>
                  <a:lnTo>
                    <a:pt x="845034" y="319840"/>
                  </a:lnTo>
                  <a:lnTo>
                    <a:pt x="842570" y="319840"/>
                  </a:lnTo>
                  <a:lnTo>
                    <a:pt x="840107" y="319840"/>
                  </a:lnTo>
                  <a:lnTo>
                    <a:pt x="837643" y="319840"/>
                  </a:lnTo>
                  <a:lnTo>
                    <a:pt x="835179" y="319840"/>
                  </a:lnTo>
                  <a:lnTo>
                    <a:pt x="832716" y="319840"/>
                  </a:lnTo>
                  <a:lnTo>
                    <a:pt x="830252" y="319840"/>
                  </a:lnTo>
                  <a:lnTo>
                    <a:pt x="827788" y="319840"/>
                  </a:lnTo>
                  <a:lnTo>
                    <a:pt x="825325" y="319840"/>
                  </a:lnTo>
                  <a:lnTo>
                    <a:pt x="822861" y="319840"/>
                  </a:lnTo>
                  <a:lnTo>
                    <a:pt x="820397" y="319840"/>
                  </a:lnTo>
                  <a:lnTo>
                    <a:pt x="817934" y="319840"/>
                  </a:lnTo>
                  <a:lnTo>
                    <a:pt x="815470" y="319840"/>
                  </a:lnTo>
                  <a:lnTo>
                    <a:pt x="813006" y="319840"/>
                  </a:lnTo>
                  <a:lnTo>
                    <a:pt x="810543" y="319840"/>
                  </a:lnTo>
                  <a:lnTo>
                    <a:pt x="808079" y="319840"/>
                  </a:lnTo>
                  <a:lnTo>
                    <a:pt x="805616" y="319840"/>
                  </a:lnTo>
                  <a:lnTo>
                    <a:pt x="803152" y="319840"/>
                  </a:lnTo>
                  <a:lnTo>
                    <a:pt x="800688" y="319840"/>
                  </a:lnTo>
                  <a:lnTo>
                    <a:pt x="798225" y="319840"/>
                  </a:lnTo>
                  <a:lnTo>
                    <a:pt x="795761" y="319840"/>
                  </a:lnTo>
                  <a:lnTo>
                    <a:pt x="793297" y="319840"/>
                  </a:lnTo>
                  <a:lnTo>
                    <a:pt x="790834" y="319840"/>
                  </a:lnTo>
                  <a:lnTo>
                    <a:pt x="788370" y="319840"/>
                  </a:lnTo>
                  <a:lnTo>
                    <a:pt x="785906" y="319840"/>
                  </a:lnTo>
                  <a:lnTo>
                    <a:pt x="783443" y="319840"/>
                  </a:lnTo>
                  <a:lnTo>
                    <a:pt x="780979" y="319840"/>
                  </a:lnTo>
                  <a:lnTo>
                    <a:pt x="778515" y="319840"/>
                  </a:lnTo>
                  <a:lnTo>
                    <a:pt x="776052" y="319840"/>
                  </a:lnTo>
                  <a:lnTo>
                    <a:pt x="773588" y="319840"/>
                  </a:lnTo>
                  <a:lnTo>
                    <a:pt x="771124" y="319840"/>
                  </a:lnTo>
                  <a:lnTo>
                    <a:pt x="768661" y="319840"/>
                  </a:lnTo>
                  <a:lnTo>
                    <a:pt x="766197" y="319840"/>
                  </a:lnTo>
                  <a:lnTo>
                    <a:pt x="763733" y="319840"/>
                  </a:lnTo>
                  <a:lnTo>
                    <a:pt x="761270" y="319840"/>
                  </a:lnTo>
                  <a:lnTo>
                    <a:pt x="758806" y="319840"/>
                  </a:lnTo>
                  <a:lnTo>
                    <a:pt x="756342" y="319840"/>
                  </a:lnTo>
                  <a:lnTo>
                    <a:pt x="753879" y="319840"/>
                  </a:lnTo>
                  <a:lnTo>
                    <a:pt x="751415" y="319840"/>
                  </a:lnTo>
                  <a:lnTo>
                    <a:pt x="748951" y="319840"/>
                  </a:lnTo>
                  <a:lnTo>
                    <a:pt x="746488" y="319840"/>
                  </a:lnTo>
                  <a:lnTo>
                    <a:pt x="744024" y="319840"/>
                  </a:lnTo>
                  <a:lnTo>
                    <a:pt x="741560" y="319840"/>
                  </a:lnTo>
                  <a:lnTo>
                    <a:pt x="739097" y="319840"/>
                  </a:lnTo>
                  <a:lnTo>
                    <a:pt x="736633" y="319840"/>
                  </a:lnTo>
                  <a:lnTo>
                    <a:pt x="734169" y="319840"/>
                  </a:lnTo>
                  <a:lnTo>
                    <a:pt x="731706" y="319840"/>
                  </a:lnTo>
                  <a:lnTo>
                    <a:pt x="729242" y="319840"/>
                  </a:lnTo>
                  <a:lnTo>
                    <a:pt x="726778" y="319840"/>
                  </a:lnTo>
                  <a:lnTo>
                    <a:pt x="724315" y="319840"/>
                  </a:lnTo>
                  <a:lnTo>
                    <a:pt x="721851" y="319840"/>
                  </a:lnTo>
                  <a:lnTo>
                    <a:pt x="719388" y="319840"/>
                  </a:lnTo>
                  <a:lnTo>
                    <a:pt x="716924" y="319840"/>
                  </a:lnTo>
                  <a:lnTo>
                    <a:pt x="714460" y="319840"/>
                  </a:lnTo>
                  <a:lnTo>
                    <a:pt x="711997" y="319840"/>
                  </a:lnTo>
                  <a:lnTo>
                    <a:pt x="709533" y="319840"/>
                  </a:lnTo>
                  <a:lnTo>
                    <a:pt x="707069" y="319840"/>
                  </a:lnTo>
                  <a:lnTo>
                    <a:pt x="704606" y="319840"/>
                  </a:lnTo>
                  <a:lnTo>
                    <a:pt x="702142" y="319840"/>
                  </a:lnTo>
                  <a:lnTo>
                    <a:pt x="699678" y="319840"/>
                  </a:lnTo>
                  <a:lnTo>
                    <a:pt x="697215" y="319840"/>
                  </a:lnTo>
                  <a:lnTo>
                    <a:pt x="694751" y="319840"/>
                  </a:lnTo>
                  <a:lnTo>
                    <a:pt x="692287" y="319840"/>
                  </a:lnTo>
                  <a:lnTo>
                    <a:pt x="689824" y="319840"/>
                  </a:lnTo>
                  <a:lnTo>
                    <a:pt x="687360" y="319840"/>
                  </a:lnTo>
                  <a:lnTo>
                    <a:pt x="684896" y="319840"/>
                  </a:lnTo>
                  <a:lnTo>
                    <a:pt x="682433" y="319840"/>
                  </a:lnTo>
                  <a:lnTo>
                    <a:pt x="679969" y="319840"/>
                  </a:lnTo>
                  <a:lnTo>
                    <a:pt x="677505" y="319840"/>
                  </a:lnTo>
                  <a:lnTo>
                    <a:pt x="675042" y="319840"/>
                  </a:lnTo>
                  <a:lnTo>
                    <a:pt x="672578" y="319840"/>
                  </a:lnTo>
                  <a:lnTo>
                    <a:pt x="670114" y="319840"/>
                  </a:lnTo>
                  <a:lnTo>
                    <a:pt x="667651" y="319840"/>
                  </a:lnTo>
                  <a:lnTo>
                    <a:pt x="665187" y="319840"/>
                  </a:lnTo>
                  <a:lnTo>
                    <a:pt x="662723" y="319840"/>
                  </a:lnTo>
                  <a:lnTo>
                    <a:pt x="660260" y="319840"/>
                  </a:lnTo>
                  <a:lnTo>
                    <a:pt x="657796" y="319840"/>
                  </a:lnTo>
                  <a:lnTo>
                    <a:pt x="655332" y="319840"/>
                  </a:lnTo>
                  <a:lnTo>
                    <a:pt x="652869" y="319840"/>
                  </a:lnTo>
                  <a:lnTo>
                    <a:pt x="650405" y="319840"/>
                  </a:lnTo>
                  <a:lnTo>
                    <a:pt x="647941" y="319840"/>
                  </a:lnTo>
                  <a:lnTo>
                    <a:pt x="645478" y="319840"/>
                  </a:lnTo>
                  <a:lnTo>
                    <a:pt x="643014" y="319840"/>
                  </a:lnTo>
                  <a:lnTo>
                    <a:pt x="640550" y="319840"/>
                  </a:lnTo>
                  <a:lnTo>
                    <a:pt x="638087" y="319840"/>
                  </a:lnTo>
                  <a:lnTo>
                    <a:pt x="635623" y="319840"/>
                  </a:lnTo>
                  <a:lnTo>
                    <a:pt x="633159" y="319840"/>
                  </a:lnTo>
                  <a:lnTo>
                    <a:pt x="630696" y="319840"/>
                  </a:lnTo>
                  <a:lnTo>
                    <a:pt x="628232" y="319840"/>
                  </a:lnTo>
                  <a:lnTo>
                    <a:pt x="625769" y="319840"/>
                  </a:lnTo>
                  <a:lnTo>
                    <a:pt x="623305" y="319840"/>
                  </a:lnTo>
                  <a:lnTo>
                    <a:pt x="620841" y="319840"/>
                  </a:lnTo>
                  <a:lnTo>
                    <a:pt x="618378" y="319840"/>
                  </a:lnTo>
                  <a:lnTo>
                    <a:pt x="615914" y="319840"/>
                  </a:lnTo>
                  <a:lnTo>
                    <a:pt x="613450" y="319840"/>
                  </a:lnTo>
                  <a:lnTo>
                    <a:pt x="610987" y="319840"/>
                  </a:lnTo>
                  <a:lnTo>
                    <a:pt x="608523" y="319840"/>
                  </a:lnTo>
                  <a:lnTo>
                    <a:pt x="606059" y="319840"/>
                  </a:lnTo>
                  <a:lnTo>
                    <a:pt x="603596" y="319840"/>
                  </a:lnTo>
                  <a:lnTo>
                    <a:pt x="601132" y="319840"/>
                  </a:lnTo>
                  <a:lnTo>
                    <a:pt x="598668" y="319840"/>
                  </a:lnTo>
                  <a:lnTo>
                    <a:pt x="596205" y="319840"/>
                  </a:lnTo>
                  <a:lnTo>
                    <a:pt x="593741" y="319840"/>
                  </a:lnTo>
                  <a:lnTo>
                    <a:pt x="591277" y="319840"/>
                  </a:lnTo>
                  <a:lnTo>
                    <a:pt x="588814" y="319840"/>
                  </a:lnTo>
                  <a:lnTo>
                    <a:pt x="586350" y="319840"/>
                  </a:lnTo>
                  <a:lnTo>
                    <a:pt x="583886" y="319840"/>
                  </a:lnTo>
                  <a:lnTo>
                    <a:pt x="581423" y="319840"/>
                  </a:lnTo>
                  <a:lnTo>
                    <a:pt x="578959" y="319840"/>
                  </a:lnTo>
                  <a:lnTo>
                    <a:pt x="576495" y="319840"/>
                  </a:lnTo>
                  <a:lnTo>
                    <a:pt x="574032" y="319840"/>
                  </a:lnTo>
                  <a:lnTo>
                    <a:pt x="571568" y="319840"/>
                  </a:lnTo>
                  <a:lnTo>
                    <a:pt x="569104" y="319840"/>
                  </a:lnTo>
                  <a:lnTo>
                    <a:pt x="566641" y="319840"/>
                  </a:lnTo>
                  <a:lnTo>
                    <a:pt x="564177" y="319840"/>
                  </a:lnTo>
                  <a:lnTo>
                    <a:pt x="561713" y="319840"/>
                  </a:lnTo>
                  <a:lnTo>
                    <a:pt x="559250" y="319840"/>
                  </a:lnTo>
                  <a:lnTo>
                    <a:pt x="556786" y="319840"/>
                  </a:lnTo>
                  <a:lnTo>
                    <a:pt x="554322" y="319840"/>
                  </a:lnTo>
                  <a:lnTo>
                    <a:pt x="551859" y="319840"/>
                  </a:lnTo>
                  <a:lnTo>
                    <a:pt x="549395" y="319840"/>
                  </a:lnTo>
                  <a:lnTo>
                    <a:pt x="546931" y="319840"/>
                  </a:lnTo>
                  <a:lnTo>
                    <a:pt x="544468" y="319840"/>
                  </a:lnTo>
                  <a:lnTo>
                    <a:pt x="542004" y="319840"/>
                  </a:lnTo>
                  <a:lnTo>
                    <a:pt x="539541" y="319840"/>
                  </a:lnTo>
                  <a:lnTo>
                    <a:pt x="537077" y="319840"/>
                  </a:lnTo>
                  <a:lnTo>
                    <a:pt x="534613" y="319840"/>
                  </a:lnTo>
                  <a:lnTo>
                    <a:pt x="532150" y="319840"/>
                  </a:lnTo>
                  <a:lnTo>
                    <a:pt x="529686" y="319840"/>
                  </a:lnTo>
                  <a:lnTo>
                    <a:pt x="527222" y="319840"/>
                  </a:lnTo>
                  <a:lnTo>
                    <a:pt x="524759" y="319840"/>
                  </a:lnTo>
                  <a:lnTo>
                    <a:pt x="522295" y="319840"/>
                  </a:lnTo>
                  <a:lnTo>
                    <a:pt x="519831" y="319840"/>
                  </a:lnTo>
                  <a:lnTo>
                    <a:pt x="517368" y="319840"/>
                  </a:lnTo>
                  <a:lnTo>
                    <a:pt x="514904" y="319840"/>
                  </a:lnTo>
                  <a:lnTo>
                    <a:pt x="512440" y="319840"/>
                  </a:lnTo>
                  <a:lnTo>
                    <a:pt x="509977" y="319840"/>
                  </a:lnTo>
                  <a:lnTo>
                    <a:pt x="507513" y="319840"/>
                  </a:lnTo>
                  <a:lnTo>
                    <a:pt x="505049" y="319840"/>
                  </a:lnTo>
                  <a:lnTo>
                    <a:pt x="502586" y="319840"/>
                  </a:lnTo>
                  <a:lnTo>
                    <a:pt x="500122" y="319840"/>
                  </a:lnTo>
                  <a:lnTo>
                    <a:pt x="497658" y="319840"/>
                  </a:lnTo>
                  <a:lnTo>
                    <a:pt x="495195" y="319840"/>
                  </a:lnTo>
                  <a:lnTo>
                    <a:pt x="492731" y="319840"/>
                  </a:lnTo>
                  <a:lnTo>
                    <a:pt x="490267" y="319840"/>
                  </a:lnTo>
                  <a:lnTo>
                    <a:pt x="487804" y="319840"/>
                  </a:lnTo>
                  <a:lnTo>
                    <a:pt x="485340" y="319840"/>
                  </a:lnTo>
                  <a:lnTo>
                    <a:pt x="482876" y="319840"/>
                  </a:lnTo>
                  <a:lnTo>
                    <a:pt x="480413" y="319840"/>
                  </a:lnTo>
                  <a:lnTo>
                    <a:pt x="477949" y="319840"/>
                  </a:lnTo>
                  <a:lnTo>
                    <a:pt x="475485" y="319840"/>
                  </a:lnTo>
                  <a:lnTo>
                    <a:pt x="473022" y="319840"/>
                  </a:lnTo>
                  <a:lnTo>
                    <a:pt x="470558" y="319840"/>
                  </a:lnTo>
                  <a:lnTo>
                    <a:pt x="468094" y="319840"/>
                  </a:lnTo>
                  <a:lnTo>
                    <a:pt x="465631" y="319840"/>
                  </a:lnTo>
                  <a:lnTo>
                    <a:pt x="463167" y="319840"/>
                  </a:lnTo>
                  <a:lnTo>
                    <a:pt x="460703" y="319840"/>
                  </a:lnTo>
                  <a:lnTo>
                    <a:pt x="458240" y="319840"/>
                  </a:lnTo>
                  <a:lnTo>
                    <a:pt x="455776" y="319840"/>
                  </a:lnTo>
                  <a:lnTo>
                    <a:pt x="453312" y="319840"/>
                  </a:lnTo>
                  <a:lnTo>
                    <a:pt x="450849" y="319840"/>
                  </a:lnTo>
                  <a:lnTo>
                    <a:pt x="448385" y="319840"/>
                  </a:lnTo>
                  <a:lnTo>
                    <a:pt x="445922" y="319840"/>
                  </a:lnTo>
                  <a:lnTo>
                    <a:pt x="443458" y="319840"/>
                  </a:lnTo>
                  <a:lnTo>
                    <a:pt x="440994" y="319840"/>
                  </a:lnTo>
                  <a:lnTo>
                    <a:pt x="438531" y="319840"/>
                  </a:lnTo>
                  <a:lnTo>
                    <a:pt x="436067" y="319840"/>
                  </a:lnTo>
                  <a:lnTo>
                    <a:pt x="433603" y="319840"/>
                  </a:lnTo>
                  <a:lnTo>
                    <a:pt x="431140" y="319840"/>
                  </a:lnTo>
                  <a:lnTo>
                    <a:pt x="428676" y="319840"/>
                  </a:lnTo>
                  <a:lnTo>
                    <a:pt x="426212" y="319840"/>
                  </a:lnTo>
                  <a:lnTo>
                    <a:pt x="423749" y="319840"/>
                  </a:lnTo>
                  <a:lnTo>
                    <a:pt x="421285" y="319840"/>
                  </a:lnTo>
                  <a:lnTo>
                    <a:pt x="418821" y="319840"/>
                  </a:lnTo>
                  <a:lnTo>
                    <a:pt x="416358" y="319840"/>
                  </a:lnTo>
                  <a:lnTo>
                    <a:pt x="413894" y="319840"/>
                  </a:lnTo>
                  <a:lnTo>
                    <a:pt x="411430" y="319840"/>
                  </a:lnTo>
                  <a:lnTo>
                    <a:pt x="408967" y="319840"/>
                  </a:lnTo>
                  <a:lnTo>
                    <a:pt x="406503" y="319840"/>
                  </a:lnTo>
                  <a:lnTo>
                    <a:pt x="404039" y="319840"/>
                  </a:lnTo>
                  <a:lnTo>
                    <a:pt x="401576" y="319840"/>
                  </a:lnTo>
                  <a:lnTo>
                    <a:pt x="399112" y="319840"/>
                  </a:lnTo>
                  <a:lnTo>
                    <a:pt x="396648" y="319840"/>
                  </a:lnTo>
                  <a:lnTo>
                    <a:pt x="394185" y="319840"/>
                  </a:lnTo>
                  <a:lnTo>
                    <a:pt x="391721" y="319840"/>
                  </a:lnTo>
                  <a:lnTo>
                    <a:pt x="389257" y="319840"/>
                  </a:lnTo>
                  <a:lnTo>
                    <a:pt x="386794" y="319840"/>
                  </a:lnTo>
                  <a:lnTo>
                    <a:pt x="384330" y="319840"/>
                  </a:lnTo>
                  <a:lnTo>
                    <a:pt x="381866" y="319840"/>
                  </a:lnTo>
                  <a:lnTo>
                    <a:pt x="379403" y="319840"/>
                  </a:lnTo>
                  <a:lnTo>
                    <a:pt x="376939" y="319840"/>
                  </a:lnTo>
                  <a:lnTo>
                    <a:pt x="374475" y="319840"/>
                  </a:lnTo>
                  <a:lnTo>
                    <a:pt x="372012" y="319840"/>
                  </a:lnTo>
                  <a:lnTo>
                    <a:pt x="369548" y="319840"/>
                  </a:lnTo>
                  <a:lnTo>
                    <a:pt x="367084" y="319840"/>
                  </a:lnTo>
                  <a:lnTo>
                    <a:pt x="364621" y="319840"/>
                  </a:lnTo>
                  <a:lnTo>
                    <a:pt x="362157" y="319840"/>
                  </a:lnTo>
                  <a:lnTo>
                    <a:pt x="359694" y="319840"/>
                  </a:lnTo>
                  <a:lnTo>
                    <a:pt x="357230" y="319840"/>
                  </a:lnTo>
                  <a:lnTo>
                    <a:pt x="354766" y="319840"/>
                  </a:lnTo>
                  <a:lnTo>
                    <a:pt x="352303" y="319840"/>
                  </a:lnTo>
                  <a:lnTo>
                    <a:pt x="349839" y="319840"/>
                  </a:lnTo>
                  <a:lnTo>
                    <a:pt x="347375" y="319840"/>
                  </a:lnTo>
                  <a:lnTo>
                    <a:pt x="344912" y="319840"/>
                  </a:lnTo>
                  <a:lnTo>
                    <a:pt x="342448" y="319840"/>
                  </a:lnTo>
                  <a:lnTo>
                    <a:pt x="339984" y="319840"/>
                  </a:lnTo>
                  <a:lnTo>
                    <a:pt x="337521" y="319840"/>
                  </a:lnTo>
                  <a:lnTo>
                    <a:pt x="335057" y="319840"/>
                  </a:lnTo>
                  <a:lnTo>
                    <a:pt x="332593" y="319840"/>
                  </a:lnTo>
                  <a:lnTo>
                    <a:pt x="330130" y="319840"/>
                  </a:lnTo>
                  <a:lnTo>
                    <a:pt x="327666" y="319840"/>
                  </a:lnTo>
                  <a:lnTo>
                    <a:pt x="325202" y="319840"/>
                  </a:lnTo>
                  <a:lnTo>
                    <a:pt x="322739" y="319840"/>
                  </a:lnTo>
                  <a:lnTo>
                    <a:pt x="320275" y="319840"/>
                  </a:lnTo>
                  <a:lnTo>
                    <a:pt x="317811" y="319840"/>
                  </a:lnTo>
                  <a:lnTo>
                    <a:pt x="315348" y="319840"/>
                  </a:lnTo>
                  <a:lnTo>
                    <a:pt x="312884" y="319840"/>
                  </a:lnTo>
                  <a:lnTo>
                    <a:pt x="310420" y="319840"/>
                  </a:lnTo>
                  <a:lnTo>
                    <a:pt x="307957" y="319840"/>
                  </a:lnTo>
                  <a:lnTo>
                    <a:pt x="305493" y="319840"/>
                  </a:lnTo>
                  <a:lnTo>
                    <a:pt x="303029" y="319840"/>
                  </a:lnTo>
                  <a:lnTo>
                    <a:pt x="300566" y="319840"/>
                  </a:lnTo>
                  <a:lnTo>
                    <a:pt x="298102" y="319840"/>
                  </a:lnTo>
                  <a:lnTo>
                    <a:pt x="295638" y="319840"/>
                  </a:lnTo>
                  <a:lnTo>
                    <a:pt x="293175" y="319840"/>
                  </a:lnTo>
                  <a:lnTo>
                    <a:pt x="290711" y="319840"/>
                  </a:lnTo>
                  <a:lnTo>
                    <a:pt x="288247" y="319840"/>
                  </a:lnTo>
                  <a:lnTo>
                    <a:pt x="285784" y="319840"/>
                  </a:lnTo>
                  <a:lnTo>
                    <a:pt x="283320" y="319840"/>
                  </a:lnTo>
                  <a:lnTo>
                    <a:pt x="280856" y="319840"/>
                  </a:lnTo>
                  <a:lnTo>
                    <a:pt x="278393" y="319840"/>
                  </a:lnTo>
                  <a:lnTo>
                    <a:pt x="275929" y="319840"/>
                  </a:lnTo>
                  <a:lnTo>
                    <a:pt x="273465" y="319840"/>
                  </a:lnTo>
                  <a:lnTo>
                    <a:pt x="271002" y="319840"/>
                  </a:lnTo>
                  <a:lnTo>
                    <a:pt x="268538" y="319840"/>
                  </a:lnTo>
                  <a:lnTo>
                    <a:pt x="266075" y="319840"/>
                  </a:lnTo>
                  <a:lnTo>
                    <a:pt x="263611" y="319840"/>
                  </a:lnTo>
                  <a:lnTo>
                    <a:pt x="261147" y="319840"/>
                  </a:lnTo>
                  <a:lnTo>
                    <a:pt x="258684" y="319840"/>
                  </a:lnTo>
                  <a:lnTo>
                    <a:pt x="256220" y="319840"/>
                  </a:lnTo>
                  <a:lnTo>
                    <a:pt x="253756" y="319840"/>
                  </a:lnTo>
                  <a:lnTo>
                    <a:pt x="251293" y="319840"/>
                  </a:lnTo>
                  <a:lnTo>
                    <a:pt x="248829" y="319840"/>
                  </a:lnTo>
                  <a:lnTo>
                    <a:pt x="246365" y="319840"/>
                  </a:lnTo>
                  <a:lnTo>
                    <a:pt x="243902" y="319840"/>
                  </a:lnTo>
                  <a:lnTo>
                    <a:pt x="241438" y="319840"/>
                  </a:lnTo>
                  <a:lnTo>
                    <a:pt x="238974" y="319840"/>
                  </a:lnTo>
                  <a:lnTo>
                    <a:pt x="236511" y="319840"/>
                  </a:lnTo>
                  <a:lnTo>
                    <a:pt x="234047" y="319840"/>
                  </a:lnTo>
                  <a:lnTo>
                    <a:pt x="231583" y="319840"/>
                  </a:lnTo>
                  <a:lnTo>
                    <a:pt x="229120" y="319840"/>
                  </a:lnTo>
                  <a:lnTo>
                    <a:pt x="226656" y="319840"/>
                  </a:lnTo>
                  <a:lnTo>
                    <a:pt x="224192" y="319840"/>
                  </a:lnTo>
                  <a:lnTo>
                    <a:pt x="221729" y="319840"/>
                  </a:lnTo>
                  <a:lnTo>
                    <a:pt x="219265" y="319840"/>
                  </a:lnTo>
                  <a:lnTo>
                    <a:pt x="216801" y="319840"/>
                  </a:lnTo>
                  <a:lnTo>
                    <a:pt x="214338" y="319840"/>
                  </a:lnTo>
                  <a:lnTo>
                    <a:pt x="211874" y="319840"/>
                  </a:lnTo>
                  <a:lnTo>
                    <a:pt x="209410" y="319840"/>
                  </a:lnTo>
                  <a:lnTo>
                    <a:pt x="206947" y="319840"/>
                  </a:lnTo>
                  <a:lnTo>
                    <a:pt x="204483" y="319840"/>
                  </a:lnTo>
                  <a:lnTo>
                    <a:pt x="202019" y="319840"/>
                  </a:lnTo>
                  <a:lnTo>
                    <a:pt x="199556" y="319840"/>
                  </a:lnTo>
                  <a:lnTo>
                    <a:pt x="197092" y="319840"/>
                  </a:lnTo>
                  <a:lnTo>
                    <a:pt x="194628" y="319840"/>
                  </a:lnTo>
                  <a:lnTo>
                    <a:pt x="192165" y="319840"/>
                  </a:lnTo>
                  <a:lnTo>
                    <a:pt x="189701" y="319840"/>
                  </a:lnTo>
                  <a:lnTo>
                    <a:pt x="187237" y="319840"/>
                  </a:lnTo>
                  <a:lnTo>
                    <a:pt x="184774" y="319840"/>
                  </a:lnTo>
                  <a:lnTo>
                    <a:pt x="182310" y="319840"/>
                  </a:lnTo>
                  <a:lnTo>
                    <a:pt x="179847" y="319840"/>
                  </a:lnTo>
                  <a:lnTo>
                    <a:pt x="177383" y="319840"/>
                  </a:lnTo>
                  <a:lnTo>
                    <a:pt x="174919" y="319840"/>
                  </a:lnTo>
                  <a:lnTo>
                    <a:pt x="172456" y="319840"/>
                  </a:lnTo>
                  <a:lnTo>
                    <a:pt x="169992" y="319840"/>
                  </a:lnTo>
                  <a:lnTo>
                    <a:pt x="167528" y="319840"/>
                  </a:lnTo>
                  <a:lnTo>
                    <a:pt x="165065" y="319840"/>
                  </a:lnTo>
                  <a:lnTo>
                    <a:pt x="162601" y="319840"/>
                  </a:lnTo>
                  <a:lnTo>
                    <a:pt x="160137" y="319840"/>
                  </a:lnTo>
                  <a:lnTo>
                    <a:pt x="157674" y="319840"/>
                  </a:lnTo>
                  <a:lnTo>
                    <a:pt x="155210" y="319840"/>
                  </a:lnTo>
                  <a:lnTo>
                    <a:pt x="152746" y="319840"/>
                  </a:lnTo>
                  <a:lnTo>
                    <a:pt x="150283" y="319840"/>
                  </a:lnTo>
                  <a:lnTo>
                    <a:pt x="147819" y="319840"/>
                  </a:lnTo>
                  <a:lnTo>
                    <a:pt x="145355" y="319840"/>
                  </a:lnTo>
                  <a:lnTo>
                    <a:pt x="142892" y="319840"/>
                  </a:lnTo>
                  <a:lnTo>
                    <a:pt x="140428" y="319840"/>
                  </a:lnTo>
                  <a:lnTo>
                    <a:pt x="137964" y="319840"/>
                  </a:lnTo>
                  <a:lnTo>
                    <a:pt x="135501" y="319840"/>
                  </a:lnTo>
                  <a:lnTo>
                    <a:pt x="133037" y="319840"/>
                  </a:lnTo>
                  <a:lnTo>
                    <a:pt x="130573" y="319840"/>
                  </a:lnTo>
                  <a:lnTo>
                    <a:pt x="128110" y="319840"/>
                  </a:lnTo>
                  <a:lnTo>
                    <a:pt x="125646" y="319840"/>
                  </a:lnTo>
                  <a:lnTo>
                    <a:pt x="123182" y="319840"/>
                  </a:lnTo>
                  <a:lnTo>
                    <a:pt x="120719" y="319840"/>
                  </a:lnTo>
                  <a:lnTo>
                    <a:pt x="118255" y="319840"/>
                  </a:lnTo>
                  <a:lnTo>
                    <a:pt x="115791" y="319840"/>
                  </a:lnTo>
                  <a:lnTo>
                    <a:pt x="113328" y="319840"/>
                  </a:lnTo>
                  <a:lnTo>
                    <a:pt x="110864" y="319840"/>
                  </a:lnTo>
                  <a:lnTo>
                    <a:pt x="108400" y="319840"/>
                  </a:lnTo>
                  <a:lnTo>
                    <a:pt x="105937" y="319840"/>
                  </a:lnTo>
                  <a:lnTo>
                    <a:pt x="103473" y="319840"/>
                  </a:lnTo>
                  <a:lnTo>
                    <a:pt x="101009" y="319840"/>
                  </a:lnTo>
                  <a:lnTo>
                    <a:pt x="98546" y="319840"/>
                  </a:lnTo>
                  <a:lnTo>
                    <a:pt x="96082" y="319840"/>
                  </a:lnTo>
                  <a:lnTo>
                    <a:pt x="93618" y="319840"/>
                  </a:lnTo>
                  <a:lnTo>
                    <a:pt x="91155" y="319840"/>
                  </a:lnTo>
                  <a:lnTo>
                    <a:pt x="88691" y="319840"/>
                  </a:lnTo>
                  <a:lnTo>
                    <a:pt x="86228" y="319840"/>
                  </a:lnTo>
                  <a:lnTo>
                    <a:pt x="83764" y="319840"/>
                  </a:lnTo>
                  <a:lnTo>
                    <a:pt x="81300" y="319840"/>
                  </a:lnTo>
                  <a:lnTo>
                    <a:pt x="78837" y="319840"/>
                  </a:lnTo>
                  <a:lnTo>
                    <a:pt x="76373" y="319840"/>
                  </a:lnTo>
                  <a:lnTo>
                    <a:pt x="73909" y="319840"/>
                  </a:lnTo>
                  <a:lnTo>
                    <a:pt x="71446" y="319840"/>
                  </a:lnTo>
                  <a:lnTo>
                    <a:pt x="68982" y="319840"/>
                  </a:lnTo>
                  <a:lnTo>
                    <a:pt x="66518" y="319840"/>
                  </a:lnTo>
                  <a:lnTo>
                    <a:pt x="64055" y="319840"/>
                  </a:lnTo>
                  <a:lnTo>
                    <a:pt x="61591" y="319840"/>
                  </a:lnTo>
                  <a:lnTo>
                    <a:pt x="59127" y="319840"/>
                  </a:lnTo>
                  <a:lnTo>
                    <a:pt x="56664" y="319840"/>
                  </a:lnTo>
                  <a:lnTo>
                    <a:pt x="54200" y="319840"/>
                  </a:lnTo>
                  <a:lnTo>
                    <a:pt x="51736" y="319840"/>
                  </a:lnTo>
                  <a:lnTo>
                    <a:pt x="49273" y="319840"/>
                  </a:lnTo>
                  <a:lnTo>
                    <a:pt x="46809" y="319840"/>
                  </a:lnTo>
                  <a:lnTo>
                    <a:pt x="44345" y="319840"/>
                  </a:lnTo>
                  <a:lnTo>
                    <a:pt x="41882" y="319840"/>
                  </a:lnTo>
                  <a:lnTo>
                    <a:pt x="39418" y="319840"/>
                  </a:lnTo>
                  <a:lnTo>
                    <a:pt x="36954" y="319840"/>
                  </a:lnTo>
                  <a:lnTo>
                    <a:pt x="34491" y="319840"/>
                  </a:lnTo>
                  <a:lnTo>
                    <a:pt x="32027" y="319840"/>
                  </a:lnTo>
                  <a:lnTo>
                    <a:pt x="29563" y="319840"/>
                  </a:lnTo>
                  <a:lnTo>
                    <a:pt x="27100" y="319840"/>
                  </a:lnTo>
                  <a:lnTo>
                    <a:pt x="24636" y="319840"/>
                  </a:lnTo>
                  <a:lnTo>
                    <a:pt x="22172" y="319840"/>
                  </a:lnTo>
                  <a:lnTo>
                    <a:pt x="19709" y="319840"/>
                  </a:lnTo>
                  <a:lnTo>
                    <a:pt x="17245" y="319840"/>
                  </a:lnTo>
                  <a:lnTo>
                    <a:pt x="14781" y="319840"/>
                  </a:lnTo>
                  <a:lnTo>
                    <a:pt x="12318" y="319840"/>
                  </a:lnTo>
                  <a:lnTo>
                    <a:pt x="9854" y="319840"/>
                  </a:lnTo>
                  <a:lnTo>
                    <a:pt x="7390" y="319840"/>
                  </a:lnTo>
                  <a:lnTo>
                    <a:pt x="4927" y="319840"/>
                  </a:lnTo>
                  <a:lnTo>
                    <a:pt x="2463" y="31984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7005616" y="5834057"/>
              <a:ext cx="1258929" cy="319840"/>
            </a:xfrm>
            <a:custGeom>
              <a:avLst/>
              <a:pathLst>
                <a:path w="1258929" h="319840">
                  <a:moveTo>
                    <a:pt x="0" y="319840"/>
                  </a:moveTo>
                  <a:lnTo>
                    <a:pt x="2463" y="319840"/>
                  </a:lnTo>
                  <a:lnTo>
                    <a:pt x="4927" y="319840"/>
                  </a:lnTo>
                  <a:lnTo>
                    <a:pt x="7390" y="319840"/>
                  </a:lnTo>
                  <a:lnTo>
                    <a:pt x="9854" y="319840"/>
                  </a:lnTo>
                  <a:lnTo>
                    <a:pt x="12318" y="319840"/>
                  </a:lnTo>
                  <a:lnTo>
                    <a:pt x="14781" y="319840"/>
                  </a:lnTo>
                  <a:lnTo>
                    <a:pt x="17245" y="319840"/>
                  </a:lnTo>
                  <a:lnTo>
                    <a:pt x="19709" y="319840"/>
                  </a:lnTo>
                  <a:lnTo>
                    <a:pt x="22172" y="319840"/>
                  </a:lnTo>
                  <a:lnTo>
                    <a:pt x="24636" y="319840"/>
                  </a:lnTo>
                  <a:lnTo>
                    <a:pt x="27100" y="319840"/>
                  </a:lnTo>
                  <a:lnTo>
                    <a:pt x="29563" y="319840"/>
                  </a:lnTo>
                  <a:lnTo>
                    <a:pt x="32027" y="319840"/>
                  </a:lnTo>
                  <a:lnTo>
                    <a:pt x="34491" y="319840"/>
                  </a:lnTo>
                  <a:lnTo>
                    <a:pt x="36954" y="319840"/>
                  </a:lnTo>
                  <a:lnTo>
                    <a:pt x="39418" y="319840"/>
                  </a:lnTo>
                  <a:lnTo>
                    <a:pt x="41882" y="319840"/>
                  </a:lnTo>
                  <a:lnTo>
                    <a:pt x="44345" y="319840"/>
                  </a:lnTo>
                  <a:lnTo>
                    <a:pt x="46809" y="319840"/>
                  </a:lnTo>
                  <a:lnTo>
                    <a:pt x="49273" y="319840"/>
                  </a:lnTo>
                  <a:lnTo>
                    <a:pt x="51736" y="319840"/>
                  </a:lnTo>
                  <a:lnTo>
                    <a:pt x="54200" y="319840"/>
                  </a:lnTo>
                  <a:lnTo>
                    <a:pt x="56664" y="319840"/>
                  </a:lnTo>
                  <a:lnTo>
                    <a:pt x="59127" y="319840"/>
                  </a:lnTo>
                  <a:lnTo>
                    <a:pt x="61591" y="319840"/>
                  </a:lnTo>
                  <a:lnTo>
                    <a:pt x="64055" y="319840"/>
                  </a:lnTo>
                  <a:lnTo>
                    <a:pt x="66518" y="319840"/>
                  </a:lnTo>
                  <a:lnTo>
                    <a:pt x="68982" y="319840"/>
                  </a:lnTo>
                  <a:lnTo>
                    <a:pt x="71446" y="319840"/>
                  </a:lnTo>
                  <a:lnTo>
                    <a:pt x="73909" y="319840"/>
                  </a:lnTo>
                  <a:lnTo>
                    <a:pt x="76373" y="319840"/>
                  </a:lnTo>
                  <a:lnTo>
                    <a:pt x="78837" y="319840"/>
                  </a:lnTo>
                  <a:lnTo>
                    <a:pt x="81300" y="319840"/>
                  </a:lnTo>
                  <a:lnTo>
                    <a:pt x="83764" y="319840"/>
                  </a:lnTo>
                  <a:lnTo>
                    <a:pt x="86228" y="319840"/>
                  </a:lnTo>
                  <a:lnTo>
                    <a:pt x="88691" y="319840"/>
                  </a:lnTo>
                  <a:lnTo>
                    <a:pt x="91155" y="319840"/>
                  </a:lnTo>
                  <a:lnTo>
                    <a:pt x="93618" y="319840"/>
                  </a:lnTo>
                  <a:lnTo>
                    <a:pt x="96082" y="319840"/>
                  </a:lnTo>
                  <a:lnTo>
                    <a:pt x="98546" y="319840"/>
                  </a:lnTo>
                  <a:lnTo>
                    <a:pt x="101009" y="319840"/>
                  </a:lnTo>
                  <a:lnTo>
                    <a:pt x="103473" y="319840"/>
                  </a:lnTo>
                  <a:lnTo>
                    <a:pt x="105937" y="319840"/>
                  </a:lnTo>
                  <a:lnTo>
                    <a:pt x="108400" y="319840"/>
                  </a:lnTo>
                  <a:lnTo>
                    <a:pt x="110864" y="319840"/>
                  </a:lnTo>
                  <a:lnTo>
                    <a:pt x="113328" y="319840"/>
                  </a:lnTo>
                  <a:lnTo>
                    <a:pt x="115791" y="319840"/>
                  </a:lnTo>
                  <a:lnTo>
                    <a:pt x="118255" y="319840"/>
                  </a:lnTo>
                  <a:lnTo>
                    <a:pt x="120719" y="319840"/>
                  </a:lnTo>
                  <a:lnTo>
                    <a:pt x="123182" y="319840"/>
                  </a:lnTo>
                  <a:lnTo>
                    <a:pt x="125646" y="319840"/>
                  </a:lnTo>
                  <a:lnTo>
                    <a:pt x="128110" y="319840"/>
                  </a:lnTo>
                  <a:lnTo>
                    <a:pt x="130573" y="319840"/>
                  </a:lnTo>
                  <a:lnTo>
                    <a:pt x="133037" y="319840"/>
                  </a:lnTo>
                  <a:lnTo>
                    <a:pt x="135501" y="319840"/>
                  </a:lnTo>
                  <a:lnTo>
                    <a:pt x="137964" y="319840"/>
                  </a:lnTo>
                  <a:lnTo>
                    <a:pt x="140428" y="319840"/>
                  </a:lnTo>
                  <a:lnTo>
                    <a:pt x="142892" y="319840"/>
                  </a:lnTo>
                  <a:lnTo>
                    <a:pt x="145355" y="319840"/>
                  </a:lnTo>
                  <a:lnTo>
                    <a:pt x="147819" y="319840"/>
                  </a:lnTo>
                  <a:lnTo>
                    <a:pt x="150283" y="319840"/>
                  </a:lnTo>
                  <a:lnTo>
                    <a:pt x="152746" y="319840"/>
                  </a:lnTo>
                  <a:lnTo>
                    <a:pt x="155210" y="319840"/>
                  </a:lnTo>
                  <a:lnTo>
                    <a:pt x="157674" y="319840"/>
                  </a:lnTo>
                  <a:lnTo>
                    <a:pt x="160137" y="319840"/>
                  </a:lnTo>
                  <a:lnTo>
                    <a:pt x="162601" y="319840"/>
                  </a:lnTo>
                  <a:lnTo>
                    <a:pt x="165065" y="319840"/>
                  </a:lnTo>
                  <a:lnTo>
                    <a:pt x="167528" y="319840"/>
                  </a:lnTo>
                  <a:lnTo>
                    <a:pt x="169992" y="319840"/>
                  </a:lnTo>
                  <a:lnTo>
                    <a:pt x="172456" y="319840"/>
                  </a:lnTo>
                  <a:lnTo>
                    <a:pt x="174919" y="319840"/>
                  </a:lnTo>
                  <a:lnTo>
                    <a:pt x="177383" y="319840"/>
                  </a:lnTo>
                  <a:lnTo>
                    <a:pt x="179847" y="319840"/>
                  </a:lnTo>
                  <a:lnTo>
                    <a:pt x="182310" y="319840"/>
                  </a:lnTo>
                  <a:lnTo>
                    <a:pt x="184774" y="319840"/>
                  </a:lnTo>
                  <a:lnTo>
                    <a:pt x="187237" y="319840"/>
                  </a:lnTo>
                  <a:lnTo>
                    <a:pt x="189701" y="319840"/>
                  </a:lnTo>
                  <a:lnTo>
                    <a:pt x="192165" y="319840"/>
                  </a:lnTo>
                  <a:lnTo>
                    <a:pt x="194628" y="319839"/>
                  </a:lnTo>
                  <a:lnTo>
                    <a:pt x="197092" y="319839"/>
                  </a:lnTo>
                  <a:lnTo>
                    <a:pt x="199556" y="319839"/>
                  </a:lnTo>
                  <a:lnTo>
                    <a:pt x="202019" y="319838"/>
                  </a:lnTo>
                  <a:lnTo>
                    <a:pt x="204483" y="319838"/>
                  </a:lnTo>
                  <a:lnTo>
                    <a:pt x="206947" y="319837"/>
                  </a:lnTo>
                  <a:lnTo>
                    <a:pt x="209410" y="319835"/>
                  </a:lnTo>
                  <a:lnTo>
                    <a:pt x="211874" y="319834"/>
                  </a:lnTo>
                  <a:lnTo>
                    <a:pt x="214338" y="319832"/>
                  </a:lnTo>
                  <a:lnTo>
                    <a:pt x="216801" y="319830"/>
                  </a:lnTo>
                  <a:lnTo>
                    <a:pt x="219265" y="319827"/>
                  </a:lnTo>
                  <a:lnTo>
                    <a:pt x="221729" y="319824"/>
                  </a:lnTo>
                  <a:lnTo>
                    <a:pt x="224192" y="319819"/>
                  </a:lnTo>
                  <a:lnTo>
                    <a:pt x="226656" y="319814"/>
                  </a:lnTo>
                  <a:lnTo>
                    <a:pt x="229120" y="319807"/>
                  </a:lnTo>
                  <a:lnTo>
                    <a:pt x="231583" y="319799"/>
                  </a:lnTo>
                  <a:lnTo>
                    <a:pt x="234047" y="319789"/>
                  </a:lnTo>
                  <a:lnTo>
                    <a:pt x="236511" y="319776"/>
                  </a:lnTo>
                  <a:lnTo>
                    <a:pt x="238974" y="319762"/>
                  </a:lnTo>
                  <a:lnTo>
                    <a:pt x="241438" y="319744"/>
                  </a:lnTo>
                  <a:lnTo>
                    <a:pt x="243902" y="319723"/>
                  </a:lnTo>
                  <a:lnTo>
                    <a:pt x="246365" y="319697"/>
                  </a:lnTo>
                  <a:lnTo>
                    <a:pt x="248829" y="319666"/>
                  </a:lnTo>
                  <a:lnTo>
                    <a:pt x="251293" y="319629"/>
                  </a:lnTo>
                  <a:lnTo>
                    <a:pt x="253756" y="319586"/>
                  </a:lnTo>
                  <a:lnTo>
                    <a:pt x="256220" y="319536"/>
                  </a:lnTo>
                  <a:lnTo>
                    <a:pt x="258684" y="319477"/>
                  </a:lnTo>
                  <a:lnTo>
                    <a:pt x="261147" y="319406"/>
                  </a:lnTo>
                  <a:lnTo>
                    <a:pt x="263611" y="319324"/>
                  </a:lnTo>
                  <a:lnTo>
                    <a:pt x="266075" y="319229"/>
                  </a:lnTo>
                  <a:lnTo>
                    <a:pt x="268538" y="319121"/>
                  </a:lnTo>
                  <a:lnTo>
                    <a:pt x="271002" y="318997"/>
                  </a:lnTo>
                  <a:lnTo>
                    <a:pt x="273465" y="318853"/>
                  </a:lnTo>
                  <a:lnTo>
                    <a:pt x="275929" y="318687"/>
                  </a:lnTo>
                  <a:lnTo>
                    <a:pt x="278393" y="318499"/>
                  </a:lnTo>
                  <a:lnTo>
                    <a:pt x="280856" y="318287"/>
                  </a:lnTo>
                  <a:lnTo>
                    <a:pt x="283320" y="318049"/>
                  </a:lnTo>
                  <a:lnTo>
                    <a:pt x="285784" y="317783"/>
                  </a:lnTo>
                  <a:lnTo>
                    <a:pt x="288247" y="317479"/>
                  </a:lnTo>
                  <a:lnTo>
                    <a:pt x="290711" y="317140"/>
                  </a:lnTo>
                  <a:lnTo>
                    <a:pt x="293175" y="316766"/>
                  </a:lnTo>
                  <a:lnTo>
                    <a:pt x="295638" y="316355"/>
                  </a:lnTo>
                  <a:lnTo>
                    <a:pt x="298102" y="315904"/>
                  </a:lnTo>
                  <a:lnTo>
                    <a:pt x="300566" y="315405"/>
                  </a:lnTo>
                  <a:lnTo>
                    <a:pt x="303029" y="314856"/>
                  </a:lnTo>
                  <a:lnTo>
                    <a:pt x="305493" y="314262"/>
                  </a:lnTo>
                  <a:lnTo>
                    <a:pt x="307957" y="313621"/>
                  </a:lnTo>
                  <a:lnTo>
                    <a:pt x="310420" y="312933"/>
                  </a:lnTo>
                  <a:lnTo>
                    <a:pt x="312884" y="312197"/>
                  </a:lnTo>
                  <a:lnTo>
                    <a:pt x="315348" y="311402"/>
                  </a:lnTo>
                  <a:lnTo>
                    <a:pt x="317811" y="310557"/>
                  </a:lnTo>
                  <a:lnTo>
                    <a:pt x="320275" y="309666"/>
                  </a:lnTo>
                  <a:lnTo>
                    <a:pt x="322739" y="308730"/>
                  </a:lnTo>
                  <a:lnTo>
                    <a:pt x="325202" y="307751"/>
                  </a:lnTo>
                  <a:lnTo>
                    <a:pt x="327666" y="306728"/>
                  </a:lnTo>
                  <a:lnTo>
                    <a:pt x="330130" y="305660"/>
                  </a:lnTo>
                  <a:lnTo>
                    <a:pt x="332593" y="304560"/>
                  </a:lnTo>
                  <a:lnTo>
                    <a:pt x="335057" y="303431"/>
                  </a:lnTo>
                  <a:lnTo>
                    <a:pt x="337521" y="302278"/>
                  </a:lnTo>
                  <a:lnTo>
                    <a:pt x="339984" y="301104"/>
                  </a:lnTo>
                  <a:lnTo>
                    <a:pt x="342448" y="299912"/>
                  </a:lnTo>
                  <a:lnTo>
                    <a:pt x="344912" y="298712"/>
                  </a:lnTo>
                  <a:lnTo>
                    <a:pt x="347375" y="297509"/>
                  </a:lnTo>
                  <a:lnTo>
                    <a:pt x="349839" y="296310"/>
                  </a:lnTo>
                  <a:lnTo>
                    <a:pt x="352303" y="295118"/>
                  </a:lnTo>
                  <a:lnTo>
                    <a:pt x="354766" y="293940"/>
                  </a:lnTo>
                  <a:lnTo>
                    <a:pt x="357230" y="292786"/>
                  </a:lnTo>
                  <a:lnTo>
                    <a:pt x="359694" y="291657"/>
                  </a:lnTo>
                  <a:lnTo>
                    <a:pt x="362157" y="290558"/>
                  </a:lnTo>
                  <a:lnTo>
                    <a:pt x="364621" y="289492"/>
                  </a:lnTo>
                  <a:lnTo>
                    <a:pt x="367084" y="288462"/>
                  </a:lnTo>
                  <a:lnTo>
                    <a:pt x="369548" y="287479"/>
                  </a:lnTo>
                  <a:lnTo>
                    <a:pt x="372012" y="286543"/>
                  </a:lnTo>
                  <a:lnTo>
                    <a:pt x="374475" y="285652"/>
                  </a:lnTo>
                  <a:lnTo>
                    <a:pt x="376939" y="284807"/>
                  </a:lnTo>
                  <a:lnTo>
                    <a:pt x="379403" y="284009"/>
                  </a:lnTo>
                  <a:lnTo>
                    <a:pt x="381866" y="283256"/>
                  </a:lnTo>
                  <a:lnTo>
                    <a:pt x="384330" y="282563"/>
                  </a:lnTo>
                  <a:lnTo>
                    <a:pt x="386794" y="281914"/>
                  </a:lnTo>
                  <a:lnTo>
                    <a:pt x="389257" y="281308"/>
                  </a:lnTo>
                  <a:lnTo>
                    <a:pt x="391721" y="280743"/>
                  </a:lnTo>
                  <a:lnTo>
                    <a:pt x="394185" y="280217"/>
                  </a:lnTo>
                  <a:lnTo>
                    <a:pt x="396648" y="279732"/>
                  </a:lnTo>
                  <a:lnTo>
                    <a:pt x="399112" y="279284"/>
                  </a:lnTo>
                  <a:lnTo>
                    <a:pt x="401576" y="278865"/>
                  </a:lnTo>
                  <a:lnTo>
                    <a:pt x="404039" y="278472"/>
                  </a:lnTo>
                  <a:lnTo>
                    <a:pt x="406503" y="278101"/>
                  </a:lnTo>
                  <a:lnTo>
                    <a:pt x="408967" y="277748"/>
                  </a:lnTo>
                  <a:lnTo>
                    <a:pt x="411430" y="277413"/>
                  </a:lnTo>
                  <a:lnTo>
                    <a:pt x="413894" y="277087"/>
                  </a:lnTo>
                  <a:lnTo>
                    <a:pt x="416358" y="276767"/>
                  </a:lnTo>
                  <a:lnTo>
                    <a:pt x="418821" y="276449"/>
                  </a:lnTo>
                  <a:lnTo>
                    <a:pt x="421285" y="276129"/>
                  </a:lnTo>
                  <a:lnTo>
                    <a:pt x="423749" y="275803"/>
                  </a:lnTo>
                  <a:lnTo>
                    <a:pt x="426212" y="275464"/>
                  </a:lnTo>
                  <a:lnTo>
                    <a:pt x="428676" y="275110"/>
                  </a:lnTo>
                  <a:lnTo>
                    <a:pt x="431140" y="274737"/>
                  </a:lnTo>
                  <a:lnTo>
                    <a:pt x="433603" y="274341"/>
                  </a:lnTo>
                  <a:lnTo>
                    <a:pt x="436067" y="273918"/>
                  </a:lnTo>
                  <a:lnTo>
                    <a:pt x="438531" y="273459"/>
                  </a:lnTo>
                  <a:lnTo>
                    <a:pt x="440994" y="272959"/>
                  </a:lnTo>
                  <a:lnTo>
                    <a:pt x="443458" y="272417"/>
                  </a:lnTo>
                  <a:lnTo>
                    <a:pt x="445922" y="271830"/>
                  </a:lnTo>
                  <a:lnTo>
                    <a:pt x="448385" y="271192"/>
                  </a:lnTo>
                  <a:lnTo>
                    <a:pt x="450849" y="270498"/>
                  </a:lnTo>
                  <a:lnTo>
                    <a:pt x="453312" y="269725"/>
                  </a:lnTo>
                  <a:lnTo>
                    <a:pt x="455776" y="268884"/>
                  </a:lnTo>
                  <a:lnTo>
                    <a:pt x="458240" y="267969"/>
                  </a:lnTo>
                  <a:lnTo>
                    <a:pt x="460703" y="266974"/>
                  </a:lnTo>
                  <a:lnTo>
                    <a:pt x="463167" y="265893"/>
                  </a:lnTo>
                  <a:lnTo>
                    <a:pt x="465631" y="264707"/>
                  </a:lnTo>
                  <a:lnTo>
                    <a:pt x="468094" y="263407"/>
                  </a:lnTo>
                  <a:lnTo>
                    <a:pt x="470558" y="261999"/>
                  </a:lnTo>
                  <a:lnTo>
                    <a:pt x="473022" y="260477"/>
                  </a:lnTo>
                  <a:lnTo>
                    <a:pt x="475485" y="258835"/>
                  </a:lnTo>
                  <a:lnTo>
                    <a:pt x="477949" y="257068"/>
                  </a:lnTo>
                  <a:lnTo>
                    <a:pt x="480413" y="255133"/>
                  </a:lnTo>
                  <a:lnTo>
                    <a:pt x="482876" y="253055"/>
                  </a:lnTo>
                  <a:lnTo>
                    <a:pt x="485340" y="250830"/>
                  </a:lnTo>
                  <a:lnTo>
                    <a:pt x="487804" y="248454"/>
                  </a:lnTo>
                  <a:lnTo>
                    <a:pt x="490267" y="245923"/>
                  </a:lnTo>
                  <a:lnTo>
                    <a:pt x="492731" y="243217"/>
                  </a:lnTo>
                  <a:lnTo>
                    <a:pt x="495195" y="240316"/>
                  </a:lnTo>
                  <a:lnTo>
                    <a:pt x="497658" y="237246"/>
                  </a:lnTo>
                  <a:lnTo>
                    <a:pt x="500122" y="234006"/>
                  </a:lnTo>
                  <a:lnTo>
                    <a:pt x="502586" y="230594"/>
                  </a:lnTo>
                  <a:lnTo>
                    <a:pt x="505049" y="227008"/>
                  </a:lnTo>
                  <a:lnTo>
                    <a:pt x="507513" y="223212"/>
                  </a:lnTo>
                  <a:lnTo>
                    <a:pt x="509977" y="219229"/>
                  </a:lnTo>
                  <a:lnTo>
                    <a:pt x="512440" y="215073"/>
                  </a:lnTo>
                  <a:lnTo>
                    <a:pt x="514904" y="210745"/>
                  </a:lnTo>
                  <a:lnTo>
                    <a:pt x="517368" y="206248"/>
                  </a:lnTo>
                  <a:lnTo>
                    <a:pt x="519831" y="201577"/>
                  </a:lnTo>
                  <a:lnTo>
                    <a:pt x="522295" y="196705"/>
                  </a:lnTo>
                  <a:lnTo>
                    <a:pt x="524759" y="191675"/>
                  </a:lnTo>
                  <a:lnTo>
                    <a:pt x="527222" y="186494"/>
                  </a:lnTo>
                  <a:lnTo>
                    <a:pt x="529686" y="181164"/>
                  </a:lnTo>
                  <a:lnTo>
                    <a:pt x="532150" y="175693"/>
                  </a:lnTo>
                  <a:lnTo>
                    <a:pt x="534613" y="170066"/>
                  </a:lnTo>
                  <a:lnTo>
                    <a:pt x="537077" y="164300"/>
                  </a:lnTo>
                  <a:lnTo>
                    <a:pt x="539541" y="158417"/>
                  </a:lnTo>
                  <a:lnTo>
                    <a:pt x="542004" y="152427"/>
                  </a:lnTo>
                  <a:lnTo>
                    <a:pt x="544468" y="146338"/>
                  </a:lnTo>
                  <a:lnTo>
                    <a:pt x="546931" y="140159"/>
                  </a:lnTo>
                  <a:lnTo>
                    <a:pt x="549395" y="133884"/>
                  </a:lnTo>
                  <a:lnTo>
                    <a:pt x="551859" y="127548"/>
                  </a:lnTo>
                  <a:lnTo>
                    <a:pt x="554322" y="121164"/>
                  </a:lnTo>
                  <a:lnTo>
                    <a:pt x="556786" y="114744"/>
                  </a:lnTo>
                  <a:lnTo>
                    <a:pt x="559250" y="108300"/>
                  </a:lnTo>
                  <a:lnTo>
                    <a:pt x="561713" y="101848"/>
                  </a:lnTo>
                  <a:lnTo>
                    <a:pt x="564177" y="95412"/>
                  </a:lnTo>
                  <a:lnTo>
                    <a:pt x="566641" y="89008"/>
                  </a:lnTo>
                  <a:lnTo>
                    <a:pt x="569104" y="82653"/>
                  </a:lnTo>
                  <a:lnTo>
                    <a:pt x="571568" y="76363"/>
                  </a:lnTo>
                  <a:lnTo>
                    <a:pt x="574032" y="70157"/>
                  </a:lnTo>
                  <a:lnTo>
                    <a:pt x="576495" y="64082"/>
                  </a:lnTo>
                  <a:lnTo>
                    <a:pt x="578959" y="58147"/>
                  </a:lnTo>
                  <a:lnTo>
                    <a:pt x="581423" y="52365"/>
                  </a:lnTo>
                  <a:lnTo>
                    <a:pt x="583886" y="46757"/>
                  </a:lnTo>
                  <a:lnTo>
                    <a:pt x="586350" y="41341"/>
                  </a:lnTo>
                  <a:lnTo>
                    <a:pt x="588814" y="36156"/>
                  </a:lnTo>
                  <a:lnTo>
                    <a:pt x="591277" y="31264"/>
                  </a:lnTo>
                  <a:lnTo>
                    <a:pt x="593741" y="26640"/>
                  </a:lnTo>
                  <a:lnTo>
                    <a:pt x="596205" y="22304"/>
                  </a:lnTo>
                  <a:lnTo>
                    <a:pt x="598668" y="18275"/>
                  </a:lnTo>
                  <a:lnTo>
                    <a:pt x="601132" y="14572"/>
                  </a:lnTo>
                  <a:lnTo>
                    <a:pt x="603596" y="11282"/>
                  </a:lnTo>
                  <a:lnTo>
                    <a:pt x="606059" y="8397"/>
                  </a:lnTo>
                  <a:lnTo>
                    <a:pt x="608523" y="5903"/>
                  </a:lnTo>
                  <a:lnTo>
                    <a:pt x="610987" y="3811"/>
                  </a:lnTo>
                  <a:lnTo>
                    <a:pt x="613450" y="2137"/>
                  </a:lnTo>
                  <a:lnTo>
                    <a:pt x="615914" y="901"/>
                  </a:lnTo>
                  <a:lnTo>
                    <a:pt x="618378" y="223"/>
                  </a:lnTo>
                  <a:lnTo>
                    <a:pt x="620841" y="0"/>
                  </a:lnTo>
                  <a:lnTo>
                    <a:pt x="623305" y="235"/>
                  </a:lnTo>
                  <a:lnTo>
                    <a:pt x="625769" y="935"/>
                  </a:lnTo>
                  <a:lnTo>
                    <a:pt x="628232" y="2101"/>
                  </a:lnTo>
                  <a:lnTo>
                    <a:pt x="630696" y="3799"/>
                  </a:lnTo>
                  <a:lnTo>
                    <a:pt x="633159" y="6025"/>
                  </a:lnTo>
                  <a:lnTo>
                    <a:pt x="635623" y="8707"/>
                  </a:lnTo>
                  <a:lnTo>
                    <a:pt x="638087" y="11839"/>
                  </a:lnTo>
                  <a:lnTo>
                    <a:pt x="640550" y="15410"/>
                  </a:lnTo>
                  <a:lnTo>
                    <a:pt x="643014" y="19411"/>
                  </a:lnTo>
                  <a:lnTo>
                    <a:pt x="645478" y="23926"/>
                  </a:lnTo>
                  <a:lnTo>
                    <a:pt x="647941" y="28839"/>
                  </a:lnTo>
                  <a:lnTo>
                    <a:pt x="650405" y="34120"/>
                  </a:lnTo>
                  <a:lnTo>
                    <a:pt x="652869" y="39749"/>
                  </a:lnTo>
                  <a:lnTo>
                    <a:pt x="655332" y="45706"/>
                  </a:lnTo>
                  <a:lnTo>
                    <a:pt x="657796" y="51993"/>
                  </a:lnTo>
                  <a:lnTo>
                    <a:pt x="660260" y="58599"/>
                  </a:lnTo>
                  <a:lnTo>
                    <a:pt x="662723" y="65441"/>
                  </a:lnTo>
                  <a:lnTo>
                    <a:pt x="665187" y="72493"/>
                  </a:lnTo>
                  <a:lnTo>
                    <a:pt x="667651" y="79729"/>
                  </a:lnTo>
                  <a:lnTo>
                    <a:pt x="670114" y="87123"/>
                  </a:lnTo>
                  <a:lnTo>
                    <a:pt x="672578" y="94665"/>
                  </a:lnTo>
                  <a:lnTo>
                    <a:pt x="675042" y="102300"/>
                  </a:lnTo>
                  <a:lnTo>
                    <a:pt x="677505" y="109992"/>
                  </a:lnTo>
                  <a:lnTo>
                    <a:pt x="679969" y="117716"/>
                  </a:lnTo>
                  <a:lnTo>
                    <a:pt x="682433" y="125449"/>
                  </a:lnTo>
                  <a:lnTo>
                    <a:pt x="684896" y="133163"/>
                  </a:lnTo>
                  <a:lnTo>
                    <a:pt x="687360" y="140819"/>
                  </a:lnTo>
                  <a:lnTo>
                    <a:pt x="689824" y="148399"/>
                  </a:lnTo>
                  <a:lnTo>
                    <a:pt x="692287" y="155886"/>
                  </a:lnTo>
                  <a:lnTo>
                    <a:pt x="694751" y="163262"/>
                  </a:lnTo>
                  <a:lnTo>
                    <a:pt x="697215" y="170511"/>
                  </a:lnTo>
                  <a:lnTo>
                    <a:pt x="699678" y="177590"/>
                  </a:lnTo>
                  <a:lnTo>
                    <a:pt x="702142" y="184488"/>
                  </a:lnTo>
                  <a:lnTo>
                    <a:pt x="704606" y="191212"/>
                  </a:lnTo>
                  <a:lnTo>
                    <a:pt x="707069" y="197752"/>
                  </a:lnTo>
                  <a:lnTo>
                    <a:pt x="709533" y="204100"/>
                  </a:lnTo>
                  <a:lnTo>
                    <a:pt x="711997" y="210250"/>
                  </a:lnTo>
                  <a:lnTo>
                    <a:pt x="714460" y="216139"/>
                  </a:lnTo>
                  <a:lnTo>
                    <a:pt x="716924" y="221818"/>
                  </a:lnTo>
                  <a:lnTo>
                    <a:pt x="719388" y="227285"/>
                  </a:lnTo>
                  <a:lnTo>
                    <a:pt x="721851" y="232541"/>
                  </a:lnTo>
                  <a:lnTo>
                    <a:pt x="724315" y="237583"/>
                  </a:lnTo>
                  <a:lnTo>
                    <a:pt x="726778" y="242388"/>
                  </a:lnTo>
                  <a:lnTo>
                    <a:pt x="729242" y="246949"/>
                  </a:lnTo>
                  <a:lnTo>
                    <a:pt x="731706" y="251301"/>
                  </a:lnTo>
                  <a:lnTo>
                    <a:pt x="734169" y="255448"/>
                  </a:lnTo>
                  <a:lnTo>
                    <a:pt x="736633" y="259392"/>
                  </a:lnTo>
                  <a:lnTo>
                    <a:pt x="739097" y="263136"/>
                  </a:lnTo>
                  <a:lnTo>
                    <a:pt x="741560" y="266639"/>
                  </a:lnTo>
                  <a:lnTo>
                    <a:pt x="744024" y="269943"/>
                  </a:lnTo>
                  <a:lnTo>
                    <a:pt x="746488" y="273062"/>
                  </a:lnTo>
                  <a:lnTo>
                    <a:pt x="748951" y="275998"/>
                  </a:lnTo>
                  <a:lnTo>
                    <a:pt x="751415" y="278757"/>
                  </a:lnTo>
                  <a:lnTo>
                    <a:pt x="753879" y="281328"/>
                  </a:lnTo>
                  <a:lnTo>
                    <a:pt x="756342" y="283698"/>
                  </a:lnTo>
                  <a:lnTo>
                    <a:pt x="758806" y="285905"/>
                  </a:lnTo>
                  <a:lnTo>
                    <a:pt x="761270" y="287954"/>
                  </a:lnTo>
                  <a:lnTo>
                    <a:pt x="763733" y="289849"/>
                  </a:lnTo>
                  <a:lnTo>
                    <a:pt x="766197" y="291595"/>
                  </a:lnTo>
                  <a:lnTo>
                    <a:pt x="768661" y="293169"/>
                  </a:lnTo>
                  <a:lnTo>
                    <a:pt x="771124" y="294594"/>
                  </a:lnTo>
                  <a:lnTo>
                    <a:pt x="773588" y="295886"/>
                  </a:lnTo>
                  <a:lnTo>
                    <a:pt x="776052" y="297051"/>
                  </a:lnTo>
                  <a:lnTo>
                    <a:pt x="778515" y="298092"/>
                  </a:lnTo>
                  <a:lnTo>
                    <a:pt x="780979" y="299013"/>
                  </a:lnTo>
                  <a:lnTo>
                    <a:pt x="783443" y="299795"/>
                  </a:lnTo>
                  <a:lnTo>
                    <a:pt x="785906" y="300473"/>
                  </a:lnTo>
                  <a:lnTo>
                    <a:pt x="788370" y="301052"/>
                  </a:lnTo>
                  <a:lnTo>
                    <a:pt x="790834" y="301538"/>
                  </a:lnTo>
                  <a:lnTo>
                    <a:pt x="793297" y="301936"/>
                  </a:lnTo>
                  <a:lnTo>
                    <a:pt x="795761" y="302241"/>
                  </a:lnTo>
                  <a:lnTo>
                    <a:pt x="798225" y="302462"/>
                  </a:lnTo>
                  <a:lnTo>
                    <a:pt x="800688" y="302618"/>
                  </a:lnTo>
                  <a:lnTo>
                    <a:pt x="803152" y="302712"/>
                  </a:lnTo>
                  <a:lnTo>
                    <a:pt x="805616" y="302752"/>
                  </a:lnTo>
                  <a:lnTo>
                    <a:pt x="808079" y="302742"/>
                  </a:lnTo>
                  <a:lnTo>
                    <a:pt x="810543" y="302682"/>
                  </a:lnTo>
                  <a:lnTo>
                    <a:pt x="813006" y="302588"/>
                  </a:lnTo>
                  <a:lnTo>
                    <a:pt x="815470" y="302468"/>
                  </a:lnTo>
                  <a:lnTo>
                    <a:pt x="817934" y="302327"/>
                  </a:lnTo>
                  <a:lnTo>
                    <a:pt x="820397" y="302171"/>
                  </a:lnTo>
                  <a:lnTo>
                    <a:pt x="822861" y="302004"/>
                  </a:lnTo>
                  <a:lnTo>
                    <a:pt x="825325" y="301836"/>
                  </a:lnTo>
                  <a:lnTo>
                    <a:pt x="827788" y="301672"/>
                  </a:lnTo>
                  <a:lnTo>
                    <a:pt x="830252" y="301517"/>
                  </a:lnTo>
                  <a:lnTo>
                    <a:pt x="832716" y="301375"/>
                  </a:lnTo>
                  <a:lnTo>
                    <a:pt x="835179" y="301249"/>
                  </a:lnTo>
                  <a:lnTo>
                    <a:pt x="837643" y="301149"/>
                  </a:lnTo>
                  <a:lnTo>
                    <a:pt x="840107" y="301074"/>
                  </a:lnTo>
                  <a:lnTo>
                    <a:pt x="842570" y="301026"/>
                  </a:lnTo>
                  <a:lnTo>
                    <a:pt x="845034" y="301004"/>
                  </a:lnTo>
                  <a:lnTo>
                    <a:pt x="847498" y="301012"/>
                  </a:lnTo>
                  <a:lnTo>
                    <a:pt x="849961" y="301049"/>
                  </a:lnTo>
                  <a:lnTo>
                    <a:pt x="852425" y="301120"/>
                  </a:lnTo>
                  <a:lnTo>
                    <a:pt x="854889" y="301218"/>
                  </a:lnTo>
                  <a:lnTo>
                    <a:pt x="857352" y="301340"/>
                  </a:lnTo>
                  <a:lnTo>
                    <a:pt x="859816" y="301484"/>
                  </a:lnTo>
                  <a:lnTo>
                    <a:pt x="862280" y="301647"/>
                  </a:lnTo>
                  <a:lnTo>
                    <a:pt x="864743" y="301829"/>
                  </a:lnTo>
                  <a:lnTo>
                    <a:pt x="867207" y="302023"/>
                  </a:lnTo>
                  <a:lnTo>
                    <a:pt x="869671" y="302224"/>
                  </a:lnTo>
                  <a:lnTo>
                    <a:pt x="872134" y="302427"/>
                  </a:lnTo>
                  <a:lnTo>
                    <a:pt x="874598" y="302630"/>
                  </a:lnTo>
                  <a:lnTo>
                    <a:pt x="877062" y="302828"/>
                  </a:lnTo>
                  <a:lnTo>
                    <a:pt x="879525" y="303014"/>
                  </a:lnTo>
                  <a:lnTo>
                    <a:pt x="881989" y="303185"/>
                  </a:lnTo>
                  <a:lnTo>
                    <a:pt x="884453" y="303339"/>
                  </a:lnTo>
                  <a:lnTo>
                    <a:pt x="886916" y="303473"/>
                  </a:lnTo>
                  <a:lnTo>
                    <a:pt x="889380" y="303585"/>
                  </a:lnTo>
                  <a:lnTo>
                    <a:pt x="891844" y="303669"/>
                  </a:lnTo>
                  <a:lnTo>
                    <a:pt x="894307" y="303723"/>
                  </a:lnTo>
                  <a:lnTo>
                    <a:pt x="896771" y="303750"/>
                  </a:lnTo>
                  <a:lnTo>
                    <a:pt x="899235" y="303749"/>
                  </a:lnTo>
                  <a:lnTo>
                    <a:pt x="901698" y="303722"/>
                  </a:lnTo>
                  <a:lnTo>
                    <a:pt x="904162" y="303669"/>
                  </a:lnTo>
                  <a:lnTo>
                    <a:pt x="906625" y="303586"/>
                  </a:lnTo>
                  <a:lnTo>
                    <a:pt x="909089" y="303480"/>
                  </a:lnTo>
                  <a:lnTo>
                    <a:pt x="911553" y="303355"/>
                  </a:lnTo>
                  <a:lnTo>
                    <a:pt x="914016" y="303214"/>
                  </a:lnTo>
                  <a:lnTo>
                    <a:pt x="916480" y="303058"/>
                  </a:lnTo>
                  <a:lnTo>
                    <a:pt x="918944" y="302891"/>
                  </a:lnTo>
                  <a:lnTo>
                    <a:pt x="921407" y="302716"/>
                  </a:lnTo>
                  <a:lnTo>
                    <a:pt x="923871" y="302538"/>
                  </a:lnTo>
                  <a:lnTo>
                    <a:pt x="926335" y="302361"/>
                  </a:lnTo>
                  <a:lnTo>
                    <a:pt x="928798" y="302188"/>
                  </a:lnTo>
                  <a:lnTo>
                    <a:pt x="931262" y="302022"/>
                  </a:lnTo>
                  <a:lnTo>
                    <a:pt x="933726" y="301869"/>
                  </a:lnTo>
                  <a:lnTo>
                    <a:pt x="936189" y="301731"/>
                  </a:lnTo>
                  <a:lnTo>
                    <a:pt x="938653" y="301609"/>
                  </a:lnTo>
                  <a:lnTo>
                    <a:pt x="941117" y="301506"/>
                  </a:lnTo>
                  <a:lnTo>
                    <a:pt x="943580" y="301424"/>
                  </a:lnTo>
                  <a:lnTo>
                    <a:pt x="946044" y="301365"/>
                  </a:lnTo>
                  <a:lnTo>
                    <a:pt x="948508" y="301335"/>
                  </a:lnTo>
                  <a:lnTo>
                    <a:pt x="950971" y="301331"/>
                  </a:lnTo>
                  <a:lnTo>
                    <a:pt x="953435" y="301353"/>
                  </a:lnTo>
                  <a:lnTo>
                    <a:pt x="955899" y="301400"/>
                  </a:lnTo>
                  <a:lnTo>
                    <a:pt x="958362" y="301473"/>
                  </a:lnTo>
                  <a:lnTo>
                    <a:pt x="960826" y="301576"/>
                  </a:lnTo>
                  <a:lnTo>
                    <a:pt x="963290" y="301706"/>
                  </a:lnTo>
                  <a:lnTo>
                    <a:pt x="965753" y="301860"/>
                  </a:lnTo>
                  <a:lnTo>
                    <a:pt x="968217" y="302036"/>
                  </a:lnTo>
                  <a:lnTo>
                    <a:pt x="970681" y="302233"/>
                  </a:lnTo>
                  <a:lnTo>
                    <a:pt x="973144" y="302450"/>
                  </a:lnTo>
                  <a:lnTo>
                    <a:pt x="975608" y="302688"/>
                  </a:lnTo>
                  <a:lnTo>
                    <a:pt x="978072" y="302941"/>
                  </a:lnTo>
                  <a:lnTo>
                    <a:pt x="980535" y="303206"/>
                  </a:lnTo>
                  <a:lnTo>
                    <a:pt x="982999" y="303480"/>
                  </a:lnTo>
                  <a:lnTo>
                    <a:pt x="985463" y="303762"/>
                  </a:lnTo>
                  <a:lnTo>
                    <a:pt x="987926" y="304049"/>
                  </a:lnTo>
                  <a:lnTo>
                    <a:pt x="990390" y="304337"/>
                  </a:lnTo>
                  <a:lnTo>
                    <a:pt x="992853" y="304623"/>
                  </a:lnTo>
                  <a:lnTo>
                    <a:pt x="995317" y="304905"/>
                  </a:lnTo>
                  <a:lnTo>
                    <a:pt x="997781" y="305179"/>
                  </a:lnTo>
                  <a:lnTo>
                    <a:pt x="1000244" y="305443"/>
                  </a:lnTo>
                  <a:lnTo>
                    <a:pt x="1002708" y="305692"/>
                  </a:lnTo>
                  <a:lnTo>
                    <a:pt x="1005172" y="305923"/>
                  </a:lnTo>
                  <a:lnTo>
                    <a:pt x="1007635" y="306136"/>
                  </a:lnTo>
                  <a:lnTo>
                    <a:pt x="1010099" y="306328"/>
                  </a:lnTo>
                  <a:lnTo>
                    <a:pt x="1012563" y="306498"/>
                  </a:lnTo>
                  <a:lnTo>
                    <a:pt x="1015026" y="306643"/>
                  </a:lnTo>
                  <a:lnTo>
                    <a:pt x="1017490" y="306757"/>
                  </a:lnTo>
                  <a:lnTo>
                    <a:pt x="1019954" y="306843"/>
                  </a:lnTo>
                  <a:lnTo>
                    <a:pt x="1022417" y="306902"/>
                  </a:lnTo>
                  <a:lnTo>
                    <a:pt x="1024881" y="306933"/>
                  </a:lnTo>
                  <a:lnTo>
                    <a:pt x="1027345" y="306936"/>
                  </a:lnTo>
                  <a:lnTo>
                    <a:pt x="1029808" y="306906"/>
                  </a:lnTo>
                  <a:lnTo>
                    <a:pt x="1032272" y="306846"/>
                  </a:lnTo>
                  <a:lnTo>
                    <a:pt x="1034736" y="306760"/>
                  </a:lnTo>
                  <a:lnTo>
                    <a:pt x="1037199" y="306650"/>
                  </a:lnTo>
                  <a:lnTo>
                    <a:pt x="1039663" y="306516"/>
                  </a:lnTo>
                  <a:lnTo>
                    <a:pt x="1042127" y="306360"/>
                  </a:lnTo>
                  <a:lnTo>
                    <a:pt x="1044590" y="306181"/>
                  </a:lnTo>
                  <a:lnTo>
                    <a:pt x="1047054" y="305985"/>
                  </a:lnTo>
                  <a:lnTo>
                    <a:pt x="1049518" y="305775"/>
                  </a:lnTo>
                  <a:lnTo>
                    <a:pt x="1051981" y="305554"/>
                  </a:lnTo>
                  <a:lnTo>
                    <a:pt x="1054445" y="305323"/>
                  </a:lnTo>
                  <a:lnTo>
                    <a:pt x="1056909" y="305085"/>
                  </a:lnTo>
                  <a:lnTo>
                    <a:pt x="1059372" y="304842"/>
                  </a:lnTo>
                  <a:lnTo>
                    <a:pt x="1061836" y="304599"/>
                  </a:lnTo>
                  <a:lnTo>
                    <a:pt x="1064300" y="304356"/>
                  </a:lnTo>
                  <a:lnTo>
                    <a:pt x="1066763" y="304117"/>
                  </a:lnTo>
                  <a:lnTo>
                    <a:pt x="1069227" y="303883"/>
                  </a:lnTo>
                  <a:lnTo>
                    <a:pt x="1071691" y="303657"/>
                  </a:lnTo>
                  <a:lnTo>
                    <a:pt x="1074154" y="303441"/>
                  </a:lnTo>
                  <a:lnTo>
                    <a:pt x="1076618" y="303235"/>
                  </a:lnTo>
                  <a:lnTo>
                    <a:pt x="1079082" y="303041"/>
                  </a:lnTo>
                  <a:lnTo>
                    <a:pt x="1081545" y="302859"/>
                  </a:lnTo>
                  <a:lnTo>
                    <a:pt x="1084009" y="302692"/>
                  </a:lnTo>
                  <a:lnTo>
                    <a:pt x="1086472" y="302542"/>
                  </a:lnTo>
                  <a:lnTo>
                    <a:pt x="1088936" y="302407"/>
                  </a:lnTo>
                  <a:lnTo>
                    <a:pt x="1091400" y="302288"/>
                  </a:lnTo>
                  <a:lnTo>
                    <a:pt x="1093863" y="302186"/>
                  </a:lnTo>
                  <a:lnTo>
                    <a:pt x="1096327" y="302100"/>
                  </a:lnTo>
                  <a:lnTo>
                    <a:pt x="1098791" y="302034"/>
                  </a:lnTo>
                  <a:lnTo>
                    <a:pt x="1101254" y="301988"/>
                  </a:lnTo>
                  <a:lnTo>
                    <a:pt x="1103718" y="301961"/>
                  </a:lnTo>
                  <a:lnTo>
                    <a:pt x="1106182" y="301952"/>
                  </a:lnTo>
                  <a:lnTo>
                    <a:pt x="1108645" y="301963"/>
                  </a:lnTo>
                  <a:lnTo>
                    <a:pt x="1111109" y="301995"/>
                  </a:lnTo>
                  <a:lnTo>
                    <a:pt x="1113573" y="302052"/>
                  </a:lnTo>
                  <a:lnTo>
                    <a:pt x="1116036" y="302129"/>
                  </a:lnTo>
                  <a:lnTo>
                    <a:pt x="1118500" y="302228"/>
                  </a:lnTo>
                  <a:lnTo>
                    <a:pt x="1120964" y="302348"/>
                  </a:lnTo>
                  <a:lnTo>
                    <a:pt x="1123427" y="302490"/>
                  </a:lnTo>
                  <a:lnTo>
                    <a:pt x="1125891" y="302655"/>
                  </a:lnTo>
                  <a:lnTo>
                    <a:pt x="1128355" y="302844"/>
                  </a:lnTo>
                  <a:lnTo>
                    <a:pt x="1130818" y="303052"/>
                  </a:lnTo>
                  <a:lnTo>
                    <a:pt x="1133282" y="303278"/>
                  </a:lnTo>
                  <a:lnTo>
                    <a:pt x="1135746" y="303522"/>
                  </a:lnTo>
                  <a:lnTo>
                    <a:pt x="1138209" y="303782"/>
                  </a:lnTo>
                  <a:lnTo>
                    <a:pt x="1140673" y="304059"/>
                  </a:lnTo>
                  <a:lnTo>
                    <a:pt x="1143137" y="304346"/>
                  </a:lnTo>
                  <a:lnTo>
                    <a:pt x="1145600" y="304641"/>
                  </a:lnTo>
                  <a:lnTo>
                    <a:pt x="1148064" y="304942"/>
                  </a:lnTo>
                  <a:lnTo>
                    <a:pt x="1150528" y="305246"/>
                  </a:lnTo>
                  <a:lnTo>
                    <a:pt x="1152991" y="305549"/>
                  </a:lnTo>
                  <a:lnTo>
                    <a:pt x="1155455" y="305846"/>
                  </a:lnTo>
                  <a:lnTo>
                    <a:pt x="1157919" y="306135"/>
                  </a:lnTo>
                  <a:lnTo>
                    <a:pt x="1160382" y="306413"/>
                  </a:lnTo>
                  <a:lnTo>
                    <a:pt x="1162846" y="306676"/>
                  </a:lnTo>
                  <a:lnTo>
                    <a:pt x="1165310" y="306922"/>
                  </a:lnTo>
                  <a:lnTo>
                    <a:pt x="1167773" y="307143"/>
                  </a:lnTo>
                  <a:lnTo>
                    <a:pt x="1170237" y="307341"/>
                  </a:lnTo>
                  <a:lnTo>
                    <a:pt x="1172701" y="307513"/>
                  </a:lnTo>
                  <a:lnTo>
                    <a:pt x="1175164" y="307660"/>
                  </a:lnTo>
                  <a:lnTo>
                    <a:pt x="1177628" y="307781"/>
                  </a:lnTo>
                  <a:lnTo>
                    <a:pt x="1180091" y="307873"/>
                  </a:lnTo>
                  <a:lnTo>
                    <a:pt x="1182555" y="307934"/>
                  </a:lnTo>
                  <a:lnTo>
                    <a:pt x="1185019" y="307969"/>
                  </a:lnTo>
                  <a:lnTo>
                    <a:pt x="1187482" y="307981"/>
                  </a:lnTo>
                  <a:lnTo>
                    <a:pt x="1189946" y="307972"/>
                  </a:lnTo>
                  <a:lnTo>
                    <a:pt x="1192410" y="307943"/>
                  </a:lnTo>
                  <a:lnTo>
                    <a:pt x="1194873" y="307896"/>
                  </a:lnTo>
                  <a:lnTo>
                    <a:pt x="1197337" y="307837"/>
                  </a:lnTo>
                  <a:lnTo>
                    <a:pt x="1199801" y="307771"/>
                  </a:lnTo>
                  <a:lnTo>
                    <a:pt x="1202264" y="307702"/>
                  </a:lnTo>
                  <a:lnTo>
                    <a:pt x="1204728" y="307633"/>
                  </a:lnTo>
                  <a:lnTo>
                    <a:pt x="1207192" y="307569"/>
                  </a:lnTo>
                  <a:lnTo>
                    <a:pt x="1209655" y="307517"/>
                  </a:lnTo>
                  <a:lnTo>
                    <a:pt x="1212119" y="307480"/>
                  </a:lnTo>
                  <a:lnTo>
                    <a:pt x="1214583" y="307461"/>
                  </a:lnTo>
                  <a:lnTo>
                    <a:pt x="1217046" y="307463"/>
                  </a:lnTo>
                  <a:lnTo>
                    <a:pt x="1219510" y="307490"/>
                  </a:lnTo>
                  <a:lnTo>
                    <a:pt x="1221974" y="307546"/>
                  </a:lnTo>
                  <a:lnTo>
                    <a:pt x="1224437" y="307637"/>
                  </a:lnTo>
                  <a:lnTo>
                    <a:pt x="1226901" y="307759"/>
                  </a:lnTo>
                  <a:lnTo>
                    <a:pt x="1229365" y="307914"/>
                  </a:lnTo>
                  <a:lnTo>
                    <a:pt x="1231828" y="308100"/>
                  </a:lnTo>
                  <a:lnTo>
                    <a:pt x="1234292" y="308320"/>
                  </a:lnTo>
                  <a:lnTo>
                    <a:pt x="1236756" y="308579"/>
                  </a:lnTo>
                  <a:lnTo>
                    <a:pt x="1239219" y="308869"/>
                  </a:lnTo>
                  <a:lnTo>
                    <a:pt x="1241683" y="309187"/>
                  </a:lnTo>
                  <a:lnTo>
                    <a:pt x="1244147" y="309532"/>
                  </a:lnTo>
                  <a:lnTo>
                    <a:pt x="1246610" y="309902"/>
                  </a:lnTo>
                  <a:lnTo>
                    <a:pt x="1249074" y="310295"/>
                  </a:lnTo>
                  <a:lnTo>
                    <a:pt x="1251538" y="310709"/>
                  </a:lnTo>
                  <a:lnTo>
                    <a:pt x="1254001" y="311138"/>
                  </a:lnTo>
                  <a:lnTo>
                    <a:pt x="1256465" y="311578"/>
                  </a:lnTo>
                  <a:lnTo>
                    <a:pt x="1258929" y="312026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7005616" y="5916540"/>
              <a:ext cx="1258929" cy="237357"/>
            </a:xfrm>
            <a:custGeom>
              <a:avLst/>
              <a:pathLst>
                <a:path w="1258929" h="237357">
                  <a:moveTo>
                    <a:pt x="0" y="237357"/>
                  </a:moveTo>
                  <a:lnTo>
                    <a:pt x="2463" y="237357"/>
                  </a:lnTo>
                  <a:lnTo>
                    <a:pt x="4927" y="237357"/>
                  </a:lnTo>
                  <a:lnTo>
                    <a:pt x="7390" y="237357"/>
                  </a:lnTo>
                  <a:lnTo>
                    <a:pt x="9854" y="237357"/>
                  </a:lnTo>
                  <a:lnTo>
                    <a:pt x="12318" y="237357"/>
                  </a:lnTo>
                  <a:lnTo>
                    <a:pt x="14781" y="237357"/>
                  </a:lnTo>
                  <a:lnTo>
                    <a:pt x="17245" y="237357"/>
                  </a:lnTo>
                  <a:lnTo>
                    <a:pt x="19709" y="237357"/>
                  </a:lnTo>
                  <a:lnTo>
                    <a:pt x="22172" y="237357"/>
                  </a:lnTo>
                  <a:lnTo>
                    <a:pt x="24636" y="237357"/>
                  </a:lnTo>
                  <a:lnTo>
                    <a:pt x="27100" y="237357"/>
                  </a:lnTo>
                  <a:lnTo>
                    <a:pt x="29563" y="237357"/>
                  </a:lnTo>
                  <a:lnTo>
                    <a:pt x="32027" y="237357"/>
                  </a:lnTo>
                  <a:lnTo>
                    <a:pt x="34491" y="237357"/>
                  </a:lnTo>
                  <a:lnTo>
                    <a:pt x="36954" y="237357"/>
                  </a:lnTo>
                  <a:lnTo>
                    <a:pt x="39418" y="237357"/>
                  </a:lnTo>
                  <a:lnTo>
                    <a:pt x="41882" y="237357"/>
                  </a:lnTo>
                  <a:lnTo>
                    <a:pt x="44345" y="237357"/>
                  </a:lnTo>
                  <a:lnTo>
                    <a:pt x="46809" y="237357"/>
                  </a:lnTo>
                  <a:lnTo>
                    <a:pt x="49273" y="237357"/>
                  </a:lnTo>
                  <a:lnTo>
                    <a:pt x="51736" y="237357"/>
                  </a:lnTo>
                  <a:lnTo>
                    <a:pt x="54200" y="237357"/>
                  </a:lnTo>
                  <a:lnTo>
                    <a:pt x="56664" y="237357"/>
                  </a:lnTo>
                  <a:lnTo>
                    <a:pt x="59127" y="237357"/>
                  </a:lnTo>
                  <a:lnTo>
                    <a:pt x="61591" y="237357"/>
                  </a:lnTo>
                  <a:lnTo>
                    <a:pt x="64055" y="237357"/>
                  </a:lnTo>
                  <a:lnTo>
                    <a:pt x="66518" y="237357"/>
                  </a:lnTo>
                  <a:lnTo>
                    <a:pt x="68982" y="237357"/>
                  </a:lnTo>
                  <a:lnTo>
                    <a:pt x="71446" y="237357"/>
                  </a:lnTo>
                  <a:lnTo>
                    <a:pt x="73909" y="237357"/>
                  </a:lnTo>
                  <a:lnTo>
                    <a:pt x="76373" y="237357"/>
                  </a:lnTo>
                  <a:lnTo>
                    <a:pt x="78837" y="237357"/>
                  </a:lnTo>
                  <a:lnTo>
                    <a:pt x="81300" y="237357"/>
                  </a:lnTo>
                  <a:lnTo>
                    <a:pt x="83764" y="237357"/>
                  </a:lnTo>
                  <a:lnTo>
                    <a:pt x="86228" y="237357"/>
                  </a:lnTo>
                  <a:lnTo>
                    <a:pt x="88691" y="237357"/>
                  </a:lnTo>
                  <a:lnTo>
                    <a:pt x="91155" y="237357"/>
                  </a:lnTo>
                  <a:lnTo>
                    <a:pt x="93618" y="237357"/>
                  </a:lnTo>
                  <a:lnTo>
                    <a:pt x="96082" y="237357"/>
                  </a:lnTo>
                  <a:lnTo>
                    <a:pt x="98546" y="237357"/>
                  </a:lnTo>
                  <a:lnTo>
                    <a:pt x="101009" y="237357"/>
                  </a:lnTo>
                  <a:lnTo>
                    <a:pt x="103473" y="237357"/>
                  </a:lnTo>
                  <a:lnTo>
                    <a:pt x="105937" y="237357"/>
                  </a:lnTo>
                  <a:lnTo>
                    <a:pt x="108400" y="237357"/>
                  </a:lnTo>
                  <a:lnTo>
                    <a:pt x="110864" y="237357"/>
                  </a:lnTo>
                  <a:lnTo>
                    <a:pt x="113328" y="237357"/>
                  </a:lnTo>
                  <a:lnTo>
                    <a:pt x="115791" y="237357"/>
                  </a:lnTo>
                  <a:lnTo>
                    <a:pt x="118255" y="237357"/>
                  </a:lnTo>
                  <a:lnTo>
                    <a:pt x="120719" y="237357"/>
                  </a:lnTo>
                  <a:lnTo>
                    <a:pt x="123182" y="237357"/>
                  </a:lnTo>
                  <a:lnTo>
                    <a:pt x="125646" y="237357"/>
                  </a:lnTo>
                  <a:lnTo>
                    <a:pt x="128110" y="237357"/>
                  </a:lnTo>
                  <a:lnTo>
                    <a:pt x="130573" y="237357"/>
                  </a:lnTo>
                  <a:lnTo>
                    <a:pt x="133037" y="237357"/>
                  </a:lnTo>
                  <a:lnTo>
                    <a:pt x="135501" y="237357"/>
                  </a:lnTo>
                  <a:lnTo>
                    <a:pt x="137964" y="237357"/>
                  </a:lnTo>
                  <a:lnTo>
                    <a:pt x="140428" y="237357"/>
                  </a:lnTo>
                  <a:lnTo>
                    <a:pt x="142892" y="237357"/>
                  </a:lnTo>
                  <a:lnTo>
                    <a:pt x="145355" y="237357"/>
                  </a:lnTo>
                  <a:lnTo>
                    <a:pt x="147819" y="237357"/>
                  </a:lnTo>
                  <a:lnTo>
                    <a:pt x="150283" y="237357"/>
                  </a:lnTo>
                  <a:lnTo>
                    <a:pt x="152746" y="237357"/>
                  </a:lnTo>
                  <a:lnTo>
                    <a:pt x="155210" y="237357"/>
                  </a:lnTo>
                  <a:lnTo>
                    <a:pt x="157674" y="237357"/>
                  </a:lnTo>
                  <a:lnTo>
                    <a:pt x="160137" y="237357"/>
                  </a:lnTo>
                  <a:lnTo>
                    <a:pt x="162601" y="237357"/>
                  </a:lnTo>
                  <a:lnTo>
                    <a:pt x="165065" y="237357"/>
                  </a:lnTo>
                  <a:lnTo>
                    <a:pt x="167528" y="237357"/>
                  </a:lnTo>
                  <a:lnTo>
                    <a:pt x="169992" y="237357"/>
                  </a:lnTo>
                  <a:lnTo>
                    <a:pt x="172456" y="237357"/>
                  </a:lnTo>
                  <a:lnTo>
                    <a:pt x="174919" y="237356"/>
                  </a:lnTo>
                  <a:lnTo>
                    <a:pt x="177383" y="237356"/>
                  </a:lnTo>
                  <a:lnTo>
                    <a:pt x="179847" y="237356"/>
                  </a:lnTo>
                  <a:lnTo>
                    <a:pt x="182310" y="237356"/>
                  </a:lnTo>
                  <a:lnTo>
                    <a:pt x="184774" y="237356"/>
                  </a:lnTo>
                  <a:lnTo>
                    <a:pt x="187237" y="237356"/>
                  </a:lnTo>
                  <a:lnTo>
                    <a:pt x="189701" y="237355"/>
                  </a:lnTo>
                  <a:lnTo>
                    <a:pt x="192165" y="237355"/>
                  </a:lnTo>
                  <a:lnTo>
                    <a:pt x="194628" y="237355"/>
                  </a:lnTo>
                  <a:lnTo>
                    <a:pt x="197092" y="237354"/>
                  </a:lnTo>
                  <a:lnTo>
                    <a:pt x="199556" y="237354"/>
                  </a:lnTo>
                  <a:lnTo>
                    <a:pt x="202019" y="237353"/>
                  </a:lnTo>
                  <a:lnTo>
                    <a:pt x="204483" y="237353"/>
                  </a:lnTo>
                  <a:lnTo>
                    <a:pt x="206947" y="237352"/>
                  </a:lnTo>
                  <a:lnTo>
                    <a:pt x="209410" y="237351"/>
                  </a:lnTo>
                  <a:lnTo>
                    <a:pt x="211874" y="237350"/>
                  </a:lnTo>
                  <a:lnTo>
                    <a:pt x="214338" y="237349"/>
                  </a:lnTo>
                  <a:lnTo>
                    <a:pt x="216801" y="237348"/>
                  </a:lnTo>
                  <a:lnTo>
                    <a:pt x="219265" y="237346"/>
                  </a:lnTo>
                  <a:lnTo>
                    <a:pt x="221729" y="237345"/>
                  </a:lnTo>
                  <a:lnTo>
                    <a:pt x="224192" y="237343"/>
                  </a:lnTo>
                  <a:lnTo>
                    <a:pt x="226656" y="237341"/>
                  </a:lnTo>
                  <a:lnTo>
                    <a:pt x="229120" y="237338"/>
                  </a:lnTo>
                  <a:lnTo>
                    <a:pt x="231583" y="237336"/>
                  </a:lnTo>
                  <a:lnTo>
                    <a:pt x="234047" y="237333"/>
                  </a:lnTo>
                  <a:lnTo>
                    <a:pt x="236511" y="237330"/>
                  </a:lnTo>
                  <a:lnTo>
                    <a:pt x="238974" y="237326"/>
                  </a:lnTo>
                  <a:lnTo>
                    <a:pt x="241438" y="237322"/>
                  </a:lnTo>
                  <a:lnTo>
                    <a:pt x="243902" y="237318"/>
                  </a:lnTo>
                  <a:lnTo>
                    <a:pt x="246365" y="237313"/>
                  </a:lnTo>
                  <a:lnTo>
                    <a:pt x="248829" y="237308"/>
                  </a:lnTo>
                  <a:lnTo>
                    <a:pt x="251293" y="237302"/>
                  </a:lnTo>
                  <a:lnTo>
                    <a:pt x="253756" y="237296"/>
                  </a:lnTo>
                  <a:lnTo>
                    <a:pt x="256220" y="237289"/>
                  </a:lnTo>
                  <a:lnTo>
                    <a:pt x="258684" y="237282"/>
                  </a:lnTo>
                  <a:lnTo>
                    <a:pt x="261147" y="237274"/>
                  </a:lnTo>
                  <a:lnTo>
                    <a:pt x="263611" y="237265"/>
                  </a:lnTo>
                  <a:lnTo>
                    <a:pt x="266075" y="237256"/>
                  </a:lnTo>
                  <a:lnTo>
                    <a:pt x="268538" y="237246"/>
                  </a:lnTo>
                  <a:lnTo>
                    <a:pt x="271002" y="237236"/>
                  </a:lnTo>
                  <a:lnTo>
                    <a:pt x="273465" y="237224"/>
                  </a:lnTo>
                  <a:lnTo>
                    <a:pt x="275929" y="237212"/>
                  </a:lnTo>
                  <a:lnTo>
                    <a:pt x="278393" y="237200"/>
                  </a:lnTo>
                  <a:lnTo>
                    <a:pt x="280856" y="237187"/>
                  </a:lnTo>
                  <a:lnTo>
                    <a:pt x="283320" y="237173"/>
                  </a:lnTo>
                  <a:lnTo>
                    <a:pt x="285784" y="237158"/>
                  </a:lnTo>
                  <a:lnTo>
                    <a:pt x="288247" y="237143"/>
                  </a:lnTo>
                  <a:lnTo>
                    <a:pt x="290711" y="237127"/>
                  </a:lnTo>
                  <a:lnTo>
                    <a:pt x="293175" y="237110"/>
                  </a:lnTo>
                  <a:lnTo>
                    <a:pt x="295638" y="237093"/>
                  </a:lnTo>
                  <a:lnTo>
                    <a:pt x="298102" y="237076"/>
                  </a:lnTo>
                  <a:lnTo>
                    <a:pt x="300566" y="237058"/>
                  </a:lnTo>
                  <a:lnTo>
                    <a:pt x="303029" y="237039"/>
                  </a:lnTo>
                  <a:lnTo>
                    <a:pt x="305493" y="237021"/>
                  </a:lnTo>
                  <a:lnTo>
                    <a:pt x="307957" y="237002"/>
                  </a:lnTo>
                  <a:lnTo>
                    <a:pt x="310420" y="236982"/>
                  </a:lnTo>
                  <a:lnTo>
                    <a:pt x="312884" y="236963"/>
                  </a:lnTo>
                  <a:lnTo>
                    <a:pt x="315348" y="236943"/>
                  </a:lnTo>
                  <a:lnTo>
                    <a:pt x="317811" y="236924"/>
                  </a:lnTo>
                  <a:lnTo>
                    <a:pt x="320275" y="236904"/>
                  </a:lnTo>
                  <a:lnTo>
                    <a:pt x="322739" y="236884"/>
                  </a:lnTo>
                  <a:lnTo>
                    <a:pt x="325202" y="236865"/>
                  </a:lnTo>
                  <a:lnTo>
                    <a:pt x="327666" y="236846"/>
                  </a:lnTo>
                  <a:lnTo>
                    <a:pt x="330130" y="236826"/>
                  </a:lnTo>
                  <a:lnTo>
                    <a:pt x="332593" y="236808"/>
                  </a:lnTo>
                  <a:lnTo>
                    <a:pt x="335057" y="236789"/>
                  </a:lnTo>
                  <a:lnTo>
                    <a:pt x="337521" y="236770"/>
                  </a:lnTo>
                  <a:lnTo>
                    <a:pt x="339984" y="236752"/>
                  </a:lnTo>
                  <a:lnTo>
                    <a:pt x="342448" y="236734"/>
                  </a:lnTo>
                  <a:lnTo>
                    <a:pt x="344912" y="236716"/>
                  </a:lnTo>
                  <a:lnTo>
                    <a:pt x="347375" y="236698"/>
                  </a:lnTo>
                  <a:lnTo>
                    <a:pt x="349839" y="236680"/>
                  </a:lnTo>
                  <a:lnTo>
                    <a:pt x="352303" y="236662"/>
                  </a:lnTo>
                  <a:lnTo>
                    <a:pt x="354766" y="236643"/>
                  </a:lnTo>
                  <a:lnTo>
                    <a:pt x="357230" y="236624"/>
                  </a:lnTo>
                  <a:lnTo>
                    <a:pt x="359694" y="236604"/>
                  </a:lnTo>
                  <a:lnTo>
                    <a:pt x="362157" y="236582"/>
                  </a:lnTo>
                  <a:lnTo>
                    <a:pt x="364621" y="236559"/>
                  </a:lnTo>
                  <a:lnTo>
                    <a:pt x="367084" y="236534"/>
                  </a:lnTo>
                  <a:lnTo>
                    <a:pt x="369548" y="236507"/>
                  </a:lnTo>
                  <a:lnTo>
                    <a:pt x="372012" y="236478"/>
                  </a:lnTo>
                  <a:lnTo>
                    <a:pt x="374475" y="236444"/>
                  </a:lnTo>
                  <a:lnTo>
                    <a:pt x="376939" y="236407"/>
                  </a:lnTo>
                  <a:lnTo>
                    <a:pt x="379403" y="236365"/>
                  </a:lnTo>
                  <a:lnTo>
                    <a:pt x="381866" y="236319"/>
                  </a:lnTo>
                  <a:lnTo>
                    <a:pt x="384330" y="236267"/>
                  </a:lnTo>
                  <a:lnTo>
                    <a:pt x="386794" y="236207"/>
                  </a:lnTo>
                  <a:lnTo>
                    <a:pt x="389257" y="236140"/>
                  </a:lnTo>
                  <a:lnTo>
                    <a:pt x="391721" y="236066"/>
                  </a:lnTo>
                  <a:lnTo>
                    <a:pt x="394185" y="235983"/>
                  </a:lnTo>
                  <a:lnTo>
                    <a:pt x="396648" y="235887"/>
                  </a:lnTo>
                  <a:lnTo>
                    <a:pt x="399112" y="235782"/>
                  </a:lnTo>
                  <a:lnTo>
                    <a:pt x="401576" y="235665"/>
                  </a:lnTo>
                  <a:lnTo>
                    <a:pt x="404039" y="235536"/>
                  </a:lnTo>
                  <a:lnTo>
                    <a:pt x="406503" y="235388"/>
                  </a:lnTo>
                  <a:lnTo>
                    <a:pt x="408967" y="235226"/>
                  </a:lnTo>
                  <a:lnTo>
                    <a:pt x="411430" y="235049"/>
                  </a:lnTo>
                  <a:lnTo>
                    <a:pt x="413894" y="234856"/>
                  </a:lnTo>
                  <a:lnTo>
                    <a:pt x="416358" y="234639"/>
                  </a:lnTo>
                  <a:lnTo>
                    <a:pt x="418821" y="234402"/>
                  </a:lnTo>
                  <a:lnTo>
                    <a:pt x="421285" y="234146"/>
                  </a:lnTo>
                  <a:lnTo>
                    <a:pt x="423749" y="233869"/>
                  </a:lnTo>
                  <a:lnTo>
                    <a:pt x="426212" y="233564"/>
                  </a:lnTo>
                  <a:lnTo>
                    <a:pt x="428676" y="233233"/>
                  </a:lnTo>
                  <a:lnTo>
                    <a:pt x="431140" y="232878"/>
                  </a:lnTo>
                  <a:lnTo>
                    <a:pt x="433603" y="232499"/>
                  </a:lnTo>
                  <a:lnTo>
                    <a:pt x="436067" y="232087"/>
                  </a:lnTo>
                  <a:lnTo>
                    <a:pt x="438531" y="231644"/>
                  </a:lnTo>
                  <a:lnTo>
                    <a:pt x="440994" y="231173"/>
                  </a:lnTo>
                  <a:lnTo>
                    <a:pt x="443458" y="230675"/>
                  </a:lnTo>
                  <a:lnTo>
                    <a:pt x="445922" y="230143"/>
                  </a:lnTo>
                  <a:lnTo>
                    <a:pt x="448385" y="229574"/>
                  </a:lnTo>
                  <a:lnTo>
                    <a:pt x="450849" y="228975"/>
                  </a:lnTo>
                  <a:lnTo>
                    <a:pt x="453312" y="228347"/>
                  </a:lnTo>
                  <a:lnTo>
                    <a:pt x="455776" y="227686"/>
                  </a:lnTo>
                  <a:lnTo>
                    <a:pt x="458240" y="226985"/>
                  </a:lnTo>
                  <a:lnTo>
                    <a:pt x="460703" y="226254"/>
                  </a:lnTo>
                  <a:lnTo>
                    <a:pt x="463167" y="225495"/>
                  </a:lnTo>
                  <a:lnTo>
                    <a:pt x="465631" y="224705"/>
                  </a:lnTo>
                  <a:lnTo>
                    <a:pt x="468094" y="223876"/>
                  </a:lnTo>
                  <a:lnTo>
                    <a:pt x="470558" y="223019"/>
                  </a:lnTo>
                  <a:lnTo>
                    <a:pt x="473022" y="222137"/>
                  </a:lnTo>
                  <a:lnTo>
                    <a:pt x="475485" y="221229"/>
                  </a:lnTo>
                  <a:lnTo>
                    <a:pt x="477949" y="220287"/>
                  </a:lnTo>
                  <a:lnTo>
                    <a:pt x="480413" y="219324"/>
                  </a:lnTo>
                  <a:lnTo>
                    <a:pt x="482876" y="218340"/>
                  </a:lnTo>
                  <a:lnTo>
                    <a:pt x="485340" y="217337"/>
                  </a:lnTo>
                  <a:lnTo>
                    <a:pt x="487804" y="216312"/>
                  </a:lnTo>
                  <a:lnTo>
                    <a:pt x="490267" y="215272"/>
                  </a:lnTo>
                  <a:lnTo>
                    <a:pt x="492731" y="214220"/>
                  </a:lnTo>
                  <a:lnTo>
                    <a:pt x="495195" y="213158"/>
                  </a:lnTo>
                  <a:lnTo>
                    <a:pt x="497658" y="212087"/>
                  </a:lnTo>
                  <a:lnTo>
                    <a:pt x="500122" y="211012"/>
                  </a:lnTo>
                  <a:lnTo>
                    <a:pt x="502586" y="209936"/>
                  </a:lnTo>
                  <a:lnTo>
                    <a:pt x="505049" y="208861"/>
                  </a:lnTo>
                  <a:lnTo>
                    <a:pt x="507513" y="207790"/>
                  </a:lnTo>
                  <a:lnTo>
                    <a:pt x="509977" y="206729"/>
                  </a:lnTo>
                  <a:lnTo>
                    <a:pt x="512440" y="205678"/>
                  </a:lnTo>
                  <a:lnTo>
                    <a:pt x="514904" y="204640"/>
                  </a:lnTo>
                  <a:lnTo>
                    <a:pt x="517368" y="203619"/>
                  </a:lnTo>
                  <a:lnTo>
                    <a:pt x="519831" y="202622"/>
                  </a:lnTo>
                  <a:lnTo>
                    <a:pt x="522295" y="201646"/>
                  </a:lnTo>
                  <a:lnTo>
                    <a:pt x="524759" y="200694"/>
                  </a:lnTo>
                  <a:lnTo>
                    <a:pt x="527222" y="199769"/>
                  </a:lnTo>
                  <a:lnTo>
                    <a:pt x="529686" y="198883"/>
                  </a:lnTo>
                  <a:lnTo>
                    <a:pt x="532150" y="198028"/>
                  </a:lnTo>
                  <a:lnTo>
                    <a:pt x="534613" y="197205"/>
                  </a:lnTo>
                  <a:lnTo>
                    <a:pt x="537077" y="196416"/>
                  </a:lnTo>
                  <a:lnTo>
                    <a:pt x="539541" y="195678"/>
                  </a:lnTo>
                  <a:lnTo>
                    <a:pt x="542004" y="194977"/>
                  </a:lnTo>
                  <a:lnTo>
                    <a:pt x="544468" y="194315"/>
                  </a:lnTo>
                  <a:lnTo>
                    <a:pt x="546931" y="193692"/>
                  </a:lnTo>
                  <a:lnTo>
                    <a:pt x="549395" y="193123"/>
                  </a:lnTo>
                  <a:lnTo>
                    <a:pt x="551859" y="192598"/>
                  </a:lnTo>
                  <a:lnTo>
                    <a:pt x="554322" y="192113"/>
                  </a:lnTo>
                  <a:lnTo>
                    <a:pt x="556786" y="191670"/>
                  </a:lnTo>
                  <a:lnTo>
                    <a:pt x="559250" y="191278"/>
                  </a:lnTo>
                  <a:lnTo>
                    <a:pt x="561713" y="190934"/>
                  </a:lnTo>
                  <a:lnTo>
                    <a:pt x="564177" y="190629"/>
                  </a:lnTo>
                  <a:lnTo>
                    <a:pt x="566641" y="190363"/>
                  </a:lnTo>
                  <a:lnTo>
                    <a:pt x="569104" y="190143"/>
                  </a:lnTo>
                  <a:lnTo>
                    <a:pt x="571568" y="189970"/>
                  </a:lnTo>
                  <a:lnTo>
                    <a:pt x="574032" y="189833"/>
                  </a:lnTo>
                  <a:lnTo>
                    <a:pt x="576495" y="189730"/>
                  </a:lnTo>
                  <a:lnTo>
                    <a:pt x="578959" y="189666"/>
                  </a:lnTo>
                  <a:lnTo>
                    <a:pt x="581423" y="189643"/>
                  </a:lnTo>
                  <a:lnTo>
                    <a:pt x="583886" y="189651"/>
                  </a:lnTo>
                  <a:lnTo>
                    <a:pt x="586350" y="189687"/>
                  </a:lnTo>
                  <a:lnTo>
                    <a:pt x="588814" y="189752"/>
                  </a:lnTo>
                  <a:lnTo>
                    <a:pt x="591277" y="189853"/>
                  </a:lnTo>
                  <a:lnTo>
                    <a:pt x="593741" y="189976"/>
                  </a:lnTo>
                  <a:lnTo>
                    <a:pt x="596205" y="190120"/>
                  </a:lnTo>
                  <a:lnTo>
                    <a:pt x="598668" y="190285"/>
                  </a:lnTo>
                  <a:lnTo>
                    <a:pt x="601132" y="190476"/>
                  </a:lnTo>
                  <a:lnTo>
                    <a:pt x="603596" y="190682"/>
                  </a:lnTo>
                  <a:lnTo>
                    <a:pt x="606059" y="190902"/>
                  </a:lnTo>
                  <a:lnTo>
                    <a:pt x="608523" y="191136"/>
                  </a:lnTo>
                  <a:lnTo>
                    <a:pt x="610987" y="191383"/>
                  </a:lnTo>
                  <a:lnTo>
                    <a:pt x="613450" y="191640"/>
                  </a:lnTo>
                  <a:lnTo>
                    <a:pt x="615914" y="191904"/>
                  </a:lnTo>
                  <a:lnTo>
                    <a:pt x="618378" y="192173"/>
                  </a:lnTo>
                  <a:lnTo>
                    <a:pt x="620841" y="192448"/>
                  </a:lnTo>
                  <a:lnTo>
                    <a:pt x="623305" y="192724"/>
                  </a:lnTo>
                  <a:lnTo>
                    <a:pt x="625769" y="193000"/>
                  </a:lnTo>
                  <a:lnTo>
                    <a:pt x="628232" y="193275"/>
                  </a:lnTo>
                  <a:lnTo>
                    <a:pt x="630696" y="193547"/>
                  </a:lnTo>
                  <a:lnTo>
                    <a:pt x="633159" y="193813"/>
                  </a:lnTo>
                  <a:lnTo>
                    <a:pt x="635623" y="194074"/>
                  </a:lnTo>
                  <a:lnTo>
                    <a:pt x="638087" y="194327"/>
                  </a:lnTo>
                  <a:lnTo>
                    <a:pt x="640550" y="194570"/>
                  </a:lnTo>
                  <a:lnTo>
                    <a:pt x="643014" y="194801"/>
                  </a:lnTo>
                  <a:lnTo>
                    <a:pt x="645478" y="195019"/>
                  </a:lnTo>
                  <a:lnTo>
                    <a:pt x="647941" y="195226"/>
                  </a:lnTo>
                  <a:lnTo>
                    <a:pt x="650405" y="195418"/>
                  </a:lnTo>
                  <a:lnTo>
                    <a:pt x="652869" y="195589"/>
                  </a:lnTo>
                  <a:lnTo>
                    <a:pt x="655332" y="195744"/>
                  </a:lnTo>
                  <a:lnTo>
                    <a:pt x="657796" y="195881"/>
                  </a:lnTo>
                  <a:lnTo>
                    <a:pt x="660260" y="196001"/>
                  </a:lnTo>
                  <a:lnTo>
                    <a:pt x="662723" y="196094"/>
                  </a:lnTo>
                  <a:lnTo>
                    <a:pt x="665187" y="196166"/>
                  </a:lnTo>
                  <a:lnTo>
                    <a:pt x="667651" y="196218"/>
                  </a:lnTo>
                  <a:lnTo>
                    <a:pt x="670114" y="196248"/>
                  </a:lnTo>
                  <a:lnTo>
                    <a:pt x="672578" y="196248"/>
                  </a:lnTo>
                  <a:lnTo>
                    <a:pt x="675042" y="196223"/>
                  </a:lnTo>
                  <a:lnTo>
                    <a:pt x="677505" y="196175"/>
                  </a:lnTo>
                  <a:lnTo>
                    <a:pt x="679969" y="196104"/>
                  </a:lnTo>
                  <a:lnTo>
                    <a:pt x="682433" y="196001"/>
                  </a:lnTo>
                  <a:lnTo>
                    <a:pt x="684896" y="195871"/>
                  </a:lnTo>
                  <a:lnTo>
                    <a:pt x="687360" y="195715"/>
                  </a:lnTo>
                  <a:lnTo>
                    <a:pt x="689824" y="195535"/>
                  </a:lnTo>
                  <a:lnTo>
                    <a:pt x="692287" y="195323"/>
                  </a:lnTo>
                  <a:lnTo>
                    <a:pt x="694751" y="195081"/>
                  </a:lnTo>
                  <a:lnTo>
                    <a:pt x="697215" y="194814"/>
                  </a:lnTo>
                  <a:lnTo>
                    <a:pt x="699678" y="194521"/>
                  </a:lnTo>
                  <a:lnTo>
                    <a:pt x="702142" y="194198"/>
                  </a:lnTo>
                  <a:lnTo>
                    <a:pt x="704606" y="193842"/>
                  </a:lnTo>
                  <a:lnTo>
                    <a:pt x="707069" y="193461"/>
                  </a:lnTo>
                  <a:lnTo>
                    <a:pt x="709533" y="193054"/>
                  </a:lnTo>
                  <a:lnTo>
                    <a:pt x="711997" y="192619"/>
                  </a:lnTo>
                  <a:lnTo>
                    <a:pt x="714460" y="192148"/>
                  </a:lnTo>
                  <a:lnTo>
                    <a:pt x="716924" y="191651"/>
                  </a:lnTo>
                  <a:lnTo>
                    <a:pt x="719388" y="191128"/>
                  </a:lnTo>
                  <a:lnTo>
                    <a:pt x="721851" y="190577"/>
                  </a:lnTo>
                  <a:lnTo>
                    <a:pt x="724315" y="189987"/>
                  </a:lnTo>
                  <a:lnTo>
                    <a:pt x="726778" y="189369"/>
                  </a:lnTo>
                  <a:lnTo>
                    <a:pt x="729242" y="188723"/>
                  </a:lnTo>
                  <a:lnTo>
                    <a:pt x="731706" y="188048"/>
                  </a:lnTo>
                  <a:lnTo>
                    <a:pt x="734169" y="187331"/>
                  </a:lnTo>
                  <a:lnTo>
                    <a:pt x="736633" y="186580"/>
                  </a:lnTo>
                  <a:lnTo>
                    <a:pt x="739097" y="185798"/>
                  </a:lnTo>
                  <a:lnTo>
                    <a:pt x="741560" y="184982"/>
                  </a:lnTo>
                  <a:lnTo>
                    <a:pt x="744024" y="184119"/>
                  </a:lnTo>
                  <a:lnTo>
                    <a:pt x="746488" y="183215"/>
                  </a:lnTo>
                  <a:lnTo>
                    <a:pt x="748951" y="182272"/>
                  </a:lnTo>
                  <a:lnTo>
                    <a:pt x="751415" y="181289"/>
                  </a:lnTo>
                  <a:lnTo>
                    <a:pt x="753879" y="180254"/>
                  </a:lnTo>
                  <a:lnTo>
                    <a:pt x="756342" y="179164"/>
                  </a:lnTo>
                  <a:lnTo>
                    <a:pt x="758806" y="178027"/>
                  </a:lnTo>
                  <a:lnTo>
                    <a:pt x="761270" y="176841"/>
                  </a:lnTo>
                  <a:lnTo>
                    <a:pt x="763733" y="175594"/>
                  </a:lnTo>
                  <a:lnTo>
                    <a:pt x="766197" y="174278"/>
                  </a:lnTo>
                  <a:lnTo>
                    <a:pt x="768661" y="172903"/>
                  </a:lnTo>
                  <a:lnTo>
                    <a:pt x="771124" y="171469"/>
                  </a:lnTo>
                  <a:lnTo>
                    <a:pt x="773588" y="169967"/>
                  </a:lnTo>
                  <a:lnTo>
                    <a:pt x="776052" y="168375"/>
                  </a:lnTo>
                  <a:lnTo>
                    <a:pt x="778515" y="166715"/>
                  </a:lnTo>
                  <a:lnTo>
                    <a:pt x="780979" y="164985"/>
                  </a:lnTo>
                  <a:lnTo>
                    <a:pt x="783443" y="163179"/>
                  </a:lnTo>
                  <a:lnTo>
                    <a:pt x="785906" y="161265"/>
                  </a:lnTo>
                  <a:lnTo>
                    <a:pt x="788370" y="159272"/>
                  </a:lnTo>
                  <a:lnTo>
                    <a:pt x="790834" y="157198"/>
                  </a:lnTo>
                  <a:lnTo>
                    <a:pt x="793297" y="155043"/>
                  </a:lnTo>
                  <a:lnTo>
                    <a:pt x="795761" y="152769"/>
                  </a:lnTo>
                  <a:lnTo>
                    <a:pt x="798225" y="150406"/>
                  </a:lnTo>
                  <a:lnTo>
                    <a:pt x="800688" y="147956"/>
                  </a:lnTo>
                  <a:lnTo>
                    <a:pt x="803152" y="145418"/>
                  </a:lnTo>
                  <a:lnTo>
                    <a:pt x="805616" y="142764"/>
                  </a:lnTo>
                  <a:lnTo>
                    <a:pt x="808079" y="140011"/>
                  </a:lnTo>
                  <a:lnTo>
                    <a:pt x="810543" y="137171"/>
                  </a:lnTo>
                  <a:lnTo>
                    <a:pt x="813006" y="134244"/>
                  </a:lnTo>
                  <a:lnTo>
                    <a:pt x="815470" y="131209"/>
                  </a:lnTo>
                  <a:lnTo>
                    <a:pt x="817934" y="128075"/>
                  </a:lnTo>
                  <a:lnTo>
                    <a:pt x="820397" y="124861"/>
                  </a:lnTo>
                  <a:lnTo>
                    <a:pt x="822861" y="121568"/>
                  </a:lnTo>
                  <a:lnTo>
                    <a:pt x="825325" y="118185"/>
                  </a:lnTo>
                  <a:lnTo>
                    <a:pt x="827788" y="114713"/>
                  </a:lnTo>
                  <a:lnTo>
                    <a:pt x="830252" y="111175"/>
                  </a:lnTo>
                  <a:lnTo>
                    <a:pt x="832716" y="107574"/>
                  </a:lnTo>
                  <a:lnTo>
                    <a:pt x="835179" y="103910"/>
                  </a:lnTo>
                  <a:lnTo>
                    <a:pt x="837643" y="100177"/>
                  </a:lnTo>
                  <a:lnTo>
                    <a:pt x="840107" y="96402"/>
                  </a:lnTo>
                  <a:lnTo>
                    <a:pt x="842570" y="92589"/>
                  </a:lnTo>
                  <a:lnTo>
                    <a:pt x="845034" y="88742"/>
                  </a:lnTo>
                  <a:lnTo>
                    <a:pt x="847498" y="84862"/>
                  </a:lnTo>
                  <a:lnTo>
                    <a:pt x="849961" y="80969"/>
                  </a:lnTo>
                  <a:lnTo>
                    <a:pt x="852425" y="77070"/>
                  </a:lnTo>
                  <a:lnTo>
                    <a:pt x="854889" y="73169"/>
                  </a:lnTo>
                  <a:lnTo>
                    <a:pt x="857352" y="69281"/>
                  </a:lnTo>
                  <a:lnTo>
                    <a:pt x="859816" y="65416"/>
                  </a:lnTo>
                  <a:lnTo>
                    <a:pt x="862280" y="61578"/>
                  </a:lnTo>
                  <a:lnTo>
                    <a:pt x="864743" y="57775"/>
                  </a:lnTo>
                  <a:lnTo>
                    <a:pt x="867207" y="54032"/>
                  </a:lnTo>
                  <a:lnTo>
                    <a:pt x="869671" y="50351"/>
                  </a:lnTo>
                  <a:lnTo>
                    <a:pt x="872134" y="46734"/>
                  </a:lnTo>
                  <a:lnTo>
                    <a:pt x="874598" y="43187"/>
                  </a:lnTo>
                  <a:lnTo>
                    <a:pt x="877062" y="39741"/>
                  </a:lnTo>
                  <a:lnTo>
                    <a:pt x="879525" y="36401"/>
                  </a:lnTo>
                  <a:lnTo>
                    <a:pt x="881989" y="33159"/>
                  </a:lnTo>
                  <a:lnTo>
                    <a:pt x="884453" y="30018"/>
                  </a:lnTo>
                  <a:lnTo>
                    <a:pt x="886916" y="27011"/>
                  </a:lnTo>
                  <a:lnTo>
                    <a:pt x="889380" y="24152"/>
                  </a:lnTo>
                  <a:lnTo>
                    <a:pt x="891844" y="21419"/>
                  </a:lnTo>
                  <a:lnTo>
                    <a:pt x="894307" y="18815"/>
                  </a:lnTo>
                  <a:lnTo>
                    <a:pt x="896771" y="16362"/>
                  </a:lnTo>
                  <a:lnTo>
                    <a:pt x="899235" y="14098"/>
                  </a:lnTo>
                  <a:lnTo>
                    <a:pt x="901698" y="11979"/>
                  </a:lnTo>
                  <a:lnTo>
                    <a:pt x="904162" y="10008"/>
                  </a:lnTo>
                  <a:lnTo>
                    <a:pt x="906625" y="8197"/>
                  </a:lnTo>
                  <a:lnTo>
                    <a:pt x="909089" y="6604"/>
                  </a:lnTo>
                  <a:lnTo>
                    <a:pt x="911553" y="5168"/>
                  </a:lnTo>
                  <a:lnTo>
                    <a:pt x="914016" y="3890"/>
                  </a:lnTo>
                  <a:lnTo>
                    <a:pt x="916480" y="2772"/>
                  </a:lnTo>
                  <a:lnTo>
                    <a:pt x="918944" y="1885"/>
                  </a:lnTo>
                  <a:lnTo>
                    <a:pt x="921407" y="1163"/>
                  </a:lnTo>
                  <a:lnTo>
                    <a:pt x="923871" y="601"/>
                  </a:lnTo>
                  <a:lnTo>
                    <a:pt x="926335" y="198"/>
                  </a:lnTo>
                  <a:lnTo>
                    <a:pt x="928798" y="13"/>
                  </a:lnTo>
                  <a:lnTo>
                    <a:pt x="931262" y="0"/>
                  </a:lnTo>
                  <a:lnTo>
                    <a:pt x="933726" y="141"/>
                  </a:lnTo>
                  <a:lnTo>
                    <a:pt x="936189" y="437"/>
                  </a:lnTo>
                  <a:lnTo>
                    <a:pt x="938653" y="929"/>
                  </a:lnTo>
                  <a:lnTo>
                    <a:pt x="941117" y="1593"/>
                  </a:lnTo>
                  <a:lnTo>
                    <a:pt x="943580" y="2403"/>
                  </a:lnTo>
                  <a:lnTo>
                    <a:pt x="946044" y="3356"/>
                  </a:lnTo>
                  <a:lnTo>
                    <a:pt x="948508" y="4480"/>
                  </a:lnTo>
                  <a:lnTo>
                    <a:pt x="950971" y="5773"/>
                  </a:lnTo>
                  <a:lnTo>
                    <a:pt x="953435" y="7198"/>
                  </a:lnTo>
                  <a:lnTo>
                    <a:pt x="955899" y="8754"/>
                  </a:lnTo>
                  <a:lnTo>
                    <a:pt x="958362" y="10454"/>
                  </a:lnTo>
                  <a:lnTo>
                    <a:pt x="960826" y="12315"/>
                  </a:lnTo>
                  <a:lnTo>
                    <a:pt x="963290" y="14294"/>
                  </a:lnTo>
                  <a:lnTo>
                    <a:pt x="965753" y="16389"/>
                  </a:lnTo>
                  <a:lnTo>
                    <a:pt x="968217" y="18604"/>
                  </a:lnTo>
                  <a:lnTo>
                    <a:pt x="970681" y="20969"/>
                  </a:lnTo>
                  <a:lnTo>
                    <a:pt x="973144" y="23437"/>
                  </a:lnTo>
                  <a:lnTo>
                    <a:pt x="975608" y="26005"/>
                  </a:lnTo>
                  <a:lnTo>
                    <a:pt x="978072" y="28671"/>
                  </a:lnTo>
                  <a:lnTo>
                    <a:pt x="980535" y="31473"/>
                  </a:lnTo>
                  <a:lnTo>
                    <a:pt x="982999" y="34362"/>
                  </a:lnTo>
                  <a:lnTo>
                    <a:pt x="985463" y="37337"/>
                  </a:lnTo>
                  <a:lnTo>
                    <a:pt x="987926" y="40394"/>
                  </a:lnTo>
                  <a:lnTo>
                    <a:pt x="990390" y="43557"/>
                  </a:lnTo>
                  <a:lnTo>
                    <a:pt x="992853" y="46799"/>
                  </a:lnTo>
                  <a:lnTo>
                    <a:pt x="995317" y="50109"/>
                  </a:lnTo>
                  <a:lnTo>
                    <a:pt x="997781" y="53484"/>
                  </a:lnTo>
                  <a:lnTo>
                    <a:pt x="1000244" y="56939"/>
                  </a:lnTo>
                  <a:lnTo>
                    <a:pt x="1002708" y="60457"/>
                  </a:lnTo>
                  <a:lnTo>
                    <a:pt x="1005172" y="64026"/>
                  </a:lnTo>
                  <a:lnTo>
                    <a:pt x="1007635" y="67642"/>
                  </a:lnTo>
                  <a:lnTo>
                    <a:pt x="1010099" y="71311"/>
                  </a:lnTo>
                  <a:lnTo>
                    <a:pt x="1012563" y="75025"/>
                  </a:lnTo>
                  <a:lnTo>
                    <a:pt x="1015026" y="78770"/>
                  </a:lnTo>
                  <a:lnTo>
                    <a:pt x="1017490" y="82544"/>
                  </a:lnTo>
                  <a:lnTo>
                    <a:pt x="1019954" y="86344"/>
                  </a:lnTo>
                  <a:lnTo>
                    <a:pt x="1022417" y="90167"/>
                  </a:lnTo>
                  <a:lnTo>
                    <a:pt x="1024881" y="94000"/>
                  </a:lnTo>
                  <a:lnTo>
                    <a:pt x="1027345" y="97841"/>
                  </a:lnTo>
                  <a:lnTo>
                    <a:pt x="1029808" y="101686"/>
                  </a:lnTo>
                  <a:lnTo>
                    <a:pt x="1032272" y="105527"/>
                  </a:lnTo>
                  <a:lnTo>
                    <a:pt x="1034736" y="109358"/>
                  </a:lnTo>
                  <a:lnTo>
                    <a:pt x="1037199" y="113176"/>
                  </a:lnTo>
                  <a:lnTo>
                    <a:pt x="1039663" y="116979"/>
                  </a:lnTo>
                  <a:lnTo>
                    <a:pt x="1042127" y="120748"/>
                  </a:lnTo>
                  <a:lnTo>
                    <a:pt x="1044590" y="124490"/>
                  </a:lnTo>
                  <a:lnTo>
                    <a:pt x="1047054" y="128200"/>
                  </a:lnTo>
                  <a:lnTo>
                    <a:pt x="1049518" y="131875"/>
                  </a:lnTo>
                  <a:lnTo>
                    <a:pt x="1051981" y="135495"/>
                  </a:lnTo>
                  <a:lnTo>
                    <a:pt x="1054445" y="139068"/>
                  </a:lnTo>
                  <a:lnTo>
                    <a:pt x="1056909" y="142593"/>
                  </a:lnTo>
                  <a:lnTo>
                    <a:pt x="1059372" y="146068"/>
                  </a:lnTo>
                  <a:lnTo>
                    <a:pt x="1061836" y="149473"/>
                  </a:lnTo>
                  <a:lnTo>
                    <a:pt x="1064300" y="152812"/>
                  </a:lnTo>
                  <a:lnTo>
                    <a:pt x="1066763" y="156092"/>
                  </a:lnTo>
                  <a:lnTo>
                    <a:pt x="1069227" y="159309"/>
                  </a:lnTo>
                  <a:lnTo>
                    <a:pt x="1071691" y="162448"/>
                  </a:lnTo>
                  <a:lnTo>
                    <a:pt x="1074154" y="165506"/>
                  </a:lnTo>
                  <a:lnTo>
                    <a:pt x="1076618" y="168496"/>
                  </a:lnTo>
                  <a:lnTo>
                    <a:pt x="1079082" y="171418"/>
                  </a:lnTo>
                  <a:lnTo>
                    <a:pt x="1081545" y="174258"/>
                  </a:lnTo>
                  <a:lnTo>
                    <a:pt x="1084009" y="177006"/>
                  </a:lnTo>
                  <a:lnTo>
                    <a:pt x="1086472" y="179682"/>
                  </a:lnTo>
                  <a:lnTo>
                    <a:pt x="1088936" y="182286"/>
                  </a:lnTo>
                  <a:lnTo>
                    <a:pt x="1091400" y="184811"/>
                  </a:lnTo>
                  <a:lnTo>
                    <a:pt x="1093863" y="187238"/>
                  </a:lnTo>
                  <a:lnTo>
                    <a:pt x="1096327" y="189592"/>
                  </a:lnTo>
                  <a:lnTo>
                    <a:pt x="1098791" y="191874"/>
                  </a:lnTo>
                  <a:lnTo>
                    <a:pt x="1101254" y="194083"/>
                  </a:lnTo>
                  <a:lnTo>
                    <a:pt x="1103718" y="196190"/>
                  </a:lnTo>
                  <a:lnTo>
                    <a:pt x="1106182" y="198228"/>
                  </a:lnTo>
                  <a:lnTo>
                    <a:pt x="1108645" y="200196"/>
                  </a:lnTo>
                  <a:lnTo>
                    <a:pt x="1111109" y="202096"/>
                  </a:lnTo>
                  <a:lnTo>
                    <a:pt x="1113573" y="203901"/>
                  </a:lnTo>
                  <a:lnTo>
                    <a:pt x="1116036" y="205638"/>
                  </a:lnTo>
                  <a:lnTo>
                    <a:pt x="1118500" y="207310"/>
                  </a:lnTo>
                  <a:lnTo>
                    <a:pt x="1120964" y="208918"/>
                  </a:lnTo>
                  <a:lnTo>
                    <a:pt x="1123427" y="210444"/>
                  </a:lnTo>
                  <a:lnTo>
                    <a:pt x="1125891" y="211901"/>
                  </a:lnTo>
                  <a:lnTo>
                    <a:pt x="1128355" y="213300"/>
                  </a:lnTo>
                  <a:lnTo>
                    <a:pt x="1130818" y="214641"/>
                  </a:lnTo>
                  <a:lnTo>
                    <a:pt x="1133282" y="215912"/>
                  </a:lnTo>
                  <a:lnTo>
                    <a:pt x="1135746" y="217117"/>
                  </a:lnTo>
                  <a:lnTo>
                    <a:pt x="1138209" y="218269"/>
                  </a:lnTo>
                  <a:lnTo>
                    <a:pt x="1140673" y="219370"/>
                  </a:lnTo>
                  <a:lnTo>
                    <a:pt x="1143137" y="220413"/>
                  </a:lnTo>
                  <a:lnTo>
                    <a:pt x="1145600" y="221393"/>
                  </a:lnTo>
                  <a:lnTo>
                    <a:pt x="1148064" y="222328"/>
                  </a:lnTo>
                  <a:lnTo>
                    <a:pt x="1150528" y="223217"/>
                  </a:lnTo>
                  <a:lnTo>
                    <a:pt x="1152991" y="224059"/>
                  </a:lnTo>
                  <a:lnTo>
                    <a:pt x="1155455" y="224844"/>
                  </a:lnTo>
                  <a:lnTo>
                    <a:pt x="1157919" y="225589"/>
                  </a:lnTo>
                  <a:lnTo>
                    <a:pt x="1160382" y="226296"/>
                  </a:lnTo>
                  <a:lnTo>
                    <a:pt x="1162846" y="226965"/>
                  </a:lnTo>
                  <a:lnTo>
                    <a:pt x="1165310" y="227583"/>
                  </a:lnTo>
                  <a:lnTo>
                    <a:pt x="1167773" y="228168"/>
                  </a:lnTo>
                  <a:lnTo>
                    <a:pt x="1170237" y="228721"/>
                  </a:lnTo>
                  <a:lnTo>
                    <a:pt x="1172701" y="229243"/>
                  </a:lnTo>
                  <a:lnTo>
                    <a:pt x="1175164" y="229724"/>
                  </a:lnTo>
                  <a:lnTo>
                    <a:pt x="1177628" y="230177"/>
                  </a:lnTo>
                  <a:lnTo>
                    <a:pt x="1180091" y="230603"/>
                  </a:lnTo>
                  <a:lnTo>
                    <a:pt x="1182555" y="231005"/>
                  </a:lnTo>
                  <a:lnTo>
                    <a:pt x="1185019" y="231375"/>
                  </a:lnTo>
                  <a:lnTo>
                    <a:pt x="1187482" y="231721"/>
                  </a:lnTo>
                  <a:lnTo>
                    <a:pt x="1189946" y="232047"/>
                  </a:lnTo>
                  <a:lnTo>
                    <a:pt x="1192410" y="232353"/>
                  </a:lnTo>
                  <a:lnTo>
                    <a:pt x="1194873" y="232637"/>
                  </a:lnTo>
                  <a:lnTo>
                    <a:pt x="1197337" y="232900"/>
                  </a:lnTo>
                  <a:lnTo>
                    <a:pt x="1199801" y="233148"/>
                  </a:lnTo>
                  <a:lnTo>
                    <a:pt x="1202264" y="233382"/>
                  </a:lnTo>
                  <a:lnTo>
                    <a:pt x="1204728" y="233599"/>
                  </a:lnTo>
                  <a:lnTo>
                    <a:pt x="1207192" y="233800"/>
                  </a:lnTo>
                  <a:lnTo>
                    <a:pt x="1209655" y="233991"/>
                  </a:lnTo>
                  <a:lnTo>
                    <a:pt x="1212119" y="234170"/>
                  </a:lnTo>
                  <a:lnTo>
                    <a:pt x="1214583" y="234339"/>
                  </a:lnTo>
                  <a:lnTo>
                    <a:pt x="1217046" y="234495"/>
                  </a:lnTo>
                  <a:lnTo>
                    <a:pt x="1219510" y="234644"/>
                  </a:lnTo>
                  <a:lnTo>
                    <a:pt x="1221974" y="234784"/>
                  </a:lnTo>
                  <a:lnTo>
                    <a:pt x="1224437" y="234918"/>
                  </a:lnTo>
                  <a:lnTo>
                    <a:pt x="1226901" y="235042"/>
                  </a:lnTo>
                  <a:lnTo>
                    <a:pt x="1229365" y="235161"/>
                  </a:lnTo>
                  <a:lnTo>
                    <a:pt x="1231828" y="235274"/>
                  </a:lnTo>
                  <a:lnTo>
                    <a:pt x="1234292" y="235383"/>
                  </a:lnTo>
                  <a:lnTo>
                    <a:pt x="1236756" y="235485"/>
                  </a:lnTo>
                  <a:lnTo>
                    <a:pt x="1239219" y="235582"/>
                  </a:lnTo>
                  <a:lnTo>
                    <a:pt x="1241683" y="235676"/>
                  </a:lnTo>
                  <a:lnTo>
                    <a:pt x="1244147" y="235766"/>
                  </a:lnTo>
                  <a:lnTo>
                    <a:pt x="1246610" y="235852"/>
                  </a:lnTo>
                  <a:lnTo>
                    <a:pt x="1249074" y="235934"/>
                  </a:lnTo>
                  <a:lnTo>
                    <a:pt x="1251538" y="236013"/>
                  </a:lnTo>
                  <a:lnTo>
                    <a:pt x="1254001" y="236089"/>
                  </a:lnTo>
                  <a:lnTo>
                    <a:pt x="1256465" y="236161"/>
                  </a:lnTo>
                  <a:lnTo>
                    <a:pt x="1258929" y="236231"/>
                  </a:lnTo>
                  <a:lnTo>
                    <a:pt x="1258929" y="237357"/>
                  </a:lnTo>
                  <a:lnTo>
                    <a:pt x="1256465" y="237357"/>
                  </a:lnTo>
                  <a:lnTo>
                    <a:pt x="1254001" y="237357"/>
                  </a:lnTo>
                  <a:lnTo>
                    <a:pt x="1251538" y="237357"/>
                  </a:lnTo>
                  <a:lnTo>
                    <a:pt x="1249074" y="237357"/>
                  </a:lnTo>
                  <a:lnTo>
                    <a:pt x="1246610" y="237357"/>
                  </a:lnTo>
                  <a:lnTo>
                    <a:pt x="1244147" y="237357"/>
                  </a:lnTo>
                  <a:lnTo>
                    <a:pt x="1241683" y="237357"/>
                  </a:lnTo>
                  <a:lnTo>
                    <a:pt x="1239219" y="237357"/>
                  </a:lnTo>
                  <a:lnTo>
                    <a:pt x="1236756" y="237357"/>
                  </a:lnTo>
                  <a:lnTo>
                    <a:pt x="1234292" y="237357"/>
                  </a:lnTo>
                  <a:lnTo>
                    <a:pt x="1231828" y="237357"/>
                  </a:lnTo>
                  <a:lnTo>
                    <a:pt x="1229365" y="237357"/>
                  </a:lnTo>
                  <a:lnTo>
                    <a:pt x="1226901" y="237357"/>
                  </a:lnTo>
                  <a:lnTo>
                    <a:pt x="1224437" y="237357"/>
                  </a:lnTo>
                  <a:lnTo>
                    <a:pt x="1221974" y="237357"/>
                  </a:lnTo>
                  <a:lnTo>
                    <a:pt x="1219510" y="237357"/>
                  </a:lnTo>
                  <a:lnTo>
                    <a:pt x="1217046" y="237357"/>
                  </a:lnTo>
                  <a:lnTo>
                    <a:pt x="1214583" y="237357"/>
                  </a:lnTo>
                  <a:lnTo>
                    <a:pt x="1212119" y="237357"/>
                  </a:lnTo>
                  <a:lnTo>
                    <a:pt x="1209655" y="237357"/>
                  </a:lnTo>
                  <a:lnTo>
                    <a:pt x="1207192" y="237357"/>
                  </a:lnTo>
                  <a:lnTo>
                    <a:pt x="1204728" y="237357"/>
                  </a:lnTo>
                  <a:lnTo>
                    <a:pt x="1202264" y="237357"/>
                  </a:lnTo>
                  <a:lnTo>
                    <a:pt x="1199801" y="237357"/>
                  </a:lnTo>
                  <a:lnTo>
                    <a:pt x="1197337" y="237357"/>
                  </a:lnTo>
                  <a:lnTo>
                    <a:pt x="1194873" y="237357"/>
                  </a:lnTo>
                  <a:lnTo>
                    <a:pt x="1192410" y="237357"/>
                  </a:lnTo>
                  <a:lnTo>
                    <a:pt x="1189946" y="237357"/>
                  </a:lnTo>
                  <a:lnTo>
                    <a:pt x="1187482" y="237357"/>
                  </a:lnTo>
                  <a:lnTo>
                    <a:pt x="1185019" y="237357"/>
                  </a:lnTo>
                  <a:lnTo>
                    <a:pt x="1182555" y="237357"/>
                  </a:lnTo>
                  <a:lnTo>
                    <a:pt x="1180091" y="237357"/>
                  </a:lnTo>
                  <a:lnTo>
                    <a:pt x="1177628" y="237357"/>
                  </a:lnTo>
                  <a:lnTo>
                    <a:pt x="1175164" y="237357"/>
                  </a:lnTo>
                  <a:lnTo>
                    <a:pt x="1172701" y="237357"/>
                  </a:lnTo>
                  <a:lnTo>
                    <a:pt x="1170237" y="237357"/>
                  </a:lnTo>
                  <a:lnTo>
                    <a:pt x="1167773" y="237357"/>
                  </a:lnTo>
                  <a:lnTo>
                    <a:pt x="1165310" y="237357"/>
                  </a:lnTo>
                  <a:lnTo>
                    <a:pt x="1162846" y="237357"/>
                  </a:lnTo>
                  <a:lnTo>
                    <a:pt x="1160382" y="237357"/>
                  </a:lnTo>
                  <a:lnTo>
                    <a:pt x="1157919" y="237357"/>
                  </a:lnTo>
                  <a:lnTo>
                    <a:pt x="1155455" y="237357"/>
                  </a:lnTo>
                  <a:lnTo>
                    <a:pt x="1152991" y="237357"/>
                  </a:lnTo>
                  <a:lnTo>
                    <a:pt x="1150528" y="237357"/>
                  </a:lnTo>
                  <a:lnTo>
                    <a:pt x="1148064" y="237357"/>
                  </a:lnTo>
                  <a:lnTo>
                    <a:pt x="1145600" y="237357"/>
                  </a:lnTo>
                  <a:lnTo>
                    <a:pt x="1143137" y="237357"/>
                  </a:lnTo>
                  <a:lnTo>
                    <a:pt x="1140673" y="237357"/>
                  </a:lnTo>
                  <a:lnTo>
                    <a:pt x="1138209" y="237357"/>
                  </a:lnTo>
                  <a:lnTo>
                    <a:pt x="1135746" y="237357"/>
                  </a:lnTo>
                  <a:lnTo>
                    <a:pt x="1133282" y="237357"/>
                  </a:lnTo>
                  <a:lnTo>
                    <a:pt x="1130818" y="237357"/>
                  </a:lnTo>
                  <a:lnTo>
                    <a:pt x="1128355" y="237357"/>
                  </a:lnTo>
                  <a:lnTo>
                    <a:pt x="1125891" y="237357"/>
                  </a:lnTo>
                  <a:lnTo>
                    <a:pt x="1123427" y="237357"/>
                  </a:lnTo>
                  <a:lnTo>
                    <a:pt x="1120964" y="237357"/>
                  </a:lnTo>
                  <a:lnTo>
                    <a:pt x="1118500" y="237357"/>
                  </a:lnTo>
                  <a:lnTo>
                    <a:pt x="1116036" y="237357"/>
                  </a:lnTo>
                  <a:lnTo>
                    <a:pt x="1113573" y="237357"/>
                  </a:lnTo>
                  <a:lnTo>
                    <a:pt x="1111109" y="237357"/>
                  </a:lnTo>
                  <a:lnTo>
                    <a:pt x="1108645" y="237357"/>
                  </a:lnTo>
                  <a:lnTo>
                    <a:pt x="1106182" y="237357"/>
                  </a:lnTo>
                  <a:lnTo>
                    <a:pt x="1103718" y="237357"/>
                  </a:lnTo>
                  <a:lnTo>
                    <a:pt x="1101254" y="237357"/>
                  </a:lnTo>
                  <a:lnTo>
                    <a:pt x="1098791" y="237357"/>
                  </a:lnTo>
                  <a:lnTo>
                    <a:pt x="1096327" y="237357"/>
                  </a:lnTo>
                  <a:lnTo>
                    <a:pt x="1093863" y="237357"/>
                  </a:lnTo>
                  <a:lnTo>
                    <a:pt x="1091400" y="237357"/>
                  </a:lnTo>
                  <a:lnTo>
                    <a:pt x="1088936" y="237357"/>
                  </a:lnTo>
                  <a:lnTo>
                    <a:pt x="1086472" y="237357"/>
                  </a:lnTo>
                  <a:lnTo>
                    <a:pt x="1084009" y="237357"/>
                  </a:lnTo>
                  <a:lnTo>
                    <a:pt x="1081545" y="237357"/>
                  </a:lnTo>
                  <a:lnTo>
                    <a:pt x="1079082" y="237357"/>
                  </a:lnTo>
                  <a:lnTo>
                    <a:pt x="1076618" y="237357"/>
                  </a:lnTo>
                  <a:lnTo>
                    <a:pt x="1074154" y="237357"/>
                  </a:lnTo>
                  <a:lnTo>
                    <a:pt x="1071691" y="237357"/>
                  </a:lnTo>
                  <a:lnTo>
                    <a:pt x="1069227" y="237357"/>
                  </a:lnTo>
                  <a:lnTo>
                    <a:pt x="1066763" y="237357"/>
                  </a:lnTo>
                  <a:lnTo>
                    <a:pt x="1064300" y="237357"/>
                  </a:lnTo>
                  <a:lnTo>
                    <a:pt x="1061836" y="237357"/>
                  </a:lnTo>
                  <a:lnTo>
                    <a:pt x="1059372" y="237357"/>
                  </a:lnTo>
                  <a:lnTo>
                    <a:pt x="1056909" y="237357"/>
                  </a:lnTo>
                  <a:lnTo>
                    <a:pt x="1054445" y="237357"/>
                  </a:lnTo>
                  <a:lnTo>
                    <a:pt x="1051981" y="237357"/>
                  </a:lnTo>
                  <a:lnTo>
                    <a:pt x="1049518" y="237357"/>
                  </a:lnTo>
                  <a:lnTo>
                    <a:pt x="1047054" y="237357"/>
                  </a:lnTo>
                  <a:lnTo>
                    <a:pt x="1044590" y="237357"/>
                  </a:lnTo>
                  <a:lnTo>
                    <a:pt x="1042127" y="237357"/>
                  </a:lnTo>
                  <a:lnTo>
                    <a:pt x="1039663" y="237357"/>
                  </a:lnTo>
                  <a:lnTo>
                    <a:pt x="1037199" y="237357"/>
                  </a:lnTo>
                  <a:lnTo>
                    <a:pt x="1034736" y="237357"/>
                  </a:lnTo>
                  <a:lnTo>
                    <a:pt x="1032272" y="237357"/>
                  </a:lnTo>
                  <a:lnTo>
                    <a:pt x="1029808" y="237357"/>
                  </a:lnTo>
                  <a:lnTo>
                    <a:pt x="1027345" y="237357"/>
                  </a:lnTo>
                  <a:lnTo>
                    <a:pt x="1024881" y="237357"/>
                  </a:lnTo>
                  <a:lnTo>
                    <a:pt x="1022417" y="237357"/>
                  </a:lnTo>
                  <a:lnTo>
                    <a:pt x="1019954" y="237357"/>
                  </a:lnTo>
                  <a:lnTo>
                    <a:pt x="1017490" y="237357"/>
                  </a:lnTo>
                  <a:lnTo>
                    <a:pt x="1015026" y="237357"/>
                  </a:lnTo>
                  <a:lnTo>
                    <a:pt x="1012563" y="237357"/>
                  </a:lnTo>
                  <a:lnTo>
                    <a:pt x="1010099" y="237357"/>
                  </a:lnTo>
                  <a:lnTo>
                    <a:pt x="1007635" y="237357"/>
                  </a:lnTo>
                  <a:lnTo>
                    <a:pt x="1005172" y="237357"/>
                  </a:lnTo>
                  <a:lnTo>
                    <a:pt x="1002708" y="237357"/>
                  </a:lnTo>
                  <a:lnTo>
                    <a:pt x="1000244" y="237357"/>
                  </a:lnTo>
                  <a:lnTo>
                    <a:pt x="997781" y="237357"/>
                  </a:lnTo>
                  <a:lnTo>
                    <a:pt x="995317" y="237357"/>
                  </a:lnTo>
                  <a:lnTo>
                    <a:pt x="992853" y="237357"/>
                  </a:lnTo>
                  <a:lnTo>
                    <a:pt x="990390" y="237357"/>
                  </a:lnTo>
                  <a:lnTo>
                    <a:pt x="987926" y="237357"/>
                  </a:lnTo>
                  <a:lnTo>
                    <a:pt x="985463" y="237357"/>
                  </a:lnTo>
                  <a:lnTo>
                    <a:pt x="982999" y="237357"/>
                  </a:lnTo>
                  <a:lnTo>
                    <a:pt x="980535" y="237357"/>
                  </a:lnTo>
                  <a:lnTo>
                    <a:pt x="978072" y="237357"/>
                  </a:lnTo>
                  <a:lnTo>
                    <a:pt x="975608" y="237357"/>
                  </a:lnTo>
                  <a:lnTo>
                    <a:pt x="973144" y="237357"/>
                  </a:lnTo>
                  <a:lnTo>
                    <a:pt x="970681" y="237357"/>
                  </a:lnTo>
                  <a:lnTo>
                    <a:pt x="968217" y="237357"/>
                  </a:lnTo>
                  <a:lnTo>
                    <a:pt x="965753" y="237357"/>
                  </a:lnTo>
                  <a:lnTo>
                    <a:pt x="963290" y="237357"/>
                  </a:lnTo>
                  <a:lnTo>
                    <a:pt x="960826" y="237357"/>
                  </a:lnTo>
                  <a:lnTo>
                    <a:pt x="958362" y="237357"/>
                  </a:lnTo>
                  <a:lnTo>
                    <a:pt x="955899" y="237357"/>
                  </a:lnTo>
                  <a:lnTo>
                    <a:pt x="953435" y="237357"/>
                  </a:lnTo>
                  <a:lnTo>
                    <a:pt x="950971" y="237357"/>
                  </a:lnTo>
                  <a:lnTo>
                    <a:pt x="948508" y="237357"/>
                  </a:lnTo>
                  <a:lnTo>
                    <a:pt x="946044" y="237357"/>
                  </a:lnTo>
                  <a:lnTo>
                    <a:pt x="943580" y="237357"/>
                  </a:lnTo>
                  <a:lnTo>
                    <a:pt x="941117" y="237357"/>
                  </a:lnTo>
                  <a:lnTo>
                    <a:pt x="938653" y="237357"/>
                  </a:lnTo>
                  <a:lnTo>
                    <a:pt x="936189" y="237357"/>
                  </a:lnTo>
                  <a:lnTo>
                    <a:pt x="933726" y="237357"/>
                  </a:lnTo>
                  <a:lnTo>
                    <a:pt x="931262" y="237357"/>
                  </a:lnTo>
                  <a:lnTo>
                    <a:pt x="928798" y="237357"/>
                  </a:lnTo>
                  <a:lnTo>
                    <a:pt x="926335" y="237357"/>
                  </a:lnTo>
                  <a:lnTo>
                    <a:pt x="923871" y="237357"/>
                  </a:lnTo>
                  <a:lnTo>
                    <a:pt x="921407" y="237357"/>
                  </a:lnTo>
                  <a:lnTo>
                    <a:pt x="918944" y="237357"/>
                  </a:lnTo>
                  <a:lnTo>
                    <a:pt x="916480" y="237357"/>
                  </a:lnTo>
                  <a:lnTo>
                    <a:pt x="914016" y="237357"/>
                  </a:lnTo>
                  <a:lnTo>
                    <a:pt x="911553" y="237357"/>
                  </a:lnTo>
                  <a:lnTo>
                    <a:pt x="909089" y="237357"/>
                  </a:lnTo>
                  <a:lnTo>
                    <a:pt x="906625" y="237357"/>
                  </a:lnTo>
                  <a:lnTo>
                    <a:pt x="904162" y="237357"/>
                  </a:lnTo>
                  <a:lnTo>
                    <a:pt x="901698" y="237357"/>
                  </a:lnTo>
                  <a:lnTo>
                    <a:pt x="899235" y="237357"/>
                  </a:lnTo>
                  <a:lnTo>
                    <a:pt x="896771" y="237357"/>
                  </a:lnTo>
                  <a:lnTo>
                    <a:pt x="894307" y="237357"/>
                  </a:lnTo>
                  <a:lnTo>
                    <a:pt x="891844" y="237357"/>
                  </a:lnTo>
                  <a:lnTo>
                    <a:pt x="889380" y="237357"/>
                  </a:lnTo>
                  <a:lnTo>
                    <a:pt x="886916" y="237357"/>
                  </a:lnTo>
                  <a:lnTo>
                    <a:pt x="884453" y="237357"/>
                  </a:lnTo>
                  <a:lnTo>
                    <a:pt x="881989" y="237357"/>
                  </a:lnTo>
                  <a:lnTo>
                    <a:pt x="879525" y="237357"/>
                  </a:lnTo>
                  <a:lnTo>
                    <a:pt x="877062" y="237357"/>
                  </a:lnTo>
                  <a:lnTo>
                    <a:pt x="874598" y="237357"/>
                  </a:lnTo>
                  <a:lnTo>
                    <a:pt x="872134" y="237357"/>
                  </a:lnTo>
                  <a:lnTo>
                    <a:pt x="869671" y="237357"/>
                  </a:lnTo>
                  <a:lnTo>
                    <a:pt x="867207" y="237357"/>
                  </a:lnTo>
                  <a:lnTo>
                    <a:pt x="864743" y="237357"/>
                  </a:lnTo>
                  <a:lnTo>
                    <a:pt x="862280" y="237357"/>
                  </a:lnTo>
                  <a:lnTo>
                    <a:pt x="859816" y="237357"/>
                  </a:lnTo>
                  <a:lnTo>
                    <a:pt x="857352" y="237357"/>
                  </a:lnTo>
                  <a:lnTo>
                    <a:pt x="854889" y="237357"/>
                  </a:lnTo>
                  <a:lnTo>
                    <a:pt x="852425" y="237357"/>
                  </a:lnTo>
                  <a:lnTo>
                    <a:pt x="849961" y="237357"/>
                  </a:lnTo>
                  <a:lnTo>
                    <a:pt x="847498" y="237357"/>
                  </a:lnTo>
                  <a:lnTo>
                    <a:pt x="845034" y="237357"/>
                  </a:lnTo>
                  <a:lnTo>
                    <a:pt x="842570" y="237357"/>
                  </a:lnTo>
                  <a:lnTo>
                    <a:pt x="840107" y="237357"/>
                  </a:lnTo>
                  <a:lnTo>
                    <a:pt x="837643" y="237357"/>
                  </a:lnTo>
                  <a:lnTo>
                    <a:pt x="835179" y="237357"/>
                  </a:lnTo>
                  <a:lnTo>
                    <a:pt x="832716" y="237357"/>
                  </a:lnTo>
                  <a:lnTo>
                    <a:pt x="830252" y="237357"/>
                  </a:lnTo>
                  <a:lnTo>
                    <a:pt x="827788" y="237357"/>
                  </a:lnTo>
                  <a:lnTo>
                    <a:pt x="825325" y="237357"/>
                  </a:lnTo>
                  <a:lnTo>
                    <a:pt x="822861" y="237357"/>
                  </a:lnTo>
                  <a:lnTo>
                    <a:pt x="820397" y="237357"/>
                  </a:lnTo>
                  <a:lnTo>
                    <a:pt x="817934" y="237357"/>
                  </a:lnTo>
                  <a:lnTo>
                    <a:pt x="815470" y="237357"/>
                  </a:lnTo>
                  <a:lnTo>
                    <a:pt x="813006" y="237357"/>
                  </a:lnTo>
                  <a:lnTo>
                    <a:pt x="810543" y="237357"/>
                  </a:lnTo>
                  <a:lnTo>
                    <a:pt x="808079" y="237357"/>
                  </a:lnTo>
                  <a:lnTo>
                    <a:pt x="805616" y="237357"/>
                  </a:lnTo>
                  <a:lnTo>
                    <a:pt x="803152" y="237357"/>
                  </a:lnTo>
                  <a:lnTo>
                    <a:pt x="800688" y="237357"/>
                  </a:lnTo>
                  <a:lnTo>
                    <a:pt x="798225" y="237357"/>
                  </a:lnTo>
                  <a:lnTo>
                    <a:pt x="795761" y="237357"/>
                  </a:lnTo>
                  <a:lnTo>
                    <a:pt x="793297" y="237357"/>
                  </a:lnTo>
                  <a:lnTo>
                    <a:pt x="790834" y="237357"/>
                  </a:lnTo>
                  <a:lnTo>
                    <a:pt x="788370" y="237357"/>
                  </a:lnTo>
                  <a:lnTo>
                    <a:pt x="785906" y="237357"/>
                  </a:lnTo>
                  <a:lnTo>
                    <a:pt x="783443" y="237357"/>
                  </a:lnTo>
                  <a:lnTo>
                    <a:pt x="780979" y="237357"/>
                  </a:lnTo>
                  <a:lnTo>
                    <a:pt x="778515" y="237357"/>
                  </a:lnTo>
                  <a:lnTo>
                    <a:pt x="776052" y="237357"/>
                  </a:lnTo>
                  <a:lnTo>
                    <a:pt x="773588" y="237357"/>
                  </a:lnTo>
                  <a:lnTo>
                    <a:pt x="771124" y="237357"/>
                  </a:lnTo>
                  <a:lnTo>
                    <a:pt x="768661" y="237357"/>
                  </a:lnTo>
                  <a:lnTo>
                    <a:pt x="766197" y="237357"/>
                  </a:lnTo>
                  <a:lnTo>
                    <a:pt x="763733" y="237357"/>
                  </a:lnTo>
                  <a:lnTo>
                    <a:pt x="761270" y="237357"/>
                  </a:lnTo>
                  <a:lnTo>
                    <a:pt x="758806" y="237357"/>
                  </a:lnTo>
                  <a:lnTo>
                    <a:pt x="756342" y="237357"/>
                  </a:lnTo>
                  <a:lnTo>
                    <a:pt x="753879" y="237357"/>
                  </a:lnTo>
                  <a:lnTo>
                    <a:pt x="751415" y="237357"/>
                  </a:lnTo>
                  <a:lnTo>
                    <a:pt x="748951" y="237357"/>
                  </a:lnTo>
                  <a:lnTo>
                    <a:pt x="746488" y="237357"/>
                  </a:lnTo>
                  <a:lnTo>
                    <a:pt x="744024" y="237357"/>
                  </a:lnTo>
                  <a:lnTo>
                    <a:pt x="741560" y="237357"/>
                  </a:lnTo>
                  <a:lnTo>
                    <a:pt x="739097" y="237357"/>
                  </a:lnTo>
                  <a:lnTo>
                    <a:pt x="736633" y="237357"/>
                  </a:lnTo>
                  <a:lnTo>
                    <a:pt x="734169" y="237357"/>
                  </a:lnTo>
                  <a:lnTo>
                    <a:pt x="731706" y="237357"/>
                  </a:lnTo>
                  <a:lnTo>
                    <a:pt x="729242" y="237357"/>
                  </a:lnTo>
                  <a:lnTo>
                    <a:pt x="726778" y="237357"/>
                  </a:lnTo>
                  <a:lnTo>
                    <a:pt x="724315" y="237357"/>
                  </a:lnTo>
                  <a:lnTo>
                    <a:pt x="721851" y="237357"/>
                  </a:lnTo>
                  <a:lnTo>
                    <a:pt x="719388" y="237357"/>
                  </a:lnTo>
                  <a:lnTo>
                    <a:pt x="716924" y="237357"/>
                  </a:lnTo>
                  <a:lnTo>
                    <a:pt x="714460" y="237357"/>
                  </a:lnTo>
                  <a:lnTo>
                    <a:pt x="711997" y="237357"/>
                  </a:lnTo>
                  <a:lnTo>
                    <a:pt x="709533" y="237357"/>
                  </a:lnTo>
                  <a:lnTo>
                    <a:pt x="707069" y="237357"/>
                  </a:lnTo>
                  <a:lnTo>
                    <a:pt x="704606" y="237357"/>
                  </a:lnTo>
                  <a:lnTo>
                    <a:pt x="702142" y="237357"/>
                  </a:lnTo>
                  <a:lnTo>
                    <a:pt x="699678" y="237357"/>
                  </a:lnTo>
                  <a:lnTo>
                    <a:pt x="697215" y="237357"/>
                  </a:lnTo>
                  <a:lnTo>
                    <a:pt x="694751" y="237357"/>
                  </a:lnTo>
                  <a:lnTo>
                    <a:pt x="692287" y="237357"/>
                  </a:lnTo>
                  <a:lnTo>
                    <a:pt x="689824" y="237357"/>
                  </a:lnTo>
                  <a:lnTo>
                    <a:pt x="687360" y="237357"/>
                  </a:lnTo>
                  <a:lnTo>
                    <a:pt x="684896" y="237357"/>
                  </a:lnTo>
                  <a:lnTo>
                    <a:pt x="682433" y="237357"/>
                  </a:lnTo>
                  <a:lnTo>
                    <a:pt x="679969" y="237357"/>
                  </a:lnTo>
                  <a:lnTo>
                    <a:pt x="677505" y="237357"/>
                  </a:lnTo>
                  <a:lnTo>
                    <a:pt x="675042" y="237357"/>
                  </a:lnTo>
                  <a:lnTo>
                    <a:pt x="672578" y="237357"/>
                  </a:lnTo>
                  <a:lnTo>
                    <a:pt x="670114" y="237357"/>
                  </a:lnTo>
                  <a:lnTo>
                    <a:pt x="667651" y="237357"/>
                  </a:lnTo>
                  <a:lnTo>
                    <a:pt x="665187" y="237357"/>
                  </a:lnTo>
                  <a:lnTo>
                    <a:pt x="662723" y="237357"/>
                  </a:lnTo>
                  <a:lnTo>
                    <a:pt x="660260" y="237357"/>
                  </a:lnTo>
                  <a:lnTo>
                    <a:pt x="657796" y="237357"/>
                  </a:lnTo>
                  <a:lnTo>
                    <a:pt x="655332" y="237357"/>
                  </a:lnTo>
                  <a:lnTo>
                    <a:pt x="652869" y="237357"/>
                  </a:lnTo>
                  <a:lnTo>
                    <a:pt x="650405" y="237357"/>
                  </a:lnTo>
                  <a:lnTo>
                    <a:pt x="647941" y="237357"/>
                  </a:lnTo>
                  <a:lnTo>
                    <a:pt x="645478" y="237357"/>
                  </a:lnTo>
                  <a:lnTo>
                    <a:pt x="643014" y="237357"/>
                  </a:lnTo>
                  <a:lnTo>
                    <a:pt x="640550" y="237357"/>
                  </a:lnTo>
                  <a:lnTo>
                    <a:pt x="638087" y="237357"/>
                  </a:lnTo>
                  <a:lnTo>
                    <a:pt x="635623" y="237357"/>
                  </a:lnTo>
                  <a:lnTo>
                    <a:pt x="633159" y="237357"/>
                  </a:lnTo>
                  <a:lnTo>
                    <a:pt x="630696" y="237357"/>
                  </a:lnTo>
                  <a:lnTo>
                    <a:pt x="628232" y="237357"/>
                  </a:lnTo>
                  <a:lnTo>
                    <a:pt x="625769" y="237357"/>
                  </a:lnTo>
                  <a:lnTo>
                    <a:pt x="623305" y="237357"/>
                  </a:lnTo>
                  <a:lnTo>
                    <a:pt x="620841" y="237357"/>
                  </a:lnTo>
                  <a:lnTo>
                    <a:pt x="618378" y="237357"/>
                  </a:lnTo>
                  <a:lnTo>
                    <a:pt x="615914" y="237357"/>
                  </a:lnTo>
                  <a:lnTo>
                    <a:pt x="613450" y="237357"/>
                  </a:lnTo>
                  <a:lnTo>
                    <a:pt x="610987" y="237357"/>
                  </a:lnTo>
                  <a:lnTo>
                    <a:pt x="608523" y="237357"/>
                  </a:lnTo>
                  <a:lnTo>
                    <a:pt x="606059" y="237357"/>
                  </a:lnTo>
                  <a:lnTo>
                    <a:pt x="603596" y="237357"/>
                  </a:lnTo>
                  <a:lnTo>
                    <a:pt x="601132" y="237357"/>
                  </a:lnTo>
                  <a:lnTo>
                    <a:pt x="598668" y="237357"/>
                  </a:lnTo>
                  <a:lnTo>
                    <a:pt x="596205" y="237357"/>
                  </a:lnTo>
                  <a:lnTo>
                    <a:pt x="593741" y="237357"/>
                  </a:lnTo>
                  <a:lnTo>
                    <a:pt x="591277" y="237357"/>
                  </a:lnTo>
                  <a:lnTo>
                    <a:pt x="588814" y="237357"/>
                  </a:lnTo>
                  <a:lnTo>
                    <a:pt x="586350" y="237357"/>
                  </a:lnTo>
                  <a:lnTo>
                    <a:pt x="583886" y="237357"/>
                  </a:lnTo>
                  <a:lnTo>
                    <a:pt x="581423" y="237357"/>
                  </a:lnTo>
                  <a:lnTo>
                    <a:pt x="578959" y="237357"/>
                  </a:lnTo>
                  <a:lnTo>
                    <a:pt x="576495" y="237357"/>
                  </a:lnTo>
                  <a:lnTo>
                    <a:pt x="574032" y="237357"/>
                  </a:lnTo>
                  <a:lnTo>
                    <a:pt x="571568" y="237357"/>
                  </a:lnTo>
                  <a:lnTo>
                    <a:pt x="569104" y="237357"/>
                  </a:lnTo>
                  <a:lnTo>
                    <a:pt x="566641" y="237357"/>
                  </a:lnTo>
                  <a:lnTo>
                    <a:pt x="564177" y="237357"/>
                  </a:lnTo>
                  <a:lnTo>
                    <a:pt x="561713" y="237357"/>
                  </a:lnTo>
                  <a:lnTo>
                    <a:pt x="559250" y="237357"/>
                  </a:lnTo>
                  <a:lnTo>
                    <a:pt x="556786" y="237357"/>
                  </a:lnTo>
                  <a:lnTo>
                    <a:pt x="554322" y="237357"/>
                  </a:lnTo>
                  <a:lnTo>
                    <a:pt x="551859" y="237357"/>
                  </a:lnTo>
                  <a:lnTo>
                    <a:pt x="549395" y="237357"/>
                  </a:lnTo>
                  <a:lnTo>
                    <a:pt x="546931" y="237357"/>
                  </a:lnTo>
                  <a:lnTo>
                    <a:pt x="544468" y="237357"/>
                  </a:lnTo>
                  <a:lnTo>
                    <a:pt x="542004" y="237357"/>
                  </a:lnTo>
                  <a:lnTo>
                    <a:pt x="539541" y="237357"/>
                  </a:lnTo>
                  <a:lnTo>
                    <a:pt x="537077" y="237357"/>
                  </a:lnTo>
                  <a:lnTo>
                    <a:pt x="534613" y="237357"/>
                  </a:lnTo>
                  <a:lnTo>
                    <a:pt x="532150" y="237357"/>
                  </a:lnTo>
                  <a:lnTo>
                    <a:pt x="529686" y="237357"/>
                  </a:lnTo>
                  <a:lnTo>
                    <a:pt x="527222" y="237357"/>
                  </a:lnTo>
                  <a:lnTo>
                    <a:pt x="524759" y="237357"/>
                  </a:lnTo>
                  <a:lnTo>
                    <a:pt x="522295" y="237357"/>
                  </a:lnTo>
                  <a:lnTo>
                    <a:pt x="519831" y="237357"/>
                  </a:lnTo>
                  <a:lnTo>
                    <a:pt x="517368" y="237357"/>
                  </a:lnTo>
                  <a:lnTo>
                    <a:pt x="514904" y="237357"/>
                  </a:lnTo>
                  <a:lnTo>
                    <a:pt x="512440" y="237357"/>
                  </a:lnTo>
                  <a:lnTo>
                    <a:pt x="509977" y="237357"/>
                  </a:lnTo>
                  <a:lnTo>
                    <a:pt x="507513" y="237357"/>
                  </a:lnTo>
                  <a:lnTo>
                    <a:pt x="505049" y="237357"/>
                  </a:lnTo>
                  <a:lnTo>
                    <a:pt x="502586" y="237357"/>
                  </a:lnTo>
                  <a:lnTo>
                    <a:pt x="500122" y="237357"/>
                  </a:lnTo>
                  <a:lnTo>
                    <a:pt x="497658" y="237357"/>
                  </a:lnTo>
                  <a:lnTo>
                    <a:pt x="495195" y="237357"/>
                  </a:lnTo>
                  <a:lnTo>
                    <a:pt x="492731" y="237357"/>
                  </a:lnTo>
                  <a:lnTo>
                    <a:pt x="490267" y="237357"/>
                  </a:lnTo>
                  <a:lnTo>
                    <a:pt x="487804" y="237357"/>
                  </a:lnTo>
                  <a:lnTo>
                    <a:pt x="485340" y="237357"/>
                  </a:lnTo>
                  <a:lnTo>
                    <a:pt x="482876" y="237357"/>
                  </a:lnTo>
                  <a:lnTo>
                    <a:pt x="480413" y="237357"/>
                  </a:lnTo>
                  <a:lnTo>
                    <a:pt x="477949" y="237357"/>
                  </a:lnTo>
                  <a:lnTo>
                    <a:pt x="475485" y="237357"/>
                  </a:lnTo>
                  <a:lnTo>
                    <a:pt x="473022" y="237357"/>
                  </a:lnTo>
                  <a:lnTo>
                    <a:pt x="470558" y="237357"/>
                  </a:lnTo>
                  <a:lnTo>
                    <a:pt x="468094" y="237357"/>
                  </a:lnTo>
                  <a:lnTo>
                    <a:pt x="465631" y="237357"/>
                  </a:lnTo>
                  <a:lnTo>
                    <a:pt x="463167" y="237357"/>
                  </a:lnTo>
                  <a:lnTo>
                    <a:pt x="460703" y="237357"/>
                  </a:lnTo>
                  <a:lnTo>
                    <a:pt x="458240" y="237357"/>
                  </a:lnTo>
                  <a:lnTo>
                    <a:pt x="455776" y="237357"/>
                  </a:lnTo>
                  <a:lnTo>
                    <a:pt x="453312" y="237357"/>
                  </a:lnTo>
                  <a:lnTo>
                    <a:pt x="450849" y="237357"/>
                  </a:lnTo>
                  <a:lnTo>
                    <a:pt x="448385" y="237357"/>
                  </a:lnTo>
                  <a:lnTo>
                    <a:pt x="445922" y="237357"/>
                  </a:lnTo>
                  <a:lnTo>
                    <a:pt x="443458" y="237357"/>
                  </a:lnTo>
                  <a:lnTo>
                    <a:pt x="440994" y="237357"/>
                  </a:lnTo>
                  <a:lnTo>
                    <a:pt x="438531" y="237357"/>
                  </a:lnTo>
                  <a:lnTo>
                    <a:pt x="436067" y="237357"/>
                  </a:lnTo>
                  <a:lnTo>
                    <a:pt x="433603" y="237357"/>
                  </a:lnTo>
                  <a:lnTo>
                    <a:pt x="431140" y="237357"/>
                  </a:lnTo>
                  <a:lnTo>
                    <a:pt x="428676" y="237357"/>
                  </a:lnTo>
                  <a:lnTo>
                    <a:pt x="426212" y="237357"/>
                  </a:lnTo>
                  <a:lnTo>
                    <a:pt x="423749" y="237357"/>
                  </a:lnTo>
                  <a:lnTo>
                    <a:pt x="421285" y="237357"/>
                  </a:lnTo>
                  <a:lnTo>
                    <a:pt x="418821" y="237357"/>
                  </a:lnTo>
                  <a:lnTo>
                    <a:pt x="416358" y="237357"/>
                  </a:lnTo>
                  <a:lnTo>
                    <a:pt x="413894" y="237357"/>
                  </a:lnTo>
                  <a:lnTo>
                    <a:pt x="411430" y="237357"/>
                  </a:lnTo>
                  <a:lnTo>
                    <a:pt x="408967" y="237357"/>
                  </a:lnTo>
                  <a:lnTo>
                    <a:pt x="406503" y="237357"/>
                  </a:lnTo>
                  <a:lnTo>
                    <a:pt x="404039" y="237357"/>
                  </a:lnTo>
                  <a:lnTo>
                    <a:pt x="401576" y="237357"/>
                  </a:lnTo>
                  <a:lnTo>
                    <a:pt x="399112" y="237357"/>
                  </a:lnTo>
                  <a:lnTo>
                    <a:pt x="396648" y="237357"/>
                  </a:lnTo>
                  <a:lnTo>
                    <a:pt x="394185" y="237357"/>
                  </a:lnTo>
                  <a:lnTo>
                    <a:pt x="391721" y="237357"/>
                  </a:lnTo>
                  <a:lnTo>
                    <a:pt x="389257" y="237357"/>
                  </a:lnTo>
                  <a:lnTo>
                    <a:pt x="386794" y="237357"/>
                  </a:lnTo>
                  <a:lnTo>
                    <a:pt x="384330" y="237357"/>
                  </a:lnTo>
                  <a:lnTo>
                    <a:pt x="381866" y="237357"/>
                  </a:lnTo>
                  <a:lnTo>
                    <a:pt x="379403" y="237357"/>
                  </a:lnTo>
                  <a:lnTo>
                    <a:pt x="376939" y="237357"/>
                  </a:lnTo>
                  <a:lnTo>
                    <a:pt x="374475" y="237357"/>
                  </a:lnTo>
                  <a:lnTo>
                    <a:pt x="372012" y="237357"/>
                  </a:lnTo>
                  <a:lnTo>
                    <a:pt x="369548" y="237357"/>
                  </a:lnTo>
                  <a:lnTo>
                    <a:pt x="367084" y="237357"/>
                  </a:lnTo>
                  <a:lnTo>
                    <a:pt x="364621" y="237357"/>
                  </a:lnTo>
                  <a:lnTo>
                    <a:pt x="362157" y="237357"/>
                  </a:lnTo>
                  <a:lnTo>
                    <a:pt x="359694" y="237357"/>
                  </a:lnTo>
                  <a:lnTo>
                    <a:pt x="357230" y="237357"/>
                  </a:lnTo>
                  <a:lnTo>
                    <a:pt x="354766" y="237357"/>
                  </a:lnTo>
                  <a:lnTo>
                    <a:pt x="352303" y="237357"/>
                  </a:lnTo>
                  <a:lnTo>
                    <a:pt x="349839" y="237357"/>
                  </a:lnTo>
                  <a:lnTo>
                    <a:pt x="347375" y="237357"/>
                  </a:lnTo>
                  <a:lnTo>
                    <a:pt x="344912" y="237357"/>
                  </a:lnTo>
                  <a:lnTo>
                    <a:pt x="342448" y="237357"/>
                  </a:lnTo>
                  <a:lnTo>
                    <a:pt x="339984" y="237357"/>
                  </a:lnTo>
                  <a:lnTo>
                    <a:pt x="337521" y="237357"/>
                  </a:lnTo>
                  <a:lnTo>
                    <a:pt x="335057" y="237357"/>
                  </a:lnTo>
                  <a:lnTo>
                    <a:pt x="332593" y="237357"/>
                  </a:lnTo>
                  <a:lnTo>
                    <a:pt x="330130" y="237357"/>
                  </a:lnTo>
                  <a:lnTo>
                    <a:pt x="327666" y="237357"/>
                  </a:lnTo>
                  <a:lnTo>
                    <a:pt x="325202" y="237357"/>
                  </a:lnTo>
                  <a:lnTo>
                    <a:pt x="322739" y="237357"/>
                  </a:lnTo>
                  <a:lnTo>
                    <a:pt x="320275" y="237357"/>
                  </a:lnTo>
                  <a:lnTo>
                    <a:pt x="317811" y="237357"/>
                  </a:lnTo>
                  <a:lnTo>
                    <a:pt x="315348" y="237357"/>
                  </a:lnTo>
                  <a:lnTo>
                    <a:pt x="312884" y="237357"/>
                  </a:lnTo>
                  <a:lnTo>
                    <a:pt x="310420" y="237357"/>
                  </a:lnTo>
                  <a:lnTo>
                    <a:pt x="307957" y="237357"/>
                  </a:lnTo>
                  <a:lnTo>
                    <a:pt x="305493" y="237357"/>
                  </a:lnTo>
                  <a:lnTo>
                    <a:pt x="303029" y="237357"/>
                  </a:lnTo>
                  <a:lnTo>
                    <a:pt x="300566" y="237357"/>
                  </a:lnTo>
                  <a:lnTo>
                    <a:pt x="298102" y="237357"/>
                  </a:lnTo>
                  <a:lnTo>
                    <a:pt x="295638" y="237357"/>
                  </a:lnTo>
                  <a:lnTo>
                    <a:pt x="293175" y="237357"/>
                  </a:lnTo>
                  <a:lnTo>
                    <a:pt x="290711" y="237357"/>
                  </a:lnTo>
                  <a:lnTo>
                    <a:pt x="288247" y="237357"/>
                  </a:lnTo>
                  <a:lnTo>
                    <a:pt x="285784" y="237357"/>
                  </a:lnTo>
                  <a:lnTo>
                    <a:pt x="283320" y="237357"/>
                  </a:lnTo>
                  <a:lnTo>
                    <a:pt x="280856" y="237357"/>
                  </a:lnTo>
                  <a:lnTo>
                    <a:pt x="278393" y="237357"/>
                  </a:lnTo>
                  <a:lnTo>
                    <a:pt x="275929" y="237357"/>
                  </a:lnTo>
                  <a:lnTo>
                    <a:pt x="273465" y="237357"/>
                  </a:lnTo>
                  <a:lnTo>
                    <a:pt x="271002" y="237357"/>
                  </a:lnTo>
                  <a:lnTo>
                    <a:pt x="268538" y="237357"/>
                  </a:lnTo>
                  <a:lnTo>
                    <a:pt x="266075" y="237357"/>
                  </a:lnTo>
                  <a:lnTo>
                    <a:pt x="263611" y="237357"/>
                  </a:lnTo>
                  <a:lnTo>
                    <a:pt x="261147" y="237357"/>
                  </a:lnTo>
                  <a:lnTo>
                    <a:pt x="258684" y="237357"/>
                  </a:lnTo>
                  <a:lnTo>
                    <a:pt x="256220" y="237357"/>
                  </a:lnTo>
                  <a:lnTo>
                    <a:pt x="253756" y="237357"/>
                  </a:lnTo>
                  <a:lnTo>
                    <a:pt x="251293" y="237357"/>
                  </a:lnTo>
                  <a:lnTo>
                    <a:pt x="248829" y="237357"/>
                  </a:lnTo>
                  <a:lnTo>
                    <a:pt x="246365" y="237357"/>
                  </a:lnTo>
                  <a:lnTo>
                    <a:pt x="243902" y="237357"/>
                  </a:lnTo>
                  <a:lnTo>
                    <a:pt x="241438" y="237357"/>
                  </a:lnTo>
                  <a:lnTo>
                    <a:pt x="238974" y="237357"/>
                  </a:lnTo>
                  <a:lnTo>
                    <a:pt x="236511" y="237357"/>
                  </a:lnTo>
                  <a:lnTo>
                    <a:pt x="234047" y="237357"/>
                  </a:lnTo>
                  <a:lnTo>
                    <a:pt x="231583" y="237357"/>
                  </a:lnTo>
                  <a:lnTo>
                    <a:pt x="229120" y="237357"/>
                  </a:lnTo>
                  <a:lnTo>
                    <a:pt x="226656" y="237357"/>
                  </a:lnTo>
                  <a:lnTo>
                    <a:pt x="224192" y="237357"/>
                  </a:lnTo>
                  <a:lnTo>
                    <a:pt x="221729" y="237357"/>
                  </a:lnTo>
                  <a:lnTo>
                    <a:pt x="219265" y="237357"/>
                  </a:lnTo>
                  <a:lnTo>
                    <a:pt x="216801" y="237357"/>
                  </a:lnTo>
                  <a:lnTo>
                    <a:pt x="214338" y="237357"/>
                  </a:lnTo>
                  <a:lnTo>
                    <a:pt x="211874" y="237357"/>
                  </a:lnTo>
                  <a:lnTo>
                    <a:pt x="209410" y="237357"/>
                  </a:lnTo>
                  <a:lnTo>
                    <a:pt x="206947" y="237357"/>
                  </a:lnTo>
                  <a:lnTo>
                    <a:pt x="204483" y="237357"/>
                  </a:lnTo>
                  <a:lnTo>
                    <a:pt x="202019" y="237357"/>
                  </a:lnTo>
                  <a:lnTo>
                    <a:pt x="199556" y="237357"/>
                  </a:lnTo>
                  <a:lnTo>
                    <a:pt x="197092" y="237357"/>
                  </a:lnTo>
                  <a:lnTo>
                    <a:pt x="194628" y="237357"/>
                  </a:lnTo>
                  <a:lnTo>
                    <a:pt x="192165" y="237357"/>
                  </a:lnTo>
                  <a:lnTo>
                    <a:pt x="189701" y="237357"/>
                  </a:lnTo>
                  <a:lnTo>
                    <a:pt x="187237" y="237357"/>
                  </a:lnTo>
                  <a:lnTo>
                    <a:pt x="184774" y="237357"/>
                  </a:lnTo>
                  <a:lnTo>
                    <a:pt x="182310" y="237357"/>
                  </a:lnTo>
                  <a:lnTo>
                    <a:pt x="179847" y="237357"/>
                  </a:lnTo>
                  <a:lnTo>
                    <a:pt x="177383" y="237357"/>
                  </a:lnTo>
                  <a:lnTo>
                    <a:pt x="174919" y="237357"/>
                  </a:lnTo>
                  <a:lnTo>
                    <a:pt x="172456" y="237357"/>
                  </a:lnTo>
                  <a:lnTo>
                    <a:pt x="169992" y="237357"/>
                  </a:lnTo>
                  <a:lnTo>
                    <a:pt x="167528" y="237357"/>
                  </a:lnTo>
                  <a:lnTo>
                    <a:pt x="165065" y="237357"/>
                  </a:lnTo>
                  <a:lnTo>
                    <a:pt x="162601" y="237357"/>
                  </a:lnTo>
                  <a:lnTo>
                    <a:pt x="160137" y="237357"/>
                  </a:lnTo>
                  <a:lnTo>
                    <a:pt x="157674" y="237357"/>
                  </a:lnTo>
                  <a:lnTo>
                    <a:pt x="155210" y="237357"/>
                  </a:lnTo>
                  <a:lnTo>
                    <a:pt x="152746" y="237357"/>
                  </a:lnTo>
                  <a:lnTo>
                    <a:pt x="150283" y="237357"/>
                  </a:lnTo>
                  <a:lnTo>
                    <a:pt x="147819" y="237357"/>
                  </a:lnTo>
                  <a:lnTo>
                    <a:pt x="145355" y="237357"/>
                  </a:lnTo>
                  <a:lnTo>
                    <a:pt x="142892" y="237357"/>
                  </a:lnTo>
                  <a:lnTo>
                    <a:pt x="140428" y="237357"/>
                  </a:lnTo>
                  <a:lnTo>
                    <a:pt x="137964" y="237357"/>
                  </a:lnTo>
                  <a:lnTo>
                    <a:pt x="135501" y="237357"/>
                  </a:lnTo>
                  <a:lnTo>
                    <a:pt x="133037" y="237357"/>
                  </a:lnTo>
                  <a:lnTo>
                    <a:pt x="130573" y="237357"/>
                  </a:lnTo>
                  <a:lnTo>
                    <a:pt x="128110" y="237357"/>
                  </a:lnTo>
                  <a:lnTo>
                    <a:pt x="125646" y="237357"/>
                  </a:lnTo>
                  <a:lnTo>
                    <a:pt x="123182" y="237357"/>
                  </a:lnTo>
                  <a:lnTo>
                    <a:pt x="120719" y="237357"/>
                  </a:lnTo>
                  <a:lnTo>
                    <a:pt x="118255" y="237357"/>
                  </a:lnTo>
                  <a:lnTo>
                    <a:pt x="115791" y="237357"/>
                  </a:lnTo>
                  <a:lnTo>
                    <a:pt x="113328" y="237357"/>
                  </a:lnTo>
                  <a:lnTo>
                    <a:pt x="110864" y="237357"/>
                  </a:lnTo>
                  <a:lnTo>
                    <a:pt x="108400" y="237357"/>
                  </a:lnTo>
                  <a:lnTo>
                    <a:pt x="105937" y="237357"/>
                  </a:lnTo>
                  <a:lnTo>
                    <a:pt x="103473" y="237357"/>
                  </a:lnTo>
                  <a:lnTo>
                    <a:pt x="101009" y="237357"/>
                  </a:lnTo>
                  <a:lnTo>
                    <a:pt x="98546" y="237357"/>
                  </a:lnTo>
                  <a:lnTo>
                    <a:pt x="96082" y="237357"/>
                  </a:lnTo>
                  <a:lnTo>
                    <a:pt x="93618" y="237357"/>
                  </a:lnTo>
                  <a:lnTo>
                    <a:pt x="91155" y="237357"/>
                  </a:lnTo>
                  <a:lnTo>
                    <a:pt x="88691" y="237357"/>
                  </a:lnTo>
                  <a:lnTo>
                    <a:pt x="86228" y="237357"/>
                  </a:lnTo>
                  <a:lnTo>
                    <a:pt x="83764" y="237357"/>
                  </a:lnTo>
                  <a:lnTo>
                    <a:pt x="81300" y="237357"/>
                  </a:lnTo>
                  <a:lnTo>
                    <a:pt x="78837" y="237357"/>
                  </a:lnTo>
                  <a:lnTo>
                    <a:pt x="76373" y="237357"/>
                  </a:lnTo>
                  <a:lnTo>
                    <a:pt x="73909" y="237357"/>
                  </a:lnTo>
                  <a:lnTo>
                    <a:pt x="71446" y="237357"/>
                  </a:lnTo>
                  <a:lnTo>
                    <a:pt x="68982" y="237357"/>
                  </a:lnTo>
                  <a:lnTo>
                    <a:pt x="66518" y="237357"/>
                  </a:lnTo>
                  <a:lnTo>
                    <a:pt x="64055" y="237357"/>
                  </a:lnTo>
                  <a:lnTo>
                    <a:pt x="61591" y="237357"/>
                  </a:lnTo>
                  <a:lnTo>
                    <a:pt x="59127" y="237357"/>
                  </a:lnTo>
                  <a:lnTo>
                    <a:pt x="56664" y="237357"/>
                  </a:lnTo>
                  <a:lnTo>
                    <a:pt x="54200" y="237357"/>
                  </a:lnTo>
                  <a:lnTo>
                    <a:pt x="51736" y="237357"/>
                  </a:lnTo>
                  <a:lnTo>
                    <a:pt x="49273" y="237357"/>
                  </a:lnTo>
                  <a:lnTo>
                    <a:pt x="46809" y="237357"/>
                  </a:lnTo>
                  <a:lnTo>
                    <a:pt x="44345" y="237357"/>
                  </a:lnTo>
                  <a:lnTo>
                    <a:pt x="41882" y="237357"/>
                  </a:lnTo>
                  <a:lnTo>
                    <a:pt x="39418" y="237357"/>
                  </a:lnTo>
                  <a:lnTo>
                    <a:pt x="36954" y="237357"/>
                  </a:lnTo>
                  <a:lnTo>
                    <a:pt x="34491" y="237357"/>
                  </a:lnTo>
                  <a:lnTo>
                    <a:pt x="32027" y="237357"/>
                  </a:lnTo>
                  <a:lnTo>
                    <a:pt x="29563" y="237357"/>
                  </a:lnTo>
                  <a:lnTo>
                    <a:pt x="27100" y="237357"/>
                  </a:lnTo>
                  <a:lnTo>
                    <a:pt x="24636" y="237357"/>
                  </a:lnTo>
                  <a:lnTo>
                    <a:pt x="22172" y="237357"/>
                  </a:lnTo>
                  <a:lnTo>
                    <a:pt x="19709" y="237357"/>
                  </a:lnTo>
                  <a:lnTo>
                    <a:pt x="17245" y="237357"/>
                  </a:lnTo>
                  <a:lnTo>
                    <a:pt x="14781" y="237357"/>
                  </a:lnTo>
                  <a:lnTo>
                    <a:pt x="12318" y="237357"/>
                  </a:lnTo>
                  <a:lnTo>
                    <a:pt x="9854" y="237357"/>
                  </a:lnTo>
                  <a:lnTo>
                    <a:pt x="7390" y="237357"/>
                  </a:lnTo>
                  <a:lnTo>
                    <a:pt x="4927" y="237357"/>
                  </a:lnTo>
                  <a:lnTo>
                    <a:pt x="2463" y="23735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7005616" y="5916540"/>
              <a:ext cx="1258929" cy="237357"/>
            </a:xfrm>
            <a:custGeom>
              <a:avLst/>
              <a:pathLst>
                <a:path w="1258929" h="237357">
                  <a:moveTo>
                    <a:pt x="0" y="237357"/>
                  </a:moveTo>
                  <a:lnTo>
                    <a:pt x="2463" y="237357"/>
                  </a:lnTo>
                  <a:lnTo>
                    <a:pt x="4927" y="237357"/>
                  </a:lnTo>
                  <a:lnTo>
                    <a:pt x="7390" y="237357"/>
                  </a:lnTo>
                  <a:lnTo>
                    <a:pt x="9854" y="237357"/>
                  </a:lnTo>
                  <a:lnTo>
                    <a:pt x="12318" y="237357"/>
                  </a:lnTo>
                  <a:lnTo>
                    <a:pt x="14781" y="237357"/>
                  </a:lnTo>
                  <a:lnTo>
                    <a:pt x="17245" y="237357"/>
                  </a:lnTo>
                  <a:lnTo>
                    <a:pt x="19709" y="237357"/>
                  </a:lnTo>
                  <a:lnTo>
                    <a:pt x="22172" y="237357"/>
                  </a:lnTo>
                  <a:lnTo>
                    <a:pt x="24636" y="237357"/>
                  </a:lnTo>
                  <a:lnTo>
                    <a:pt x="27100" y="237357"/>
                  </a:lnTo>
                  <a:lnTo>
                    <a:pt x="29563" y="237357"/>
                  </a:lnTo>
                  <a:lnTo>
                    <a:pt x="32027" y="237357"/>
                  </a:lnTo>
                  <a:lnTo>
                    <a:pt x="34491" y="237357"/>
                  </a:lnTo>
                  <a:lnTo>
                    <a:pt x="36954" y="237357"/>
                  </a:lnTo>
                  <a:lnTo>
                    <a:pt x="39418" y="237357"/>
                  </a:lnTo>
                  <a:lnTo>
                    <a:pt x="41882" y="237357"/>
                  </a:lnTo>
                  <a:lnTo>
                    <a:pt x="44345" y="237357"/>
                  </a:lnTo>
                  <a:lnTo>
                    <a:pt x="46809" y="237357"/>
                  </a:lnTo>
                  <a:lnTo>
                    <a:pt x="49273" y="237357"/>
                  </a:lnTo>
                  <a:lnTo>
                    <a:pt x="51736" y="237357"/>
                  </a:lnTo>
                  <a:lnTo>
                    <a:pt x="54200" y="237357"/>
                  </a:lnTo>
                  <a:lnTo>
                    <a:pt x="56664" y="237357"/>
                  </a:lnTo>
                  <a:lnTo>
                    <a:pt x="59127" y="237357"/>
                  </a:lnTo>
                  <a:lnTo>
                    <a:pt x="61591" y="237357"/>
                  </a:lnTo>
                  <a:lnTo>
                    <a:pt x="64055" y="237357"/>
                  </a:lnTo>
                  <a:lnTo>
                    <a:pt x="66518" y="237357"/>
                  </a:lnTo>
                  <a:lnTo>
                    <a:pt x="68982" y="237357"/>
                  </a:lnTo>
                  <a:lnTo>
                    <a:pt x="71446" y="237357"/>
                  </a:lnTo>
                  <a:lnTo>
                    <a:pt x="73909" y="237357"/>
                  </a:lnTo>
                  <a:lnTo>
                    <a:pt x="76373" y="237357"/>
                  </a:lnTo>
                  <a:lnTo>
                    <a:pt x="78837" y="237357"/>
                  </a:lnTo>
                  <a:lnTo>
                    <a:pt x="81300" y="237357"/>
                  </a:lnTo>
                  <a:lnTo>
                    <a:pt x="83764" y="237357"/>
                  </a:lnTo>
                  <a:lnTo>
                    <a:pt x="86228" y="237357"/>
                  </a:lnTo>
                  <a:lnTo>
                    <a:pt x="88691" y="237357"/>
                  </a:lnTo>
                  <a:lnTo>
                    <a:pt x="91155" y="237357"/>
                  </a:lnTo>
                  <a:lnTo>
                    <a:pt x="93618" y="237357"/>
                  </a:lnTo>
                  <a:lnTo>
                    <a:pt x="96082" y="237357"/>
                  </a:lnTo>
                  <a:lnTo>
                    <a:pt x="98546" y="237357"/>
                  </a:lnTo>
                  <a:lnTo>
                    <a:pt x="101009" y="237357"/>
                  </a:lnTo>
                  <a:lnTo>
                    <a:pt x="103473" y="237357"/>
                  </a:lnTo>
                  <a:lnTo>
                    <a:pt x="105937" y="237357"/>
                  </a:lnTo>
                  <a:lnTo>
                    <a:pt x="108400" y="237357"/>
                  </a:lnTo>
                  <a:lnTo>
                    <a:pt x="110864" y="237357"/>
                  </a:lnTo>
                  <a:lnTo>
                    <a:pt x="113328" y="237357"/>
                  </a:lnTo>
                  <a:lnTo>
                    <a:pt x="115791" y="237357"/>
                  </a:lnTo>
                  <a:lnTo>
                    <a:pt x="118255" y="237357"/>
                  </a:lnTo>
                  <a:lnTo>
                    <a:pt x="120719" y="237357"/>
                  </a:lnTo>
                  <a:lnTo>
                    <a:pt x="123182" y="237357"/>
                  </a:lnTo>
                  <a:lnTo>
                    <a:pt x="125646" y="237357"/>
                  </a:lnTo>
                  <a:lnTo>
                    <a:pt x="128110" y="237357"/>
                  </a:lnTo>
                  <a:lnTo>
                    <a:pt x="130573" y="237357"/>
                  </a:lnTo>
                  <a:lnTo>
                    <a:pt x="133037" y="237357"/>
                  </a:lnTo>
                  <a:lnTo>
                    <a:pt x="135501" y="237357"/>
                  </a:lnTo>
                  <a:lnTo>
                    <a:pt x="137964" y="237357"/>
                  </a:lnTo>
                  <a:lnTo>
                    <a:pt x="140428" y="237357"/>
                  </a:lnTo>
                  <a:lnTo>
                    <a:pt x="142892" y="237357"/>
                  </a:lnTo>
                  <a:lnTo>
                    <a:pt x="145355" y="237357"/>
                  </a:lnTo>
                  <a:lnTo>
                    <a:pt x="147819" y="237357"/>
                  </a:lnTo>
                  <a:lnTo>
                    <a:pt x="150283" y="237357"/>
                  </a:lnTo>
                  <a:lnTo>
                    <a:pt x="152746" y="237357"/>
                  </a:lnTo>
                  <a:lnTo>
                    <a:pt x="155210" y="237357"/>
                  </a:lnTo>
                  <a:lnTo>
                    <a:pt x="157674" y="237357"/>
                  </a:lnTo>
                  <a:lnTo>
                    <a:pt x="160137" y="237357"/>
                  </a:lnTo>
                  <a:lnTo>
                    <a:pt x="162601" y="237357"/>
                  </a:lnTo>
                  <a:lnTo>
                    <a:pt x="165065" y="237357"/>
                  </a:lnTo>
                  <a:lnTo>
                    <a:pt x="167528" y="237357"/>
                  </a:lnTo>
                  <a:lnTo>
                    <a:pt x="169992" y="237357"/>
                  </a:lnTo>
                  <a:lnTo>
                    <a:pt x="172456" y="237357"/>
                  </a:lnTo>
                  <a:lnTo>
                    <a:pt x="174919" y="237356"/>
                  </a:lnTo>
                  <a:lnTo>
                    <a:pt x="177383" y="237356"/>
                  </a:lnTo>
                  <a:lnTo>
                    <a:pt x="179847" y="237356"/>
                  </a:lnTo>
                  <a:lnTo>
                    <a:pt x="182310" y="237356"/>
                  </a:lnTo>
                  <a:lnTo>
                    <a:pt x="184774" y="237356"/>
                  </a:lnTo>
                  <a:lnTo>
                    <a:pt x="187237" y="237356"/>
                  </a:lnTo>
                  <a:lnTo>
                    <a:pt x="189701" y="237355"/>
                  </a:lnTo>
                  <a:lnTo>
                    <a:pt x="192165" y="237355"/>
                  </a:lnTo>
                  <a:lnTo>
                    <a:pt x="194628" y="237355"/>
                  </a:lnTo>
                  <a:lnTo>
                    <a:pt x="197092" y="237354"/>
                  </a:lnTo>
                  <a:lnTo>
                    <a:pt x="199556" y="237354"/>
                  </a:lnTo>
                  <a:lnTo>
                    <a:pt x="202019" y="237353"/>
                  </a:lnTo>
                  <a:lnTo>
                    <a:pt x="204483" y="237353"/>
                  </a:lnTo>
                  <a:lnTo>
                    <a:pt x="206947" y="237352"/>
                  </a:lnTo>
                  <a:lnTo>
                    <a:pt x="209410" y="237351"/>
                  </a:lnTo>
                  <a:lnTo>
                    <a:pt x="211874" y="237350"/>
                  </a:lnTo>
                  <a:lnTo>
                    <a:pt x="214338" y="237349"/>
                  </a:lnTo>
                  <a:lnTo>
                    <a:pt x="216801" y="237348"/>
                  </a:lnTo>
                  <a:lnTo>
                    <a:pt x="219265" y="237346"/>
                  </a:lnTo>
                  <a:lnTo>
                    <a:pt x="221729" y="237345"/>
                  </a:lnTo>
                  <a:lnTo>
                    <a:pt x="224192" y="237343"/>
                  </a:lnTo>
                  <a:lnTo>
                    <a:pt x="226656" y="237341"/>
                  </a:lnTo>
                  <a:lnTo>
                    <a:pt x="229120" y="237338"/>
                  </a:lnTo>
                  <a:lnTo>
                    <a:pt x="231583" y="237336"/>
                  </a:lnTo>
                  <a:lnTo>
                    <a:pt x="234047" y="237333"/>
                  </a:lnTo>
                  <a:lnTo>
                    <a:pt x="236511" y="237330"/>
                  </a:lnTo>
                  <a:lnTo>
                    <a:pt x="238974" y="237326"/>
                  </a:lnTo>
                  <a:lnTo>
                    <a:pt x="241438" y="237322"/>
                  </a:lnTo>
                  <a:lnTo>
                    <a:pt x="243902" y="237318"/>
                  </a:lnTo>
                  <a:lnTo>
                    <a:pt x="246365" y="237313"/>
                  </a:lnTo>
                  <a:lnTo>
                    <a:pt x="248829" y="237308"/>
                  </a:lnTo>
                  <a:lnTo>
                    <a:pt x="251293" y="237302"/>
                  </a:lnTo>
                  <a:lnTo>
                    <a:pt x="253756" y="237296"/>
                  </a:lnTo>
                  <a:lnTo>
                    <a:pt x="256220" y="237289"/>
                  </a:lnTo>
                  <a:lnTo>
                    <a:pt x="258684" y="237282"/>
                  </a:lnTo>
                  <a:lnTo>
                    <a:pt x="261147" y="237274"/>
                  </a:lnTo>
                  <a:lnTo>
                    <a:pt x="263611" y="237265"/>
                  </a:lnTo>
                  <a:lnTo>
                    <a:pt x="266075" y="237256"/>
                  </a:lnTo>
                  <a:lnTo>
                    <a:pt x="268538" y="237246"/>
                  </a:lnTo>
                  <a:lnTo>
                    <a:pt x="271002" y="237236"/>
                  </a:lnTo>
                  <a:lnTo>
                    <a:pt x="273465" y="237224"/>
                  </a:lnTo>
                  <a:lnTo>
                    <a:pt x="275929" y="237212"/>
                  </a:lnTo>
                  <a:lnTo>
                    <a:pt x="278393" y="237200"/>
                  </a:lnTo>
                  <a:lnTo>
                    <a:pt x="280856" y="237187"/>
                  </a:lnTo>
                  <a:lnTo>
                    <a:pt x="283320" y="237173"/>
                  </a:lnTo>
                  <a:lnTo>
                    <a:pt x="285784" y="237158"/>
                  </a:lnTo>
                  <a:lnTo>
                    <a:pt x="288247" y="237143"/>
                  </a:lnTo>
                  <a:lnTo>
                    <a:pt x="290711" y="237127"/>
                  </a:lnTo>
                  <a:lnTo>
                    <a:pt x="293175" y="237110"/>
                  </a:lnTo>
                  <a:lnTo>
                    <a:pt x="295638" y="237093"/>
                  </a:lnTo>
                  <a:lnTo>
                    <a:pt x="298102" y="237076"/>
                  </a:lnTo>
                  <a:lnTo>
                    <a:pt x="300566" y="237058"/>
                  </a:lnTo>
                  <a:lnTo>
                    <a:pt x="303029" y="237039"/>
                  </a:lnTo>
                  <a:lnTo>
                    <a:pt x="305493" y="237021"/>
                  </a:lnTo>
                  <a:lnTo>
                    <a:pt x="307957" y="237002"/>
                  </a:lnTo>
                  <a:lnTo>
                    <a:pt x="310420" y="236982"/>
                  </a:lnTo>
                  <a:lnTo>
                    <a:pt x="312884" y="236963"/>
                  </a:lnTo>
                  <a:lnTo>
                    <a:pt x="315348" y="236943"/>
                  </a:lnTo>
                  <a:lnTo>
                    <a:pt x="317811" y="236924"/>
                  </a:lnTo>
                  <a:lnTo>
                    <a:pt x="320275" y="236904"/>
                  </a:lnTo>
                  <a:lnTo>
                    <a:pt x="322739" y="236884"/>
                  </a:lnTo>
                  <a:lnTo>
                    <a:pt x="325202" y="236865"/>
                  </a:lnTo>
                  <a:lnTo>
                    <a:pt x="327666" y="236846"/>
                  </a:lnTo>
                  <a:lnTo>
                    <a:pt x="330130" y="236826"/>
                  </a:lnTo>
                  <a:lnTo>
                    <a:pt x="332593" y="236808"/>
                  </a:lnTo>
                  <a:lnTo>
                    <a:pt x="335057" y="236789"/>
                  </a:lnTo>
                  <a:lnTo>
                    <a:pt x="337521" y="236770"/>
                  </a:lnTo>
                  <a:lnTo>
                    <a:pt x="339984" y="236752"/>
                  </a:lnTo>
                  <a:lnTo>
                    <a:pt x="342448" y="236734"/>
                  </a:lnTo>
                  <a:lnTo>
                    <a:pt x="344912" y="236716"/>
                  </a:lnTo>
                  <a:lnTo>
                    <a:pt x="347375" y="236698"/>
                  </a:lnTo>
                  <a:lnTo>
                    <a:pt x="349839" y="236680"/>
                  </a:lnTo>
                  <a:lnTo>
                    <a:pt x="352303" y="236662"/>
                  </a:lnTo>
                  <a:lnTo>
                    <a:pt x="354766" y="236643"/>
                  </a:lnTo>
                  <a:lnTo>
                    <a:pt x="357230" y="236624"/>
                  </a:lnTo>
                  <a:lnTo>
                    <a:pt x="359694" y="236604"/>
                  </a:lnTo>
                  <a:lnTo>
                    <a:pt x="362157" y="236582"/>
                  </a:lnTo>
                  <a:lnTo>
                    <a:pt x="364621" y="236559"/>
                  </a:lnTo>
                  <a:lnTo>
                    <a:pt x="367084" y="236534"/>
                  </a:lnTo>
                  <a:lnTo>
                    <a:pt x="369548" y="236507"/>
                  </a:lnTo>
                  <a:lnTo>
                    <a:pt x="372012" y="236478"/>
                  </a:lnTo>
                  <a:lnTo>
                    <a:pt x="374475" y="236444"/>
                  </a:lnTo>
                  <a:lnTo>
                    <a:pt x="376939" y="236407"/>
                  </a:lnTo>
                  <a:lnTo>
                    <a:pt x="379403" y="236365"/>
                  </a:lnTo>
                  <a:lnTo>
                    <a:pt x="381866" y="236319"/>
                  </a:lnTo>
                  <a:lnTo>
                    <a:pt x="384330" y="236267"/>
                  </a:lnTo>
                  <a:lnTo>
                    <a:pt x="386794" y="236207"/>
                  </a:lnTo>
                  <a:lnTo>
                    <a:pt x="389257" y="236140"/>
                  </a:lnTo>
                  <a:lnTo>
                    <a:pt x="391721" y="236066"/>
                  </a:lnTo>
                  <a:lnTo>
                    <a:pt x="394185" y="235983"/>
                  </a:lnTo>
                  <a:lnTo>
                    <a:pt x="396648" y="235887"/>
                  </a:lnTo>
                  <a:lnTo>
                    <a:pt x="399112" y="235782"/>
                  </a:lnTo>
                  <a:lnTo>
                    <a:pt x="401576" y="235665"/>
                  </a:lnTo>
                  <a:lnTo>
                    <a:pt x="404039" y="235536"/>
                  </a:lnTo>
                  <a:lnTo>
                    <a:pt x="406503" y="235388"/>
                  </a:lnTo>
                  <a:lnTo>
                    <a:pt x="408967" y="235226"/>
                  </a:lnTo>
                  <a:lnTo>
                    <a:pt x="411430" y="235049"/>
                  </a:lnTo>
                  <a:lnTo>
                    <a:pt x="413894" y="234856"/>
                  </a:lnTo>
                  <a:lnTo>
                    <a:pt x="416358" y="234639"/>
                  </a:lnTo>
                  <a:lnTo>
                    <a:pt x="418821" y="234402"/>
                  </a:lnTo>
                  <a:lnTo>
                    <a:pt x="421285" y="234146"/>
                  </a:lnTo>
                  <a:lnTo>
                    <a:pt x="423749" y="233869"/>
                  </a:lnTo>
                  <a:lnTo>
                    <a:pt x="426212" y="233564"/>
                  </a:lnTo>
                  <a:lnTo>
                    <a:pt x="428676" y="233233"/>
                  </a:lnTo>
                  <a:lnTo>
                    <a:pt x="431140" y="232878"/>
                  </a:lnTo>
                  <a:lnTo>
                    <a:pt x="433603" y="232499"/>
                  </a:lnTo>
                  <a:lnTo>
                    <a:pt x="436067" y="232087"/>
                  </a:lnTo>
                  <a:lnTo>
                    <a:pt x="438531" y="231644"/>
                  </a:lnTo>
                  <a:lnTo>
                    <a:pt x="440994" y="231173"/>
                  </a:lnTo>
                  <a:lnTo>
                    <a:pt x="443458" y="230675"/>
                  </a:lnTo>
                  <a:lnTo>
                    <a:pt x="445922" y="230143"/>
                  </a:lnTo>
                  <a:lnTo>
                    <a:pt x="448385" y="229574"/>
                  </a:lnTo>
                  <a:lnTo>
                    <a:pt x="450849" y="228975"/>
                  </a:lnTo>
                  <a:lnTo>
                    <a:pt x="453312" y="228347"/>
                  </a:lnTo>
                  <a:lnTo>
                    <a:pt x="455776" y="227686"/>
                  </a:lnTo>
                  <a:lnTo>
                    <a:pt x="458240" y="226985"/>
                  </a:lnTo>
                  <a:lnTo>
                    <a:pt x="460703" y="226254"/>
                  </a:lnTo>
                  <a:lnTo>
                    <a:pt x="463167" y="225495"/>
                  </a:lnTo>
                  <a:lnTo>
                    <a:pt x="465631" y="224705"/>
                  </a:lnTo>
                  <a:lnTo>
                    <a:pt x="468094" y="223876"/>
                  </a:lnTo>
                  <a:lnTo>
                    <a:pt x="470558" y="223019"/>
                  </a:lnTo>
                  <a:lnTo>
                    <a:pt x="473022" y="222137"/>
                  </a:lnTo>
                  <a:lnTo>
                    <a:pt x="475485" y="221229"/>
                  </a:lnTo>
                  <a:lnTo>
                    <a:pt x="477949" y="220287"/>
                  </a:lnTo>
                  <a:lnTo>
                    <a:pt x="480413" y="219324"/>
                  </a:lnTo>
                  <a:lnTo>
                    <a:pt x="482876" y="218340"/>
                  </a:lnTo>
                  <a:lnTo>
                    <a:pt x="485340" y="217337"/>
                  </a:lnTo>
                  <a:lnTo>
                    <a:pt x="487804" y="216312"/>
                  </a:lnTo>
                  <a:lnTo>
                    <a:pt x="490267" y="215272"/>
                  </a:lnTo>
                  <a:lnTo>
                    <a:pt x="492731" y="214220"/>
                  </a:lnTo>
                  <a:lnTo>
                    <a:pt x="495195" y="213158"/>
                  </a:lnTo>
                  <a:lnTo>
                    <a:pt x="497658" y="212087"/>
                  </a:lnTo>
                  <a:lnTo>
                    <a:pt x="500122" y="211012"/>
                  </a:lnTo>
                  <a:lnTo>
                    <a:pt x="502586" y="209936"/>
                  </a:lnTo>
                  <a:lnTo>
                    <a:pt x="505049" y="208861"/>
                  </a:lnTo>
                  <a:lnTo>
                    <a:pt x="507513" y="207790"/>
                  </a:lnTo>
                  <a:lnTo>
                    <a:pt x="509977" y="206729"/>
                  </a:lnTo>
                  <a:lnTo>
                    <a:pt x="512440" y="205678"/>
                  </a:lnTo>
                  <a:lnTo>
                    <a:pt x="514904" y="204640"/>
                  </a:lnTo>
                  <a:lnTo>
                    <a:pt x="517368" y="203619"/>
                  </a:lnTo>
                  <a:lnTo>
                    <a:pt x="519831" y="202622"/>
                  </a:lnTo>
                  <a:lnTo>
                    <a:pt x="522295" y="201646"/>
                  </a:lnTo>
                  <a:lnTo>
                    <a:pt x="524759" y="200694"/>
                  </a:lnTo>
                  <a:lnTo>
                    <a:pt x="527222" y="199769"/>
                  </a:lnTo>
                  <a:lnTo>
                    <a:pt x="529686" y="198883"/>
                  </a:lnTo>
                  <a:lnTo>
                    <a:pt x="532150" y="198028"/>
                  </a:lnTo>
                  <a:lnTo>
                    <a:pt x="534613" y="197205"/>
                  </a:lnTo>
                  <a:lnTo>
                    <a:pt x="537077" y="196416"/>
                  </a:lnTo>
                  <a:lnTo>
                    <a:pt x="539541" y="195678"/>
                  </a:lnTo>
                  <a:lnTo>
                    <a:pt x="542004" y="194977"/>
                  </a:lnTo>
                  <a:lnTo>
                    <a:pt x="544468" y="194315"/>
                  </a:lnTo>
                  <a:lnTo>
                    <a:pt x="546931" y="193692"/>
                  </a:lnTo>
                  <a:lnTo>
                    <a:pt x="549395" y="193123"/>
                  </a:lnTo>
                  <a:lnTo>
                    <a:pt x="551859" y="192598"/>
                  </a:lnTo>
                  <a:lnTo>
                    <a:pt x="554322" y="192113"/>
                  </a:lnTo>
                  <a:lnTo>
                    <a:pt x="556786" y="191670"/>
                  </a:lnTo>
                  <a:lnTo>
                    <a:pt x="559250" y="191278"/>
                  </a:lnTo>
                  <a:lnTo>
                    <a:pt x="561713" y="190934"/>
                  </a:lnTo>
                  <a:lnTo>
                    <a:pt x="564177" y="190629"/>
                  </a:lnTo>
                  <a:lnTo>
                    <a:pt x="566641" y="190363"/>
                  </a:lnTo>
                  <a:lnTo>
                    <a:pt x="569104" y="190143"/>
                  </a:lnTo>
                  <a:lnTo>
                    <a:pt x="571568" y="189970"/>
                  </a:lnTo>
                  <a:lnTo>
                    <a:pt x="574032" y="189833"/>
                  </a:lnTo>
                  <a:lnTo>
                    <a:pt x="576495" y="189730"/>
                  </a:lnTo>
                  <a:lnTo>
                    <a:pt x="578959" y="189666"/>
                  </a:lnTo>
                  <a:lnTo>
                    <a:pt x="581423" y="189643"/>
                  </a:lnTo>
                  <a:lnTo>
                    <a:pt x="583886" y="189651"/>
                  </a:lnTo>
                  <a:lnTo>
                    <a:pt x="586350" y="189687"/>
                  </a:lnTo>
                  <a:lnTo>
                    <a:pt x="588814" y="189752"/>
                  </a:lnTo>
                  <a:lnTo>
                    <a:pt x="591277" y="189853"/>
                  </a:lnTo>
                  <a:lnTo>
                    <a:pt x="593741" y="189976"/>
                  </a:lnTo>
                  <a:lnTo>
                    <a:pt x="596205" y="190120"/>
                  </a:lnTo>
                  <a:lnTo>
                    <a:pt x="598668" y="190285"/>
                  </a:lnTo>
                  <a:lnTo>
                    <a:pt x="601132" y="190476"/>
                  </a:lnTo>
                  <a:lnTo>
                    <a:pt x="603596" y="190682"/>
                  </a:lnTo>
                  <a:lnTo>
                    <a:pt x="606059" y="190902"/>
                  </a:lnTo>
                  <a:lnTo>
                    <a:pt x="608523" y="191136"/>
                  </a:lnTo>
                  <a:lnTo>
                    <a:pt x="610987" y="191383"/>
                  </a:lnTo>
                  <a:lnTo>
                    <a:pt x="613450" y="191640"/>
                  </a:lnTo>
                  <a:lnTo>
                    <a:pt x="615914" y="191904"/>
                  </a:lnTo>
                  <a:lnTo>
                    <a:pt x="618378" y="192173"/>
                  </a:lnTo>
                  <a:lnTo>
                    <a:pt x="620841" y="192448"/>
                  </a:lnTo>
                  <a:lnTo>
                    <a:pt x="623305" y="192724"/>
                  </a:lnTo>
                  <a:lnTo>
                    <a:pt x="625769" y="193000"/>
                  </a:lnTo>
                  <a:lnTo>
                    <a:pt x="628232" y="193275"/>
                  </a:lnTo>
                  <a:lnTo>
                    <a:pt x="630696" y="193547"/>
                  </a:lnTo>
                  <a:lnTo>
                    <a:pt x="633159" y="193813"/>
                  </a:lnTo>
                  <a:lnTo>
                    <a:pt x="635623" y="194074"/>
                  </a:lnTo>
                  <a:lnTo>
                    <a:pt x="638087" y="194327"/>
                  </a:lnTo>
                  <a:lnTo>
                    <a:pt x="640550" y="194570"/>
                  </a:lnTo>
                  <a:lnTo>
                    <a:pt x="643014" y="194801"/>
                  </a:lnTo>
                  <a:lnTo>
                    <a:pt x="645478" y="195019"/>
                  </a:lnTo>
                  <a:lnTo>
                    <a:pt x="647941" y="195226"/>
                  </a:lnTo>
                  <a:lnTo>
                    <a:pt x="650405" y="195418"/>
                  </a:lnTo>
                  <a:lnTo>
                    <a:pt x="652869" y="195589"/>
                  </a:lnTo>
                  <a:lnTo>
                    <a:pt x="655332" y="195744"/>
                  </a:lnTo>
                  <a:lnTo>
                    <a:pt x="657796" y="195881"/>
                  </a:lnTo>
                  <a:lnTo>
                    <a:pt x="660260" y="196001"/>
                  </a:lnTo>
                  <a:lnTo>
                    <a:pt x="662723" y="196094"/>
                  </a:lnTo>
                  <a:lnTo>
                    <a:pt x="665187" y="196166"/>
                  </a:lnTo>
                  <a:lnTo>
                    <a:pt x="667651" y="196218"/>
                  </a:lnTo>
                  <a:lnTo>
                    <a:pt x="670114" y="196248"/>
                  </a:lnTo>
                  <a:lnTo>
                    <a:pt x="672578" y="196248"/>
                  </a:lnTo>
                  <a:lnTo>
                    <a:pt x="675042" y="196223"/>
                  </a:lnTo>
                  <a:lnTo>
                    <a:pt x="677505" y="196175"/>
                  </a:lnTo>
                  <a:lnTo>
                    <a:pt x="679969" y="196104"/>
                  </a:lnTo>
                  <a:lnTo>
                    <a:pt x="682433" y="196001"/>
                  </a:lnTo>
                  <a:lnTo>
                    <a:pt x="684896" y="195871"/>
                  </a:lnTo>
                  <a:lnTo>
                    <a:pt x="687360" y="195715"/>
                  </a:lnTo>
                  <a:lnTo>
                    <a:pt x="689824" y="195535"/>
                  </a:lnTo>
                  <a:lnTo>
                    <a:pt x="692287" y="195323"/>
                  </a:lnTo>
                  <a:lnTo>
                    <a:pt x="694751" y="195081"/>
                  </a:lnTo>
                  <a:lnTo>
                    <a:pt x="697215" y="194814"/>
                  </a:lnTo>
                  <a:lnTo>
                    <a:pt x="699678" y="194521"/>
                  </a:lnTo>
                  <a:lnTo>
                    <a:pt x="702142" y="194198"/>
                  </a:lnTo>
                  <a:lnTo>
                    <a:pt x="704606" y="193842"/>
                  </a:lnTo>
                  <a:lnTo>
                    <a:pt x="707069" y="193461"/>
                  </a:lnTo>
                  <a:lnTo>
                    <a:pt x="709533" y="193054"/>
                  </a:lnTo>
                  <a:lnTo>
                    <a:pt x="711997" y="192619"/>
                  </a:lnTo>
                  <a:lnTo>
                    <a:pt x="714460" y="192148"/>
                  </a:lnTo>
                  <a:lnTo>
                    <a:pt x="716924" y="191651"/>
                  </a:lnTo>
                  <a:lnTo>
                    <a:pt x="719388" y="191128"/>
                  </a:lnTo>
                  <a:lnTo>
                    <a:pt x="721851" y="190577"/>
                  </a:lnTo>
                  <a:lnTo>
                    <a:pt x="724315" y="189987"/>
                  </a:lnTo>
                  <a:lnTo>
                    <a:pt x="726778" y="189369"/>
                  </a:lnTo>
                  <a:lnTo>
                    <a:pt x="729242" y="188723"/>
                  </a:lnTo>
                  <a:lnTo>
                    <a:pt x="731706" y="188048"/>
                  </a:lnTo>
                  <a:lnTo>
                    <a:pt x="734169" y="187331"/>
                  </a:lnTo>
                  <a:lnTo>
                    <a:pt x="736633" y="186580"/>
                  </a:lnTo>
                  <a:lnTo>
                    <a:pt x="739097" y="185798"/>
                  </a:lnTo>
                  <a:lnTo>
                    <a:pt x="741560" y="184982"/>
                  </a:lnTo>
                  <a:lnTo>
                    <a:pt x="744024" y="184119"/>
                  </a:lnTo>
                  <a:lnTo>
                    <a:pt x="746488" y="183215"/>
                  </a:lnTo>
                  <a:lnTo>
                    <a:pt x="748951" y="182272"/>
                  </a:lnTo>
                  <a:lnTo>
                    <a:pt x="751415" y="181289"/>
                  </a:lnTo>
                  <a:lnTo>
                    <a:pt x="753879" y="180254"/>
                  </a:lnTo>
                  <a:lnTo>
                    <a:pt x="756342" y="179164"/>
                  </a:lnTo>
                  <a:lnTo>
                    <a:pt x="758806" y="178027"/>
                  </a:lnTo>
                  <a:lnTo>
                    <a:pt x="761270" y="176841"/>
                  </a:lnTo>
                  <a:lnTo>
                    <a:pt x="763733" y="175594"/>
                  </a:lnTo>
                  <a:lnTo>
                    <a:pt x="766197" y="174278"/>
                  </a:lnTo>
                  <a:lnTo>
                    <a:pt x="768661" y="172903"/>
                  </a:lnTo>
                  <a:lnTo>
                    <a:pt x="771124" y="171469"/>
                  </a:lnTo>
                  <a:lnTo>
                    <a:pt x="773588" y="169967"/>
                  </a:lnTo>
                  <a:lnTo>
                    <a:pt x="776052" y="168375"/>
                  </a:lnTo>
                  <a:lnTo>
                    <a:pt x="778515" y="166715"/>
                  </a:lnTo>
                  <a:lnTo>
                    <a:pt x="780979" y="164985"/>
                  </a:lnTo>
                  <a:lnTo>
                    <a:pt x="783443" y="163179"/>
                  </a:lnTo>
                  <a:lnTo>
                    <a:pt x="785906" y="161265"/>
                  </a:lnTo>
                  <a:lnTo>
                    <a:pt x="788370" y="159272"/>
                  </a:lnTo>
                  <a:lnTo>
                    <a:pt x="790834" y="157198"/>
                  </a:lnTo>
                  <a:lnTo>
                    <a:pt x="793297" y="155043"/>
                  </a:lnTo>
                  <a:lnTo>
                    <a:pt x="795761" y="152769"/>
                  </a:lnTo>
                  <a:lnTo>
                    <a:pt x="798225" y="150406"/>
                  </a:lnTo>
                  <a:lnTo>
                    <a:pt x="800688" y="147956"/>
                  </a:lnTo>
                  <a:lnTo>
                    <a:pt x="803152" y="145418"/>
                  </a:lnTo>
                  <a:lnTo>
                    <a:pt x="805616" y="142764"/>
                  </a:lnTo>
                  <a:lnTo>
                    <a:pt x="808079" y="140011"/>
                  </a:lnTo>
                  <a:lnTo>
                    <a:pt x="810543" y="137171"/>
                  </a:lnTo>
                  <a:lnTo>
                    <a:pt x="813006" y="134244"/>
                  </a:lnTo>
                  <a:lnTo>
                    <a:pt x="815470" y="131209"/>
                  </a:lnTo>
                  <a:lnTo>
                    <a:pt x="817934" y="128075"/>
                  </a:lnTo>
                  <a:lnTo>
                    <a:pt x="820397" y="124861"/>
                  </a:lnTo>
                  <a:lnTo>
                    <a:pt x="822861" y="121568"/>
                  </a:lnTo>
                  <a:lnTo>
                    <a:pt x="825325" y="118185"/>
                  </a:lnTo>
                  <a:lnTo>
                    <a:pt x="827788" y="114713"/>
                  </a:lnTo>
                  <a:lnTo>
                    <a:pt x="830252" y="111175"/>
                  </a:lnTo>
                  <a:lnTo>
                    <a:pt x="832716" y="107574"/>
                  </a:lnTo>
                  <a:lnTo>
                    <a:pt x="835179" y="103910"/>
                  </a:lnTo>
                  <a:lnTo>
                    <a:pt x="837643" y="100177"/>
                  </a:lnTo>
                  <a:lnTo>
                    <a:pt x="840107" y="96402"/>
                  </a:lnTo>
                  <a:lnTo>
                    <a:pt x="842570" y="92589"/>
                  </a:lnTo>
                  <a:lnTo>
                    <a:pt x="845034" y="88742"/>
                  </a:lnTo>
                  <a:lnTo>
                    <a:pt x="847498" y="84862"/>
                  </a:lnTo>
                  <a:lnTo>
                    <a:pt x="849961" y="80969"/>
                  </a:lnTo>
                  <a:lnTo>
                    <a:pt x="852425" y="77070"/>
                  </a:lnTo>
                  <a:lnTo>
                    <a:pt x="854889" y="73169"/>
                  </a:lnTo>
                  <a:lnTo>
                    <a:pt x="857352" y="69281"/>
                  </a:lnTo>
                  <a:lnTo>
                    <a:pt x="859816" y="65416"/>
                  </a:lnTo>
                  <a:lnTo>
                    <a:pt x="862280" y="61578"/>
                  </a:lnTo>
                  <a:lnTo>
                    <a:pt x="864743" y="57775"/>
                  </a:lnTo>
                  <a:lnTo>
                    <a:pt x="867207" y="54032"/>
                  </a:lnTo>
                  <a:lnTo>
                    <a:pt x="869671" y="50351"/>
                  </a:lnTo>
                  <a:lnTo>
                    <a:pt x="872134" y="46734"/>
                  </a:lnTo>
                  <a:lnTo>
                    <a:pt x="874598" y="43187"/>
                  </a:lnTo>
                  <a:lnTo>
                    <a:pt x="877062" y="39741"/>
                  </a:lnTo>
                  <a:lnTo>
                    <a:pt x="879525" y="36401"/>
                  </a:lnTo>
                  <a:lnTo>
                    <a:pt x="881989" y="33159"/>
                  </a:lnTo>
                  <a:lnTo>
                    <a:pt x="884453" y="30018"/>
                  </a:lnTo>
                  <a:lnTo>
                    <a:pt x="886916" y="27011"/>
                  </a:lnTo>
                  <a:lnTo>
                    <a:pt x="889380" y="24152"/>
                  </a:lnTo>
                  <a:lnTo>
                    <a:pt x="891844" y="21419"/>
                  </a:lnTo>
                  <a:lnTo>
                    <a:pt x="894307" y="18815"/>
                  </a:lnTo>
                  <a:lnTo>
                    <a:pt x="896771" y="16362"/>
                  </a:lnTo>
                  <a:lnTo>
                    <a:pt x="899235" y="14098"/>
                  </a:lnTo>
                  <a:lnTo>
                    <a:pt x="901698" y="11979"/>
                  </a:lnTo>
                  <a:lnTo>
                    <a:pt x="904162" y="10008"/>
                  </a:lnTo>
                  <a:lnTo>
                    <a:pt x="906625" y="8197"/>
                  </a:lnTo>
                  <a:lnTo>
                    <a:pt x="909089" y="6604"/>
                  </a:lnTo>
                  <a:lnTo>
                    <a:pt x="911553" y="5168"/>
                  </a:lnTo>
                  <a:lnTo>
                    <a:pt x="914016" y="3890"/>
                  </a:lnTo>
                  <a:lnTo>
                    <a:pt x="916480" y="2772"/>
                  </a:lnTo>
                  <a:lnTo>
                    <a:pt x="918944" y="1885"/>
                  </a:lnTo>
                  <a:lnTo>
                    <a:pt x="921407" y="1163"/>
                  </a:lnTo>
                  <a:lnTo>
                    <a:pt x="923871" y="601"/>
                  </a:lnTo>
                  <a:lnTo>
                    <a:pt x="926335" y="198"/>
                  </a:lnTo>
                  <a:lnTo>
                    <a:pt x="928798" y="13"/>
                  </a:lnTo>
                  <a:lnTo>
                    <a:pt x="931262" y="0"/>
                  </a:lnTo>
                  <a:lnTo>
                    <a:pt x="933726" y="141"/>
                  </a:lnTo>
                  <a:lnTo>
                    <a:pt x="936189" y="437"/>
                  </a:lnTo>
                  <a:lnTo>
                    <a:pt x="938653" y="929"/>
                  </a:lnTo>
                  <a:lnTo>
                    <a:pt x="941117" y="1593"/>
                  </a:lnTo>
                  <a:lnTo>
                    <a:pt x="943580" y="2403"/>
                  </a:lnTo>
                  <a:lnTo>
                    <a:pt x="946044" y="3356"/>
                  </a:lnTo>
                  <a:lnTo>
                    <a:pt x="948508" y="4480"/>
                  </a:lnTo>
                  <a:lnTo>
                    <a:pt x="950971" y="5773"/>
                  </a:lnTo>
                  <a:lnTo>
                    <a:pt x="953435" y="7198"/>
                  </a:lnTo>
                  <a:lnTo>
                    <a:pt x="955899" y="8754"/>
                  </a:lnTo>
                  <a:lnTo>
                    <a:pt x="958362" y="10454"/>
                  </a:lnTo>
                  <a:lnTo>
                    <a:pt x="960826" y="12315"/>
                  </a:lnTo>
                  <a:lnTo>
                    <a:pt x="963290" y="14294"/>
                  </a:lnTo>
                  <a:lnTo>
                    <a:pt x="965753" y="16389"/>
                  </a:lnTo>
                  <a:lnTo>
                    <a:pt x="968217" y="18604"/>
                  </a:lnTo>
                  <a:lnTo>
                    <a:pt x="970681" y="20969"/>
                  </a:lnTo>
                  <a:lnTo>
                    <a:pt x="973144" y="23437"/>
                  </a:lnTo>
                  <a:lnTo>
                    <a:pt x="975608" y="26005"/>
                  </a:lnTo>
                  <a:lnTo>
                    <a:pt x="978072" y="28671"/>
                  </a:lnTo>
                  <a:lnTo>
                    <a:pt x="980535" y="31473"/>
                  </a:lnTo>
                  <a:lnTo>
                    <a:pt x="982999" y="34362"/>
                  </a:lnTo>
                  <a:lnTo>
                    <a:pt x="985463" y="37337"/>
                  </a:lnTo>
                  <a:lnTo>
                    <a:pt x="987926" y="40394"/>
                  </a:lnTo>
                  <a:lnTo>
                    <a:pt x="990390" y="43557"/>
                  </a:lnTo>
                  <a:lnTo>
                    <a:pt x="992853" y="46799"/>
                  </a:lnTo>
                  <a:lnTo>
                    <a:pt x="995317" y="50109"/>
                  </a:lnTo>
                  <a:lnTo>
                    <a:pt x="997781" y="53484"/>
                  </a:lnTo>
                  <a:lnTo>
                    <a:pt x="1000244" y="56939"/>
                  </a:lnTo>
                  <a:lnTo>
                    <a:pt x="1002708" y="60457"/>
                  </a:lnTo>
                  <a:lnTo>
                    <a:pt x="1005172" y="64026"/>
                  </a:lnTo>
                  <a:lnTo>
                    <a:pt x="1007635" y="67642"/>
                  </a:lnTo>
                  <a:lnTo>
                    <a:pt x="1010099" y="71311"/>
                  </a:lnTo>
                  <a:lnTo>
                    <a:pt x="1012563" y="75025"/>
                  </a:lnTo>
                  <a:lnTo>
                    <a:pt x="1015026" y="78770"/>
                  </a:lnTo>
                  <a:lnTo>
                    <a:pt x="1017490" y="82544"/>
                  </a:lnTo>
                  <a:lnTo>
                    <a:pt x="1019954" y="86344"/>
                  </a:lnTo>
                  <a:lnTo>
                    <a:pt x="1022417" y="90167"/>
                  </a:lnTo>
                  <a:lnTo>
                    <a:pt x="1024881" y="94000"/>
                  </a:lnTo>
                  <a:lnTo>
                    <a:pt x="1027345" y="97841"/>
                  </a:lnTo>
                  <a:lnTo>
                    <a:pt x="1029808" y="101686"/>
                  </a:lnTo>
                  <a:lnTo>
                    <a:pt x="1032272" y="105527"/>
                  </a:lnTo>
                  <a:lnTo>
                    <a:pt x="1034736" y="109358"/>
                  </a:lnTo>
                  <a:lnTo>
                    <a:pt x="1037199" y="113176"/>
                  </a:lnTo>
                  <a:lnTo>
                    <a:pt x="1039663" y="116979"/>
                  </a:lnTo>
                  <a:lnTo>
                    <a:pt x="1042127" y="120748"/>
                  </a:lnTo>
                  <a:lnTo>
                    <a:pt x="1044590" y="124490"/>
                  </a:lnTo>
                  <a:lnTo>
                    <a:pt x="1047054" y="128200"/>
                  </a:lnTo>
                  <a:lnTo>
                    <a:pt x="1049518" y="131875"/>
                  </a:lnTo>
                  <a:lnTo>
                    <a:pt x="1051981" y="135495"/>
                  </a:lnTo>
                  <a:lnTo>
                    <a:pt x="1054445" y="139068"/>
                  </a:lnTo>
                  <a:lnTo>
                    <a:pt x="1056909" y="142593"/>
                  </a:lnTo>
                  <a:lnTo>
                    <a:pt x="1059372" y="146068"/>
                  </a:lnTo>
                  <a:lnTo>
                    <a:pt x="1061836" y="149473"/>
                  </a:lnTo>
                  <a:lnTo>
                    <a:pt x="1064300" y="152812"/>
                  </a:lnTo>
                  <a:lnTo>
                    <a:pt x="1066763" y="156092"/>
                  </a:lnTo>
                  <a:lnTo>
                    <a:pt x="1069227" y="159309"/>
                  </a:lnTo>
                  <a:lnTo>
                    <a:pt x="1071691" y="162448"/>
                  </a:lnTo>
                  <a:lnTo>
                    <a:pt x="1074154" y="165506"/>
                  </a:lnTo>
                  <a:lnTo>
                    <a:pt x="1076618" y="168496"/>
                  </a:lnTo>
                  <a:lnTo>
                    <a:pt x="1079082" y="171418"/>
                  </a:lnTo>
                  <a:lnTo>
                    <a:pt x="1081545" y="174258"/>
                  </a:lnTo>
                  <a:lnTo>
                    <a:pt x="1084009" y="177006"/>
                  </a:lnTo>
                  <a:lnTo>
                    <a:pt x="1086472" y="179682"/>
                  </a:lnTo>
                  <a:lnTo>
                    <a:pt x="1088936" y="182286"/>
                  </a:lnTo>
                  <a:lnTo>
                    <a:pt x="1091400" y="184811"/>
                  </a:lnTo>
                  <a:lnTo>
                    <a:pt x="1093863" y="187238"/>
                  </a:lnTo>
                  <a:lnTo>
                    <a:pt x="1096327" y="189592"/>
                  </a:lnTo>
                  <a:lnTo>
                    <a:pt x="1098791" y="191874"/>
                  </a:lnTo>
                  <a:lnTo>
                    <a:pt x="1101254" y="194083"/>
                  </a:lnTo>
                  <a:lnTo>
                    <a:pt x="1103718" y="196190"/>
                  </a:lnTo>
                  <a:lnTo>
                    <a:pt x="1106182" y="198228"/>
                  </a:lnTo>
                  <a:lnTo>
                    <a:pt x="1108645" y="200196"/>
                  </a:lnTo>
                  <a:lnTo>
                    <a:pt x="1111109" y="202096"/>
                  </a:lnTo>
                  <a:lnTo>
                    <a:pt x="1113573" y="203901"/>
                  </a:lnTo>
                  <a:lnTo>
                    <a:pt x="1116036" y="205638"/>
                  </a:lnTo>
                  <a:lnTo>
                    <a:pt x="1118500" y="207310"/>
                  </a:lnTo>
                  <a:lnTo>
                    <a:pt x="1120964" y="208918"/>
                  </a:lnTo>
                  <a:lnTo>
                    <a:pt x="1123427" y="210444"/>
                  </a:lnTo>
                  <a:lnTo>
                    <a:pt x="1125891" y="211901"/>
                  </a:lnTo>
                  <a:lnTo>
                    <a:pt x="1128355" y="213300"/>
                  </a:lnTo>
                  <a:lnTo>
                    <a:pt x="1130818" y="214641"/>
                  </a:lnTo>
                  <a:lnTo>
                    <a:pt x="1133282" y="215912"/>
                  </a:lnTo>
                  <a:lnTo>
                    <a:pt x="1135746" y="217117"/>
                  </a:lnTo>
                  <a:lnTo>
                    <a:pt x="1138209" y="218269"/>
                  </a:lnTo>
                  <a:lnTo>
                    <a:pt x="1140673" y="219370"/>
                  </a:lnTo>
                  <a:lnTo>
                    <a:pt x="1143137" y="220413"/>
                  </a:lnTo>
                  <a:lnTo>
                    <a:pt x="1145600" y="221393"/>
                  </a:lnTo>
                  <a:lnTo>
                    <a:pt x="1148064" y="222328"/>
                  </a:lnTo>
                  <a:lnTo>
                    <a:pt x="1150528" y="223217"/>
                  </a:lnTo>
                  <a:lnTo>
                    <a:pt x="1152991" y="224059"/>
                  </a:lnTo>
                  <a:lnTo>
                    <a:pt x="1155455" y="224844"/>
                  </a:lnTo>
                  <a:lnTo>
                    <a:pt x="1157919" y="225589"/>
                  </a:lnTo>
                  <a:lnTo>
                    <a:pt x="1160382" y="226296"/>
                  </a:lnTo>
                  <a:lnTo>
                    <a:pt x="1162846" y="226965"/>
                  </a:lnTo>
                  <a:lnTo>
                    <a:pt x="1165310" y="227583"/>
                  </a:lnTo>
                  <a:lnTo>
                    <a:pt x="1167773" y="228168"/>
                  </a:lnTo>
                  <a:lnTo>
                    <a:pt x="1170237" y="228721"/>
                  </a:lnTo>
                  <a:lnTo>
                    <a:pt x="1172701" y="229243"/>
                  </a:lnTo>
                  <a:lnTo>
                    <a:pt x="1175164" y="229724"/>
                  </a:lnTo>
                  <a:lnTo>
                    <a:pt x="1177628" y="230177"/>
                  </a:lnTo>
                  <a:lnTo>
                    <a:pt x="1180091" y="230603"/>
                  </a:lnTo>
                  <a:lnTo>
                    <a:pt x="1182555" y="231005"/>
                  </a:lnTo>
                  <a:lnTo>
                    <a:pt x="1185019" y="231375"/>
                  </a:lnTo>
                  <a:lnTo>
                    <a:pt x="1187482" y="231721"/>
                  </a:lnTo>
                  <a:lnTo>
                    <a:pt x="1189946" y="232047"/>
                  </a:lnTo>
                  <a:lnTo>
                    <a:pt x="1192410" y="232353"/>
                  </a:lnTo>
                  <a:lnTo>
                    <a:pt x="1194873" y="232637"/>
                  </a:lnTo>
                  <a:lnTo>
                    <a:pt x="1197337" y="232900"/>
                  </a:lnTo>
                  <a:lnTo>
                    <a:pt x="1199801" y="233148"/>
                  </a:lnTo>
                  <a:lnTo>
                    <a:pt x="1202264" y="233382"/>
                  </a:lnTo>
                  <a:lnTo>
                    <a:pt x="1204728" y="233599"/>
                  </a:lnTo>
                  <a:lnTo>
                    <a:pt x="1207192" y="233800"/>
                  </a:lnTo>
                  <a:lnTo>
                    <a:pt x="1209655" y="233991"/>
                  </a:lnTo>
                  <a:lnTo>
                    <a:pt x="1212119" y="234170"/>
                  </a:lnTo>
                  <a:lnTo>
                    <a:pt x="1214583" y="234339"/>
                  </a:lnTo>
                  <a:lnTo>
                    <a:pt x="1217046" y="234495"/>
                  </a:lnTo>
                  <a:lnTo>
                    <a:pt x="1219510" y="234644"/>
                  </a:lnTo>
                  <a:lnTo>
                    <a:pt x="1221974" y="234784"/>
                  </a:lnTo>
                  <a:lnTo>
                    <a:pt x="1224437" y="234918"/>
                  </a:lnTo>
                  <a:lnTo>
                    <a:pt x="1226901" y="235042"/>
                  </a:lnTo>
                  <a:lnTo>
                    <a:pt x="1229365" y="235161"/>
                  </a:lnTo>
                  <a:lnTo>
                    <a:pt x="1231828" y="235274"/>
                  </a:lnTo>
                  <a:lnTo>
                    <a:pt x="1234292" y="235383"/>
                  </a:lnTo>
                  <a:lnTo>
                    <a:pt x="1236756" y="235485"/>
                  </a:lnTo>
                  <a:lnTo>
                    <a:pt x="1239219" y="235582"/>
                  </a:lnTo>
                  <a:lnTo>
                    <a:pt x="1241683" y="235676"/>
                  </a:lnTo>
                  <a:lnTo>
                    <a:pt x="1244147" y="235766"/>
                  </a:lnTo>
                  <a:lnTo>
                    <a:pt x="1246610" y="235852"/>
                  </a:lnTo>
                  <a:lnTo>
                    <a:pt x="1249074" y="235934"/>
                  </a:lnTo>
                  <a:lnTo>
                    <a:pt x="1251538" y="236013"/>
                  </a:lnTo>
                  <a:lnTo>
                    <a:pt x="1254001" y="236089"/>
                  </a:lnTo>
                  <a:lnTo>
                    <a:pt x="1256465" y="236161"/>
                  </a:lnTo>
                  <a:lnTo>
                    <a:pt x="1258929" y="236231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7005616" y="6041994"/>
              <a:ext cx="1258929" cy="111903"/>
            </a:xfrm>
            <a:custGeom>
              <a:avLst/>
              <a:pathLst>
                <a:path w="1258929" h="111903">
                  <a:moveTo>
                    <a:pt x="0" y="111845"/>
                  </a:moveTo>
                  <a:lnTo>
                    <a:pt x="2463" y="111842"/>
                  </a:lnTo>
                  <a:lnTo>
                    <a:pt x="4927" y="111839"/>
                  </a:lnTo>
                  <a:lnTo>
                    <a:pt x="7390" y="111835"/>
                  </a:lnTo>
                  <a:lnTo>
                    <a:pt x="9854" y="111832"/>
                  </a:lnTo>
                  <a:lnTo>
                    <a:pt x="12318" y="111828"/>
                  </a:lnTo>
                  <a:lnTo>
                    <a:pt x="14781" y="111824"/>
                  </a:lnTo>
                  <a:lnTo>
                    <a:pt x="17245" y="111819"/>
                  </a:lnTo>
                  <a:lnTo>
                    <a:pt x="19709" y="111815"/>
                  </a:lnTo>
                  <a:lnTo>
                    <a:pt x="22172" y="111810"/>
                  </a:lnTo>
                  <a:lnTo>
                    <a:pt x="24636" y="111805"/>
                  </a:lnTo>
                  <a:lnTo>
                    <a:pt x="27100" y="111800"/>
                  </a:lnTo>
                  <a:lnTo>
                    <a:pt x="29563" y="111794"/>
                  </a:lnTo>
                  <a:lnTo>
                    <a:pt x="32027" y="111789"/>
                  </a:lnTo>
                  <a:lnTo>
                    <a:pt x="34491" y="111783"/>
                  </a:lnTo>
                  <a:lnTo>
                    <a:pt x="36954" y="111776"/>
                  </a:lnTo>
                  <a:lnTo>
                    <a:pt x="39418" y="111770"/>
                  </a:lnTo>
                  <a:lnTo>
                    <a:pt x="41882" y="111763"/>
                  </a:lnTo>
                  <a:lnTo>
                    <a:pt x="44345" y="111755"/>
                  </a:lnTo>
                  <a:lnTo>
                    <a:pt x="46809" y="111748"/>
                  </a:lnTo>
                  <a:lnTo>
                    <a:pt x="49273" y="111740"/>
                  </a:lnTo>
                  <a:lnTo>
                    <a:pt x="51736" y="111731"/>
                  </a:lnTo>
                  <a:lnTo>
                    <a:pt x="54200" y="111722"/>
                  </a:lnTo>
                  <a:lnTo>
                    <a:pt x="56664" y="111713"/>
                  </a:lnTo>
                  <a:lnTo>
                    <a:pt x="59127" y="111704"/>
                  </a:lnTo>
                  <a:lnTo>
                    <a:pt x="61591" y="111694"/>
                  </a:lnTo>
                  <a:lnTo>
                    <a:pt x="64055" y="111683"/>
                  </a:lnTo>
                  <a:lnTo>
                    <a:pt x="66518" y="111672"/>
                  </a:lnTo>
                  <a:lnTo>
                    <a:pt x="68982" y="111660"/>
                  </a:lnTo>
                  <a:lnTo>
                    <a:pt x="71446" y="111648"/>
                  </a:lnTo>
                  <a:lnTo>
                    <a:pt x="73909" y="111636"/>
                  </a:lnTo>
                  <a:lnTo>
                    <a:pt x="76373" y="111623"/>
                  </a:lnTo>
                  <a:lnTo>
                    <a:pt x="78837" y="111609"/>
                  </a:lnTo>
                  <a:lnTo>
                    <a:pt x="81300" y="111594"/>
                  </a:lnTo>
                  <a:lnTo>
                    <a:pt x="83764" y="111579"/>
                  </a:lnTo>
                  <a:lnTo>
                    <a:pt x="86228" y="111564"/>
                  </a:lnTo>
                  <a:lnTo>
                    <a:pt x="88691" y="111547"/>
                  </a:lnTo>
                  <a:lnTo>
                    <a:pt x="91155" y="111530"/>
                  </a:lnTo>
                  <a:lnTo>
                    <a:pt x="93618" y="111512"/>
                  </a:lnTo>
                  <a:lnTo>
                    <a:pt x="96082" y="111494"/>
                  </a:lnTo>
                  <a:lnTo>
                    <a:pt x="98546" y="111474"/>
                  </a:lnTo>
                  <a:lnTo>
                    <a:pt x="101009" y="111454"/>
                  </a:lnTo>
                  <a:lnTo>
                    <a:pt x="103473" y="111433"/>
                  </a:lnTo>
                  <a:lnTo>
                    <a:pt x="105937" y="111411"/>
                  </a:lnTo>
                  <a:lnTo>
                    <a:pt x="108400" y="111388"/>
                  </a:lnTo>
                  <a:lnTo>
                    <a:pt x="110864" y="111364"/>
                  </a:lnTo>
                  <a:lnTo>
                    <a:pt x="113328" y="111340"/>
                  </a:lnTo>
                  <a:lnTo>
                    <a:pt x="115791" y="111313"/>
                  </a:lnTo>
                  <a:lnTo>
                    <a:pt x="118255" y="111287"/>
                  </a:lnTo>
                  <a:lnTo>
                    <a:pt x="120719" y="111258"/>
                  </a:lnTo>
                  <a:lnTo>
                    <a:pt x="123182" y="111230"/>
                  </a:lnTo>
                  <a:lnTo>
                    <a:pt x="125646" y="111199"/>
                  </a:lnTo>
                  <a:lnTo>
                    <a:pt x="128110" y="111168"/>
                  </a:lnTo>
                  <a:lnTo>
                    <a:pt x="130573" y="111134"/>
                  </a:lnTo>
                  <a:lnTo>
                    <a:pt x="133037" y="111100"/>
                  </a:lnTo>
                  <a:lnTo>
                    <a:pt x="135501" y="111065"/>
                  </a:lnTo>
                  <a:lnTo>
                    <a:pt x="137964" y="111028"/>
                  </a:lnTo>
                  <a:lnTo>
                    <a:pt x="140428" y="110989"/>
                  </a:lnTo>
                  <a:lnTo>
                    <a:pt x="142892" y="110950"/>
                  </a:lnTo>
                  <a:lnTo>
                    <a:pt x="145355" y="110908"/>
                  </a:lnTo>
                  <a:lnTo>
                    <a:pt x="147819" y="110866"/>
                  </a:lnTo>
                  <a:lnTo>
                    <a:pt x="150283" y="110821"/>
                  </a:lnTo>
                  <a:lnTo>
                    <a:pt x="152746" y="110775"/>
                  </a:lnTo>
                  <a:lnTo>
                    <a:pt x="155210" y="110727"/>
                  </a:lnTo>
                  <a:lnTo>
                    <a:pt x="157674" y="110678"/>
                  </a:lnTo>
                  <a:lnTo>
                    <a:pt x="160137" y="110626"/>
                  </a:lnTo>
                  <a:lnTo>
                    <a:pt x="162601" y="110573"/>
                  </a:lnTo>
                  <a:lnTo>
                    <a:pt x="165065" y="110518"/>
                  </a:lnTo>
                  <a:lnTo>
                    <a:pt x="167528" y="110460"/>
                  </a:lnTo>
                  <a:lnTo>
                    <a:pt x="169992" y="110402"/>
                  </a:lnTo>
                  <a:lnTo>
                    <a:pt x="172456" y="110340"/>
                  </a:lnTo>
                  <a:lnTo>
                    <a:pt x="174919" y="110277"/>
                  </a:lnTo>
                  <a:lnTo>
                    <a:pt x="177383" y="110211"/>
                  </a:lnTo>
                  <a:lnTo>
                    <a:pt x="179847" y="110143"/>
                  </a:lnTo>
                  <a:lnTo>
                    <a:pt x="182310" y="110072"/>
                  </a:lnTo>
                  <a:lnTo>
                    <a:pt x="184774" y="110001"/>
                  </a:lnTo>
                  <a:lnTo>
                    <a:pt x="187237" y="109925"/>
                  </a:lnTo>
                  <a:lnTo>
                    <a:pt x="189701" y="109848"/>
                  </a:lnTo>
                  <a:lnTo>
                    <a:pt x="192165" y="109767"/>
                  </a:lnTo>
                  <a:lnTo>
                    <a:pt x="194628" y="109685"/>
                  </a:lnTo>
                  <a:lnTo>
                    <a:pt x="197092" y="109599"/>
                  </a:lnTo>
                  <a:lnTo>
                    <a:pt x="199556" y="109511"/>
                  </a:lnTo>
                  <a:lnTo>
                    <a:pt x="202019" y="109420"/>
                  </a:lnTo>
                  <a:lnTo>
                    <a:pt x="204483" y="109326"/>
                  </a:lnTo>
                  <a:lnTo>
                    <a:pt x="206947" y="109229"/>
                  </a:lnTo>
                  <a:lnTo>
                    <a:pt x="209410" y="109130"/>
                  </a:lnTo>
                  <a:lnTo>
                    <a:pt x="211874" y="109026"/>
                  </a:lnTo>
                  <a:lnTo>
                    <a:pt x="214338" y="108921"/>
                  </a:lnTo>
                  <a:lnTo>
                    <a:pt x="216801" y="108811"/>
                  </a:lnTo>
                  <a:lnTo>
                    <a:pt x="219265" y="108699"/>
                  </a:lnTo>
                  <a:lnTo>
                    <a:pt x="221729" y="108583"/>
                  </a:lnTo>
                  <a:lnTo>
                    <a:pt x="224192" y="108464"/>
                  </a:lnTo>
                  <a:lnTo>
                    <a:pt x="226656" y="108341"/>
                  </a:lnTo>
                  <a:lnTo>
                    <a:pt x="229120" y="108215"/>
                  </a:lnTo>
                  <a:lnTo>
                    <a:pt x="231583" y="108085"/>
                  </a:lnTo>
                  <a:lnTo>
                    <a:pt x="234047" y="107951"/>
                  </a:lnTo>
                  <a:lnTo>
                    <a:pt x="236511" y="107815"/>
                  </a:lnTo>
                  <a:lnTo>
                    <a:pt x="238974" y="107673"/>
                  </a:lnTo>
                  <a:lnTo>
                    <a:pt x="241438" y="107530"/>
                  </a:lnTo>
                  <a:lnTo>
                    <a:pt x="243902" y="107380"/>
                  </a:lnTo>
                  <a:lnTo>
                    <a:pt x="246365" y="107229"/>
                  </a:lnTo>
                  <a:lnTo>
                    <a:pt x="248829" y="107071"/>
                  </a:lnTo>
                  <a:lnTo>
                    <a:pt x="251293" y="106912"/>
                  </a:lnTo>
                  <a:lnTo>
                    <a:pt x="253756" y="106745"/>
                  </a:lnTo>
                  <a:lnTo>
                    <a:pt x="256220" y="106578"/>
                  </a:lnTo>
                  <a:lnTo>
                    <a:pt x="258684" y="106403"/>
                  </a:lnTo>
                  <a:lnTo>
                    <a:pt x="261147" y="106227"/>
                  </a:lnTo>
                  <a:lnTo>
                    <a:pt x="263611" y="106044"/>
                  </a:lnTo>
                  <a:lnTo>
                    <a:pt x="266075" y="105859"/>
                  </a:lnTo>
                  <a:lnTo>
                    <a:pt x="268538" y="105667"/>
                  </a:lnTo>
                  <a:lnTo>
                    <a:pt x="271002" y="105473"/>
                  </a:lnTo>
                  <a:lnTo>
                    <a:pt x="273465" y="105272"/>
                  </a:lnTo>
                  <a:lnTo>
                    <a:pt x="275929" y="105069"/>
                  </a:lnTo>
                  <a:lnTo>
                    <a:pt x="278393" y="104859"/>
                  </a:lnTo>
                  <a:lnTo>
                    <a:pt x="280856" y="104647"/>
                  </a:lnTo>
                  <a:lnTo>
                    <a:pt x="283320" y="104428"/>
                  </a:lnTo>
                  <a:lnTo>
                    <a:pt x="285784" y="104205"/>
                  </a:lnTo>
                  <a:lnTo>
                    <a:pt x="288247" y="103978"/>
                  </a:lnTo>
                  <a:lnTo>
                    <a:pt x="290711" y="103745"/>
                  </a:lnTo>
                  <a:lnTo>
                    <a:pt x="293175" y="103508"/>
                  </a:lnTo>
                  <a:lnTo>
                    <a:pt x="295638" y="103266"/>
                  </a:lnTo>
                  <a:lnTo>
                    <a:pt x="298102" y="103020"/>
                  </a:lnTo>
                  <a:lnTo>
                    <a:pt x="300566" y="102767"/>
                  </a:lnTo>
                  <a:lnTo>
                    <a:pt x="303029" y="102512"/>
                  </a:lnTo>
                  <a:lnTo>
                    <a:pt x="305493" y="102249"/>
                  </a:lnTo>
                  <a:lnTo>
                    <a:pt x="307957" y="101984"/>
                  </a:lnTo>
                  <a:lnTo>
                    <a:pt x="310420" y="101712"/>
                  </a:lnTo>
                  <a:lnTo>
                    <a:pt x="312884" y="101437"/>
                  </a:lnTo>
                  <a:lnTo>
                    <a:pt x="315348" y="101155"/>
                  </a:lnTo>
                  <a:lnTo>
                    <a:pt x="317811" y="100871"/>
                  </a:lnTo>
                  <a:lnTo>
                    <a:pt x="320275" y="100579"/>
                  </a:lnTo>
                  <a:lnTo>
                    <a:pt x="322739" y="100285"/>
                  </a:lnTo>
                  <a:lnTo>
                    <a:pt x="325202" y="99983"/>
                  </a:lnTo>
                  <a:lnTo>
                    <a:pt x="327666" y="99680"/>
                  </a:lnTo>
                  <a:lnTo>
                    <a:pt x="330130" y="99368"/>
                  </a:lnTo>
                  <a:lnTo>
                    <a:pt x="332593" y="99055"/>
                  </a:lnTo>
                  <a:lnTo>
                    <a:pt x="335057" y="98735"/>
                  </a:lnTo>
                  <a:lnTo>
                    <a:pt x="337521" y="98412"/>
                  </a:lnTo>
                  <a:lnTo>
                    <a:pt x="339984" y="98082"/>
                  </a:lnTo>
                  <a:lnTo>
                    <a:pt x="342448" y="97750"/>
                  </a:lnTo>
                  <a:lnTo>
                    <a:pt x="344912" y="97412"/>
                  </a:lnTo>
                  <a:lnTo>
                    <a:pt x="347375" y="97071"/>
                  </a:lnTo>
                  <a:lnTo>
                    <a:pt x="349839" y="96724"/>
                  </a:lnTo>
                  <a:lnTo>
                    <a:pt x="352303" y="96374"/>
                  </a:lnTo>
                  <a:lnTo>
                    <a:pt x="354766" y="96019"/>
                  </a:lnTo>
                  <a:lnTo>
                    <a:pt x="357230" y="95660"/>
                  </a:lnTo>
                  <a:lnTo>
                    <a:pt x="359694" y="95298"/>
                  </a:lnTo>
                  <a:lnTo>
                    <a:pt x="362157" y="94931"/>
                  </a:lnTo>
                  <a:lnTo>
                    <a:pt x="364621" y="94560"/>
                  </a:lnTo>
                  <a:lnTo>
                    <a:pt x="367084" y="94186"/>
                  </a:lnTo>
                  <a:lnTo>
                    <a:pt x="369548" y="93808"/>
                  </a:lnTo>
                  <a:lnTo>
                    <a:pt x="372012" y="93426"/>
                  </a:lnTo>
                  <a:lnTo>
                    <a:pt x="374475" y="93042"/>
                  </a:lnTo>
                  <a:lnTo>
                    <a:pt x="376939" y="92652"/>
                  </a:lnTo>
                  <a:lnTo>
                    <a:pt x="379403" y="92262"/>
                  </a:lnTo>
                  <a:lnTo>
                    <a:pt x="381866" y="91866"/>
                  </a:lnTo>
                  <a:lnTo>
                    <a:pt x="384330" y="91470"/>
                  </a:lnTo>
                  <a:lnTo>
                    <a:pt x="386794" y="91069"/>
                  </a:lnTo>
                  <a:lnTo>
                    <a:pt x="389257" y="90667"/>
                  </a:lnTo>
                  <a:lnTo>
                    <a:pt x="391721" y="90260"/>
                  </a:lnTo>
                  <a:lnTo>
                    <a:pt x="394185" y="89853"/>
                  </a:lnTo>
                  <a:lnTo>
                    <a:pt x="396648" y="89443"/>
                  </a:lnTo>
                  <a:lnTo>
                    <a:pt x="399112" y="89031"/>
                  </a:lnTo>
                  <a:lnTo>
                    <a:pt x="401576" y="88617"/>
                  </a:lnTo>
                  <a:lnTo>
                    <a:pt x="404039" y="88202"/>
                  </a:lnTo>
                  <a:lnTo>
                    <a:pt x="406503" y="87785"/>
                  </a:lnTo>
                  <a:lnTo>
                    <a:pt x="408967" y="87366"/>
                  </a:lnTo>
                  <a:lnTo>
                    <a:pt x="411430" y="86947"/>
                  </a:lnTo>
                  <a:lnTo>
                    <a:pt x="413894" y="86526"/>
                  </a:lnTo>
                  <a:lnTo>
                    <a:pt x="416358" y="86105"/>
                  </a:lnTo>
                  <a:lnTo>
                    <a:pt x="418821" y="85683"/>
                  </a:lnTo>
                  <a:lnTo>
                    <a:pt x="421285" y="85261"/>
                  </a:lnTo>
                  <a:lnTo>
                    <a:pt x="423749" y="84839"/>
                  </a:lnTo>
                  <a:lnTo>
                    <a:pt x="426212" y="84416"/>
                  </a:lnTo>
                  <a:lnTo>
                    <a:pt x="428676" y="83994"/>
                  </a:lnTo>
                  <a:lnTo>
                    <a:pt x="431140" y="83572"/>
                  </a:lnTo>
                  <a:lnTo>
                    <a:pt x="433603" y="83151"/>
                  </a:lnTo>
                  <a:lnTo>
                    <a:pt x="436067" y="82730"/>
                  </a:lnTo>
                  <a:lnTo>
                    <a:pt x="438531" y="82311"/>
                  </a:lnTo>
                  <a:lnTo>
                    <a:pt x="440994" y="81893"/>
                  </a:lnTo>
                  <a:lnTo>
                    <a:pt x="443458" y="81477"/>
                  </a:lnTo>
                  <a:lnTo>
                    <a:pt x="445922" y="81061"/>
                  </a:lnTo>
                  <a:lnTo>
                    <a:pt x="448385" y="80649"/>
                  </a:lnTo>
                  <a:lnTo>
                    <a:pt x="450849" y="80237"/>
                  </a:lnTo>
                  <a:lnTo>
                    <a:pt x="453312" y="79829"/>
                  </a:lnTo>
                  <a:lnTo>
                    <a:pt x="455776" y="79422"/>
                  </a:lnTo>
                  <a:lnTo>
                    <a:pt x="458240" y="79020"/>
                  </a:lnTo>
                  <a:lnTo>
                    <a:pt x="460703" y="78619"/>
                  </a:lnTo>
                  <a:lnTo>
                    <a:pt x="463167" y="78223"/>
                  </a:lnTo>
                  <a:lnTo>
                    <a:pt x="465631" y="77828"/>
                  </a:lnTo>
                  <a:lnTo>
                    <a:pt x="468094" y="77440"/>
                  </a:lnTo>
                  <a:lnTo>
                    <a:pt x="470558" y="77053"/>
                  </a:lnTo>
                  <a:lnTo>
                    <a:pt x="473022" y="76672"/>
                  </a:lnTo>
                  <a:lnTo>
                    <a:pt x="475485" y="76294"/>
                  </a:lnTo>
                  <a:lnTo>
                    <a:pt x="477949" y="75922"/>
                  </a:lnTo>
                  <a:lnTo>
                    <a:pt x="480413" y="75553"/>
                  </a:lnTo>
                  <a:lnTo>
                    <a:pt x="482876" y="75190"/>
                  </a:lnTo>
                  <a:lnTo>
                    <a:pt x="485340" y="74832"/>
                  </a:lnTo>
                  <a:lnTo>
                    <a:pt x="487804" y="74479"/>
                  </a:lnTo>
                  <a:lnTo>
                    <a:pt x="490267" y="74132"/>
                  </a:lnTo>
                  <a:lnTo>
                    <a:pt x="492731" y="73791"/>
                  </a:lnTo>
                  <a:lnTo>
                    <a:pt x="495195" y="73455"/>
                  </a:lnTo>
                  <a:lnTo>
                    <a:pt x="497658" y="73126"/>
                  </a:lnTo>
                  <a:lnTo>
                    <a:pt x="500122" y="72804"/>
                  </a:lnTo>
                  <a:lnTo>
                    <a:pt x="502586" y="72486"/>
                  </a:lnTo>
                  <a:lnTo>
                    <a:pt x="505049" y="72178"/>
                  </a:lnTo>
                  <a:lnTo>
                    <a:pt x="507513" y="71874"/>
                  </a:lnTo>
                  <a:lnTo>
                    <a:pt x="509977" y="71580"/>
                  </a:lnTo>
                  <a:lnTo>
                    <a:pt x="512440" y="71289"/>
                  </a:lnTo>
                  <a:lnTo>
                    <a:pt x="514904" y="71010"/>
                  </a:lnTo>
                  <a:lnTo>
                    <a:pt x="517368" y="70734"/>
                  </a:lnTo>
                  <a:lnTo>
                    <a:pt x="519831" y="70471"/>
                  </a:lnTo>
                  <a:lnTo>
                    <a:pt x="522295" y="70210"/>
                  </a:lnTo>
                  <a:lnTo>
                    <a:pt x="524759" y="69964"/>
                  </a:lnTo>
                  <a:lnTo>
                    <a:pt x="527222" y="69718"/>
                  </a:lnTo>
                  <a:lnTo>
                    <a:pt x="529686" y="69488"/>
                  </a:lnTo>
                  <a:lnTo>
                    <a:pt x="532150" y="69260"/>
                  </a:lnTo>
                  <a:lnTo>
                    <a:pt x="534613" y="69046"/>
                  </a:lnTo>
                  <a:lnTo>
                    <a:pt x="537077" y="68835"/>
                  </a:lnTo>
                  <a:lnTo>
                    <a:pt x="539541" y="68639"/>
                  </a:lnTo>
                  <a:lnTo>
                    <a:pt x="542004" y="68446"/>
                  </a:lnTo>
                  <a:lnTo>
                    <a:pt x="544468" y="68266"/>
                  </a:lnTo>
                  <a:lnTo>
                    <a:pt x="546931" y="68091"/>
                  </a:lnTo>
                  <a:lnTo>
                    <a:pt x="549395" y="67929"/>
                  </a:lnTo>
                  <a:lnTo>
                    <a:pt x="551859" y="67773"/>
                  </a:lnTo>
                  <a:lnTo>
                    <a:pt x="554322" y="67629"/>
                  </a:lnTo>
                  <a:lnTo>
                    <a:pt x="556786" y="67491"/>
                  </a:lnTo>
                  <a:lnTo>
                    <a:pt x="559250" y="67364"/>
                  </a:lnTo>
                  <a:lnTo>
                    <a:pt x="561713" y="67246"/>
                  </a:lnTo>
                  <a:lnTo>
                    <a:pt x="564177" y="67137"/>
                  </a:lnTo>
                  <a:lnTo>
                    <a:pt x="566641" y="67038"/>
                  </a:lnTo>
                  <a:lnTo>
                    <a:pt x="569104" y="66947"/>
                  </a:lnTo>
                  <a:lnTo>
                    <a:pt x="571568" y="66867"/>
                  </a:lnTo>
                  <a:lnTo>
                    <a:pt x="574032" y="66794"/>
                  </a:lnTo>
                  <a:lnTo>
                    <a:pt x="576495" y="66734"/>
                  </a:lnTo>
                  <a:lnTo>
                    <a:pt x="578959" y="66678"/>
                  </a:lnTo>
                  <a:lnTo>
                    <a:pt x="581423" y="66637"/>
                  </a:lnTo>
                  <a:lnTo>
                    <a:pt x="583886" y="66599"/>
                  </a:lnTo>
                  <a:lnTo>
                    <a:pt x="586350" y="66576"/>
                  </a:lnTo>
                  <a:lnTo>
                    <a:pt x="588814" y="66556"/>
                  </a:lnTo>
                  <a:lnTo>
                    <a:pt x="591277" y="66552"/>
                  </a:lnTo>
                  <a:lnTo>
                    <a:pt x="593741" y="66549"/>
                  </a:lnTo>
                  <a:lnTo>
                    <a:pt x="596205" y="66563"/>
                  </a:lnTo>
                  <a:lnTo>
                    <a:pt x="598668" y="66579"/>
                  </a:lnTo>
                  <a:lnTo>
                    <a:pt x="601132" y="66610"/>
                  </a:lnTo>
                  <a:lnTo>
                    <a:pt x="603596" y="66643"/>
                  </a:lnTo>
                  <a:lnTo>
                    <a:pt x="606059" y="66690"/>
                  </a:lnTo>
                  <a:lnTo>
                    <a:pt x="608523" y="66741"/>
                  </a:lnTo>
                  <a:lnTo>
                    <a:pt x="610987" y="66804"/>
                  </a:lnTo>
                  <a:lnTo>
                    <a:pt x="613450" y="66871"/>
                  </a:lnTo>
                  <a:lnTo>
                    <a:pt x="615914" y="66950"/>
                  </a:lnTo>
                  <a:lnTo>
                    <a:pt x="618378" y="67033"/>
                  </a:lnTo>
                  <a:lnTo>
                    <a:pt x="620841" y="67127"/>
                  </a:lnTo>
                  <a:lnTo>
                    <a:pt x="623305" y="67225"/>
                  </a:lnTo>
                  <a:lnTo>
                    <a:pt x="625769" y="67333"/>
                  </a:lnTo>
                  <a:lnTo>
                    <a:pt x="628232" y="67447"/>
                  </a:lnTo>
                  <a:lnTo>
                    <a:pt x="630696" y="67568"/>
                  </a:lnTo>
                  <a:lnTo>
                    <a:pt x="633159" y="67696"/>
                  </a:lnTo>
                  <a:lnTo>
                    <a:pt x="635623" y="67830"/>
                  </a:lnTo>
                  <a:lnTo>
                    <a:pt x="638087" y="67971"/>
                  </a:lnTo>
                  <a:lnTo>
                    <a:pt x="640550" y="68117"/>
                  </a:lnTo>
                  <a:lnTo>
                    <a:pt x="643014" y="68271"/>
                  </a:lnTo>
                  <a:lnTo>
                    <a:pt x="645478" y="68428"/>
                  </a:lnTo>
                  <a:lnTo>
                    <a:pt x="647941" y="68593"/>
                  </a:lnTo>
                  <a:lnTo>
                    <a:pt x="650405" y="68761"/>
                  </a:lnTo>
                  <a:lnTo>
                    <a:pt x="652869" y="68936"/>
                  </a:lnTo>
                  <a:lnTo>
                    <a:pt x="655332" y="69114"/>
                  </a:lnTo>
                  <a:lnTo>
                    <a:pt x="657796" y="69299"/>
                  </a:lnTo>
                  <a:lnTo>
                    <a:pt x="660260" y="69485"/>
                  </a:lnTo>
                  <a:lnTo>
                    <a:pt x="662723" y="69679"/>
                  </a:lnTo>
                  <a:lnTo>
                    <a:pt x="665187" y="69873"/>
                  </a:lnTo>
                  <a:lnTo>
                    <a:pt x="667651" y="70074"/>
                  </a:lnTo>
                  <a:lnTo>
                    <a:pt x="670114" y="70275"/>
                  </a:lnTo>
                  <a:lnTo>
                    <a:pt x="672578" y="70482"/>
                  </a:lnTo>
                  <a:lnTo>
                    <a:pt x="675042" y="70690"/>
                  </a:lnTo>
                  <a:lnTo>
                    <a:pt x="677505" y="70902"/>
                  </a:lnTo>
                  <a:lnTo>
                    <a:pt x="679969" y="71115"/>
                  </a:lnTo>
                  <a:lnTo>
                    <a:pt x="682433" y="71331"/>
                  </a:lnTo>
                  <a:lnTo>
                    <a:pt x="684896" y="71548"/>
                  </a:lnTo>
                  <a:lnTo>
                    <a:pt x="687360" y="71767"/>
                  </a:lnTo>
                  <a:lnTo>
                    <a:pt x="689824" y="71987"/>
                  </a:lnTo>
                  <a:lnTo>
                    <a:pt x="692287" y="72208"/>
                  </a:lnTo>
                  <a:lnTo>
                    <a:pt x="694751" y="72430"/>
                  </a:lnTo>
                  <a:lnTo>
                    <a:pt x="697215" y="72652"/>
                  </a:lnTo>
                  <a:lnTo>
                    <a:pt x="699678" y="72874"/>
                  </a:lnTo>
                  <a:lnTo>
                    <a:pt x="702142" y="73096"/>
                  </a:lnTo>
                  <a:lnTo>
                    <a:pt x="704606" y="73318"/>
                  </a:lnTo>
                  <a:lnTo>
                    <a:pt x="707069" y="73539"/>
                  </a:lnTo>
                  <a:lnTo>
                    <a:pt x="709533" y="73759"/>
                  </a:lnTo>
                  <a:lnTo>
                    <a:pt x="711997" y="73978"/>
                  </a:lnTo>
                  <a:lnTo>
                    <a:pt x="714460" y="74195"/>
                  </a:lnTo>
                  <a:lnTo>
                    <a:pt x="716924" y="74412"/>
                  </a:lnTo>
                  <a:lnTo>
                    <a:pt x="719388" y="74625"/>
                  </a:lnTo>
                  <a:lnTo>
                    <a:pt x="721851" y="74837"/>
                  </a:lnTo>
                  <a:lnTo>
                    <a:pt x="724315" y="75045"/>
                  </a:lnTo>
                  <a:lnTo>
                    <a:pt x="726778" y="75252"/>
                  </a:lnTo>
                  <a:lnTo>
                    <a:pt x="729242" y="75454"/>
                  </a:lnTo>
                  <a:lnTo>
                    <a:pt x="731706" y="75655"/>
                  </a:lnTo>
                  <a:lnTo>
                    <a:pt x="734169" y="75849"/>
                  </a:lnTo>
                  <a:lnTo>
                    <a:pt x="736633" y="76043"/>
                  </a:lnTo>
                  <a:lnTo>
                    <a:pt x="739097" y="76230"/>
                  </a:lnTo>
                  <a:lnTo>
                    <a:pt x="741560" y="76415"/>
                  </a:lnTo>
                  <a:lnTo>
                    <a:pt x="744024" y="76593"/>
                  </a:lnTo>
                  <a:lnTo>
                    <a:pt x="746488" y="76768"/>
                  </a:lnTo>
                  <a:lnTo>
                    <a:pt x="748951" y="76936"/>
                  </a:lnTo>
                  <a:lnTo>
                    <a:pt x="751415" y="77101"/>
                  </a:lnTo>
                  <a:lnTo>
                    <a:pt x="753879" y="77259"/>
                  </a:lnTo>
                  <a:lnTo>
                    <a:pt x="756342" y="77412"/>
                  </a:lnTo>
                  <a:lnTo>
                    <a:pt x="758806" y="77558"/>
                  </a:lnTo>
                  <a:lnTo>
                    <a:pt x="761270" y="77699"/>
                  </a:lnTo>
                  <a:lnTo>
                    <a:pt x="763733" y="77833"/>
                  </a:lnTo>
                  <a:lnTo>
                    <a:pt x="766197" y="77960"/>
                  </a:lnTo>
                  <a:lnTo>
                    <a:pt x="768661" y="78081"/>
                  </a:lnTo>
                  <a:lnTo>
                    <a:pt x="771124" y="78194"/>
                  </a:lnTo>
                  <a:lnTo>
                    <a:pt x="773588" y="78301"/>
                  </a:lnTo>
                  <a:lnTo>
                    <a:pt x="776052" y="78399"/>
                  </a:lnTo>
                  <a:lnTo>
                    <a:pt x="778515" y="78491"/>
                  </a:lnTo>
                  <a:lnTo>
                    <a:pt x="780979" y="78572"/>
                  </a:lnTo>
                  <a:lnTo>
                    <a:pt x="783443" y="78649"/>
                  </a:lnTo>
                  <a:lnTo>
                    <a:pt x="785906" y="78714"/>
                  </a:lnTo>
                  <a:lnTo>
                    <a:pt x="788370" y="78775"/>
                  </a:lnTo>
                  <a:lnTo>
                    <a:pt x="790834" y="78822"/>
                  </a:lnTo>
                  <a:lnTo>
                    <a:pt x="793297" y="78866"/>
                  </a:lnTo>
                  <a:lnTo>
                    <a:pt x="795761" y="78894"/>
                  </a:lnTo>
                  <a:lnTo>
                    <a:pt x="798225" y="78921"/>
                  </a:lnTo>
                  <a:lnTo>
                    <a:pt x="800688" y="78930"/>
                  </a:lnTo>
                  <a:lnTo>
                    <a:pt x="803152" y="78938"/>
                  </a:lnTo>
                  <a:lnTo>
                    <a:pt x="805616" y="78929"/>
                  </a:lnTo>
                  <a:lnTo>
                    <a:pt x="808079" y="78917"/>
                  </a:lnTo>
                  <a:lnTo>
                    <a:pt x="810543" y="78888"/>
                  </a:lnTo>
                  <a:lnTo>
                    <a:pt x="813006" y="78856"/>
                  </a:lnTo>
                  <a:lnTo>
                    <a:pt x="815470" y="78808"/>
                  </a:lnTo>
                  <a:lnTo>
                    <a:pt x="817934" y="78754"/>
                  </a:lnTo>
                  <a:lnTo>
                    <a:pt x="820397" y="78686"/>
                  </a:lnTo>
                  <a:lnTo>
                    <a:pt x="822861" y="78611"/>
                  </a:lnTo>
                  <a:lnTo>
                    <a:pt x="825325" y="78523"/>
                  </a:lnTo>
                  <a:lnTo>
                    <a:pt x="827788" y="78425"/>
                  </a:lnTo>
                  <a:lnTo>
                    <a:pt x="830252" y="78316"/>
                  </a:lnTo>
                  <a:lnTo>
                    <a:pt x="832716" y="78196"/>
                  </a:lnTo>
                  <a:lnTo>
                    <a:pt x="835179" y="78066"/>
                  </a:lnTo>
                  <a:lnTo>
                    <a:pt x="837643" y="77923"/>
                  </a:lnTo>
                  <a:lnTo>
                    <a:pt x="840107" y="77771"/>
                  </a:lnTo>
                  <a:lnTo>
                    <a:pt x="842570" y="77605"/>
                  </a:lnTo>
                  <a:lnTo>
                    <a:pt x="845034" y="77430"/>
                  </a:lnTo>
                  <a:lnTo>
                    <a:pt x="847498" y="77241"/>
                  </a:lnTo>
                  <a:lnTo>
                    <a:pt x="849961" y="77044"/>
                  </a:lnTo>
                  <a:lnTo>
                    <a:pt x="852425" y="76831"/>
                  </a:lnTo>
                  <a:lnTo>
                    <a:pt x="854889" y="76612"/>
                  </a:lnTo>
                  <a:lnTo>
                    <a:pt x="857352" y="76375"/>
                  </a:lnTo>
                  <a:lnTo>
                    <a:pt x="859816" y="76133"/>
                  </a:lnTo>
                  <a:lnTo>
                    <a:pt x="862280" y="75871"/>
                  </a:lnTo>
                  <a:lnTo>
                    <a:pt x="864743" y="75607"/>
                  </a:lnTo>
                  <a:lnTo>
                    <a:pt x="867207" y="75320"/>
                  </a:lnTo>
                  <a:lnTo>
                    <a:pt x="869671" y="75032"/>
                  </a:lnTo>
                  <a:lnTo>
                    <a:pt x="872134" y="74722"/>
                  </a:lnTo>
                  <a:lnTo>
                    <a:pt x="874598" y="74409"/>
                  </a:lnTo>
                  <a:lnTo>
                    <a:pt x="877062" y="74075"/>
                  </a:lnTo>
                  <a:lnTo>
                    <a:pt x="879525" y="73738"/>
                  </a:lnTo>
                  <a:lnTo>
                    <a:pt x="881989" y="73381"/>
                  </a:lnTo>
                  <a:lnTo>
                    <a:pt x="884453" y="73019"/>
                  </a:lnTo>
                  <a:lnTo>
                    <a:pt x="886916" y="72639"/>
                  </a:lnTo>
                  <a:lnTo>
                    <a:pt x="889380" y="72252"/>
                  </a:lnTo>
                  <a:lnTo>
                    <a:pt x="891844" y="71849"/>
                  </a:lnTo>
                  <a:lnTo>
                    <a:pt x="894307" y="71437"/>
                  </a:lnTo>
                  <a:lnTo>
                    <a:pt x="896771" y="71011"/>
                  </a:lnTo>
                  <a:lnTo>
                    <a:pt x="899235" y="70575"/>
                  </a:lnTo>
                  <a:lnTo>
                    <a:pt x="901698" y="70126"/>
                  </a:lnTo>
                  <a:lnTo>
                    <a:pt x="904162" y="69665"/>
                  </a:lnTo>
                  <a:lnTo>
                    <a:pt x="906625" y="69193"/>
                  </a:lnTo>
                  <a:lnTo>
                    <a:pt x="909089" y="68708"/>
                  </a:lnTo>
                  <a:lnTo>
                    <a:pt x="911553" y="68214"/>
                  </a:lnTo>
                  <a:lnTo>
                    <a:pt x="914016" y="67705"/>
                  </a:lnTo>
                  <a:lnTo>
                    <a:pt x="916480" y="67189"/>
                  </a:lnTo>
                  <a:lnTo>
                    <a:pt x="918944" y="66656"/>
                  </a:lnTo>
                  <a:lnTo>
                    <a:pt x="921407" y="66118"/>
                  </a:lnTo>
                  <a:lnTo>
                    <a:pt x="923871" y="65562"/>
                  </a:lnTo>
                  <a:lnTo>
                    <a:pt x="926335" y="65002"/>
                  </a:lnTo>
                  <a:lnTo>
                    <a:pt x="928798" y="64424"/>
                  </a:lnTo>
                  <a:lnTo>
                    <a:pt x="931262" y="63842"/>
                  </a:lnTo>
                  <a:lnTo>
                    <a:pt x="933726" y="63242"/>
                  </a:lnTo>
                  <a:lnTo>
                    <a:pt x="936189" y="62639"/>
                  </a:lnTo>
                  <a:lnTo>
                    <a:pt x="938653" y="62017"/>
                  </a:lnTo>
                  <a:lnTo>
                    <a:pt x="941117" y="61393"/>
                  </a:lnTo>
                  <a:lnTo>
                    <a:pt x="943580" y="60751"/>
                  </a:lnTo>
                  <a:lnTo>
                    <a:pt x="946044" y="60106"/>
                  </a:lnTo>
                  <a:lnTo>
                    <a:pt x="948508" y="59444"/>
                  </a:lnTo>
                  <a:lnTo>
                    <a:pt x="950971" y="58779"/>
                  </a:lnTo>
                  <a:lnTo>
                    <a:pt x="953435" y="58099"/>
                  </a:lnTo>
                  <a:lnTo>
                    <a:pt x="955899" y="57414"/>
                  </a:lnTo>
                  <a:lnTo>
                    <a:pt x="958362" y="56716"/>
                  </a:lnTo>
                  <a:lnTo>
                    <a:pt x="960826" y="56012"/>
                  </a:lnTo>
                  <a:lnTo>
                    <a:pt x="963290" y="55297"/>
                  </a:lnTo>
                  <a:lnTo>
                    <a:pt x="965753" y="54575"/>
                  </a:lnTo>
                  <a:lnTo>
                    <a:pt x="968217" y="53844"/>
                  </a:lnTo>
                  <a:lnTo>
                    <a:pt x="970681" y="53105"/>
                  </a:lnTo>
                  <a:lnTo>
                    <a:pt x="973144" y="52358"/>
                  </a:lnTo>
                  <a:lnTo>
                    <a:pt x="975608" y="51603"/>
                  </a:lnTo>
                  <a:lnTo>
                    <a:pt x="978072" y="50842"/>
                  </a:lnTo>
                  <a:lnTo>
                    <a:pt x="980535" y="50072"/>
                  </a:lnTo>
                  <a:lnTo>
                    <a:pt x="982999" y="49297"/>
                  </a:lnTo>
                  <a:lnTo>
                    <a:pt x="985463" y="48513"/>
                  </a:lnTo>
                  <a:lnTo>
                    <a:pt x="987926" y="47726"/>
                  </a:lnTo>
                  <a:lnTo>
                    <a:pt x="990390" y="46930"/>
                  </a:lnTo>
                  <a:lnTo>
                    <a:pt x="992853" y="46131"/>
                  </a:lnTo>
                  <a:lnTo>
                    <a:pt x="995317" y="45323"/>
                  </a:lnTo>
                  <a:lnTo>
                    <a:pt x="997781" y="44514"/>
                  </a:lnTo>
                  <a:lnTo>
                    <a:pt x="1000244" y="43697"/>
                  </a:lnTo>
                  <a:lnTo>
                    <a:pt x="1002708" y="42879"/>
                  </a:lnTo>
                  <a:lnTo>
                    <a:pt x="1005172" y="42053"/>
                  </a:lnTo>
                  <a:lnTo>
                    <a:pt x="1007635" y="41226"/>
                  </a:lnTo>
                  <a:lnTo>
                    <a:pt x="1010099" y="40394"/>
                  </a:lnTo>
                  <a:lnTo>
                    <a:pt x="1012563" y="39561"/>
                  </a:lnTo>
                  <a:lnTo>
                    <a:pt x="1015026" y="38723"/>
                  </a:lnTo>
                  <a:lnTo>
                    <a:pt x="1017490" y="37885"/>
                  </a:lnTo>
                  <a:lnTo>
                    <a:pt x="1019954" y="37043"/>
                  </a:lnTo>
                  <a:lnTo>
                    <a:pt x="1022417" y="36202"/>
                  </a:lnTo>
                  <a:lnTo>
                    <a:pt x="1024881" y="35358"/>
                  </a:lnTo>
                  <a:lnTo>
                    <a:pt x="1027345" y="34514"/>
                  </a:lnTo>
                  <a:lnTo>
                    <a:pt x="1029808" y="33670"/>
                  </a:lnTo>
                  <a:lnTo>
                    <a:pt x="1032272" y="32826"/>
                  </a:lnTo>
                  <a:lnTo>
                    <a:pt x="1034736" y="31983"/>
                  </a:lnTo>
                  <a:lnTo>
                    <a:pt x="1037199" y="31141"/>
                  </a:lnTo>
                  <a:lnTo>
                    <a:pt x="1039663" y="30300"/>
                  </a:lnTo>
                  <a:lnTo>
                    <a:pt x="1042127" y="29461"/>
                  </a:lnTo>
                  <a:lnTo>
                    <a:pt x="1044590" y="28625"/>
                  </a:lnTo>
                  <a:lnTo>
                    <a:pt x="1047054" y="27792"/>
                  </a:lnTo>
                  <a:lnTo>
                    <a:pt x="1049518" y="26961"/>
                  </a:lnTo>
                  <a:lnTo>
                    <a:pt x="1051981" y="26135"/>
                  </a:lnTo>
                  <a:lnTo>
                    <a:pt x="1054445" y="25312"/>
                  </a:lnTo>
                  <a:lnTo>
                    <a:pt x="1056909" y="24496"/>
                  </a:lnTo>
                  <a:lnTo>
                    <a:pt x="1059372" y="23682"/>
                  </a:lnTo>
                  <a:lnTo>
                    <a:pt x="1061836" y="22878"/>
                  </a:lnTo>
                  <a:lnTo>
                    <a:pt x="1064300" y="22075"/>
                  </a:lnTo>
                  <a:lnTo>
                    <a:pt x="1066763" y="21284"/>
                  </a:lnTo>
                  <a:lnTo>
                    <a:pt x="1069227" y="20494"/>
                  </a:lnTo>
                  <a:lnTo>
                    <a:pt x="1071691" y="19719"/>
                  </a:lnTo>
                  <a:lnTo>
                    <a:pt x="1074154" y="18944"/>
                  </a:lnTo>
                  <a:lnTo>
                    <a:pt x="1076618" y="18186"/>
                  </a:lnTo>
                  <a:lnTo>
                    <a:pt x="1079082" y="17430"/>
                  </a:lnTo>
                  <a:lnTo>
                    <a:pt x="1081545" y="16690"/>
                  </a:lnTo>
                  <a:lnTo>
                    <a:pt x="1084009" y="15953"/>
                  </a:lnTo>
                  <a:lnTo>
                    <a:pt x="1086472" y="15234"/>
                  </a:lnTo>
                  <a:lnTo>
                    <a:pt x="1088936" y="14519"/>
                  </a:lnTo>
                  <a:lnTo>
                    <a:pt x="1091400" y="13822"/>
                  </a:lnTo>
                  <a:lnTo>
                    <a:pt x="1093863" y="13132"/>
                  </a:lnTo>
                  <a:lnTo>
                    <a:pt x="1096327" y="12458"/>
                  </a:lnTo>
                  <a:lnTo>
                    <a:pt x="1098791" y="11795"/>
                  </a:lnTo>
                  <a:lnTo>
                    <a:pt x="1101254" y="11147"/>
                  </a:lnTo>
                  <a:lnTo>
                    <a:pt x="1103718" y="10511"/>
                  </a:lnTo>
                  <a:lnTo>
                    <a:pt x="1106182" y="9891"/>
                  </a:lnTo>
                  <a:lnTo>
                    <a:pt x="1108645" y="9286"/>
                  </a:lnTo>
                  <a:lnTo>
                    <a:pt x="1111109" y="8694"/>
                  </a:lnTo>
                  <a:lnTo>
                    <a:pt x="1113573" y="8121"/>
                  </a:lnTo>
                  <a:lnTo>
                    <a:pt x="1116036" y="7561"/>
                  </a:lnTo>
                  <a:lnTo>
                    <a:pt x="1118500" y="7022"/>
                  </a:lnTo>
                  <a:lnTo>
                    <a:pt x="1120964" y="6494"/>
                  </a:lnTo>
                  <a:lnTo>
                    <a:pt x="1123427" y="5992"/>
                  </a:lnTo>
                  <a:lnTo>
                    <a:pt x="1125891" y="5498"/>
                  </a:lnTo>
                  <a:lnTo>
                    <a:pt x="1128355" y="5033"/>
                  </a:lnTo>
                  <a:lnTo>
                    <a:pt x="1130818" y="4575"/>
                  </a:lnTo>
                  <a:lnTo>
                    <a:pt x="1133282" y="4149"/>
                  </a:lnTo>
                  <a:lnTo>
                    <a:pt x="1135746" y="3728"/>
                  </a:lnTo>
                  <a:lnTo>
                    <a:pt x="1138209" y="3343"/>
                  </a:lnTo>
                  <a:lnTo>
                    <a:pt x="1140673" y="2961"/>
                  </a:lnTo>
                  <a:lnTo>
                    <a:pt x="1143137" y="2618"/>
                  </a:lnTo>
                  <a:lnTo>
                    <a:pt x="1145600" y="2279"/>
                  </a:lnTo>
                  <a:lnTo>
                    <a:pt x="1148064" y="1977"/>
                  </a:lnTo>
                  <a:lnTo>
                    <a:pt x="1150528" y="1681"/>
                  </a:lnTo>
                  <a:lnTo>
                    <a:pt x="1152991" y="1422"/>
                  </a:lnTo>
                  <a:lnTo>
                    <a:pt x="1155455" y="1172"/>
                  </a:lnTo>
                  <a:lnTo>
                    <a:pt x="1157919" y="955"/>
                  </a:lnTo>
                  <a:lnTo>
                    <a:pt x="1160382" y="751"/>
                  </a:lnTo>
                  <a:lnTo>
                    <a:pt x="1162846" y="579"/>
                  </a:lnTo>
                  <a:lnTo>
                    <a:pt x="1165310" y="422"/>
                  </a:lnTo>
                  <a:lnTo>
                    <a:pt x="1167773" y="294"/>
                  </a:lnTo>
                  <a:lnTo>
                    <a:pt x="1170237" y="186"/>
                  </a:lnTo>
                  <a:lnTo>
                    <a:pt x="1172701" y="104"/>
                  </a:lnTo>
                  <a:lnTo>
                    <a:pt x="1175164" y="45"/>
                  </a:lnTo>
                  <a:lnTo>
                    <a:pt x="1177628" y="9"/>
                  </a:lnTo>
                  <a:lnTo>
                    <a:pt x="1180091" y="0"/>
                  </a:lnTo>
                  <a:lnTo>
                    <a:pt x="1182555" y="10"/>
                  </a:lnTo>
                  <a:lnTo>
                    <a:pt x="1185019" y="51"/>
                  </a:lnTo>
                  <a:lnTo>
                    <a:pt x="1187482" y="108"/>
                  </a:lnTo>
                  <a:lnTo>
                    <a:pt x="1189946" y="199"/>
                  </a:lnTo>
                  <a:lnTo>
                    <a:pt x="1192410" y="303"/>
                  </a:lnTo>
                  <a:lnTo>
                    <a:pt x="1194873" y="445"/>
                  </a:lnTo>
                  <a:lnTo>
                    <a:pt x="1197337" y="596"/>
                  </a:lnTo>
                  <a:lnTo>
                    <a:pt x="1199801" y="788"/>
                  </a:lnTo>
                  <a:lnTo>
                    <a:pt x="1202264" y="987"/>
                  </a:lnTo>
                  <a:lnTo>
                    <a:pt x="1204728" y="1229"/>
                  </a:lnTo>
                  <a:lnTo>
                    <a:pt x="1207192" y="1475"/>
                  </a:lnTo>
                  <a:lnTo>
                    <a:pt x="1209655" y="1767"/>
                  </a:lnTo>
                  <a:lnTo>
                    <a:pt x="1212119" y="2062"/>
                  </a:lnTo>
                  <a:lnTo>
                    <a:pt x="1214583" y="2401"/>
                  </a:lnTo>
                  <a:lnTo>
                    <a:pt x="1217046" y="2746"/>
                  </a:lnTo>
                  <a:lnTo>
                    <a:pt x="1219510" y="3130"/>
                  </a:lnTo>
                  <a:lnTo>
                    <a:pt x="1221974" y="3524"/>
                  </a:lnTo>
                  <a:lnTo>
                    <a:pt x="1224437" y="3953"/>
                  </a:lnTo>
                  <a:lnTo>
                    <a:pt x="1226901" y="4394"/>
                  </a:lnTo>
                  <a:lnTo>
                    <a:pt x="1229365" y="4868"/>
                  </a:lnTo>
                  <a:lnTo>
                    <a:pt x="1231828" y="5356"/>
                  </a:lnTo>
                  <a:lnTo>
                    <a:pt x="1234292" y="5873"/>
                  </a:lnTo>
                  <a:lnTo>
                    <a:pt x="1236756" y="6407"/>
                  </a:lnTo>
                  <a:lnTo>
                    <a:pt x="1239219" y="6966"/>
                  </a:lnTo>
                  <a:lnTo>
                    <a:pt x="1241683" y="7545"/>
                  </a:lnTo>
                  <a:lnTo>
                    <a:pt x="1244147" y="8145"/>
                  </a:lnTo>
                  <a:lnTo>
                    <a:pt x="1246610" y="8767"/>
                  </a:lnTo>
                  <a:lnTo>
                    <a:pt x="1249074" y="9407"/>
                  </a:lnTo>
                  <a:lnTo>
                    <a:pt x="1251538" y="10071"/>
                  </a:lnTo>
                  <a:lnTo>
                    <a:pt x="1254001" y="10749"/>
                  </a:lnTo>
                  <a:lnTo>
                    <a:pt x="1256465" y="11453"/>
                  </a:lnTo>
                  <a:lnTo>
                    <a:pt x="1258929" y="12168"/>
                  </a:lnTo>
                  <a:lnTo>
                    <a:pt x="1258929" y="111903"/>
                  </a:lnTo>
                  <a:lnTo>
                    <a:pt x="1256465" y="111903"/>
                  </a:lnTo>
                  <a:lnTo>
                    <a:pt x="1254001" y="111903"/>
                  </a:lnTo>
                  <a:lnTo>
                    <a:pt x="1251538" y="111903"/>
                  </a:lnTo>
                  <a:lnTo>
                    <a:pt x="1249074" y="111903"/>
                  </a:lnTo>
                  <a:lnTo>
                    <a:pt x="1246610" y="111903"/>
                  </a:lnTo>
                  <a:lnTo>
                    <a:pt x="1244147" y="111903"/>
                  </a:lnTo>
                  <a:lnTo>
                    <a:pt x="1241683" y="111903"/>
                  </a:lnTo>
                  <a:lnTo>
                    <a:pt x="1239219" y="111903"/>
                  </a:lnTo>
                  <a:lnTo>
                    <a:pt x="1236756" y="111903"/>
                  </a:lnTo>
                  <a:lnTo>
                    <a:pt x="1234292" y="111903"/>
                  </a:lnTo>
                  <a:lnTo>
                    <a:pt x="1231828" y="111903"/>
                  </a:lnTo>
                  <a:lnTo>
                    <a:pt x="1229365" y="111903"/>
                  </a:lnTo>
                  <a:lnTo>
                    <a:pt x="1226901" y="111903"/>
                  </a:lnTo>
                  <a:lnTo>
                    <a:pt x="1224437" y="111903"/>
                  </a:lnTo>
                  <a:lnTo>
                    <a:pt x="1221974" y="111903"/>
                  </a:lnTo>
                  <a:lnTo>
                    <a:pt x="1219510" y="111903"/>
                  </a:lnTo>
                  <a:lnTo>
                    <a:pt x="1217046" y="111903"/>
                  </a:lnTo>
                  <a:lnTo>
                    <a:pt x="1214583" y="111903"/>
                  </a:lnTo>
                  <a:lnTo>
                    <a:pt x="1212119" y="111903"/>
                  </a:lnTo>
                  <a:lnTo>
                    <a:pt x="1209655" y="111903"/>
                  </a:lnTo>
                  <a:lnTo>
                    <a:pt x="1207192" y="111903"/>
                  </a:lnTo>
                  <a:lnTo>
                    <a:pt x="1204728" y="111903"/>
                  </a:lnTo>
                  <a:lnTo>
                    <a:pt x="1202264" y="111903"/>
                  </a:lnTo>
                  <a:lnTo>
                    <a:pt x="1199801" y="111903"/>
                  </a:lnTo>
                  <a:lnTo>
                    <a:pt x="1197337" y="111903"/>
                  </a:lnTo>
                  <a:lnTo>
                    <a:pt x="1194873" y="111903"/>
                  </a:lnTo>
                  <a:lnTo>
                    <a:pt x="1192410" y="111903"/>
                  </a:lnTo>
                  <a:lnTo>
                    <a:pt x="1189946" y="111903"/>
                  </a:lnTo>
                  <a:lnTo>
                    <a:pt x="1187482" y="111903"/>
                  </a:lnTo>
                  <a:lnTo>
                    <a:pt x="1185019" y="111903"/>
                  </a:lnTo>
                  <a:lnTo>
                    <a:pt x="1182555" y="111903"/>
                  </a:lnTo>
                  <a:lnTo>
                    <a:pt x="1180091" y="111903"/>
                  </a:lnTo>
                  <a:lnTo>
                    <a:pt x="1177628" y="111903"/>
                  </a:lnTo>
                  <a:lnTo>
                    <a:pt x="1175164" y="111903"/>
                  </a:lnTo>
                  <a:lnTo>
                    <a:pt x="1172701" y="111903"/>
                  </a:lnTo>
                  <a:lnTo>
                    <a:pt x="1170237" y="111903"/>
                  </a:lnTo>
                  <a:lnTo>
                    <a:pt x="1167773" y="111903"/>
                  </a:lnTo>
                  <a:lnTo>
                    <a:pt x="1165310" y="111903"/>
                  </a:lnTo>
                  <a:lnTo>
                    <a:pt x="1162846" y="111903"/>
                  </a:lnTo>
                  <a:lnTo>
                    <a:pt x="1160382" y="111903"/>
                  </a:lnTo>
                  <a:lnTo>
                    <a:pt x="1157919" y="111903"/>
                  </a:lnTo>
                  <a:lnTo>
                    <a:pt x="1155455" y="111903"/>
                  </a:lnTo>
                  <a:lnTo>
                    <a:pt x="1152991" y="111903"/>
                  </a:lnTo>
                  <a:lnTo>
                    <a:pt x="1150528" y="111903"/>
                  </a:lnTo>
                  <a:lnTo>
                    <a:pt x="1148064" y="111903"/>
                  </a:lnTo>
                  <a:lnTo>
                    <a:pt x="1145600" y="111903"/>
                  </a:lnTo>
                  <a:lnTo>
                    <a:pt x="1143137" y="111903"/>
                  </a:lnTo>
                  <a:lnTo>
                    <a:pt x="1140673" y="111903"/>
                  </a:lnTo>
                  <a:lnTo>
                    <a:pt x="1138209" y="111903"/>
                  </a:lnTo>
                  <a:lnTo>
                    <a:pt x="1135746" y="111903"/>
                  </a:lnTo>
                  <a:lnTo>
                    <a:pt x="1133282" y="111903"/>
                  </a:lnTo>
                  <a:lnTo>
                    <a:pt x="1130818" y="111903"/>
                  </a:lnTo>
                  <a:lnTo>
                    <a:pt x="1128355" y="111903"/>
                  </a:lnTo>
                  <a:lnTo>
                    <a:pt x="1125891" y="111903"/>
                  </a:lnTo>
                  <a:lnTo>
                    <a:pt x="1123427" y="111903"/>
                  </a:lnTo>
                  <a:lnTo>
                    <a:pt x="1120964" y="111903"/>
                  </a:lnTo>
                  <a:lnTo>
                    <a:pt x="1118500" y="111903"/>
                  </a:lnTo>
                  <a:lnTo>
                    <a:pt x="1116036" y="111903"/>
                  </a:lnTo>
                  <a:lnTo>
                    <a:pt x="1113573" y="111903"/>
                  </a:lnTo>
                  <a:lnTo>
                    <a:pt x="1111109" y="111903"/>
                  </a:lnTo>
                  <a:lnTo>
                    <a:pt x="1108645" y="111903"/>
                  </a:lnTo>
                  <a:lnTo>
                    <a:pt x="1106182" y="111903"/>
                  </a:lnTo>
                  <a:lnTo>
                    <a:pt x="1103718" y="111903"/>
                  </a:lnTo>
                  <a:lnTo>
                    <a:pt x="1101254" y="111903"/>
                  </a:lnTo>
                  <a:lnTo>
                    <a:pt x="1098791" y="111903"/>
                  </a:lnTo>
                  <a:lnTo>
                    <a:pt x="1096327" y="111903"/>
                  </a:lnTo>
                  <a:lnTo>
                    <a:pt x="1093863" y="111903"/>
                  </a:lnTo>
                  <a:lnTo>
                    <a:pt x="1091400" y="111903"/>
                  </a:lnTo>
                  <a:lnTo>
                    <a:pt x="1088936" y="111903"/>
                  </a:lnTo>
                  <a:lnTo>
                    <a:pt x="1086472" y="111903"/>
                  </a:lnTo>
                  <a:lnTo>
                    <a:pt x="1084009" y="111903"/>
                  </a:lnTo>
                  <a:lnTo>
                    <a:pt x="1081545" y="111903"/>
                  </a:lnTo>
                  <a:lnTo>
                    <a:pt x="1079082" y="111903"/>
                  </a:lnTo>
                  <a:lnTo>
                    <a:pt x="1076618" y="111903"/>
                  </a:lnTo>
                  <a:lnTo>
                    <a:pt x="1074154" y="111903"/>
                  </a:lnTo>
                  <a:lnTo>
                    <a:pt x="1071691" y="111903"/>
                  </a:lnTo>
                  <a:lnTo>
                    <a:pt x="1069227" y="111903"/>
                  </a:lnTo>
                  <a:lnTo>
                    <a:pt x="1066763" y="111903"/>
                  </a:lnTo>
                  <a:lnTo>
                    <a:pt x="1064300" y="111903"/>
                  </a:lnTo>
                  <a:lnTo>
                    <a:pt x="1061836" y="111903"/>
                  </a:lnTo>
                  <a:lnTo>
                    <a:pt x="1059372" y="111903"/>
                  </a:lnTo>
                  <a:lnTo>
                    <a:pt x="1056909" y="111903"/>
                  </a:lnTo>
                  <a:lnTo>
                    <a:pt x="1054445" y="111903"/>
                  </a:lnTo>
                  <a:lnTo>
                    <a:pt x="1051981" y="111903"/>
                  </a:lnTo>
                  <a:lnTo>
                    <a:pt x="1049518" y="111903"/>
                  </a:lnTo>
                  <a:lnTo>
                    <a:pt x="1047054" y="111903"/>
                  </a:lnTo>
                  <a:lnTo>
                    <a:pt x="1044590" y="111903"/>
                  </a:lnTo>
                  <a:lnTo>
                    <a:pt x="1042127" y="111903"/>
                  </a:lnTo>
                  <a:lnTo>
                    <a:pt x="1039663" y="111903"/>
                  </a:lnTo>
                  <a:lnTo>
                    <a:pt x="1037199" y="111903"/>
                  </a:lnTo>
                  <a:lnTo>
                    <a:pt x="1034736" y="111903"/>
                  </a:lnTo>
                  <a:lnTo>
                    <a:pt x="1032272" y="111903"/>
                  </a:lnTo>
                  <a:lnTo>
                    <a:pt x="1029808" y="111903"/>
                  </a:lnTo>
                  <a:lnTo>
                    <a:pt x="1027345" y="111903"/>
                  </a:lnTo>
                  <a:lnTo>
                    <a:pt x="1024881" y="111903"/>
                  </a:lnTo>
                  <a:lnTo>
                    <a:pt x="1022417" y="111903"/>
                  </a:lnTo>
                  <a:lnTo>
                    <a:pt x="1019954" y="111903"/>
                  </a:lnTo>
                  <a:lnTo>
                    <a:pt x="1017490" y="111903"/>
                  </a:lnTo>
                  <a:lnTo>
                    <a:pt x="1015026" y="111903"/>
                  </a:lnTo>
                  <a:lnTo>
                    <a:pt x="1012563" y="111903"/>
                  </a:lnTo>
                  <a:lnTo>
                    <a:pt x="1010099" y="111903"/>
                  </a:lnTo>
                  <a:lnTo>
                    <a:pt x="1007635" y="111903"/>
                  </a:lnTo>
                  <a:lnTo>
                    <a:pt x="1005172" y="111903"/>
                  </a:lnTo>
                  <a:lnTo>
                    <a:pt x="1002708" y="111903"/>
                  </a:lnTo>
                  <a:lnTo>
                    <a:pt x="1000244" y="111903"/>
                  </a:lnTo>
                  <a:lnTo>
                    <a:pt x="997781" y="111903"/>
                  </a:lnTo>
                  <a:lnTo>
                    <a:pt x="995317" y="111903"/>
                  </a:lnTo>
                  <a:lnTo>
                    <a:pt x="992853" y="111903"/>
                  </a:lnTo>
                  <a:lnTo>
                    <a:pt x="990390" y="111903"/>
                  </a:lnTo>
                  <a:lnTo>
                    <a:pt x="987926" y="111903"/>
                  </a:lnTo>
                  <a:lnTo>
                    <a:pt x="985463" y="111903"/>
                  </a:lnTo>
                  <a:lnTo>
                    <a:pt x="982999" y="111903"/>
                  </a:lnTo>
                  <a:lnTo>
                    <a:pt x="980535" y="111903"/>
                  </a:lnTo>
                  <a:lnTo>
                    <a:pt x="978072" y="111903"/>
                  </a:lnTo>
                  <a:lnTo>
                    <a:pt x="975608" y="111903"/>
                  </a:lnTo>
                  <a:lnTo>
                    <a:pt x="973144" y="111903"/>
                  </a:lnTo>
                  <a:lnTo>
                    <a:pt x="970681" y="111903"/>
                  </a:lnTo>
                  <a:lnTo>
                    <a:pt x="968217" y="111903"/>
                  </a:lnTo>
                  <a:lnTo>
                    <a:pt x="965753" y="111903"/>
                  </a:lnTo>
                  <a:lnTo>
                    <a:pt x="963290" y="111903"/>
                  </a:lnTo>
                  <a:lnTo>
                    <a:pt x="960826" y="111903"/>
                  </a:lnTo>
                  <a:lnTo>
                    <a:pt x="958362" y="111903"/>
                  </a:lnTo>
                  <a:lnTo>
                    <a:pt x="955899" y="111903"/>
                  </a:lnTo>
                  <a:lnTo>
                    <a:pt x="953435" y="111903"/>
                  </a:lnTo>
                  <a:lnTo>
                    <a:pt x="950971" y="111903"/>
                  </a:lnTo>
                  <a:lnTo>
                    <a:pt x="948508" y="111903"/>
                  </a:lnTo>
                  <a:lnTo>
                    <a:pt x="946044" y="111903"/>
                  </a:lnTo>
                  <a:lnTo>
                    <a:pt x="943580" y="111903"/>
                  </a:lnTo>
                  <a:lnTo>
                    <a:pt x="941117" y="111903"/>
                  </a:lnTo>
                  <a:lnTo>
                    <a:pt x="938653" y="111903"/>
                  </a:lnTo>
                  <a:lnTo>
                    <a:pt x="936189" y="111903"/>
                  </a:lnTo>
                  <a:lnTo>
                    <a:pt x="933726" y="111903"/>
                  </a:lnTo>
                  <a:lnTo>
                    <a:pt x="931262" y="111903"/>
                  </a:lnTo>
                  <a:lnTo>
                    <a:pt x="928798" y="111903"/>
                  </a:lnTo>
                  <a:lnTo>
                    <a:pt x="926335" y="111903"/>
                  </a:lnTo>
                  <a:lnTo>
                    <a:pt x="923871" y="111903"/>
                  </a:lnTo>
                  <a:lnTo>
                    <a:pt x="921407" y="111903"/>
                  </a:lnTo>
                  <a:lnTo>
                    <a:pt x="918944" y="111903"/>
                  </a:lnTo>
                  <a:lnTo>
                    <a:pt x="916480" y="111903"/>
                  </a:lnTo>
                  <a:lnTo>
                    <a:pt x="914016" y="111903"/>
                  </a:lnTo>
                  <a:lnTo>
                    <a:pt x="911553" y="111903"/>
                  </a:lnTo>
                  <a:lnTo>
                    <a:pt x="909089" y="111903"/>
                  </a:lnTo>
                  <a:lnTo>
                    <a:pt x="906625" y="111903"/>
                  </a:lnTo>
                  <a:lnTo>
                    <a:pt x="904162" y="111903"/>
                  </a:lnTo>
                  <a:lnTo>
                    <a:pt x="901698" y="111903"/>
                  </a:lnTo>
                  <a:lnTo>
                    <a:pt x="899235" y="111903"/>
                  </a:lnTo>
                  <a:lnTo>
                    <a:pt x="896771" y="111903"/>
                  </a:lnTo>
                  <a:lnTo>
                    <a:pt x="894307" y="111903"/>
                  </a:lnTo>
                  <a:lnTo>
                    <a:pt x="891844" y="111903"/>
                  </a:lnTo>
                  <a:lnTo>
                    <a:pt x="889380" y="111903"/>
                  </a:lnTo>
                  <a:lnTo>
                    <a:pt x="886916" y="111903"/>
                  </a:lnTo>
                  <a:lnTo>
                    <a:pt x="884453" y="111903"/>
                  </a:lnTo>
                  <a:lnTo>
                    <a:pt x="881989" y="111903"/>
                  </a:lnTo>
                  <a:lnTo>
                    <a:pt x="879525" y="111903"/>
                  </a:lnTo>
                  <a:lnTo>
                    <a:pt x="877062" y="111903"/>
                  </a:lnTo>
                  <a:lnTo>
                    <a:pt x="874598" y="111903"/>
                  </a:lnTo>
                  <a:lnTo>
                    <a:pt x="872134" y="111903"/>
                  </a:lnTo>
                  <a:lnTo>
                    <a:pt x="869671" y="111903"/>
                  </a:lnTo>
                  <a:lnTo>
                    <a:pt x="867207" y="111903"/>
                  </a:lnTo>
                  <a:lnTo>
                    <a:pt x="864743" y="111903"/>
                  </a:lnTo>
                  <a:lnTo>
                    <a:pt x="862280" y="111903"/>
                  </a:lnTo>
                  <a:lnTo>
                    <a:pt x="859816" y="111903"/>
                  </a:lnTo>
                  <a:lnTo>
                    <a:pt x="857352" y="111903"/>
                  </a:lnTo>
                  <a:lnTo>
                    <a:pt x="854889" y="111903"/>
                  </a:lnTo>
                  <a:lnTo>
                    <a:pt x="852425" y="111903"/>
                  </a:lnTo>
                  <a:lnTo>
                    <a:pt x="849961" y="111903"/>
                  </a:lnTo>
                  <a:lnTo>
                    <a:pt x="847498" y="111903"/>
                  </a:lnTo>
                  <a:lnTo>
                    <a:pt x="845034" y="111903"/>
                  </a:lnTo>
                  <a:lnTo>
                    <a:pt x="842570" y="111903"/>
                  </a:lnTo>
                  <a:lnTo>
                    <a:pt x="840107" y="111903"/>
                  </a:lnTo>
                  <a:lnTo>
                    <a:pt x="837643" y="111903"/>
                  </a:lnTo>
                  <a:lnTo>
                    <a:pt x="835179" y="111903"/>
                  </a:lnTo>
                  <a:lnTo>
                    <a:pt x="832716" y="111903"/>
                  </a:lnTo>
                  <a:lnTo>
                    <a:pt x="830252" y="111903"/>
                  </a:lnTo>
                  <a:lnTo>
                    <a:pt x="827788" y="111903"/>
                  </a:lnTo>
                  <a:lnTo>
                    <a:pt x="825325" y="111903"/>
                  </a:lnTo>
                  <a:lnTo>
                    <a:pt x="822861" y="111903"/>
                  </a:lnTo>
                  <a:lnTo>
                    <a:pt x="820397" y="111903"/>
                  </a:lnTo>
                  <a:lnTo>
                    <a:pt x="817934" y="111903"/>
                  </a:lnTo>
                  <a:lnTo>
                    <a:pt x="815470" y="111903"/>
                  </a:lnTo>
                  <a:lnTo>
                    <a:pt x="813006" y="111903"/>
                  </a:lnTo>
                  <a:lnTo>
                    <a:pt x="810543" y="111903"/>
                  </a:lnTo>
                  <a:lnTo>
                    <a:pt x="808079" y="111903"/>
                  </a:lnTo>
                  <a:lnTo>
                    <a:pt x="805616" y="111903"/>
                  </a:lnTo>
                  <a:lnTo>
                    <a:pt x="803152" y="111903"/>
                  </a:lnTo>
                  <a:lnTo>
                    <a:pt x="800688" y="111903"/>
                  </a:lnTo>
                  <a:lnTo>
                    <a:pt x="798225" y="111903"/>
                  </a:lnTo>
                  <a:lnTo>
                    <a:pt x="795761" y="111903"/>
                  </a:lnTo>
                  <a:lnTo>
                    <a:pt x="793297" y="111903"/>
                  </a:lnTo>
                  <a:lnTo>
                    <a:pt x="790834" y="111903"/>
                  </a:lnTo>
                  <a:lnTo>
                    <a:pt x="788370" y="111903"/>
                  </a:lnTo>
                  <a:lnTo>
                    <a:pt x="785906" y="111903"/>
                  </a:lnTo>
                  <a:lnTo>
                    <a:pt x="783443" y="111903"/>
                  </a:lnTo>
                  <a:lnTo>
                    <a:pt x="780979" y="111903"/>
                  </a:lnTo>
                  <a:lnTo>
                    <a:pt x="778515" y="111903"/>
                  </a:lnTo>
                  <a:lnTo>
                    <a:pt x="776052" y="111903"/>
                  </a:lnTo>
                  <a:lnTo>
                    <a:pt x="773588" y="111903"/>
                  </a:lnTo>
                  <a:lnTo>
                    <a:pt x="771124" y="111903"/>
                  </a:lnTo>
                  <a:lnTo>
                    <a:pt x="768661" y="111903"/>
                  </a:lnTo>
                  <a:lnTo>
                    <a:pt x="766197" y="111903"/>
                  </a:lnTo>
                  <a:lnTo>
                    <a:pt x="763733" y="111903"/>
                  </a:lnTo>
                  <a:lnTo>
                    <a:pt x="761270" y="111903"/>
                  </a:lnTo>
                  <a:lnTo>
                    <a:pt x="758806" y="111903"/>
                  </a:lnTo>
                  <a:lnTo>
                    <a:pt x="756342" y="111903"/>
                  </a:lnTo>
                  <a:lnTo>
                    <a:pt x="753879" y="111903"/>
                  </a:lnTo>
                  <a:lnTo>
                    <a:pt x="751415" y="111903"/>
                  </a:lnTo>
                  <a:lnTo>
                    <a:pt x="748951" y="111903"/>
                  </a:lnTo>
                  <a:lnTo>
                    <a:pt x="746488" y="111903"/>
                  </a:lnTo>
                  <a:lnTo>
                    <a:pt x="744024" y="111903"/>
                  </a:lnTo>
                  <a:lnTo>
                    <a:pt x="741560" y="111903"/>
                  </a:lnTo>
                  <a:lnTo>
                    <a:pt x="739097" y="111903"/>
                  </a:lnTo>
                  <a:lnTo>
                    <a:pt x="736633" y="111903"/>
                  </a:lnTo>
                  <a:lnTo>
                    <a:pt x="734169" y="111903"/>
                  </a:lnTo>
                  <a:lnTo>
                    <a:pt x="731706" y="111903"/>
                  </a:lnTo>
                  <a:lnTo>
                    <a:pt x="729242" y="111903"/>
                  </a:lnTo>
                  <a:lnTo>
                    <a:pt x="726778" y="111903"/>
                  </a:lnTo>
                  <a:lnTo>
                    <a:pt x="724315" y="111903"/>
                  </a:lnTo>
                  <a:lnTo>
                    <a:pt x="721851" y="111903"/>
                  </a:lnTo>
                  <a:lnTo>
                    <a:pt x="719388" y="111903"/>
                  </a:lnTo>
                  <a:lnTo>
                    <a:pt x="716924" y="111903"/>
                  </a:lnTo>
                  <a:lnTo>
                    <a:pt x="714460" y="111903"/>
                  </a:lnTo>
                  <a:lnTo>
                    <a:pt x="711997" y="111903"/>
                  </a:lnTo>
                  <a:lnTo>
                    <a:pt x="709533" y="111903"/>
                  </a:lnTo>
                  <a:lnTo>
                    <a:pt x="707069" y="111903"/>
                  </a:lnTo>
                  <a:lnTo>
                    <a:pt x="704606" y="111903"/>
                  </a:lnTo>
                  <a:lnTo>
                    <a:pt x="702142" y="111903"/>
                  </a:lnTo>
                  <a:lnTo>
                    <a:pt x="699678" y="111903"/>
                  </a:lnTo>
                  <a:lnTo>
                    <a:pt x="697215" y="111903"/>
                  </a:lnTo>
                  <a:lnTo>
                    <a:pt x="694751" y="111903"/>
                  </a:lnTo>
                  <a:lnTo>
                    <a:pt x="692287" y="111903"/>
                  </a:lnTo>
                  <a:lnTo>
                    <a:pt x="689824" y="111903"/>
                  </a:lnTo>
                  <a:lnTo>
                    <a:pt x="687360" y="111903"/>
                  </a:lnTo>
                  <a:lnTo>
                    <a:pt x="684896" y="111903"/>
                  </a:lnTo>
                  <a:lnTo>
                    <a:pt x="682433" y="111903"/>
                  </a:lnTo>
                  <a:lnTo>
                    <a:pt x="679969" y="111903"/>
                  </a:lnTo>
                  <a:lnTo>
                    <a:pt x="677505" y="111903"/>
                  </a:lnTo>
                  <a:lnTo>
                    <a:pt x="675042" y="111903"/>
                  </a:lnTo>
                  <a:lnTo>
                    <a:pt x="672578" y="111903"/>
                  </a:lnTo>
                  <a:lnTo>
                    <a:pt x="670114" y="111903"/>
                  </a:lnTo>
                  <a:lnTo>
                    <a:pt x="667651" y="111903"/>
                  </a:lnTo>
                  <a:lnTo>
                    <a:pt x="665187" y="111903"/>
                  </a:lnTo>
                  <a:lnTo>
                    <a:pt x="662723" y="111903"/>
                  </a:lnTo>
                  <a:lnTo>
                    <a:pt x="660260" y="111903"/>
                  </a:lnTo>
                  <a:lnTo>
                    <a:pt x="657796" y="111903"/>
                  </a:lnTo>
                  <a:lnTo>
                    <a:pt x="655332" y="111903"/>
                  </a:lnTo>
                  <a:lnTo>
                    <a:pt x="652869" y="111903"/>
                  </a:lnTo>
                  <a:lnTo>
                    <a:pt x="650405" y="111903"/>
                  </a:lnTo>
                  <a:lnTo>
                    <a:pt x="647941" y="111903"/>
                  </a:lnTo>
                  <a:lnTo>
                    <a:pt x="645478" y="111903"/>
                  </a:lnTo>
                  <a:lnTo>
                    <a:pt x="643014" y="111903"/>
                  </a:lnTo>
                  <a:lnTo>
                    <a:pt x="640550" y="111903"/>
                  </a:lnTo>
                  <a:lnTo>
                    <a:pt x="638087" y="111903"/>
                  </a:lnTo>
                  <a:lnTo>
                    <a:pt x="635623" y="111903"/>
                  </a:lnTo>
                  <a:lnTo>
                    <a:pt x="633159" y="111903"/>
                  </a:lnTo>
                  <a:lnTo>
                    <a:pt x="630696" y="111903"/>
                  </a:lnTo>
                  <a:lnTo>
                    <a:pt x="628232" y="111903"/>
                  </a:lnTo>
                  <a:lnTo>
                    <a:pt x="625769" y="111903"/>
                  </a:lnTo>
                  <a:lnTo>
                    <a:pt x="623305" y="111903"/>
                  </a:lnTo>
                  <a:lnTo>
                    <a:pt x="620841" y="111903"/>
                  </a:lnTo>
                  <a:lnTo>
                    <a:pt x="618378" y="111903"/>
                  </a:lnTo>
                  <a:lnTo>
                    <a:pt x="615914" y="111903"/>
                  </a:lnTo>
                  <a:lnTo>
                    <a:pt x="613450" y="111903"/>
                  </a:lnTo>
                  <a:lnTo>
                    <a:pt x="610987" y="111903"/>
                  </a:lnTo>
                  <a:lnTo>
                    <a:pt x="608523" y="111903"/>
                  </a:lnTo>
                  <a:lnTo>
                    <a:pt x="606059" y="111903"/>
                  </a:lnTo>
                  <a:lnTo>
                    <a:pt x="603596" y="111903"/>
                  </a:lnTo>
                  <a:lnTo>
                    <a:pt x="601132" y="111903"/>
                  </a:lnTo>
                  <a:lnTo>
                    <a:pt x="598668" y="111903"/>
                  </a:lnTo>
                  <a:lnTo>
                    <a:pt x="596205" y="111903"/>
                  </a:lnTo>
                  <a:lnTo>
                    <a:pt x="593741" y="111903"/>
                  </a:lnTo>
                  <a:lnTo>
                    <a:pt x="591277" y="111903"/>
                  </a:lnTo>
                  <a:lnTo>
                    <a:pt x="588814" y="111903"/>
                  </a:lnTo>
                  <a:lnTo>
                    <a:pt x="586350" y="111903"/>
                  </a:lnTo>
                  <a:lnTo>
                    <a:pt x="583886" y="111903"/>
                  </a:lnTo>
                  <a:lnTo>
                    <a:pt x="581423" y="111903"/>
                  </a:lnTo>
                  <a:lnTo>
                    <a:pt x="578959" y="111903"/>
                  </a:lnTo>
                  <a:lnTo>
                    <a:pt x="576495" y="111903"/>
                  </a:lnTo>
                  <a:lnTo>
                    <a:pt x="574032" y="111903"/>
                  </a:lnTo>
                  <a:lnTo>
                    <a:pt x="571568" y="111903"/>
                  </a:lnTo>
                  <a:lnTo>
                    <a:pt x="569104" y="111903"/>
                  </a:lnTo>
                  <a:lnTo>
                    <a:pt x="566641" y="111903"/>
                  </a:lnTo>
                  <a:lnTo>
                    <a:pt x="564177" y="111903"/>
                  </a:lnTo>
                  <a:lnTo>
                    <a:pt x="561713" y="111903"/>
                  </a:lnTo>
                  <a:lnTo>
                    <a:pt x="559250" y="111903"/>
                  </a:lnTo>
                  <a:lnTo>
                    <a:pt x="556786" y="111903"/>
                  </a:lnTo>
                  <a:lnTo>
                    <a:pt x="554322" y="111903"/>
                  </a:lnTo>
                  <a:lnTo>
                    <a:pt x="551859" y="111903"/>
                  </a:lnTo>
                  <a:lnTo>
                    <a:pt x="549395" y="111903"/>
                  </a:lnTo>
                  <a:lnTo>
                    <a:pt x="546931" y="111903"/>
                  </a:lnTo>
                  <a:lnTo>
                    <a:pt x="544468" y="111903"/>
                  </a:lnTo>
                  <a:lnTo>
                    <a:pt x="542004" y="111903"/>
                  </a:lnTo>
                  <a:lnTo>
                    <a:pt x="539541" y="111903"/>
                  </a:lnTo>
                  <a:lnTo>
                    <a:pt x="537077" y="111903"/>
                  </a:lnTo>
                  <a:lnTo>
                    <a:pt x="534613" y="111903"/>
                  </a:lnTo>
                  <a:lnTo>
                    <a:pt x="532150" y="111903"/>
                  </a:lnTo>
                  <a:lnTo>
                    <a:pt x="529686" y="111903"/>
                  </a:lnTo>
                  <a:lnTo>
                    <a:pt x="527222" y="111903"/>
                  </a:lnTo>
                  <a:lnTo>
                    <a:pt x="524759" y="111903"/>
                  </a:lnTo>
                  <a:lnTo>
                    <a:pt x="522295" y="111903"/>
                  </a:lnTo>
                  <a:lnTo>
                    <a:pt x="519831" y="111903"/>
                  </a:lnTo>
                  <a:lnTo>
                    <a:pt x="517368" y="111903"/>
                  </a:lnTo>
                  <a:lnTo>
                    <a:pt x="514904" y="111903"/>
                  </a:lnTo>
                  <a:lnTo>
                    <a:pt x="512440" y="111903"/>
                  </a:lnTo>
                  <a:lnTo>
                    <a:pt x="509977" y="111903"/>
                  </a:lnTo>
                  <a:lnTo>
                    <a:pt x="507513" y="111903"/>
                  </a:lnTo>
                  <a:lnTo>
                    <a:pt x="505049" y="111903"/>
                  </a:lnTo>
                  <a:lnTo>
                    <a:pt x="502586" y="111903"/>
                  </a:lnTo>
                  <a:lnTo>
                    <a:pt x="500122" y="111903"/>
                  </a:lnTo>
                  <a:lnTo>
                    <a:pt x="497658" y="111903"/>
                  </a:lnTo>
                  <a:lnTo>
                    <a:pt x="495195" y="111903"/>
                  </a:lnTo>
                  <a:lnTo>
                    <a:pt x="492731" y="111903"/>
                  </a:lnTo>
                  <a:lnTo>
                    <a:pt x="490267" y="111903"/>
                  </a:lnTo>
                  <a:lnTo>
                    <a:pt x="487804" y="111903"/>
                  </a:lnTo>
                  <a:lnTo>
                    <a:pt x="485340" y="111903"/>
                  </a:lnTo>
                  <a:lnTo>
                    <a:pt x="482876" y="111903"/>
                  </a:lnTo>
                  <a:lnTo>
                    <a:pt x="480413" y="111903"/>
                  </a:lnTo>
                  <a:lnTo>
                    <a:pt x="477949" y="111903"/>
                  </a:lnTo>
                  <a:lnTo>
                    <a:pt x="475485" y="111903"/>
                  </a:lnTo>
                  <a:lnTo>
                    <a:pt x="473022" y="111903"/>
                  </a:lnTo>
                  <a:lnTo>
                    <a:pt x="470558" y="111903"/>
                  </a:lnTo>
                  <a:lnTo>
                    <a:pt x="468094" y="111903"/>
                  </a:lnTo>
                  <a:lnTo>
                    <a:pt x="465631" y="111903"/>
                  </a:lnTo>
                  <a:lnTo>
                    <a:pt x="463167" y="111903"/>
                  </a:lnTo>
                  <a:lnTo>
                    <a:pt x="460703" y="111903"/>
                  </a:lnTo>
                  <a:lnTo>
                    <a:pt x="458240" y="111903"/>
                  </a:lnTo>
                  <a:lnTo>
                    <a:pt x="455776" y="111903"/>
                  </a:lnTo>
                  <a:lnTo>
                    <a:pt x="453312" y="111903"/>
                  </a:lnTo>
                  <a:lnTo>
                    <a:pt x="450849" y="111903"/>
                  </a:lnTo>
                  <a:lnTo>
                    <a:pt x="448385" y="111903"/>
                  </a:lnTo>
                  <a:lnTo>
                    <a:pt x="445922" y="111903"/>
                  </a:lnTo>
                  <a:lnTo>
                    <a:pt x="443458" y="111903"/>
                  </a:lnTo>
                  <a:lnTo>
                    <a:pt x="440994" y="111903"/>
                  </a:lnTo>
                  <a:lnTo>
                    <a:pt x="438531" y="111903"/>
                  </a:lnTo>
                  <a:lnTo>
                    <a:pt x="436067" y="111903"/>
                  </a:lnTo>
                  <a:lnTo>
                    <a:pt x="433603" y="111903"/>
                  </a:lnTo>
                  <a:lnTo>
                    <a:pt x="431140" y="111903"/>
                  </a:lnTo>
                  <a:lnTo>
                    <a:pt x="428676" y="111903"/>
                  </a:lnTo>
                  <a:lnTo>
                    <a:pt x="426212" y="111903"/>
                  </a:lnTo>
                  <a:lnTo>
                    <a:pt x="423749" y="111903"/>
                  </a:lnTo>
                  <a:lnTo>
                    <a:pt x="421285" y="111903"/>
                  </a:lnTo>
                  <a:lnTo>
                    <a:pt x="418821" y="111903"/>
                  </a:lnTo>
                  <a:lnTo>
                    <a:pt x="416358" y="111903"/>
                  </a:lnTo>
                  <a:lnTo>
                    <a:pt x="413894" y="111903"/>
                  </a:lnTo>
                  <a:lnTo>
                    <a:pt x="411430" y="111903"/>
                  </a:lnTo>
                  <a:lnTo>
                    <a:pt x="408967" y="111903"/>
                  </a:lnTo>
                  <a:lnTo>
                    <a:pt x="406503" y="111903"/>
                  </a:lnTo>
                  <a:lnTo>
                    <a:pt x="404039" y="111903"/>
                  </a:lnTo>
                  <a:lnTo>
                    <a:pt x="401576" y="111903"/>
                  </a:lnTo>
                  <a:lnTo>
                    <a:pt x="399112" y="111903"/>
                  </a:lnTo>
                  <a:lnTo>
                    <a:pt x="396648" y="111903"/>
                  </a:lnTo>
                  <a:lnTo>
                    <a:pt x="394185" y="111903"/>
                  </a:lnTo>
                  <a:lnTo>
                    <a:pt x="391721" y="111903"/>
                  </a:lnTo>
                  <a:lnTo>
                    <a:pt x="389257" y="111903"/>
                  </a:lnTo>
                  <a:lnTo>
                    <a:pt x="386794" y="111903"/>
                  </a:lnTo>
                  <a:lnTo>
                    <a:pt x="384330" y="111903"/>
                  </a:lnTo>
                  <a:lnTo>
                    <a:pt x="381866" y="111903"/>
                  </a:lnTo>
                  <a:lnTo>
                    <a:pt x="379403" y="111903"/>
                  </a:lnTo>
                  <a:lnTo>
                    <a:pt x="376939" y="111903"/>
                  </a:lnTo>
                  <a:lnTo>
                    <a:pt x="374475" y="111903"/>
                  </a:lnTo>
                  <a:lnTo>
                    <a:pt x="372012" y="111903"/>
                  </a:lnTo>
                  <a:lnTo>
                    <a:pt x="369548" y="111903"/>
                  </a:lnTo>
                  <a:lnTo>
                    <a:pt x="367084" y="111903"/>
                  </a:lnTo>
                  <a:lnTo>
                    <a:pt x="364621" y="111903"/>
                  </a:lnTo>
                  <a:lnTo>
                    <a:pt x="362157" y="111903"/>
                  </a:lnTo>
                  <a:lnTo>
                    <a:pt x="359694" y="111903"/>
                  </a:lnTo>
                  <a:lnTo>
                    <a:pt x="357230" y="111903"/>
                  </a:lnTo>
                  <a:lnTo>
                    <a:pt x="354766" y="111903"/>
                  </a:lnTo>
                  <a:lnTo>
                    <a:pt x="352303" y="111903"/>
                  </a:lnTo>
                  <a:lnTo>
                    <a:pt x="349839" y="111903"/>
                  </a:lnTo>
                  <a:lnTo>
                    <a:pt x="347375" y="111903"/>
                  </a:lnTo>
                  <a:lnTo>
                    <a:pt x="344912" y="111903"/>
                  </a:lnTo>
                  <a:lnTo>
                    <a:pt x="342448" y="111903"/>
                  </a:lnTo>
                  <a:lnTo>
                    <a:pt x="339984" y="111903"/>
                  </a:lnTo>
                  <a:lnTo>
                    <a:pt x="337521" y="111903"/>
                  </a:lnTo>
                  <a:lnTo>
                    <a:pt x="335057" y="111903"/>
                  </a:lnTo>
                  <a:lnTo>
                    <a:pt x="332593" y="111903"/>
                  </a:lnTo>
                  <a:lnTo>
                    <a:pt x="330130" y="111903"/>
                  </a:lnTo>
                  <a:lnTo>
                    <a:pt x="327666" y="111903"/>
                  </a:lnTo>
                  <a:lnTo>
                    <a:pt x="325202" y="111903"/>
                  </a:lnTo>
                  <a:lnTo>
                    <a:pt x="322739" y="111903"/>
                  </a:lnTo>
                  <a:lnTo>
                    <a:pt x="320275" y="111903"/>
                  </a:lnTo>
                  <a:lnTo>
                    <a:pt x="317811" y="111903"/>
                  </a:lnTo>
                  <a:lnTo>
                    <a:pt x="315348" y="111903"/>
                  </a:lnTo>
                  <a:lnTo>
                    <a:pt x="312884" y="111903"/>
                  </a:lnTo>
                  <a:lnTo>
                    <a:pt x="310420" y="111903"/>
                  </a:lnTo>
                  <a:lnTo>
                    <a:pt x="307957" y="111903"/>
                  </a:lnTo>
                  <a:lnTo>
                    <a:pt x="305493" y="111903"/>
                  </a:lnTo>
                  <a:lnTo>
                    <a:pt x="303029" y="111903"/>
                  </a:lnTo>
                  <a:lnTo>
                    <a:pt x="300566" y="111903"/>
                  </a:lnTo>
                  <a:lnTo>
                    <a:pt x="298102" y="111903"/>
                  </a:lnTo>
                  <a:lnTo>
                    <a:pt x="295638" y="111903"/>
                  </a:lnTo>
                  <a:lnTo>
                    <a:pt x="293175" y="111903"/>
                  </a:lnTo>
                  <a:lnTo>
                    <a:pt x="290711" y="111903"/>
                  </a:lnTo>
                  <a:lnTo>
                    <a:pt x="288247" y="111903"/>
                  </a:lnTo>
                  <a:lnTo>
                    <a:pt x="285784" y="111903"/>
                  </a:lnTo>
                  <a:lnTo>
                    <a:pt x="283320" y="111903"/>
                  </a:lnTo>
                  <a:lnTo>
                    <a:pt x="280856" y="111903"/>
                  </a:lnTo>
                  <a:lnTo>
                    <a:pt x="278393" y="111903"/>
                  </a:lnTo>
                  <a:lnTo>
                    <a:pt x="275929" y="111903"/>
                  </a:lnTo>
                  <a:lnTo>
                    <a:pt x="273465" y="111903"/>
                  </a:lnTo>
                  <a:lnTo>
                    <a:pt x="271002" y="111903"/>
                  </a:lnTo>
                  <a:lnTo>
                    <a:pt x="268538" y="111903"/>
                  </a:lnTo>
                  <a:lnTo>
                    <a:pt x="266075" y="111903"/>
                  </a:lnTo>
                  <a:lnTo>
                    <a:pt x="263611" y="111903"/>
                  </a:lnTo>
                  <a:lnTo>
                    <a:pt x="261147" y="111903"/>
                  </a:lnTo>
                  <a:lnTo>
                    <a:pt x="258684" y="111903"/>
                  </a:lnTo>
                  <a:lnTo>
                    <a:pt x="256220" y="111903"/>
                  </a:lnTo>
                  <a:lnTo>
                    <a:pt x="253756" y="111903"/>
                  </a:lnTo>
                  <a:lnTo>
                    <a:pt x="251293" y="111903"/>
                  </a:lnTo>
                  <a:lnTo>
                    <a:pt x="248829" y="111903"/>
                  </a:lnTo>
                  <a:lnTo>
                    <a:pt x="246365" y="111903"/>
                  </a:lnTo>
                  <a:lnTo>
                    <a:pt x="243902" y="111903"/>
                  </a:lnTo>
                  <a:lnTo>
                    <a:pt x="241438" y="111903"/>
                  </a:lnTo>
                  <a:lnTo>
                    <a:pt x="238974" y="111903"/>
                  </a:lnTo>
                  <a:lnTo>
                    <a:pt x="236511" y="111903"/>
                  </a:lnTo>
                  <a:lnTo>
                    <a:pt x="234047" y="111903"/>
                  </a:lnTo>
                  <a:lnTo>
                    <a:pt x="231583" y="111903"/>
                  </a:lnTo>
                  <a:lnTo>
                    <a:pt x="229120" y="111903"/>
                  </a:lnTo>
                  <a:lnTo>
                    <a:pt x="226656" y="111903"/>
                  </a:lnTo>
                  <a:lnTo>
                    <a:pt x="224192" y="111903"/>
                  </a:lnTo>
                  <a:lnTo>
                    <a:pt x="221729" y="111903"/>
                  </a:lnTo>
                  <a:lnTo>
                    <a:pt x="219265" y="111903"/>
                  </a:lnTo>
                  <a:lnTo>
                    <a:pt x="216801" y="111903"/>
                  </a:lnTo>
                  <a:lnTo>
                    <a:pt x="214338" y="111903"/>
                  </a:lnTo>
                  <a:lnTo>
                    <a:pt x="211874" y="111903"/>
                  </a:lnTo>
                  <a:lnTo>
                    <a:pt x="209410" y="111903"/>
                  </a:lnTo>
                  <a:lnTo>
                    <a:pt x="206947" y="111903"/>
                  </a:lnTo>
                  <a:lnTo>
                    <a:pt x="204483" y="111903"/>
                  </a:lnTo>
                  <a:lnTo>
                    <a:pt x="202019" y="111903"/>
                  </a:lnTo>
                  <a:lnTo>
                    <a:pt x="199556" y="111903"/>
                  </a:lnTo>
                  <a:lnTo>
                    <a:pt x="197092" y="111903"/>
                  </a:lnTo>
                  <a:lnTo>
                    <a:pt x="194628" y="111903"/>
                  </a:lnTo>
                  <a:lnTo>
                    <a:pt x="192165" y="111903"/>
                  </a:lnTo>
                  <a:lnTo>
                    <a:pt x="189701" y="111903"/>
                  </a:lnTo>
                  <a:lnTo>
                    <a:pt x="187237" y="111903"/>
                  </a:lnTo>
                  <a:lnTo>
                    <a:pt x="184774" y="111903"/>
                  </a:lnTo>
                  <a:lnTo>
                    <a:pt x="182310" y="111903"/>
                  </a:lnTo>
                  <a:lnTo>
                    <a:pt x="179847" y="111903"/>
                  </a:lnTo>
                  <a:lnTo>
                    <a:pt x="177383" y="111903"/>
                  </a:lnTo>
                  <a:lnTo>
                    <a:pt x="174919" y="111903"/>
                  </a:lnTo>
                  <a:lnTo>
                    <a:pt x="172456" y="111903"/>
                  </a:lnTo>
                  <a:lnTo>
                    <a:pt x="169992" y="111903"/>
                  </a:lnTo>
                  <a:lnTo>
                    <a:pt x="167528" y="111903"/>
                  </a:lnTo>
                  <a:lnTo>
                    <a:pt x="165065" y="111903"/>
                  </a:lnTo>
                  <a:lnTo>
                    <a:pt x="162601" y="111903"/>
                  </a:lnTo>
                  <a:lnTo>
                    <a:pt x="160137" y="111903"/>
                  </a:lnTo>
                  <a:lnTo>
                    <a:pt x="157674" y="111903"/>
                  </a:lnTo>
                  <a:lnTo>
                    <a:pt x="155210" y="111903"/>
                  </a:lnTo>
                  <a:lnTo>
                    <a:pt x="152746" y="111903"/>
                  </a:lnTo>
                  <a:lnTo>
                    <a:pt x="150283" y="111903"/>
                  </a:lnTo>
                  <a:lnTo>
                    <a:pt x="147819" y="111903"/>
                  </a:lnTo>
                  <a:lnTo>
                    <a:pt x="145355" y="111903"/>
                  </a:lnTo>
                  <a:lnTo>
                    <a:pt x="142892" y="111903"/>
                  </a:lnTo>
                  <a:lnTo>
                    <a:pt x="140428" y="111903"/>
                  </a:lnTo>
                  <a:lnTo>
                    <a:pt x="137964" y="111903"/>
                  </a:lnTo>
                  <a:lnTo>
                    <a:pt x="135501" y="111903"/>
                  </a:lnTo>
                  <a:lnTo>
                    <a:pt x="133037" y="111903"/>
                  </a:lnTo>
                  <a:lnTo>
                    <a:pt x="130573" y="111903"/>
                  </a:lnTo>
                  <a:lnTo>
                    <a:pt x="128110" y="111903"/>
                  </a:lnTo>
                  <a:lnTo>
                    <a:pt x="125646" y="111903"/>
                  </a:lnTo>
                  <a:lnTo>
                    <a:pt x="123182" y="111903"/>
                  </a:lnTo>
                  <a:lnTo>
                    <a:pt x="120719" y="111903"/>
                  </a:lnTo>
                  <a:lnTo>
                    <a:pt x="118255" y="111903"/>
                  </a:lnTo>
                  <a:lnTo>
                    <a:pt x="115791" y="111903"/>
                  </a:lnTo>
                  <a:lnTo>
                    <a:pt x="113328" y="111903"/>
                  </a:lnTo>
                  <a:lnTo>
                    <a:pt x="110864" y="111903"/>
                  </a:lnTo>
                  <a:lnTo>
                    <a:pt x="108400" y="111903"/>
                  </a:lnTo>
                  <a:lnTo>
                    <a:pt x="105937" y="111903"/>
                  </a:lnTo>
                  <a:lnTo>
                    <a:pt x="103473" y="111903"/>
                  </a:lnTo>
                  <a:lnTo>
                    <a:pt x="101009" y="111903"/>
                  </a:lnTo>
                  <a:lnTo>
                    <a:pt x="98546" y="111903"/>
                  </a:lnTo>
                  <a:lnTo>
                    <a:pt x="96082" y="111903"/>
                  </a:lnTo>
                  <a:lnTo>
                    <a:pt x="93618" y="111903"/>
                  </a:lnTo>
                  <a:lnTo>
                    <a:pt x="91155" y="111903"/>
                  </a:lnTo>
                  <a:lnTo>
                    <a:pt x="88691" y="111903"/>
                  </a:lnTo>
                  <a:lnTo>
                    <a:pt x="86228" y="111903"/>
                  </a:lnTo>
                  <a:lnTo>
                    <a:pt x="83764" y="111903"/>
                  </a:lnTo>
                  <a:lnTo>
                    <a:pt x="81300" y="111903"/>
                  </a:lnTo>
                  <a:lnTo>
                    <a:pt x="78837" y="111903"/>
                  </a:lnTo>
                  <a:lnTo>
                    <a:pt x="76373" y="111903"/>
                  </a:lnTo>
                  <a:lnTo>
                    <a:pt x="73909" y="111903"/>
                  </a:lnTo>
                  <a:lnTo>
                    <a:pt x="71446" y="111903"/>
                  </a:lnTo>
                  <a:lnTo>
                    <a:pt x="68982" y="111903"/>
                  </a:lnTo>
                  <a:lnTo>
                    <a:pt x="66518" y="111903"/>
                  </a:lnTo>
                  <a:lnTo>
                    <a:pt x="64055" y="111903"/>
                  </a:lnTo>
                  <a:lnTo>
                    <a:pt x="61591" y="111903"/>
                  </a:lnTo>
                  <a:lnTo>
                    <a:pt x="59127" y="111903"/>
                  </a:lnTo>
                  <a:lnTo>
                    <a:pt x="56664" y="111903"/>
                  </a:lnTo>
                  <a:lnTo>
                    <a:pt x="54200" y="111903"/>
                  </a:lnTo>
                  <a:lnTo>
                    <a:pt x="51736" y="111903"/>
                  </a:lnTo>
                  <a:lnTo>
                    <a:pt x="49273" y="111903"/>
                  </a:lnTo>
                  <a:lnTo>
                    <a:pt x="46809" y="111903"/>
                  </a:lnTo>
                  <a:lnTo>
                    <a:pt x="44345" y="111903"/>
                  </a:lnTo>
                  <a:lnTo>
                    <a:pt x="41882" y="111903"/>
                  </a:lnTo>
                  <a:lnTo>
                    <a:pt x="39418" y="111903"/>
                  </a:lnTo>
                  <a:lnTo>
                    <a:pt x="36954" y="111903"/>
                  </a:lnTo>
                  <a:lnTo>
                    <a:pt x="34491" y="111903"/>
                  </a:lnTo>
                  <a:lnTo>
                    <a:pt x="32027" y="111903"/>
                  </a:lnTo>
                  <a:lnTo>
                    <a:pt x="29563" y="111903"/>
                  </a:lnTo>
                  <a:lnTo>
                    <a:pt x="27100" y="111903"/>
                  </a:lnTo>
                  <a:lnTo>
                    <a:pt x="24636" y="111903"/>
                  </a:lnTo>
                  <a:lnTo>
                    <a:pt x="22172" y="111903"/>
                  </a:lnTo>
                  <a:lnTo>
                    <a:pt x="19709" y="111903"/>
                  </a:lnTo>
                  <a:lnTo>
                    <a:pt x="17245" y="111903"/>
                  </a:lnTo>
                  <a:lnTo>
                    <a:pt x="14781" y="111903"/>
                  </a:lnTo>
                  <a:lnTo>
                    <a:pt x="12318" y="111903"/>
                  </a:lnTo>
                  <a:lnTo>
                    <a:pt x="9854" y="111903"/>
                  </a:lnTo>
                  <a:lnTo>
                    <a:pt x="7390" y="111903"/>
                  </a:lnTo>
                  <a:lnTo>
                    <a:pt x="4927" y="111903"/>
                  </a:lnTo>
                  <a:lnTo>
                    <a:pt x="2463" y="11190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005616" y="6041994"/>
              <a:ext cx="1258929" cy="111845"/>
            </a:xfrm>
            <a:custGeom>
              <a:avLst/>
              <a:pathLst>
                <a:path w="1258929" h="111845">
                  <a:moveTo>
                    <a:pt x="0" y="111845"/>
                  </a:moveTo>
                  <a:lnTo>
                    <a:pt x="2463" y="111842"/>
                  </a:lnTo>
                  <a:lnTo>
                    <a:pt x="4927" y="111839"/>
                  </a:lnTo>
                  <a:lnTo>
                    <a:pt x="7390" y="111835"/>
                  </a:lnTo>
                  <a:lnTo>
                    <a:pt x="9854" y="111832"/>
                  </a:lnTo>
                  <a:lnTo>
                    <a:pt x="12318" y="111828"/>
                  </a:lnTo>
                  <a:lnTo>
                    <a:pt x="14781" y="111824"/>
                  </a:lnTo>
                  <a:lnTo>
                    <a:pt x="17245" y="111819"/>
                  </a:lnTo>
                  <a:lnTo>
                    <a:pt x="19709" y="111815"/>
                  </a:lnTo>
                  <a:lnTo>
                    <a:pt x="22172" y="111810"/>
                  </a:lnTo>
                  <a:lnTo>
                    <a:pt x="24636" y="111805"/>
                  </a:lnTo>
                  <a:lnTo>
                    <a:pt x="27100" y="111800"/>
                  </a:lnTo>
                  <a:lnTo>
                    <a:pt x="29563" y="111794"/>
                  </a:lnTo>
                  <a:lnTo>
                    <a:pt x="32027" y="111789"/>
                  </a:lnTo>
                  <a:lnTo>
                    <a:pt x="34491" y="111783"/>
                  </a:lnTo>
                  <a:lnTo>
                    <a:pt x="36954" y="111776"/>
                  </a:lnTo>
                  <a:lnTo>
                    <a:pt x="39418" y="111770"/>
                  </a:lnTo>
                  <a:lnTo>
                    <a:pt x="41882" y="111763"/>
                  </a:lnTo>
                  <a:lnTo>
                    <a:pt x="44345" y="111755"/>
                  </a:lnTo>
                  <a:lnTo>
                    <a:pt x="46809" y="111748"/>
                  </a:lnTo>
                  <a:lnTo>
                    <a:pt x="49273" y="111740"/>
                  </a:lnTo>
                  <a:lnTo>
                    <a:pt x="51736" y="111731"/>
                  </a:lnTo>
                  <a:lnTo>
                    <a:pt x="54200" y="111722"/>
                  </a:lnTo>
                  <a:lnTo>
                    <a:pt x="56664" y="111713"/>
                  </a:lnTo>
                  <a:lnTo>
                    <a:pt x="59127" y="111704"/>
                  </a:lnTo>
                  <a:lnTo>
                    <a:pt x="61591" y="111694"/>
                  </a:lnTo>
                  <a:lnTo>
                    <a:pt x="64055" y="111683"/>
                  </a:lnTo>
                  <a:lnTo>
                    <a:pt x="66518" y="111672"/>
                  </a:lnTo>
                  <a:lnTo>
                    <a:pt x="68982" y="111660"/>
                  </a:lnTo>
                  <a:lnTo>
                    <a:pt x="71446" y="111648"/>
                  </a:lnTo>
                  <a:lnTo>
                    <a:pt x="73909" y="111636"/>
                  </a:lnTo>
                  <a:lnTo>
                    <a:pt x="76373" y="111623"/>
                  </a:lnTo>
                  <a:lnTo>
                    <a:pt x="78837" y="111609"/>
                  </a:lnTo>
                  <a:lnTo>
                    <a:pt x="81300" y="111594"/>
                  </a:lnTo>
                  <a:lnTo>
                    <a:pt x="83764" y="111579"/>
                  </a:lnTo>
                  <a:lnTo>
                    <a:pt x="86228" y="111564"/>
                  </a:lnTo>
                  <a:lnTo>
                    <a:pt x="88691" y="111547"/>
                  </a:lnTo>
                  <a:lnTo>
                    <a:pt x="91155" y="111530"/>
                  </a:lnTo>
                  <a:lnTo>
                    <a:pt x="93618" y="111512"/>
                  </a:lnTo>
                  <a:lnTo>
                    <a:pt x="96082" y="111494"/>
                  </a:lnTo>
                  <a:lnTo>
                    <a:pt x="98546" y="111474"/>
                  </a:lnTo>
                  <a:lnTo>
                    <a:pt x="101009" y="111454"/>
                  </a:lnTo>
                  <a:lnTo>
                    <a:pt x="103473" y="111433"/>
                  </a:lnTo>
                  <a:lnTo>
                    <a:pt x="105937" y="111411"/>
                  </a:lnTo>
                  <a:lnTo>
                    <a:pt x="108400" y="111388"/>
                  </a:lnTo>
                  <a:lnTo>
                    <a:pt x="110864" y="111364"/>
                  </a:lnTo>
                  <a:lnTo>
                    <a:pt x="113328" y="111340"/>
                  </a:lnTo>
                  <a:lnTo>
                    <a:pt x="115791" y="111313"/>
                  </a:lnTo>
                  <a:lnTo>
                    <a:pt x="118255" y="111287"/>
                  </a:lnTo>
                  <a:lnTo>
                    <a:pt x="120719" y="111258"/>
                  </a:lnTo>
                  <a:lnTo>
                    <a:pt x="123182" y="111230"/>
                  </a:lnTo>
                  <a:lnTo>
                    <a:pt x="125646" y="111199"/>
                  </a:lnTo>
                  <a:lnTo>
                    <a:pt x="128110" y="111168"/>
                  </a:lnTo>
                  <a:lnTo>
                    <a:pt x="130573" y="111134"/>
                  </a:lnTo>
                  <a:lnTo>
                    <a:pt x="133037" y="111100"/>
                  </a:lnTo>
                  <a:lnTo>
                    <a:pt x="135501" y="111065"/>
                  </a:lnTo>
                  <a:lnTo>
                    <a:pt x="137964" y="111028"/>
                  </a:lnTo>
                  <a:lnTo>
                    <a:pt x="140428" y="110989"/>
                  </a:lnTo>
                  <a:lnTo>
                    <a:pt x="142892" y="110950"/>
                  </a:lnTo>
                  <a:lnTo>
                    <a:pt x="145355" y="110908"/>
                  </a:lnTo>
                  <a:lnTo>
                    <a:pt x="147819" y="110866"/>
                  </a:lnTo>
                  <a:lnTo>
                    <a:pt x="150283" y="110821"/>
                  </a:lnTo>
                  <a:lnTo>
                    <a:pt x="152746" y="110775"/>
                  </a:lnTo>
                  <a:lnTo>
                    <a:pt x="155210" y="110727"/>
                  </a:lnTo>
                  <a:lnTo>
                    <a:pt x="157674" y="110678"/>
                  </a:lnTo>
                  <a:lnTo>
                    <a:pt x="160137" y="110626"/>
                  </a:lnTo>
                  <a:lnTo>
                    <a:pt x="162601" y="110573"/>
                  </a:lnTo>
                  <a:lnTo>
                    <a:pt x="165065" y="110518"/>
                  </a:lnTo>
                  <a:lnTo>
                    <a:pt x="167528" y="110460"/>
                  </a:lnTo>
                  <a:lnTo>
                    <a:pt x="169992" y="110402"/>
                  </a:lnTo>
                  <a:lnTo>
                    <a:pt x="172456" y="110340"/>
                  </a:lnTo>
                  <a:lnTo>
                    <a:pt x="174919" y="110277"/>
                  </a:lnTo>
                  <a:lnTo>
                    <a:pt x="177383" y="110211"/>
                  </a:lnTo>
                  <a:lnTo>
                    <a:pt x="179847" y="110143"/>
                  </a:lnTo>
                  <a:lnTo>
                    <a:pt x="182310" y="110072"/>
                  </a:lnTo>
                  <a:lnTo>
                    <a:pt x="184774" y="110001"/>
                  </a:lnTo>
                  <a:lnTo>
                    <a:pt x="187237" y="109925"/>
                  </a:lnTo>
                  <a:lnTo>
                    <a:pt x="189701" y="109848"/>
                  </a:lnTo>
                  <a:lnTo>
                    <a:pt x="192165" y="109767"/>
                  </a:lnTo>
                  <a:lnTo>
                    <a:pt x="194628" y="109685"/>
                  </a:lnTo>
                  <a:lnTo>
                    <a:pt x="197092" y="109599"/>
                  </a:lnTo>
                  <a:lnTo>
                    <a:pt x="199556" y="109511"/>
                  </a:lnTo>
                  <a:lnTo>
                    <a:pt x="202019" y="109420"/>
                  </a:lnTo>
                  <a:lnTo>
                    <a:pt x="204483" y="109326"/>
                  </a:lnTo>
                  <a:lnTo>
                    <a:pt x="206947" y="109229"/>
                  </a:lnTo>
                  <a:lnTo>
                    <a:pt x="209410" y="109130"/>
                  </a:lnTo>
                  <a:lnTo>
                    <a:pt x="211874" y="109026"/>
                  </a:lnTo>
                  <a:lnTo>
                    <a:pt x="214338" y="108921"/>
                  </a:lnTo>
                  <a:lnTo>
                    <a:pt x="216801" y="108811"/>
                  </a:lnTo>
                  <a:lnTo>
                    <a:pt x="219265" y="108699"/>
                  </a:lnTo>
                  <a:lnTo>
                    <a:pt x="221729" y="108583"/>
                  </a:lnTo>
                  <a:lnTo>
                    <a:pt x="224192" y="108464"/>
                  </a:lnTo>
                  <a:lnTo>
                    <a:pt x="226656" y="108341"/>
                  </a:lnTo>
                  <a:lnTo>
                    <a:pt x="229120" y="108215"/>
                  </a:lnTo>
                  <a:lnTo>
                    <a:pt x="231583" y="108085"/>
                  </a:lnTo>
                  <a:lnTo>
                    <a:pt x="234047" y="107951"/>
                  </a:lnTo>
                  <a:lnTo>
                    <a:pt x="236511" y="107815"/>
                  </a:lnTo>
                  <a:lnTo>
                    <a:pt x="238974" y="107673"/>
                  </a:lnTo>
                  <a:lnTo>
                    <a:pt x="241438" y="107530"/>
                  </a:lnTo>
                  <a:lnTo>
                    <a:pt x="243902" y="107380"/>
                  </a:lnTo>
                  <a:lnTo>
                    <a:pt x="246365" y="107229"/>
                  </a:lnTo>
                  <a:lnTo>
                    <a:pt x="248829" y="107071"/>
                  </a:lnTo>
                  <a:lnTo>
                    <a:pt x="251293" y="106912"/>
                  </a:lnTo>
                  <a:lnTo>
                    <a:pt x="253756" y="106745"/>
                  </a:lnTo>
                  <a:lnTo>
                    <a:pt x="256220" y="106578"/>
                  </a:lnTo>
                  <a:lnTo>
                    <a:pt x="258684" y="106403"/>
                  </a:lnTo>
                  <a:lnTo>
                    <a:pt x="261147" y="106227"/>
                  </a:lnTo>
                  <a:lnTo>
                    <a:pt x="263611" y="106044"/>
                  </a:lnTo>
                  <a:lnTo>
                    <a:pt x="266075" y="105859"/>
                  </a:lnTo>
                  <a:lnTo>
                    <a:pt x="268538" y="105667"/>
                  </a:lnTo>
                  <a:lnTo>
                    <a:pt x="271002" y="105473"/>
                  </a:lnTo>
                  <a:lnTo>
                    <a:pt x="273465" y="105272"/>
                  </a:lnTo>
                  <a:lnTo>
                    <a:pt x="275929" y="105069"/>
                  </a:lnTo>
                  <a:lnTo>
                    <a:pt x="278393" y="104859"/>
                  </a:lnTo>
                  <a:lnTo>
                    <a:pt x="280856" y="104647"/>
                  </a:lnTo>
                  <a:lnTo>
                    <a:pt x="283320" y="104428"/>
                  </a:lnTo>
                  <a:lnTo>
                    <a:pt x="285784" y="104205"/>
                  </a:lnTo>
                  <a:lnTo>
                    <a:pt x="288247" y="103978"/>
                  </a:lnTo>
                  <a:lnTo>
                    <a:pt x="290711" y="103745"/>
                  </a:lnTo>
                  <a:lnTo>
                    <a:pt x="293175" y="103508"/>
                  </a:lnTo>
                  <a:lnTo>
                    <a:pt x="295638" y="103266"/>
                  </a:lnTo>
                  <a:lnTo>
                    <a:pt x="298102" y="103020"/>
                  </a:lnTo>
                  <a:lnTo>
                    <a:pt x="300566" y="102767"/>
                  </a:lnTo>
                  <a:lnTo>
                    <a:pt x="303029" y="102512"/>
                  </a:lnTo>
                  <a:lnTo>
                    <a:pt x="305493" y="102249"/>
                  </a:lnTo>
                  <a:lnTo>
                    <a:pt x="307957" y="101984"/>
                  </a:lnTo>
                  <a:lnTo>
                    <a:pt x="310420" y="101712"/>
                  </a:lnTo>
                  <a:lnTo>
                    <a:pt x="312884" y="101437"/>
                  </a:lnTo>
                  <a:lnTo>
                    <a:pt x="315348" y="101155"/>
                  </a:lnTo>
                  <a:lnTo>
                    <a:pt x="317811" y="100871"/>
                  </a:lnTo>
                  <a:lnTo>
                    <a:pt x="320275" y="100579"/>
                  </a:lnTo>
                  <a:lnTo>
                    <a:pt x="322739" y="100285"/>
                  </a:lnTo>
                  <a:lnTo>
                    <a:pt x="325202" y="99983"/>
                  </a:lnTo>
                  <a:lnTo>
                    <a:pt x="327666" y="99680"/>
                  </a:lnTo>
                  <a:lnTo>
                    <a:pt x="330130" y="99368"/>
                  </a:lnTo>
                  <a:lnTo>
                    <a:pt x="332593" y="99055"/>
                  </a:lnTo>
                  <a:lnTo>
                    <a:pt x="335057" y="98735"/>
                  </a:lnTo>
                  <a:lnTo>
                    <a:pt x="337521" y="98412"/>
                  </a:lnTo>
                  <a:lnTo>
                    <a:pt x="339984" y="98082"/>
                  </a:lnTo>
                  <a:lnTo>
                    <a:pt x="342448" y="97750"/>
                  </a:lnTo>
                  <a:lnTo>
                    <a:pt x="344912" y="97412"/>
                  </a:lnTo>
                  <a:lnTo>
                    <a:pt x="347375" y="97071"/>
                  </a:lnTo>
                  <a:lnTo>
                    <a:pt x="349839" y="96724"/>
                  </a:lnTo>
                  <a:lnTo>
                    <a:pt x="352303" y="96374"/>
                  </a:lnTo>
                  <a:lnTo>
                    <a:pt x="354766" y="96019"/>
                  </a:lnTo>
                  <a:lnTo>
                    <a:pt x="357230" y="95660"/>
                  </a:lnTo>
                  <a:lnTo>
                    <a:pt x="359694" y="95298"/>
                  </a:lnTo>
                  <a:lnTo>
                    <a:pt x="362157" y="94931"/>
                  </a:lnTo>
                  <a:lnTo>
                    <a:pt x="364621" y="94560"/>
                  </a:lnTo>
                  <a:lnTo>
                    <a:pt x="367084" y="94186"/>
                  </a:lnTo>
                  <a:lnTo>
                    <a:pt x="369548" y="93808"/>
                  </a:lnTo>
                  <a:lnTo>
                    <a:pt x="372012" y="93426"/>
                  </a:lnTo>
                  <a:lnTo>
                    <a:pt x="374475" y="93042"/>
                  </a:lnTo>
                  <a:lnTo>
                    <a:pt x="376939" y="92652"/>
                  </a:lnTo>
                  <a:lnTo>
                    <a:pt x="379403" y="92262"/>
                  </a:lnTo>
                  <a:lnTo>
                    <a:pt x="381866" y="91866"/>
                  </a:lnTo>
                  <a:lnTo>
                    <a:pt x="384330" y="91470"/>
                  </a:lnTo>
                  <a:lnTo>
                    <a:pt x="386794" y="91069"/>
                  </a:lnTo>
                  <a:lnTo>
                    <a:pt x="389257" y="90667"/>
                  </a:lnTo>
                  <a:lnTo>
                    <a:pt x="391721" y="90260"/>
                  </a:lnTo>
                  <a:lnTo>
                    <a:pt x="394185" y="89853"/>
                  </a:lnTo>
                  <a:lnTo>
                    <a:pt x="396648" y="89443"/>
                  </a:lnTo>
                  <a:lnTo>
                    <a:pt x="399112" y="89031"/>
                  </a:lnTo>
                  <a:lnTo>
                    <a:pt x="401576" y="88617"/>
                  </a:lnTo>
                  <a:lnTo>
                    <a:pt x="404039" y="88202"/>
                  </a:lnTo>
                  <a:lnTo>
                    <a:pt x="406503" y="87785"/>
                  </a:lnTo>
                  <a:lnTo>
                    <a:pt x="408967" y="87366"/>
                  </a:lnTo>
                  <a:lnTo>
                    <a:pt x="411430" y="86947"/>
                  </a:lnTo>
                  <a:lnTo>
                    <a:pt x="413894" y="86526"/>
                  </a:lnTo>
                  <a:lnTo>
                    <a:pt x="416358" y="86105"/>
                  </a:lnTo>
                  <a:lnTo>
                    <a:pt x="418821" y="85683"/>
                  </a:lnTo>
                  <a:lnTo>
                    <a:pt x="421285" y="85261"/>
                  </a:lnTo>
                  <a:lnTo>
                    <a:pt x="423749" y="84839"/>
                  </a:lnTo>
                  <a:lnTo>
                    <a:pt x="426212" y="84416"/>
                  </a:lnTo>
                  <a:lnTo>
                    <a:pt x="428676" y="83994"/>
                  </a:lnTo>
                  <a:lnTo>
                    <a:pt x="431140" y="83572"/>
                  </a:lnTo>
                  <a:lnTo>
                    <a:pt x="433603" y="83151"/>
                  </a:lnTo>
                  <a:lnTo>
                    <a:pt x="436067" y="82730"/>
                  </a:lnTo>
                  <a:lnTo>
                    <a:pt x="438531" y="82311"/>
                  </a:lnTo>
                  <a:lnTo>
                    <a:pt x="440994" y="81893"/>
                  </a:lnTo>
                  <a:lnTo>
                    <a:pt x="443458" y="81477"/>
                  </a:lnTo>
                  <a:lnTo>
                    <a:pt x="445922" y="81061"/>
                  </a:lnTo>
                  <a:lnTo>
                    <a:pt x="448385" y="80649"/>
                  </a:lnTo>
                  <a:lnTo>
                    <a:pt x="450849" y="80237"/>
                  </a:lnTo>
                  <a:lnTo>
                    <a:pt x="453312" y="79829"/>
                  </a:lnTo>
                  <a:lnTo>
                    <a:pt x="455776" y="79422"/>
                  </a:lnTo>
                  <a:lnTo>
                    <a:pt x="458240" y="79020"/>
                  </a:lnTo>
                  <a:lnTo>
                    <a:pt x="460703" y="78619"/>
                  </a:lnTo>
                  <a:lnTo>
                    <a:pt x="463167" y="78223"/>
                  </a:lnTo>
                  <a:lnTo>
                    <a:pt x="465631" y="77828"/>
                  </a:lnTo>
                  <a:lnTo>
                    <a:pt x="468094" y="77440"/>
                  </a:lnTo>
                  <a:lnTo>
                    <a:pt x="470558" y="77053"/>
                  </a:lnTo>
                  <a:lnTo>
                    <a:pt x="473022" y="76672"/>
                  </a:lnTo>
                  <a:lnTo>
                    <a:pt x="475485" y="76294"/>
                  </a:lnTo>
                  <a:lnTo>
                    <a:pt x="477949" y="75922"/>
                  </a:lnTo>
                  <a:lnTo>
                    <a:pt x="480413" y="75553"/>
                  </a:lnTo>
                  <a:lnTo>
                    <a:pt x="482876" y="75190"/>
                  </a:lnTo>
                  <a:lnTo>
                    <a:pt x="485340" y="74832"/>
                  </a:lnTo>
                  <a:lnTo>
                    <a:pt x="487804" y="74479"/>
                  </a:lnTo>
                  <a:lnTo>
                    <a:pt x="490267" y="74132"/>
                  </a:lnTo>
                  <a:lnTo>
                    <a:pt x="492731" y="73791"/>
                  </a:lnTo>
                  <a:lnTo>
                    <a:pt x="495195" y="73455"/>
                  </a:lnTo>
                  <a:lnTo>
                    <a:pt x="497658" y="73126"/>
                  </a:lnTo>
                  <a:lnTo>
                    <a:pt x="500122" y="72804"/>
                  </a:lnTo>
                  <a:lnTo>
                    <a:pt x="502586" y="72486"/>
                  </a:lnTo>
                  <a:lnTo>
                    <a:pt x="505049" y="72178"/>
                  </a:lnTo>
                  <a:lnTo>
                    <a:pt x="507513" y="71874"/>
                  </a:lnTo>
                  <a:lnTo>
                    <a:pt x="509977" y="71580"/>
                  </a:lnTo>
                  <a:lnTo>
                    <a:pt x="512440" y="71289"/>
                  </a:lnTo>
                  <a:lnTo>
                    <a:pt x="514904" y="71010"/>
                  </a:lnTo>
                  <a:lnTo>
                    <a:pt x="517368" y="70734"/>
                  </a:lnTo>
                  <a:lnTo>
                    <a:pt x="519831" y="70471"/>
                  </a:lnTo>
                  <a:lnTo>
                    <a:pt x="522295" y="70210"/>
                  </a:lnTo>
                  <a:lnTo>
                    <a:pt x="524759" y="69964"/>
                  </a:lnTo>
                  <a:lnTo>
                    <a:pt x="527222" y="69718"/>
                  </a:lnTo>
                  <a:lnTo>
                    <a:pt x="529686" y="69488"/>
                  </a:lnTo>
                  <a:lnTo>
                    <a:pt x="532150" y="69260"/>
                  </a:lnTo>
                  <a:lnTo>
                    <a:pt x="534613" y="69046"/>
                  </a:lnTo>
                  <a:lnTo>
                    <a:pt x="537077" y="68835"/>
                  </a:lnTo>
                  <a:lnTo>
                    <a:pt x="539541" y="68639"/>
                  </a:lnTo>
                  <a:lnTo>
                    <a:pt x="542004" y="68446"/>
                  </a:lnTo>
                  <a:lnTo>
                    <a:pt x="544468" y="68266"/>
                  </a:lnTo>
                  <a:lnTo>
                    <a:pt x="546931" y="68091"/>
                  </a:lnTo>
                  <a:lnTo>
                    <a:pt x="549395" y="67929"/>
                  </a:lnTo>
                  <a:lnTo>
                    <a:pt x="551859" y="67773"/>
                  </a:lnTo>
                  <a:lnTo>
                    <a:pt x="554322" y="67629"/>
                  </a:lnTo>
                  <a:lnTo>
                    <a:pt x="556786" y="67491"/>
                  </a:lnTo>
                  <a:lnTo>
                    <a:pt x="559250" y="67364"/>
                  </a:lnTo>
                  <a:lnTo>
                    <a:pt x="561713" y="67246"/>
                  </a:lnTo>
                  <a:lnTo>
                    <a:pt x="564177" y="67137"/>
                  </a:lnTo>
                  <a:lnTo>
                    <a:pt x="566641" y="67038"/>
                  </a:lnTo>
                  <a:lnTo>
                    <a:pt x="569104" y="66947"/>
                  </a:lnTo>
                  <a:lnTo>
                    <a:pt x="571568" y="66867"/>
                  </a:lnTo>
                  <a:lnTo>
                    <a:pt x="574032" y="66794"/>
                  </a:lnTo>
                  <a:lnTo>
                    <a:pt x="576495" y="66734"/>
                  </a:lnTo>
                  <a:lnTo>
                    <a:pt x="578959" y="66678"/>
                  </a:lnTo>
                  <a:lnTo>
                    <a:pt x="581423" y="66637"/>
                  </a:lnTo>
                  <a:lnTo>
                    <a:pt x="583886" y="66599"/>
                  </a:lnTo>
                  <a:lnTo>
                    <a:pt x="586350" y="66576"/>
                  </a:lnTo>
                  <a:lnTo>
                    <a:pt x="588814" y="66556"/>
                  </a:lnTo>
                  <a:lnTo>
                    <a:pt x="591277" y="66552"/>
                  </a:lnTo>
                  <a:lnTo>
                    <a:pt x="593741" y="66549"/>
                  </a:lnTo>
                  <a:lnTo>
                    <a:pt x="596205" y="66563"/>
                  </a:lnTo>
                  <a:lnTo>
                    <a:pt x="598668" y="66579"/>
                  </a:lnTo>
                  <a:lnTo>
                    <a:pt x="601132" y="66610"/>
                  </a:lnTo>
                  <a:lnTo>
                    <a:pt x="603596" y="66643"/>
                  </a:lnTo>
                  <a:lnTo>
                    <a:pt x="606059" y="66690"/>
                  </a:lnTo>
                  <a:lnTo>
                    <a:pt x="608523" y="66741"/>
                  </a:lnTo>
                  <a:lnTo>
                    <a:pt x="610987" y="66804"/>
                  </a:lnTo>
                  <a:lnTo>
                    <a:pt x="613450" y="66871"/>
                  </a:lnTo>
                  <a:lnTo>
                    <a:pt x="615914" y="66950"/>
                  </a:lnTo>
                  <a:lnTo>
                    <a:pt x="618378" y="67033"/>
                  </a:lnTo>
                  <a:lnTo>
                    <a:pt x="620841" y="67127"/>
                  </a:lnTo>
                  <a:lnTo>
                    <a:pt x="623305" y="67225"/>
                  </a:lnTo>
                  <a:lnTo>
                    <a:pt x="625769" y="67333"/>
                  </a:lnTo>
                  <a:lnTo>
                    <a:pt x="628232" y="67447"/>
                  </a:lnTo>
                  <a:lnTo>
                    <a:pt x="630696" y="67568"/>
                  </a:lnTo>
                  <a:lnTo>
                    <a:pt x="633159" y="67696"/>
                  </a:lnTo>
                  <a:lnTo>
                    <a:pt x="635623" y="67830"/>
                  </a:lnTo>
                  <a:lnTo>
                    <a:pt x="638087" y="67971"/>
                  </a:lnTo>
                  <a:lnTo>
                    <a:pt x="640550" y="68117"/>
                  </a:lnTo>
                  <a:lnTo>
                    <a:pt x="643014" y="68271"/>
                  </a:lnTo>
                  <a:lnTo>
                    <a:pt x="645478" y="68428"/>
                  </a:lnTo>
                  <a:lnTo>
                    <a:pt x="647941" y="68593"/>
                  </a:lnTo>
                  <a:lnTo>
                    <a:pt x="650405" y="68761"/>
                  </a:lnTo>
                  <a:lnTo>
                    <a:pt x="652869" y="68936"/>
                  </a:lnTo>
                  <a:lnTo>
                    <a:pt x="655332" y="69114"/>
                  </a:lnTo>
                  <a:lnTo>
                    <a:pt x="657796" y="69299"/>
                  </a:lnTo>
                  <a:lnTo>
                    <a:pt x="660260" y="69485"/>
                  </a:lnTo>
                  <a:lnTo>
                    <a:pt x="662723" y="69679"/>
                  </a:lnTo>
                  <a:lnTo>
                    <a:pt x="665187" y="69873"/>
                  </a:lnTo>
                  <a:lnTo>
                    <a:pt x="667651" y="70074"/>
                  </a:lnTo>
                  <a:lnTo>
                    <a:pt x="670114" y="70275"/>
                  </a:lnTo>
                  <a:lnTo>
                    <a:pt x="672578" y="70482"/>
                  </a:lnTo>
                  <a:lnTo>
                    <a:pt x="675042" y="70690"/>
                  </a:lnTo>
                  <a:lnTo>
                    <a:pt x="677505" y="70902"/>
                  </a:lnTo>
                  <a:lnTo>
                    <a:pt x="679969" y="71115"/>
                  </a:lnTo>
                  <a:lnTo>
                    <a:pt x="682433" y="71331"/>
                  </a:lnTo>
                  <a:lnTo>
                    <a:pt x="684896" y="71548"/>
                  </a:lnTo>
                  <a:lnTo>
                    <a:pt x="687360" y="71767"/>
                  </a:lnTo>
                  <a:lnTo>
                    <a:pt x="689824" y="71987"/>
                  </a:lnTo>
                  <a:lnTo>
                    <a:pt x="692287" y="72208"/>
                  </a:lnTo>
                  <a:lnTo>
                    <a:pt x="694751" y="72430"/>
                  </a:lnTo>
                  <a:lnTo>
                    <a:pt x="697215" y="72652"/>
                  </a:lnTo>
                  <a:lnTo>
                    <a:pt x="699678" y="72874"/>
                  </a:lnTo>
                  <a:lnTo>
                    <a:pt x="702142" y="73096"/>
                  </a:lnTo>
                  <a:lnTo>
                    <a:pt x="704606" y="73318"/>
                  </a:lnTo>
                  <a:lnTo>
                    <a:pt x="707069" y="73539"/>
                  </a:lnTo>
                  <a:lnTo>
                    <a:pt x="709533" y="73759"/>
                  </a:lnTo>
                  <a:lnTo>
                    <a:pt x="711997" y="73978"/>
                  </a:lnTo>
                  <a:lnTo>
                    <a:pt x="714460" y="74195"/>
                  </a:lnTo>
                  <a:lnTo>
                    <a:pt x="716924" y="74412"/>
                  </a:lnTo>
                  <a:lnTo>
                    <a:pt x="719388" y="74625"/>
                  </a:lnTo>
                  <a:lnTo>
                    <a:pt x="721851" y="74837"/>
                  </a:lnTo>
                  <a:lnTo>
                    <a:pt x="724315" y="75045"/>
                  </a:lnTo>
                  <a:lnTo>
                    <a:pt x="726778" y="75252"/>
                  </a:lnTo>
                  <a:lnTo>
                    <a:pt x="729242" y="75454"/>
                  </a:lnTo>
                  <a:lnTo>
                    <a:pt x="731706" y="75655"/>
                  </a:lnTo>
                  <a:lnTo>
                    <a:pt x="734169" y="75849"/>
                  </a:lnTo>
                  <a:lnTo>
                    <a:pt x="736633" y="76043"/>
                  </a:lnTo>
                  <a:lnTo>
                    <a:pt x="739097" y="76230"/>
                  </a:lnTo>
                  <a:lnTo>
                    <a:pt x="741560" y="76415"/>
                  </a:lnTo>
                  <a:lnTo>
                    <a:pt x="744024" y="76593"/>
                  </a:lnTo>
                  <a:lnTo>
                    <a:pt x="746488" y="76768"/>
                  </a:lnTo>
                  <a:lnTo>
                    <a:pt x="748951" y="76936"/>
                  </a:lnTo>
                  <a:lnTo>
                    <a:pt x="751415" y="77101"/>
                  </a:lnTo>
                  <a:lnTo>
                    <a:pt x="753879" y="77259"/>
                  </a:lnTo>
                  <a:lnTo>
                    <a:pt x="756342" y="77412"/>
                  </a:lnTo>
                  <a:lnTo>
                    <a:pt x="758806" y="77558"/>
                  </a:lnTo>
                  <a:lnTo>
                    <a:pt x="761270" y="77699"/>
                  </a:lnTo>
                  <a:lnTo>
                    <a:pt x="763733" y="77833"/>
                  </a:lnTo>
                  <a:lnTo>
                    <a:pt x="766197" y="77960"/>
                  </a:lnTo>
                  <a:lnTo>
                    <a:pt x="768661" y="78081"/>
                  </a:lnTo>
                  <a:lnTo>
                    <a:pt x="771124" y="78194"/>
                  </a:lnTo>
                  <a:lnTo>
                    <a:pt x="773588" y="78301"/>
                  </a:lnTo>
                  <a:lnTo>
                    <a:pt x="776052" y="78399"/>
                  </a:lnTo>
                  <a:lnTo>
                    <a:pt x="778515" y="78491"/>
                  </a:lnTo>
                  <a:lnTo>
                    <a:pt x="780979" y="78572"/>
                  </a:lnTo>
                  <a:lnTo>
                    <a:pt x="783443" y="78649"/>
                  </a:lnTo>
                  <a:lnTo>
                    <a:pt x="785906" y="78714"/>
                  </a:lnTo>
                  <a:lnTo>
                    <a:pt x="788370" y="78775"/>
                  </a:lnTo>
                  <a:lnTo>
                    <a:pt x="790834" y="78822"/>
                  </a:lnTo>
                  <a:lnTo>
                    <a:pt x="793297" y="78866"/>
                  </a:lnTo>
                  <a:lnTo>
                    <a:pt x="795761" y="78894"/>
                  </a:lnTo>
                  <a:lnTo>
                    <a:pt x="798225" y="78921"/>
                  </a:lnTo>
                  <a:lnTo>
                    <a:pt x="800688" y="78930"/>
                  </a:lnTo>
                  <a:lnTo>
                    <a:pt x="803152" y="78938"/>
                  </a:lnTo>
                  <a:lnTo>
                    <a:pt x="805616" y="78929"/>
                  </a:lnTo>
                  <a:lnTo>
                    <a:pt x="808079" y="78917"/>
                  </a:lnTo>
                  <a:lnTo>
                    <a:pt x="810543" y="78888"/>
                  </a:lnTo>
                  <a:lnTo>
                    <a:pt x="813006" y="78856"/>
                  </a:lnTo>
                  <a:lnTo>
                    <a:pt x="815470" y="78808"/>
                  </a:lnTo>
                  <a:lnTo>
                    <a:pt x="817934" y="78754"/>
                  </a:lnTo>
                  <a:lnTo>
                    <a:pt x="820397" y="78686"/>
                  </a:lnTo>
                  <a:lnTo>
                    <a:pt x="822861" y="78611"/>
                  </a:lnTo>
                  <a:lnTo>
                    <a:pt x="825325" y="78523"/>
                  </a:lnTo>
                  <a:lnTo>
                    <a:pt x="827788" y="78425"/>
                  </a:lnTo>
                  <a:lnTo>
                    <a:pt x="830252" y="78316"/>
                  </a:lnTo>
                  <a:lnTo>
                    <a:pt x="832716" y="78196"/>
                  </a:lnTo>
                  <a:lnTo>
                    <a:pt x="835179" y="78066"/>
                  </a:lnTo>
                  <a:lnTo>
                    <a:pt x="837643" y="77923"/>
                  </a:lnTo>
                  <a:lnTo>
                    <a:pt x="840107" y="77771"/>
                  </a:lnTo>
                  <a:lnTo>
                    <a:pt x="842570" y="77605"/>
                  </a:lnTo>
                  <a:lnTo>
                    <a:pt x="845034" y="77430"/>
                  </a:lnTo>
                  <a:lnTo>
                    <a:pt x="847498" y="77241"/>
                  </a:lnTo>
                  <a:lnTo>
                    <a:pt x="849961" y="77044"/>
                  </a:lnTo>
                  <a:lnTo>
                    <a:pt x="852425" y="76831"/>
                  </a:lnTo>
                  <a:lnTo>
                    <a:pt x="854889" y="76612"/>
                  </a:lnTo>
                  <a:lnTo>
                    <a:pt x="857352" y="76375"/>
                  </a:lnTo>
                  <a:lnTo>
                    <a:pt x="859816" y="76133"/>
                  </a:lnTo>
                  <a:lnTo>
                    <a:pt x="862280" y="75871"/>
                  </a:lnTo>
                  <a:lnTo>
                    <a:pt x="864743" y="75607"/>
                  </a:lnTo>
                  <a:lnTo>
                    <a:pt x="867207" y="75320"/>
                  </a:lnTo>
                  <a:lnTo>
                    <a:pt x="869671" y="75032"/>
                  </a:lnTo>
                  <a:lnTo>
                    <a:pt x="872134" y="74722"/>
                  </a:lnTo>
                  <a:lnTo>
                    <a:pt x="874598" y="74409"/>
                  </a:lnTo>
                  <a:lnTo>
                    <a:pt x="877062" y="74075"/>
                  </a:lnTo>
                  <a:lnTo>
                    <a:pt x="879525" y="73738"/>
                  </a:lnTo>
                  <a:lnTo>
                    <a:pt x="881989" y="73381"/>
                  </a:lnTo>
                  <a:lnTo>
                    <a:pt x="884453" y="73019"/>
                  </a:lnTo>
                  <a:lnTo>
                    <a:pt x="886916" y="72639"/>
                  </a:lnTo>
                  <a:lnTo>
                    <a:pt x="889380" y="72252"/>
                  </a:lnTo>
                  <a:lnTo>
                    <a:pt x="891844" y="71849"/>
                  </a:lnTo>
                  <a:lnTo>
                    <a:pt x="894307" y="71437"/>
                  </a:lnTo>
                  <a:lnTo>
                    <a:pt x="896771" y="71011"/>
                  </a:lnTo>
                  <a:lnTo>
                    <a:pt x="899235" y="70575"/>
                  </a:lnTo>
                  <a:lnTo>
                    <a:pt x="901698" y="70126"/>
                  </a:lnTo>
                  <a:lnTo>
                    <a:pt x="904162" y="69665"/>
                  </a:lnTo>
                  <a:lnTo>
                    <a:pt x="906625" y="69193"/>
                  </a:lnTo>
                  <a:lnTo>
                    <a:pt x="909089" y="68708"/>
                  </a:lnTo>
                  <a:lnTo>
                    <a:pt x="911553" y="68214"/>
                  </a:lnTo>
                  <a:lnTo>
                    <a:pt x="914016" y="67705"/>
                  </a:lnTo>
                  <a:lnTo>
                    <a:pt x="916480" y="67189"/>
                  </a:lnTo>
                  <a:lnTo>
                    <a:pt x="918944" y="66656"/>
                  </a:lnTo>
                  <a:lnTo>
                    <a:pt x="921407" y="66118"/>
                  </a:lnTo>
                  <a:lnTo>
                    <a:pt x="923871" y="65562"/>
                  </a:lnTo>
                  <a:lnTo>
                    <a:pt x="926335" y="65002"/>
                  </a:lnTo>
                  <a:lnTo>
                    <a:pt x="928798" y="64424"/>
                  </a:lnTo>
                  <a:lnTo>
                    <a:pt x="931262" y="63842"/>
                  </a:lnTo>
                  <a:lnTo>
                    <a:pt x="933726" y="63242"/>
                  </a:lnTo>
                  <a:lnTo>
                    <a:pt x="936189" y="62639"/>
                  </a:lnTo>
                  <a:lnTo>
                    <a:pt x="938653" y="62017"/>
                  </a:lnTo>
                  <a:lnTo>
                    <a:pt x="941117" y="61393"/>
                  </a:lnTo>
                  <a:lnTo>
                    <a:pt x="943580" y="60751"/>
                  </a:lnTo>
                  <a:lnTo>
                    <a:pt x="946044" y="60106"/>
                  </a:lnTo>
                  <a:lnTo>
                    <a:pt x="948508" y="59444"/>
                  </a:lnTo>
                  <a:lnTo>
                    <a:pt x="950971" y="58779"/>
                  </a:lnTo>
                  <a:lnTo>
                    <a:pt x="953435" y="58099"/>
                  </a:lnTo>
                  <a:lnTo>
                    <a:pt x="955899" y="57414"/>
                  </a:lnTo>
                  <a:lnTo>
                    <a:pt x="958362" y="56716"/>
                  </a:lnTo>
                  <a:lnTo>
                    <a:pt x="960826" y="56012"/>
                  </a:lnTo>
                  <a:lnTo>
                    <a:pt x="963290" y="55297"/>
                  </a:lnTo>
                  <a:lnTo>
                    <a:pt x="965753" y="54575"/>
                  </a:lnTo>
                  <a:lnTo>
                    <a:pt x="968217" y="53844"/>
                  </a:lnTo>
                  <a:lnTo>
                    <a:pt x="970681" y="53105"/>
                  </a:lnTo>
                  <a:lnTo>
                    <a:pt x="973144" y="52358"/>
                  </a:lnTo>
                  <a:lnTo>
                    <a:pt x="975608" y="51603"/>
                  </a:lnTo>
                  <a:lnTo>
                    <a:pt x="978072" y="50842"/>
                  </a:lnTo>
                  <a:lnTo>
                    <a:pt x="980535" y="50072"/>
                  </a:lnTo>
                  <a:lnTo>
                    <a:pt x="982999" y="49297"/>
                  </a:lnTo>
                  <a:lnTo>
                    <a:pt x="985463" y="48513"/>
                  </a:lnTo>
                  <a:lnTo>
                    <a:pt x="987926" y="47726"/>
                  </a:lnTo>
                  <a:lnTo>
                    <a:pt x="990390" y="46930"/>
                  </a:lnTo>
                  <a:lnTo>
                    <a:pt x="992853" y="46131"/>
                  </a:lnTo>
                  <a:lnTo>
                    <a:pt x="995317" y="45323"/>
                  </a:lnTo>
                  <a:lnTo>
                    <a:pt x="997781" y="44514"/>
                  </a:lnTo>
                  <a:lnTo>
                    <a:pt x="1000244" y="43697"/>
                  </a:lnTo>
                  <a:lnTo>
                    <a:pt x="1002708" y="42879"/>
                  </a:lnTo>
                  <a:lnTo>
                    <a:pt x="1005172" y="42053"/>
                  </a:lnTo>
                  <a:lnTo>
                    <a:pt x="1007635" y="41226"/>
                  </a:lnTo>
                  <a:lnTo>
                    <a:pt x="1010099" y="40394"/>
                  </a:lnTo>
                  <a:lnTo>
                    <a:pt x="1012563" y="39561"/>
                  </a:lnTo>
                  <a:lnTo>
                    <a:pt x="1015026" y="38723"/>
                  </a:lnTo>
                  <a:lnTo>
                    <a:pt x="1017490" y="37885"/>
                  </a:lnTo>
                  <a:lnTo>
                    <a:pt x="1019954" y="37043"/>
                  </a:lnTo>
                  <a:lnTo>
                    <a:pt x="1022417" y="36202"/>
                  </a:lnTo>
                  <a:lnTo>
                    <a:pt x="1024881" y="35358"/>
                  </a:lnTo>
                  <a:lnTo>
                    <a:pt x="1027345" y="34514"/>
                  </a:lnTo>
                  <a:lnTo>
                    <a:pt x="1029808" y="33670"/>
                  </a:lnTo>
                  <a:lnTo>
                    <a:pt x="1032272" y="32826"/>
                  </a:lnTo>
                  <a:lnTo>
                    <a:pt x="1034736" y="31983"/>
                  </a:lnTo>
                  <a:lnTo>
                    <a:pt x="1037199" y="31141"/>
                  </a:lnTo>
                  <a:lnTo>
                    <a:pt x="1039663" y="30300"/>
                  </a:lnTo>
                  <a:lnTo>
                    <a:pt x="1042127" y="29461"/>
                  </a:lnTo>
                  <a:lnTo>
                    <a:pt x="1044590" y="28625"/>
                  </a:lnTo>
                  <a:lnTo>
                    <a:pt x="1047054" y="27792"/>
                  </a:lnTo>
                  <a:lnTo>
                    <a:pt x="1049518" y="26961"/>
                  </a:lnTo>
                  <a:lnTo>
                    <a:pt x="1051981" y="26135"/>
                  </a:lnTo>
                  <a:lnTo>
                    <a:pt x="1054445" y="25312"/>
                  </a:lnTo>
                  <a:lnTo>
                    <a:pt x="1056909" y="24496"/>
                  </a:lnTo>
                  <a:lnTo>
                    <a:pt x="1059372" y="23682"/>
                  </a:lnTo>
                  <a:lnTo>
                    <a:pt x="1061836" y="22878"/>
                  </a:lnTo>
                  <a:lnTo>
                    <a:pt x="1064300" y="22075"/>
                  </a:lnTo>
                  <a:lnTo>
                    <a:pt x="1066763" y="21284"/>
                  </a:lnTo>
                  <a:lnTo>
                    <a:pt x="1069227" y="20494"/>
                  </a:lnTo>
                  <a:lnTo>
                    <a:pt x="1071691" y="19719"/>
                  </a:lnTo>
                  <a:lnTo>
                    <a:pt x="1074154" y="18944"/>
                  </a:lnTo>
                  <a:lnTo>
                    <a:pt x="1076618" y="18186"/>
                  </a:lnTo>
                  <a:lnTo>
                    <a:pt x="1079082" y="17430"/>
                  </a:lnTo>
                  <a:lnTo>
                    <a:pt x="1081545" y="16690"/>
                  </a:lnTo>
                  <a:lnTo>
                    <a:pt x="1084009" y="15953"/>
                  </a:lnTo>
                  <a:lnTo>
                    <a:pt x="1086472" y="15234"/>
                  </a:lnTo>
                  <a:lnTo>
                    <a:pt x="1088936" y="14519"/>
                  </a:lnTo>
                  <a:lnTo>
                    <a:pt x="1091400" y="13822"/>
                  </a:lnTo>
                  <a:lnTo>
                    <a:pt x="1093863" y="13132"/>
                  </a:lnTo>
                  <a:lnTo>
                    <a:pt x="1096327" y="12458"/>
                  </a:lnTo>
                  <a:lnTo>
                    <a:pt x="1098791" y="11795"/>
                  </a:lnTo>
                  <a:lnTo>
                    <a:pt x="1101254" y="11147"/>
                  </a:lnTo>
                  <a:lnTo>
                    <a:pt x="1103718" y="10511"/>
                  </a:lnTo>
                  <a:lnTo>
                    <a:pt x="1106182" y="9891"/>
                  </a:lnTo>
                  <a:lnTo>
                    <a:pt x="1108645" y="9286"/>
                  </a:lnTo>
                  <a:lnTo>
                    <a:pt x="1111109" y="8694"/>
                  </a:lnTo>
                  <a:lnTo>
                    <a:pt x="1113573" y="8121"/>
                  </a:lnTo>
                  <a:lnTo>
                    <a:pt x="1116036" y="7561"/>
                  </a:lnTo>
                  <a:lnTo>
                    <a:pt x="1118500" y="7022"/>
                  </a:lnTo>
                  <a:lnTo>
                    <a:pt x="1120964" y="6494"/>
                  </a:lnTo>
                  <a:lnTo>
                    <a:pt x="1123427" y="5992"/>
                  </a:lnTo>
                  <a:lnTo>
                    <a:pt x="1125891" y="5498"/>
                  </a:lnTo>
                  <a:lnTo>
                    <a:pt x="1128355" y="5033"/>
                  </a:lnTo>
                  <a:lnTo>
                    <a:pt x="1130818" y="4575"/>
                  </a:lnTo>
                  <a:lnTo>
                    <a:pt x="1133282" y="4149"/>
                  </a:lnTo>
                  <a:lnTo>
                    <a:pt x="1135746" y="3728"/>
                  </a:lnTo>
                  <a:lnTo>
                    <a:pt x="1138209" y="3343"/>
                  </a:lnTo>
                  <a:lnTo>
                    <a:pt x="1140673" y="2961"/>
                  </a:lnTo>
                  <a:lnTo>
                    <a:pt x="1143137" y="2618"/>
                  </a:lnTo>
                  <a:lnTo>
                    <a:pt x="1145600" y="2279"/>
                  </a:lnTo>
                  <a:lnTo>
                    <a:pt x="1148064" y="1977"/>
                  </a:lnTo>
                  <a:lnTo>
                    <a:pt x="1150528" y="1681"/>
                  </a:lnTo>
                  <a:lnTo>
                    <a:pt x="1152991" y="1422"/>
                  </a:lnTo>
                  <a:lnTo>
                    <a:pt x="1155455" y="1172"/>
                  </a:lnTo>
                  <a:lnTo>
                    <a:pt x="1157919" y="955"/>
                  </a:lnTo>
                  <a:lnTo>
                    <a:pt x="1160382" y="751"/>
                  </a:lnTo>
                  <a:lnTo>
                    <a:pt x="1162846" y="579"/>
                  </a:lnTo>
                  <a:lnTo>
                    <a:pt x="1165310" y="422"/>
                  </a:lnTo>
                  <a:lnTo>
                    <a:pt x="1167773" y="294"/>
                  </a:lnTo>
                  <a:lnTo>
                    <a:pt x="1170237" y="186"/>
                  </a:lnTo>
                  <a:lnTo>
                    <a:pt x="1172701" y="104"/>
                  </a:lnTo>
                  <a:lnTo>
                    <a:pt x="1175164" y="45"/>
                  </a:lnTo>
                  <a:lnTo>
                    <a:pt x="1177628" y="9"/>
                  </a:lnTo>
                  <a:lnTo>
                    <a:pt x="1180091" y="0"/>
                  </a:lnTo>
                  <a:lnTo>
                    <a:pt x="1182555" y="10"/>
                  </a:lnTo>
                  <a:lnTo>
                    <a:pt x="1185019" y="51"/>
                  </a:lnTo>
                  <a:lnTo>
                    <a:pt x="1187482" y="108"/>
                  </a:lnTo>
                  <a:lnTo>
                    <a:pt x="1189946" y="199"/>
                  </a:lnTo>
                  <a:lnTo>
                    <a:pt x="1192410" y="303"/>
                  </a:lnTo>
                  <a:lnTo>
                    <a:pt x="1194873" y="445"/>
                  </a:lnTo>
                  <a:lnTo>
                    <a:pt x="1197337" y="596"/>
                  </a:lnTo>
                  <a:lnTo>
                    <a:pt x="1199801" y="788"/>
                  </a:lnTo>
                  <a:lnTo>
                    <a:pt x="1202264" y="987"/>
                  </a:lnTo>
                  <a:lnTo>
                    <a:pt x="1204728" y="1229"/>
                  </a:lnTo>
                  <a:lnTo>
                    <a:pt x="1207192" y="1475"/>
                  </a:lnTo>
                  <a:lnTo>
                    <a:pt x="1209655" y="1767"/>
                  </a:lnTo>
                  <a:lnTo>
                    <a:pt x="1212119" y="2062"/>
                  </a:lnTo>
                  <a:lnTo>
                    <a:pt x="1214583" y="2401"/>
                  </a:lnTo>
                  <a:lnTo>
                    <a:pt x="1217046" y="2746"/>
                  </a:lnTo>
                  <a:lnTo>
                    <a:pt x="1219510" y="3130"/>
                  </a:lnTo>
                  <a:lnTo>
                    <a:pt x="1221974" y="3524"/>
                  </a:lnTo>
                  <a:lnTo>
                    <a:pt x="1224437" y="3953"/>
                  </a:lnTo>
                  <a:lnTo>
                    <a:pt x="1226901" y="4394"/>
                  </a:lnTo>
                  <a:lnTo>
                    <a:pt x="1229365" y="4868"/>
                  </a:lnTo>
                  <a:lnTo>
                    <a:pt x="1231828" y="5356"/>
                  </a:lnTo>
                  <a:lnTo>
                    <a:pt x="1234292" y="5873"/>
                  </a:lnTo>
                  <a:lnTo>
                    <a:pt x="1236756" y="6407"/>
                  </a:lnTo>
                  <a:lnTo>
                    <a:pt x="1239219" y="6966"/>
                  </a:lnTo>
                  <a:lnTo>
                    <a:pt x="1241683" y="7545"/>
                  </a:lnTo>
                  <a:lnTo>
                    <a:pt x="1244147" y="8145"/>
                  </a:lnTo>
                  <a:lnTo>
                    <a:pt x="1246610" y="8767"/>
                  </a:lnTo>
                  <a:lnTo>
                    <a:pt x="1249074" y="9407"/>
                  </a:lnTo>
                  <a:lnTo>
                    <a:pt x="1251538" y="10071"/>
                  </a:lnTo>
                  <a:lnTo>
                    <a:pt x="1254001" y="10749"/>
                  </a:lnTo>
                  <a:lnTo>
                    <a:pt x="1256465" y="11453"/>
                  </a:lnTo>
                  <a:lnTo>
                    <a:pt x="1258929" y="12168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6942670" y="6213302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700561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320349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7635081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7949813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826454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tx406"/>
            <p:cNvSpPr/>
            <p:nvPr/>
          </p:nvSpPr>
          <p:spPr>
            <a:xfrm>
              <a:off x="6927936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7242668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7557400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7872132" y="627560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410" name="tx410"/>
            <p:cNvSpPr/>
            <p:nvPr/>
          </p:nvSpPr>
          <p:spPr>
            <a:xfrm>
              <a:off x="8155787" y="627424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7592414" y="642502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412" name="rc412"/>
            <p:cNvSpPr/>
            <p:nvPr/>
          </p:nvSpPr>
          <p:spPr>
            <a:xfrm>
              <a:off x="8397081" y="4609135"/>
              <a:ext cx="1523999" cy="20140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8466670" y="4906413"/>
              <a:ext cx="1384821" cy="1306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8529616" y="5501030"/>
              <a:ext cx="1258929" cy="652867"/>
            </a:xfrm>
            <a:custGeom>
              <a:avLst/>
              <a:pathLst>
                <a:path w="1258929" h="652867">
                  <a:moveTo>
                    <a:pt x="0" y="652034"/>
                  </a:moveTo>
                  <a:lnTo>
                    <a:pt x="2463" y="651817"/>
                  </a:lnTo>
                  <a:lnTo>
                    <a:pt x="4927" y="651535"/>
                  </a:lnTo>
                  <a:lnTo>
                    <a:pt x="7390" y="651187"/>
                  </a:lnTo>
                  <a:lnTo>
                    <a:pt x="9854" y="650763"/>
                  </a:lnTo>
                  <a:lnTo>
                    <a:pt x="12318" y="650251"/>
                  </a:lnTo>
                  <a:lnTo>
                    <a:pt x="14781" y="649635"/>
                  </a:lnTo>
                  <a:lnTo>
                    <a:pt x="17245" y="648879"/>
                  </a:lnTo>
                  <a:lnTo>
                    <a:pt x="19709" y="647951"/>
                  </a:lnTo>
                  <a:lnTo>
                    <a:pt x="22172" y="646846"/>
                  </a:lnTo>
                  <a:lnTo>
                    <a:pt x="24636" y="645539"/>
                  </a:lnTo>
                  <a:lnTo>
                    <a:pt x="27100" y="644005"/>
                  </a:lnTo>
                  <a:lnTo>
                    <a:pt x="29563" y="642205"/>
                  </a:lnTo>
                  <a:lnTo>
                    <a:pt x="32027" y="640019"/>
                  </a:lnTo>
                  <a:lnTo>
                    <a:pt x="34491" y="637479"/>
                  </a:lnTo>
                  <a:lnTo>
                    <a:pt x="36954" y="634546"/>
                  </a:lnTo>
                  <a:lnTo>
                    <a:pt x="39418" y="631178"/>
                  </a:lnTo>
                  <a:lnTo>
                    <a:pt x="41882" y="627333"/>
                  </a:lnTo>
                  <a:lnTo>
                    <a:pt x="44345" y="622848"/>
                  </a:lnTo>
                  <a:lnTo>
                    <a:pt x="46809" y="617705"/>
                  </a:lnTo>
                  <a:lnTo>
                    <a:pt x="49273" y="611908"/>
                  </a:lnTo>
                  <a:lnTo>
                    <a:pt x="51736" y="605409"/>
                  </a:lnTo>
                  <a:lnTo>
                    <a:pt x="54200" y="598161"/>
                  </a:lnTo>
                  <a:lnTo>
                    <a:pt x="56664" y="590053"/>
                  </a:lnTo>
                  <a:lnTo>
                    <a:pt x="59127" y="580899"/>
                  </a:lnTo>
                  <a:lnTo>
                    <a:pt x="61591" y="570834"/>
                  </a:lnTo>
                  <a:lnTo>
                    <a:pt x="64055" y="559827"/>
                  </a:lnTo>
                  <a:lnTo>
                    <a:pt x="66518" y="547849"/>
                  </a:lnTo>
                  <a:lnTo>
                    <a:pt x="68982" y="534877"/>
                  </a:lnTo>
                  <a:lnTo>
                    <a:pt x="71446" y="520640"/>
                  </a:lnTo>
                  <a:lnTo>
                    <a:pt x="73909" y="505339"/>
                  </a:lnTo>
                  <a:lnTo>
                    <a:pt x="76373" y="489031"/>
                  </a:lnTo>
                  <a:lnTo>
                    <a:pt x="78837" y="471736"/>
                  </a:lnTo>
                  <a:lnTo>
                    <a:pt x="81300" y="453480"/>
                  </a:lnTo>
                  <a:lnTo>
                    <a:pt x="83764" y="434194"/>
                  </a:lnTo>
                  <a:lnTo>
                    <a:pt x="86228" y="413931"/>
                  </a:lnTo>
                  <a:lnTo>
                    <a:pt x="88691" y="392917"/>
                  </a:lnTo>
                  <a:lnTo>
                    <a:pt x="91155" y="371235"/>
                  </a:lnTo>
                  <a:lnTo>
                    <a:pt x="93618" y="348976"/>
                  </a:lnTo>
                  <a:lnTo>
                    <a:pt x="96082" y="326236"/>
                  </a:lnTo>
                  <a:lnTo>
                    <a:pt x="98546" y="303086"/>
                  </a:lnTo>
                  <a:lnTo>
                    <a:pt x="101009" y="279789"/>
                  </a:lnTo>
                  <a:lnTo>
                    <a:pt x="103473" y="256477"/>
                  </a:lnTo>
                  <a:lnTo>
                    <a:pt x="105937" y="233284"/>
                  </a:lnTo>
                  <a:lnTo>
                    <a:pt x="108400" y="210348"/>
                  </a:lnTo>
                  <a:lnTo>
                    <a:pt x="110864" y="187918"/>
                  </a:lnTo>
                  <a:lnTo>
                    <a:pt x="113328" y="166189"/>
                  </a:lnTo>
                  <a:lnTo>
                    <a:pt x="115791" y="145244"/>
                  </a:lnTo>
                  <a:lnTo>
                    <a:pt x="118255" y="125212"/>
                  </a:lnTo>
                  <a:lnTo>
                    <a:pt x="120719" y="106219"/>
                  </a:lnTo>
                  <a:lnTo>
                    <a:pt x="123182" y="88457"/>
                  </a:lnTo>
                  <a:lnTo>
                    <a:pt x="125646" y="72319"/>
                  </a:lnTo>
                  <a:lnTo>
                    <a:pt x="128110" y="57614"/>
                  </a:lnTo>
                  <a:lnTo>
                    <a:pt x="130573" y="44413"/>
                  </a:lnTo>
                  <a:lnTo>
                    <a:pt x="133037" y="32781"/>
                  </a:lnTo>
                  <a:lnTo>
                    <a:pt x="135501" y="22767"/>
                  </a:lnTo>
                  <a:lnTo>
                    <a:pt x="137964" y="14794"/>
                  </a:lnTo>
                  <a:lnTo>
                    <a:pt x="140428" y="8610"/>
                  </a:lnTo>
                  <a:lnTo>
                    <a:pt x="142892" y="4098"/>
                  </a:lnTo>
                  <a:lnTo>
                    <a:pt x="145355" y="1238"/>
                  </a:lnTo>
                  <a:lnTo>
                    <a:pt x="147819" y="0"/>
                  </a:lnTo>
                  <a:lnTo>
                    <a:pt x="150283" y="499"/>
                  </a:lnTo>
                  <a:lnTo>
                    <a:pt x="152746" y="2759"/>
                  </a:lnTo>
                  <a:lnTo>
                    <a:pt x="155210" y="6410"/>
                  </a:lnTo>
                  <a:lnTo>
                    <a:pt x="157674" y="11368"/>
                  </a:lnTo>
                  <a:lnTo>
                    <a:pt x="160137" y="17544"/>
                  </a:lnTo>
                  <a:lnTo>
                    <a:pt x="162601" y="24842"/>
                  </a:lnTo>
                  <a:lnTo>
                    <a:pt x="165065" y="33397"/>
                  </a:lnTo>
                  <a:lnTo>
                    <a:pt x="167528" y="42798"/>
                  </a:lnTo>
                  <a:lnTo>
                    <a:pt x="169992" y="52930"/>
                  </a:lnTo>
                  <a:lnTo>
                    <a:pt x="172456" y="63688"/>
                  </a:lnTo>
                  <a:lnTo>
                    <a:pt x="174919" y="74972"/>
                  </a:lnTo>
                  <a:lnTo>
                    <a:pt x="177383" y="86727"/>
                  </a:lnTo>
                  <a:lnTo>
                    <a:pt x="179847" y="98800"/>
                  </a:lnTo>
                  <a:lnTo>
                    <a:pt x="182310" y="111055"/>
                  </a:lnTo>
                  <a:lnTo>
                    <a:pt x="184774" y="123419"/>
                  </a:lnTo>
                  <a:lnTo>
                    <a:pt x="187237" y="135826"/>
                  </a:lnTo>
                  <a:lnTo>
                    <a:pt x="189701" y="148211"/>
                  </a:lnTo>
                  <a:lnTo>
                    <a:pt x="192165" y="160485"/>
                  </a:lnTo>
                  <a:lnTo>
                    <a:pt x="194628" y="172623"/>
                  </a:lnTo>
                  <a:lnTo>
                    <a:pt x="197092" y="184599"/>
                  </a:lnTo>
                  <a:lnTo>
                    <a:pt x="199556" y="196395"/>
                  </a:lnTo>
                  <a:lnTo>
                    <a:pt x="202019" y="208001"/>
                  </a:lnTo>
                  <a:lnTo>
                    <a:pt x="204483" y="219372"/>
                  </a:lnTo>
                  <a:lnTo>
                    <a:pt x="206947" y="230542"/>
                  </a:lnTo>
                  <a:lnTo>
                    <a:pt x="209410" y="241541"/>
                  </a:lnTo>
                  <a:lnTo>
                    <a:pt x="211874" y="252386"/>
                  </a:lnTo>
                  <a:lnTo>
                    <a:pt x="214338" y="263097"/>
                  </a:lnTo>
                  <a:lnTo>
                    <a:pt x="216801" y="273689"/>
                  </a:lnTo>
                  <a:lnTo>
                    <a:pt x="219265" y="284188"/>
                  </a:lnTo>
                  <a:lnTo>
                    <a:pt x="221729" y="294641"/>
                  </a:lnTo>
                  <a:lnTo>
                    <a:pt x="224192" y="305069"/>
                  </a:lnTo>
                  <a:lnTo>
                    <a:pt x="226656" y="315490"/>
                  </a:lnTo>
                  <a:lnTo>
                    <a:pt x="229120" y="325923"/>
                  </a:lnTo>
                  <a:lnTo>
                    <a:pt x="231583" y="336391"/>
                  </a:lnTo>
                  <a:lnTo>
                    <a:pt x="234047" y="346899"/>
                  </a:lnTo>
                  <a:lnTo>
                    <a:pt x="236511" y="357446"/>
                  </a:lnTo>
                  <a:lnTo>
                    <a:pt x="238974" y="368028"/>
                  </a:lnTo>
                  <a:lnTo>
                    <a:pt x="241438" y="378639"/>
                  </a:lnTo>
                  <a:lnTo>
                    <a:pt x="243902" y="389266"/>
                  </a:lnTo>
                  <a:lnTo>
                    <a:pt x="246365" y="399879"/>
                  </a:lnTo>
                  <a:lnTo>
                    <a:pt x="248829" y="410452"/>
                  </a:lnTo>
                  <a:lnTo>
                    <a:pt x="251293" y="420958"/>
                  </a:lnTo>
                  <a:lnTo>
                    <a:pt x="253756" y="431367"/>
                  </a:lnTo>
                  <a:lnTo>
                    <a:pt x="256220" y="441647"/>
                  </a:lnTo>
                  <a:lnTo>
                    <a:pt x="258684" y="451705"/>
                  </a:lnTo>
                  <a:lnTo>
                    <a:pt x="261147" y="461541"/>
                  </a:lnTo>
                  <a:lnTo>
                    <a:pt x="263611" y="471124"/>
                  </a:lnTo>
                  <a:lnTo>
                    <a:pt x="266075" y="480419"/>
                  </a:lnTo>
                  <a:lnTo>
                    <a:pt x="268538" y="489397"/>
                  </a:lnTo>
                  <a:lnTo>
                    <a:pt x="271002" y="497952"/>
                  </a:lnTo>
                  <a:lnTo>
                    <a:pt x="273465" y="506077"/>
                  </a:lnTo>
                  <a:lnTo>
                    <a:pt x="275929" y="513787"/>
                  </a:lnTo>
                  <a:lnTo>
                    <a:pt x="278393" y="521065"/>
                  </a:lnTo>
                  <a:lnTo>
                    <a:pt x="280856" y="527896"/>
                  </a:lnTo>
                  <a:lnTo>
                    <a:pt x="283320" y="534236"/>
                  </a:lnTo>
                  <a:lnTo>
                    <a:pt x="285784" y="540004"/>
                  </a:lnTo>
                  <a:lnTo>
                    <a:pt x="288247" y="545304"/>
                  </a:lnTo>
                  <a:lnTo>
                    <a:pt x="290711" y="550139"/>
                  </a:lnTo>
                  <a:lnTo>
                    <a:pt x="293175" y="554516"/>
                  </a:lnTo>
                  <a:lnTo>
                    <a:pt x="295638" y="558444"/>
                  </a:lnTo>
                  <a:lnTo>
                    <a:pt x="298102" y="561837"/>
                  </a:lnTo>
                  <a:lnTo>
                    <a:pt x="300566" y="564802"/>
                  </a:lnTo>
                  <a:lnTo>
                    <a:pt x="303029" y="567379"/>
                  </a:lnTo>
                  <a:lnTo>
                    <a:pt x="305493" y="569592"/>
                  </a:lnTo>
                  <a:lnTo>
                    <a:pt x="307957" y="571461"/>
                  </a:lnTo>
                  <a:lnTo>
                    <a:pt x="310420" y="572977"/>
                  </a:lnTo>
                  <a:lnTo>
                    <a:pt x="312884" y="574165"/>
                  </a:lnTo>
                  <a:lnTo>
                    <a:pt x="315348" y="575104"/>
                  </a:lnTo>
                  <a:lnTo>
                    <a:pt x="317811" y="575819"/>
                  </a:lnTo>
                  <a:lnTo>
                    <a:pt x="320275" y="576337"/>
                  </a:lnTo>
                  <a:lnTo>
                    <a:pt x="322739" y="576682"/>
                  </a:lnTo>
                  <a:lnTo>
                    <a:pt x="325202" y="576847"/>
                  </a:lnTo>
                  <a:lnTo>
                    <a:pt x="327666" y="576905"/>
                  </a:lnTo>
                  <a:lnTo>
                    <a:pt x="330130" y="576880"/>
                  </a:lnTo>
                  <a:lnTo>
                    <a:pt x="332593" y="576791"/>
                  </a:lnTo>
                  <a:lnTo>
                    <a:pt x="335057" y="576659"/>
                  </a:lnTo>
                  <a:lnTo>
                    <a:pt x="337521" y="576503"/>
                  </a:lnTo>
                  <a:lnTo>
                    <a:pt x="339984" y="576351"/>
                  </a:lnTo>
                  <a:lnTo>
                    <a:pt x="342448" y="576220"/>
                  </a:lnTo>
                  <a:lnTo>
                    <a:pt x="344912" y="576125"/>
                  </a:lnTo>
                  <a:lnTo>
                    <a:pt x="347375" y="576078"/>
                  </a:lnTo>
                  <a:lnTo>
                    <a:pt x="349839" y="576094"/>
                  </a:lnTo>
                  <a:lnTo>
                    <a:pt x="352303" y="576204"/>
                  </a:lnTo>
                  <a:lnTo>
                    <a:pt x="354766" y="576399"/>
                  </a:lnTo>
                  <a:lnTo>
                    <a:pt x="357230" y="576687"/>
                  </a:lnTo>
                  <a:lnTo>
                    <a:pt x="359694" y="577073"/>
                  </a:lnTo>
                  <a:lnTo>
                    <a:pt x="362157" y="577563"/>
                  </a:lnTo>
                  <a:lnTo>
                    <a:pt x="364621" y="578184"/>
                  </a:lnTo>
                  <a:lnTo>
                    <a:pt x="367084" y="578925"/>
                  </a:lnTo>
                  <a:lnTo>
                    <a:pt x="369548" y="579778"/>
                  </a:lnTo>
                  <a:lnTo>
                    <a:pt x="372012" y="580742"/>
                  </a:lnTo>
                  <a:lnTo>
                    <a:pt x="374475" y="581817"/>
                  </a:lnTo>
                  <a:lnTo>
                    <a:pt x="376939" y="583011"/>
                  </a:lnTo>
                  <a:lnTo>
                    <a:pt x="379403" y="584329"/>
                  </a:lnTo>
                  <a:lnTo>
                    <a:pt x="381866" y="585746"/>
                  </a:lnTo>
                  <a:lnTo>
                    <a:pt x="384330" y="587257"/>
                  </a:lnTo>
                  <a:lnTo>
                    <a:pt x="386794" y="588855"/>
                  </a:lnTo>
                  <a:lnTo>
                    <a:pt x="389257" y="590536"/>
                  </a:lnTo>
                  <a:lnTo>
                    <a:pt x="391721" y="592309"/>
                  </a:lnTo>
                  <a:lnTo>
                    <a:pt x="394185" y="594146"/>
                  </a:lnTo>
                  <a:lnTo>
                    <a:pt x="396648" y="596036"/>
                  </a:lnTo>
                  <a:lnTo>
                    <a:pt x="399112" y="597971"/>
                  </a:lnTo>
                  <a:lnTo>
                    <a:pt x="401576" y="599944"/>
                  </a:lnTo>
                  <a:lnTo>
                    <a:pt x="404039" y="601948"/>
                  </a:lnTo>
                  <a:lnTo>
                    <a:pt x="406503" y="603968"/>
                  </a:lnTo>
                  <a:lnTo>
                    <a:pt x="408967" y="605993"/>
                  </a:lnTo>
                  <a:lnTo>
                    <a:pt x="411430" y="608013"/>
                  </a:lnTo>
                  <a:lnTo>
                    <a:pt x="413894" y="610021"/>
                  </a:lnTo>
                  <a:lnTo>
                    <a:pt x="416358" y="612007"/>
                  </a:lnTo>
                  <a:lnTo>
                    <a:pt x="418821" y="613954"/>
                  </a:lnTo>
                  <a:lnTo>
                    <a:pt x="421285" y="615859"/>
                  </a:lnTo>
                  <a:lnTo>
                    <a:pt x="423749" y="617716"/>
                  </a:lnTo>
                  <a:lnTo>
                    <a:pt x="426212" y="619520"/>
                  </a:lnTo>
                  <a:lnTo>
                    <a:pt x="428676" y="621265"/>
                  </a:lnTo>
                  <a:lnTo>
                    <a:pt x="431140" y="622931"/>
                  </a:lnTo>
                  <a:lnTo>
                    <a:pt x="433603" y="624520"/>
                  </a:lnTo>
                  <a:lnTo>
                    <a:pt x="436067" y="626034"/>
                  </a:lnTo>
                  <a:lnTo>
                    <a:pt x="438531" y="627473"/>
                  </a:lnTo>
                  <a:lnTo>
                    <a:pt x="440994" y="628832"/>
                  </a:lnTo>
                  <a:lnTo>
                    <a:pt x="443458" y="630105"/>
                  </a:lnTo>
                  <a:lnTo>
                    <a:pt x="445922" y="631281"/>
                  </a:lnTo>
                  <a:lnTo>
                    <a:pt x="448385" y="632377"/>
                  </a:lnTo>
                  <a:lnTo>
                    <a:pt x="450849" y="633395"/>
                  </a:lnTo>
                  <a:lnTo>
                    <a:pt x="453312" y="634335"/>
                  </a:lnTo>
                  <a:lnTo>
                    <a:pt x="455776" y="635200"/>
                  </a:lnTo>
                  <a:lnTo>
                    <a:pt x="458240" y="635975"/>
                  </a:lnTo>
                  <a:lnTo>
                    <a:pt x="460703" y="636679"/>
                  </a:lnTo>
                  <a:lnTo>
                    <a:pt x="463167" y="637320"/>
                  </a:lnTo>
                  <a:lnTo>
                    <a:pt x="465631" y="637900"/>
                  </a:lnTo>
                  <a:lnTo>
                    <a:pt x="468094" y="638422"/>
                  </a:lnTo>
                  <a:lnTo>
                    <a:pt x="470558" y="638886"/>
                  </a:lnTo>
                  <a:lnTo>
                    <a:pt x="473022" y="639295"/>
                  </a:lnTo>
                  <a:lnTo>
                    <a:pt x="475485" y="639663"/>
                  </a:lnTo>
                  <a:lnTo>
                    <a:pt x="477949" y="639993"/>
                  </a:lnTo>
                  <a:lnTo>
                    <a:pt x="480413" y="640289"/>
                  </a:lnTo>
                  <a:lnTo>
                    <a:pt x="482876" y="640555"/>
                  </a:lnTo>
                  <a:lnTo>
                    <a:pt x="485340" y="640789"/>
                  </a:lnTo>
                  <a:lnTo>
                    <a:pt x="487804" y="641003"/>
                  </a:lnTo>
                  <a:lnTo>
                    <a:pt x="490267" y="641200"/>
                  </a:lnTo>
                  <a:lnTo>
                    <a:pt x="492731" y="641384"/>
                  </a:lnTo>
                  <a:lnTo>
                    <a:pt x="495195" y="641558"/>
                  </a:lnTo>
                  <a:lnTo>
                    <a:pt x="497658" y="641723"/>
                  </a:lnTo>
                  <a:lnTo>
                    <a:pt x="500122" y="641884"/>
                  </a:lnTo>
                  <a:lnTo>
                    <a:pt x="502586" y="642045"/>
                  </a:lnTo>
                  <a:lnTo>
                    <a:pt x="505049" y="642206"/>
                  </a:lnTo>
                  <a:lnTo>
                    <a:pt x="507513" y="642369"/>
                  </a:lnTo>
                  <a:lnTo>
                    <a:pt x="509977" y="642538"/>
                  </a:lnTo>
                  <a:lnTo>
                    <a:pt x="512440" y="642714"/>
                  </a:lnTo>
                  <a:lnTo>
                    <a:pt x="514904" y="642898"/>
                  </a:lnTo>
                  <a:lnTo>
                    <a:pt x="517368" y="643091"/>
                  </a:lnTo>
                  <a:lnTo>
                    <a:pt x="519831" y="643292"/>
                  </a:lnTo>
                  <a:lnTo>
                    <a:pt x="522295" y="643503"/>
                  </a:lnTo>
                  <a:lnTo>
                    <a:pt x="524759" y="643727"/>
                  </a:lnTo>
                  <a:lnTo>
                    <a:pt x="527222" y="643960"/>
                  </a:lnTo>
                  <a:lnTo>
                    <a:pt x="529686" y="644203"/>
                  </a:lnTo>
                  <a:lnTo>
                    <a:pt x="532150" y="644455"/>
                  </a:lnTo>
                  <a:lnTo>
                    <a:pt x="534613" y="644715"/>
                  </a:lnTo>
                  <a:lnTo>
                    <a:pt x="537077" y="644983"/>
                  </a:lnTo>
                  <a:lnTo>
                    <a:pt x="539541" y="645257"/>
                  </a:lnTo>
                  <a:lnTo>
                    <a:pt x="542004" y="645536"/>
                  </a:lnTo>
                  <a:lnTo>
                    <a:pt x="544468" y="645817"/>
                  </a:lnTo>
                  <a:lnTo>
                    <a:pt x="546931" y="646100"/>
                  </a:lnTo>
                  <a:lnTo>
                    <a:pt x="549395" y="646382"/>
                  </a:lnTo>
                  <a:lnTo>
                    <a:pt x="551859" y="646661"/>
                  </a:lnTo>
                  <a:lnTo>
                    <a:pt x="554322" y="646935"/>
                  </a:lnTo>
                  <a:lnTo>
                    <a:pt x="556786" y="647201"/>
                  </a:lnTo>
                  <a:lnTo>
                    <a:pt x="559250" y="647460"/>
                  </a:lnTo>
                  <a:lnTo>
                    <a:pt x="561713" y="647708"/>
                  </a:lnTo>
                  <a:lnTo>
                    <a:pt x="564177" y="647942"/>
                  </a:lnTo>
                  <a:lnTo>
                    <a:pt x="566641" y="648160"/>
                  </a:lnTo>
                  <a:lnTo>
                    <a:pt x="569104" y="648363"/>
                  </a:lnTo>
                  <a:lnTo>
                    <a:pt x="571568" y="648548"/>
                  </a:lnTo>
                  <a:lnTo>
                    <a:pt x="574032" y="648716"/>
                  </a:lnTo>
                  <a:lnTo>
                    <a:pt x="576495" y="648865"/>
                  </a:lnTo>
                  <a:lnTo>
                    <a:pt x="578959" y="648989"/>
                  </a:lnTo>
                  <a:lnTo>
                    <a:pt x="581423" y="649093"/>
                  </a:lnTo>
                  <a:lnTo>
                    <a:pt x="583886" y="649177"/>
                  </a:lnTo>
                  <a:lnTo>
                    <a:pt x="586350" y="649241"/>
                  </a:lnTo>
                  <a:lnTo>
                    <a:pt x="588814" y="649285"/>
                  </a:lnTo>
                  <a:lnTo>
                    <a:pt x="591277" y="649305"/>
                  </a:lnTo>
                  <a:lnTo>
                    <a:pt x="593741" y="649305"/>
                  </a:lnTo>
                  <a:lnTo>
                    <a:pt x="596205" y="649288"/>
                  </a:lnTo>
                  <a:lnTo>
                    <a:pt x="598668" y="649254"/>
                  </a:lnTo>
                  <a:lnTo>
                    <a:pt x="601132" y="649204"/>
                  </a:lnTo>
                  <a:lnTo>
                    <a:pt x="603596" y="649139"/>
                  </a:lnTo>
                  <a:lnTo>
                    <a:pt x="606059" y="649058"/>
                  </a:lnTo>
                  <a:lnTo>
                    <a:pt x="608523" y="648967"/>
                  </a:lnTo>
                  <a:lnTo>
                    <a:pt x="610987" y="648866"/>
                  </a:lnTo>
                  <a:lnTo>
                    <a:pt x="613450" y="648757"/>
                  </a:lnTo>
                  <a:lnTo>
                    <a:pt x="615914" y="648642"/>
                  </a:lnTo>
                  <a:lnTo>
                    <a:pt x="618378" y="648521"/>
                  </a:lnTo>
                  <a:lnTo>
                    <a:pt x="620841" y="648397"/>
                  </a:lnTo>
                  <a:lnTo>
                    <a:pt x="623305" y="648272"/>
                  </a:lnTo>
                  <a:lnTo>
                    <a:pt x="625769" y="648147"/>
                  </a:lnTo>
                  <a:lnTo>
                    <a:pt x="628232" y="648023"/>
                  </a:lnTo>
                  <a:lnTo>
                    <a:pt x="630696" y="647903"/>
                  </a:lnTo>
                  <a:lnTo>
                    <a:pt x="633159" y="647788"/>
                  </a:lnTo>
                  <a:lnTo>
                    <a:pt x="635623" y="647678"/>
                  </a:lnTo>
                  <a:lnTo>
                    <a:pt x="638087" y="647576"/>
                  </a:lnTo>
                  <a:lnTo>
                    <a:pt x="640550" y="647480"/>
                  </a:lnTo>
                  <a:lnTo>
                    <a:pt x="643014" y="647394"/>
                  </a:lnTo>
                  <a:lnTo>
                    <a:pt x="645478" y="647319"/>
                  </a:lnTo>
                  <a:lnTo>
                    <a:pt x="647941" y="647254"/>
                  </a:lnTo>
                  <a:lnTo>
                    <a:pt x="650405" y="647200"/>
                  </a:lnTo>
                  <a:lnTo>
                    <a:pt x="652869" y="647157"/>
                  </a:lnTo>
                  <a:lnTo>
                    <a:pt x="655332" y="647124"/>
                  </a:lnTo>
                  <a:lnTo>
                    <a:pt x="657796" y="647105"/>
                  </a:lnTo>
                  <a:lnTo>
                    <a:pt x="660260" y="647098"/>
                  </a:lnTo>
                  <a:lnTo>
                    <a:pt x="662723" y="647102"/>
                  </a:lnTo>
                  <a:lnTo>
                    <a:pt x="665187" y="647117"/>
                  </a:lnTo>
                  <a:lnTo>
                    <a:pt x="667651" y="647142"/>
                  </a:lnTo>
                  <a:lnTo>
                    <a:pt x="670114" y="647177"/>
                  </a:lnTo>
                  <a:lnTo>
                    <a:pt x="672578" y="647224"/>
                  </a:lnTo>
                  <a:lnTo>
                    <a:pt x="675042" y="647278"/>
                  </a:lnTo>
                  <a:lnTo>
                    <a:pt x="677505" y="647340"/>
                  </a:lnTo>
                  <a:lnTo>
                    <a:pt x="679969" y="647408"/>
                  </a:lnTo>
                  <a:lnTo>
                    <a:pt x="682433" y="647481"/>
                  </a:lnTo>
                  <a:lnTo>
                    <a:pt x="684896" y="647560"/>
                  </a:lnTo>
                  <a:lnTo>
                    <a:pt x="687360" y="647642"/>
                  </a:lnTo>
                  <a:lnTo>
                    <a:pt x="689824" y="647725"/>
                  </a:lnTo>
                  <a:lnTo>
                    <a:pt x="692287" y="647809"/>
                  </a:lnTo>
                  <a:lnTo>
                    <a:pt x="694751" y="647892"/>
                  </a:lnTo>
                  <a:lnTo>
                    <a:pt x="697215" y="647973"/>
                  </a:lnTo>
                  <a:lnTo>
                    <a:pt x="699678" y="648051"/>
                  </a:lnTo>
                  <a:lnTo>
                    <a:pt x="702142" y="648125"/>
                  </a:lnTo>
                  <a:lnTo>
                    <a:pt x="704606" y="648193"/>
                  </a:lnTo>
                  <a:lnTo>
                    <a:pt x="707069" y="648255"/>
                  </a:lnTo>
                  <a:lnTo>
                    <a:pt x="709533" y="648311"/>
                  </a:lnTo>
                  <a:lnTo>
                    <a:pt x="711997" y="648357"/>
                  </a:lnTo>
                  <a:lnTo>
                    <a:pt x="714460" y="648396"/>
                  </a:lnTo>
                  <a:lnTo>
                    <a:pt x="716924" y="648425"/>
                  </a:lnTo>
                  <a:lnTo>
                    <a:pt x="719388" y="648447"/>
                  </a:lnTo>
                  <a:lnTo>
                    <a:pt x="721851" y="648460"/>
                  </a:lnTo>
                  <a:lnTo>
                    <a:pt x="724315" y="648462"/>
                  </a:lnTo>
                  <a:lnTo>
                    <a:pt x="726778" y="648456"/>
                  </a:lnTo>
                  <a:lnTo>
                    <a:pt x="729242" y="648442"/>
                  </a:lnTo>
                  <a:lnTo>
                    <a:pt x="731706" y="648420"/>
                  </a:lnTo>
                  <a:lnTo>
                    <a:pt x="734169" y="648391"/>
                  </a:lnTo>
                  <a:lnTo>
                    <a:pt x="736633" y="648356"/>
                  </a:lnTo>
                  <a:lnTo>
                    <a:pt x="739097" y="648314"/>
                  </a:lnTo>
                  <a:lnTo>
                    <a:pt x="741560" y="648268"/>
                  </a:lnTo>
                  <a:lnTo>
                    <a:pt x="744024" y="648219"/>
                  </a:lnTo>
                  <a:lnTo>
                    <a:pt x="746488" y="648167"/>
                  </a:lnTo>
                  <a:lnTo>
                    <a:pt x="748951" y="648113"/>
                  </a:lnTo>
                  <a:lnTo>
                    <a:pt x="751415" y="648058"/>
                  </a:lnTo>
                  <a:lnTo>
                    <a:pt x="753879" y="648004"/>
                  </a:lnTo>
                  <a:lnTo>
                    <a:pt x="756342" y="647951"/>
                  </a:lnTo>
                  <a:lnTo>
                    <a:pt x="758806" y="647899"/>
                  </a:lnTo>
                  <a:lnTo>
                    <a:pt x="761270" y="647850"/>
                  </a:lnTo>
                  <a:lnTo>
                    <a:pt x="763733" y="647804"/>
                  </a:lnTo>
                  <a:lnTo>
                    <a:pt x="766197" y="647761"/>
                  </a:lnTo>
                  <a:lnTo>
                    <a:pt x="768661" y="647722"/>
                  </a:lnTo>
                  <a:lnTo>
                    <a:pt x="771124" y="647686"/>
                  </a:lnTo>
                  <a:lnTo>
                    <a:pt x="773588" y="647652"/>
                  </a:lnTo>
                  <a:lnTo>
                    <a:pt x="776052" y="647622"/>
                  </a:lnTo>
                  <a:lnTo>
                    <a:pt x="778515" y="647593"/>
                  </a:lnTo>
                  <a:lnTo>
                    <a:pt x="780979" y="647566"/>
                  </a:lnTo>
                  <a:lnTo>
                    <a:pt x="783443" y="647538"/>
                  </a:lnTo>
                  <a:lnTo>
                    <a:pt x="785906" y="647510"/>
                  </a:lnTo>
                  <a:lnTo>
                    <a:pt x="788370" y="647480"/>
                  </a:lnTo>
                  <a:lnTo>
                    <a:pt x="790834" y="647445"/>
                  </a:lnTo>
                  <a:lnTo>
                    <a:pt x="793297" y="647405"/>
                  </a:lnTo>
                  <a:lnTo>
                    <a:pt x="795761" y="647359"/>
                  </a:lnTo>
                  <a:lnTo>
                    <a:pt x="798225" y="647304"/>
                  </a:lnTo>
                  <a:lnTo>
                    <a:pt x="800688" y="647240"/>
                  </a:lnTo>
                  <a:lnTo>
                    <a:pt x="803152" y="647166"/>
                  </a:lnTo>
                  <a:lnTo>
                    <a:pt x="805616" y="647076"/>
                  </a:lnTo>
                  <a:lnTo>
                    <a:pt x="808079" y="646973"/>
                  </a:lnTo>
                  <a:lnTo>
                    <a:pt x="810543" y="646855"/>
                  </a:lnTo>
                  <a:lnTo>
                    <a:pt x="813006" y="646722"/>
                  </a:lnTo>
                  <a:lnTo>
                    <a:pt x="815470" y="646574"/>
                  </a:lnTo>
                  <a:lnTo>
                    <a:pt x="817934" y="646406"/>
                  </a:lnTo>
                  <a:lnTo>
                    <a:pt x="820397" y="646221"/>
                  </a:lnTo>
                  <a:lnTo>
                    <a:pt x="822861" y="646019"/>
                  </a:lnTo>
                  <a:lnTo>
                    <a:pt x="825325" y="645801"/>
                  </a:lnTo>
                  <a:lnTo>
                    <a:pt x="827788" y="645568"/>
                  </a:lnTo>
                  <a:lnTo>
                    <a:pt x="830252" y="645319"/>
                  </a:lnTo>
                  <a:lnTo>
                    <a:pt x="832716" y="645055"/>
                  </a:lnTo>
                  <a:lnTo>
                    <a:pt x="835179" y="644779"/>
                  </a:lnTo>
                  <a:lnTo>
                    <a:pt x="837643" y="644493"/>
                  </a:lnTo>
                  <a:lnTo>
                    <a:pt x="840107" y="644198"/>
                  </a:lnTo>
                  <a:lnTo>
                    <a:pt x="842570" y="643897"/>
                  </a:lnTo>
                  <a:lnTo>
                    <a:pt x="845034" y="643591"/>
                  </a:lnTo>
                  <a:lnTo>
                    <a:pt x="847498" y="643284"/>
                  </a:lnTo>
                  <a:lnTo>
                    <a:pt x="849961" y="642977"/>
                  </a:lnTo>
                  <a:lnTo>
                    <a:pt x="852425" y="642674"/>
                  </a:lnTo>
                  <a:lnTo>
                    <a:pt x="854889" y="642375"/>
                  </a:lnTo>
                  <a:lnTo>
                    <a:pt x="857352" y="642085"/>
                  </a:lnTo>
                  <a:lnTo>
                    <a:pt x="859816" y="641807"/>
                  </a:lnTo>
                  <a:lnTo>
                    <a:pt x="862280" y="641541"/>
                  </a:lnTo>
                  <a:lnTo>
                    <a:pt x="864743" y="641289"/>
                  </a:lnTo>
                  <a:lnTo>
                    <a:pt x="867207" y="641053"/>
                  </a:lnTo>
                  <a:lnTo>
                    <a:pt x="869671" y="640834"/>
                  </a:lnTo>
                  <a:lnTo>
                    <a:pt x="872134" y="640638"/>
                  </a:lnTo>
                  <a:lnTo>
                    <a:pt x="874598" y="640463"/>
                  </a:lnTo>
                  <a:lnTo>
                    <a:pt x="877062" y="640307"/>
                  </a:lnTo>
                  <a:lnTo>
                    <a:pt x="879525" y="640172"/>
                  </a:lnTo>
                  <a:lnTo>
                    <a:pt x="881989" y="640059"/>
                  </a:lnTo>
                  <a:lnTo>
                    <a:pt x="884453" y="639970"/>
                  </a:lnTo>
                  <a:lnTo>
                    <a:pt x="886916" y="639905"/>
                  </a:lnTo>
                  <a:lnTo>
                    <a:pt x="889380" y="639860"/>
                  </a:lnTo>
                  <a:lnTo>
                    <a:pt x="891844" y="639835"/>
                  </a:lnTo>
                  <a:lnTo>
                    <a:pt x="894307" y="639829"/>
                  </a:lnTo>
                  <a:lnTo>
                    <a:pt x="896771" y="639844"/>
                  </a:lnTo>
                  <a:lnTo>
                    <a:pt x="899235" y="639880"/>
                  </a:lnTo>
                  <a:lnTo>
                    <a:pt x="901698" y="639934"/>
                  </a:lnTo>
                  <a:lnTo>
                    <a:pt x="904162" y="640003"/>
                  </a:lnTo>
                  <a:lnTo>
                    <a:pt x="906625" y="640088"/>
                  </a:lnTo>
                  <a:lnTo>
                    <a:pt x="909089" y="640188"/>
                  </a:lnTo>
                  <a:lnTo>
                    <a:pt x="911553" y="640304"/>
                  </a:lnTo>
                  <a:lnTo>
                    <a:pt x="914016" y="640434"/>
                  </a:lnTo>
                  <a:lnTo>
                    <a:pt x="916480" y="640576"/>
                  </a:lnTo>
                  <a:lnTo>
                    <a:pt x="918944" y="640730"/>
                  </a:lnTo>
                  <a:lnTo>
                    <a:pt x="921407" y="640896"/>
                  </a:lnTo>
                  <a:lnTo>
                    <a:pt x="923871" y="641073"/>
                  </a:lnTo>
                  <a:lnTo>
                    <a:pt x="926335" y="641262"/>
                  </a:lnTo>
                  <a:lnTo>
                    <a:pt x="928798" y="641460"/>
                  </a:lnTo>
                  <a:lnTo>
                    <a:pt x="931262" y="641668"/>
                  </a:lnTo>
                  <a:lnTo>
                    <a:pt x="933726" y="641884"/>
                  </a:lnTo>
                  <a:lnTo>
                    <a:pt x="936189" y="642108"/>
                  </a:lnTo>
                  <a:lnTo>
                    <a:pt x="938653" y="642342"/>
                  </a:lnTo>
                  <a:lnTo>
                    <a:pt x="941117" y="642582"/>
                  </a:lnTo>
                  <a:lnTo>
                    <a:pt x="943580" y="642827"/>
                  </a:lnTo>
                  <a:lnTo>
                    <a:pt x="946044" y="643077"/>
                  </a:lnTo>
                  <a:lnTo>
                    <a:pt x="948508" y="643330"/>
                  </a:lnTo>
                  <a:lnTo>
                    <a:pt x="950971" y="643586"/>
                  </a:lnTo>
                  <a:lnTo>
                    <a:pt x="953435" y="643843"/>
                  </a:lnTo>
                  <a:lnTo>
                    <a:pt x="955899" y="644099"/>
                  </a:lnTo>
                  <a:lnTo>
                    <a:pt x="958362" y="644352"/>
                  </a:lnTo>
                  <a:lnTo>
                    <a:pt x="960826" y="644601"/>
                  </a:lnTo>
                  <a:lnTo>
                    <a:pt x="963290" y="644845"/>
                  </a:lnTo>
                  <a:lnTo>
                    <a:pt x="965753" y="645080"/>
                  </a:lnTo>
                  <a:lnTo>
                    <a:pt x="968217" y="645305"/>
                  </a:lnTo>
                  <a:lnTo>
                    <a:pt x="970681" y="645520"/>
                  </a:lnTo>
                  <a:lnTo>
                    <a:pt x="973144" y="645722"/>
                  </a:lnTo>
                  <a:lnTo>
                    <a:pt x="975608" y="645910"/>
                  </a:lnTo>
                  <a:lnTo>
                    <a:pt x="978072" y="646080"/>
                  </a:lnTo>
                  <a:lnTo>
                    <a:pt x="980535" y="646231"/>
                  </a:lnTo>
                  <a:lnTo>
                    <a:pt x="982999" y="646365"/>
                  </a:lnTo>
                  <a:lnTo>
                    <a:pt x="985463" y="646481"/>
                  </a:lnTo>
                  <a:lnTo>
                    <a:pt x="987926" y="646577"/>
                  </a:lnTo>
                  <a:lnTo>
                    <a:pt x="990390" y="646651"/>
                  </a:lnTo>
                  <a:lnTo>
                    <a:pt x="992853" y="646702"/>
                  </a:lnTo>
                  <a:lnTo>
                    <a:pt x="995317" y="646733"/>
                  </a:lnTo>
                  <a:lnTo>
                    <a:pt x="997781" y="646744"/>
                  </a:lnTo>
                  <a:lnTo>
                    <a:pt x="1000244" y="646735"/>
                  </a:lnTo>
                  <a:lnTo>
                    <a:pt x="1002708" y="646707"/>
                  </a:lnTo>
                  <a:lnTo>
                    <a:pt x="1005172" y="646656"/>
                  </a:lnTo>
                  <a:lnTo>
                    <a:pt x="1007635" y="646587"/>
                  </a:lnTo>
                  <a:lnTo>
                    <a:pt x="1010099" y="646501"/>
                  </a:lnTo>
                  <a:lnTo>
                    <a:pt x="1012563" y="646400"/>
                  </a:lnTo>
                  <a:lnTo>
                    <a:pt x="1015026" y="646283"/>
                  </a:lnTo>
                  <a:lnTo>
                    <a:pt x="1017490" y="646150"/>
                  </a:lnTo>
                  <a:lnTo>
                    <a:pt x="1019954" y="646001"/>
                  </a:lnTo>
                  <a:lnTo>
                    <a:pt x="1022417" y="645840"/>
                  </a:lnTo>
                  <a:lnTo>
                    <a:pt x="1024881" y="645666"/>
                  </a:lnTo>
                  <a:lnTo>
                    <a:pt x="1027345" y="645480"/>
                  </a:lnTo>
                  <a:lnTo>
                    <a:pt x="1029808" y="645281"/>
                  </a:lnTo>
                  <a:lnTo>
                    <a:pt x="1032272" y="645066"/>
                  </a:lnTo>
                  <a:lnTo>
                    <a:pt x="1034736" y="644837"/>
                  </a:lnTo>
                  <a:lnTo>
                    <a:pt x="1037199" y="644595"/>
                  </a:lnTo>
                  <a:lnTo>
                    <a:pt x="1039663" y="644337"/>
                  </a:lnTo>
                  <a:lnTo>
                    <a:pt x="1042127" y="644064"/>
                  </a:lnTo>
                  <a:lnTo>
                    <a:pt x="1044590" y="643768"/>
                  </a:lnTo>
                  <a:lnTo>
                    <a:pt x="1047054" y="643451"/>
                  </a:lnTo>
                  <a:lnTo>
                    <a:pt x="1049518" y="643111"/>
                  </a:lnTo>
                  <a:lnTo>
                    <a:pt x="1051981" y="642747"/>
                  </a:lnTo>
                  <a:lnTo>
                    <a:pt x="1054445" y="642358"/>
                  </a:lnTo>
                  <a:lnTo>
                    <a:pt x="1056909" y="641938"/>
                  </a:lnTo>
                  <a:lnTo>
                    <a:pt x="1059372" y="641480"/>
                  </a:lnTo>
                  <a:lnTo>
                    <a:pt x="1061836" y="640990"/>
                  </a:lnTo>
                  <a:lnTo>
                    <a:pt x="1064300" y="640464"/>
                  </a:lnTo>
                  <a:lnTo>
                    <a:pt x="1066763" y="639901"/>
                  </a:lnTo>
                  <a:lnTo>
                    <a:pt x="1069227" y="639301"/>
                  </a:lnTo>
                  <a:lnTo>
                    <a:pt x="1071691" y="638650"/>
                  </a:lnTo>
                  <a:lnTo>
                    <a:pt x="1074154" y="637958"/>
                  </a:lnTo>
                  <a:lnTo>
                    <a:pt x="1076618" y="637223"/>
                  </a:lnTo>
                  <a:lnTo>
                    <a:pt x="1079082" y="636447"/>
                  </a:lnTo>
                  <a:lnTo>
                    <a:pt x="1081545" y="635630"/>
                  </a:lnTo>
                  <a:lnTo>
                    <a:pt x="1084009" y="634766"/>
                  </a:lnTo>
                  <a:lnTo>
                    <a:pt x="1086472" y="633855"/>
                  </a:lnTo>
                  <a:lnTo>
                    <a:pt x="1088936" y="632905"/>
                  </a:lnTo>
                  <a:lnTo>
                    <a:pt x="1091400" y="631918"/>
                  </a:lnTo>
                  <a:lnTo>
                    <a:pt x="1093863" y="630895"/>
                  </a:lnTo>
                  <a:lnTo>
                    <a:pt x="1096327" y="629837"/>
                  </a:lnTo>
                  <a:lnTo>
                    <a:pt x="1098791" y="628739"/>
                  </a:lnTo>
                  <a:lnTo>
                    <a:pt x="1101254" y="627613"/>
                  </a:lnTo>
                  <a:lnTo>
                    <a:pt x="1103718" y="626462"/>
                  </a:lnTo>
                  <a:lnTo>
                    <a:pt x="1106182" y="625286"/>
                  </a:lnTo>
                  <a:lnTo>
                    <a:pt x="1108645" y="624090"/>
                  </a:lnTo>
                  <a:lnTo>
                    <a:pt x="1111109" y="622872"/>
                  </a:lnTo>
                  <a:lnTo>
                    <a:pt x="1113573" y="621637"/>
                  </a:lnTo>
                  <a:lnTo>
                    <a:pt x="1116036" y="620391"/>
                  </a:lnTo>
                  <a:lnTo>
                    <a:pt x="1118500" y="619135"/>
                  </a:lnTo>
                  <a:lnTo>
                    <a:pt x="1120964" y="617872"/>
                  </a:lnTo>
                  <a:lnTo>
                    <a:pt x="1123427" y="616603"/>
                  </a:lnTo>
                  <a:lnTo>
                    <a:pt x="1125891" y="615330"/>
                  </a:lnTo>
                  <a:lnTo>
                    <a:pt x="1128355" y="614058"/>
                  </a:lnTo>
                  <a:lnTo>
                    <a:pt x="1130818" y="612788"/>
                  </a:lnTo>
                  <a:lnTo>
                    <a:pt x="1133282" y="611520"/>
                  </a:lnTo>
                  <a:lnTo>
                    <a:pt x="1135746" y="610258"/>
                  </a:lnTo>
                  <a:lnTo>
                    <a:pt x="1138209" y="609004"/>
                  </a:lnTo>
                  <a:lnTo>
                    <a:pt x="1140673" y="607758"/>
                  </a:lnTo>
                  <a:lnTo>
                    <a:pt x="1143137" y="606523"/>
                  </a:lnTo>
                  <a:lnTo>
                    <a:pt x="1145600" y="605300"/>
                  </a:lnTo>
                  <a:lnTo>
                    <a:pt x="1148064" y="604089"/>
                  </a:lnTo>
                  <a:lnTo>
                    <a:pt x="1150528" y="602894"/>
                  </a:lnTo>
                  <a:lnTo>
                    <a:pt x="1152991" y="601719"/>
                  </a:lnTo>
                  <a:lnTo>
                    <a:pt x="1155455" y="600563"/>
                  </a:lnTo>
                  <a:lnTo>
                    <a:pt x="1157919" y="599428"/>
                  </a:lnTo>
                  <a:lnTo>
                    <a:pt x="1160382" y="598315"/>
                  </a:lnTo>
                  <a:lnTo>
                    <a:pt x="1162846" y="597228"/>
                  </a:lnTo>
                  <a:lnTo>
                    <a:pt x="1165310" y="596178"/>
                  </a:lnTo>
                  <a:lnTo>
                    <a:pt x="1167773" y="595160"/>
                  </a:lnTo>
                  <a:lnTo>
                    <a:pt x="1170237" y="594179"/>
                  </a:lnTo>
                  <a:lnTo>
                    <a:pt x="1172701" y="593238"/>
                  </a:lnTo>
                  <a:lnTo>
                    <a:pt x="1175164" y="592341"/>
                  </a:lnTo>
                  <a:lnTo>
                    <a:pt x="1177628" y="591501"/>
                  </a:lnTo>
                  <a:lnTo>
                    <a:pt x="1180091" y="590723"/>
                  </a:lnTo>
                  <a:lnTo>
                    <a:pt x="1182555" y="590007"/>
                  </a:lnTo>
                  <a:lnTo>
                    <a:pt x="1185019" y="589357"/>
                  </a:lnTo>
                  <a:lnTo>
                    <a:pt x="1187482" y="588778"/>
                  </a:lnTo>
                  <a:lnTo>
                    <a:pt x="1189946" y="588281"/>
                  </a:lnTo>
                  <a:lnTo>
                    <a:pt x="1192410" y="587890"/>
                  </a:lnTo>
                  <a:lnTo>
                    <a:pt x="1194873" y="587592"/>
                  </a:lnTo>
                  <a:lnTo>
                    <a:pt x="1197337" y="587391"/>
                  </a:lnTo>
                  <a:lnTo>
                    <a:pt x="1199801" y="587294"/>
                  </a:lnTo>
                  <a:lnTo>
                    <a:pt x="1202264" y="587305"/>
                  </a:lnTo>
                  <a:lnTo>
                    <a:pt x="1204728" y="587454"/>
                  </a:lnTo>
                  <a:lnTo>
                    <a:pt x="1207192" y="587731"/>
                  </a:lnTo>
                  <a:lnTo>
                    <a:pt x="1209655" y="588130"/>
                  </a:lnTo>
                  <a:lnTo>
                    <a:pt x="1212119" y="588654"/>
                  </a:lnTo>
                  <a:lnTo>
                    <a:pt x="1214583" y="589304"/>
                  </a:lnTo>
                  <a:lnTo>
                    <a:pt x="1217046" y="590094"/>
                  </a:lnTo>
                  <a:lnTo>
                    <a:pt x="1219510" y="591035"/>
                  </a:lnTo>
                  <a:lnTo>
                    <a:pt x="1221974" y="592102"/>
                  </a:lnTo>
                  <a:lnTo>
                    <a:pt x="1224437" y="593291"/>
                  </a:lnTo>
                  <a:lnTo>
                    <a:pt x="1226901" y="594599"/>
                  </a:lnTo>
                  <a:lnTo>
                    <a:pt x="1229365" y="596022"/>
                  </a:lnTo>
                  <a:lnTo>
                    <a:pt x="1231828" y="597582"/>
                  </a:lnTo>
                  <a:lnTo>
                    <a:pt x="1234292" y="599242"/>
                  </a:lnTo>
                  <a:lnTo>
                    <a:pt x="1236756" y="600993"/>
                  </a:lnTo>
                  <a:lnTo>
                    <a:pt x="1239219" y="602827"/>
                  </a:lnTo>
                  <a:lnTo>
                    <a:pt x="1241683" y="604735"/>
                  </a:lnTo>
                  <a:lnTo>
                    <a:pt x="1244147" y="606715"/>
                  </a:lnTo>
                  <a:lnTo>
                    <a:pt x="1246610" y="608752"/>
                  </a:lnTo>
                  <a:lnTo>
                    <a:pt x="1249074" y="610825"/>
                  </a:lnTo>
                  <a:lnTo>
                    <a:pt x="1251538" y="612925"/>
                  </a:lnTo>
                  <a:lnTo>
                    <a:pt x="1254001" y="615042"/>
                  </a:lnTo>
                  <a:lnTo>
                    <a:pt x="1256465" y="617165"/>
                  </a:lnTo>
                  <a:lnTo>
                    <a:pt x="1258929" y="619277"/>
                  </a:lnTo>
                  <a:lnTo>
                    <a:pt x="1258929" y="652867"/>
                  </a:lnTo>
                  <a:lnTo>
                    <a:pt x="1256465" y="652867"/>
                  </a:lnTo>
                  <a:lnTo>
                    <a:pt x="1254001" y="652867"/>
                  </a:lnTo>
                  <a:lnTo>
                    <a:pt x="1251538" y="652867"/>
                  </a:lnTo>
                  <a:lnTo>
                    <a:pt x="1249074" y="652867"/>
                  </a:lnTo>
                  <a:lnTo>
                    <a:pt x="1246610" y="652867"/>
                  </a:lnTo>
                  <a:lnTo>
                    <a:pt x="1244147" y="652867"/>
                  </a:lnTo>
                  <a:lnTo>
                    <a:pt x="1241683" y="652867"/>
                  </a:lnTo>
                  <a:lnTo>
                    <a:pt x="1239219" y="652867"/>
                  </a:lnTo>
                  <a:lnTo>
                    <a:pt x="1236756" y="652867"/>
                  </a:lnTo>
                  <a:lnTo>
                    <a:pt x="1234292" y="652867"/>
                  </a:lnTo>
                  <a:lnTo>
                    <a:pt x="1231828" y="652867"/>
                  </a:lnTo>
                  <a:lnTo>
                    <a:pt x="1229365" y="652867"/>
                  </a:lnTo>
                  <a:lnTo>
                    <a:pt x="1226901" y="652867"/>
                  </a:lnTo>
                  <a:lnTo>
                    <a:pt x="1224437" y="652867"/>
                  </a:lnTo>
                  <a:lnTo>
                    <a:pt x="1221974" y="652867"/>
                  </a:lnTo>
                  <a:lnTo>
                    <a:pt x="1219510" y="652867"/>
                  </a:lnTo>
                  <a:lnTo>
                    <a:pt x="1217046" y="652867"/>
                  </a:lnTo>
                  <a:lnTo>
                    <a:pt x="1214583" y="652867"/>
                  </a:lnTo>
                  <a:lnTo>
                    <a:pt x="1212119" y="652867"/>
                  </a:lnTo>
                  <a:lnTo>
                    <a:pt x="1209655" y="652867"/>
                  </a:lnTo>
                  <a:lnTo>
                    <a:pt x="1207192" y="652867"/>
                  </a:lnTo>
                  <a:lnTo>
                    <a:pt x="1204728" y="652867"/>
                  </a:lnTo>
                  <a:lnTo>
                    <a:pt x="1202264" y="652867"/>
                  </a:lnTo>
                  <a:lnTo>
                    <a:pt x="1199801" y="652867"/>
                  </a:lnTo>
                  <a:lnTo>
                    <a:pt x="1197337" y="652867"/>
                  </a:lnTo>
                  <a:lnTo>
                    <a:pt x="1194873" y="652867"/>
                  </a:lnTo>
                  <a:lnTo>
                    <a:pt x="1192410" y="652867"/>
                  </a:lnTo>
                  <a:lnTo>
                    <a:pt x="1189946" y="652867"/>
                  </a:lnTo>
                  <a:lnTo>
                    <a:pt x="1187482" y="652867"/>
                  </a:lnTo>
                  <a:lnTo>
                    <a:pt x="1185019" y="652867"/>
                  </a:lnTo>
                  <a:lnTo>
                    <a:pt x="1182555" y="652867"/>
                  </a:lnTo>
                  <a:lnTo>
                    <a:pt x="1180091" y="652867"/>
                  </a:lnTo>
                  <a:lnTo>
                    <a:pt x="1177628" y="652867"/>
                  </a:lnTo>
                  <a:lnTo>
                    <a:pt x="1175164" y="652867"/>
                  </a:lnTo>
                  <a:lnTo>
                    <a:pt x="1172701" y="652867"/>
                  </a:lnTo>
                  <a:lnTo>
                    <a:pt x="1170237" y="652867"/>
                  </a:lnTo>
                  <a:lnTo>
                    <a:pt x="1167773" y="652867"/>
                  </a:lnTo>
                  <a:lnTo>
                    <a:pt x="1165310" y="652867"/>
                  </a:lnTo>
                  <a:lnTo>
                    <a:pt x="1162846" y="652867"/>
                  </a:lnTo>
                  <a:lnTo>
                    <a:pt x="1160382" y="652867"/>
                  </a:lnTo>
                  <a:lnTo>
                    <a:pt x="1157919" y="652867"/>
                  </a:lnTo>
                  <a:lnTo>
                    <a:pt x="1155455" y="652867"/>
                  </a:lnTo>
                  <a:lnTo>
                    <a:pt x="1152991" y="652867"/>
                  </a:lnTo>
                  <a:lnTo>
                    <a:pt x="1150528" y="652867"/>
                  </a:lnTo>
                  <a:lnTo>
                    <a:pt x="1148064" y="652867"/>
                  </a:lnTo>
                  <a:lnTo>
                    <a:pt x="1145600" y="652867"/>
                  </a:lnTo>
                  <a:lnTo>
                    <a:pt x="1143137" y="652867"/>
                  </a:lnTo>
                  <a:lnTo>
                    <a:pt x="1140673" y="652867"/>
                  </a:lnTo>
                  <a:lnTo>
                    <a:pt x="1138209" y="652867"/>
                  </a:lnTo>
                  <a:lnTo>
                    <a:pt x="1135746" y="652867"/>
                  </a:lnTo>
                  <a:lnTo>
                    <a:pt x="1133282" y="652867"/>
                  </a:lnTo>
                  <a:lnTo>
                    <a:pt x="1130818" y="652867"/>
                  </a:lnTo>
                  <a:lnTo>
                    <a:pt x="1128355" y="652867"/>
                  </a:lnTo>
                  <a:lnTo>
                    <a:pt x="1125891" y="652867"/>
                  </a:lnTo>
                  <a:lnTo>
                    <a:pt x="1123427" y="652867"/>
                  </a:lnTo>
                  <a:lnTo>
                    <a:pt x="1120964" y="652867"/>
                  </a:lnTo>
                  <a:lnTo>
                    <a:pt x="1118500" y="652867"/>
                  </a:lnTo>
                  <a:lnTo>
                    <a:pt x="1116036" y="652867"/>
                  </a:lnTo>
                  <a:lnTo>
                    <a:pt x="1113573" y="652867"/>
                  </a:lnTo>
                  <a:lnTo>
                    <a:pt x="1111109" y="652867"/>
                  </a:lnTo>
                  <a:lnTo>
                    <a:pt x="1108645" y="652867"/>
                  </a:lnTo>
                  <a:lnTo>
                    <a:pt x="1106182" y="652867"/>
                  </a:lnTo>
                  <a:lnTo>
                    <a:pt x="1103718" y="652867"/>
                  </a:lnTo>
                  <a:lnTo>
                    <a:pt x="1101254" y="652867"/>
                  </a:lnTo>
                  <a:lnTo>
                    <a:pt x="1098791" y="652867"/>
                  </a:lnTo>
                  <a:lnTo>
                    <a:pt x="1096327" y="652867"/>
                  </a:lnTo>
                  <a:lnTo>
                    <a:pt x="1093863" y="652867"/>
                  </a:lnTo>
                  <a:lnTo>
                    <a:pt x="1091400" y="652867"/>
                  </a:lnTo>
                  <a:lnTo>
                    <a:pt x="1088936" y="652867"/>
                  </a:lnTo>
                  <a:lnTo>
                    <a:pt x="1086472" y="652867"/>
                  </a:lnTo>
                  <a:lnTo>
                    <a:pt x="1084009" y="652867"/>
                  </a:lnTo>
                  <a:lnTo>
                    <a:pt x="1081545" y="652867"/>
                  </a:lnTo>
                  <a:lnTo>
                    <a:pt x="1079082" y="652867"/>
                  </a:lnTo>
                  <a:lnTo>
                    <a:pt x="1076618" y="652867"/>
                  </a:lnTo>
                  <a:lnTo>
                    <a:pt x="1074154" y="652867"/>
                  </a:lnTo>
                  <a:lnTo>
                    <a:pt x="1071691" y="652867"/>
                  </a:lnTo>
                  <a:lnTo>
                    <a:pt x="1069227" y="652867"/>
                  </a:lnTo>
                  <a:lnTo>
                    <a:pt x="1066763" y="652867"/>
                  </a:lnTo>
                  <a:lnTo>
                    <a:pt x="1064300" y="652867"/>
                  </a:lnTo>
                  <a:lnTo>
                    <a:pt x="1061836" y="652867"/>
                  </a:lnTo>
                  <a:lnTo>
                    <a:pt x="1059372" y="652867"/>
                  </a:lnTo>
                  <a:lnTo>
                    <a:pt x="1056909" y="652867"/>
                  </a:lnTo>
                  <a:lnTo>
                    <a:pt x="1054445" y="652867"/>
                  </a:lnTo>
                  <a:lnTo>
                    <a:pt x="1051981" y="652867"/>
                  </a:lnTo>
                  <a:lnTo>
                    <a:pt x="1049518" y="652867"/>
                  </a:lnTo>
                  <a:lnTo>
                    <a:pt x="1047054" y="652867"/>
                  </a:lnTo>
                  <a:lnTo>
                    <a:pt x="1044590" y="652867"/>
                  </a:lnTo>
                  <a:lnTo>
                    <a:pt x="1042127" y="652867"/>
                  </a:lnTo>
                  <a:lnTo>
                    <a:pt x="1039663" y="652867"/>
                  </a:lnTo>
                  <a:lnTo>
                    <a:pt x="1037199" y="652867"/>
                  </a:lnTo>
                  <a:lnTo>
                    <a:pt x="1034736" y="652867"/>
                  </a:lnTo>
                  <a:lnTo>
                    <a:pt x="1032272" y="652867"/>
                  </a:lnTo>
                  <a:lnTo>
                    <a:pt x="1029808" y="652867"/>
                  </a:lnTo>
                  <a:lnTo>
                    <a:pt x="1027345" y="652867"/>
                  </a:lnTo>
                  <a:lnTo>
                    <a:pt x="1024881" y="652867"/>
                  </a:lnTo>
                  <a:lnTo>
                    <a:pt x="1022417" y="652867"/>
                  </a:lnTo>
                  <a:lnTo>
                    <a:pt x="1019954" y="652867"/>
                  </a:lnTo>
                  <a:lnTo>
                    <a:pt x="1017490" y="652867"/>
                  </a:lnTo>
                  <a:lnTo>
                    <a:pt x="1015026" y="652867"/>
                  </a:lnTo>
                  <a:lnTo>
                    <a:pt x="1012563" y="652867"/>
                  </a:lnTo>
                  <a:lnTo>
                    <a:pt x="1010099" y="652867"/>
                  </a:lnTo>
                  <a:lnTo>
                    <a:pt x="1007635" y="652867"/>
                  </a:lnTo>
                  <a:lnTo>
                    <a:pt x="1005172" y="652867"/>
                  </a:lnTo>
                  <a:lnTo>
                    <a:pt x="1002708" y="652867"/>
                  </a:lnTo>
                  <a:lnTo>
                    <a:pt x="1000244" y="652867"/>
                  </a:lnTo>
                  <a:lnTo>
                    <a:pt x="997781" y="652867"/>
                  </a:lnTo>
                  <a:lnTo>
                    <a:pt x="995317" y="652867"/>
                  </a:lnTo>
                  <a:lnTo>
                    <a:pt x="992853" y="652867"/>
                  </a:lnTo>
                  <a:lnTo>
                    <a:pt x="990390" y="652867"/>
                  </a:lnTo>
                  <a:lnTo>
                    <a:pt x="987926" y="652867"/>
                  </a:lnTo>
                  <a:lnTo>
                    <a:pt x="985463" y="652867"/>
                  </a:lnTo>
                  <a:lnTo>
                    <a:pt x="982999" y="652867"/>
                  </a:lnTo>
                  <a:lnTo>
                    <a:pt x="980535" y="652867"/>
                  </a:lnTo>
                  <a:lnTo>
                    <a:pt x="978072" y="652867"/>
                  </a:lnTo>
                  <a:lnTo>
                    <a:pt x="975608" y="652867"/>
                  </a:lnTo>
                  <a:lnTo>
                    <a:pt x="973144" y="652867"/>
                  </a:lnTo>
                  <a:lnTo>
                    <a:pt x="970681" y="652867"/>
                  </a:lnTo>
                  <a:lnTo>
                    <a:pt x="968217" y="652867"/>
                  </a:lnTo>
                  <a:lnTo>
                    <a:pt x="965753" y="652867"/>
                  </a:lnTo>
                  <a:lnTo>
                    <a:pt x="963290" y="652867"/>
                  </a:lnTo>
                  <a:lnTo>
                    <a:pt x="960826" y="652867"/>
                  </a:lnTo>
                  <a:lnTo>
                    <a:pt x="958362" y="652867"/>
                  </a:lnTo>
                  <a:lnTo>
                    <a:pt x="955899" y="652867"/>
                  </a:lnTo>
                  <a:lnTo>
                    <a:pt x="953435" y="652867"/>
                  </a:lnTo>
                  <a:lnTo>
                    <a:pt x="950971" y="652867"/>
                  </a:lnTo>
                  <a:lnTo>
                    <a:pt x="948508" y="652867"/>
                  </a:lnTo>
                  <a:lnTo>
                    <a:pt x="946044" y="652867"/>
                  </a:lnTo>
                  <a:lnTo>
                    <a:pt x="943580" y="652867"/>
                  </a:lnTo>
                  <a:lnTo>
                    <a:pt x="941117" y="652867"/>
                  </a:lnTo>
                  <a:lnTo>
                    <a:pt x="938653" y="652867"/>
                  </a:lnTo>
                  <a:lnTo>
                    <a:pt x="936189" y="652867"/>
                  </a:lnTo>
                  <a:lnTo>
                    <a:pt x="933726" y="652867"/>
                  </a:lnTo>
                  <a:lnTo>
                    <a:pt x="931262" y="652867"/>
                  </a:lnTo>
                  <a:lnTo>
                    <a:pt x="928798" y="652867"/>
                  </a:lnTo>
                  <a:lnTo>
                    <a:pt x="926335" y="652867"/>
                  </a:lnTo>
                  <a:lnTo>
                    <a:pt x="923871" y="652867"/>
                  </a:lnTo>
                  <a:lnTo>
                    <a:pt x="921407" y="652867"/>
                  </a:lnTo>
                  <a:lnTo>
                    <a:pt x="918944" y="652867"/>
                  </a:lnTo>
                  <a:lnTo>
                    <a:pt x="916480" y="652867"/>
                  </a:lnTo>
                  <a:lnTo>
                    <a:pt x="914016" y="652867"/>
                  </a:lnTo>
                  <a:lnTo>
                    <a:pt x="911553" y="652867"/>
                  </a:lnTo>
                  <a:lnTo>
                    <a:pt x="909089" y="652867"/>
                  </a:lnTo>
                  <a:lnTo>
                    <a:pt x="906625" y="652867"/>
                  </a:lnTo>
                  <a:lnTo>
                    <a:pt x="904162" y="652867"/>
                  </a:lnTo>
                  <a:lnTo>
                    <a:pt x="901698" y="652867"/>
                  </a:lnTo>
                  <a:lnTo>
                    <a:pt x="899235" y="652867"/>
                  </a:lnTo>
                  <a:lnTo>
                    <a:pt x="896771" y="652867"/>
                  </a:lnTo>
                  <a:lnTo>
                    <a:pt x="894307" y="652867"/>
                  </a:lnTo>
                  <a:lnTo>
                    <a:pt x="891844" y="652867"/>
                  </a:lnTo>
                  <a:lnTo>
                    <a:pt x="889380" y="652867"/>
                  </a:lnTo>
                  <a:lnTo>
                    <a:pt x="886916" y="652867"/>
                  </a:lnTo>
                  <a:lnTo>
                    <a:pt x="884453" y="652867"/>
                  </a:lnTo>
                  <a:lnTo>
                    <a:pt x="881989" y="652867"/>
                  </a:lnTo>
                  <a:lnTo>
                    <a:pt x="879525" y="652867"/>
                  </a:lnTo>
                  <a:lnTo>
                    <a:pt x="877062" y="652867"/>
                  </a:lnTo>
                  <a:lnTo>
                    <a:pt x="874598" y="652867"/>
                  </a:lnTo>
                  <a:lnTo>
                    <a:pt x="872134" y="652867"/>
                  </a:lnTo>
                  <a:lnTo>
                    <a:pt x="869671" y="652867"/>
                  </a:lnTo>
                  <a:lnTo>
                    <a:pt x="867207" y="652867"/>
                  </a:lnTo>
                  <a:lnTo>
                    <a:pt x="864743" y="652867"/>
                  </a:lnTo>
                  <a:lnTo>
                    <a:pt x="862280" y="652867"/>
                  </a:lnTo>
                  <a:lnTo>
                    <a:pt x="859816" y="652867"/>
                  </a:lnTo>
                  <a:lnTo>
                    <a:pt x="857352" y="652867"/>
                  </a:lnTo>
                  <a:lnTo>
                    <a:pt x="854889" y="652867"/>
                  </a:lnTo>
                  <a:lnTo>
                    <a:pt x="852425" y="652867"/>
                  </a:lnTo>
                  <a:lnTo>
                    <a:pt x="849961" y="652867"/>
                  </a:lnTo>
                  <a:lnTo>
                    <a:pt x="847498" y="652867"/>
                  </a:lnTo>
                  <a:lnTo>
                    <a:pt x="845034" y="652867"/>
                  </a:lnTo>
                  <a:lnTo>
                    <a:pt x="842570" y="652867"/>
                  </a:lnTo>
                  <a:lnTo>
                    <a:pt x="840107" y="652867"/>
                  </a:lnTo>
                  <a:lnTo>
                    <a:pt x="837643" y="652867"/>
                  </a:lnTo>
                  <a:lnTo>
                    <a:pt x="835179" y="652867"/>
                  </a:lnTo>
                  <a:lnTo>
                    <a:pt x="832716" y="652867"/>
                  </a:lnTo>
                  <a:lnTo>
                    <a:pt x="830252" y="652867"/>
                  </a:lnTo>
                  <a:lnTo>
                    <a:pt x="827788" y="652867"/>
                  </a:lnTo>
                  <a:lnTo>
                    <a:pt x="825325" y="652867"/>
                  </a:lnTo>
                  <a:lnTo>
                    <a:pt x="822861" y="652867"/>
                  </a:lnTo>
                  <a:lnTo>
                    <a:pt x="820397" y="652867"/>
                  </a:lnTo>
                  <a:lnTo>
                    <a:pt x="817934" y="652867"/>
                  </a:lnTo>
                  <a:lnTo>
                    <a:pt x="815470" y="652867"/>
                  </a:lnTo>
                  <a:lnTo>
                    <a:pt x="813006" y="652867"/>
                  </a:lnTo>
                  <a:lnTo>
                    <a:pt x="810543" y="652867"/>
                  </a:lnTo>
                  <a:lnTo>
                    <a:pt x="808079" y="652867"/>
                  </a:lnTo>
                  <a:lnTo>
                    <a:pt x="805616" y="652867"/>
                  </a:lnTo>
                  <a:lnTo>
                    <a:pt x="803152" y="652867"/>
                  </a:lnTo>
                  <a:lnTo>
                    <a:pt x="800688" y="652867"/>
                  </a:lnTo>
                  <a:lnTo>
                    <a:pt x="798225" y="652867"/>
                  </a:lnTo>
                  <a:lnTo>
                    <a:pt x="795761" y="652867"/>
                  </a:lnTo>
                  <a:lnTo>
                    <a:pt x="793297" y="652867"/>
                  </a:lnTo>
                  <a:lnTo>
                    <a:pt x="790834" y="652867"/>
                  </a:lnTo>
                  <a:lnTo>
                    <a:pt x="788370" y="652867"/>
                  </a:lnTo>
                  <a:lnTo>
                    <a:pt x="785906" y="652867"/>
                  </a:lnTo>
                  <a:lnTo>
                    <a:pt x="783443" y="652867"/>
                  </a:lnTo>
                  <a:lnTo>
                    <a:pt x="780979" y="652867"/>
                  </a:lnTo>
                  <a:lnTo>
                    <a:pt x="778515" y="652867"/>
                  </a:lnTo>
                  <a:lnTo>
                    <a:pt x="776052" y="652867"/>
                  </a:lnTo>
                  <a:lnTo>
                    <a:pt x="773588" y="652867"/>
                  </a:lnTo>
                  <a:lnTo>
                    <a:pt x="771124" y="652867"/>
                  </a:lnTo>
                  <a:lnTo>
                    <a:pt x="768661" y="652867"/>
                  </a:lnTo>
                  <a:lnTo>
                    <a:pt x="766197" y="652867"/>
                  </a:lnTo>
                  <a:lnTo>
                    <a:pt x="763733" y="652867"/>
                  </a:lnTo>
                  <a:lnTo>
                    <a:pt x="761270" y="652867"/>
                  </a:lnTo>
                  <a:lnTo>
                    <a:pt x="758806" y="652867"/>
                  </a:lnTo>
                  <a:lnTo>
                    <a:pt x="756342" y="652867"/>
                  </a:lnTo>
                  <a:lnTo>
                    <a:pt x="753879" y="652867"/>
                  </a:lnTo>
                  <a:lnTo>
                    <a:pt x="751415" y="652867"/>
                  </a:lnTo>
                  <a:lnTo>
                    <a:pt x="748951" y="652867"/>
                  </a:lnTo>
                  <a:lnTo>
                    <a:pt x="746488" y="652867"/>
                  </a:lnTo>
                  <a:lnTo>
                    <a:pt x="744024" y="652867"/>
                  </a:lnTo>
                  <a:lnTo>
                    <a:pt x="741560" y="652867"/>
                  </a:lnTo>
                  <a:lnTo>
                    <a:pt x="739097" y="652867"/>
                  </a:lnTo>
                  <a:lnTo>
                    <a:pt x="736633" y="652867"/>
                  </a:lnTo>
                  <a:lnTo>
                    <a:pt x="734169" y="652867"/>
                  </a:lnTo>
                  <a:lnTo>
                    <a:pt x="731706" y="652867"/>
                  </a:lnTo>
                  <a:lnTo>
                    <a:pt x="729242" y="652867"/>
                  </a:lnTo>
                  <a:lnTo>
                    <a:pt x="726778" y="652867"/>
                  </a:lnTo>
                  <a:lnTo>
                    <a:pt x="724315" y="652867"/>
                  </a:lnTo>
                  <a:lnTo>
                    <a:pt x="721851" y="652867"/>
                  </a:lnTo>
                  <a:lnTo>
                    <a:pt x="719388" y="652867"/>
                  </a:lnTo>
                  <a:lnTo>
                    <a:pt x="716924" y="652867"/>
                  </a:lnTo>
                  <a:lnTo>
                    <a:pt x="714460" y="652867"/>
                  </a:lnTo>
                  <a:lnTo>
                    <a:pt x="711997" y="652867"/>
                  </a:lnTo>
                  <a:lnTo>
                    <a:pt x="709533" y="652867"/>
                  </a:lnTo>
                  <a:lnTo>
                    <a:pt x="707069" y="652867"/>
                  </a:lnTo>
                  <a:lnTo>
                    <a:pt x="704606" y="652867"/>
                  </a:lnTo>
                  <a:lnTo>
                    <a:pt x="702142" y="652867"/>
                  </a:lnTo>
                  <a:lnTo>
                    <a:pt x="699678" y="652867"/>
                  </a:lnTo>
                  <a:lnTo>
                    <a:pt x="697215" y="652867"/>
                  </a:lnTo>
                  <a:lnTo>
                    <a:pt x="694751" y="652867"/>
                  </a:lnTo>
                  <a:lnTo>
                    <a:pt x="692287" y="652867"/>
                  </a:lnTo>
                  <a:lnTo>
                    <a:pt x="689824" y="652867"/>
                  </a:lnTo>
                  <a:lnTo>
                    <a:pt x="687360" y="652867"/>
                  </a:lnTo>
                  <a:lnTo>
                    <a:pt x="684896" y="652867"/>
                  </a:lnTo>
                  <a:lnTo>
                    <a:pt x="682433" y="652867"/>
                  </a:lnTo>
                  <a:lnTo>
                    <a:pt x="679969" y="652867"/>
                  </a:lnTo>
                  <a:lnTo>
                    <a:pt x="677505" y="652867"/>
                  </a:lnTo>
                  <a:lnTo>
                    <a:pt x="675042" y="652867"/>
                  </a:lnTo>
                  <a:lnTo>
                    <a:pt x="672578" y="652867"/>
                  </a:lnTo>
                  <a:lnTo>
                    <a:pt x="670114" y="652867"/>
                  </a:lnTo>
                  <a:lnTo>
                    <a:pt x="667651" y="652867"/>
                  </a:lnTo>
                  <a:lnTo>
                    <a:pt x="665187" y="652867"/>
                  </a:lnTo>
                  <a:lnTo>
                    <a:pt x="662723" y="652867"/>
                  </a:lnTo>
                  <a:lnTo>
                    <a:pt x="660260" y="652867"/>
                  </a:lnTo>
                  <a:lnTo>
                    <a:pt x="657796" y="652867"/>
                  </a:lnTo>
                  <a:lnTo>
                    <a:pt x="655332" y="652867"/>
                  </a:lnTo>
                  <a:lnTo>
                    <a:pt x="652869" y="652867"/>
                  </a:lnTo>
                  <a:lnTo>
                    <a:pt x="650405" y="652867"/>
                  </a:lnTo>
                  <a:lnTo>
                    <a:pt x="647941" y="652867"/>
                  </a:lnTo>
                  <a:lnTo>
                    <a:pt x="645478" y="652867"/>
                  </a:lnTo>
                  <a:lnTo>
                    <a:pt x="643014" y="652867"/>
                  </a:lnTo>
                  <a:lnTo>
                    <a:pt x="640550" y="652867"/>
                  </a:lnTo>
                  <a:lnTo>
                    <a:pt x="638087" y="652867"/>
                  </a:lnTo>
                  <a:lnTo>
                    <a:pt x="635623" y="652867"/>
                  </a:lnTo>
                  <a:lnTo>
                    <a:pt x="633159" y="652867"/>
                  </a:lnTo>
                  <a:lnTo>
                    <a:pt x="630696" y="652867"/>
                  </a:lnTo>
                  <a:lnTo>
                    <a:pt x="628232" y="652867"/>
                  </a:lnTo>
                  <a:lnTo>
                    <a:pt x="625769" y="652867"/>
                  </a:lnTo>
                  <a:lnTo>
                    <a:pt x="623305" y="652867"/>
                  </a:lnTo>
                  <a:lnTo>
                    <a:pt x="620841" y="652867"/>
                  </a:lnTo>
                  <a:lnTo>
                    <a:pt x="618378" y="652867"/>
                  </a:lnTo>
                  <a:lnTo>
                    <a:pt x="615914" y="652867"/>
                  </a:lnTo>
                  <a:lnTo>
                    <a:pt x="613450" y="652867"/>
                  </a:lnTo>
                  <a:lnTo>
                    <a:pt x="610987" y="652867"/>
                  </a:lnTo>
                  <a:lnTo>
                    <a:pt x="608523" y="652867"/>
                  </a:lnTo>
                  <a:lnTo>
                    <a:pt x="606059" y="652867"/>
                  </a:lnTo>
                  <a:lnTo>
                    <a:pt x="603596" y="652867"/>
                  </a:lnTo>
                  <a:lnTo>
                    <a:pt x="601132" y="652867"/>
                  </a:lnTo>
                  <a:lnTo>
                    <a:pt x="598668" y="652867"/>
                  </a:lnTo>
                  <a:lnTo>
                    <a:pt x="596205" y="652867"/>
                  </a:lnTo>
                  <a:lnTo>
                    <a:pt x="593741" y="652867"/>
                  </a:lnTo>
                  <a:lnTo>
                    <a:pt x="591277" y="652867"/>
                  </a:lnTo>
                  <a:lnTo>
                    <a:pt x="588814" y="652867"/>
                  </a:lnTo>
                  <a:lnTo>
                    <a:pt x="586350" y="652867"/>
                  </a:lnTo>
                  <a:lnTo>
                    <a:pt x="583886" y="652867"/>
                  </a:lnTo>
                  <a:lnTo>
                    <a:pt x="581423" y="652867"/>
                  </a:lnTo>
                  <a:lnTo>
                    <a:pt x="578959" y="652867"/>
                  </a:lnTo>
                  <a:lnTo>
                    <a:pt x="576495" y="652867"/>
                  </a:lnTo>
                  <a:lnTo>
                    <a:pt x="574032" y="652867"/>
                  </a:lnTo>
                  <a:lnTo>
                    <a:pt x="571568" y="652867"/>
                  </a:lnTo>
                  <a:lnTo>
                    <a:pt x="569104" y="652867"/>
                  </a:lnTo>
                  <a:lnTo>
                    <a:pt x="566641" y="652867"/>
                  </a:lnTo>
                  <a:lnTo>
                    <a:pt x="564177" y="652867"/>
                  </a:lnTo>
                  <a:lnTo>
                    <a:pt x="561713" y="652867"/>
                  </a:lnTo>
                  <a:lnTo>
                    <a:pt x="559250" y="652867"/>
                  </a:lnTo>
                  <a:lnTo>
                    <a:pt x="556786" y="652867"/>
                  </a:lnTo>
                  <a:lnTo>
                    <a:pt x="554322" y="652867"/>
                  </a:lnTo>
                  <a:lnTo>
                    <a:pt x="551859" y="652867"/>
                  </a:lnTo>
                  <a:lnTo>
                    <a:pt x="549395" y="652867"/>
                  </a:lnTo>
                  <a:lnTo>
                    <a:pt x="546931" y="652867"/>
                  </a:lnTo>
                  <a:lnTo>
                    <a:pt x="544468" y="652867"/>
                  </a:lnTo>
                  <a:lnTo>
                    <a:pt x="542004" y="652867"/>
                  </a:lnTo>
                  <a:lnTo>
                    <a:pt x="539541" y="652867"/>
                  </a:lnTo>
                  <a:lnTo>
                    <a:pt x="537077" y="652867"/>
                  </a:lnTo>
                  <a:lnTo>
                    <a:pt x="534613" y="652867"/>
                  </a:lnTo>
                  <a:lnTo>
                    <a:pt x="532150" y="652867"/>
                  </a:lnTo>
                  <a:lnTo>
                    <a:pt x="529686" y="652867"/>
                  </a:lnTo>
                  <a:lnTo>
                    <a:pt x="527222" y="652867"/>
                  </a:lnTo>
                  <a:lnTo>
                    <a:pt x="524759" y="652867"/>
                  </a:lnTo>
                  <a:lnTo>
                    <a:pt x="522295" y="652867"/>
                  </a:lnTo>
                  <a:lnTo>
                    <a:pt x="519831" y="652867"/>
                  </a:lnTo>
                  <a:lnTo>
                    <a:pt x="517368" y="652867"/>
                  </a:lnTo>
                  <a:lnTo>
                    <a:pt x="514904" y="652867"/>
                  </a:lnTo>
                  <a:lnTo>
                    <a:pt x="512440" y="652867"/>
                  </a:lnTo>
                  <a:lnTo>
                    <a:pt x="509977" y="652867"/>
                  </a:lnTo>
                  <a:lnTo>
                    <a:pt x="507513" y="652867"/>
                  </a:lnTo>
                  <a:lnTo>
                    <a:pt x="505049" y="652867"/>
                  </a:lnTo>
                  <a:lnTo>
                    <a:pt x="502586" y="652867"/>
                  </a:lnTo>
                  <a:lnTo>
                    <a:pt x="500122" y="652867"/>
                  </a:lnTo>
                  <a:lnTo>
                    <a:pt x="497658" y="652867"/>
                  </a:lnTo>
                  <a:lnTo>
                    <a:pt x="495195" y="652867"/>
                  </a:lnTo>
                  <a:lnTo>
                    <a:pt x="492731" y="652867"/>
                  </a:lnTo>
                  <a:lnTo>
                    <a:pt x="490267" y="652867"/>
                  </a:lnTo>
                  <a:lnTo>
                    <a:pt x="487804" y="652867"/>
                  </a:lnTo>
                  <a:lnTo>
                    <a:pt x="485340" y="652867"/>
                  </a:lnTo>
                  <a:lnTo>
                    <a:pt x="482876" y="652867"/>
                  </a:lnTo>
                  <a:lnTo>
                    <a:pt x="480413" y="652867"/>
                  </a:lnTo>
                  <a:lnTo>
                    <a:pt x="477949" y="652867"/>
                  </a:lnTo>
                  <a:lnTo>
                    <a:pt x="475485" y="652867"/>
                  </a:lnTo>
                  <a:lnTo>
                    <a:pt x="473022" y="652867"/>
                  </a:lnTo>
                  <a:lnTo>
                    <a:pt x="470558" y="652867"/>
                  </a:lnTo>
                  <a:lnTo>
                    <a:pt x="468094" y="652867"/>
                  </a:lnTo>
                  <a:lnTo>
                    <a:pt x="465631" y="652867"/>
                  </a:lnTo>
                  <a:lnTo>
                    <a:pt x="463167" y="652867"/>
                  </a:lnTo>
                  <a:lnTo>
                    <a:pt x="460703" y="652867"/>
                  </a:lnTo>
                  <a:lnTo>
                    <a:pt x="458240" y="652867"/>
                  </a:lnTo>
                  <a:lnTo>
                    <a:pt x="455776" y="652867"/>
                  </a:lnTo>
                  <a:lnTo>
                    <a:pt x="453312" y="652867"/>
                  </a:lnTo>
                  <a:lnTo>
                    <a:pt x="450849" y="652867"/>
                  </a:lnTo>
                  <a:lnTo>
                    <a:pt x="448385" y="652867"/>
                  </a:lnTo>
                  <a:lnTo>
                    <a:pt x="445922" y="652867"/>
                  </a:lnTo>
                  <a:lnTo>
                    <a:pt x="443458" y="652867"/>
                  </a:lnTo>
                  <a:lnTo>
                    <a:pt x="440994" y="652867"/>
                  </a:lnTo>
                  <a:lnTo>
                    <a:pt x="438531" y="652867"/>
                  </a:lnTo>
                  <a:lnTo>
                    <a:pt x="436067" y="652867"/>
                  </a:lnTo>
                  <a:lnTo>
                    <a:pt x="433603" y="652867"/>
                  </a:lnTo>
                  <a:lnTo>
                    <a:pt x="431140" y="652867"/>
                  </a:lnTo>
                  <a:lnTo>
                    <a:pt x="428676" y="652867"/>
                  </a:lnTo>
                  <a:lnTo>
                    <a:pt x="426212" y="652867"/>
                  </a:lnTo>
                  <a:lnTo>
                    <a:pt x="423749" y="652867"/>
                  </a:lnTo>
                  <a:lnTo>
                    <a:pt x="421285" y="652867"/>
                  </a:lnTo>
                  <a:lnTo>
                    <a:pt x="418821" y="652867"/>
                  </a:lnTo>
                  <a:lnTo>
                    <a:pt x="416358" y="652867"/>
                  </a:lnTo>
                  <a:lnTo>
                    <a:pt x="413894" y="652867"/>
                  </a:lnTo>
                  <a:lnTo>
                    <a:pt x="411430" y="652867"/>
                  </a:lnTo>
                  <a:lnTo>
                    <a:pt x="408967" y="652867"/>
                  </a:lnTo>
                  <a:lnTo>
                    <a:pt x="406503" y="652867"/>
                  </a:lnTo>
                  <a:lnTo>
                    <a:pt x="404039" y="652867"/>
                  </a:lnTo>
                  <a:lnTo>
                    <a:pt x="401576" y="652867"/>
                  </a:lnTo>
                  <a:lnTo>
                    <a:pt x="399112" y="652867"/>
                  </a:lnTo>
                  <a:lnTo>
                    <a:pt x="396648" y="652867"/>
                  </a:lnTo>
                  <a:lnTo>
                    <a:pt x="394185" y="652867"/>
                  </a:lnTo>
                  <a:lnTo>
                    <a:pt x="391721" y="652867"/>
                  </a:lnTo>
                  <a:lnTo>
                    <a:pt x="389257" y="652867"/>
                  </a:lnTo>
                  <a:lnTo>
                    <a:pt x="386794" y="652867"/>
                  </a:lnTo>
                  <a:lnTo>
                    <a:pt x="384330" y="652867"/>
                  </a:lnTo>
                  <a:lnTo>
                    <a:pt x="381866" y="652867"/>
                  </a:lnTo>
                  <a:lnTo>
                    <a:pt x="379403" y="652867"/>
                  </a:lnTo>
                  <a:lnTo>
                    <a:pt x="376939" y="652867"/>
                  </a:lnTo>
                  <a:lnTo>
                    <a:pt x="374475" y="652867"/>
                  </a:lnTo>
                  <a:lnTo>
                    <a:pt x="372012" y="652867"/>
                  </a:lnTo>
                  <a:lnTo>
                    <a:pt x="369548" y="652867"/>
                  </a:lnTo>
                  <a:lnTo>
                    <a:pt x="367084" y="652867"/>
                  </a:lnTo>
                  <a:lnTo>
                    <a:pt x="364621" y="652867"/>
                  </a:lnTo>
                  <a:lnTo>
                    <a:pt x="362157" y="652867"/>
                  </a:lnTo>
                  <a:lnTo>
                    <a:pt x="359694" y="652867"/>
                  </a:lnTo>
                  <a:lnTo>
                    <a:pt x="357230" y="652867"/>
                  </a:lnTo>
                  <a:lnTo>
                    <a:pt x="354766" y="652867"/>
                  </a:lnTo>
                  <a:lnTo>
                    <a:pt x="352303" y="652867"/>
                  </a:lnTo>
                  <a:lnTo>
                    <a:pt x="349839" y="652867"/>
                  </a:lnTo>
                  <a:lnTo>
                    <a:pt x="347375" y="652867"/>
                  </a:lnTo>
                  <a:lnTo>
                    <a:pt x="344912" y="652867"/>
                  </a:lnTo>
                  <a:lnTo>
                    <a:pt x="342448" y="652867"/>
                  </a:lnTo>
                  <a:lnTo>
                    <a:pt x="339984" y="652867"/>
                  </a:lnTo>
                  <a:lnTo>
                    <a:pt x="337521" y="652867"/>
                  </a:lnTo>
                  <a:lnTo>
                    <a:pt x="335057" y="652867"/>
                  </a:lnTo>
                  <a:lnTo>
                    <a:pt x="332593" y="652867"/>
                  </a:lnTo>
                  <a:lnTo>
                    <a:pt x="330130" y="652867"/>
                  </a:lnTo>
                  <a:lnTo>
                    <a:pt x="327666" y="652867"/>
                  </a:lnTo>
                  <a:lnTo>
                    <a:pt x="325202" y="652867"/>
                  </a:lnTo>
                  <a:lnTo>
                    <a:pt x="322739" y="652867"/>
                  </a:lnTo>
                  <a:lnTo>
                    <a:pt x="320275" y="652867"/>
                  </a:lnTo>
                  <a:lnTo>
                    <a:pt x="317811" y="652867"/>
                  </a:lnTo>
                  <a:lnTo>
                    <a:pt x="315348" y="652867"/>
                  </a:lnTo>
                  <a:lnTo>
                    <a:pt x="312884" y="652867"/>
                  </a:lnTo>
                  <a:lnTo>
                    <a:pt x="310420" y="652867"/>
                  </a:lnTo>
                  <a:lnTo>
                    <a:pt x="307957" y="652867"/>
                  </a:lnTo>
                  <a:lnTo>
                    <a:pt x="305493" y="652867"/>
                  </a:lnTo>
                  <a:lnTo>
                    <a:pt x="303029" y="652867"/>
                  </a:lnTo>
                  <a:lnTo>
                    <a:pt x="300566" y="652867"/>
                  </a:lnTo>
                  <a:lnTo>
                    <a:pt x="298102" y="652867"/>
                  </a:lnTo>
                  <a:lnTo>
                    <a:pt x="295638" y="652867"/>
                  </a:lnTo>
                  <a:lnTo>
                    <a:pt x="293175" y="652867"/>
                  </a:lnTo>
                  <a:lnTo>
                    <a:pt x="290711" y="652867"/>
                  </a:lnTo>
                  <a:lnTo>
                    <a:pt x="288247" y="652867"/>
                  </a:lnTo>
                  <a:lnTo>
                    <a:pt x="285784" y="652867"/>
                  </a:lnTo>
                  <a:lnTo>
                    <a:pt x="283320" y="652867"/>
                  </a:lnTo>
                  <a:lnTo>
                    <a:pt x="280856" y="652867"/>
                  </a:lnTo>
                  <a:lnTo>
                    <a:pt x="278393" y="652867"/>
                  </a:lnTo>
                  <a:lnTo>
                    <a:pt x="275929" y="652867"/>
                  </a:lnTo>
                  <a:lnTo>
                    <a:pt x="273465" y="652867"/>
                  </a:lnTo>
                  <a:lnTo>
                    <a:pt x="271002" y="652867"/>
                  </a:lnTo>
                  <a:lnTo>
                    <a:pt x="268538" y="652867"/>
                  </a:lnTo>
                  <a:lnTo>
                    <a:pt x="266075" y="652867"/>
                  </a:lnTo>
                  <a:lnTo>
                    <a:pt x="263611" y="652867"/>
                  </a:lnTo>
                  <a:lnTo>
                    <a:pt x="261147" y="652867"/>
                  </a:lnTo>
                  <a:lnTo>
                    <a:pt x="258684" y="652867"/>
                  </a:lnTo>
                  <a:lnTo>
                    <a:pt x="256220" y="652867"/>
                  </a:lnTo>
                  <a:lnTo>
                    <a:pt x="253756" y="652867"/>
                  </a:lnTo>
                  <a:lnTo>
                    <a:pt x="251293" y="652867"/>
                  </a:lnTo>
                  <a:lnTo>
                    <a:pt x="248829" y="652867"/>
                  </a:lnTo>
                  <a:lnTo>
                    <a:pt x="246365" y="652867"/>
                  </a:lnTo>
                  <a:lnTo>
                    <a:pt x="243902" y="652867"/>
                  </a:lnTo>
                  <a:lnTo>
                    <a:pt x="241438" y="652867"/>
                  </a:lnTo>
                  <a:lnTo>
                    <a:pt x="238974" y="652867"/>
                  </a:lnTo>
                  <a:lnTo>
                    <a:pt x="236511" y="652867"/>
                  </a:lnTo>
                  <a:lnTo>
                    <a:pt x="234047" y="652867"/>
                  </a:lnTo>
                  <a:lnTo>
                    <a:pt x="231583" y="652867"/>
                  </a:lnTo>
                  <a:lnTo>
                    <a:pt x="229120" y="652867"/>
                  </a:lnTo>
                  <a:lnTo>
                    <a:pt x="226656" y="652867"/>
                  </a:lnTo>
                  <a:lnTo>
                    <a:pt x="224192" y="652867"/>
                  </a:lnTo>
                  <a:lnTo>
                    <a:pt x="221729" y="652867"/>
                  </a:lnTo>
                  <a:lnTo>
                    <a:pt x="219265" y="652867"/>
                  </a:lnTo>
                  <a:lnTo>
                    <a:pt x="216801" y="652867"/>
                  </a:lnTo>
                  <a:lnTo>
                    <a:pt x="214338" y="652867"/>
                  </a:lnTo>
                  <a:lnTo>
                    <a:pt x="211874" y="652867"/>
                  </a:lnTo>
                  <a:lnTo>
                    <a:pt x="209410" y="652867"/>
                  </a:lnTo>
                  <a:lnTo>
                    <a:pt x="206947" y="652867"/>
                  </a:lnTo>
                  <a:lnTo>
                    <a:pt x="204483" y="652867"/>
                  </a:lnTo>
                  <a:lnTo>
                    <a:pt x="202019" y="652867"/>
                  </a:lnTo>
                  <a:lnTo>
                    <a:pt x="199556" y="652867"/>
                  </a:lnTo>
                  <a:lnTo>
                    <a:pt x="197092" y="652867"/>
                  </a:lnTo>
                  <a:lnTo>
                    <a:pt x="194628" y="652867"/>
                  </a:lnTo>
                  <a:lnTo>
                    <a:pt x="192165" y="652867"/>
                  </a:lnTo>
                  <a:lnTo>
                    <a:pt x="189701" y="652867"/>
                  </a:lnTo>
                  <a:lnTo>
                    <a:pt x="187237" y="652867"/>
                  </a:lnTo>
                  <a:lnTo>
                    <a:pt x="184774" y="652867"/>
                  </a:lnTo>
                  <a:lnTo>
                    <a:pt x="182310" y="652867"/>
                  </a:lnTo>
                  <a:lnTo>
                    <a:pt x="179847" y="652867"/>
                  </a:lnTo>
                  <a:lnTo>
                    <a:pt x="177383" y="652867"/>
                  </a:lnTo>
                  <a:lnTo>
                    <a:pt x="174919" y="652867"/>
                  </a:lnTo>
                  <a:lnTo>
                    <a:pt x="172456" y="652867"/>
                  </a:lnTo>
                  <a:lnTo>
                    <a:pt x="169992" y="652867"/>
                  </a:lnTo>
                  <a:lnTo>
                    <a:pt x="167528" y="652867"/>
                  </a:lnTo>
                  <a:lnTo>
                    <a:pt x="165065" y="652867"/>
                  </a:lnTo>
                  <a:lnTo>
                    <a:pt x="162601" y="652867"/>
                  </a:lnTo>
                  <a:lnTo>
                    <a:pt x="160137" y="652867"/>
                  </a:lnTo>
                  <a:lnTo>
                    <a:pt x="157674" y="652867"/>
                  </a:lnTo>
                  <a:lnTo>
                    <a:pt x="155210" y="652867"/>
                  </a:lnTo>
                  <a:lnTo>
                    <a:pt x="152746" y="652867"/>
                  </a:lnTo>
                  <a:lnTo>
                    <a:pt x="150283" y="652867"/>
                  </a:lnTo>
                  <a:lnTo>
                    <a:pt x="147819" y="652867"/>
                  </a:lnTo>
                  <a:lnTo>
                    <a:pt x="145355" y="652867"/>
                  </a:lnTo>
                  <a:lnTo>
                    <a:pt x="142892" y="652867"/>
                  </a:lnTo>
                  <a:lnTo>
                    <a:pt x="140428" y="652867"/>
                  </a:lnTo>
                  <a:lnTo>
                    <a:pt x="137964" y="652867"/>
                  </a:lnTo>
                  <a:lnTo>
                    <a:pt x="135501" y="652867"/>
                  </a:lnTo>
                  <a:lnTo>
                    <a:pt x="133037" y="652867"/>
                  </a:lnTo>
                  <a:lnTo>
                    <a:pt x="130573" y="652867"/>
                  </a:lnTo>
                  <a:lnTo>
                    <a:pt x="128110" y="652867"/>
                  </a:lnTo>
                  <a:lnTo>
                    <a:pt x="125646" y="652867"/>
                  </a:lnTo>
                  <a:lnTo>
                    <a:pt x="123182" y="652867"/>
                  </a:lnTo>
                  <a:lnTo>
                    <a:pt x="120719" y="652867"/>
                  </a:lnTo>
                  <a:lnTo>
                    <a:pt x="118255" y="652867"/>
                  </a:lnTo>
                  <a:lnTo>
                    <a:pt x="115791" y="652867"/>
                  </a:lnTo>
                  <a:lnTo>
                    <a:pt x="113328" y="652867"/>
                  </a:lnTo>
                  <a:lnTo>
                    <a:pt x="110864" y="652867"/>
                  </a:lnTo>
                  <a:lnTo>
                    <a:pt x="108400" y="652867"/>
                  </a:lnTo>
                  <a:lnTo>
                    <a:pt x="105937" y="652867"/>
                  </a:lnTo>
                  <a:lnTo>
                    <a:pt x="103473" y="652867"/>
                  </a:lnTo>
                  <a:lnTo>
                    <a:pt x="101009" y="652867"/>
                  </a:lnTo>
                  <a:lnTo>
                    <a:pt x="98546" y="652867"/>
                  </a:lnTo>
                  <a:lnTo>
                    <a:pt x="96082" y="652867"/>
                  </a:lnTo>
                  <a:lnTo>
                    <a:pt x="93618" y="652867"/>
                  </a:lnTo>
                  <a:lnTo>
                    <a:pt x="91155" y="652867"/>
                  </a:lnTo>
                  <a:lnTo>
                    <a:pt x="88691" y="652867"/>
                  </a:lnTo>
                  <a:lnTo>
                    <a:pt x="86228" y="652867"/>
                  </a:lnTo>
                  <a:lnTo>
                    <a:pt x="83764" y="652867"/>
                  </a:lnTo>
                  <a:lnTo>
                    <a:pt x="81300" y="652867"/>
                  </a:lnTo>
                  <a:lnTo>
                    <a:pt x="78837" y="652867"/>
                  </a:lnTo>
                  <a:lnTo>
                    <a:pt x="76373" y="652867"/>
                  </a:lnTo>
                  <a:lnTo>
                    <a:pt x="73909" y="652867"/>
                  </a:lnTo>
                  <a:lnTo>
                    <a:pt x="71446" y="652867"/>
                  </a:lnTo>
                  <a:lnTo>
                    <a:pt x="68982" y="652867"/>
                  </a:lnTo>
                  <a:lnTo>
                    <a:pt x="66518" y="652867"/>
                  </a:lnTo>
                  <a:lnTo>
                    <a:pt x="64055" y="652867"/>
                  </a:lnTo>
                  <a:lnTo>
                    <a:pt x="61591" y="652867"/>
                  </a:lnTo>
                  <a:lnTo>
                    <a:pt x="59127" y="652867"/>
                  </a:lnTo>
                  <a:lnTo>
                    <a:pt x="56664" y="652867"/>
                  </a:lnTo>
                  <a:lnTo>
                    <a:pt x="54200" y="652867"/>
                  </a:lnTo>
                  <a:lnTo>
                    <a:pt x="51736" y="652867"/>
                  </a:lnTo>
                  <a:lnTo>
                    <a:pt x="49273" y="652867"/>
                  </a:lnTo>
                  <a:lnTo>
                    <a:pt x="46809" y="652867"/>
                  </a:lnTo>
                  <a:lnTo>
                    <a:pt x="44345" y="652867"/>
                  </a:lnTo>
                  <a:lnTo>
                    <a:pt x="41882" y="652867"/>
                  </a:lnTo>
                  <a:lnTo>
                    <a:pt x="39418" y="652867"/>
                  </a:lnTo>
                  <a:lnTo>
                    <a:pt x="36954" y="652867"/>
                  </a:lnTo>
                  <a:lnTo>
                    <a:pt x="34491" y="652867"/>
                  </a:lnTo>
                  <a:lnTo>
                    <a:pt x="32027" y="652867"/>
                  </a:lnTo>
                  <a:lnTo>
                    <a:pt x="29563" y="652867"/>
                  </a:lnTo>
                  <a:lnTo>
                    <a:pt x="27100" y="652867"/>
                  </a:lnTo>
                  <a:lnTo>
                    <a:pt x="24636" y="652867"/>
                  </a:lnTo>
                  <a:lnTo>
                    <a:pt x="22172" y="652867"/>
                  </a:lnTo>
                  <a:lnTo>
                    <a:pt x="19709" y="652867"/>
                  </a:lnTo>
                  <a:lnTo>
                    <a:pt x="17245" y="652867"/>
                  </a:lnTo>
                  <a:lnTo>
                    <a:pt x="14781" y="652867"/>
                  </a:lnTo>
                  <a:lnTo>
                    <a:pt x="12318" y="652867"/>
                  </a:lnTo>
                  <a:lnTo>
                    <a:pt x="9854" y="652867"/>
                  </a:lnTo>
                  <a:lnTo>
                    <a:pt x="7390" y="652867"/>
                  </a:lnTo>
                  <a:lnTo>
                    <a:pt x="4927" y="652867"/>
                  </a:lnTo>
                  <a:lnTo>
                    <a:pt x="2463" y="652867"/>
                  </a:lnTo>
                  <a:lnTo>
                    <a:pt x="0" y="65286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8529616" y="5501030"/>
              <a:ext cx="1258929" cy="652034"/>
            </a:xfrm>
            <a:custGeom>
              <a:avLst/>
              <a:pathLst>
                <a:path w="1258929" h="652034">
                  <a:moveTo>
                    <a:pt x="0" y="652034"/>
                  </a:moveTo>
                  <a:lnTo>
                    <a:pt x="2463" y="651817"/>
                  </a:lnTo>
                  <a:lnTo>
                    <a:pt x="4927" y="651535"/>
                  </a:lnTo>
                  <a:lnTo>
                    <a:pt x="7390" y="651187"/>
                  </a:lnTo>
                  <a:lnTo>
                    <a:pt x="9854" y="650763"/>
                  </a:lnTo>
                  <a:lnTo>
                    <a:pt x="12318" y="650251"/>
                  </a:lnTo>
                  <a:lnTo>
                    <a:pt x="14781" y="649635"/>
                  </a:lnTo>
                  <a:lnTo>
                    <a:pt x="17245" y="648879"/>
                  </a:lnTo>
                  <a:lnTo>
                    <a:pt x="19709" y="647951"/>
                  </a:lnTo>
                  <a:lnTo>
                    <a:pt x="22172" y="646846"/>
                  </a:lnTo>
                  <a:lnTo>
                    <a:pt x="24636" y="645539"/>
                  </a:lnTo>
                  <a:lnTo>
                    <a:pt x="27100" y="644005"/>
                  </a:lnTo>
                  <a:lnTo>
                    <a:pt x="29563" y="642205"/>
                  </a:lnTo>
                  <a:lnTo>
                    <a:pt x="32027" y="640019"/>
                  </a:lnTo>
                  <a:lnTo>
                    <a:pt x="34491" y="637479"/>
                  </a:lnTo>
                  <a:lnTo>
                    <a:pt x="36954" y="634546"/>
                  </a:lnTo>
                  <a:lnTo>
                    <a:pt x="39418" y="631178"/>
                  </a:lnTo>
                  <a:lnTo>
                    <a:pt x="41882" y="627333"/>
                  </a:lnTo>
                  <a:lnTo>
                    <a:pt x="44345" y="622848"/>
                  </a:lnTo>
                  <a:lnTo>
                    <a:pt x="46809" y="617705"/>
                  </a:lnTo>
                  <a:lnTo>
                    <a:pt x="49273" y="611908"/>
                  </a:lnTo>
                  <a:lnTo>
                    <a:pt x="51736" y="605409"/>
                  </a:lnTo>
                  <a:lnTo>
                    <a:pt x="54200" y="598161"/>
                  </a:lnTo>
                  <a:lnTo>
                    <a:pt x="56664" y="590053"/>
                  </a:lnTo>
                  <a:lnTo>
                    <a:pt x="59127" y="580899"/>
                  </a:lnTo>
                  <a:lnTo>
                    <a:pt x="61591" y="570834"/>
                  </a:lnTo>
                  <a:lnTo>
                    <a:pt x="64055" y="559827"/>
                  </a:lnTo>
                  <a:lnTo>
                    <a:pt x="66518" y="547849"/>
                  </a:lnTo>
                  <a:lnTo>
                    <a:pt x="68982" y="534877"/>
                  </a:lnTo>
                  <a:lnTo>
                    <a:pt x="71446" y="520640"/>
                  </a:lnTo>
                  <a:lnTo>
                    <a:pt x="73909" y="505339"/>
                  </a:lnTo>
                  <a:lnTo>
                    <a:pt x="76373" y="489031"/>
                  </a:lnTo>
                  <a:lnTo>
                    <a:pt x="78837" y="471736"/>
                  </a:lnTo>
                  <a:lnTo>
                    <a:pt x="81300" y="453480"/>
                  </a:lnTo>
                  <a:lnTo>
                    <a:pt x="83764" y="434194"/>
                  </a:lnTo>
                  <a:lnTo>
                    <a:pt x="86228" y="413931"/>
                  </a:lnTo>
                  <a:lnTo>
                    <a:pt x="88691" y="392917"/>
                  </a:lnTo>
                  <a:lnTo>
                    <a:pt x="91155" y="371235"/>
                  </a:lnTo>
                  <a:lnTo>
                    <a:pt x="93618" y="348976"/>
                  </a:lnTo>
                  <a:lnTo>
                    <a:pt x="96082" y="326236"/>
                  </a:lnTo>
                  <a:lnTo>
                    <a:pt x="98546" y="303086"/>
                  </a:lnTo>
                  <a:lnTo>
                    <a:pt x="101009" y="279789"/>
                  </a:lnTo>
                  <a:lnTo>
                    <a:pt x="103473" y="256477"/>
                  </a:lnTo>
                  <a:lnTo>
                    <a:pt x="105937" y="233284"/>
                  </a:lnTo>
                  <a:lnTo>
                    <a:pt x="108400" y="210348"/>
                  </a:lnTo>
                  <a:lnTo>
                    <a:pt x="110864" y="187918"/>
                  </a:lnTo>
                  <a:lnTo>
                    <a:pt x="113328" y="166189"/>
                  </a:lnTo>
                  <a:lnTo>
                    <a:pt x="115791" y="145244"/>
                  </a:lnTo>
                  <a:lnTo>
                    <a:pt x="118255" y="125212"/>
                  </a:lnTo>
                  <a:lnTo>
                    <a:pt x="120719" y="106219"/>
                  </a:lnTo>
                  <a:lnTo>
                    <a:pt x="123182" y="88457"/>
                  </a:lnTo>
                  <a:lnTo>
                    <a:pt x="125646" y="72319"/>
                  </a:lnTo>
                  <a:lnTo>
                    <a:pt x="128110" y="57614"/>
                  </a:lnTo>
                  <a:lnTo>
                    <a:pt x="130573" y="44413"/>
                  </a:lnTo>
                  <a:lnTo>
                    <a:pt x="133037" y="32781"/>
                  </a:lnTo>
                  <a:lnTo>
                    <a:pt x="135501" y="22767"/>
                  </a:lnTo>
                  <a:lnTo>
                    <a:pt x="137964" y="14794"/>
                  </a:lnTo>
                  <a:lnTo>
                    <a:pt x="140428" y="8610"/>
                  </a:lnTo>
                  <a:lnTo>
                    <a:pt x="142892" y="4098"/>
                  </a:lnTo>
                  <a:lnTo>
                    <a:pt x="145355" y="1238"/>
                  </a:lnTo>
                  <a:lnTo>
                    <a:pt x="147819" y="0"/>
                  </a:lnTo>
                  <a:lnTo>
                    <a:pt x="150283" y="499"/>
                  </a:lnTo>
                  <a:lnTo>
                    <a:pt x="152746" y="2759"/>
                  </a:lnTo>
                  <a:lnTo>
                    <a:pt x="155210" y="6410"/>
                  </a:lnTo>
                  <a:lnTo>
                    <a:pt x="157674" y="11368"/>
                  </a:lnTo>
                  <a:lnTo>
                    <a:pt x="160137" y="17544"/>
                  </a:lnTo>
                  <a:lnTo>
                    <a:pt x="162601" y="24842"/>
                  </a:lnTo>
                  <a:lnTo>
                    <a:pt x="165065" y="33397"/>
                  </a:lnTo>
                  <a:lnTo>
                    <a:pt x="167528" y="42798"/>
                  </a:lnTo>
                  <a:lnTo>
                    <a:pt x="169992" y="52930"/>
                  </a:lnTo>
                  <a:lnTo>
                    <a:pt x="172456" y="63688"/>
                  </a:lnTo>
                  <a:lnTo>
                    <a:pt x="174919" y="74972"/>
                  </a:lnTo>
                  <a:lnTo>
                    <a:pt x="177383" y="86727"/>
                  </a:lnTo>
                  <a:lnTo>
                    <a:pt x="179847" y="98800"/>
                  </a:lnTo>
                  <a:lnTo>
                    <a:pt x="182310" y="111055"/>
                  </a:lnTo>
                  <a:lnTo>
                    <a:pt x="184774" y="123419"/>
                  </a:lnTo>
                  <a:lnTo>
                    <a:pt x="187237" y="135826"/>
                  </a:lnTo>
                  <a:lnTo>
                    <a:pt x="189701" y="148211"/>
                  </a:lnTo>
                  <a:lnTo>
                    <a:pt x="192165" y="160485"/>
                  </a:lnTo>
                  <a:lnTo>
                    <a:pt x="194628" y="172623"/>
                  </a:lnTo>
                  <a:lnTo>
                    <a:pt x="197092" y="184599"/>
                  </a:lnTo>
                  <a:lnTo>
                    <a:pt x="199556" y="196395"/>
                  </a:lnTo>
                  <a:lnTo>
                    <a:pt x="202019" y="208001"/>
                  </a:lnTo>
                  <a:lnTo>
                    <a:pt x="204483" y="219372"/>
                  </a:lnTo>
                  <a:lnTo>
                    <a:pt x="206947" y="230542"/>
                  </a:lnTo>
                  <a:lnTo>
                    <a:pt x="209410" y="241541"/>
                  </a:lnTo>
                  <a:lnTo>
                    <a:pt x="211874" y="252386"/>
                  </a:lnTo>
                  <a:lnTo>
                    <a:pt x="214338" y="263097"/>
                  </a:lnTo>
                  <a:lnTo>
                    <a:pt x="216801" y="273689"/>
                  </a:lnTo>
                  <a:lnTo>
                    <a:pt x="219265" y="284188"/>
                  </a:lnTo>
                  <a:lnTo>
                    <a:pt x="221729" y="294641"/>
                  </a:lnTo>
                  <a:lnTo>
                    <a:pt x="224192" y="305069"/>
                  </a:lnTo>
                  <a:lnTo>
                    <a:pt x="226656" y="315490"/>
                  </a:lnTo>
                  <a:lnTo>
                    <a:pt x="229120" y="325923"/>
                  </a:lnTo>
                  <a:lnTo>
                    <a:pt x="231583" y="336391"/>
                  </a:lnTo>
                  <a:lnTo>
                    <a:pt x="234047" y="346899"/>
                  </a:lnTo>
                  <a:lnTo>
                    <a:pt x="236511" y="357446"/>
                  </a:lnTo>
                  <a:lnTo>
                    <a:pt x="238974" y="368028"/>
                  </a:lnTo>
                  <a:lnTo>
                    <a:pt x="241438" y="378639"/>
                  </a:lnTo>
                  <a:lnTo>
                    <a:pt x="243902" y="389266"/>
                  </a:lnTo>
                  <a:lnTo>
                    <a:pt x="246365" y="399879"/>
                  </a:lnTo>
                  <a:lnTo>
                    <a:pt x="248829" y="410452"/>
                  </a:lnTo>
                  <a:lnTo>
                    <a:pt x="251293" y="420958"/>
                  </a:lnTo>
                  <a:lnTo>
                    <a:pt x="253756" y="431367"/>
                  </a:lnTo>
                  <a:lnTo>
                    <a:pt x="256220" y="441647"/>
                  </a:lnTo>
                  <a:lnTo>
                    <a:pt x="258684" y="451705"/>
                  </a:lnTo>
                  <a:lnTo>
                    <a:pt x="261147" y="461541"/>
                  </a:lnTo>
                  <a:lnTo>
                    <a:pt x="263611" y="471124"/>
                  </a:lnTo>
                  <a:lnTo>
                    <a:pt x="266075" y="480419"/>
                  </a:lnTo>
                  <a:lnTo>
                    <a:pt x="268538" y="489397"/>
                  </a:lnTo>
                  <a:lnTo>
                    <a:pt x="271002" y="497952"/>
                  </a:lnTo>
                  <a:lnTo>
                    <a:pt x="273465" y="506077"/>
                  </a:lnTo>
                  <a:lnTo>
                    <a:pt x="275929" y="513787"/>
                  </a:lnTo>
                  <a:lnTo>
                    <a:pt x="278393" y="521065"/>
                  </a:lnTo>
                  <a:lnTo>
                    <a:pt x="280856" y="527896"/>
                  </a:lnTo>
                  <a:lnTo>
                    <a:pt x="283320" y="534236"/>
                  </a:lnTo>
                  <a:lnTo>
                    <a:pt x="285784" y="540004"/>
                  </a:lnTo>
                  <a:lnTo>
                    <a:pt x="288247" y="545304"/>
                  </a:lnTo>
                  <a:lnTo>
                    <a:pt x="290711" y="550139"/>
                  </a:lnTo>
                  <a:lnTo>
                    <a:pt x="293175" y="554516"/>
                  </a:lnTo>
                  <a:lnTo>
                    <a:pt x="295638" y="558444"/>
                  </a:lnTo>
                  <a:lnTo>
                    <a:pt x="298102" y="561837"/>
                  </a:lnTo>
                  <a:lnTo>
                    <a:pt x="300566" y="564802"/>
                  </a:lnTo>
                  <a:lnTo>
                    <a:pt x="303029" y="567379"/>
                  </a:lnTo>
                  <a:lnTo>
                    <a:pt x="305493" y="569592"/>
                  </a:lnTo>
                  <a:lnTo>
                    <a:pt x="307957" y="571461"/>
                  </a:lnTo>
                  <a:lnTo>
                    <a:pt x="310420" y="572977"/>
                  </a:lnTo>
                  <a:lnTo>
                    <a:pt x="312884" y="574165"/>
                  </a:lnTo>
                  <a:lnTo>
                    <a:pt x="315348" y="575104"/>
                  </a:lnTo>
                  <a:lnTo>
                    <a:pt x="317811" y="575819"/>
                  </a:lnTo>
                  <a:lnTo>
                    <a:pt x="320275" y="576337"/>
                  </a:lnTo>
                  <a:lnTo>
                    <a:pt x="322739" y="576682"/>
                  </a:lnTo>
                  <a:lnTo>
                    <a:pt x="325202" y="576847"/>
                  </a:lnTo>
                  <a:lnTo>
                    <a:pt x="327666" y="576905"/>
                  </a:lnTo>
                  <a:lnTo>
                    <a:pt x="330130" y="576880"/>
                  </a:lnTo>
                  <a:lnTo>
                    <a:pt x="332593" y="576791"/>
                  </a:lnTo>
                  <a:lnTo>
                    <a:pt x="335057" y="576659"/>
                  </a:lnTo>
                  <a:lnTo>
                    <a:pt x="337521" y="576503"/>
                  </a:lnTo>
                  <a:lnTo>
                    <a:pt x="339984" y="576351"/>
                  </a:lnTo>
                  <a:lnTo>
                    <a:pt x="342448" y="576220"/>
                  </a:lnTo>
                  <a:lnTo>
                    <a:pt x="344912" y="576125"/>
                  </a:lnTo>
                  <a:lnTo>
                    <a:pt x="347375" y="576078"/>
                  </a:lnTo>
                  <a:lnTo>
                    <a:pt x="349839" y="576094"/>
                  </a:lnTo>
                  <a:lnTo>
                    <a:pt x="352303" y="576204"/>
                  </a:lnTo>
                  <a:lnTo>
                    <a:pt x="354766" y="576399"/>
                  </a:lnTo>
                  <a:lnTo>
                    <a:pt x="357230" y="576687"/>
                  </a:lnTo>
                  <a:lnTo>
                    <a:pt x="359694" y="577073"/>
                  </a:lnTo>
                  <a:lnTo>
                    <a:pt x="362157" y="577563"/>
                  </a:lnTo>
                  <a:lnTo>
                    <a:pt x="364621" y="578184"/>
                  </a:lnTo>
                  <a:lnTo>
                    <a:pt x="367084" y="578925"/>
                  </a:lnTo>
                  <a:lnTo>
                    <a:pt x="369548" y="579778"/>
                  </a:lnTo>
                  <a:lnTo>
                    <a:pt x="372012" y="580742"/>
                  </a:lnTo>
                  <a:lnTo>
                    <a:pt x="374475" y="581817"/>
                  </a:lnTo>
                  <a:lnTo>
                    <a:pt x="376939" y="583011"/>
                  </a:lnTo>
                  <a:lnTo>
                    <a:pt x="379403" y="584329"/>
                  </a:lnTo>
                  <a:lnTo>
                    <a:pt x="381866" y="585746"/>
                  </a:lnTo>
                  <a:lnTo>
                    <a:pt x="384330" y="587257"/>
                  </a:lnTo>
                  <a:lnTo>
                    <a:pt x="386794" y="588855"/>
                  </a:lnTo>
                  <a:lnTo>
                    <a:pt x="389257" y="590536"/>
                  </a:lnTo>
                  <a:lnTo>
                    <a:pt x="391721" y="592309"/>
                  </a:lnTo>
                  <a:lnTo>
                    <a:pt x="394185" y="594146"/>
                  </a:lnTo>
                  <a:lnTo>
                    <a:pt x="396648" y="596036"/>
                  </a:lnTo>
                  <a:lnTo>
                    <a:pt x="399112" y="597971"/>
                  </a:lnTo>
                  <a:lnTo>
                    <a:pt x="401576" y="599944"/>
                  </a:lnTo>
                  <a:lnTo>
                    <a:pt x="404039" y="601948"/>
                  </a:lnTo>
                  <a:lnTo>
                    <a:pt x="406503" y="603968"/>
                  </a:lnTo>
                  <a:lnTo>
                    <a:pt x="408967" y="605993"/>
                  </a:lnTo>
                  <a:lnTo>
                    <a:pt x="411430" y="608013"/>
                  </a:lnTo>
                  <a:lnTo>
                    <a:pt x="413894" y="610021"/>
                  </a:lnTo>
                  <a:lnTo>
                    <a:pt x="416358" y="612007"/>
                  </a:lnTo>
                  <a:lnTo>
                    <a:pt x="418821" y="613954"/>
                  </a:lnTo>
                  <a:lnTo>
                    <a:pt x="421285" y="615859"/>
                  </a:lnTo>
                  <a:lnTo>
                    <a:pt x="423749" y="617716"/>
                  </a:lnTo>
                  <a:lnTo>
                    <a:pt x="426212" y="619520"/>
                  </a:lnTo>
                  <a:lnTo>
                    <a:pt x="428676" y="621265"/>
                  </a:lnTo>
                  <a:lnTo>
                    <a:pt x="431140" y="622931"/>
                  </a:lnTo>
                  <a:lnTo>
                    <a:pt x="433603" y="624520"/>
                  </a:lnTo>
                  <a:lnTo>
                    <a:pt x="436067" y="626034"/>
                  </a:lnTo>
                  <a:lnTo>
                    <a:pt x="438531" y="627473"/>
                  </a:lnTo>
                  <a:lnTo>
                    <a:pt x="440994" y="628832"/>
                  </a:lnTo>
                  <a:lnTo>
                    <a:pt x="443458" y="630105"/>
                  </a:lnTo>
                  <a:lnTo>
                    <a:pt x="445922" y="631281"/>
                  </a:lnTo>
                  <a:lnTo>
                    <a:pt x="448385" y="632377"/>
                  </a:lnTo>
                  <a:lnTo>
                    <a:pt x="450849" y="633395"/>
                  </a:lnTo>
                  <a:lnTo>
                    <a:pt x="453312" y="634335"/>
                  </a:lnTo>
                  <a:lnTo>
                    <a:pt x="455776" y="635200"/>
                  </a:lnTo>
                  <a:lnTo>
                    <a:pt x="458240" y="635975"/>
                  </a:lnTo>
                  <a:lnTo>
                    <a:pt x="460703" y="636679"/>
                  </a:lnTo>
                  <a:lnTo>
                    <a:pt x="463167" y="637320"/>
                  </a:lnTo>
                  <a:lnTo>
                    <a:pt x="465631" y="637900"/>
                  </a:lnTo>
                  <a:lnTo>
                    <a:pt x="468094" y="638422"/>
                  </a:lnTo>
                  <a:lnTo>
                    <a:pt x="470558" y="638886"/>
                  </a:lnTo>
                  <a:lnTo>
                    <a:pt x="473022" y="639295"/>
                  </a:lnTo>
                  <a:lnTo>
                    <a:pt x="475485" y="639663"/>
                  </a:lnTo>
                  <a:lnTo>
                    <a:pt x="477949" y="639993"/>
                  </a:lnTo>
                  <a:lnTo>
                    <a:pt x="480413" y="640289"/>
                  </a:lnTo>
                  <a:lnTo>
                    <a:pt x="482876" y="640555"/>
                  </a:lnTo>
                  <a:lnTo>
                    <a:pt x="485340" y="640789"/>
                  </a:lnTo>
                  <a:lnTo>
                    <a:pt x="487804" y="641003"/>
                  </a:lnTo>
                  <a:lnTo>
                    <a:pt x="490267" y="641200"/>
                  </a:lnTo>
                  <a:lnTo>
                    <a:pt x="492731" y="641384"/>
                  </a:lnTo>
                  <a:lnTo>
                    <a:pt x="495195" y="641558"/>
                  </a:lnTo>
                  <a:lnTo>
                    <a:pt x="497658" y="641723"/>
                  </a:lnTo>
                  <a:lnTo>
                    <a:pt x="500122" y="641884"/>
                  </a:lnTo>
                  <a:lnTo>
                    <a:pt x="502586" y="642045"/>
                  </a:lnTo>
                  <a:lnTo>
                    <a:pt x="505049" y="642206"/>
                  </a:lnTo>
                  <a:lnTo>
                    <a:pt x="507513" y="642369"/>
                  </a:lnTo>
                  <a:lnTo>
                    <a:pt x="509977" y="642538"/>
                  </a:lnTo>
                  <a:lnTo>
                    <a:pt x="512440" y="642714"/>
                  </a:lnTo>
                  <a:lnTo>
                    <a:pt x="514904" y="642898"/>
                  </a:lnTo>
                  <a:lnTo>
                    <a:pt x="517368" y="643091"/>
                  </a:lnTo>
                  <a:lnTo>
                    <a:pt x="519831" y="643292"/>
                  </a:lnTo>
                  <a:lnTo>
                    <a:pt x="522295" y="643503"/>
                  </a:lnTo>
                  <a:lnTo>
                    <a:pt x="524759" y="643727"/>
                  </a:lnTo>
                  <a:lnTo>
                    <a:pt x="527222" y="643960"/>
                  </a:lnTo>
                  <a:lnTo>
                    <a:pt x="529686" y="644203"/>
                  </a:lnTo>
                  <a:lnTo>
                    <a:pt x="532150" y="644455"/>
                  </a:lnTo>
                  <a:lnTo>
                    <a:pt x="534613" y="644715"/>
                  </a:lnTo>
                  <a:lnTo>
                    <a:pt x="537077" y="644983"/>
                  </a:lnTo>
                  <a:lnTo>
                    <a:pt x="539541" y="645257"/>
                  </a:lnTo>
                  <a:lnTo>
                    <a:pt x="542004" y="645536"/>
                  </a:lnTo>
                  <a:lnTo>
                    <a:pt x="544468" y="645817"/>
                  </a:lnTo>
                  <a:lnTo>
                    <a:pt x="546931" y="646100"/>
                  </a:lnTo>
                  <a:lnTo>
                    <a:pt x="549395" y="646382"/>
                  </a:lnTo>
                  <a:lnTo>
                    <a:pt x="551859" y="646661"/>
                  </a:lnTo>
                  <a:lnTo>
                    <a:pt x="554322" y="646935"/>
                  </a:lnTo>
                  <a:lnTo>
                    <a:pt x="556786" y="647201"/>
                  </a:lnTo>
                  <a:lnTo>
                    <a:pt x="559250" y="647460"/>
                  </a:lnTo>
                  <a:lnTo>
                    <a:pt x="561713" y="647708"/>
                  </a:lnTo>
                  <a:lnTo>
                    <a:pt x="564177" y="647942"/>
                  </a:lnTo>
                  <a:lnTo>
                    <a:pt x="566641" y="648160"/>
                  </a:lnTo>
                  <a:lnTo>
                    <a:pt x="569104" y="648363"/>
                  </a:lnTo>
                  <a:lnTo>
                    <a:pt x="571568" y="648548"/>
                  </a:lnTo>
                  <a:lnTo>
                    <a:pt x="574032" y="648716"/>
                  </a:lnTo>
                  <a:lnTo>
                    <a:pt x="576495" y="648865"/>
                  </a:lnTo>
                  <a:lnTo>
                    <a:pt x="578959" y="648989"/>
                  </a:lnTo>
                  <a:lnTo>
                    <a:pt x="581423" y="649093"/>
                  </a:lnTo>
                  <a:lnTo>
                    <a:pt x="583886" y="649177"/>
                  </a:lnTo>
                  <a:lnTo>
                    <a:pt x="586350" y="649241"/>
                  </a:lnTo>
                  <a:lnTo>
                    <a:pt x="588814" y="649285"/>
                  </a:lnTo>
                  <a:lnTo>
                    <a:pt x="591277" y="649305"/>
                  </a:lnTo>
                  <a:lnTo>
                    <a:pt x="593741" y="649305"/>
                  </a:lnTo>
                  <a:lnTo>
                    <a:pt x="596205" y="649288"/>
                  </a:lnTo>
                  <a:lnTo>
                    <a:pt x="598668" y="649254"/>
                  </a:lnTo>
                  <a:lnTo>
                    <a:pt x="601132" y="649204"/>
                  </a:lnTo>
                  <a:lnTo>
                    <a:pt x="603596" y="649139"/>
                  </a:lnTo>
                  <a:lnTo>
                    <a:pt x="606059" y="649058"/>
                  </a:lnTo>
                  <a:lnTo>
                    <a:pt x="608523" y="648967"/>
                  </a:lnTo>
                  <a:lnTo>
                    <a:pt x="610987" y="648866"/>
                  </a:lnTo>
                  <a:lnTo>
                    <a:pt x="613450" y="648757"/>
                  </a:lnTo>
                  <a:lnTo>
                    <a:pt x="615914" y="648642"/>
                  </a:lnTo>
                  <a:lnTo>
                    <a:pt x="618378" y="648521"/>
                  </a:lnTo>
                  <a:lnTo>
                    <a:pt x="620841" y="648397"/>
                  </a:lnTo>
                  <a:lnTo>
                    <a:pt x="623305" y="648272"/>
                  </a:lnTo>
                  <a:lnTo>
                    <a:pt x="625769" y="648147"/>
                  </a:lnTo>
                  <a:lnTo>
                    <a:pt x="628232" y="648023"/>
                  </a:lnTo>
                  <a:lnTo>
                    <a:pt x="630696" y="647903"/>
                  </a:lnTo>
                  <a:lnTo>
                    <a:pt x="633159" y="647788"/>
                  </a:lnTo>
                  <a:lnTo>
                    <a:pt x="635623" y="647678"/>
                  </a:lnTo>
                  <a:lnTo>
                    <a:pt x="638087" y="647576"/>
                  </a:lnTo>
                  <a:lnTo>
                    <a:pt x="640550" y="647480"/>
                  </a:lnTo>
                  <a:lnTo>
                    <a:pt x="643014" y="647394"/>
                  </a:lnTo>
                  <a:lnTo>
                    <a:pt x="645478" y="647319"/>
                  </a:lnTo>
                  <a:lnTo>
                    <a:pt x="647941" y="647254"/>
                  </a:lnTo>
                  <a:lnTo>
                    <a:pt x="650405" y="647200"/>
                  </a:lnTo>
                  <a:lnTo>
                    <a:pt x="652869" y="647157"/>
                  </a:lnTo>
                  <a:lnTo>
                    <a:pt x="655332" y="647124"/>
                  </a:lnTo>
                  <a:lnTo>
                    <a:pt x="657796" y="647105"/>
                  </a:lnTo>
                  <a:lnTo>
                    <a:pt x="660260" y="647098"/>
                  </a:lnTo>
                  <a:lnTo>
                    <a:pt x="662723" y="647102"/>
                  </a:lnTo>
                  <a:lnTo>
                    <a:pt x="665187" y="647117"/>
                  </a:lnTo>
                  <a:lnTo>
                    <a:pt x="667651" y="647142"/>
                  </a:lnTo>
                  <a:lnTo>
                    <a:pt x="670114" y="647177"/>
                  </a:lnTo>
                  <a:lnTo>
                    <a:pt x="672578" y="647224"/>
                  </a:lnTo>
                  <a:lnTo>
                    <a:pt x="675042" y="647278"/>
                  </a:lnTo>
                  <a:lnTo>
                    <a:pt x="677505" y="647340"/>
                  </a:lnTo>
                  <a:lnTo>
                    <a:pt x="679969" y="647408"/>
                  </a:lnTo>
                  <a:lnTo>
                    <a:pt x="682433" y="647481"/>
                  </a:lnTo>
                  <a:lnTo>
                    <a:pt x="684896" y="647560"/>
                  </a:lnTo>
                  <a:lnTo>
                    <a:pt x="687360" y="647642"/>
                  </a:lnTo>
                  <a:lnTo>
                    <a:pt x="689824" y="647725"/>
                  </a:lnTo>
                  <a:lnTo>
                    <a:pt x="692287" y="647809"/>
                  </a:lnTo>
                  <a:lnTo>
                    <a:pt x="694751" y="647892"/>
                  </a:lnTo>
                  <a:lnTo>
                    <a:pt x="697215" y="647973"/>
                  </a:lnTo>
                  <a:lnTo>
                    <a:pt x="699678" y="648051"/>
                  </a:lnTo>
                  <a:lnTo>
                    <a:pt x="702142" y="648125"/>
                  </a:lnTo>
                  <a:lnTo>
                    <a:pt x="704606" y="648193"/>
                  </a:lnTo>
                  <a:lnTo>
                    <a:pt x="707069" y="648255"/>
                  </a:lnTo>
                  <a:lnTo>
                    <a:pt x="709533" y="648311"/>
                  </a:lnTo>
                  <a:lnTo>
                    <a:pt x="711997" y="648357"/>
                  </a:lnTo>
                  <a:lnTo>
                    <a:pt x="714460" y="648396"/>
                  </a:lnTo>
                  <a:lnTo>
                    <a:pt x="716924" y="648425"/>
                  </a:lnTo>
                  <a:lnTo>
                    <a:pt x="719388" y="648447"/>
                  </a:lnTo>
                  <a:lnTo>
                    <a:pt x="721851" y="648460"/>
                  </a:lnTo>
                  <a:lnTo>
                    <a:pt x="724315" y="648462"/>
                  </a:lnTo>
                  <a:lnTo>
                    <a:pt x="726778" y="648456"/>
                  </a:lnTo>
                  <a:lnTo>
                    <a:pt x="729242" y="648442"/>
                  </a:lnTo>
                  <a:lnTo>
                    <a:pt x="731706" y="648420"/>
                  </a:lnTo>
                  <a:lnTo>
                    <a:pt x="734169" y="648391"/>
                  </a:lnTo>
                  <a:lnTo>
                    <a:pt x="736633" y="648356"/>
                  </a:lnTo>
                  <a:lnTo>
                    <a:pt x="739097" y="648314"/>
                  </a:lnTo>
                  <a:lnTo>
                    <a:pt x="741560" y="648268"/>
                  </a:lnTo>
                  <a:lnTo>
                    <a:pt x="744024" y="648219"/>
                  </a:lnTo>
                  <a:lnTo>
                    <a:pt x="746488" y="648167"/>
                  </a:lnTo>
                  <a:lnTo>
                    <a:pt x="748951" y="648113"/>
                  </a:lnTo>
                  <a:lnTo>
                    <a:pt x="751415" y="648058"/>
                  </a:lnTo>
                  <a:lnTo>
                    <a:pt x="753879" y="648004"/>
                  </a:lnTo>
                  <a:lnTo>
                    <a:pt x="756342" y="647951"/>
                  </a:lnTo>
                  <a:lnTo>
                    <a:pt x="758806" y="647899"/>
                  </a:lnTo>
                  <a:lnTo>
                    <a:pt x="761270" y="647850"/>
                  </a:lnTo>
                  <a:lnTo>
                    <a:pt x="763733" y="647804"/>
                  </a:lnTo>
                  <a:lnTo>
                    <a:pt x="766197" y="647761"/>
                  </a:lnTo>
                  <a:lnTo>
                    <a:pt x="768661" y="647722"/>
                  </a:lnTo>
                  <a:lnTo>
                    <a:pt x="771124" y="647686"/>
                  </a:lnTo>
                  <a:lnTo>
                    <a:pt x="773588" y="647652"/>
                  </a:lnTo>
                  <a:lnTo>
                    <a:pt x="776052" y="647622"/>
                  </a:lnTo>
                  <a:lnTo>
                    <a:pt x="778515" y="647593"/>
                  </a:lnTo>
                  <a:lnTo>
                    <a:pt x="780979" y="647566"/>
                  </a:lnTo>
                  <a:lnTo>
                    <a:pt x="783443" y="647538"/>
                  </a:lnTo>
                  <a:lnTo>
                    <a:pt x="785906" y="647510"/>
                  </a:lnTo>
                  <a:lnTo>
                    <a:pt x="788370" y="647480"/>
                  </a:lnTo>
                  <a:lnTo>
                    <a:pt x="790834" y="647445"/>
                  </a:lnTo>
                  <a:lnTo>
                    <a:pt x="793297" y="647405"/>
                  </a:lnTo>
                  <a:lnTo>
                    <a:pt x="795761" y="647359"/>
                  </a:lnTo>
                  <a:lnTo>
                    <a:pt x="798225" y="647304"/>
                  </a:lnTo>
                  <a:lnTo>
                    <a:pt x="800688" y="647240"/>
                  </a:lnTo>
                  <a:lnTo>
                    <a:pt x="803152" y="647166"/>
                  </a:lnTo>
                  <a:lnTo>
                    <a:pt x="805616" y="647076"/>
                  </a:lnTo>
                  <a:lnTo>
                    <a:pt x="808079" y="646973"/>
                  </a:lnTo>
                  <a:lnTo>
                    <a:pt x="810543" y="646855"/>
                  </a:lnTo>
                  <a:lnTo>
                    <a:pt x="813006" y="646722"/>
                  </a:lnTo>
                  <a:lnTo>
                    <a:pt x="815470" y="646574"/>
                  </a:lnTo>
                  <a:lnTo>
                    <a:pt x="817934" y="646406"/>
                  </a:lnTo>
                  <a:lnTo>
                    <a:pt x="820397" y="646221"/>
                  </a:lnTo>
                  <a:lnTo>
                    <a:pt x="822861" y="646019"/>
                  </a:lnTo>
                  <a:lnTo>
                    <a:pt x="825325" y="645801"/>
                  </a:lnTo>
                  <a:lnTo>
                    <a:pt x="827788" y="645568"/>
                  </a:lnTo>
                  <a:lnTo>
                    <a:pt x="830252" y="645319"/>
                  </a:lnTo>
                  <a:lnTo>
                    <a:pt x="832716" y="645055"/>
                  </a:lnTo>
                  <a:lnTo>
                    <a:pt x="835179" y="644779"/>
                  </a:lnTo>
                  <a:lnTo>
                    <a:pt x="837643" y="644493"/>
                  </a:lnTo>
                  <a:lnTo>
                    <a:pt x="840107" y="644198"/>
                  </a:lnTo>
                  <a:lnTo>
                    <a:pt x="842570" y="643897"/>
                  </a:lnTo>
                  <a:lnTo>
                    <a:pt x="845034" y="643591"/>
                  </a:lnTo>
                  <a:lnTo>
                    <a:pt x="847498" y="643284"/>
                  </a:lnTo>
                  <a:lnTo>
                    <a:pt x="849961" y="642977"/>
                  </a:lnTo>
                  <a:lnTo>
                    <a:pt x="852425" y="642674"/>
                  </a:lnTo>
                  <a:lnTo>
                    <a:pt x="854889" y="642375"/>
                  </a:lnTo>
                  <a:lnTo>
                    <a:pt x="857352" y="642085"/>
                  </a:lnTo>
                  <a:lnTo>
                    <a:pt x="859816" y="641807"/>
                  </a:lnTo>
                  <a:lnTo>
                    <a:pt x="862280" y="641541"/>
                  </a:lnTo>
                  <a:lnTo>
                    <a:pt x="864743" y="641289"/>
                  </a:lnTo>
                  <a:lnTo>
                    <a:pt x="867207" y="641053"/>
                  </a:lnTo>
                  <a:lnTo>
                    <a:pt x="869671" y="640834"/>
                  </a:lnTo>
                  <a:lnTo>
                    <a:pt x="872134" y="640638"/>
                  </a:lnTo>
                  <a:lnTo>
                    <a:pt x="874598" y="640463"/>
                  </a:lnTo>
                  <a:lnTo>
                    <a:pt x="877062" y="640307"/>
                  </a:lnTo>
                  <a:lnTo>
                    <a:pt x="879525" y="640172"/>
                  </a:lnTo>
                  <a:lnTo>
                    <a:pt x="881989" y="640059"/>
                  </a:lnTo>
                  <a:lnTo>
                    <a:pt x="884453" y="639970"/>
                  </a:lnTo>
                  <a:lnTo>
                    <a:pt x="886916" y="639905"/>
                  </a:lnTo>
                  <a:lnTo>
                    <a:pt x="889380" y="639860"/>
                  </a:lnTo>
                  <a:lnTo>
                    <a:pt x="891844" y="639835"/>
                  </a:lnTo>
                  <a:lnTo>
                    <a:pt x="894307" y="639829"/>
                  </a:lnTo>
                  <a:lnTo>
                    <a:pt x="896771" y="639844"/>
                  </a:lnTo>
                  <a:lnTo>
                    <a:pt x="899235" y="639880"/>
                  </a:lnTo>
                  <a:lnTo>
                    <a:pt x="901698" y="639934"/>
                  </a:lnTo>
                  <a:lnTo>
                    <a:pt x="904162" y="640003"/>
                  </a:lnTo>
                  <a:lnTo>
                    <a:pt x="906625" y="640088"/>
                  </a:lnTo>
                  <a:lnTo>
                    <a:pt x="909089" y="640188"/>
                  </a:lnTo>
                  <a:lnTo>
                    <a:pt x="911553" y="640304"/>
                  </a:lnTo>
                  <a:lnTo>
                    <a:pt x="914016" y="640434"/>
                  </a:lnTo>
                  <a:lnTo>
                    <a:pt x="916480" y="640576"/>
                  </a:lnTo>
                  <a:lnTo>
                    <a:pt x="918944" y="640730"/>
                  </a:lnTo>
                  <a:lnTo>
                    <a:pt x="921407" y="640896"/>
                  </a:lnTo>
                  <a:lnTo>
                    <a:pt x="923871" y="641073"/>
                  </a:lnTo>
                  <a:lnTo>
                    <a:pt x="926335" y="641262"/>
                  </a:lnTo>
                  <a:lnTo>
                    <a:pt x="928798" y="641460"/>
                  </a:lnTo>
                  <a:lnTo>
                    <a:pt x="931262" y="641668"/>
                  </a:lnTo>
                  <a:lnTo>
                    <a:pt x="933726" y="641884"/>
                  </a:lnTo>
                  <a:lnTo>
                    <a:pt x="936189" y="642108"/>
                  </a:lnTo>
                  <a:lnTo>
                    <a:pt x="938653" y="642342"/>
                  </a:lnTo>
                  <a:lnTo>
                    <a:pt x="941117" y="642582"/>
                  </a:lnTo>
                  <a:lnTo>
                    <a:pt x="943580" y="642827"/>
                  </a:lnTo>
                  <a:lnTo>
                    <a:pt x="946044" y="643077"/>
                  </a:lnTo>
                  <a:lnTo>
                    <a:pt x="948508" y="643330"/>
                  </a:lnTo>
                  <a:lnTo>
                    <a:pt x="950971" y="643586"/>
                  </a:lnTo>
                  <a:lnTo>
                    <a:pt x="953435" y="643843"/>
                  </a:lnTo>
                  <a:lnTo>
                    <a:pt x="955899" y="644099"/>
                  </a:lnTo>
                  <a:lnTo>
                    <a:pt x="958362" y="644352"/>
                  </a:lnTo>
                  <a:lnTo>
                    <a:pt x="960826" y="644601"/>
                  </a:lnTo>
                  <a:lnTo>
                    <a:pt x="963290" y="644845"/>
                  </a:lnTo>
                  <a:lnTo>
                    <a:pt x="965753" y="645080"/>
                  </a:lnTo>
                  <a:lnTo>
                    <a:pt x="968217" y="645305"/>
                  </a:lnTo>
                  <a:lnTo>
                    <a:pt x="970681" y="645520"/>
                  </a:lnTo>
                  <a:lnTo>
                    <a:pt x="973144" y="645722"/>
                  </a:lnTo>
                  <a:lnTo>
                    <a:pt x="975608" y="645910"/>
                  </a:lnTo>
                  <a:lnTo>
                    <a:pt x="978072" y="646080"/>
                  </a:lnTo>
                  <a:lnTo>
                    <a:pt x="980535" y="646231"/>
                  </a:lnTo>
                  <a:lnTo>
                    <a:pt x="982999" y="646365"/>
                  </a:lnTo>
                  <a:lnTo>
                    <a:pt x="985463" y="646481"/>
                  </a:lnTo>
                  <a:lnTo>
                    <a:pt x="987926" y="646577"/>
                  </a:lnTo>
                  <a:lnTo>
                    <a:pt x="990390" y="646651"/>
                  </a:lnTo>
                  <a:lnTo>
                    <a:pt x="992853" y="646702"/>
                  </a:lnTo>
                  <a:lnTo>
                    <a:pt x="995317" y="646733"/>
                  </a:lnTo>
                  <a:lnTo>
                    <a:pt x="997781" y="646744"/>
                  </a:lnTo>
                  <a:lnTo>
                    <a:pt x="1000244" y="646735"/>
                  </a:lnTo>
                  <a:lnTo>
                    <a:pt x="1002708" y="646707"/>
                  </a:lnTo>
                  <a:lnTo>
                    <a:pt x="1005172" y="646656"/>
                  </a:lnTo>
                  <a:lnTo>
                    <a:pt x="1007635" y="646587"/>
                  </a:lnTo>
                  <a:lnTo>
                    <a:pt x="1010099" y="646501"/>
                  </a:lnTo>
                  <a:lnTo>
                    <a:pt x="1012563" y="646400"/>
                  </a:lnTo>
                  <a:lnTo>
                    <a:pt x="1015026" y="646283"/>
                  </a:lnTo>
                  <a:lnTo>
                    <a:pt x="1017490" y="646150"/>
                  </a:lnTo>
                  <a:lnTo>
                    <a:pt x="1019954" y="646001"/>
                  </a:lnTo>
                  <a:lnTo>
                    <a:pt x="1022417" y="645840"/>
                  </a:lnTo>
                  <a:lnTo>
                    <a:pt x="1024881" y="645666"/>
                  </a:lnTo>
                  <a:lnTo>
                    <a:pt x="1027345" y="645480"/>
                  </a:lnTo>
                  <a:lnTo>
                    <a:pt x="1029808" y="645281"/>
                  </a:lnTo>
                  <a:lnTo>
                    <a:pt x="1032272" y="645066"/>
                  </a:lnTo>
                  <a:lnTo>
                    <a:pt x="1034736" y="644837"/>
                  </a:lnTo>
                  <a:lnTo>
                    <a:pt x="1037199" y="644595"/>
                  </a:lnTo>
                  <a:lnTo>
                    <a:pt x="1039663" y="644337"/>
                  </a:lnTo>
                  <a:lnTo>
                    <a:pt x="1042127" y="644064"/>
                  </a:lnTo>
                  <a:lnTo>
                    <a:pt x="1044590" y="643768"/>
                  </a:lnTo>
                  <a:lnTo>
                    <a:pt x="1047054" y="643451"/>
                  </a:lnTo>
                  <a:lnTo>
                    <a:pt x="1049518" y="643111"/>
                  </a:lnTo>
                  <a:lnTo>
                    <a:pt x="1051981" y="642747"/>
                  </a:lnTo>
                  <a:lnTo>
                    <a:pt x="1054445" y="642358"/>
                  </a:lnTo>
                  <a:lnTo>
                    <a:pt x="1056909" y="641938"/>
                  </a:lnTo>
                  <a:lnTo>
                    <a:pt x="1059372" y="641480"/>
                  </a:lnTo>
                  <a:lnTo>
                    <a:pt x="1061836" y="640990"/>
                  </a:lnTo>
                  <a:lnTo>
                    <a:pt x="1064300" y="640464"/>
                  </a:lnTo>
                  <a:lnTo>
                    <a:pt x="1066763" y="639901"/>
                  </a:lnTo>
                  <a:lnTo>
                    <a:pt x="1069227" y="639301"/>
                  </a:lnTo>
                  <a:lnTo>
                    <a:pt x="1071691" y="638650"/>
                  </a:lnTo>
                  <a:lnTo>
                    <a:pt x="1074154" y="637958"/>
                  </a:lnTo>
                  <a:lnTo>
                    <a:pt x="1076618" y="637223"/>
                  </a:lnTo>
                  <a:lnTo>
                    <a:pt x="1079082" y="636447"/>
                  </a:lnTo>
                  <a:lnTo>
                    <a:pt x="1081545" y="635630"/>
                  </a:lnTo>
                  <a:lnTo>
                    <a:pt x="1084009" y="634766"/>
                  </a:lnTo>
                  <a:lnTo>
                    <a:pt x="1086472" y="633855"/>
                  </a:lnTo>
                  <a:lnTo>
                    <a:pt x="1088936" y="632905"/>
                  </a:lnTo>
                  <a:lnTo>
                    <a:pt x="1091400" y="631918"/>
                  </a:lnTo>
                  <a:lnTo>
                    <a:pt x="1093863" y="630895"/>
                  </a:lnTo>
                  <a:lnTo>
                    <a:pt x="1096327" y="629837"/>
                  </a:lnTo>
                  <a:lnTo>
                    <a:pt x="1098791" y="628739"/>
                  </a:lnTo>
                  <a:lnTo>
                    <a:pt x="1101254" y="627613"/>
                  </a:lnTo>
                  <a:lnTo>
                    <a:pt x="1103718" y="626462"/>
                  </a:lnTo>
                  <a:lnTo>
                    <a:pt x="1106182" y="625286"/>
                  </a:lnTo>
                  <a:lnTo>
                    <a:pt x="1108645" y="624090"/>
                  </a:lnTo>
                  <a:lnTo>
                    <a:pt x="1111109" y="622872"/>
                  </a:lnTo>
                  <a:lnTo>
                    <a:pt x="1113573" y="621637"/>
                  </a:lnTo>
                  <a:lnTo>
                    <a:pt x="1116036" y="620391"/>
                  </a:lnTo>
                  <a:lnTo>
                    <a:pt x="1118500" y="619135"/>
                  </a:lnTo>
                  <a:lnTo>
                    <a:pt x="1120964" y="617872"/>
                  </a:lnTo>
                  <a:lnTo>
                    <a:pt x="1123427" y="616603"/>
                  </a:lnTo>
                  <a:lnTo>
                    <a:pt x="1125891" y="615330"/>
                  </a:lnTo>
                  <a:lnTo>
                    <a:pt x="1128355" y="614058"/>
                  </a:lnTo>
                  <a:lnTo>
                    <a:pt x="1130818" y="612788"/>
                  </a:lnTo>
                  <a:lnTo>
                    <a:pt x="1133282" y="611520"/>
                  </a:lnTo>
                  <a:lnTo>
                    <a:pt x="1135746" y="610258"/>
                  </a:lnTo>
                  <a:lnTo>
                    <a:pt x="1138209" y="609004"/>
                  </a:lnTo>
                  <a:lnTo>
                    <a:pt x="1140673" y="607758"/>
                  </a:lnTo>
                  <a:lnTo>
                    <a:pt x="1143137" y="606523"/>
                  </a:lnTo>
                  <a:lnTo>
                    <a:pt x="1145600" y="605300"/>
                  </a:lnTo>
                  <a:lnTo>
                    <a:pt x="1148064" y="604089"/>
                  </a:lnTo>
                  <a:lnTo>
                    <a:pt x="1150528" y="602894"/>
                  </a:lnTo>
                  <a:lnTo>
                    <a:pt x="1152991" y="601719"/>
                  </a:lnTo>
                  <a:lnTo>
                    <a:pt x="1155455" y="600563"/>
                  </a:lnTo>
                  <a:lnTo>
                    <a:pt x="1157919" y="599428"/>
                  </a:lnTo>
                  <a:lnTo>
                    <a:pt x="1160382" y="598315"/>
                  </a:lnTo>
                  <a:lnTo>
                    <a:pt x="1162846" y="597228"/>
                  </a:lnTo>
                  <a:lnTo>
                    <a:pt x="1165310" y="596178"/>
                  </a:lnTo>
                  <a:lnTo>
                    <a:pt x="1167773" y="595160"/>
                  </a:lnTo>
                  <a:lnTo>
                    <a:pt x="1170237" y="594179"/>
                  </a:lnTo>
                  <a:lnTo>
                    <a:pt x="1172701" y="593238"/>
                  </a:lnTo>
                  <a:lnTo>
                    <a:pt x="1175164" y="592341"/>
                  </a:lnTo>
                  <a:lnTo>
                    <a:pt x="1177628" y="591501"/>
                  </a:lnTo>
                  <a:lnTo>
                    <a:pt x="1180091" y="590723"/>
                  </a:lnTo>
                  <a:lnTo>
                    <a:pt x="1182555" y="590007"/>
                  </a:lnTo>
                  <a:lnTo>
                    <a:pt x="1185019" y="589357"/>
                  </a:lnTo>
                  <a:lnTo>
                    <a:pt x="1187482" y="588778"/>
                  </a:lnTo>
                  <a:lnTo>
                    <a:pt x="1189946" y="588281"/>
                  </a:lnTo>
                  <a:lnTo>
                    <a:pt x="1192410" y="587890"/>
                  </a:lnTo>
                  <a:lnTo>
                    <a:pt x="1194873" y="587592"/>
                  </a:lnTo>
                  <a:lnTo>
                    <a:pt x="1197337" y="587391"/>
                  </a:lnTo>
                  <a:lnTo>
                    <a:pt x="1199801" y="587294"/>
                  </a:lnTo>
                  <a:lnTo>
                    <a:pt x="1202264" y="587305"/>
                  </a:lnTo>
                  <a:lnTo>
                    <a:pt x="1204728" y="587454"/>
                  </a:lnTo>
                  <a:lnTo>
                    <a:pt x="1207192" y="587731"/>
                  </a:lnTo>
                  <a:lnTo>
                    <a:pt x="1209655" y="588130"/>
                  </a:lnTo>
                  <a:lnTo>
                    <a:pt x="1212119" y="588654"/>
                  </a:lnTo>
                  <a:lnTo>
                    <a:pt x="1214583" y="589304"/>
                  </a:lnTo>
                  <a:lnTo>
                    <a:pt x="1217046" y="590094"/>
                  </a:lnTo>
                  <a:lnTo>
                    <a:pt x="1219510" y="591035"/>
                  </a:lnTo>
                  <a:lnTo>
                    <a:pt x="1221974" y="592102"/>
                  </a:lnTo>
                  <a:lnTo>
                    <a:pt x="1224437" y="593291"/>
                  </a:lnTo>
                  <a:lnTo>
                    <a:pt x="1226901" y="594599"/>
                  </a:lnTo>
                  <a:lnTo>
                    <a:pt x="1229365" y="596022"/>
                  </a:lnTo>
                  <a:lnTo>
                    <a:pt x="1231828" y="597582"/>
                  </a:lnTo>
                  <a:lnTo>
                    <a:pt x="1234292" y="599242"/>
                  </a:lnTo>
                  <a:lnTo>
                    <a:pt x="1236756" y="600993"/>
                  </a:lnTo>
                  <a:lnTo>
                    <a:pt x="1239219" y="602827"/>
                  </a:lnTo>
                  <a:lnTo>
                    <a:pt x="1241683" y="604735"/>
                  </a:lnTo>
                  <a:lnTo>
                    <a:pt x="1244147" y="606715"/>
                  </a:lnTo>
                  <a:lnTo>
                    <a:pt x="1246610" y="608752"/>
                  </a:lnTo>
                  <a:lnTo>
                    <a:pt x="1249074" y="610825"/>
                  </a:lnTo>
                  <a:lnTo>
                    <a:pt x="1251538" y="612925"/>
                  </a:lnTo>
                  <a:lnTo>
                    <a:pt x="1254001" y="615042"/>
                  </a:lnTo>
                  <a:lnTo>
                    <a:pt x="1256465" y="617165"/>
                  </a:lnTo>
                  <a:lnTo>
                    <a:pt x="1258929" y="619277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8529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79"/>
                  </a:lnTo>
                  <a:lnTo>
                    <a:pt x="36954" y="1188079"/>
                  </a:lnTo>
                  <a:lnTo>
                    <a:pt x="39418" y="1188078"/>
                  </a:lnTo>
                  <a:lnTo>
                    <a:pt x="41882" y="1188077"/>
                  </a:lnTo>
                  <a:lnTo>
                    <a:pt x="44345" y="1188074"/>
                  </a:lnTo>
                  <a:lnTo>
                    <a:pt x="46809" y="1188070"/>
                  </a:lnTo>
                  <a:lnTo>
                    <a:pt x="49273" y="1188062"/>
                  </a:lnTo>
                  <a:lnTo>
                    <a:pt x="51736" y="1188050"/>
                  </a:lnTo>
                  <a:lnTo>
                    <a:pt x="54200" y="1188031"/>
                  </a:lnTo>
                  <a:lnTo>
                    <a:pt x="56664" y="1188000"/>
                  </a:lnTo>
                  <a:lnTo>
                    <a:pt x="59127" y="1187953"/>
                  </a:lnTo>
                  <a:lnTo>
                    <a:pt x="61591" y="1187882"/>
                  </a:lnTo>
                  <a:lnTo>
                    <a:pt x="64055" y="1187770"/>
                  </a:lnTo>
                  <a:lnTo>
                    <a:pt x="66518" y="1187605"/>
                  </a:lnTo>
                  <a:lnTo>
                    <a:pt x="68982" y="1187365"/>
                  </a:lnTo>
                  <a:lnTo>
                    <a:pt x="71446" y="1187024"/>
                  </a:lnTo>
                  <a:lnTo>
                    <a:pt x="73909" y="1186548"/>
                  </a:lnTo>
                  <a:lnTo>
                    <a:pt x="76373" y="1185899"/>
                  </a:lnTo>
                  <a:lnTo>
                    <a:pt x="78837" y="1185027"/>
                  </a:lnTo>
                  <a:lnTo>
                    <a:pt x="81300" y="1183879"/>
                  </a:lnTo>
                  <a:lnTo>
                    <a:pt x="83764" y="1182393"/>
                  </a:lnTo>
                  <a:lnTo>
                    <a:pt x="86228" y="1180475"/>
                  </a:lnTo>
                  <a:lnTo>
                    <a:pt x="88691" y="1178032"/>
                  </a:lnTo>
                  <a:lnTo>
                    <a:pt x="91155" y="1175027"/>
                  </a:lnTo>
                  <a:lnTo>
                    <a:pt x="93618" y="1171399"/>
                  </a:lnTo>
                  <a:lnTo>
                    <a:pt x="96082" y="1167099"/>
                  </a:lnTo>
                  <a:lnTo>
                    <a:pt x="98546" y="1162092"/>
                  </a:lnTo>
                  <a:lnTo>
                    <a:pt x="101009" y="1156366"/>
                  </a:lnTo>
                  <a:lnTo>
                    <a:pt x="103473" y="1149932"/>
                  </a:lnTo>
                  <a:lnTo>
                    <a:pt x="105937" y="1142827"/>
                  </a:lnTo>
                  <a:lnTo>
                    <a:pt x="108400" y="1135118"/>
                  </a:lnTo>
                  <a:lnTo>
                    <a:pt x="110864" y="1126864"/>
                  </a:lnTo>
                  <a:lnTo>
                    <a:pt x="113328" y="1118265"/>
                  </a:lnTo>
                  <a:lnTo>
                    <a:pt x="115791" y="1109487"/>
                  </a:lnTo>
                  <a:lnTo>
                    <a:pt x="118255" y="1100704"/>
                  </a:lnTo>
                  <a:lnTo>
                    <a:pt x="120719" y="1092095"/>
                  </a:lnTo>
                  <a:lnTo>
                    <a:pt x="123182" y="1083839"/>
                  </a:lnTo>
                  <a:lnTo>
                    <a:pt x="125646" y="1076106"/>
                  </a:lnTo>
                  <a:lnTo>
                    <a:pt x="128110" y="1069051"/>
                  </a:lnTo>
                  <a:lnTo>
                    <a:pt x="130573" y="1062804"/>
                  </a:lnTo>
                  <a:lnTo>
                    <a:pt x="133037" y="1057496"/>
                  </a:lnTo>
                  <a:lnTo>
                    <a:pt x="135501" y="1053266"/>
                  </a:lnTo>
                  <a:lnTo>
                    <a:pt x="137964" y="1050030"/>
                  </a:lnTo>
                  <a:lnTo>
                    <a:pt x="140428" y="1047757"/>
                  </a:lnTo>
                  <a:lnTo>
                    <a:pt x="142892" y="1046383"/>
                  </a:lnTo>
                  <a:lnTo>
                    <a:pt x="145355" y="1045809"/>
                  </a:lnTo>
                  <a:lnTo>
                    <a:pt x="147819" y="1045909"/>
                  </a:lnTo>
                  <a:lnTo>
                    <a:pt x="150283" y="1046541"/>
                  </a:lnTo>
                  <a:lnTo>
                    <a:pt x="152746" y="1047547"/>
                  </a:lnTo>
                  <a:lnTo>
                    <a:pt x="155210" y="1048768"/>
                  </a:lnTo>
                  <a:lnTo>
                    <a:pt x="157674" y="1050039"/>
                  </a:lnTo>
                  <a:lnTo>
                    <a:pt x="160137" y="1051196"/>
                  </a:lnTo>
                  <a:lnTo>
                    <a:pt x="162601" y="1052128"/>
                  </a:lnTo>
                  <a:lnTo>
                    <a:pt x="165065" y="1052756"/>
                  </a:lnTo>
                  <a:lnTo>
                    <a:pt x="167528" y="1053027"/>
                  </a:lnTo>
                  <a:lnTo>
                    <a:pt x="169992" y="1052912"/>
                  </a:lnTo>
                  <a:lnTo>
                    <a:pt x="172456" y="1052407"/>
                  </a:lnTo>
                  <a:lnTo>
                    <a:pt x="174919" y="1051520"/>
                  </a:lnTo>
                  <a:lnTo>
                    <a:pt x="177383" y="1050269"/>
                  </a:lnTo>
                  <a:lnTo>
                    <a:pt x="179847" y="1048675"/>
                  </a:lnTo>
                  <a:lnTo>
                    <a:pt x="182310" y="1046708"/>
                  </a:lnTo>
                  <a:lnTo>
                    <a:pt x="184774" y="1044410"/>
                  </a:lnTo>
                  <a:lnTo>
                    <a:pt x="187237" y="1041762"/>
                  </a:lnTo>
                  <a:lnTo>
                    <a:pt x="189701" y="1038735"/>
                  </a:lnTo>
                  <a:lnTo>
                    <a:pt x="192165" y="1035293"/>
                  </a:lnTo>
                  <a:lnTo>
                    <a:pt x="194628" y="1031396"/>
                  </a:lnTo>
                  <a:lnTo>
                    <a:pt x="197092" y="1027013"/>
                  </a:lnTo>
                  <a:lnTo>
                    <a:pt x="199556" y="1022123"/>
                  </a:lnTo>
                  <a:lnTo>
                    <a:pt x="202019" y="1016726"/>
                  </a:lnTo>
                  <a:lnTo>
                    <a:pt x="204483" y="1010820"/>
                  </a:lnTo>
                  <a:lnTo>
                    <a:pt x="206947" y="1004462"/>
                  </a:lnTo>
                  <a:lnTo>
                    <a:pt x="209410" y="997773"/>
                  </a:lnTo>
                  <a:lnTo>
                    <a:pt x="211874" y="990852"/>
                  </a:lnTo>
                  <a:lnTo>
                    <a:pt x="214338" y="983811"/>
                  </a:lnTo>
                  <a:lnTo>
                    <a:pt x="216801" y="976760"/>
                  </a:lnTo>
                  <a:lnTo>
                    <a:pt x="219265" y="969804"/>
                  </a:lnTo>
                  <a:lnTo>
                    <a:pt x="221729" y="963033"/>
                  </a:lnTo>
                  <a:lnTo>
                    <a:pt x="224192" y="956512"/>
                  </a:lnTo>
                  <a:lnTo>
                    <a:pt x="226656" y="950281"/>
                  </a:lnTo>
                  <a:lnTo>
                    <a:pt x="229120" y="944370"/>
                  </a:lnTo>
                  <a:lnTo>
                    <a:pt x="231583" y="938707"/>
                  </a:lnTo>
                  <a:lnTo>
                    <a:pt x="234047" y="933204"/>
                  </a:lnTo>
                  <a:lnTo>
                    <a:pt x="236511" y="927748"/>
                  </a:lnTo>
                  <a:lnTo>
                    <a:pt x="238974" y="922199"/>
                  </a:lnTo>
                  <a:lnTo>
                    <a:pt x="241438" y="916399"/>
                  </a:lnTo>
                  <a:lnTo>
                    <a:pt x="243902" y="910168"/>
                  </a:lnTo>
                  <a:lnTo>
                    <a:pt x="246365" y="903318"/>
                  </a:lnTo>
                  <a:lnTo>
                    <a:pt x="248829" y="895650"/>
                  </a:lnTo>
                  <a:lnTo>
                    <a:pt x="251293" y="886928"/>
                  </a:lnTo>
                  <a:lnTo>
                    <a:pt x="253756" y="876799"/>
                  </a:lnTo>
                  <a:lnTo>
                    <a:pt x="256220" y="865151"/>
                  </a:lnTo>
                  <a:lnTo>
                    <a:pt x="258684" y="851748"/>
                  </a:lnTo>
                  <a:lnTo>
                    <a:pt x="261147" y="836335"/>
                  </a:lnTo>
                  <a:lnTo>
                    <a:pt x="263611" y="818638"/>
                  </a:lnTo>
                  <a:lnTo>
                    <a:pt x="266075" y="798354"/>
                  </a:lnTo>
                  <a:lnTo>
                    <a:pt x="268538" y="775161"/>
                  </a:lnTo>
                  <a:lnTo>
                    <a:pt x="271002" y="748718"/>
                  </a:lnTo>
                  <a:lnTo>
                    <a:pt x="273465" y="718678"/>
                  </a:lnTo>
                  <a:lnTo>
                    <a:pt x="275929" y="684380"/>
                  </a:lnTo>
                  <a:lnTo>
                    <a:pt x="278393" y="645602"/>
                  </a:lnTo>
                  <a:lnTo>
                    <a:pt x="280856" y="602423"/>
                  </a:lnTo>
                  <a:lnTo>
                    <a:pt x="283320" y="554870"/>
                  </a:lnTo>
                  <a:lnTo>
                    <a:pt x="285784" y="503176"/>
                  </a:lnTo>
                  <a:lnTo>
                    <a:pt x="288247" y="447822"/>
                  </a:lnTo>
                  <a:lnTo>
                    <a:pt x="290711" y="389570"/>
                  </a:lnTo>
                  <a:lnTo>
                    <a:pt x="293175" y="329479"/>
                  </a:lnTo>
                  <a:lnTo>
                    <a:pt x="295638" y="268908"/>
                  </a:lnTo>
                  <a:lnTo>
                    <a:pt x="298102" y="209497"/>
                  </a:lnTo>
                  <a:lnTo>
                    <a:pt x="300566" y="153867"/>
                  </a:lnTo>
                  <a:lnTo>
                    <a:pt x="303029" y="103957"/>
                  </a:lnTo>
                  <a:lnTo>
                    <a:pt x="305493" y="61826"/>
                  </a:lnTo>
                  <a:lnTo>
                    <a:pt x="307957" y="29399"/>
                  </a:lnTo>
                  <a:lnTo>
                    <a:pt x="310420" y="8353"/>
                  </a:lnTo>
                  <a:lnTo>
                    <a:pt x="312884" y="0"/>
                  </a:lnTo>
                  <a:lnTo>
                    <a:pt x="315348" y="5198"/>
                  </a:lnTo>
                  <a:lnTo>
                    <a:pt x="317811" y="24283"/>
                  </a:lnTo>
                  <a:lnTo>
                    <a:pt x="320275" y="57022"/>
                  </a:lnTo>
                  <a:lnTo>
                    <a:pt x="322739" y="103170"/>
                  </a:lnTo>
                  <a:lnTo>
                    <a:pt x="325202" y="161322"/>
                  </a:lnTo>
                  <a:lnTo>
                    <a:pt x="327666" y="228445"/>
                  </a:lnTo>
                  <a:lnTo>
                    <a:pt x="330130" y="302276"/>
                  </a:lnTo>
                  <a:lnTo>
                    <a:pt x="332593" y="380413"/>
                  </a:lnTo>
                  <a:lnTo>
                    <a:pt x="335057" y="460442"/>
                  </a:lnTo>
                  <a:lnTo>
                    <a:pt x="337521" y="540066"/>
                  </a:lnTo>
                  <a:lnTo>
                    <a:pt x="339984" y="617209"/>
                  </a:lnTo>
                  <a:lnTo>
                    <a:pt x="342448" y="690108"/>
                  </a:lnTo>
                  <a:lnTo>
                    <a:pt x="344912" y="757372"/>
                  </a:lnTo>
                  <a:lnTo>
                    <a:pt x="347375" y="817287"/>
                  </a:lnTo>
                  <a:lnTo>
                    <a:pt x="349839" y="869802"/>
                  </a:lnTo>
                  <a:lnTo>
                    <a:pt x="352303" y="915106"/>
                  </a:lnTo>
                  <a:lnTo>
                    <a:pt x="354766" y="953486"/>
                  </a:lnTo>
                  <a:lnTo>
                    <a:pt x="357230" y="985453"/>
                  </a:lnTo>
                  <a:lnTo>
                    <a:pt x="359694" y="1011675"/>
                  </a:lnTo>
                  <a:lnTo>
                    <a:pt x="362157" y="1032913"/>
                  </a:lnTo>
                  <a:lnTo>
                    <a:pt x="364621" y="1049955"/>
                  </a:lnTo>
                  <a:lnTo>
                    <a:pt x="367084" y="1063571"/>
                  </a:lnTo>
                  <a:lnTo>
                    <a:pt x="369548" y="1074425"/>
                  </a:lnTo>
                  <a:lnTo>
                    <a:pt x="372012" y="1083052"/>
                  </a:lnTo>
                  <a:lnTo>
                    <a:pt x="374475" y="1090216"/>
                  </a:lnTo>
                  <a:lnTo>
                    <a:pt x="376939" y="1096291"/>
                  </a:lnTo>
                  <a:lnTo>
                    <a:pt x="379403" y="1101568"/>
                  </a:lnTo>
                  <a:lnTo>
                    <a:pt x="381866" y="1106268"/>
                  </a:lnTo>
                  <a:lnTo>
                    <a:pt x="384330" y="1110556"/>
                  </a:lnTo>
                  <a:lnTo>
                    <a:pt x="386794" y="1114558"/>
                  </a:lnTo>
                  <a:lnTo>
                    <a:pt x="389257" y="1118370"/>
                  </a:lnTo>
                  <a:lnTo>
                    <a:pt x="391721" y="1122067"/>
                  </a:lnTo>
                  <a:lnTo>
                    <a:pt x="394185" y="1125709"/>
                  </a:lnTo>
                  <a:lnTo>
                    <a:pt x="396648" y="1129353"/>
                  </a:lnTo>
                  <a:lnTo>
                    <a:pt x="399112" y="1133031"/>
                  </a:lnTo>
                  <a:lnTo>
                    <a:pt x="401576" y="1136755"/>
                  </a:lnTo>
                  <a:lnTo>
                    <a:pt x="404039" y="1140526"/>
                  </a:lnTo>
                  <a:lnTo>
                    <a:pt x="406503" y="1144324"/>
                  </a:lnTo>
                  <a:lnTo>
                    <a:pt x="408967" y="1148116"/>
                  </a:lnTo>
                  <a:lnTo>
                    <a:pt x="411430" y="1151855"/>
                  </a:lnTo>
                  <a:lnTo>
                    <a:pt x="413894" y="1155483"/>
                  </a:lnTo>
                  <a:lnTo>
                    <a:pt x="416358" y="1158935"/>
                  </a:lnTo>
                  <a:lnTo>
                    <a:pt x="418821" y="1162104"/>
                  </a:lnTo>
                  <a:lnTo>
                    <a:pt x="421285" y="1164947"/>
                  </a:lnTo>
                  <a:lnTo>
                    <a:pt x="423749" y="1167415"/>
                  </a:lnTo>
                  <a:lnTo>
                    <a:pt x="426212" y="1169467"/>
                  </a:lnTo>
                  <a:lnTo>
                    <a:pt x="428676" y="1171078"/>
                  </a:lnTo>
                  <a:lnTo>
                    <a:pt x="431140" y="1172235"/>
                  </a:lnTo>
                  <a:lnTo>
                    <a:pt x="433603" y="1172940"/>
                  </a:lnTo>
                  <a:lnTo>
                    <a:pt x="436067" y="1173208"/>
                  </a:lnTo>
                  <a:lnTo>
                    <a:pt x="438531" y="1173069"/>
                  </a:lnTo>
                  <a:lnTo>
                    <a:pt x="440994" y="1172546"/>
                  </a:lnTo>
                  <a:lnTo>
                    <a:pt x="443458" y="1171686"/>
                  </a:lnTo>
                  <a:lnTo>
                    <a:pt x="445922" y="1170578"/>
                  </a:lnTo>
                  <a:lnTo>
                    <a:pt x="448385" y="1169282"/>
                  </a:lnTo>
                  <a:lnTo>
                    <a:pt x="450849" y="1167861"/>
                  </a:lnTo>
                  <a:lnTo>
                    <a:pt x="453312" y="1166379"/>
                  </a:lnTo>
                  <a:lnTo>
                    <a:pt x="455776" y="1164897"/>
                  </a:lnTo>
                  <a:lnTo>
                    <a:pt x="458240" y="1163473"/>
                  </a:lnTo>
                  <a:lnTo>
                    <a:pt x="460703" y="1162165"/>
                  </a:lnTo>
                  <a:lnTo>
                    <a:pt x="463167" y="1161019"/>
                  </a:lnTo>
                  <a:lnTo>
                    <a:pt x="465631" y="1160103"/>
                  </a:lnTo>
                  <a:lnTo>
                    <a:pt x="468094" y="1159438"/>
                  </a:lnTo>
                  <a:lnTo>
                    <a:pt x="470558" y="1159038"/>
                  </a:lnTo>
                  <a:lnTo>
                    <a:pt x="473022" y="1158908"/>
                  </a:lnTo>
                  <a:lnTo>
                    <a:pt x="475485" y="1159047"/>
                  </a:lnTo>
                  <a:lnTo>
                    <a:pt x="477949" y="1159443"/>
                  </a:lnTo>
                  <a:lnTo>
                    <a:pt x="480413" y="1160075"/>
                  </a:lnTo>
                  <a:lnTo>
                    <a:pt x="482876" y="1160915"/>
                  </a:lnTo>
                  <a:lnTo>
                    <a:pt x="485340" y="1161930"/>
                  </a:lnTo>
                  <a:lnTo>
                    <a:pt x="487804" y="1163085"/>
                  </a:lnTo>
                  <a:lnTo>
                    <a:pt x="490267" y="1164345"/>
                  </a:lnTo>
                  <a:lnTo>
                    <a:pt x="492731" y="1165657"/>
                  </a:lnTo>
                  <a:lnTo>
                    <a:pt x="495195" y="1166990"/>
                  </a:lnTo>
                  <a:lnTo>
                    <a:pt x="497658" y="1168313"/>
                  </a:lnTo>
                  <a:lnTo>
                    <a:pt x="500122" y="1169600"/>
                  </a:lnTo>
                  <a:lnTo>
                    <a:pt x="502586" y="1170830"/>
                  </a:lnTo>
                  <a:lnTo>
                    <a:pt x="505049" y="1171984"/>
                  </a:lnTo>
                  <a:lnTo>
                    <a:pt x="507513" y="1173045"/>
                  </a:lnTo>
                  <a:lnTo>
                    <a:pt x="509977" y="1173999"/>
                  </a:lnTo>
                  <a:lnTo>
                    <a:pt x="512440" y="1174822"/>
                  </a:lnTo>
                  <a:lnTo>
                    <a:pt x="514904" y="1175502"/>
                  </a:lnTo>
                  <a:lnTo>
                    <a:pt x="517368" y="1176036"/>
                  </a:lnTo>
                  <a:lnTo>
                    <a:pt x="519831" y="1176414"/>
                  </a:lnTo>
                  <a:lnTo>
                    <a:pt x="522295" y="1176632"/>
                  </a:lnTo>
                  <a:lnTo>
                    <a:pt x="524759" y="1176688"/>
                  </a:lnTo>
                  <a:lnTo>
                    <a:pt x="527222" y="1176587"/>
                  </a:lnTo>
                  <a:lnTo>
                    <a:pt x="529686" y="1176339"/>
                  </a:lnTo>
                  <a:lnTo>
                    <a:pt x="532150" y="1175962"/>
                  </a:lnTo>
                  <a:lnTo>
                    <a:pt x="534613" y="1175478"/>
                  </a:lnTo>
                  <a:lnTo>
                    <a:pt x="537077" y="1174917"/>
                  </a:lnTo>
                  <a:lnTo>
                    <a:pt x="539541" y="1174329"/>
                  </a:lnTo>
                  <a:lnTo>
                    <a:pt x="542004" y="1173754"/>
                  </a:lnTo>
                  <a:lnTo>
                    <a:pt x="544468" y="1173231"/>
                  </a:lnTo>
                  <a:lnTo>
                    <a:pt x="546931" y="1172797"/>
                  </a:lnTo>
                  <a:lnTo>
                    <a:pt x="549395" y="1172481"/>
                  </a:lnTo>
                  <a:lnTo>
                    <a:pt x="551859" y="1172304"/>
                  </a:lnTo>
                  <a:lnTo>
                    <a:pt x="554322" y="1172278"/>
                  </a:lnTo>
                  <a:lnTo>
                    <a:pt x="556786" y="1172403"/>
                  </a:lnTo>
                  <a:lnTo>
                    <a:pt x="559250" y="1172671"/>
                  </a:lnTo>
                  <a:lnTo>
                    <a:pt x="561713" y="1173058"/>
                  </a:lnTo>
                  <a:lnTo>
                    <a:pt x="564177" y="1173514"/>
                  </a:lnTo>
                  <a:lnTo>
                    <a:pt x="566641" y="1173999"/>
                  </a:lnTo>
                  <a:lnTo>
                    <a:pt x="569104" y="1174467"/>
                  </a:lnTo>
                  <a:lnTo>
                    <a:pt x="571568" y="1174876"/>
                  </a:lnTo>
                  <a:lnTo>
                    <a:pt x="574032" y="1175186"/>
                  </a:lnTo>
                  <a:lnTo>
                    <a:pt x="576495" y="1175366"/>
                  </a:lnTo>
                  <a:lnTo>
                    <a:pt x="578959" y="1175390"/>
                  </a:lnTo>
                  <a:lnTo>
                    <a:pt x="581423" y="1175244"/>
                  </a:lnTo>
                  <a:lnTo>
                    <a:pt x="583886" y="1174909"/>
                  </a:lnTo>
                  <a:lnTo>
                    <a:pt x="586350" y="1174404"/>
                  </a:lnTo>
                  <a:lnTo>
                    <a:pt x="588814" y="1173757"/>
                  </a:lnTo>
                  <a:lnTo>
                    <a:pt x="591277" y="1172994"/>
                  </a:lnTo>
                  <a:lnTo>
                    <a:pt x="593741" y="1172145"/>
                  </a:lnTo>
                  <a:lnTo>
                    <a:pt x="596205" y="1171244"/>
                  </a:lnTo>
                  <a:lnTo>
                    <a:pt x="598668" y="1170326"/>
                  </a:lnTo>
                  <a:lnTo>
                    <a:pt x="601132" y="1169423"/>
                  </a:lnTo>
                  <a:lnTo>
                    <a:pt x="603596" y="1168568"/>
                  </a:lnTo>
                  <a:lnTo>
                    <a:pt x="606059" y="1167789"/>
                  </a:lnTo>
                  <a:lnTo>
                    <a:pt x="608523" y="1167120"/>
                  </a:lnTo>
                  <a:lnTo>
                    <a:pt x="610987" y="1166569"/>
                  </a:lnTo>
                  <a:lnTo>
                    <a:pt x="613450" y="1166146"/>
                  </a:lnTo>
                  <a:lnTo>
                    <a:pt x="615914" y="1165853"/>
                  </a:lnTo>
                  <a:lnTo>
                    <a:pt x="618378" y="1165693"/>
                  </a:lnTo>
                  <a:lnTo>
                    <a:pt x="620841" y="1165661"/>
                  </a:lnTo>
                  <a:lnTo>
                    <a:pt x="623305" y="1165751"/>
                  </a:lnTo>
                  <a:lnTo>
                    <a:pt x="625769" y="1165955"/>
                  </a:lnTo>
                  <a:lnTo>
                    <a:pt x="628232" y="1166261"/>
                  </a:lnTo>
                  <a:lnTo>
                    <a:pt x="630696" y="1166666"/>
                  </a:lnTo>
                  <a:lnTo>
                    <a:pt x="633159" y="1167155"/>
                  </a:lnTo>
                  <a:lnTo>
                    <a:pt x="635623" y="1167714"/>
                  </a:lnTo>
                  <a:lnTo>
                    <a:pt x="638087" y="1168332"/>
                  </a:lnTo>
                  <a:lnTo>
                    <a:pt x="640550" y="1169002"/>
                  </a:lnTo>
                  <a:lnTo>
                    <a:pt x="643014" y="1169717"/>
                  </a:lnTo>
                  <a:lnTo>
                    <a:pt x="645478" y="1170466"/>
                  </a:lnTo>
                  <a:lnTo>
                    <a:pt x="647941" y="1171243"/>
                  </a:lnTo>
                  <a:lnTo>
                    <a:pt x="650405" y="1172037"/>
                  </a:lnTo>
                  <a:lnTo>
                    <a:pt x="652869" y="1172836"/>
                  </a:lnTo>
                  <a:lnTo>
                    <a:pt x="655332" y="1173622"/>
                  </a:lnTo>
                  <a:lnTo>
                    <a:pt x="657796" y="1174375"/>
                  </a:lnTo>
                  <a:lnTo>
                    <a:pt x="660260" y="1175076"/>
                  </a:lnTo>
                  <a:lnTo>
                    <a:pt x="662723" y="1175703"/>
                  </a:lnTo>
                  <a:lnTo>
                    <a:pt x="665187" y="1176236"/>
                  </a:lnTo>
                  <a:lnTo>
                    <a:pt x="667651" y="1176653"/>
                  </a:lnTo>
                  <a:lnTo>
                    <a:pt x="670114" y="1176939"/>
                  </a:lnTo>
                  <a:lnTo>
                    <a:pt x="672578" y="1177080"/>
                  </a:lnTo>
                  <a:lnTo>
                    <a:pt x="675042" y="1177068"/>
                  </a:lnTo>
                  <a:lnTo>
                    <a:pt x="677505" y="1176896"/>
                  </a:lnTo>
                  <a:lnTo>
                    <a:pt x="679969" y="1176567"/>
                  </a:lnTo>
                  <a:lnTo>
                    <a:pt x="682433" y="1176110"/>
                  </a:lnTo>
                  <a:lnTo>
                    <a:pt x="684896" y="1175549"/>
                  </a:lnTo>
                  <a:lnTo>
                    <a:pt x="687360" y="1174908"/>
                  </a:lnTo>
                  <a:lnTo>
                    <a:pt x="689824" y="1174219"/>
                  </a:lnTo>
                  <a:lnTo>
                    <a:pt x="692287" y="1173509"/>
                  </a:lnTo>
                  <a:lnTo>
                    <a:pt x="694751" y="1172807"/>
                  </a:lnTo>
                  <a:lnTo>
                    <a:pt x="697215" y="1172139"/>
                  </a:lnTo>
                  <a:lnTo>
                    <a:pt x="699678" y="1171526"/>
                  </a:lnTo>
                  <a:lnTo>
                    <a:pt x="702142" y="1170989"/>
                  </a:lnTo>
                  <a:lnTo>
                    <a:pt x="704606" y="1170537"/>
                  </a:lnTo>
                  <a:lnTo>
                    <a:pt x="707069" y="1170166"/>
                  </a:lnTo>
                  <a:lnTo>
                    <a:pt x="709533" y="1169875"/>
                  </a:lnTo>
                  <a:lnTo>
                    <a:pt x="711997" y="1169656"/>
                  </a:lnTo>
                  <a:lnTo>
                    <a:pt x="714460" y="1169500"/>
                  </a:lnTo>
                  <a:lnTo>
                    <a:pt x="716924" y="1169399"/>
                  </a:lnTo>
                  <a:lnTo>
                    <a:pt x="719388" y="1169340"/>
                  </a:lnTo>
                  <a:lnTo>
                    <a:pt x="721851" y="1169315"/>
                  </a:lnTo>
                  <a:lnTo>
                    <a:pt x="724315" y="1169316"/>
                  </a:lnTo>
                  <a:lnTo>
                    <a:pt x="726778" y="1169337"/>
                  </a:lnTo>
                  <a:lnTo>
                    <a:pt x="729242" y="1169371"/>
                  </a:lnTo>
                  <a:lnTo>
                    <a:pt x="731706" y="1169419"/>
                  </a:lnTo>
                  <a:lnTo>
                    <a:pt x="734169" y="1169479"/>
                  </a:lnTo>
                  <a:lnTo>
                    <a:pt x="736633" y="1169555"/>
                  </a:lnTo>
                  <a:lnTo>
                    <a:pt x="739097" y="1169649"/>
                  </a:lnTo>
                  <a:lnTo>
                    <a:pt x="741560" y="1169765"/>
                  </a:lnTo>
                  <a:lnTo>
                    <a:pt x="744024" y="1169908"/>
                  </a:lnTo>
                  <a:lnTo>
                    <a:pt x="746488" y="1170081"/>
                  </a:lnTo>
                  <a:lnTo>
                    <a:pt x="748951" y="1170292"/>
                  </a:lnTo>
                  <a:lnTo>
                    <a:pt x="751415" y="1170542"/>
                  </a:lnTo>
                  <a:lnTo>
                    <a:pt x="753879" y="1170831"/>
                  </a:lnTo>
                  <a:lnTo>
                    <a:pt x="756342" y="1171159"/>
                  </a:lnTo>
                  <a:lnTo>
                    <a:pt x="758806" y="1171524"/>
                  </a:lnTo>
                  <a:lnTo>
                    <a:pt x="761270" y="1171923"/>
                  </a:lnTo>
                  <a:lnTo>
                    <a:pt x="763733" y="1172350"/>
                  </a:lnTo>
                  <a:lnTo>
                    <a:pt x="766197" y="1172801"/>
                  </a:lnTo>
                  <a:lnTo>
                    <a:pt x="768661" y="1173268"/>
                  </a:lnTo>
                  <a:lnTo>
                    <a:pt x="771124" y="1173745"/>
                  </a:lnTo>
                  <a:lnTo>
                    <a:pt x="773588" y="1174224"/>
                  </a:lnTo>
                  <a:lnTo>
                    <a:pt x="776052" y="1174695"/>
                  </a:lnTo>
                  <a:lnTo>
                    <a:pt x="778515" y="1175153"/>
                  </a:lnTo>
                  <a:lnTo>
                    <a:pt x="780979" y="1175593"/>
                  </a:lnTo>
                  <a:lnTo>
                    <a:pt x="783443" y="1176012"/>
                  </a:lnTo>
                  <a:lnTo>
                    <a:pt x="785906" y="1176409"/>
                  </a:lnTo>
                  <a:lnTo>
                    <a:pt x="788370" y="1176784"/>
                  </a:lnTo>
                  <a:lnTo>
                    <a:pt x="790834" y="1177138"/>
                  </a:lnTo>
                  <a:lnTo>
                    <a:pt x="793297" y="1177475"/>
                  </a:lnTo>
                  <a:lnTo>
                    <a:pt x="795761" y="1177797"/>
                  </a:lnTo>
                  <a:lnTo>
                    <a:pt x="798225" y="1178111"/>
                  </a:lnTo>
                  <a:lnTo>
                    <a:pt x="800688" y="1178419"/>
                  </a:lnTo>
                  <a:lnTo>
                    <a:pt x="803152" y="1178724"/>
                  </a:lnTo>
                  <a:lnTo>
                    <a:pt x="805616" y="1179026"/>
                  </a:lnTo>
                  <a:lnTo>
                    <a:pt x="808079" y="1179322"/>
                  </a:lnTo>
                  <a:lnTo>
                    <a:pt x="810543" y="1179610"/>
                  </a:lnTo>
                  <a:lnTo>
                    <a:pt x="813006" y="1179884"/>
                  </a:lnTo>
                  <a:lnTo>
                    <a:pt x="815470" y="1180136"/>
                  </a:lnTo>
                  <a:lnTo>
                    <a:pt x="817934" y="1180360"/>
                  </a:lnTo>
                  <a:lnTo>
                    <a:pt x="820397" y="1180544"/>
                  </a:lnTo>
                  <a:lnTo>
                    <a:pt x="822861" y="1180680"/>
                  </a:lnTo>
                  <a:lnTo>
                    <a:pt x="825325" y="1180766"/>
                  </a:lnTo>
                  <a:lnTo>
                    <a:pt x="827788" y="1180798"/>
                  </a:lnTo>
                  <a:lnTo>
                    <a:pt x="830252" y="1180776"/>
                  </a:lnTo>
                  <a:lnTo>
                    <a:pt x="832716" y="1180703"/>
                  </a:lnTo>
                  <a:lnTo>
                    <a:pt x="835179" y="1180583"/>
                  </a:lnTo>
                  <a:lnTo>
                    <a:pt x="837643" y="1180422"/>
                  </a:lnTo>
                  <a:lnTo>
                    <a:pt x="840107" y="1180229"/>
                  </a:lnTo>
                  <a:lnTo>
                    <a:pt x="842570" y="1180015"/>
                  </a:lnTo>
                  <a:lnTo>
                    <a:pt x="845034" y="1179791"/>
                  </a:lnTo>
                  <a:lnTo>
                    <a:pt x="847498" y="1179572"/>
                  </a:lnTo>
                  <a:lnTo>
                    <a:pt x="849961" y="1179367"/>
                  </a:lnTo>
                  <a:lnTo>
                    <a:pt x="852425" y="1179186"/>
                  </a:lnTo>
                  <a:lnTo>
                    <a:pt x="854889" y="1179037"/>
                  </a:lnTo>
                  <a:lnTo>
                    <a:pt x="857352" y="1178923"/>
                  </a:lnTo>
                  <a:lnTo>
                    <a:pt x="859816" y="1178848"/>
                  </a:lnTo>
                  <a:lnTo>
                    <a:pt x="862280" y="1178811"/>
                  </a:lnTo>
                  <a:lnTo>
                    <a:pt x="864743" y="1178807"/>
                  </a:lnTo>
                  <a:lnTo>
                    <a:pt x="867207" y="1178830"/>
                  </a:lnTo>
                  <a:lnTo>
                    <a:pt x="869671" y="1178868"/>
                  </a:lnTo>
                  <a:lnTo>
                    <a:pt x="872134" y="1178906"/>
                  </a:lnTo>
                  <a:lnTo>
                    <a:pt x="874598" y="1178929"/>
                  </a:lnTo>
                  <a:lnTo>
                    <a:pt x="877062" y="1178924"/>
                  </a:lnTo>
                  <a:lnTo>
                    <a:pt x="879525" y="1178876"/>
                  </a:lnTo>
                  <a:lnTo>
                    <a:pt x="881989" y="1178775"/>
                  </a:lnTo>
                  <a:lnTo>
                    <a:pt x="884453" y="1178612"/>
                  </a:lnTo>
                  <a:lnTo>
                    <a:pt x="886916" y="1178382"/>
                  </a:lnTo>
                  <a:lnTo>
                    <a:pt x="889380" y="1178083"/>
                  </a:lnTo>
                  <a:lnTo>
                    <a:pt x="891844" y="1177711"/>
                  </a:lnTo>
                  <a:lnTo>
                    <a:pt x="894307" y="1177280"/>
                  </a:lnTo>
                  <a:lnTo>
                    <a:pt x="896771" y="1176802"/>
                  </a:lnTo>
                  <a:lnTo>
                    <a:pt x="899235" y="1176289"/>
                  </a:lnTo>
                  <a:lnTo>
                    <a:pt x="901698" y="1175752"/>
                  </a:lnTo>
                  <a:lnTo>
                    <a:pt x="904162" y="1175205"/>
                  </a:lnTo>
                  <a:lnTo>
                    <a:pt x="906625" y="1174659"/>
                  </a:lnTo>
                  <a:lnTo>
                    <a:pt x="909089" y="1174122"/>
                  </a:lnTo>
                  <a:lnTo>
                    <a:pt x="911553" y="1173604"/>
                  </a:lnTo>
                  <a:lnTo>
                    <a:pt x="914016" y="1173110"/>
                  </a:lnTo>
                  <a:lnTo>
                    <a:pt x="916480" y="1172647"/>
                  </a:lnTo>
                  <a:lnTo>
                    <a:pt x="918944" y="1172214"/>
                  </a:lnTo>
                  <a:lnTo>
                    <a:pt x="921407" y="1171812"/>
                  </a:lnTo>
                  <a:lnTo>
                    <a:pt x="923871" y="1171441"/>
                  </a:lnTo>
                  <a:lnTo>
                    <a:pt x="926335" y="1171103"/>
                  </a:lnTo>
                  <a:lnTo>
                    <a:pt x="928798" y="1170800"/>
                  </a:lnTo>
                  <a:lnTo>
                    <a:pt x="931262" y="1170534"/>
                  </a:lnTo>
                  <a:lnTo>
                    <a:pt x="933726" y="1170309"/>
                  </a:lnTo>
                  <a:lnTo>
                    <a:pt x="936189" y="1170128"/>
                  </a:lnTo>
                  <a:lnTo>
                    <a:pt x="938653" y="1169999"/>
                  </a:lnTo>
                  <a:lnTo>
                    <a:pt x="941117" y="1169925"/>
                  </a:lnTo>
                  <a:lnTo>
                    <a:pt x="943580" y="1169904"/>
                  </a:lnTo>
                  <a:lnTo>
                    <a:pt x="946044" y="1169937"/>
                  </a:lnTo>
                  <a:lnTo>
                    <a:pt x="948508" y="1170022"/>
                  </a:lnTo>
                  <a:lnTo>
                    <a:pt x="950971" y="1170157"/>
                  </a:lnTo>
                  <a:lnTo>
                    <a:pt x="953435" y="1170336"/>
                  </a:lnTo>
                  <a:lnTo>
                    <a:pt x="955899" y="1170554"/>
                  </a:lnTo>
                  <a:lnTo>
                    <a:pt x="958362" y="1170804"/>
                  </a:lnTo>
                  <a:lnTo>
                    <a:pt x="960826" y="1171077"/>
                  </a:lnTo>
                  <a:lnTo>
                    <a:pt x="963290" y="1171368"/>
                  </a:lnTo>
                  <a:lnTo>
                    <a:pt x="965753" y="1171667"/>
                  </a:lnTo>
                  <a:lnTo>
                    <a:pt x="968217" y="1171968"/>
                  </a:lnTo>
                  <a:lnTo>
                    <a:pt x="970681" y="1172267"/>
                  </a:lnTo>
                  <a:lnTo>
                    <a:pt x="973144" y="1172561"/>
                  </a:lnTo>
                  <a:lnTo>
                    <a:pt x="975608" y="1172851"/>
                  </a:lnTo>
                  <a:lnTo>
                    <a:pt x="978072" y="1173138"/>
                  </a:lnTo>
                  <a:lnTo>
                    <a:pt x="980535" y="1173426"/>
                  </a:lnTo>
                  <a:lnTo>
                    <a:pt x="982999" y="1173718"/>
                  </a:lnTo>
                  <a:lnTo>
                    <a:pt x="985463" y="1174023"/>
                  </a:lnTo>
                  <a:lnTo>
                    <a:pt x="987926" y="1174347"/>
                  </a:lnTo>
                  <a:lnTo>
                    <a:pt x="990390" y="1174698"/>
                  </a:lnTo>
                  <a:lnTo>
                    <a:pt x="992853" y="1175078"/>
                  </a:lnTo>
                  <a:lnTo>
                    <a:pt x="995317" y="1175491"/>
                  </a:lnTo>
                  <a:lnTo>
                    <a:pt x="997781" y="1175936"/>
                  </a:lnTo>
                  <a:lnTo>
                    <a:pt x="1000244" y="1176411"/>
                  </a:lnTo>
                  <a:lnTo>
                    <a:pt x="1002708" y="1176910"/>
                  </a:lnTo>
                  <a:lnTo>
                    <a:pt x="1005172" y="1177426"/>
                  </a:lnTo>
                  <a:lnTo>
                    <a:pt x="1007635" y="1177946"/>
                  </a:lnTo>
                  <a:lnTo>
                    <a:pt x="1010099" y="1178458"/>
                  </a:lnTo>
                  <a:lnTo>
                    <a:pt x="1012563" y="1178947"/>
                  </a:lnTo>
                  <a:lnTo>
                    <a:pt x="1015026" y="1179399"/>
                  </a:lnTo>
                  <a:lnTo>
                    <a:pt x="1017490" y="1179805"/>
                  </a:lnTo>
                  <a:lnTo>
                    <a:pt x="1019954" y="1180154"/>
                  </a:lnTo>
                  <a:lnTo>
                    <a:pt x="1022417" y="1180438"/>
                  </a:lnTo>
                  <a:lnTo>
                    <a:pt x="1024881" y="1180654"/>
                  </a:lnTo>
                  <a:lnTo>
                    <a:pt x="1027345" y="1180798"/>
                  </a:lnTo>
                  <a:lnTo>
                    <a:pt x="1029808" y="1180870"/>
                  </a:lnTo>
                  <a:lnTo>
                    <a:pt x="1032272" y="1180872"/>
                  </a:lnTo>
                  <a:lnTo>
                    <a:pt x="1034736" y="1180806"/>
                  </a:lnTo>
                  <a:lnTo>
                    <a:pt x="1037199" y="1180686"/>
                  </a:lnTo>
                  <a:lnTo>
                    <a:pt x="1039663" y="1180523"/>
                  </a:lnTo>
                  <a:lnTo>
                    <a:pt x="1042127" y="1180330"/>
                  </a:lnTo>
                  <a:lnTo>
                    <a:pt x="1044590" y="1180118"/>
                  </a:lnTo>
                  <a:lnTo>
                    <a:pt x="1047054" y="1179902"/>
                  </a:lnTo>
                  <a:lnTo>
                    <a:pt x="1049518" y="1179695"/>
                  </a:lnTo>
                  <a:lnTo>
                    <a:pt x="1051981" y="1179513"/>
                  </a:lnTo>
                  <a:lnTo>
                    <a:pt x="1054445" y="1179368"/>
                  </a:lnTo>
                  <a:lnTo>
                    <a:pt x="1056909" y="1179278"/>
                  </a:lnTo>
                  <a:lnTo>
                    <a:pt x="1059372" y="1179253"/>
                  </a:lnTo>
                  <a:lnTo>
                    <a:pt x="1061836" y="1179298"/>
                  </a:lnTo>
                  <a:lnTo>
                    <a:pt x="1064300" y="1179415"/>
                  </a:lnTo>
                  <a:lnTo>
                    <a:pt x="1066763" y="1179607"/>
                  </a:lnTo>
                  <a:lnTo>
                    <a:pt x="1069227" y="1179868"/>
                  </a:lnTo>
                  <a:lnTo>
                    <a:pt x="1071691" y="1180193"/>
                  </a:lnTo>
                  <a:lnTo>
                    <a:pt x="1074154" y="1180573"/>
                  </a:lnTo>
                  <a:lnTo>
                    <a:pt x="1076618" y="1180995"/>
                  </a:lnTo>
                  <a:lnTo>
                    <a:pt x="1079082" y="1181446"/>
                  </a:lnTo>
                  <a:lnTo>
                    <a:pt x="1081545" y="1181908"/>
                  </a:lnTo>
                  <a:lnTo>
                    <a:pt x="1084009" y="1182363"/>
                  </a:lnTo>
                  <a:lnTo>
                    <a:pt x="1086472" y="1182798"/>
                  </a:lnTo>
                  <a:lnTo>
                    <a:pt x="1088936" y="1183199"/>
                  </a:lnTo>
                  <a:lnTo>
                    <a:pt x="1091400" y="1183558"/>
                  </a:lnTo>
                  <a:lnTo>
                    <a:pt x="1093863" y="1183870"/>
                  </a:lnTo>
                  <a:lnTo>
                    <a:pt x="1096327" y="1184131"/>
                  </a:lnTo>
                  <a:lnTo>
                    <a:pt x="1098791" y="1184342"/>
                  </a:lnTo>
                  <a:lnTo>
                    <a:pt x="1101254" y="1184509"/>
                  </a:lnTo>
                  <a:lnTo>
                    <a:pt x="1103718" y="1184636"/>
                  </a:lnTo>
                  <a:lnTo>
                    <a:pt x="1106182" y="1184734"/>
                  </a:lnTo>
                  <a:lnTo>
                    <a:pt x="1108645" y="1184815"/>
                  </a:lnTo>
                  <a:lnTo>
                    <a:pt x="1111109" y="1184889"/>
                  </a:lnTo>
                  <a:lnTo>
                    <a:pt x="1113573" y="1184963"/>
                  </a:lnTo>
                  <a:lnTo>
                    <a:pt x="1116036" y="1185042"/>
                  </a:lnTo>
                  <a:lnTo>
                    <a:pt x="1118500" y="1185132"/>
                  </a:lnTo>
                  <a:lnTo>
                    <a:pt x="1120964" y="1185231"/>
                  </a:lnTo>
                  <a:lnTo>
                    <a:pt x="1123427" y="1185337"/>
                  </a:lnTo>
                  <a:lnTo>
                    <a:pt x="1125891" y="1185448"/>
                  </a:lnTo>
                  <a:lnTo>
                    <a:pt x="1128355" y="1185555"/>
                  </a:lnTo>
                  <a:lnTo>
                    <a:pt x="1130818" y="1185651"/>
                  </a:lnTo>
                  <a:lnTo>
                    <a:pt x="1133282" y="1185729"/>
                  </a:lnTo>
                  <a:lnTo>
                    <a:pt x="1135746" y="1185783"/>
                  </a:lnTo>
                  <a:lnTo>
                    <a:pt x="1138209" y="1185810"/>
                  </a:lnTo>
                  <a:lnTo>
                    <a:pt x="1140673" y="1185810"/>
                  </a:lnTo>
                  <a:lnTo>
                    <a:pt x="1143137" y="1185782"/>
                  </a:lnTo>
                  <a:lnTo>
                    <a:pt x="1145600" y="1185730"/>
                  </a:lnTo>
                  <a:lnTo>
                    <a:pt x="1148064" y="1185661"/>
                  </a:lnTo>
                  <a:lnTo>
                    <a:pt x="1150528" y="1185583"/>
                  </a:lnTo>
                  <a:lnTo>
                    <a:pt x="1152991" y="1185505"/>
                  </a:lnTo>
                  <a:lnTo>
                    <a:pt x="1155455" y="1185440"/>
                  </a:lnTo>
                  <a:lnTo>
                    <a:pt x="1157919" y="1185395"/>
                  </a:lnTo>
                  <a:lnTo>
                    <a:pt x="1160382" y="1185378"/>
                  </a:lnTo>
                  <a:lnTo>
                    <a:pt x="1162846" y="1185395"/>
                  </a:lnTo>
                  <a:lnTo>
                    <a:pt x="1165310" y="1185448"/>
                  </a:lnTo>
                  <a:lnTo>
                    <a:pt x="1167773" y="1185538"/>
                  </a:lnTo>
                  <a:lnTo>
                    <a:pt x="1170237" y="1185662"/>
                  </a:lnTo>
                  <a:lnTo>
                    <a:pt x="1172701" y="1185818"/>
                  </a:lnTo>
                  <a:lnTo>
                    <a:pt x="1175164" y="1186001"/>
                  </a:lnTo>
                  <a:lnTo>
                    <a:pt x="1177628" y="1186200"/>
                  </a:lnTo>
                  <a:lnTo>
                    <a:pt x="1180091" y="1186406"/>
                  </a:lnTo>
                  <a:lnTo>
                    <a:pt x="1182555" y="1186611"/>
                  </a:lnTo>
                  <a:lnTo>
                    <a:pt x="1185019" y="1186807"/>
                  </a:lnTo>
                  <a:lnTo>
                    <a:pt x="1187482" y="1186987"/>
                  </a:lnTo>
                  <a:lnTo>
                    <a:pt x="1189946" y="1187145"/>
                  </a:lnTo>
                  <a:lnTo>
                    <a:pt x="1192410" y="1187274"/>
                  </a:lnTo>
                  <a:lnTo>
                    <a:pt x="1194873" y="1187372"/>
                  </a:lnTo>
                  <a:lnTo>
                    <a:pt x="1197337" y="1187433"/>
                  </a:lnTo>
                  <a:lnTo>
                    <a:pt x="1199801" y="1187449"/>
                  </a:lnTo>
                  <a:lnTo>
                    <a:pt x="1202264" y="1187422"/>
                  </a:lnTo>
                  <a:lnTo>
                    <a:pt x="1204728" y="1187348"/>
                  </a:lnTo>
                  <a:lnTo>
                    <a:pt x="1207192" y="1187227"/>
                  </a:lnTo>
                  <a:lnTo>
                    <a:pt x="1209655" y="1187057"/>
                  </a:lnTo>
                  <a:lnTo>
                    <a:pt x="1212119" y="1186837"/>
                  </a:lnTo>
                  <a:lnTo>
                    <a:pt x="1214583" y="1186570"/>
                  </a:lnTo>
                  <a:lnTo>
                    <a:pt x="1217046" y="1186257"/>
                  </a:lnTo>
                  <a:lnTo>
                    <a:pt x="1219510" y="1185904"/>
                  </a:lnTo>
                  <a:lnTo>
                    <a:pt x="1221974" y="1185516"/>
                  </a:lnTo>
                  <a:lnTo>
                    <a:pt x="1224437" y="1185107"/>
                  </a:lnTo>
                  <a:lnTo>
                    <a:pt x="1226901" y="1184691"/>
                  </a:lnTo>
                  <a:lnTo>
                    <a:pt x="1229365" y="1184285"/>
                  </a:lnTo>
                  <a:lnTo>
                    <a:pt x="1231828" y="1183904"/>
                  </a:lnTo>
                  <a:lnTo>
                    <a:pt x="1234292" y="1183564"/>
                  </a:lnTo>
                  <a:lnTo>
                    <a:pt x="1236756" y="1183282"/>
                  </a:lnTo>
                  <a:lnTo>
                    <a:pt x="1239219" y="1183070"/>
                  </a:lnTo>
                  <a:lnTo>
                    <a:pt x="1241683" y="1182939"/>
                  </a:lnTo>
                  <a:lnTo>
                    <a:pt x="1244147" y="1182897"/>
                  </a:lnTo>
                  <a:lnTo>
                    <a:pt x="1246610" y="1182955"/>
                  </a:lnTo>
                  <a:lnTo>
                    <a:pt x="1249074" y="1183104"/>
                  </a:lnTo>
                  <a:lnTo>
                    <a:pt x="1251538" y="1183332"/>
                  </a:lnTo>
                  <a:lnTo>
                    <a:pt x="1254001" y="1183628"/>
                  </a:lnTo>
                  <a:lnTo>
                    <a:pt x="1256465" y="1183979"/>
                  </a:lnTo>
                  <a:lnTo>
                    <a:pt x="1258929" y="1184368"/>
                  </a:lnTo>
                  <a:lnTo>
                    <a:pt x="1258929" y="1188080"/>
                  </a:lnTo>
                  <a:lnTo>
                    <a:pt x="1256465" y="1188080"/>
                  </a:lnTo>
                  <a:lnTo>
                    <a:pt x="1254001" y="1188080"/>
                  </a:lnTo>
                  <a:lnTo>
                    <a:pt x="1251538" y="1188080"/>
                  </a:lnTo>
                  <a:lnTo>
                    <a:pt x="1249074" y="1188080"/>
                  </a:lnTo>
                  <a:lnTo>
                    <a:pt x="1246610" y="1188080"/>
                  </a:lnTo>
                  <a:lnTo>
                    <a:pt x="1244147" y="1188080"/>
                  </a:lnTo>
                  <a:lnTo>
                    <a:pt x="1241683" y="1188080"/>
                  </a:lnTo>
                  <a:lnTo>
                    <a:pt x="1239219" y="1188080"/>
                  </a:lnTo>
                  <a:lnTo>
                    <a:pt x="1236756" y="1188080"/>
                  </a:lnTo>
                  <a:lnTo>
                    <a:pt x="1234292" y="1188080"/>
                  </a:lnTo>
                  <a:lnTo>
                    <a:pt x="1231828" y="1188080"/>
                  </a:lnTo>
                  <a:lnTo>
                    <a:pt x="1229365" y="1188080"/>
                  </a:lnTo>
                  <a:lnTo>
                    <a:pt x="1226901" y="1188080"/>
                  </a:lnTo>
                  <a:lnTo>
                    <a:pt x="1224437" y="1188080"/>
                  </a:lnTo>
                  <a:lnTo>
                    <a:pt x="1221974" y="1188080"/>
                  </a:lnTo>
                  <a:lnTo>
                    <a:pt x="1219510" y="1188080"/>
                  </a:lnTo>
                  <a:lnTo>
                    <a:pt x="1217046" y="1188080"/>
                  </a:lnTo>
                  <a:lnTo>
                    <a:pt x="1214583" y="1188080"/>
                  </a:lnTo>
                  <a:lnTo>
                    <a:pt x="1212119" y="1188080"/>
                  </a:lnTo>
                  <a:lnTo>
                    <a:pt x="1209655" y="1188080"/>
                  </a:lnTo>
                  <a:lnTo>
                    <a:pt x="1207192" y="1188080"/>
                  </a:lnTo>
                  <a:lnTo>
                    <a:pt x="1204728" y="1188080"/>
                  </a:lnTo>
                  <a:lnTo>
                    <a:pt x="1202264" y="1188080"/>
                  </a:lnTo>
                  <a:lnTo>
                    <a:pt x="1199801" y="1188080"/>
                  </a:lnTo>
                  <a:lnTo>
                    <a:pt x="1197337" y="1188080"/>
                  </a:lnTo>
                  <a:lnTo>
                    <a:pt x="1194873" y="1188080"/>
                  </a:lnTo>
                  <a:lnTo>
                    <a:pt x="1192410" y="1188080"/>
                  </a:lnTo>
                  <a:lnTo>
                    <a:pt x="1189946" y="1188080"/>
                  </a:lnTo>
                  <a:lnTo>
                    <a:pt x="1187482" y="1188080"/>
                  </a:lnTo>
                  <a:lnTo>
                    <a:pt x="1185019" y="1188080"/>
                  </a:lnTo>
                  <a:lnTo>
                    <a:pt x="1182555" y="1188080"/>
                  </a:lnTo>
                  <a:lnTo>
                    <a:pt x="1180091" y="1188080"/>
                  </a:lnTo>
                  <a:lnTo>
                    <a:pt x="1177628" y="1188080"/>
                  </a:lnTo>
                  <a:lnTo>
                    <a:pt x="1175164" y="1188080"/>
                  </a:lnTo>
                  <a:lnTo>
                    <a:pt x="1172701" y="1188080"/>
                  </a:lnTo>
                  <a:lnTo>
                    <a:pt x="1170237" y="1188080"/>
                  </a:lnTo>
                  <a:lnTo>
                    <a:pt x="1167773" y="1188080"/>
                  </a:lnTo>
                  <a:lnTo>
                    <a:pt x="1165310" y="1188080"/>
                  </a:lnTo>
                  <a:lnTo>
                    <a:pt x="1162846" y="1188080"/>
                  </a:lnTo>
                  <a:lnTo>
                    <a:pt x="1160382" y="1188080"/>
                  </a:lnTo>
                  <a:lnTo>
                    <a:pt x="1157919" y="1188080"/>
                  </a:lnTo>
                  <a:lnTo>
                    <a:pt x="1155455" y="1188080"/>
                  </a:lnTo>
                  <a:lnTo>
                    <a:pt x="1152991" y="1188080"/>
                  </a:lnTo>
                  <a:lnTo>
                    <a:pt x="1150528" y="1188080"/>
                  </a:lnTo>
                  <a:lnTo>
                    <a:pt x="1148064" y="1188080"/>
                  </a:lnTo>
                  <a:lnTo>
                    <a:pt x="1145600" y="1188080"/>
                  </a:lnTo>
                  <a:lnTo>
                    <a:pt x="1143137" y="1188080"/>
                  </a:lnTo>
                  <a:lnTo>
                    <a:pt x="1140673" y="1188080"/>
                  </a:lnTo>
                  <a:lnTo>
                    <a:pt x="1138209" y="1188080"/>
                  </a:lnTo>
                  <a:lnTo>
                    <a:pt x="1135746" y="1188080"/>
                  </a:lnTo>
                  <a:lnTo>
                    <a:pt x="1133282" y="1188080"/>
                  </a:lnTo>
                  <a:lnTo>
                    <a:pt x="1130818" y="1188080"/>
                  </a:lnTo>
                  <a:lnTo>
                    <a:pt x="1128355" y="1188080"/>
                  </a:lnTo>
                  <a:lnTo>
                    <a:pt x="1125891" y="1188080"/>
                  </a:lnTo>
                  <a:lnTo>
                    <a:pt x="1123427" y="1188080"/>
                  </a:lnTo>
                  <a:lnTo>
                    <a:pt x="1120964" y="1188080"/>
                  </a:lnTo>
                  <a:lnTo>
                    <a:pt x="1118500" y="1188080"/>
                  </a:lnTo>
                  <a:lnTo>
                    <a:pt x="1116036" y="1188080"/>
                  </a:lnTo>
                  <a:lnTo>
                    <a:pt x="1113573" y="1188080"/>
                  </a:lnTo>
                  <a:lnTo>
                    <a:pt x="1111109" y="1188080"/>
                  </a:lnTo>
                  <a:lnTo>
                    <a:pt x="1108645" y="1188080"/>
                  </a:lnTo>
                  <a:lnTo>
                    <a:pt x="1106182" y="1188080"/>
                  </a:lnTo>
                  <a:lnTo>
                    <a:pt x="1103718" y="1188080"/>
                  </a:lnTo>
                  <a:lnTo>
                    <a:pt x="1101254" y="1188080"/>
                  </a:lnTo>
                  <a:lnTo>
                    <a:pt x="1098791" y="1188080"/>
                  </a:lnTo>
                  <a:lnTo>
                    <a:pt x="1096327" y="1188080"/>
                  </a:lnTo>
                  <a:lnTo>
                    <a:pt x="1093863" y="1188080"/>
                  </a:lnTo>
                  <a:lnTo>
                    <a:pt x="1091400" y="1188080"/>
                  </a:lnTo>
                  <a:lnTo>
                    <a:pt x="1088936" y="1188080"/>
                  </a:lnTo>
                  <a:lnTo>
                    <a:pt x="1086472" y="1188080"/>
                  </a:lnTo>
                  <a:lnTo>
                    <a:pt x="1084009" y="1188080"/>
                  </a:lnTo>
                  <a:lnTo>
                    <a:pt x="1081545" y="1188080"/>
                  </a:lnTo>
                  <a:lnTo>
                    <a:pt x="1079082" y="1188080"/>
                  </a:lnTo>
                  <a:lnTo>
                    <a:pt x="1076618" y="1188080"/>
                  </a:lnTo>
                  <a:lnTo>
                    <a:pt x="1074154" y="1188080"/>
                  </a:lnTo>
                  <a:lnTo>
                    <a:pt x="1071691" y="1188080"/>
                  </a:lnTo>
                  <a:lnTo>
                    <a:pt x="1069227" y="1188080"/>
                  </a:lnTo>
                  <a:lnTo>
                    <a:pt x="1066763" y="1188080"/>
                  </a:lnTo>
                  <a:lnTo>
                    <a:pt x="1064300" y="1188080"/>
                  </a:lnTo>
                  <a:lnTo>
                    <a:pt x="1061836" y="1188080"/>
                  </a:lnTo>
                  <a:lnTo>
                    <a:pt x="1059372" y="1188080"/>
                  </a:lnTo>
                  <a:lnTo>
                    <a:pt x="1056909" y="1188080"/>
                  </a:lnTo>
                  <a:lnTo>
                    <a:pt x="1054445" y="1188080"/>
                  </a:lnTo>
                  <a:lnTo>
                    <a:pt x="1051981" y="1188080"/>
                  </a:lnTo>
                  <a:lnTo>
                    <a:pt x="1049518" y="1188080"/>
                  </a:lnTo>
                  <a:lnTo>
                    <a:pt x="1047054" y="1188080"/>
                  </a:lnTo>
                  <a:lnTo>
                    <a:pt x="1044590" y="1188080"/>
                  </a:lnTo>
                  <a:lnTo>
                    <a:pt x="1042127" y="1188080"/>
                  </a:lnTo>
                  <a:lnTo>
                    <a:pt x="1039663" y="1188080"/>
                  </a:lnTo>
                  <a:lnTo>
                    <a:pt x="1037199" y="1188080"/>
                  </a:lnTo>
                  <a:lnTo>
                    <a:pt x="1034736" y="1188080"/>
                  </a:lnTo>
                  <a:lnTo>
                    <a:pt x="1032272" y="1188080"/>
                  </a:lnTo>
                  <a:lnTo>
                    <a:pt x="1029808" y="1188080"/>
                  </a:lnTo>
                  <a:lnTo>
                    <a:pt x="1027345" y="1188080"/>
                  </a:lnTo>
                  <a:lnTo>
                    <a:pt x="1024881" y="1188080"/>
                  </a:lnTo>
                  <a:lnTo>
                    <a:pt x="1022417" y="1188080"/>
                  </a:lnTo>
                  <a:lnTo>
                    <a:pt x="1019954" y="1188080"/>
                  </a:lnTo>
                  <a:lnTo>
                    <a:pt x="1017490" y="1188080"/>
                  </a:lnTo>
                  <a:lnTo>
                    <a:pt x="1015026" y="1188080"/>
                  </a:lnTo>
                  <a:lnTo>
                    <a:pt x="1012563" y="1188080"/>
                  </a:lnTo>
                  <a:lnTo>
                    <a:pt x="1010099" y="1188080"/>
                  </a:lnTo>
                  <a:lnTo>
                    <a:pt x="1007635" y="1188080"/>
                  </a:lnTo>
                  <a:lnTo>
                    <a:pt x="1005172" y="1188080"/>
                  </a:lnTo>
                  <a:lnTo>
                    <a:pt x="1002708" y="1188080"/>
                  </a:lnTo>
                  <a:lnTo>
                    <a:pt x="1000244" y="1188080"/>
                  </a:lnTo>
                  <a:lnTo>
                    <a:pt x="997781" y="1188080"/>
                  </a:lnTo>
                  <a:lnTo>
                    <a:pt x="995317" y="1188080"/>
                  </a:lnTo>
                  <a:lnTo>
                    <a:pt x="992853" y="1188080"/>
                  </a:lnTo>
                  <a:lnTo>
                    <a:pt x="990390" y="1188080"/>
                  </a:lnTo>
                  <a:lnTo>
                    <a:pt x="987926" y="1188080"/>
                  </a:lnTo>
                  <a:lnTo>
                    <a:pt x="985463" y="1188080"/>
                  </a:lnTo>
                  <a:lnTo>
                    <a:pt x="982999" y="1188080"/>
                  </a:lnTo>
                  <a:lnTo>
                    <a:pt x="980535" y="1188080"/>
                  </a:lnTo>
                  <a:lnTo>
                    <a:pt x="978072" y="1188080"/>
                  </a:lnTo>
                  <a:lnTo>
                    <a:pt x="975608" y="1188080"/>
                  </a:lnTo>
                  <a:lnTo>
                    <a:pt x="973144" y="1188080"/>
                  </a:lnTo>
                  <a:lnTo>
                    <a:pt x="970681" y="1188080"/>
                  </a:lnTo>
                  <a:lnTo>
                    <a:pt x="968217" y="1188080"/>
                  </a:lnTo>
                  <a:lnTo>
                    <a:pt x="965753" y="1188080"/>
                  </a:lnTo>
                  <a:lnTo>
                    <a:pt x="963290" y="1188080"/>
                  </a:lnTo>
                  <a:lnTo>
                    <a:pt x="960826" y="1188080"/>
                  </a:lnTo>
                  <a:lnTo>
                    <a:pt x="958362" y="1188080"/>
                  </a:lnTo>
                  <a:lnTo>
                    <a:pt x="955899" y="1188080"/>
                  </a:lnTo>
                  <a:lnTo>
                    <a:pt x="953435" y="1188080"/>
                  </a:lnTo>
                  <a:lnTo>
                    <a:pt x="950971" y="1188080"/>
                  </a:lnTo>
                  <a:lnTo>
                    <a:pt x="948508" y="1188080"/>
                  </a:lnTo>
                  <a:lnTo>
                    <a:pt x="946044" y="1188080"/>
                  </a:lnTo>
                  <a:lnTo>
                    <a:pt x="943580" y="1188080"/>
                  </a:lnTo>
                  <a:lnTo>
                    <a:pt x="941117" y="1188080"/>
                  </a:lnTo>
                  <a:lnTo>
                    <a:pt x="938653" y="1188080"/>
                  </a:lnTo>
                  <a:lnTo>
                    <a:pt x="936189" y="1188080"/>
                  </a:lnTo>
                  <a:lnTo>
                    <a:pt x="933726" y="1188080"/>
                  </a:lnTo>
                  <a:lnTo>
                    <a:pt x="931262" y="1188080"/>
                  </a:lnTo>
                  <a:lnTo>
                    <a:pt x="928798" y="1188080"/>
                  </a:lnTo>
                  <a:lnTo>
                    <a:pt x="926335" y="1188080"/>
                  </a:lnTo>
                  <a:lnTo>
                    <a:pt x="923871" y="1188080"/>
                  </a:lnTo>
                  <a:lnTo>
                    <a:pt x="921407" y="1188080"/>
                  </a:lnTo>
                  <a:lnTo>
                    <a:pt x="918944" y="1188080"/>
                  </a:lnTo>
                  <a:lnTo>
                    <a:pt x="916480" y="1188080"/>
                  </a:lnTo>
                  <a:lnTo>
                    <a:pt x="914016" y="1188080"/>
                  </a:lnTo>
                  <a:lnTo>
                    <a:pt x="911553" y="1188080"/>
                  </a:lnTo>
                  <a:lnTo>
                    <a:pt x="909089" y="1188080"/>
                  </a:lnTo>
                  <a:lnTo>
                    <a:pt x="906625" y="1188080"/>
                  </a:lnTo>
                  <a:lnTo>
                    <a:pt x="904162" y="1188080"/>
                  </a:lnTo>
                  <a:lnTo>
                    <a:pt x="901698" y="1188080"/>
                  </a:lnTo>
                  <a:lnTo>
                    <a:pt x="899235" y="1188080"/>
                  </a:lnTo>
                  <a:lnTo>
                    <a:pt x="896771" y="1188080"/>
                  </a:lnTo>
                  <a:lnTo>
                    <a:pt x="894307" y="1188080"/>
                  </a:lnTo>
                  <a:lnTo>
                    <a:pt x="891844" y="1188080"/>
                  </a:lnTo>
                  <a:lnTo>
                    <a:pt x="889380" y="1188080"/>
                  </a:lnTo>
                  <a:lnTo>
                    <a:pt x="886916" y="1188080"/>
                  </a:lnTo>
                  <a:lnTo>
                    <a:pt x="884453" y="1188080"/>
                  </a:lnTo>
                  <a:lnTo>
                    <a:pt x="881989" y="1188080"/>
                  </a:lnTo>
                  <a:lnTo>
                    <a:pt x="879525" y="1188080"/>
                  </a:lnTo>
                  <a:lnTo>
                    <a:pt x="877062" y="1188080"/>
                  </a:lnTo>
                  <a:lnTo>
                    <a:pt x="874598" y="1188080"/>
                  </a:lnTo>
                  <a:lnTo>
                    <a:pt x="872134" y="1188080"/>
                  </a:lnTo>
                  <a:lnTo>
                    <a:pt x="869671" y="1188080"/>
                  </a:lnTo>
                  <a:lnTo>
                    <a:pt x="867207" y="1188080"/>
                  </a:lnTo>
                  <a:lnTo>
                    <a:pt x="864743" y="1188080"/>
                  </a:lnTo>
                  <a:lnTo>
                    <a:pt x="862280" y="1188080"/>
                  </a:lnTo>
                  <a:lnTo>
                    <a:pt x="859816" y="1188080"/>
                  </a:lnTo>
                  <a:lnTo>
                    <a:pt x="857352" y="1188080"/>
                  </a:lnTo>
                  <a:lnTo>
                    <a:pt x="854889" y="1188080"/>
                  </a:lnTo>
                  <a:lnTo>
                    <a:pt x="852425" y="1188080"/>
                  </a:lnTo>
                  <a:lnTo>
                    <a:pt x="849961" y="1188080"/>
                  </a:lnTo>
                  <a:lnTo>
                    <a:pt x="847498" y="1188080"/>
                  </a:lnTo>
                  <a:lnTo>
                    <a:pt x="845034" y="1188080"/>
                  </a:lnTo>
                  <a:lnTo>
                    <a:pt x="842570" y="1188080"/>
                  </a:lnTo>
                  <a:lnTo>
                    <a:pt x="840107" y="1188080"/>
                  </a:lnTo>
                  <a:lnTo>
                    <a:pt x="837643" y="1188080"/>
                  </a:lnTo>
                  <a:lnTo>
                    <a:pt x="835179" y="1188080"/>
                  </a:lnTo>
                  <a:lnTo>
                    <a:pt x="832716" y="1188080"/>
                  </a:lnTo>
                  <a:lnTo>
                    <a:pt x="830252" y="1188080"/>
                  </a:lnTo>
                  <a:lnTo>
                    <a:pt x="827788" y="1188080"/>
                  </a:lnTo>
                  <a:lnTo>
                    <a:pt x="825325" y="1188080"/>
                  </a:lnTo>
                  <a:lnTo>
                    <a:pt x="822861" y="1188080"/>
                  </a:lnTo>
                  <a:lnTo>
                    <a:pt x="820397" y="1188080"/>
                  </a:lnTo>
                  <a:lnTo>
                    <a:pt x="817934" y="1188080"/>
                  </a:lnTo>
                  <a:lnTo>
                    <a:pt x="815470" y="1188080"/>
                  </a:lnTo>
                  <a:lnTo>
                    <a:pt x="813006" y="1188080"/>
                  </a:lnTo>
                  <a:lnTo>
                    <a:pt x="810543" y="1188080"/>
                  </a:lnTo>
                  <a:lnTo>
                    <a:pt x="808079" y="1188080"/>
                  </a:lnTo>
                  <a:lnTo>
                    <a:pt x="805616" y="1188080"/>
                  </a:lnTo>
                  <a:lnTo>
                    <a:pt x="803152" y="1188080"/>
                  </a:lnTo>
                  <a:lnTo>
                    <a:pt x="800688" y="1188080"/>
                  </a:lnTo>
                  <a:lnTo>
                    <a:pt x="798225" y="1188080"/>
                  </a:lnTo>
                  <a:lnTo>
                    <a:pt x="795761" y="1188080"/>
                  </a:lnTo>
                  <a:lnTo>
                    <a:pt x="793297" y="1188080"/>
                  </a:lnTo>
                  <a:lnTo>
                    <a:pt x="790834" y="1188080"/>
                  </a:lnTo>
                  <a:lnTo>
                    <a:pt x="788370" y="1188080"/>
                  </a:lnTo>
                  <a:lnTo>
                    <a:pt x="785906" y="1188080"/>
                  </a:lnTo>
                  <a:lnTo>
                    <a:pt x="783443" y="1188080"/>
                  </a:lnTo>
                  <a:lnTo>
                    <a:pt x="780979" y="1188080"/>
                  </a:lnTo>
                  <a:lnTo>
                    <a:pt x="778515" y="1188080"/>
                  </a:lnTo>
                  <a:lnTo>
                    <a:pt x="776052" y="1188080"/>
                  </a:lnTo>
                  <a:lnTo>
                    <a:pt x="773588" y="1188080"/>
                  </a:lnTo>
                  <a:lnTo>
                    <a:pt x="771124" y="1188080"/>
                  </a:lnTo>
                  <a:lnTo>
                    <a:pt x="768661" y="1188080"/>
                  </a:lnTo>
                  <a:lnTo>
                    <a:pt x="766197" y="1188080"/>
                  </a:lnTo>
                  <a:lnTo>
                    <a:pt x="763733" y="1188080"/>
                  </a:lnTo>
                  <a:lnTo>
                    <a:pt x="761270" y="1188080"/>
                  </a:lnTo>
                  <a:lnTo>
                    <a:pt x="758806" y="1188080"/>
                  </a:lnTo>
                  <a:lnTo>
                    <a:pt x="756342" y="1188080"/>
                  </a:lnTo>
                  <a:lnTo>
                    <a:pt x="753879" y="1188080"/>
                  </a:lnTo>
                  <a:lnTo>
                    <a:pt x="751415" y="1188080"/>
                  </a:lnTo>
                  <a:lnTo>
                    <a:pt x="748951" y="1188080"/>
                  </a:lnTo>
                  <a:lnTo>
                    <a:pt x="746488" y="1188080"/>
                  </a:lnTo>
                  <a:lnTo>
                    <a:pt x="744024" y="1188080"/>
                  </a:lnTo>
                  <a:lnTo>
                    <a:pt x="741560" y="1188080"/>
                  </a:lnTo>
                  <a:lnTo>
                    <a:pt x="739097" y="1188080"/>
                  </a:lnTo>
                  <a:lnTo>
                    <a:pt x="736633" y="1188080"/>
                  </a:lnTo>
                  <a:lnTo>
                    <a:pt x="734169" y="1188080"/>
                  </a:lnTo>
                  <a:lnTo>
                    <a:pt x="731706" y="1188080"/>
                  </a:lnTo>
                  <a:lnTo>
                    <a:pt x="729242" y="1188080"/>
                  </a:lnTo>
                  <a:lnTo>
                    <a:pt x="726778" y="1188080"/>
                  </a:lnTo>
                  <a:lnTo>
                    <a:pt x="724315" y="1188080"/>
                  </a:lnTo>
                  <a:lnTo>
                    <a:pt x="721851" y="1188080"/>
                  </a:lnTo>
                  <a:lnTo>
                    <a:pt x="719388" y="1188080"/>
                  </a:lnTo>
                  <a:lnTo>
                    <a:pt x="716924" y="1188080"/>
                  </a:lnTo>
                  <a:lnTo>
                    <a:pt x="714460" y="1188080"/>
                  </a:lnTo>
                  <a:lnTo>
                    <a:pt x="711997" y="1188080"/>
                  </a:lnTo>
                  <a:lnTo>
                    <a:pt x="709533" y="1188080"/>
                  </a:lnTo>
                  <a:lnTo>
                    <a:pt x="707069" y="1188080"/>
                  </a:lnTo>
                  <a:lnTo>
                    <a:pt x="704606" y="1188080"/>
                  </a:lnTo>
                  <a:lnTo>
                    <a:pt x="702142" y="1188080"/>
                  </a:lnTo>
                  <a:lnTo>
                    <a:pt x="699678" y="1188080"/>
                  </a:lnTo>
                  <a:lnTo>
                    <a:pt x="697215" y="1188080"/>
                  </a:lnTo>
                  <a:lnTo>
                    <a:pt x="694751" y="1188080"/>
                  </a:lnTo>
                  <a:lnTo>
                    <a:pt x="692287" y="1188080"/>
                  </a:lnTo>
                  <a:lnTo>
                    <a:pt x="689824" y="1188080"/>
                  </a:lnTo>
                  <a:lnTo>
                    <a:pt x="687360" y="1188080"/>
                  </a:lnTo>
                  <a:lnTo>
                    <a:pt x="684896" y="1188080"/>
                  </a:lnTo>
                  <a:lnTo>
                    <a:pt x="682433" y="1188080"/>
                  </a:lnTo>
                  <a:lnTo>
                    <a:pt x="679969" y="1188080"/>
                  </a:lnTo>
                  <a:lnTo>
                    <a:pt x="677505" y="1188080"/>
                  </a:lnTo>
                  <a:lnTo>
                    <a:pt x="675042" y="1188080"/>
                  </a:lnTo>
                  <a:lnTo>
                    <a:pt x="672578" y="1188080"/>
                  </a:lnTo>
                  <a:lnTo>
                    <a:pt x="670114" y="1188080"/>
                  </a:lnTo>
                  <a:lnTo>
                    <a:pt x="667651" y="1188080"/>
                  </a:lnTo>
                  <a:lnTo>
                    <a:pt x="665187" y="1188080"/>
                  </a:lnTo>
                  <a:lnTo>
                    <a:pt x="662723" y="1188080"/>
                  </a:lnTo>
                  <a:lnTo>
                    <a:pt x="660260" y="1188080"/>
                  </a:lnTo>
                  <a:lnTo>
                    <a:pt x="657796" y="1188080"/>
                  </a:lnTo>
                  <a:lnTo>
                    <a:pt x="655332" y="1188080"/>
                  </a:lnTo>
                  <a:lnTo>
                    <a:pt x="652869" y="1188080"/>
                  </a:lnTo>
                  <a:lnTo>
                    <a:pt x="650405" y="1188080"/>
                  </a:lnTo>
                  <a:lnTo>
                    <a:pt x="647941" y="1188080"/>
                  </a:lnTo>
                  <a:lnTo>
                    <a:pt x="645478" y="1188080"/>
                  </a:lnTo>
                  <a:lnTo>
                    <a:pt x="643014" y="1188080"/>
                  </a:lnTo>
                  <a:lnTo>
                    <a:pt x="640550" y="1188080"/>
                  </a:lnTo>
                  <a:lnTo>
                    <a:pt x="638087" y="1188080"/>
                  </a:lnTo>
                  <a:lnTo>
                    <a:pt x="635623" y="1188080"/>
                  </a:lnTo>
                  <a:lnTo>
                    <a:pt x="633159" y="1188080"/>
                  </a:lnTo>
                  <a:lnTo>
                    <a:pt x="630696" y="1188080"/>
                  </a:lnTo>
                  <a:lnTo>
                    <a:pt x="628232" y="1188080"/>
                  </a:lnTo>
                  <a:lnTo>
                    <a:pt x="625769" y="1188080"/>
                  </a:lnTo>
                  <a:lnTo>
                    <a:pt x="623305" y="1188080"/>
                  </a:lnTo>
                  <a:lnTo>
                    <a:pt x="620841" y="1188080"/>
                  </a:lnTo>
                  <a:lnTo>
                    <a:pt x="618378" y="1188080"/>
                  </a:lnTo>
                  <a:lnTo>
                    <a:pt x="615914" y="1188080"/>
                  </a:lnTo>
                  <a:lnTo>
                    <a:pt x="613450" y="1188080"/>
                  </a:lnTo>
                  <a:lnTo>
                    <a:pt x="610987" y="1188080"/>
                  </a:lnTo>
                  <a:lnTo>
                    <a:pt x="608523" y="1188080"/>
                  </a:lnTo>
                  <a:lnTo>
                    <a:pt x="606059" y="1188080"/>
                  </a:lnTo>
                  <a:lnTo>
                    <a:pt x="603596" y="1188080"/>
                  </a:lnTo>
                  <a:lnTo>
                    <a:pt x="601132" y="1188080"/>
                  </a:lnTo>
                  <a:lnTo>
                    <a:pt x="598668" y="1188080"/>
                  </a:lnTo>
                  <a:lnTo>
                    <a:pt x="596205" y="1188080"/>
                  </a:lnTo>
                  <a:lnTo>
                    <a:pt x="593741" y="1188080"/>
                  </a:lnTo>
                  <a:lnTo>
                    <a:pt x="591277" y="1188080"/>
                  </a:lnTo>
                  <a:lnTo>
                    <a:pt x="588814" y="1188080"/>
                  </a:lnTo>
                  <a:lnTo>
                    <a:pt x="586350" y="1188080"/>
                  </a:lnTo>
                  <a:lnTo>
                    <a:pt x="583886" y="1188080"/>
                  </a:lnTo>
                  <a:lnTo>
                    <a:pt x="581423" y="1188080"/>
                  </a:lnTo>
                  <a:lnTo>
                    <a:pt x="578959" y="1188080"/>
                  </a:lnTo>
                  <a:lnTo>
                    <a:pt x="576495" y="1188080"/>
                  </a:lnTo>
                  <a:lnTo>
                    <a:pt x="574032" y="1188080"/>
                  </a:lnTo>
                  <a:lnTo>
                    <a:pt x="571568" y="1188080"/>
                  </a:lnTo>
                  <a:lnTo>
                    <a:pt x="569104" y="1188080"/>
                  </a:lnTo>
                  <a:lnTo>
                    <a:pt x="566641" y="1188080"/>
                  </a:lnTo>
                  <a:lnTo>
                    <a:pt x="564177" y="1188080"/>
                  </a:lnTo>
                  <a:lnTo>
                    <a:pt x="561713" y="1188080"/>
                  </a:lnTo>
                  <a:lnTo>
                    <a:pt x="559250" y="1188080"/>
                  </a:lnTo>
                  <a:lnTo>
                    <a:pt x="556786" y="1188080"/>
                  </a:lnTo>
                  <a:lnTo>
                    <a:pt x="554322" y="1188080"/>
                  </a:lnTo>
                  <a:lnTo>
                    <a:pt x="551859" y="1188080"/>
                  </a:lnTo>
                  <a:lnTo>
                    <a:pt x="549395" y="1188080"/>
                  </a:lnTo>
                  <a:lnTo>
                    <a:pt x="546931" y="1188080"/>
                  </a:lnTo>
                  <a:lnTo>
                    <a:pt x="544468" y="1188080"/>
                  </a:lnTo>
                  <a:lnTo>
                    <a:pt x="542004" y="1188080"/>
                  </a:lnTo>
                  <a:lnTo>
                    <a:pt x="539541" y="1188080"/>
                  </a:lnTo>
                  <a:lnTo>
                    <a:pt x="537077" y="1188080"/>
                  </a:lnTo>
                  <a:lnTo>
                    <a:pt x="534613" y="1188080"/>
                  </a:lnTo>
                  <a:lnTo>
                    <a:pt x="532150" y="1188080"/>
                  </a:lnTo>
                  <a:lnTo>
                    <a:pt x="529686" y="1188080"/>
                  </a:lnTo>
                  <a:lnTo>
                    <a:pt x="527222" y="1188080"/>
                  </a:lnTo>
                  <a:lnTo>
                    <a:pt x="524759" y="1188080"/>
                  </a:lnTo>
                  <a:lnTo>
                    <a:pt x="522295" y="1188080"/>
                  </a:lnTo>
                  <a:lnTo>
                    <a:pt x="519831" y="1188080"/>
                  </a:lnTo>
                  <a:lnTo>
                    <a:pt x="517368" y="1188080"/>
                  </a:lnTo>
                  <a:lnTo>
                    <a:pt x="514904" y="1188080"/>
                  </a:lnTo>
                  <a:lnTo>
                    <a:pt x="512440" y="1188080"/>
                  </a:lnTo>
                  <a:lnTo>
                    <a:pt x="509977" y="1188080"/>
                  </a:lnTo>
                  <a:lnTo>
                    <a:pt x="507513" y="1188080"/>
                  </a:lnTo>
                  <a:lnTo>
                    <a:pt x="505049" y="1188080"/>
                  </a:lnTo>
                  <a:lnTo>
                    <a:pt x="502586" y="1188080"/>
                  </a:lnTo>
                  <a:lnTo>
                    <a:pt x="500122" y="1188080"/>
                  </a:lnTo>
                  <a:lnTo>
                    <a:pt x="497658" y="1188080"/>
                  </a:lnTo>
                  <a:lnTo>
                    <a:pt x="495195" y="1188080"/>
                  </a:lnTo>
                  <a:lnTo>
                    <a:pt x="492731" y="1188080"/>
                  </a:lnTo>
                  <a:lnTo>
                    <a:pt x="490267" y="1188080"/>
                  </a:lnTo>
                  <a:lnTo>
                    <a:pt x="487804" y="1188080"/>
                  </a:lnTo>
                  <a:lnTo>
                    <a:pt x="485340" y="1188080"/>
                  </a:lnTo>
                  <a:lnTo>
                    <a:pt x="482876" y="1188080"/>
                  </a:lnTo>
                  <a:lnTo>
                    <a:pt x="480413" y="1188080"/>
                  </a:lnTo>
                  <a:lnTo>
                    <a:pt x="477949" y="1188080"/>
                  </a:lnTo>
                  <a:lnTo>
                    <a:pt x="475485" y="1188080"/>
                  </a:lnTo>
                  <a:lnTo>
                    <a:pt x="473022" y="1188080"/>
                  </a:lnTo>
                  <a:lnTo>
                    <a:pt x="470558" y="1188080"/>
                  </a:lnTo>
                  <a:lnTo>
                    <a:pt x="468094" y="1188080"/>
                  </a:lnTo>
                  <a:lnTo>
                    <a:pt x="465631" y="1188080"/>
                  </a:lnTo>
                  <a:lnTo>
                    <a:pt x="463167" y="1188080"/>
                  </a:lnTo>
                  <a:lnTo>
                    <a:pt x="460703" y="1188080"/>
                  </a:lnTo>
                  <a:lnTo>
                    <a:pt x="458240" y="1188080"/>
                  </a:lnTo>
                  <a:lnTo>
                    <a:pt x="455776" y="1188080"/>
                  </a:lnTo>
                  <a:lnTo>
                    <a:pt x="453312" y="1188080"/>
                  </a:lnTo>
                  <a:lnTo>
                    <a:pt x="450849" y="1188080"/>
                  </a:lnTo>
                  <a:lnTo>
                    <a:pt x="448385" y="1188080"/>
                  </a:lnTo>
                  <a:lnTo>
                    <a:pt x="445922" y="1188080"/>
                  </a:lnTo>
                  <a:lnTo>
                    <a:pt x="443458" y="1188080"/>
                  </a:lnTo>
                  <a:lnTo>
                    <a:pt x="440994" y="1188080"/>
                  </a:lnTo>
                  <a:lnTo>
                    <a:pt x="438531" y="1188080"/>
                  </a:lnTo>
                  <a:lnTo>
                    <a:pt x="436067" y="1188080"/>
                  </a:lnTo>
                  <a:lnTo>
                    <a:pt x="433603" y="1188080"/>
                  </a:lnTo>
                  <a:lnTo>
                    <a:pt x="431140" y="1188080"/>
                  </a:lnTo>
                  <a:lnTo>
                    <a:pt x="428676" y="1188080"/>
                  </a:lnTo>
                  <a:lnTo>
                    <a:pt x="426212" y="1188080"/>
                  </a:lnTo>
                  <a:lnTo>
                    <a:pt x="423749" y="1188080"/>
                  </a:lnTo>
                  <a:lnTo>
                    <a:pt x="421285" y="1188080"/>
                  </a:lnTo>
                  <a:lnTo>
                    <a:pt x="418821" y="1188080"/>
                  </a:lnTo>
                  <a:lnTo>
                    <a:pt x="416358" y="1188080"/>
                  </a:lnTo>
                  <a:lnTo>
                    <a:pt x="413894" y="1188080"/>
                  </a:lnTo>
                  <a:lnTo>
                    <a:pt x="411430" y="1188080"/>
                  </a:lnTo>
                  <a:lnTo>
                    <a:pt x="408967" y="1188080"/>
                  </a:lnTo>
                  <a:lnTo>
                    <a:pt x="406503" y="1188080"/>
                  </a:lnTo>
                  <a:lnTo>
                    <a:pt x="404039" y="1188080"/>
                  </a:lnTo>
                  <a:lnTo>
                    <a:pt x="401576" y="1188080"/>
                  </a:lnTo>
                  <a:lnTo>
                    <a:pt x="399112" y="1188080"/>
                  </a:lnTo>
                  <a:lnTo>
                    <a:pt x="396648" y="1188080"/>
                  </a:lnTo>
                  <a:lnTo>
                    <a:pt x="394185" y="1188080"/>
                  </a:lnTo>
                  <a:lnTo>
                    <a:pt x="391721" y="1188080"/>
                  </a:lnTo>
                  <a:lnTo>
                    <a:pt x="389257" y="1188080"/>
                  </a:lnTo>
                  <a:lnTo>
                    <a:pt x="386794" y="1188080"/>
                  </a:lnTo>
                  <a:lnTo>
                    <a:pt x="384330" y="1188080"/>
                  </a:lnTo>
                  <a:lnTo>
                    <a:pt x="381866" y="1188080"/>
                  </a:lnTo>
                  <a:lnTo>
                    <a:pt x="379403" y="1188080"/>
                  </a:lnTo>
                  <a:lnTo>
                    <a:pt x="376939" y="1188080"/>
                  </a:lnTo>
                  <a:lnTo>
                    <a:pt x="374475" y="1188080"/>
                  </a:lnTo>
                  <a:lnTo>
                    <a:pt x="372012" y="1188080"/>
                  </a:lnTo>
                  <a:lnTo>
                    <a:pt x="369548" y="1188080"/>
                  </a:lnTo>
                  <a:lnTo>
                    <a:pt x="367084" y="1188080"/>
                  </a:lnTo>
                  <a:lnTo>
                    <a:pt x="364621" y="1188080"/>
                  </a:lnTo>
                  <a:lnTo>
                    <a:pt x="362157" y="1188080"/>
                  </a:lnTo>
                  <a:lnTo>
                    <a:pt x="359694" y="1188080"/>
                  </a:lnTo>
                  <a:lnTo>
                    <a:pt x="357230" y="1188080"/>
                  </a:lnTo>
                  <a:lnTo>
                    <a:pt x="354766" y="1188080"/>
                  </a:lnTo>
                  <a:lnTo>
                    <a:pt x="352303" y="1188080"/>
                  </a:lnTo>
                  <a:lnTo>
                    <a:pt x="349839" y="1188080"/>
                  </a:lnTo>
                  <a:lnTo>
                    <a:pt x="347375" y="1188080"/>
                  </a:lnTo>
                  <a:lnTo>
                    <a:pt x="344912" y="1188080"/>
                  </a:lnTo>
                  <a:lnTo>
                    <a:pt x="342448" y="1188080"/>
                  </a:lnTo>
                  <a:lnTo>
                    <a:pt x="339984" y="1188080"/>
                  </a:lnTo>
                  <a:lnTo>
                    <a:pt x="337521" y="1188080"/>
                  </a:lnTo>
                  <a:lnTo>
                    <a:pt x="335057" y="1188080"/>
                  </a:lnTo>
                  <a:lnTo>
                    <a:pt x="332593" y="1188080"/>
                  </a:lnTo>
                  <a:lnTo>
                    <a:pt x="330130" y="1188080"/>
                  </a:lnTo>
                  <a:lnTo>
                    <a:pt x="327666" y="1188080"/>
                  </a:lnTo>
                  <a:lnTo>
                    <a:pt x="325202" y="1188080"/>
                  </a:lnTo>
                  <a:lnTo>
                    <a:pt x="322739" y="1188080"/>
                  </a:lnTo>
                  <a:lnTo>
                    <a:pt x="320275" y="1188080"/>
                  </a:lnTo>
                  <a:lnTo>
                    <a:pt x="317811" y="1188080"/>
                  </a:lnTo>
                  <a:lnTo>
                    <a:pt x="315348" y="1188080"/>
                  </a:lnTo>
                  <a:lnTo>
                    <a:pt x="312884" y="1188080"/>
                  </a:lnTo>
                  <a:lnTo>
                    <a:pt x="310420" y="1188080"/>
                  </a:lnTo>
                  <a:lnTo>
                    <a:pt x="307957" y="1188080"/>
                  </a:lnTo>
                  <a:lnTo>
                    <a:pt x="305493" y="1188080"/>
                  </a:lnTo>
                  <a:lnTo>
                    <a:pt x="303029" y="1188080"/>
                  </a:lnTo>
                  <a:lnTo>
                    <a:pt x="300566" y="1188080"/>
                  </a:lnTo>
                  <a:lnTo>
                    <a:pt x="298102" y="1188080"/>
                  </a:lnTo>
                  <a:lnTo>
                    <a:pt x="295638" y="1188080"/>
                  </a:lnTo>
                  <a:lnTo>
                    <a:pt x="293175" y="1188080"/>
                  </a:lnTo>
                  <a:lnTo>
                    <a:pt x="290711" y="1188080"/>
                  </a:lnTo>
                  <a:lnTo>
                    <a:pt x="288247" y="1188080"/>
                  </a:lnTo>
                  <a:lnTo>
                    <a:pt x="285784" y="1188080"/>
                  </a:lnTo>
                  <a:lnTo>
                    <a:pt x="283320" y="1188080"/>
                  </a:lnTo>
                  <a:lnTo>
                    <a:pt x="280856" y="1188080"/>
                  </a:lnTo>
                  <a:lnTo>
                    <a:pt x="278393" y="1188080"/>
                  </a:lnTo>
                  <a:lnTo>
                    <a:pt x="275929" y="1188080"/>
                  </a:lnTo>
                  <a:lnTo>
                    <a:pt x="273465" y="1188080"/>
                  </a:lnTo>
                  <a:lnTo>
                    <a:pt x="271002" y="1188080"/>
                  </a:lnTo>
                  <a:lnTo>
                    <a:pt x="268538" y="1188080"/>
                  </a:lnTo>
                  <a:lnTo>
                    <a:pt x="266075" y="1188080"/>
                  </a:lnTo>
                  <a:lnTo>
                    <a:pt x="263611" y="1188080"/>
                  </a:lnTo>
                  <a:lnTo>
                    <a:pt x="261147" y="1188080"/>
                  </a:lnTo>
                  <a:lnTo>
                    <a:pt x="258684" y="1188080"/>
                  </a:lnTo>
                  <a:lnTo>
                    <a:pt x="256220" y="1188080"/>
                  </a:lnTo>
                  <a:lnTo>
                    <a:pt x="253756" y="1188080"/>
                  </a:lnTo>
                  <a:lnTo>
                    <a:pt x="251293" y="1188080"/>
                  </a:lnTo>
                  <a:lnTo>
                    <a:pt x="248829" y="1188080"/>
                  </a:lnTo>
                  <a:lnTo>
                    <a:pt x="246365" y="1188080"/>
                  </a:lnTo>
                  <a:lnTo>
                    <a:pt x="243902" y="1188080"/>
                  </a:lnTo>
                  <a:lnTo>
                    <a:pt x="241438" y="1188080"/>
                  </a:lnTo>
                  <a:lnTo>
                    <a:pt x="238974" y="1188080"/>
                  </a:lnTo>
                  <a:lnTo>
                    <a:pt x="236511" y="1188080"/>
                  </a:lnTo>
                  <a:lnTo>
                    <a:pt x="234047" y="1188080"/>
                  </a:lnTo>
                  <a:lnTo>
                    <a:pt x="231583" y="1188080"/>
                  </a:lnTo>
                  <a:lnTo>
                    <a:pt x="229120" y="1188080"/>
                  </a:lnTo>
                  <a:lnTo>
                    <a:pt x="226656" y="1188080"/>
                  </a:lnTo>
                  <a:lnTo>
                    <a:pt x="224192" y="1188080"/>
                  </a:lnTo>
                  <a:lnTo>
                    <a:pt x="221729" y="1188080"/>
                  </a:lnTo>
                  <a:lnTo>
                    <a:pt x="219265" y="1188080"/>
                  </a:lnTo>
                  <a:lnTo>
                    <a:pt x="216801" y="1188080"/>
                  </a:lnTo>
                  <a:lnTo>
                    <a:pt x="214338" y="1188080"/>
                  </a:lnTo>
                  <a:lnTo>
                    <a:pt x="211874" y="1188080"/>
                  </a:lnTo>
                  <a:lnTo>
                    <a:pt x="209410" y="1188080"/>
                  </a:lnTo>
                  <a:lnTo>
                    <a:pt x="206947" y="1188080"/>
                  </a:lnTo>
                  <a:lnTo>
                    <a:pt x="204483" y="1188080"/>
                  </a:lnTo>
                  <a:lnTo>
                    <a:pt x="202019" y="1188080"/>
                  </a:lnTo>
                  <a:lnTo>
                    <a:pt x="199556" y="1188080"/>
                  </a:lnTo>
                  <a:lnTo>
                    <a:pt x="197092" y="1188080"/>
                  </a:lnTo>
                  <a:lnTo>
                    <a:pt x="194628" y="1188080"/>
                  </a:lnTo>
                  <a:lnTo>
                    <a:pt x="192165" y="1188080"/>
                  </a:lnTo>
                  <a:lnTo>
                    <a:pt x="189701" y="1188080"/>
                  </a:lnTo>
                  <a:lnTo>
                    <a:pt x="187237" y="1188080"/>
                  </a:lnTo>
                  <a:lnTo>
                    <a:pt x="184774" y="1188080"/>
                  </a:lnTo>
                  <a:lnTo>
                    <a:pt x="182310" y="1188080"/>
                  </a:lnTo>
                  <a:lnTo>
                    <a:pt x="179847" y="1188080"/>
                  </a:lnTo>
                  <a:lnTo>
                    <a:pt x="177383" y="1188080"/>
                  </a:lnTo>
                  <a:lnTo>
                    <a:pt x="174919" y="1188080"/>
                  </a:lnTo>
                  <a:lnTo>
                    <a:pt x="172456" y="1188080"/>
                  </a:lnTo>
                  <a:lnTo>
                    <a:pt x="169992" y="1188080"/>
                  </a:lnTo>
                  <a:lnTo>
                    <a:pt x="167528" y="1188080"/>
                  </a:lnTo>
                  <a:lnTo>
                    <a:pt x="165065" y="1188080"/>
                  </a:lnTo>
                  <a:lnTo>
                    <a:pt x="162601" y="1188080"/>
                  </a:lnTo>
                  <a:lnTo>
                    <a:pt x="160137" y="1188080"/>
                  </a:lnTo>
                  <a:lnTo>
                    <a:pt x="157674" y="1188080"/>
                  </a:lnTo>
                  <a:lnTo>
                    <a:pt x="155210" y="1188080"/>
                  </a:lnTo>
                  <a:lnTo>
                    <a:pt x="152746" y="1188080"/>
                  </a:lnTo>
                  <a:lnTo>
                    <a:pt x="150283" y="1188080"/>
                  </a:lnTo>
                  <a:lnTo>
                    <a:pt x="147819" y="1188080"/>
                  </a:lnTo>
                  <a:lnTo>
                    <a:pt x="145355" y="1188080"/>
                  </a:lnTo>
                  <a:lnTo>
                    <a:pt x="142892" y="1188080"/>
                  </a:lnTo>
                  <a:lnTo>
                    <a:pt x="140428" y="1188080"/>
                  </a:lnTo>
                  <a:lnTo>
                    <a:pt x="137964" y="1188080"/>
                  </a:lnTo>
                  <a:lnTo>
                    <a:pt x="135501" y="1188080"/>
                  </a:lnTo>
                  <a:lnTo>
                    <a:pt x="133037" y="1188080"/>
                  </a:lnTo>
                  <a:lnTo>
                    <a:pt x="130573" y="1188080"/>
                  </a:lnTo>
                  <a:lnTo>
                    <a:pt x="128110" y="1188080"/>
                  </a:lnTo>
                  <a:lnTo>
                    <a:pt x="125646" y="1188080"/>
                  </a:lnTo>
                  <a:lnTo>
                    <a:pt x="123182" y="1188080"/>
                  </a:lnTo>
                  <a:lnTo>
                    <a:pt x="120719" y="1188080"/>
                  </a:lnTo>
                  <a:lnTo>
                    <a:pt x="118255" y="1188080"/>
                  </a:lnTo>
                  <a:lnTo>
                    <a:pt x="115791" y="1188080"/>
                  </a:lnTo>
                  <a:lnTo>
                    <a:pt x="113328" y="1188080"/>
                  </a:lnTo>
                  <a:lnTo>
                    <a:pt x="110864" y="1188080"/>
                  </a:lnTo>
                  <a:lnTo>
                    <a:pt x="108400" y="1188080"/>
                  </a:lnTo>
                  <a:lnTo>
                    <a:pt x="105937" y="1188080"/>
                  </a:lnTo>
                  <a:lnTo>
                    <a:pt x="103473" y="1188080"/>
                  </a:lnTo>
                  <a:lnTo>
                    <a:pt x="101009" y="1188080"/>
                  </a:lnTo>
                  <a:lnTo>
                    <a:pt x="98546" y="1188080"/>
                  </a:lnTo>
                  <a:lnTo>
                    <a:pt x="96082" y="1188080"/>
                  </a:lnTo>
                  <a:lnTo>
                    <a:pt x="93618" y="1188080"/>
                  </a:lnTo>
                  <a:lnTo>
                    <a:pt x="91155" y="1188080"/>
                  </a:lnTo>
                  <a:lnTo>
                    <a:pt x="88691" y="1188080"/>
                  </a:lnTo>
                  <a:lnTo>
                    <a:pt x="86228" y="1188080"/>
                  </a:lnTo>
                  <a:lnTo>
                    <a:pt x="83764" y="1188080"/>
                  </a:lnTo>
                  <a:lnTo>
                    <a:pt x="81300" y="1188080"/>
                  </a:lnTo>
                  <a:lnTo>
                    <a:pt x="78837" y="1188080"/>
                  </a:lnTo>
                  <a:lnTo>
                    <a:pt x="76373" y="1188080"/>
                  </a:lnTo>
                  <a:lnTo>
                    <a:pt x="73909" y="1188080"/>
                  </a:lnTo>
                  <a:lnTo>
                    <a:pt x="71446" y="1188080"/>
                  </a:lnTo>
                  <a:lnTo>
                    <a:pt x="68982" y="1188080"/>
                  </a:lnTo>
                  <a:lnTo>
                    <a:pt x="66518" y="1188080"/>
                  </a:lnTo>
                  <a:lnTo>
                    <a:pt x="64055" y="1188080"/>
                  </a:lnTo>
                  <a:lnTo>
                    <a:pt x="61591" y="1188080"/>
                  </a:lnTo>
                  <a:lnTo>
                    <a:pt x="59127" y="1188080"/>
                  </a:lnTo>
                  <a:lnTo>
                    <a:pt x="56664" y="1188080"/>
                  </a:lnTo>
                  <a:lnTo>
                    <a:pt x="54200" y="1188080"/>
                  </a:lnTo>
                  <a:lnTo>
                    <a:pt x="51736" y="1188080"/>
                  </a:lnTo>
                  <a:lnTo>
                    <a:pt x="49273" y="1188080"/>
                  </a:lnTo>
                  <a:lnTo>
                    <a:pt x="46809" y="1188080"/>
                  </a:lnTo>
                  <a:lnTo>
                    <a:pt x="44345" y="1188080"/>
                  </a:lnTo>
                  <a:lnTo>
                    <a:pt x="41882" y="1188080"/>
                  </a:lnTo>
                  <a:lnTo>
                    <a:pt x="39418" y="1188080"/>
                  </a:lnTo>
                  <a:lnTo>
                    <a:pt x="36954" y="1188080"/>
                  </a:lnTo>
                  <a:lnTo>
                    <a:pt x="34491" y="1188080"/>
                  </a:lnTo>
                  <a:lnTo>
                    <a:pt x="32027" y="1188080"/>
                  </a:lnTo>
                  <a:lnTo>
                    <a:pt x="29563" y="1188080"/>
                  </a:lnTo>
                  <a:lnTo>
                    <a:pt x="27100" y="1188080"/>
                  </a:lnTo>
                  <a:lnTo>
                    <a:pt x="24636" y="1188080"/>
                  </a:lnTo>
                  <a:lnTo>
                    <a:pt x="22172" y="1188080"/>
                  </a:lnTo>
                  <a:lnTo>
                    <a:pt x="19709" y="1188080"/>
                  </a:lnTo>
                  <a:lnTo>
                    <a:pt x="17245" y="1188080"/>
                  </a:lnTo>
                  <a:lnTo>
                    <a:pt x="14781" y="1188080"/>
                  </a:lnTo>
                  <a:lnTo>
                    <a:pt x="12318" y="1188080"/>
                  </a:lnTo>
                  <a:lnTo>
                    <a:pt x="9854" y="1188080"/>
                  </a:lnTo>
                  <a:lnTo>
                    <a:pt x="7390" y="1188080"/>
                  </a:lnTo>
                  <a:lnTo>
                    <a:pt x="4927" y="1188080"/>
                  </a:lnTo>
                  <a:lnTo>
                    <a:pt x="2463" y="118808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8529616" y="4965817"/>
              <a:ext cx="1258929" cy="1188080"/>
            </a:xfrm>
            <a:custGeom>
              <a:avLst/>
              <a:pathLst>
                <a:path w="1258929" h="1188080">
                  <a:moveTo>
                    <a:pt x="0" y="1188080"/>
                  </a:moveTo>
                  <a:lnTo>
                    <a:pt x="2463" y="1188080"/>
                  </a:lnTo>
                  <a:lnTo>
                    <a:pt x="4927" y="1188080"/>
                  </a:lnTo>
                  <a:lnTo>
                    <a:pt x="7390" y="1188080"/>
                  </a:lnTo>
                  <a:lnTo>
                    <a:pt x="9854" y="1188080"/>
                  </a:lnTo>
                  <a:lnTo>
                    <a:pt x="12318" y="1188080"/>
                  </a:lnTo>
                  <a:lnTo>
                    <a:pt x="14781" y="1188080"/>
                  </a:lnTo>
                  <a:lnTo>
                    <a:pt x="17245" y="1188080"/>
                  </a:lnTo>
                  <a:lnTo>
                    <a:pt x="19709" y="1188080"/>
                  </a:lnTo>
                  <a:lnTo>
                    <a:pt x="22172" y="1188080"/>
                  </a:lnTo>
                  <a:lnTo>
                    <a:pt x="24636" y="1188080"/>
                  </a:lnTo>
                  <a:lnTo>
                    <a:pt x="27100" y="1188080"/>
                  </a:lnTo>
                  <a:lnTo>
                    <a:pt x="29563" y="1188080"/>
                  </a:lnTo>
                  <a:lnTo>
                    <a:pt x="32027" y="1188080"/>
                  </a:lnTo>
                  <a:lnTo>
                    <a:pt x="34491" y="1188079"/>
                  </a:lnTo>
                  <a:lnTo>
                    <a:pt x="36954" y="1188079"/>
                  </a:lnTo>
                  <a:lnTo>
                    <a:pt x="39418" y="1188078"/>
                  </a:lnTo>
                  <a:lnTo>
                    <a:pt x="41882" y="1188077"/>
                  </a:lnTo>
                  <a:lnTo>
                    <a:pt x="44345" y="1188074"/>
                  </a:lnTo>
                  <a:lnTo>
                    <a:pt x="46809" y="1188070"/>
                  </a:lnTo>
                  <a:lnTo>
                    <a:pt x="49273" y="1188062"/>
                  </a:lnTo>
                  <a:lnTo>
                    <a:pt x="51736" y="1188050"/>
                  </a:lnTo>
                  <a:lnTo>
                    <a:pt x="54200" y="1188031"/>
                  </a:lnTo>
                  <a:lnTo>
                    <a:pt x="56664" y="1188000"/>
                  </a:lnTo>
                  <a:lnTo>
                    <a:pt x="59127" y="1187953"/>
                  </a:lnTo>
                  <a:lnTo>
                    <a:pt x="61591" y="1187882"/>
                  </a:lnTo>
                  <a:lnTo>
                    <a:pt x="64055" y="1187770"/>
                  </a:lnTo>
                  <a:lnTo>
                    <a:pt x="66518" y="1187605"/>
                  </a:lnTo>
                  <a:lnTo>
                    <a:pt x="68982" y="1187365"/>
                  </a:lnTo>
                  <a:lnTo>
                    <a:pt x="71446" y="1187024"/>
                  </a:lnTo>
                  <a:lnTo>
                    <a:pt x="73909" y="1186548"/>
                  </a:lnTo>
                  <a:lnTo>
                    <a:pt x="76373" y="1185899"/>
                  </a:lnTo>
                  <a:lnTo>
                    <a:pt x="78837" y="1185027"/>
                  </a:lnTo>
                  <a:lnTo>
                    <a:pt x="81300" y="1183879"/>
                  </a:lnTo>
                  <a:lnTo>
                    <a:pt x="83764" y="1182393"/>
                  </a:lnTo>
                  <a:lnTo>
                    <a:pt x="86228" y="1180475"/>
                  </a:lnTo>
                  <a:lnTo>
                    <a:pt x="88691" y="1178032"/>
                  </a:lnTo>
                  <a:lnTo>
                    <a:pt x="91155" y="1175027"/>
                  </a:lnTo>
                  <a:lnTo>
                    <a:pt x="93618" y="1171399"/>
                  </a:lnTo>
                  <a:lnTo>
                    <a:pt x="96082" y="1167099"/>
                  </a:lnTo>
                  <a:lnTo>
                    <a:pt x="98546" y="1162092"/>
                  </a:lnTo>
                  <a:lnTo>
                    <a:pt x="101009" y="1156366"/>
                  </a:lnTo>
                  <a:lnTo>
                    <a:pt x="103473" y="1149932"/>
                  </a:lnTo>
                  <a:lnTo>
                    <a:pt x="105937" y="1142827"/>
                  </a:lnTo>
                  <a:lnTo>
                    <a:pt x="108400" y="1135118"/>
                  </a:lnTo>
                  <a:lnTo>
                    <a:pt x="110864" y="1126864"/>
                  </a:lnTo>
                  <a:lnTo>
                    <a:pt x="113328" y="1118265"/>
                  </a:lnTo>
                  <a:lnTo>
                    <a:pt x="115791" y="1109487"/>
                  </a:lnTo>
                  <a:lnTo>
                    <a:pt x="118255" y="1100704"/>
                  </a:lnTo>
                  <a:lnTo>
                    <a:pt x="120719" y="1092095"/>
                  </a:lnTo>
                  <a:lnTo>
                    <a:pt x="123182" y="1083839"/>
                  </a:lnTo>
                  <a:lnTo>
                    <a:pt x="125646" y="1076106"/>
                  </a:lnTo>
                  <a:lnTo>
                    <a:pt x="128110" y="1069051"/>
                  </a:lnTo>
                  <a:lnTo>
                    <a:pt x="130573" y="1062804"/>
                  </a:lnTo>
                  <a:lnTo>
                    <a:pt x="133037" y="1057496"/>
                  </a:lnTo>
                  <a:lnTo>
                    <a:pt x="135501" y="1053266"/>
                  </a:lnTo>
                  <a:lnTo>
                    <a:pt x="137964" y="1050030"/>
                  </a:lnTo>
                  <a:lnTo>
                    <a:pt x="140428" y="1047757"/>
                  </a:lnTo>
                  <a:lnTo>
                    <a:pt x="142892" y="1046383"/>
                  </a:lnTo>
                  <a:lnTo>
                    <a:pt x="145355" y="1045809"/>
                  </a:lnTo>
                  <a:lnTo>
                    <a:pt x="147819" y="1045909"/>
                  </a:lnTo>
                  <a:lnTo>
                    <a:pt x="150283" y="1046541"/>
                  </a:lnTo>
                  <a:lnTo>
                    <a:pt x="152746" y="1047547"/>
                  </a:lnTo>
                  <a:lnTo>
                    <a:pt x="155210" y="1048768"/>
                  </a:lnTo>
                  <a:lnTo>
                    <a:pt x="157674" y="1050039"/>
                  </a:lnTo>
                  <a:lnTo>
                    <a:pt x="160137" y="1051196"/>
                  </a:lnTo>
                  <a:lnTo>
                    <a:pt x="162601" y="1052128"/>
                  </a:lnTo>
                  <a:lnTo>
                    <a:pt x="165065" y="1052756"/>
                  </a:lnTo>
                  <a:lnTo>
                    <a:pt x="167528" y="1053027"/>
                  </a:lnTo>
                  <a:lnTo>
                    <a:pt x="169992" y="1052912"/>
                  </a:lnTo>
                  <a:lnTo>
                    <a:pt x="172456" y="1052407"/>
                  </a:lnTo>
                  <a:lnTo>
                    <a:pt x="174919" y="1051520"/>
                  </a:lnTo>
                  <a:lnTo>
                    <a:pt x="177383" y="1050269"/>
                  </a:lnTo>
                  <a:lnTo>
                    <a:pt x="179847" y="1048675"/>
                  </a:lnTo>
                  <a:lnTo>
                    <a:pt x="182310" y="1046708"/>
                  </a:lnTo>
                  <a:lnTo>
                    <a:pt x="184774" y="1044410"/>
                  </a:lnTo>
                  <a:lnTo>
                    <a:pt x="187237" y="1041762"/>
                  </a:lnTo>
                  <a:lnTo>
                    <a:pt x="189701" y="1038735"/>
                  </a:lnTo>
                  <a:lnTo>
                    <a:pt x="192165" y="1035293"/>
                  </a:lnTo>
                  <a:lnTo>
                    <a:pt x="194628" y="1031396"/>
                  </a:lnTo>
                  <a:lnTo>
                    <a:pt x="197092" y="1027013"/>
                  </a:lnTo>
                  <a:lnTo>
                    <a:pt x="199556" y="1022123"/>
                  </a:lnTo>
                  <a:lnTo>
                    <a:pt x="202019" y="1016726"/>
                  </a:lnTo>
                  <a:lnTo>
                    <a:pt x="204483" y="1010820"/>
                  </a:lnTo>
                  <a:lnTo>
                    <a:pt x="206947" y="1004462"/>
                  </a:lnTo>
                  <a:lnTo>
                    <a:pt x="209410" y="997773"/>
                  </a:lnTo>
                  <a:lnTo>
                    <a:pt x="211874" y="990852"/>
                  </a:lnTo>
                  <a:lnTo>
                    <a:pt x="214338" y="983811"/>
                  </a:lnTo>
                  <a:lnTo>
                    <a:pt x="216801" y="976760"/>
                  </a:lnTo>
                  <a:lnTo>
                    <a:pt x="219265" y="969804"/>
                  </a:lnTo>
                  <a:lnTo>
                    <a:pt x="221729" y="963033"/>
                  </a:lnTo>
                  <a:lnTo>
                    <a:pt x="224192" y="956512"/>
                  </a:lnTo>
                  <a:lnTo>
                    <a:pt x="226656" y="950281"/>
                  </a:lnTo>
                  <a:lnTo>
                    <a:pt x="229120" y="944370"/>
                  </a:lnTo>
                  <a:lnTo>
                    <a:pt x="231583" y="938707"/>
                  </a:lnTo>
                  <a:lnTo>
                    <a:pt x="234047" y="933204"/>
                  </a:lnTo>
                  <a:lnTo>
                    <a:pt x="236511" y="927748"/>
                  </a:lnTo>
                  <a:lnTo>
                    <a:pt x="238974" y="922199"/>
                  </a:lnTo>
                  <a:lnTo>
                    <a:pt x="241438" y="916399"/>
                  </a:lnTo>
                  <a:lnTo>
                    <a:pt x="243902" y="910168"/>
                  </a:lnTo>
                  <a:lnTo>
                    <a:pt x="246365" y="903318"/>
                  </a:lnTo>
                  <a:lnTo>
                    <a:pt x="248829" y="895650"/>
                  </a:lnTo>
                  <a:lnTo>
                    <a:pt x="251293" y="886928"/>
                  </a:lnTo>
                  <a:lnTo>
                    <a:pt x="253756" y="876799"/>
                  </a:lnTo>
                  <a:lnTo>
                    <a:pt x="256220" y="865151"/>
                  </a:lnTo>
                  <a:lnTo>
                    <a:pt x="258684" y="851748"/>
                  </a:lnTo>
                  <a:lnTo>
                    <a:pt x="261147" y="836335"/>
                  </a:lnTo>
                  <a:lnTo>
                    <a:pt x="263611" y="818638"/>
                  </a:lnTo>
                  <a:lnTo>
                    <a:pt x="266075" y="798354"/>
                  </a:lnTo>
                  <a:lnTo>
                    <a:pt x="268538" y="775161"/>
                  </a:lnTo>
                  <a:lnTo>
                    <a:pt x="271002" y="748718"/>
                  </a:lnTo>
                  <a:lnTo>
                    <a:pt x="273465" y="718678"/>
                  </a:lnTo>
                  <a:lnTo>
                    <a:pt x="275929" y="684380"/>
                  </a:lnTo>
                  <a:lnTo>
                    <a:pt x="278393" y="645602"/>
                  </a:lnTo>
                  <a:lnTo>
                    <a:pt x="280856" y="602423"/>
                  </a:lnTo>
                  <a:lnTo>
                    <a:pt x="283320" y="554870"/>
                  </a:lnTo>
                  <a:lnTo>
                    <a:pt x="285784" y="503176"/>
                  </a:lnTo>
                  <a:lnTo>
                    <a:pt x="288247" y="447822"/>
                  </a:lnTo>
                  <a:lnTo>
                    <a:pt x="290711" y="389570"/>
                  </a:lnTo>
                  <a:lnTo>
                    <a:pt x="293175" y="329479"/>
                  </a:lnTo>
                  <a:lnTo>
                    <a:pt x="295638" y="268908"/>
                  </a:lnTo>
                  <a:lnTo>
                    <a:pt x="298102" y="209497"/>
                  </a:lnTo>
                  <a:lnTo>
                    <a:pt x="300566" y="153867"/>
                  </a:lnTo>
                  <a:lnTo>
                    <a:pt x="303029" y="103957"/>
                  </a:lnTo>
                  <a:lnTo>
                    <a:pt x="305493" y="61826"/>
                  </a:lnTo>
                  <a:lnTo>
                    <a:pt x="307957" y="29399"/>
                  </a:lnTo>
                  <a:lnTo>
                    <a:pt x="310420" y="8353"/>
                  </a:lnTo>
                  <a:lnTo>
                    <a:pt x="312884" y="0"/>
                  </a:lnTo>
                  <a:lnTo>
                    <a:pt x="315348" y="5198"/>
                  </a:lnTo>
                  <a:lnTo>
                    <a:pt x="317811" y="24283"/>
                  </a:lnTo>
                  <a:lnTo>
                    <a:pt x="320275" y="57022"/>
                  </a:lnTo>
                  <a:lnTo>
                    <a:pt x="322739" y="103170"/>
                  </a:lnTo>
                  <a:lnTo>
                    <a:pt x="325202" y="161322"/>
                  </a:lnTo>
                  <a:lnTo>
                    <a:pt x="327666" y="228445"/>
                  </a:lnTo>
                  <a:lnTo>
                    <a:pt x="330130" y="302276"/>
                  </a:lnTo>
                  <a:lnTo>
                    <a:pt x="332593" y="380413"/>
                  </a:lnTo>
                  <a:lnTo>
                    <a:pt x="335057" y="460442"/>
                  </a:lnTo>
                  <a:lnTo>
                    <a:pt x="337521" y="540066"/>
                  </a:lnTo>
                  <a:lnTo>
                    <a:pt x="339984" y="617209"/>
                  </a:lnTo>
                  <a:lnTo>
                    <a:pt x="342448" y="690108"/>
                  </a:lnTo>
                  <a:lnTo>
                    <a:pt x="344912" y="757372"/>
                  </a:lnTo>
                  <a:lnTo>
                    <a:pt x="347375" y="817287"/>
                  </a:lnTo>
                  <a:lnTo>
                    <a:pt x="349839" y="869802"/>
                  </a:lnTo>
                  <a:lnTo>
                    <a:pt x="352303" y="915106"/>
                  </a:lnTo>
                  <a:lnTo>
                    <a:pt x="354766" y="953486"/>
                  </a:lnTo>
                  <a:lnTo>
                    <a:pt x="357230" y="985453"/>
                  </a:lnTo>
                  <a:lnTo>
                    <a:pt x="359694" y="1011675"/>
                  </a:lnTo>
                  <a:lnTo>
                    <a:pt x="362157" y="1032913"/>
                  </a:lnTo>
                  <a:lnTo>
                    <a:pt x="364621" y="1049955"/>
                  </a:lnTo>
                  <a:lnTo>
                    <a:pt x="367084" y="1063571"/>
                  </a:lnTo>
                  <a:lnTo>
                    <a:pt x="369548" y="1074425"/>
                  </a:lnTo>
                  <a:lnTo>
                    <a:pt x="372012" y="1083052"/>
                  </a:lnTo>
                  <a:lnTo>
                    <a:pt x="374475" y="1090216"/>
                  </a:lnTo>
                  <a:lnTo>
                    <a:pt x="376939" y="1096291"/>
                  </a:lnTo>
                  <a:lnTo>
                    <a:pt x="379403" y="1101568"/>
                  </a:lnTo>
                  <a:lnTo>
                    <a:pt x="381866" y="1106268"/>
                  </a:lnTo>
                  <a:lnTo>
                    <a:pt x="384330" y="1110556"/>
                  </a:lnTo>
                  <a:lnTo>
                    <a:pt x="386794" y="1114558"/>
                  </a:lnTo>
                  <a:lnTo>
                    <a:pt x="389257" y="1118370"/>
                  </a:lnTo>
                  <a:lnTo>
                    <a:pt x="391721" y="1122067"/>
                  </a:lnTo>
                  <a:lnTo>
                    <a:pt x="394185" y="1125709"/>
                  </a:lnTo>
                  <a:lnTo>
                    <a:pt x="396648" y="1129353"/>
                  </a:lnTo>
                  <a:lnTo>
                    <a:pt x="399112" y="1133031"/>
                  </a:lnTo>
                  <a:lnTo>
                    <a:pt x="401576" y="1136755"/>
                  </a:lnTo>
                  <a:lnTo>
                    <a:pt x="404039" y="1140526"/>
                  </a:lnTo>
                  <a:lnTo>
                    <a:pt x="406503" y="1144324"/>
                  </a:lnTo>
                  <a:lnTo>
                    <a:pt x="408967" y="1148116"/>
                  </a:lnTo>
                  <a:lnTo>
                    <a:pt x="411430" y="1151855"/>
                  </a:lnTo>
                  <a:lnTo>
                    <a:pt x="413894" y="1155483"/>
                  </a:lnTo>
                  <a:lnTo>
                    <a:pt x="416358" y="1158935"/>
                  </a:lnTo>
                  <a:lnTo>
                    <a:pt x="418821" y="1162104"/>
                  </a:lnTo>
                  <a:lnTo>
                    <a:pt x="421285" y="1164947"/>
                  </a:lnTo>
                  <a:lnTo>
                    <a:pt x="423749" y="1167415"/>
                  </a:lnTo>
                  <a:lnTo>
                    <a:pt x="426212" y="1169467"/>
                  </a:lnTo>
                  <a:lnTo>
                    <a:pt x="428676" y="1171078"/>
                  </a:lnTo>
                  <a:lnTo>
                    <a:pt x="431140" y="1172235"/>
                  </a:lnTo>
                  <a:lnTo>
                    <a:pt x="433603" y="1172940"/>
                  </a:lnTo>
                  <a:lnTo>
                    <a:pt x="436067" y="1173208"/>
                  </a:lnTo>
                  <a:lnTo>
                    <a:pt x="438531" y="1173069"/>
                  </a:lnTo>
                  <a:lnTo>
                    <a:pt x="440994" y="1172546"/>
                  </a:lnTo>
                  <a:lnTo>
                    <a:pt x="443458" y="1171686"/>
                  </a:lnTo>
                  <a:lnTo>
                    <a:pt x="445922" y="1170578"/>
                  </a:lnTo>
                  <a:lnTo>
                    <a:pt x="448385" y="1169282"/>
                  </a:lnTo>
                  <a:lnTo>
                    <a:pt x="450849" y="1167861"/>
                  </a:lnTo>
                  <a:lnTo>
                    <a:pt x="453312" y="1166379"/>
                  </a:lnTo>
                  <a:lnTo>
                    <a:pt x="455776" y="1164897"/>
                  </a:lnTo>
                  <a:lnTo>
                    <a:pt x="458240" y="1163473"/>
                  </a:lnTo>
                  <a:lnTo>
                    <a:pt x="460703" y="1162165"/>
                  </a:lnTo>
                  <a:lnTo>
                    <a:pt x="463167" y="1161019"/>
                  </a:lnTo>
                  <a:lnTo>
                    <a:pt x="465631" y="1160103"/>
                  </a:lnTo>
                  <a:lnTo>
                    <a:pt x="468094" y="1159438"/>
                  </a:lnTo>
                  <a:lnTo>
                    <a:pt x="470558" y="1159038"/>
                  </a:lnTo>
                  <a:lnTo>
                    <a:pt x="473022" y="1158908"/>
                  </a:lnTo>
                  <a:lnTo>
                    <a:pt x="475485" y="1159047"/>
                  </a:lnTo>
                  <a:lnTo>
                    <a:pt x="477949" y="1159443"/>
                  </a:lnTo>
                  <a:lnTo>
                    <a:pt x="480413" y="1160075"/>
                  </a:lnTo>
                  <a:lnTo>
                    <a:pt x="482876" y="1160915"/>
                  </a:lnTo>
                  <a:lnTo>
                    <a:pt x="485340" y="1161930"/>
                  </a:lnTo>
                  <a:lnTo>
                    <a:pt x="487804" y="1163085"/>
                  </a:lnTo>
                  <a:lnTo>
                    <a:pt x="490267" y="1164345"/>
                  </a:lnTo>
                  <a:lnTo>
                    <a:pt x="492731" y="1165657"/>
                  </a:lnTo>
                  <a:lnTo>
                    <a:pt x="495195" y="1166990"/>
                  </a:lnTo>
                  <a:lnTo>
                    <a:pt x="497658" y="1168313"/>
                  </a:lnTo>
                  <a:lnTo>
                    <a:pt x="500122" y="1169600"/>
                  </a:lnTo>
                  <a:lnTo>
                    <a:pt x="502586" y="1170830"/>
                  </a:lnTo>
                  <a:lnTo>
                    <a:pt x="505049" y="1171984"/>
                  </a:lnTo>
                  <a:lnTo>
                    <a:pt x="507513" y="1173045"/>
                  </a:lnTo>
                  <a:lnTo>
                    <a:pt x="509977" y="1173999"/>
                  </a:lnTo>
                  <a:lnTo>
                    <a:pt x="512440" y="1174822"/>
                  </a:lnTo>
                  <a:lnTo>
                    <a:pt x="514904" y="1175502"/>
                  </a:lnTo>
                  <a:lnTo>
                    <a:pt x="517368" y="1176036"/>
                  </a:lnTo>
                  <a:lnTo>
                    <a:pt x="519831" y="1176414"/>
                  </a:lnTo>
                  <a:lnTo>
                    <a:pt x="522295" y="1176632"/>
                  </a:lnTo>
                  <a:lnTo>
                    <a:pt x="524759" y="1176688"/>
                  </a:lnTo>
                  <a:lnTo>
                    <a:pt x="527222" y="1176587"/>
                  </a:lnTo>
                  <a:lnTo>
                    <a:pt x="529686" y="1176339"/>
                  </a:lnTo>
                  <a:lnTo>
                    <a:pt x="532150" y="1175962"/>
                  </a:lnTo>
                  <a:lnTo>
                    <a:pt x="534613" y="1175478"/>
                  </a:lnTo>
                  <a:lnTo>
                    <a:pt x="537077" y="1174917"/>
                  </a:lnTo>
                  <a:lnTo>
                    <a:pt x="539541" y="1174329"/>
                  </a:lnTo>
                  <a:lnTo>
                    <a:pt x="542004" y="1173754"/>
                  </a:lnTo>
                  <a:lnTo>
                    <a:pt x="544468" y="1173231"/>
                  </a:lnTo>
                  <a:lnTo>
                    <a:pt x="546931" y="1172797"/>
                  </a:lnTo>
                  <a:lnTo>
                    <a:pt x="549395" y="1172481"/>
                  </a:lnTo>
                  <a:lnTo>
                    <a:pt x="551859" y="1172304"/>
                  </a:lnTo>
                  <a:lnTo>
                    <a:pt x="554322" y="1172278"/>
                  </a:lnTo>
                  <a:lnTo>
                    <a:pt x="556786" y="1172403"/>
                  </a:lnTo>
                  <a:lnTo>
                    <a:pt x="559250" y="1172671"/>
                  </a:lnTo>
                  <a:lnTo>
                    <a:pt x="561713" y="1173058"/>
                  </a:lnTo>
                  <a:lnTo>
                    <a:pt x="564177" y="1173514"/>
                  </a:lnTo>
                  <a:lnTo>
                    <a:pt x="566641" y="1173999"/>
                  </a:lnTo>
                  <a:lnTo>
                    <a:pt x="569104" y="1174467"/>
                  </a:lnTo>
                  <a:lnTo>
                    <a:pt x="571568" y="1174876"/>
                  </a:lnTo>
                  <a:lnTo>
                    <a:pt x="574032" y="1175186"/>
                  </a:lnTo>
                  <a:lnTo>
                    <a:pt x="576495" y="1175366"/>
                  </a:lnTo>
                  <a:lnTo>
                    <a:pt x="578959" y="1175390"/>
                  </a:lnTo>
                  <a:lnTo>
                    <a:pt x="581423" y="1175244"/>
                  </a:lnTo>
                  <a:lnTo>
                    <a:pt x="583886" y="1174909"/>
                  </a:lnTo>
                  <a:lnTo>
                    <a:pt x="586350" y="1174404"/>
                  </a:lnTo>
                  <a:lnTo>
                    <a:pt x="588814" y="1173757"/>
                  </a:lnTo>
                  <a:lnTo>
                    <a:pt x="591277" y="1172994"/>
                  </a:lnTo>
                  <a:lnTo>
                    <a:pt x="593741" y="1172145"/>
                  </a:lnTo>
                  <a:lnTo>
                    <a:pt x="596205" y="1171244"/>
                  </a:lnTo>
                  <a:lnTo>
                    <a:pt x="598668" y="1170326"/>
                  </a:lnTo>
                  <a:lnTo>
                    <a:pt x="601132" y="1169423"/>
                  </a:lnTo>
                  <a:lnTo>
                    <a:pt x="603596" y="1168568"/>
                  </a:lnTo>
                  <a:lnTo>
                    <a:pt x="606059" y="1167789"/>
                  </a:lnTo>
                  <a:lnTo>
                    <a:pt x="608523" y="1167120"/>
                  </a:lnTo>
                  <a:lnTo>
                    <a:pt x="610987" y="1166569"/>
                  </a:lnTo>
                  <a:lnTo>
                    <a:pt x="613450" y="1166146"/>
                  </a:lnTo>
                  <a:lnTo>
                    <a:pt x="615914" y="1165853"/>
                  </a:lnTo>
                  <a:lnTo>
                    <a:pt x="618378" y="1165693"/>
                  </a:lnTo>
                  <a:lnTo>
                    <a:pt x="620841" y="1165661"/>
                  </a:lnTo>
                  <a:lnTo>
                    <a:pt x="623305" y="1165751"/>
                  </a:lnTo>
                  <a:lnTo>
                    <a:pt x="625769" y="1165955"/>
                  </a:lnTo>
                  <a:lnTo>
                    <a:pt x="628232" y="1166261"/>
                  </a:lnTo>
                  <a:lnTo>
                    <a:pt x="630696" y="1166666"/>
                  </a:lnTo>
                  <a:lnTo>
                    <a:pt x="633159" y="1167155"/>
                  </a:lnTo>
                  <a:lnTo>
                    <a:pt x="635623" y="1167714"/>
                  </a:lnTo>
                  <a:lnTo>
                    <a:pt x="638087" y="1168332"/>
                  </a:lnTo>
                  <a:lnTo>
                    <a:pt x="640550" y="1169002"/>
                  </a:lnTo>
                  <a:lnTo>
                    <a:pt x="643014" y="1169717"/>
                  </a:lnTo>
                  <a:lnTo>
                    <a:pt x="645478" y="1170466"/>
                  </a:lnTo>
                  <a:lnTo>
                    <a:pt x="647941" y="1171243"/>
                  </a:lnTo>
                  <a:lnTo>
                    <a:pt x="650405" y="1172037"/>
                  </a:lnTo>
                  <a:lnTo>
                    <a:pt x="652869" y="1172836"/>
                  </a:lnTo>
                  <a:lnTo>
                    <a:pt x="655332" y="1173622"/>
                  </a:lnTo>
                  <a:lnTo>
                    <a:pt x="657796" y="1174375"/>
                  </a:lnTo>
                  <a:lnTo>
                    <a:pt x="660260" y="1175076"/>
                  </a:lnTo>
                  <a:lnTo>
                    <a:pt x="662723" y="1175703"/>
                  </a:lnTo>
                  <a:lnTo>
                    <a:pt x="665187" y="1176236"/>
                  </a:lnTo>
                  <a:lnTo>
                    <a:pt x="667651" y="1176653"/>
                  </a:lnTo>
                  <a:lnTo>
                    <a:pt x="670114" y="1176939"/>
                  </a:lnTo>
                  <a:lnTo>
                    <a:pt x="672578" y="1177080"/>
                  </a:lnTo>
                  <a:lnTo>
                    <a:pt x="675042" y="1177068"/>
                  </a:lnTo>
                  <a:lnTo>
                    <a:pt x="677505" y="1176896"/>
                  </a:lnTo>
                  <a:lnTo>
                    <a:pt x="679969" y="1176567"/>
                  </a:lnTo>
                  <a:lnTo>
                    <a:pt x="682433" y="1176110"/>
                  </a:lnTo>
                  <a:lnTo>
                    <a:pt x="684896" y="1175549"/>
                  </a:lnTo>
                  <a:lnTo>
                    <a:pt x="687360" y="1174908"/>
                  </a:lnTo>
                  <a:lnTo>
                    <a:pt x="689824" y="1174219"/>
                  </a:lnTo>
                  <a:lnTo>
                    <a:pt x="692287" y="1173509"/>
                  </a:lnTo>
                  <a:lnTo>
                    <a:pt x="694751" y="1172807"/>
                  </a:lnTo>
                  <a:lnTo>
                    <a:pt x="697215" y="1172139"/>
                  </a:lnTo>
                  <a:lnTo>
                    <a:pt x="699678" y="1171526"/>
                  </a:lnTo>
                  <a:lnTo>
                    <a:pt x="702142" y="1170989"/>
                  </a:lnTo>
                  <a:lnTo>
                    <a:pt x="704606" y="1170537"/>
                  </a:lnTo>
                  <a:lnTo>
                    <a:pt x="707069" y="1170166"/>
                  </a:lnTo>
                  <a:lnTo>
                    <a:pt x="709533" y="1169875"/>
                  </a:lnTo>
                  <a:lnTo>
                    <a:pt x="711997" y="1169656"/>
                  </a:lnTo>
                  <a:lnTo>
                    <a:pt x="714460" y="1169500"/>
                  </a:lnTo>
                  <a:lnTo>
                    <a:pt x="716924" y="1169399"/>
                  </a:lnTo>
                  <a:lnTo>
                    <a:pt x="719388" y="1169340"/>
                  </a:lnTo>
                  <a:lnTo>
                    <a:pt x="721851" y="1169315"/>
                  </a:lnTo>
                  <a:lnTo>
                    <a:pt x="724315" y="1169316"/>
                  </a:lnTo>
                  <a:lnTo>
                    <a:pt x="726778" y="1169337"/>
                  </a:lnTo>
                  <a:lnTo>
                    <a:pt x="729242" y="1169371"/>
                  </a:lnTo>
                  <a:lnTo>
                    <a:pt x="731706" y="1169419"/>
                  </a:lnTo>
                  <a:lnTo>
                    <a:pt x="734169" y="1169479"/>
                  </a:lnTo>
                  <a:lnTo>
                    <a:pt x="736633" y="1169555"/>
                  </a:lnTo>
                  <a:lnTo>
                    <a:pt x="739097" y="1169649"/>
                  </a:lnTo>
                  <a:lnTo>
                    <a:pt x="741560" y="1169765"/>
                  </a:lnTo>
                  <a:lnTo>
                    <a:pt x="744024" y="1169908"/>
                  </a:lnTo>
                  <a:lnTo>
                    <a:pt x="746488" y="1170081"/>
                  </a:lnTo>
                  <a:lnTo>
                    <a:pt x="748951" y="1170292"/>
                  </a:lnTo>
                  <a:lnTo>
                    <a:pt x="751415" y="1170542"/>
                  </a:lnTo>
                  <a:lnTo>
                    <a:pt x="753879" y="1170831"/>
                  </a:lnTo>
                  <a:lnTo>
                    <a:pt x="756342" y="1171159"/>
                  </a:lnTo>
                  <a:lnTo>
                    <a:pt x="758806" y="1171524"/>
                  </a:lnTo>
                  <a:lnTo>
                    <a:pt x="761270" y="1171923"/>
                  </a:lnTo>
                  <a:lnTo>
                    <a:pt x="763733" y="1172350"/>
                  </a:lnTo>
                  <a:lnTo>
                    <a:pt x="766197" y="1172801"/>
                  </a:lnTo>
                  <a:lnTo>
                    <a:pt x="768661" y="1173268"/>
                  </a:lnTo>
                  <a:lnTo>
                    <a:pt x="771124" y="1173745"/>
                  </a:lnTo>
                  <a:lnTo>
                    <a:pt x="773588" y="1174224"/>
                  </a:lnTo>
                  <a:lnTo>
                    <a:pt x="776052" y="1174695"/>
                  </a:lnTo>
                  <a:lnTo>
                    <a:pt x="778515" y="1175153"/>
                  </a:lnTo>
                  <a:lnTo>
                    <a:pt x="780979" y="1175593"/>
                  </a:lnTo>
                  <a:lnTo>
                    <a:pt x="783443" y="1176012"/>
                  </a:lnTo>
                  <a:lnTo>
                    <a:pt x="785906" y="1176409"/>
                  </a:lnTo>
                  <a:lnTo>
                    <a:pt x="788370" y="1176784"/>
                  </a:lnTo>
                  <a:lnTo>
                    <a:pt x="790834" y="1177138"/>
                  </a:lnTo>
                  <a:lnTo>
                    <a:pt x="793297" y="1177475"/>
                  </a:lnTo>
                  <a:lnTo>
                    <a:pt x="795761" y="1177797"/>
                  </a:lnTo>
                  <a:lnTo>
                    <a:pt x="798225" y="1178111"/>
                  </a:lnTo>
                  <a:lnTo>
                    <a:pt x="800688" y="1178419"/>
                  </a:lnTo>
                  <a:lnTo>
                    <a:pt x="803152" y="1178724"/>
                  </a:lnTo>
                  <a:lnTo>
                    <a:pt x="805616" y="1179026"/>
                  </a:lnTo>
                  <a:lnTo>
                    <a:pt x="808079" y="1179322"/>
                  </a:lnTo>
                  <a:lnTo>
                    <a:pt x="810543" y="1179610"/>
                  </a:lnTo>
                  <a:lnTo>
                    <a:pt x="813006" y="1179884"/>
                  </a:lnTo>
                  <a:lnTo>
                    <a:pt x="815470" y="1180136"/>
                  </a:lnTo>
                  <a:lnTo>
                    <a:pt x="817934" y="1180360"/>
                  </a:lnTo>
                  <a:lnTo>
                    <a:pt x="820397" y="1180544"/>
                  </a:lnTo>
                  <a:lnTo>
                    <a:pt x="822861" y="1180680"/>
                  </a:lnTo>
                  <a:lnTo>
                    <a:pt x="825325" y="1180766"/>
                  </a:lnTo>
                  <a:lnTo>
                    <a:pt x="827788" y="1180798"/>
                  </a:lnTo>
                  <a:lnTo>
                    <a:pt x="830252" y="1180776"/>
                  </a:lnTo>
                  <a:lnTo>
                    <a:pt x="832716" y="1180703"/>
                  </a:lnTo>
                  <a:lnTo>
                    <a:pt x="835179" y="1180583"/>
                  </a:lnTo>
                  <a:lnTo>
                    <a:pt x="837643" y="1180422"/>
                  </a:lnTo>
                  <a:lnTo>
                    <a:pt x="840107" y="1180229"/>
                  </a:lnTo>
                  <a:lnTo>
                    <a:pt x="842570" y="1180015"/>
                  </a:lnTo>
                  <a:lnTo>
                    <a:pt x="845034" y="1179791"/>
                  </a:lnTo>
                  <a:lnTo>
                    <a:pt x="847498" y="1179572"/>
                  </a:lnTo>
                  <a:lnTo>
                    <a:pt x="849961" y="1179367"/>
                  </a:lnTo>
                  <a:lnTo>
                    <a:pt x="852425" y="1179186"/>
                  </a:lnTo>
                  <a:lnTo>
                    <a:pt x="854889" y="1179037"/>
                  </a:lnTo>
                  <a:lnTo>
                    <a:pt x="857352" y="1178923"/>
                  </a:lnTo>
                  <a:lnTo>
                    <a:pt x="859816" y="1178848"/>
                  </a:lnTo>
                  <a:lnTo>
                    <a:pt x="862280" y="1178811"/>
                  </a:lnTo>
                  <a:lnTo>
                    <a:pt x="864743" y="1178807"/>
                  </a:lnTo>
                  <a:lnTo>
                    <a:pt x="867207" y="1178830"/>
                  </a:lnTo>
                  <a:lnTo>
                    <a:pt x="869671" y="1178868"/>
                  </a:lnTo>
                  <a:lnTo>
                    <a:pt x="872134" y="1178906"/>
                  </a:lnTo>
                  <a:lnTo>
                    <a:pt x="874598" y="1178929"/>
                  </a:lnTo>
                  <a:lnTo>
                    <a:pt x="877062" y="1178924"/>
                  </a:lnTo>
                  <a:lnTo>
                    <a:pt x="879525" y="1178876"/>
                  </a:lnTo>
                  <a:lnTo>
                    <a:pt x="881989" y="1178775"/>
                  </a:lnTo>
                  <a:lnTo>
                    <a:pt x="884453" y="1178612"/>
                  </a:lnTo>
                  <a:lnTo>
                    <a:pt x="886916" y="1178382"/>
                  </a:lnTo>
                  <a:lnTo>
                    <a:pt x="889380" y="1178083"/>
                  </a:lnTo>
                  <a:lnTo>
                    <a:pt x="891844" y="1177711"/>
                  </a:lnTo>
                  <a:lnTo>
                    <a:pt x="894307" y="1177280"/>
                  </a:lnTo>
                  <a:lnTo>
                    <a:pt x="896771" y="1176802"/>
                  </a:lnTo>
                  <a:lnTo>
                    <a:pt x="899235" y="1176289"/>
                  </a:lnTo>
                  <a:lnTo>
                    <a:pt x="901698" y="1175752"/>
                  </a:lnTo>
                  <a:lnTo>
                    <a:pt x="904162" y="1175205"/>
                  </a:lnTo>
                  <a:lnTo>
                    <a:pt x="906625" y="1174659"/>
                  </a:lnTo>
                  <a:lnTo>
                    <a:pt x="909089" y="1174122"/>
                  </a:lnTo>
                  <a:lnTo>
                    <a:pt x="911553" y="1173604"/>
                  </a:lnTo>
                  <a:lnTo>
                    <a:pt x="914016" y="1173110"/>
                  </a:lnTo>
                  <a:lnTo>
                    <a:pt x="916480" y="1172647"/>
                  </a:lnTo>
                  <a:lnTo>
                    <a:pt x="918944" y="1172214"/>
                  </a:lnTo>
                  <a:lnTo>
                    <a:pt x="921407" y="1171812"/>
                  </a:lnTo>
                  <a:lnTo>
                    <a:pt x="923871" y="1171441"/>
                  </a:lnTo>
                  <a:lnTo>
                    <a:pt x="926335" y="1171103"/>
                  </a:lnTo>
                  <a:lnTo>
                    <a:pt x="928798" y="1170800"/>
                  </a:lnTo>
                  <a:lnTo>
                    <a:pt x="931262" y="1170534"/>
                  </a:lnTo>
                  <a:lnTo>
                    <a:pt x="933726" y="1170309"/>
                  </a:lnTo>
                  <a:lnTo>
                    <a:pt x="936189" y="1170128"/>
                  </a:lnTo>
                  <a:lnTo>
                    <a:pt x="938653" y="1169999"/>
                  </a:lnTo>
                  <a:lnTo>
                    <a:pt x="941117" y="1169925"/>
                  </a:lnTo>
                  <a:lnTo>
                    <a:pt x="943580" y="1169904"/>
                  </a:lnTo>
                  <a:lnTo>
                    <a:pt x="946044" y="1169937"/>
                  </a:lnTo>
                  <a:lnTo>
                    <a:pt x="948508" y="1170022"/>
                  </a:lnTo>
                  <a:lnTo>
                    <a:pt x="950971" y="1170157"/>
                  </a:lnTo>
                  <a:lnTo>
                    <a:pt x="953435" y="1170336"/>
                  </a:lnTo>
                  <a:lnTo>
                    <a:pt x="955899" y="1170554"/>
                  </a:lnTo>
                  <a:lnTo>
                    <a:pt x="958362" y="1170804"/>
                  </a:lnTo>
                  <a:lnTo>
                    <a:pt x="960826" y="1171077"/>
                  </a:lnTo>
                  <a:lnTo>
                    <a:pt x="963290" y="1171368"/>
                  </a:lnTo>
                  <a:lnTo>
                    <a:pt x="965753" y="1171667"/>
                  </a:lnTo>
                  <a:lnTo>
                    <a:pt x="968217" y="1171968"/>
                  </a:lnTo>
                  <a:lnTo>
                    <a:pt x="970681" y="1172267"/>
                  </a:lnTo>
                  <a:lnTo>
                    <a:pt x="973144" y="1172561"/>
                  </a:lnTo>
                  <a:lnTo>
                    <a:pt x="975608" y="1172851"/>
                  </a:lnTo>
                  <a:lnTo>
                    <a:pt x="978072" y="1173138"/>
                  </a:lnTo>
                  <a:lnTo>
                    <a:pt x="980535" y="1173426"/>
                  </a:lnTo>
                  <a:lnTo>
                    <a:pt x="982999" y="1173718"/>
                  </a:lnTo>
                  <a:lnTo>
                    <a:pt x="985463" y="1174023"/>
                  </a:lnTo>
                  <a:lnTo>
                    <a:pt x="987926" y="1174347"/>
                  </a:lnTo>
                  <a:lnTo>
                    <a:pt x="990390" y="1174698"/>
                  </a:lnTo>
                  <a:lnTo>
                    <a:pt x="992853" y="1175078"/>
                  </a:lnTo>
                  <a:lnTo>
                    <a:pt x="995317" y="1175491"/>
                  </a:lnTo>
                  <a:lnTo>
                    <a:pt x="997781" y="1175936"/>
                  </a:lnTo>
                  <a:lnTo>
                    <a:pt x="1000244" y="1176411"/>
                  </a:lnTo>
                  <a:lnTo>
                    <a:pt x="1002708" y="1176910"/>
                  </a:lnTo>
                  <a:lnTo>
                    <a:pt x="1005172" y="1177426"/>
                  </a:lnTo>
                  <a:lnTo>
                    <a:pt x="1007635" y="1177946"/>
                  </a:lnTo>
                  <a:lnTo>
                    <a:pt x="1010099" y="1178458"/>
                  </a:lnTo>
                  <a:lnTo>
                    <a:pt x="1012563" y="1178947"/>
                  </a:lnTo>
                  <a:lnTo>
                    <a:pt x="1015026" y="1179399"/>
                  </a:lnTo>
                  <a:lnTo>
                    <a:pt x="1017490" y="1179805"/>
                  </a:lnTo>
                  <a:lnTo>
                    <a:pt x="1019954" y="1180154"/>
                  </a:lnTo>
                  <a:lnTo>
                    <a:pt x="1022417" y="1180438"/>
                  </a:lnTo>
                  <a:lnTo>
                    <a:pt x="1024881" y="1180654"/>
                  </a:lnTo>
                  <a:lnTo>
                    <a:pt x="1027345" y="1180798"/>
                  </a:lnTo>
                  <a:lnTo>
                    <a:pt x="1029808" y="1180870"/>
                  </a:lnTo>
                  <a:lnTo>
                    <a:pt x="1032272" y="1180872"/>
                  </a:lnTo>
                  <a:lnTo>
                    <a:pt x="1034736" y="1180806"/>
                  </a:lnTo>
                  <a:lnTo>
                    <a:pt x="1037199" y="1180686"/>
                  </a:lnTo>
                  <a:lnTo>
                    <a:pt x="1039663" y="1180523"/>
                  </a:lnTo>
                  <a:lnTo>
                    <a:pt x="1042127" y="1180330"/>
                  </a:lnTo>
                  <a:lnTo>
                    <a:pt x="1044590" y="1180118"/>
                  </a:lnTo>
                  <a:lnTo>
                    <a:pt x="1047054" y="1179902"/>
                  </a:lnTo>
                  <a:lnTo>
                    <a:pt x="1049518" y="1179695"/>
                  </a:lnTo>
                  <a:lnTo>
                    <a:pt x="1051981" y="1179513"/>
                  </a:lnTo>
                  <a:lnTo>
                    <a:pt x="1054445" y="1179368"/>
                  </a:lnTo>
                  <a:lnTo>
                    <a:pt x="1056909" y="1179278"/>
                  </a:lnTo>
                  <a:lnTo>
                    <a:pt x="1059372" y="1179253"/>
                  </a:lnTo>
                  <a:lnTo>
                    <a:pt x="1061836" y="1179298"/>
                  </a:lnTo>
                  <a:lnTo>
                    <a:pt x="1064300" y="1179415"/>
                  </a:lnTo>
                  <a:lnTo>
                    <a:pt x="1066763" y="1179607"/>
                  </a:lnTo>
                  <a:lnTo>
                    <a:pt x="1069227" y="1179868"/>
                  </a:lnTo>
                  <a:lnTo>
                    <a:pt x="1071691" y="1180193"/>
                  </a:lnTo>
                  <a:lnTo>
                    <a:pt x="1074154" y="1180573"/>
                  </a:lnTo>
                  <a:lnTo>
                    <a:pt x="1076618" y="1180995"/>
                  </a:lnTo>
                  <a:lnTo>
                    <a:pt x="1079082" y="1181446"/>
                  </a:lnTo>
                  <a:lnTo>
                    <a:pt x="1081545" y="1181908"/>
                  </a:lnTo>
                  <a:lnTo>
                    <a:pt x="1084009" y="1182363"/>
                  </a:lnTo>
                  <a:lnTo>
                    <a:pt x="1086472" y="1182798"/>
                  </a:lnTo>
                  <a:lnTo>
                    <a:pt x="1088936" y="1183199"/>
                  </a:lnTo>
                  <a:lnTo>
                    <a:pt x="1091400" y="1183558"/>
                  </a:lnTo>
                  <a:lnTo>
                    <a:pt x="1093863" y="1183870"/>
                  </a:lnTo>
                  <a:lnTo>
                    <a:pt x="1096327" y="1184131"/>
                  </a:lnTo>
                  <a:lnTo>
                    <a:pt x="1098791" y="1184342"/>
                  </a:lnTo>
                  <a:lnTo>
                    <a:pt x="1101254" y="1184509"/>
                  </a:lnTo>
                  <a:lnTo>
                    <a:pt x="1103718" y="1184636"/>
                  </a:lnTo>
                  <a:lnTo>
                    <a:pt x="1106182" y="1184734"/>
                  </a:lnTo>
                  <a:lnTo>
                    <a:pt x="1108645" y="1184815"/>
                  </a:lnTo>
                  <a:lnTo>
                    <a:pt x="1111109" y="1184889"/>
                  </a:lnTo>
                  <a:lnTo>
                    <a:pt x="1113573" y="1184963"/>
                  </a:lnTo>
                  <a:lnTo>
                    <a:pt x="1116036" y="1185042"/>
                  </a:lnTo>
                  <a:lnTo>
                    <a:pt x="1118500" y="1185132"/>
                  </a:lnTo>
                  <a:lnTo>
                    <a:pt x="1120964" y="1185231"/>
                  </a:lnTo>
                  <a:lnTo>
                    <a:pt x="1123427" y="1185337"/>
                  </a:lnTo>
                  <a:lnTo>
                    <a:pt x="1125891" y="1185448"/>
                  </a:lnTo>
                  <a:lnTo>
                    <a:pt x="1128355" y="1185555"/>
                  </a:lnTo>
                  <a:lnTo>
                    <a:pt x="1130818" y="1185651"/>
                  </a:lnTo>
                  <a:lnTo>
                    <a:pt x="1133282" y="1185729"/>
                  </a:lnTo>
                  <a:lnTo>
                    <a:pt x="1135746" y="1185783"/>
                  </a:lnTo>
                  <a:lnTo>
                    <a:pt x="1138209" y="1185810"/>
                  </a:lnTo>
                  <a:lnTo>
                    <a:pt x="1140673" y="1185810"/>
                  </a:lnTo>
                  <a:lnTo>
                    <a:pt x="1143137" y="1185782"/>
                  </a:lnTo>
                  <a:lnTo>
                    <a:pt x="1145600" y="1185730"/>
                  </a:lnTo>
                  <a:lnTo>
                    <a:pt x="1148064" y="1185661"/>
                  </a:lnTo>
                  <a:lnTo>
                    <a:pt x="1150528" y="1185583"/>
                  </a:lnTo>
                  <a:lnTo>
                    <a:pt x="1152991" y="1185505"/>
                  </a:lnTo>
                  <a:lnTo>
                    <a:pt x="1155455" y="1185440"/>
                  </a:lnTo>
                  <a:lnTo>
                    <a:pt x="1157919" y="1185395"/>
                  </a:lnTo>
                  <a:lnTo>
                    <a:pt x="1160382" y="1185378"/>
                  </a:lnTo>
                  <a:lnTo>
                    <a:pt x="1162846" y="1185395"/>
                  </a:lnTo>
                  <a:lnTo>
                    <a:pt x="1165310" y="1185448"/>
                  </a:lnTo>
                  <a:lnTo>
                    <a:pt x="1167773" y="1185538"/>
                  </a:lnTo>
                  <a:lnTo>
                    <a:pt x="1170237" y="1185662"/>
                  </a:lnTo>
                  <a:lnTo>
                    <a:pt x="1172701" y="1185818"/>
                  </a:lnTo>
                  <a:lnTo>
                    <a:pt x="1175164" y="1186001"/>
                  </a:lnTo>
                  <a:lnTo>
                    <a:pt x="1177628" y="1186200"/>
                  </a:lnTo>
                  <a:lnTo>
                    <a:pt x="1180091" y="1186406"/>
                  </a:lnTo>
                  <a:lnTo>
                    <a:pt x="1182555" y="1186611"/>
                  </a:lnTo>
                  <a:lnTo>
                    <a:pt x="1185019" y="1186807"/>
                  </a:lnTo>
                  <a:lnTo>
                    <a:pt x="1187482" y="1186987"/>
                  </a:lnTo>
                  <a:lnTo>
                    <a:pt x="1189946" y="1187145"/>
                  </a:lnTo>
                  <a:lnTo>
                    <a:pt x="1192410" y="1187274"/>
                  </a:lnTo>
                  <a:lnTo>
                    <a:pt x="1194873" y="1187372"/>
                  </a:lnTo>
                  <a:lnTo>
                    <a:pt x="1197337" y="1187433"/>
                  </a:lnTo>
                  <a:lnTo>
                    <a:pt x="1199801" y="1187449"/>
                  </a:lnTo>
                  <a:lnTo>
                    <a:pt x="1202264" y="1187422"/>
                  </a:lnTo>
                  <a:lnTo>
                    <a:pt x="1204728" y="1187348"/>
                  </a:lnTo>
                  <a:lnTo>
                    <a:pt x="1207192" y="1187227"/>
                  </a:lnTo>
                  <a:lnTo>
                    <a:pt x="1209655" y="1187057"/>
                  </a:lnTo>
                  <a:lnTo>
                    <a:pt x="1212119" y="1186837"/>
                  </a:lnTo>
                  <a:lnTo>
                    <a:pt x="1214583" y="1186570"/>
                  </a:lnTo>
                  <a:lnTo>
                    <a:pt x="1217046" y="1186257"/>
                  </a:lnTo>
                  <a:lnTo>
                    <a:pt x="1219510" y="1185904"/>
                  </a:lnTo>
                  <a:lnTo>
                    <a:pt x="1221974" y="1185516"/>
                  </a:lnTo>
                  <a:lnTo>
                    <a:pt x="1224437" y="1185107"/>
                  </a:lnTo>
                  <a:lnTo>
                    <a:pt x="1226901" y="1184691"/>
                  </a:lnTo>
                  <a:lnTo>
                    <a:pt x="1229365" y="1184285"/>
                  </a:lnTo>
                  <a:lnTo>
                    <a:pt x="1231828" y="1183904"/>
                  </a:lnTo>
                  <a:lnTo>
                    <a:pt x="1234292" y="1183564"/>
                  </a:lnTo>
                  <a:lnTo>
                    <a:pt x="1236756" y="1183282"/>
                  </a:lnTo>
                  <a:lnTo>
                    <a:pt x="1239219" y="1183070"/>
                  </a:lnTo>
                  <a:lnTo>
                    <a:pt x="1241683" y="1182939"/>
                  </a:lnTo>
                  <a:lnTo>
                    <a:pt x="1244147" y="1182897"/>
                  </a:lnTo>
                  <a:lnTo>
                    <a:pt x="1246610" y="1182955"/>
                  </a:lnTo>
                  <a:lnTo>
                    <a:pt x="1249074" y="1183104"/>
                  </a:lnTo>
                  <a:lnTo>
                    <a:pt x="1251538" y="1183332"/>
                  </a:lnTo>
                  <a:lnTo>
                    <a:pt x="1254001" y="1183628"/>
                  </a:lnTo>
                  <a:lnTo>
                    <a:pt x="1256465" y="1183979"/>
                  </a:lnTo>
                  <a:lnTo>
                    <a:pt x="1258929" y="1184368"/>
                  </a:lnTo>
                </a:path>
              </a:pathLst>
            </a:cu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8529616" y="5678416"/>
              <a:ext cx="1258929" cy="475481"/>
            </a:xfrm>
            <a:custGeom>
              <a:avLst/>
              <a:pathLst>
                <a:path w="1258929" h="475481">
                  <a:moveTo>
                    <a:pt x="0" y="475397"/>
                  </a:moveTo>
                  <a:lnTo>
                    <a:pt x="2463" y="475380"/>
                  </a:lnTo>
                  <a:lnTo>
                    <a:pt x="4927" y="475361"/>
                  </a:lnTo>
                  <a:lnTo>
                    <a:pt x="7390" y="475338"/>
                  </a:lnTo>
                  <a:lnTo>
                    <a:pt x="9854" y="475312"/>
                  </a:lnTo>
                  <a:lnTo>
                    <a:pt x="12318" y="475283"/>
                  </a:lnTo>
                  <a:lnTo>
                    <a:pt x="14781" y="475248"/>
                  </a:lnTo>
                  <a:lnTo>
                    <a:pt x="17245" y="475208"/>
                  </a:lnTo>
                  <a:lnTo>
                    <a:pt x="19709" y="475162"/>
                  </a:lnTo>
                  <a:lnTo>
                    <a:pt x="22172" y="475111"/>
                  </a:lnTo>
                  <a:lnTo>
                    <a:pt x="24636" y="475053"/>
                  </a:lnTo>
                  <a:lnTo>
                    <a:pt x="27100" y="474986"/>
                  </a:lnTo>
                  <a:lnTo>
                    <a:pt x="29563" y="474911"/>
                  </a:lnTo>
                  <a:lnTo>
                    <a:pt x="32027" y="474828"/>
                  </a:lnTo>
                  <a:lnTo>
                    <a:pt x="34491" y="474735"/>
                  </a:lnTo>
                  <a:lnTo>
                    <a:pt x="36954" y="474632"/>
                  </a:lnTo>
                  <a:lnTo>
                    <a:pt x="39418" y="474516"/>
                  </a:lnTo>
                  <a:lnTo>
                    <a:pt x="41882" y="474387"/>
                  </a:lnTo>
                  <a:lnTo>
                    <a:pt x="44345" y="474247"/>
                  </a:lnTo>
                  <a:lnTo>
                    <a:pt x="46809" y="474095"/>
                  </a:lnTo>
                  <a:lnTo>
                    <a:pt x="49273" y="473928"/>
                  </a:lnTo>
                  <a:lnTo>
                    <a:pt x="51736" y="473743"/>
                  </a:lnTo>
                  <a:lnTo>
                    <a:pt x="54200" y="473544"/>
                  </a:lnTo>
                  <a:lnTo>
                    <a:pt x="56664" y="473330"/>
                  </a:lnTo>
                  <a:lnTo>
                    <a:pt x="59127" y="473102"/>
                  </a:lnTo>
                  <a:lnTo>
                    <a:pt x="61591" y="472855"/>
                  </a:lnTo>
                  <a:lnTo>
                    <a:pt x="64055" y="472589"/>
                  </a:lnTo>
                  <a:lnTo>
                    <a:pt x="66518" y="472308"/>
                  </a:lnTo>
                  <a:lnTo>
                    <a:pt x="68982" y="472010"/>
                  </a:lnTo>
                  <a:lnTo>
                    <a:pt x="71446" y="471697"/>
                  </a:lnTo>
                  <a:lnTo>
                    <a:pt x="73909" y="471365"/>
                  </a:lnTo>
                  <a:lnTo>
                    <a:pt x="76373" y="471016"/>
                  </a:lnTo>
                  <a:lnTo>
                    <a:pt x="78837" y="470652"/>
                  </a:lnTo>
                  <a:lnTo>
                    <a:pt x="81300" y="470275"/>
                  </a:lnTo>
                  <a:lnTo>
                    <a:pt x="83764" y="469884"/>
                  </a:lnTo>
                  <a:lnTo>
                    <a:pt x="86228" y="469476"/>
                  </a:lnTo>
                  <a:lnTo>
                    <a:pt x="88691" y="469056"/>
                  </a:lnTo>
                  <a:lnTo>
                    <a:pt x="91155" y="468626"/>
                  </a:lnTo>
                  <a:lnTo>
                    <a:pt x="93618" y="468187"/>
                  </a:lnTo>
                  <a:lnTo>
                    <a:pt x="96082" y="467738"/>
                  </a:lnTo>
                  <a:lnTo>
                    <a:pt x="98546" y="467280"/>
                  </a:lnTo>
                  <a:lnTo>
                    <a:pt x="101009" y="466816"/>
                  </a:lnTo>
                  <a:lnTo>
                    <a:pt x="103473" y="466348"/>
                  </a:lnTo>
                  <a:lnTo>
                    <a:pt x="105937" y="465876"/>
                  </a:lnTo>
                  <a:lnTo>
                    <a:pt x="108400" y="465401"/>
                  </a:lnTo>
                  <a:lnTo>
                    <a:pt x="110864" y="464926"/>
                  </a:lnTo>
                  <a:lnTo>
                    <a:pt x="113328" y="464451"/>
                  </a:lnTo>
                  <a:lnTo>
                    <a:pt x="115791" y="463977"/>
                  </a:lnTo>
                  <a:lnTo>
                    <a:pt x="118255" y="463506"/>
                  </a:lnTo>
                  <a:lnTo>
                    <a:pt x="120719" y="463038"/>
                  </a:lnTo>
                  <a:lnTo>
                    <a:pt x="123182" y="462577"/>
                  </a:lnTo>
                  <a:lnTo>
                    <a:pt x="125646" y="462120"/>
                  </a:lnTo>
                  <a:lnTo>
                    <a:pt x="128110" y="461670"/>
                  </a:lnTo>
                  <a:lnTo>
                    <a:pt x="130573" y="461227"/>
                  </a:lnTo>
                  <a:lnTo>
                    <a:pt x="133037" y="460793"/>
                  </a:lnTo>
                  <a:lnTo>
                    <a:pt x="135501" y="460368"/>
                  </a:lnTo>
                  <a:lnTo>
                    <a:pt x="137964" y="459952"/>
                  </a:lnTo>
                  <a:lnTo>
                    <a:pt x="140428" y="459546"/>
                  </a:lnTo>
                  <a:lnTo>
                    <a:pt x="142892" y="459148"/>
                  </a:lnTo>
                  <a:lnTo>
                    <a:pt x="145355" y="458763"/>
                  </a:lnTo>
                  <a:lnTo>
                    <a:pt x="147819" y="458390"/>
                  </a:lnTo>
                  <a:lnTo>
                    <a:pt x="150283" y="458026"/>
                  </a:lnTo>
                  <a:lnTo>
                    <a:pt x="152746" y="457674"/>
                  </a:lnTo>
                  <a:lnTo>
                    <a:pt x="155210" y="457332"/>
                  </a:lnTo>
                  <a:lnTo>
                    <a:pt x="157674" y="457005"/>
                  </a:lnTo>
                  <a:lnTo>
                    <a:pt x="160137" y="456690"/>
                  </a:lnTo>
                  <a:lnTo>
                    <a:pt x="162601" y="456387"/>
                  </a:lnTo>
                  <a:lnTo>
                    <a:pt x="165065" y="456096"/>
                  </a:lnTo>
                  <a:lnTo>
                    <a:pt x="167528" y="455817"/>
                  </a:lnTo>
                  <a:lnTo>
                    <a:pt x="169992" y="455556"/>
                  </a:lnTo>
                  <a:lnTo>
                    <a:pt x="172456" y="455307"/>
                  </a:lnTo>
                  <a:lnTo>
                    <a:pt x="174919" y="455072"/>
                  </a:lnTo>
                  <a:lnTo>
                    <a:pt x="177383" y="454851"/>
                  </a:lnTo>
                  <a:lnTo>
                    <a:pt x="179847" y="454645"/>
                  </a:lnTo>
                  <a:lnTo>
                    <a:pt x="182310" y="454459"/>
                  </a:lnTo>
                  <a:lnTo>
                    <a:pt x="184774" y="454287"/>
                  </a:lnTo>
                  <a:lnTo>
                    <a:pt x="187237" y="454131"/>
                  </a:lnTo>
                  <a:lnTo>
                    <a:pt x="189701" y="453991"/>
                  </a:lnTo>
                  <a:lnTo>
                    <a:pt x="192165" y="453871"/>
                  </a:lnTo>
                  <a:lnTo>
                    <a:pt x="194628" y="453770"/>
                  </a:lnTo>
                  <a:lnTo>
                    <a:pt x="197092" y="453687"/>
                  </a:lnTo>
                  <a:lnTo>
                    <a:pt x="199556" y="453620"/>
                  </a:lnTo>
                  <a:lnTo>
                    <a:pt x="202019" y="453571"/>
                  </a:lnTo>
                  <a:lnTo>
                    <a:pt x="204483" y="453545"/>
                  </a:lnTo>
                  <a:lnTo>
                    <a:pt x="206947" y="453537"/>
                  </a:lnTo>
                  <a:lnTo>
                    <a:pt x="209410" y="453546"/>
                  </a:lnTo>
                  <a:lnTo>
                    <a:pt x="211874" y="453572"/>
                  </a:lnTo>
                  <a:lnTo>
                    <a:pt x="214338" y="453614"/>
                  </a:lnTo>
                  <a:lnTo>
                    <a:pt x="216801" y="453677"/>
                  </a:lnTo>
                  <a:lnTo>
                    <a:pt x="219265" y="453755"/>
                  </a:lnTo>
                  <a:lnTo>
                    <a:pt x="221729" y="453846"/>
                  </a:lnTo>
                  <a:lnTo>
                    <a:pt x="224192" y="453949"/>
                  </a:lnTo>
                  <a:lnTo>
                    <a:pt x="226656" y="454064"/>
                  </a:lnTo>
                  <a:lnTo>
                    <a:pt x="229120" y="454191"/>
                  </a:lnTo>
                  <a:lnTo>
                    <a:pt x="231583" y="454325"/>
                  </a:lnTo>
                  <a:lnTo>
                    <a:pt x="234047" y="454464"/>
                  </a:lnTo>
                  <a:lnTo>
                    <a:pt x="236511" y="454606"/>
                  </a:lnTo>
                  <a:lnTo>
                    <a:pt x="238974" y="454750"/>
                  </a:lnTo>
                  <a:lnTo>
                    <a:pt x="241438" y="454892"/>
                  </a:lnTo>
                  <a:lnTo>
                    <a:pt x="243902" y="455029"/>
                  </a:lnTo>
                  <a:lnTo>
                    <a:pt x="246365" y="455159"/>
                  </a:lnTo>
                  <a:lnTo>
                    <a:pt x="248829" y="455280"/>
                  </a:lnTo>
                  <a:lnTo>
                    <a:pt x="251293" y="455388"/>
                  </a:lnTo>
                  <a:lnTo>
                    <a:pt x="253756" y="455478"/>
                  </a:lnTo>
                  <a:lnTo>
                    <a:pt x="256220" y="455549"/>
                  </a:lnTo>
                  <a:lnTo>
                    <a:pt x="258684" y="455601"/>
                  </a:lnTo>
                  <a:lnTo>
                    <a:pt x="261147" y="455631"/>
                  </a:lnTo>
                  <a:lnTo>
                    <a:pt x="263611" y="455630"/>
                  </a:lnTo>
                  <a:lnTo>
                    <a:pt x="266075" y="455599"/>
                  </a:lnTo>
                  <a:lnTo>
                    <a:pt x="268538" y="455538"/>
                  </a:lnTo>
                  <a:lnTo>
                    <a:pt x="271002" y="455446"/>
                  </a:lnTo>
                  <a:lnTo>
                    <a:pt x="273465" y="455322"/>
                  </a:lnTo>
                  <a:lnTo>
                    <a:pt x="275929" y="455153"/>
                  </a:lnTo>
                  <a:lnTo>
                    <a:pt x="278393" y="454947"/>
                  </a:lnTo>
                  <a:lnTo>
                    <a:pt x="280856" y="454705"/>
                  </a:lnTo>
                  <a:lnTo>
                    <a:pt x="283320" y="454427"/>
                  </a:lnTo>
                  <a:lnTo>
                    <a:pt x="285784" y="454110"/>
                  </a:lnTo>
                  <a:lnTo>
                    <a:pt x="288247" y="453743"/>
                  </a:lnTo>
                  <a:lnTo>
                    <a:pt x="290711" y="453339"/>
                  </a:lnTo>
                  <a:lnTo>
                    <a:pt x="293175" y="452898"/>
                  </a:lnTo>
                  <a:lnTo>
                    <a:pt x="295638" y="452419"/>
                  </a:lnTo>
                  <a:lnTo>
                    <a:pt x="298102" y="451901"/>
                  </a:lnTo>
                  <a:lnTo>
                    <a:pt x="300566" y="451338"/>
                  </a:lnTo>
                  <a:lnTo>
                    <a:pt x="303029" y="450741"/>
                  </a:lnTo>
                  <a:lnTo>
                    <a:pt x="305493" y="450109"/>
                  </a:lnTo>
                  <a:lnTo>
                    <a:pt x="307957" y="449445"/>
                  </a:lnTo>
                  <a:lnTo>
                    <a:pt x="310420" y="448744"/>
                  </a:lnTo>
                  <a:lnTo>
                    <a:pt x="312884" y="448006"/>
                  </a:lnTo>
                  <a:lnTo>
                    <a:pt x="315348" y="447238"/>
                  </a:lnTo>
                  <a:lnTo>
                    <a:pt x="317811" y="446443"/>
                  </a:lnTo>
                  <a:lnTo>
                    <a:pt x="320275" y="445619"/>
                  </a:lnTo>
                  <a:lnTo>
                    <a:pt x="322739" y="444764"/>
                  </a:lnTo>
                  <a:lnTo>
                    <a:pt x="325202" y="443881"/>
                  </a:lnTo>
                  <a:lnTo>
                    <a:pt x="327666" y="442973"/>
                  </a:lnTo>
                  <a:lnTo>
                    <a:pt x="330130" y="442043"/>
                  </a:lnTo>
                  <a:lnTo>
                    <a:pt x="332593" y="441090"/>
                  </a:lnTo>
                  <a:lnTo>
                    <a:pt x="335057" y="440110"/>
                  </a:lnTo>
                  <a:lnTo>
                    <a:pt x="337521" y="439108"/>
                  </a:lnTo>
                  <a:lnTo>
                    <a:pt x="339984" y="438087"/>
                  </a:lnTo>
                  <a:lnTo>
                    <a:pt x="342448" y="437047"/>
                  </a:lnTo>
                  <a:lnTo>
                    <a:pt x="344912" y="435989"/>
                  </a:lnTo>
                  <a:lnTo>
                    <a:pt x="347375" y="434907"/>
                  </a:lnTo>
                  <a:lnTo>
                    <a:pt x="349839" y="433809"/>
                  </a:lnTo>
                  <a:lnTo>
                    <a:pt x="352303" y="432695"/>
                  </a:lnTo>
                  <a:lnTo>
                    <a:pt x="354766" y="431566"/>
                  </a:lnTo>
                  <a:lnTo>
                    <a:pt x="357230" y="430420"/>
                  </a:lnTo>
                  <a:lnTo>
                    <a:pt x="359694" y="429256"/>
                  </a:lnTo>
                  <a:lnTo>
                    <a:pt x="362157" y="428077"/>
                  </a:lnTo>
                  <a:lnTo>
                    <a:pt x="364621" y="426884"/>
                  </a:lnTo>
                  <a:lnTo>
                    <a:pt x="367084" y="425677"/>
                  </a:lnTo>
                  <a:lnTo>
                    <a:pt x="369548" y="424453"/>
                  </a:lnTo>
                  <a:lnTo>
                    <a:pt x="372012" y="423212"/>
                  </a:lnTo>
                  <a:lnTo>
                    <a:pt x="374475" y="421955"/>
                  </a:lnTo>
                  <a:lnTo>
                    <a:pt x="376939" y="420682"/>
                  </a:lnTo>
                  <a:lnTo>
                    <a:pt x="379403" y="419393"/>
                  </a:lnTo>
                  <a:lnTo>
                    <a:pt x="381866" y="418083"/>
                  </a:lnTo>
                  <a:lnTo>
                    <a:pt x="384330" y="416749"/>
                  </a:lnTo>
                  <a:lnTo>
                    <a:pt x="386794" y="415394"/>
                  </a:lnTo>
                  <a:lnTo>
                    <a:pt x="389257" y="414016"/>
                  </a:lnTo>
                  <a:lnTo>
                    <a:pt x="391721" y="412613"/>
                  </a:lnTo>
                  <a:lnTo>
                    <a:pt x="394185" y="411176"/>
                  </a:lnTo>
                  <a:lnTo>
                    <a:pt x="396648" y="409704"/>
                  </a:lnTo>
                  <a:lnTo>
                    <a:pt x="399112" y="408199"/>
                  </a:lnTo>
                  <a:lnTo>
                    <a:pt x="401576" y="406658"/>
                  </a:lnTo>
                  <a:lnTo>
                    <a:pt x="404039" y="405079"/>
                  </a:lnTo>
                  <a:lnTo>
                    <a:pt x="406503" y="403443"/>
                  </a:lnTo>
                  <a:lnTo>
                    <a:pt x="408967" y="401759"/>
                  </a:lnTo>
                  <a:lnTo>
                    <a:pt x="411430" y="400026"/>
                  </a:lnTo>
                  <a:lnTo>
                    <a:pt x="413894" y="398240"/>
                  </a:lnTo>
                  <a:lnTo>
                    <a:pt x="416358" y="396398"/>
                  </a:lnTo>
                  <a:lnTo>
                    <a:pt x="418821" y="394477"/>
                  </a:lnTo>
                  <a:lnTo>
                    <a:pt x="421285" y="392494"/>
                  </a:lnTo>
                  <a:lnTo>
                    <a:pt x="423749" y="390446"/>
                  </a:lnTo>
                  <a:lnTo>
                    <a:pt x="426212" y="388331"/>
                  </a:lnTo>
                  <a:lnTo>
                    <a:pt x="428676" y="386140"/>
                  </a:lnTo>
                  <a:lnTo>
                    <a:pt x="431140" y="383859"/>
                  </a:lnTo>
                  <a:lnTo>
                    <a:pt x="433603" y="381504"/>
                  </a:lnTo>
                  <a:lnTo>
                    <a:pt x="436067" y="379073"/>
                  </a:lnTo>
                  <a:lnTo>
                    <a:pt x="438531" y="376567"/>
                  </a:lnTo>
                  <a:lnTo>
                    <a:pt x="440994" y="373969"/>
                  </a:lnTo>
                  <a:lnTo>
                    <a:pt x="443458" y="371279"/>
                  </a:lnTo>
                  <a:lnTo>
                    <a:pt x="445922" y="368511"/>
                  </a:lnTo>
                  <a:lnTo>
                    <a:pt x="448385" y="365663"/>
                  </a:lnTo>
                  <a:lnTo>
                    <a:pt x="450849" y="362736"/>
                  </a:lnTo>
                  <a:lnTo>
                    <a:pt x="453312" y="359710"/>
                  </a:lnTo>
                  <a:lnTo>
                    <a:pt x="455776" y="356596"/>
                  </a:lnTo>
                  <a:lnTo>
                    <a:pt x="458240" y="353402"/>
                  </a:lnTo>
                  <a:lnTo>
                    <a:pt x="460703" y="350129"/>
                  </a:lnTo>
                  <a:lnTo>
                    <a:pt x="463167" y="346776"/>
                  </a:lnTo>
                  <a:lnTo>
                    <a:pt x="465631" y="343318"/>
                  </a:lnTo>
                  <a:lnTo>
                    <a:pt x="468094" y="339775"/>
                  </a:lnTo>
                  <a:lnTo>
                    <a:pt x="470558" y="336151"/>
                  </a:lnTo>
                  <a:lnTo>
                    <a:pt x="473022" y="332445"/>
                  </a:lnTo>
                  <a:lnTo>
                    <a:pt x="475485" y="328653"/>
                  </a:lnTo>
                  <a:lnTo>
                    <a:pt x="477949" y="324747"/>
                  </a:lnTo>
                  <a:lnTo>
                    <a:pt x="480413" y="320753"/>
                  </a:lnTo>
                  <a:lnTo>
                    <a:pt x="482876" y="316669"/>
                  </a:lnTo>
                  <a:lnTo>
                    <a:pt x="485340" y="312493"/>
                  </a:lnTo>
                  <a:lnTo>
                    <a:pt x="487804" y="308214"/>
                  </a:lnTo>
                  <a:lnTo>
                    <a:pt x="490267" y="303809"/>
                  </a:lnTo>
                  <a:lnTo>
                    <a:pt x="492731" y="299302"/>
                  </a:lnTo>
                  <a:lnTo>
                    <a:pt x="495195" y="294689"/>
                  </a:lnTo>
                  <a:lnTo>
                    <a:pt x="497658" y="289967"/>
                  </a:lnTo>
                  <a:lnTo>
                    <a:pt x="500122" y="285116"/>
                  </a:lnTo>
                  <a:lnTo>
                    <a:pt x="502586" y="280125"/>
                  </a:lnTo>
                  <a:lnTo>
                    <a:pt x="505049" y="275013"/>
                  </a:lnTo>
                  <a:lnTo>
                    <a:pt x="507513" y="269779"/>
                  </a:lnTo>
                  <a:lnTo>
                    <a:pt x="509977" y="264419"/>
                  </a:lnTo>
                  <a:lnTo>
                    <a:pt x="512440" y="258903"/>
                  </a:lnTo>
                  <a:lnTo>
                    <a:pt x="514904" y="253239"/>
                  </a:lnTo>
                  <a:lnTo>
                    <a:pt x="517368" y="247443"/>
                  </a:lnTo>
                  <a:lnTo>
                    <a:pt x="519831" y="241516"/>
                  </a:lnTo>
                  <a:lnTo>
                    <a:pt x="522295" y="235457"/>
                  </a:lnTo>
                  <a:lnTo>
                    <a:pt x="524759" y="229229"/>
                  </a:lnTo>
                  <a:lnTo>
                    <a:pt x="527222" y="222865"/>
                  </a:lnTo>
                  <a:lnTo>
                    <a:pt x="529686" y="216374"/>
                  </a:lnTo>
                  <a:lnTo>
                    <a:pt x="532150" y="209761"/>
                  </a:lnTo>
                  <a:lnTo>
                    <a:pt x="534613" y="203030"/>
                  </a:lnTo>
                  <a:lnTo>
                    <a:pt x="537077" y="196147"/>
                  </a:lnTo>
                  <a:lnTo>
                    <a:pt x="539541" y="189162"/>
                  </a:lnTo>
                  <a:lnTo>
                    <a:pt x="542004" y="182082"/>
                  </a:lnTo>
                  <a:lnTo>
                    <a:pt x="544468" y="174913"/>
                  </a:lnTo>
                  <a:lnTo>
                    <a:pt x="546931" y="167659"/>
                  </a:lnTo>
                  <a:lnTo>
                    <a:pt x="549395" y="160322"/>
                  </a:lnTo>
                  <a:lnTo>
                    <a:pt x="551859" y="152933"/>
                  </a:lnTo>
                  <a:lnTo>
                    <a:pt x="554322" y="145505"/>
                  </a:lnTo>
                  <a:lnTo>
                    <a:pt x="556786" y="138049"/>
                  </a:lnTo>
                  <a:lnTo>
                    <a:pt x="559250" y="130577"/>
                  </a:lnTo>
                  <a:lnTo>
                    <a:pt x="561713" y="123114"/>
                  </a:lnTo>
                  <a:lnTo>
                    <a:pt x="564177" y="115676"/>
                  </a:lnTo>
                  <a:lnTo>
                    <a:pt x="566641" y="108277"/>
                  </a:lnTo>
                  <a:lnTo>
                    <a:pt x="569104" y="100934"/>
                  </a:lnTo>
                  <a:lnTo>
                    <a:pt x="571568" y="93680"/>
                  </a:lnTo>
                  <a:lnTo>
                    <a:pt x="574032" y="86541"/>
                  </a:lnTo>
                  <a:lnTo>
                    <a:pt x="576495" y="79523"/>
                  </a:lnTo>
                  <a:lnTo>
                    <a:pt x="578959" y="72643"/>
                  </a:lnTo>
                  <a:lnTo>
                    <a:pt x="581423" y="65917"/>
                  </a:lnTo>
                  <a:lnTo>
                    <a:pt x="583886" y="59418"/>
                  </a:lnTo>
                  <a:lnTo>
                    <a:pt x="586350" y="53144"/>
                  </a:lnTo>
                  <a:lnTo>
                    <a:pt x="588814" y="47097"/>
                  </a:lnTo>
                  <a:lnTo>
                    <a:pt x="591277" y="41295"/>
                  </a:lnTo>
                  <a:lnTo>
                    <a:pt x="593741" y="35756"/>
                  </a:lnTo>
                  <a:lnTo>
                    <a:pt x="596205" y="30602"/>
                  </a:lnTo>
                  <a:lnTo>
                    <a:pt x="598668" y="25772"/>
                  </a:lnTo>
                  <a:lnTo>
                    <a:pt x="601132" y="21274"/>
                  </a:lnTo>
                  <a:lnTo>
                    <a:pt x="603596" y="17127"/>
                  </a:lnTo>
                  <a:lnTo>
                    <a:pt x="606059" y="13361"/>
                  </a:lnTo>
                  <a:lnTo>
                    <a:pt x="608523" y="10107"/>
                  </a:lnTo>
                  <a:lnTo>
                    <a:pt x="610987" y="7263"/>
                  </a:lnTo>
                  <a:lnTo>
                    <a:pt x="613450" y="4842"/>
                  </a:lnTo>
                  <a:lnTo>
                    <a:pt x="615914" y="2854"/>
                  </a:lnTo>
                  <a:lnTo>
                    <a:pt x="618378" y="1363"/>
                  </a:lnTo>
                  <a:lnTo>
                    <a:pt x="620841" y="446"/>
                  </a:lnTo>
                  <a:lnTo>
                    <a:pt x="623305" y="0"/>
                  </a:lnTo>
                  <a:lnTo>
                    <a:pt x="625769" y="29"/>
                  </a:lnTo>
                  <a:lnTo>
                    <a:pt x="628232" y="539"/>
                  </a:lnTo>
                  <a:lnTo>
                    <a:pt x="630696" y="1620"/>
                  </a:lnTo>
                  <a:lnTo>
                    <a:pt x="633159" y="3272"/>
                  </a:lnTo>
                  <a:lnTo>
                    <a:pt x="635623" y="5407"/>
                  </a:lnTo>
                  <a:lnTo>
                    <a:pt x="638087" y="8023"/>
                  </a:lnTo>
                  <a:lnTo>
                    <a:pt x="640550" y="11114"/>
                  </a:lnTo>
                  <a:lnTo>
                    <a:pt x="643014" y="14787"/>
                  </a:lnTo>
                  <a:lnTo>
                    <a:pt x="645478" y="18964"/>
                  </a:lnTo>
                  <a:lnTo>
                    <a:pt x="647941" y="23584"/>
                  </a:lnTo>
                  <a:lnTo>
                    <a:pt x="650405" y="28635"/>
                  </a:lnTo>
                  <a:lnTo>
                    <a:pt x="652869" y="34104"/>
                  </a:lnTo>
                  <a:lnTo>
                    <a:pt x="655332" y="40095"/>
                  </a:lnTo>
                  <a:lnTo>
                    <a:pt x="657796" y="46475"/>
                  </a:lnTo>
                  <a:lnTo>
                    <a:pt x="660260" y="53211"/>
                  </a:lnTo>
                  <a:lnTo>
                    <a:pt x="662723" y="60284"/>
                  </a:lnTo>
                  <a:lnTo>
                    <a:pt x="665187" y="67685"/>
                  </a:lnTo>
                  <a:lnTo>
                    <a:pt x="667651" y="75471"/>
                  </a:lnTo>
                  <a:lnTo>
                    <a:pt x="670114" y="83518"/>
                  </a:lnTo>
                  <a:lnTo>
                    <a:pt x="672578" y="91805"/>
                  </a:lnTo>
                  <a:lnTo>
                    <a:pt x="675042" y="100313"/>
                  </a:lnTo>
                  <a:lnTo>
                    <a:pt x="677505" y="109036"/>
                  </a:lnTo>
                  <a:lnTo>
                    <a:pt x="679969" y="117969"/>
                  </a:lnTo>
                  <a:lnTo>
                    <a:pt x="682433" y="127041"/>
                  </a:lnTo>
                  <a:lnTo>
                    <a:pt x="684896" y="136231"/>
                  </a:lnTo>
                  <a:lnTo>
                    <a:pt x="687360" y="145520"/>
                  </a:lnTo>
                  <a:lnTo>
                    <a:pt x="689824" y="154896"/>
                  </a:lnTo>
                  <a:lnTo>
                    <a:pt x="692287" y="164329"/>
                  </a:lnTo>
                  <a:lnTo>
                    <a:pt x="694751" y="173787"/>
                  </a:lnTo>
                  <a:lnTo>
                    <a:pt x="697215" y="183251"/>
                  </a:lnTo>
                  <a:lnTo>
                    <a:pt x="699678" y="192706"/>
                  </a:lnTo>
                  <a:lnTo>
                    <a:pt x="702142" y="202124"/>
                  </a:lnTo>
                  <a:lnTo>
                    <a:pt x="704606" y="211481"/>
                  </a:lnTo>
                  <a:lnTo>
                    <a:pt x="707069" y="220768"/>
                  </a:lnTo>
                  <a:lnTo>
                    <a:pt x="709533" y="229972"/>
                  </a:lnTo>
                  <a:lnTo>
                    <a:pt x="711997" y="239080"/>
                  </a:lnTo>
                  <a:lnTo>
                    <a:pt x="714460" y="248043"/>
                  </a:lnTo>
                  <a:lnTo>
                    <a:pt x="716924" y="256867"/>
                  </a:lnTo>
                  <a:lnTo>
                    <a:pt x="719388" y="265552"/>
                  </a:lnTo>
                  <a:lnTo>
                    <a:pt x="721851" y="274087"/>
                  </a:lnTo>
                  <a:lnTo>
                    <a:pt x="724315" y="282465"/>
                  </a:lnTo>
                  <a:lnTo>
                    <a:pt x="726778" y="290614"/>
                  </a:lnTo>
                  <a:lnTo>
                    <a:pt x="729242" y="298583"/>
                  </a:lnTo>
                  <a:lnTo>
                    <a:pt x="731706" y="306368"/>
                  </a:lnTo>
                  <a:lnTo>
                    <a:pt x="734169" y="313962"/>
                  </a:lnTo>
                  <a:lnTo>
                    <a:pt x="736633" y="321348"/>
                  </a:lnTo>
                  <a:lnTo>
                    <a:pt x="739097" y="328475"/>
                  </a:lnTo>
                  <a:lnTo>
                    <a:pt x="741560" y="335397"/>
                  </a:lnTo>
                  <a:lnTo>
                    <a:pt x="744024" y="342113"/>
                  </a:lnTo>
                  <a:lnTo>
                    <a:pt x="746488" y="348619"/>
                  </a:lnTo>
                  <a:lnTo>
                    <a:pt x="748951" y="354888"/>
                  </a:lnTo>
                  <a:lnTo>
                    <a:pt x="751415" y="360900"/>
                  </a:lnTo>
                  <a:lnTo>
                    <a:pt x="753879" y="366702"/>
                  </a:lnTo>
                  <a:lnTo>
                    <a:pt x="756342" y="372295"/>
                  </a:lnTo>
                  <a:lnTo>
                    <a:pt x="758806" y="377681"/>
                  </a:lnTo>
                  <a:lnTo>
                    <a:pt x="761270" y="382819"/>
                  </a:lnTo>
                  <a:lnTo>
                    <a:pt x="763733" y="387725"/>
                  </a:lnTo>
                  <a:lnTo>
                    <a:pt x="766197" y="392433"/>
                  </a:lnTo>
                  <a:lnTo>
                    <a:pt x="768661" y="396945"/>
                  </a:lnTo>
                  <a:lnTo>
                    <a:pt x="771124" y="401265"/>
                  </a:lnTo>
                  <a:lnTo>
                    <a:pt x="773588" y="405349"/>
                  </a:lnTo>
                  <a:lnTo>
                    <a:pt x="776052" y="409236"/>
                  </a:lnTo>
                  <a:lnTo>
                    <a:pt x="778515" y="412947"/>
                  </a:lnTo>
                  <a:lnTo>
                    <a:pt x="780979" y="416486"/>
                  </a:lnTo>
                  <a:lnTo>
                    <a:pt x="783443" y="419859"/>
                  </a:lnTo>
                  <a:lnTo>
                    <a:pt x="785906" y="423017"/>
                  </a:lnTo>
                  <a:lnTo>
                    <a:pt x="788370" y="426018"/>
                  </a:lnTo>
                  <a:lnTo>
                    <a:pt x="790834" y="428872"/>
                  </a:lnTo>
                  <a:lnTo>
                    <a:pt x="793297" y="431581"/>
                  </a:lnTo>
                  <a:lnTo>
                    <a:pt x="795761" y="434144"/>
                  </a:lnTo>
                  <a:lnTo>
                    <a:pt x="798225" y="436535"/>
                  </a:lnTo>
                  <a:lnTo>
                    <a:pt x="800688" y="438801"/>
                  </a:lnTo>
                  <a:lnTo>
                    <a:pt x="803152" y="440944"/>
                  </a:lnTo>
                  <a:lnTo>
                    <a:pt x="805616" y="442971"/>
                  </a:lnTo>
                  <a:lnTo>
                    <a:pt x="808079" y="444873"/>
                  </a:lnTo>
                  <a:lnTo>
                    <a:pt x="810543" y="446643"/>
                  </a:lnTo>
                  <a:lnTo>
                    <a:pt x="813006" y="448312"/>
                  </a:lnTo>
                  <a:lnTo>
                    <a:pt x="815470" y="449883"/>
                  </a:lnTo>
                  <a:lnTo>
                    <a:pt x="817934" y="451360"/>
                  </a:lnTo>
                  <a:lnTo>
                    <a:pt x="820397" y="452732"/>
                  </a:lnTo>
                  <a:lnTo>
                    <a:pt x="822861" y="454004"/>
                  </a:lnTo>
                  <a:lnTo>
                    <a:pt x="825325" y="455196"/>
                  </a:lnTo>
                  <a:lnTo>
                    <a:pt x="827788" y="456310"/>
                  </a:lnTo>
                  <a:lnTo>
                    <a:pt x="830252" y="457349"/>
                  </a:lnTo>
                  <a:lnTo>
                    <a:pt x="832716" y="458299"/>
                  </a:lnTo>
                  <a:lnTo>
                    <a:pt x="835179" y="459175"/>
                  </a:lnTo>
                  <a:lnTo>
                    <a:pt x="837643" y="459988"/>
                  </a:lnTo>
                  <a:lnTo>
                    <a:pt x="840107" y="460738"/>
                  </a:lnTo>
                  <a:lnTo>
                    <a:pt x="842570" y="461430"/>
                  </a:lnTo>
                  <a:lnTo>
                    <a:pt x="845034" y="462048"/>
                  </a:lnTo>
                  <a:lnTo>
                    <a:pt x="847498" y="462612"/>
                  </a:lnTo>
                  <a:lnTo>
                    <a:pt x="849961" y="463126"/>
                  </a:lnTo>
                  <a:lnTo>
                    <a:pt x="852425" y="463592"/>
                  </a:lnTo>
                  <a:lnTo>
                    <a:pt x="854889" y="464012"/>
                  </a:lnTo>
                  <a:lnTo>
                    <a:pt x="857352" y="464375"/>
                  </a:lnTo>
                  <a:lnTo>
                    <a:pt x="859816" y="464698"/>
                  </a:lnTo>
                  <a:lnTo>
                    <a:pt x="862280" y="464984"/>
                  </a:lnTo>
                  <a:lnTo>
                    <a:pt x="864743" y="465234"/>
                  </a:lnTo>
                  <a:lnTo>
                    <a:pt x="867207" y="465447"/>
                  </a:lnTo>
                  <a:lnTo>
                    <a:pt x="869671" y="465620"/>
                  </a:lnTo>
                  <a:lnTo>
                    <a:pt x="872134" y="465765"/>
                  </a:lnTo>
                  <a:lnTo>
                    <a:pt x="874598" y="465883"/>
                  </a:lnTo>
                  <a:lnTo>
                    <a:pt x="877062" y="465975"/>
                  </a:lnTo>
                  <a:lnTo>
                    <a:pt x="879525" y="466039"/>
                  </a:lnTo>
                  <a:lnTo>
                    <a:pt x="881989" y="466078"/>
                  </a:lnTo>
                  <a:lnTo>
                    <a:pt x="884453" y="466097"/>
                  </a:lnTo>
                  <a:lnTo>
                    <a:pt x="886916" y="466098"/>
                  </a:lnTo>
                  <a:lnTo>
                    <a:pt x="889380" y="466081"/>
                  </a:lnTo>
                  <a:lnTo>
                    <a:pt x="891844" y="466045"/>
                  </a:lnTo>
                  <a:lnTo>
                    <a:pt x="894307" y="465994"/>
                  </a:lnTo>
                  <a:lnTo>
                    <a:pt x="896771" y="465931"/>
                  </a:lnTo>
                  <a:lnTo>
                    <a:pt x="899235" y="465856"/>
                  </a:lnTo>
                  <a:lnTo>
                    <a:pt x="901698" y="465771"/>
                  </a:lnTo>
                  <a:lnTo>
                    <a:pt x="904162" y="465674"/>
                  </a:lnTo>
                  <a:lnTo>
                    <a:pt x="906625" y="465570"/>
                  </a:lnTo>
                  <a:lnTo>
                    <a:pt x="909089" y="465459"/>
                  </a:lnTo>
                  <a:lnTo>
                    <a:pt x="911553" y="465343"/>
                  </a:lnTo>
                  <a:lnTo>
                    <a:pt x="914016" y="465222"/>
                  </a:lnTo>
                  <a:lnTo>
                    <a:pt x="916480" y="465097"/>
                  </a:lnTo>
                  <a:lnTo>
                    <a:pt x="918944" y="464970"/>
                  </a:lnTo>
                  <a:lnTo>
                    <a:pt x="921407" y="464842"/>
                  </a:lnTo>
                  <a:lnTo>
                    <a:pt x="923871" y="464713"/>
                  </a:lnTo>
                  <a:lnTo>
                    <a:pt x="926335" y="464585"/>
                  </a:lnTo>
                  <a:lnTo>
                    <a:pt x="928798" y="464459"/>
                  </a:lnTo>
                  <a:lnTo>
                    <a:pt x="931262" y="464336"/>
                  </a:lnTo>
                  <a:lnTo>
                    <a:pt x="933726" y="464215"/>
                  </a:lnTo>
                  <a:lnTo>
                    <a:pt x="936189" y="464098"/>
                  </a:lnTo>
                  <a:lnTo>
                    <a:pt x="938653" y="463987"/>
                  </a:lnTo>
                  <a:lnTo>
                    <a:pt x="941117" y="463881"/>
                  </a:lnTo>
                  <a:lnTo>
                    <a:pt x="943580" y="463782"/>
                  </a:lnTo>
                  <a:lnTo>
                    <a:pt x="946044" y="463688"/>
                  </a:lnTo>
                  <a:lnTo>
                    <a:pt x="948508" y="463602"/>
                  </a:lnTo>
                  <a:lnTo>
                    <a:pt x="950971" y="463523"/>
                  </a:lnTo>
                  <a:lnTo>
                    <a:pt x="953435" y="463453"/>
                  </a:lnTo>
                  <a:lnTo>
                    <a:pt x="955899" y="463390"/>
                  </a:lnTo>
                  <a:lnTo>
                    <a:pt x="958362" y="463335"/>
                  </a:lnTo>
                  <a:lnTo>
                    <a:pt x="960826" y="463288"/>
                  </a:lnTo>
                  <a:lnTo>
                    <a:pt x="963290" y="463251"/>
                  </a:lnTo>
                  <a:lnTo>
                    <a:pt x="965753" y="463222"/>
                  </a:lnTo>
                  <a:lnTo>
                    <a:pt x="968217" y="463201"/>
                  </a:lnTo>
                  <a:lnTo>
                    <a:pt x="970681" y="463187"/>
                  </a:lnTo>
                  <a:lnTo>
                    <a:pt x="973144" y="463181"/>
                  </a:lnTo>
                  <a:lnTo>
                    <a:pt x="975608" y="463185"/>
                  </a:lnTo>
                  <a:lnTo>
                    <a:pt x="978072" y="463196"/>
                  </a:lnTo>
                  <a:lnTo>
                    <a:pt x="980535" y="463214"/>
                  </a:lnTo>
                  <a:lnTo>
                    <a:pt x="982999" y="463239"/>
                  </a:lnTo>
                  <a:lnTo>
                    <a:pt x="985463" y="463271"/>
                  </a:lnTo>
                  <a:lnTo>
                    <a:pt x="987926" y="463311"/>
                  </a:lnTo>
                  <a:lnTo>
                    <a:pt x="990390" y="463358"/>
                  </a:lnTo>
                  <a:lnTo>
                    <a:pt x="992853" y="463410"/>
                  </a:lnTo>
                  <a:lnTo>
                    <a:pt x="995317" y="463468"/>
                  </a:lnTo>
                  <a:lnTo>
                    <a:pt x="997781" y="463533"/>
                  </a:lnTo>
                  <a:lnTo>
                    <a:pt x="1000244" y="463604"/>
                  </a:lnTo>
                  <a:lnTo>
                    <a:pt x="1002708" y="463681"/>
                  </a:lnTo>
                  <a:lnTo>
                    <a:pt x="1005172" y="463763"/>
                  </a:lnTo>
                  <a:lnTo>
                    <a:pt x="1007635" y="463850"/>
                  </a:lnTo>
                  <a:lnTo>
                    <a:pt x="1010099" y="463943"/>
                  </a:lnTo>
                  <a:lnTo>
                    <a:pt x="1012563" y="464041"/>
                  </a:lnTo>
                  <a:lnTo>
                    <a:pt x="1015026" y="464143"/>
                  </a:lnTo>
                  <a:lnTo>
                    <a:pt x="1017490" y="464249"/>
                  </a:lnTo>
                  <a:lnTo>
                    <a:pt x="1019954" y="464360"/>
                  </a:lnTo>
                  <a:lnTo>
                    <a:pt x="1022417" y="464474"/>
                  </a:lnTo>
                  <a:lnTo>
                    <a:pt x="1024881" y="464592"/>
                  </a:lnTo>
                  <a:lnTo>
                    <a:pt x="1027345" y="464712"/>
                  </a:lnTo>
                  <a:lnTo>
                    <a:pt x="1029808" y="464833"/>
                  </a:lnTo>
                  <a:lnTo>
                    <a:pt x="1032272" y="464956"/>
                  </a:lnTo>
                  <a:lnTo>
                    <a:pt x="1034736" y="465080"/>
                  </a:lnTo>
                  <a:lnTo>
                    <a:pt x="1037199" y="465204"/>
                  </a:lnTo>
                  <a:lnTo>
                    <a:pt x="1039663" y="465326"/>
                  </a:lnTo>
                  <a:lnTo>
                    <a:pt x="1042127" y="465446"/>
                  </a:lnTo>
                  <a:lnTo>
                    <a:pt x="1044590" y="465563"/>
                  </a:lnTo>
                  <a:lnTo>
                    <a:pt x="1047054" y="465675"/>
                  </a:lnTo>
                  <a:lnTo>
                    <a:pt x="1049518" y="465782"/>
                  </a:lnTo>
                  <a:lnTo>
                    <a:pt x="1051981" y="465882"/>
                  </a:lnTo>
                  <a:lnTo>
                    <a:pt x="1054445" y="465975"/>
                  </a:lnTo>
                  <a:lnTo>
                    <a:pt x="1056909" y="466059"/>
                  </a:lnTo>
                  <a:lnTo>
                    <a:pt x="1059372" y="466131"/>
                  </a:lnTo>
                  <a:lnTo>
                    <a:pt x="1061836" y="466191"/>
                  </a:lnTo>
                  <a:lnTo>
                    <a:pt x="1064300" y="466240"/>
                  </a:lnTo>
                  <a:lnTo>
                    <a:pt x="1066763" y="466276"/>
                  </a:lnTo>
                  <a:lnTo>
                    <a:pt x="1069227" y="466295"/>
                  </a:lnTo>
                  <a:lnTo>
                    <a:pt x="1071691" y="466297"/>
                  </a:lnTo>
                  <a:lnTo>
                    <a:pt x="1074154" y="466283"/>
                  </a:lnTo>
                  <a:lnTo>
                    <a:pt x="1076618" y="466253"/>
                  </a:lnTo>
                  <a:lnTo>
                    <a:pt x="1079082" y="466205"/>
                  </a:lnTo>
                  <a:lnTo>
                    <a:pt x="1081545" y="466136"/>
                  </a:lnTo>
                  <a:lnTo>
                    <a:pt x="1084009" y="466047"/>
                  </a:lnTo>
                  <a:lnTo>
                    <a:pt x="1086472" y="465939"/>
                  </a:lnTo>
                  <a:lnTo>
                    <a:pt x="1088936" y="465814"/>
                  </a:lnTo>
                  <a:lnTo>
                    <a:pt x="1091400" y="465670"/>
                  </a:lnTo>
                  <a:lnTo>
                    <a:pt x="1093863" y="465502"/>
                  </a:lnTo>
                  <a:lnTo>
                    <a:pt x="1096327" y="465317"/>
                  </a:lnTo>
                  <a:lnTo>
                    <a:pt x="1098791" y="465114"/>
                  </a:lnTo>
                  <a:lnTo>
                    <a:pt x="1101254" y="464895"/>
                  </a:lnTo>
                  <a:lnTo>
                    <a:pt x="1103718" y="464660"/>
                  </a:lnTo>
                  <a:lnTo>
                    <a:pt x="1106182" y="464405"/>
                  </a:lnTo>
                  <a:lnTo>
                    <a:pt x="1108645" y="464138"/>
                  </a:lnTo>
                  <a:lnTo>
                    <a:pt x="1111109" y="463858"/>
                  </a:lnTo>
                  <a:lnTo>
                    <a:pt x="1113573" y="463568"/>
                  </a:lnTo>
                  <a:lnTo>
                    <a:pt x="1116036" y="463267"/>
                  </a:lnTo>
                  <a:lnTo>
                    <a:pt x="1118500" y="462957"/>
                  </a:lnTo>
                  <a:lnTo>
                    <a:pt x="1120964" y="462641"/>
                  </a:lnTo>
                  <a:lnTo>
                    <a:pt x="1123427" y="462321"/>
                  </a:lnTo>
                  <a:lnTo>
                    <a:pt x="1125891" y="461998"/>
                  </a:lnTo>
                  <a:lnTo>
                    <a:pt x="1128355" y="461675"/>
                  </a:lnTo>
                  <a:lnTo>
                    <a:pt x="1130818" y="461353"/>
                  </a:lnTo>
                  <a:lnTo>
                    <a:pt x="1133282" y="461035"/>
                  </a:lnTo>
                  <a:lnTo>
                    <a:pt x="1135746" y="460722"/>
                  </a:lnTo>
                  <a:lnTo>
                    <a:pt x="1138209" y="460416"/>
                  </a:lnTo>
                  <a:lnTo>
                    <a:pt x="1140673" y="460120"/>
                  </a:lnTo>
                  <a:lnTo>
                    <a:pt x="1143137" y="459836"/>
                  </a:lnTo>
                  <a:lnTo>
                    <a:pt x="1145600" y="459565"/>
                  </a:lnTo>
                  <a:lnTo>
                    <a:pt x="1148064" y="459308"/>
                  </a:lnTo>
                  <a:lnTo>
                    <a:pt x="1150528" y="459066"/>
                  </a:lnTo>
                  <a:lnTo>
                    <a:pt x="1152991" y="458846"/>
                  </a:lnTo>
                  <a:lnTo>
                    <a:pt x="1155455" y="458645"/>
                  </a:lnTo>
                  <a:lnTo>
                    <a:pt x="1157919" y="458463"/>
                  </a:lnTo>
                  <a:lnTo>
                    <a:pt x="1160382" y="458302"/>
                  </a:lnTo>
                  <a:lnTo>
                    <a:pt x="1162846" y="458162"/>
                  </a:lnTo>
                  <a:lnTo>
                    <a:pt x="1165310" y="458051"/>
                  </a:lnTo>
                  <a:lnTo>
                    <a:pt x="1167773" y="457963"/>
                  </a:lnTo>
                  <a:lnTo>
                    <a:pt x="1170237" y="457898"/>
                  </a:lnTo>
                  <a:lnTo>
                    <a:pt x="1172701" y="457856"/>
                  </a:lnTo>
                  <a:lnTo>
                    <a:pt x="1175164" y="457839"/>
                  </a:lnTo>
                  <a:lnTo>
                    <a:pt x="1177628" y="457852"/>
                  </a:lnTo>
                  <a:lnTo>
                    <a:pt x="1180091" y="457888"/>
                  </a:lnTo>
                  <a:lnTo>
                    <a:pt x="1182555" y="457947"/>
                  </a:lnTo>
                  <a:lnTo>
                    <a:pt x="1185019" y="458028"/>
                  </a:lnTo>
                  <a:lnTo>
                    <a:pt x="1187482" y="458135"/>
                  </a:lnTo>
                  <a:lnTo>
                    <a:pt x="1189946" y="458268"/>
                  </a:lnTo>
                  <a:lnTo>
                    <a:pt x="1192410" y="458421"/>
                  </a:lnTo>
                  <a:lnTo>
                    <a:pt x="1194873" y="458595"/>
                  </a:lnTo>
                  <a:lnTo>
                    <a:pt x="1197337" y="458788"/>
                  </a:lnTo>
                  <a:lnTo>
                    <a:pt x="1199801" y="459003"/>
                  </a:lnTo>
                  <a:lnTo>
                    <a:pt x="1202264" y="459239"/>
                  </a:lnTo>
                  <a:lnTo>
                    <a:pt x="1204728" y="459491"/>
                  </a:lnTo>
                  <a:lnTo>
                    <a:pt x="1207192" y="459759"/>
                  </a:lnTo>
                  <a:lnTo>
                    <a:pt x="1209655" y="460042"/>
                  </a:lnTo>
                  <a:lnTo>
                    <a:pt x="1212119" y="460343"/>
                  </a:lnTo>
                  <a:lnTo>
                    <a:pt x="1214583" y="460658"/>
                  </a:lnTo>
                  <a:lnTo>
                    <a:pt x="1217046" y="460984"/>
                  </a:lnTo>
                  <a:lnTo>
                    <a:pt x="1219510" y="461322"/>
                  </a:lnTo>
                  <a:lnTo>
                    <a:pt x="1221974" y="461671"/>
                  </a:lnTo>
                  <a:lnTo>
                    <a:pt x="1224437" y="462032"/>
                  </a:lnTo>
                  <a:lnTo>
                    <a:pt x="1226901" y="462401"/>
                  </a:lnTo>
                  <a:lnTo>
                    <a:pt x="1229365" y="462778"/>
                  </a:lnTo>
                  <a:lnTo>
                    <a:pt x="1231828" y="463162"/>
                  </a:lnTo>
                  <a:lnTo>
                    <a:pt x="1234292" y="463552"/>
                  </a:lnTo>
                  <a:lnTo>
                    <a:pt x="1236756" y="463949"/>
                  </a:lnTo>
                  <a:lnTo>
                    <a:pt x="1239219" y="464350"/>
                  </a:lnTo>
                  <a:lnTo>
                    <a:pt x="1241683" y="464754"/>
                  </a:lnTo>
                  <a:lnTo>
                    <a:pt x="1244147" y="465160"/>
                  </a:lnTo>
                  <a:lnTo>
                    <a:pt x="1246610" y="465568"/>
                  </a:lnTo>
                  <a:lnTo>
                    <a:pt x="1249074" y="465977"/>
                  </a:lnTo>
                  <a:lnTo>
                    <a:pt x="1251538" y="466385"/>
                  </a:lnTo>
                  <a:lnTo>
                    <a:pt x="1254001" y="466792"/>
                  </a:lnTo>
                  <a:lnTo>
                    <a:pt x="1256465" y="467197"/>
                  </a:lnTo>
                  <a:lnTo>
                    <a:pt x="1258929" y="467598"/>
                  </a:lnTo>
                  <a:lnTo>
                    <a:pt x="1258929" y="475481"/>
                  </a:lnTo>
                  <a:lnTo>
                    <a:pt x="1256465" y="475481"/>
                  </a:lnTo>
                  <a:lnTo>
                    <a:pt x="1254001" y="475481"/>
                  </a:lnTo>
                  <a:lnTo>
                    <a:pt x="1251538" y="475481"/>
                  </a:lnTo>
                  <a:lnTo>
                    <a:pt x="1249074" y="475481"/>
                  </a:lnTo>
                  <a:lnTo>
                    <a:pt x="1246610" y="475481"/>
                  </a:lnTo>
                  <a:lnTo>
                    <a:pt x="1244147" y="475481"/>
                  </a:lnTo>
                  <a:lnTo>
                    <a:pt x="1241683" y="475481"/>
                  </a:lnTo>
                  <a:lnTo>
                    <a:pt x="1239219" y="475481"/>
                  </a:lnTo>
                  <a:lnTo>
                    <a:pt x="1236756" y="475481"/>
                  </a:lnTo>
                  <a:lnTo>
                    <a:pt x="1234292" y="475481"/>
                  </a:lnTo>
                  <a:lnTo>
                    <a:pt x="1231828" y="475481"/>
                  </a:lnTo>
                  <a:lnTo>
                    <a:pt x="1229365" y="475481"/>
                  </a:lnTo>
                  <a:lnTo>
                    <a:pt x="1226901" y="475481"/>
                  </a:lnTo>
                  <a:lnTo>
                    <a:pt x="1224437" y="475481"/>
                  </a:lnTo>
                  <a:lnTo>
                    <a:pt x="1221974" y="475481"/>
                  </a:lnTo>
                  <a:lnTo>
                    <a:pt x="1219510" y="475481"/>
                  </a:lnTo>
                  <a:lnTo>
                    <a:pt x="1217046" y="475481"/>
                  </a:lnTo>
                  <a:lnTo>
                    <a:pt x="1214583" y="475481"/>
                  </a:lnTo>
                  <a:lnTo>
                    <a:pt x="1212119" y="475481"/>
                  </a:lnTo>
                  <a:lnTo>
                    <a:pt x="1209655" y="475481"/>
                  </a:lnTo>
                  <a:lnTo>
                    <a:pt x="1207192" y="475481"/>
                  </a:lnTo>
                  <a:lnTo>
                    <a:pt x="1204728" y="475481"/>
                  </a:lnTo>
                  <a:lnTo>
                    <a:pt x="1202264" y="475481"/>
                  </a:lnTo>
                  <a:lnTo>
                    <a:pt x="1199801" y="475481"/>
                  </a:lnTo>
                  <a:lnTo>
                    <a:pt x="1197337" y="475481"/>
                  </a:lnTo>
                  <a:lnTo>
                    <a:pt x="1194873" y="475481"/>
                  </a:lnTo>
                  <a:lnTo>
                    <a:pt x="1192410" y="475481"/>
                  </a:lnTo>
                  <a:lnTo>
                    <a:pt x="1189946" y="475481"/>
                  </a:lnTo>
                  <a:lnTo>
                    <a:pt x="1187482" y="475481"/>
                  </a:lnTo>
                  <a:lnTo>
                    <a:pt x="1185019" y="475481"/>
                  </a:lnTo>
                  <a:lnTo>
                    <a:pt x="1182555" y="475481"/>
                  </a:lnTo>
                  <a:lnTo>
                    <a:pt x="1180091" y="475481"/>
                  </a:lnTo>
                  <a:lnTo>
                    <a:pt x="1177628" y="475481"/>
                  </a:lnTo>
                  <a:lnTo>
                    <a:pt x="1175164" y="475481"/>
                  </a:lnTo>
                  <a:lnTo>
                    <a:pt x="1172701" y="475481"/>
                  </a:lnTo>
                  <a:lnTo>
                    <a:pt x="1170237" y="475481"/>
                  </a:lnTo>
                  <a:lnTo>
                    <a:pt x="1167773" y="475481"/>
                  </a:lnTo>
                  <a:lnTo>
                    <a:pt x="1165310" y="475481"/>
                  </a:lnTo>
                  <a:lnTo>
                    <a:pt x="1162846" y="475481"/>
                  </a:lnTo>
                  <a:lnTo>
                    <a:pt x="1160382" y="475481"/>
                  </a:lnTo>
                  <a:lnTo>
                    <a:pt x="1157919" y="475481"/>
                  </a:lnTo>
                  <a:lnTo>
                    <a:pt x="1155455" y="475481"/>
                  </a:lnTo>
                  <a:lnTo>
                    <a:pt x="1152991" y="475481"/>
                  </a:lnTo>
                  <a:lnTo>
                    <a:pt x="1150528" y="475481"/>
                  </a:lnTo>
                  <a:lnTo>
                    <a:pt x="1148064" y="475481"/>
                  </a:lnTo>
                  <a:lnTo>
                    <a:pt x="1145600" y="475481"/>
                  </a:lnTo>
                  <a:lnTo>
                    <a:pt x="1143137" y="475481"/>
                  </a:lnTo>
                  <a:lnTo>
                    <a:pt x="1140673" y="475481"/>
                  </a:lnTo>
                  <a:lnTo>
                    <a:pt x="1138209" y="475481"/>
                  </a:lnTo>
                  <a:lnTo>
                    <a:pt x="1135746" y="475481"/>
                  </a:lnTo>
                  <a:lnTo>
                    <a:pt x="1133282" y="475481"/>
                  </a:lnTo>
                  <a:lnTo>
                    <a:pt x="1130818" y="475481"/>
                  </a:lnTo>
                  <a:lnTo>
                    <a:pt x="1128355" y="475481"/>
                  </a:lnTo>
                  <a:lnTo>
                    <a:pt x="1125891" y="475481"/>
                  </a:lnTo>
                  <a:lnTo>
                    <a:pt x="1123427" y="475481"/>
                  </a:lnTo>
                  <a:lnTo>
                    <a:pt x="1120964" y="475481"/>
                  </a:lnTo>
                  <a:lnTo>
                    <a:pt x="1118500" y="475481"/>
                  </a:lnTo>
                  <a:lnTo>
                    <a:pt x="1116036" y="475481"/>
                  </a:lnTo>
                  <a:lnTo>
                    <a:pt x="1113573" y="475481"/>
                  </a:lnTo>
                  <a:lnTo>
                    <a:pt x="1111109" y="475481"/>
                  </a:lnTo>
                  <a:lnTo>
                    <a:pt x="1108645" y="475481"/>
                  </a:lnTo>
                  <a:lnTo>
                    <a:pt x="1106182" y="475481"/>
                  </a:lnTo>
                  <a:lnTo>
                    <a:pt x="1103718" y="475481"/>
                  </a:lnTo>
                  <a:lnTo>
                    <a:pt x="1101254" y="475481"/>
                  </a:lnTo>
                  <a:lnTo>
                    <a:pt x="1098791" y="475481"/>
                  </a:lnTo>
                  <a:lnTo>
                    <a:pt x="1096327" y="475481"/>
                  </a:lnTo>
                  <a:lnTo>
                    <a:pt x="1093863" y="475481"/>
                  </a:lnTo>
                  <a:lnTo>
                    <a:pt x="1091400" y="475481"/>
                  </a:lnTo>
                  <a:lnTo>
                    <a:pt x="1088936" y="475481"/>
                  </a:lnTo>
                  <a:lnTo>
                    <a:pt x="1086472" y="475481"/>
                  </a:lnTo>
                  <a:lnTo>
                    <a:pt x="1084009" y="475481"/>
                  </a:lnTo>
                  <a:lnTo>
                    <a:pt x="1081545" y="475481"/>
                  </a:lnTo>
                  <a:lnTo>
                    <a:pt x="1079082" y="475481"/>
                  </a:lnTo>
                  <a:lnTo>
                    <a:pt x="1076618" y="475481"/>
                  </a:lnTo>
                  <a:lnTo>
                    <a:pt x="1074154" y="475481"/>
                  </a:lnTo>
                  <a:lnTo>
                    <a:pt x="1071691" y="475481"/>
                  </a:lnTo>
                  <a:lnTo>
                    <a:pt x="1069227" y="475481"/>
                  </a:lnTo>
                  <a:lnTo>
                    <a:pt x="1066763" y="475481"/>
                  </a:lnTo>
                  <a:lnTo>
                    <a:pt x="1064300" y="475481"/>
                  </a:lnTo>
                  <a:lnTo>
                    <a:pt x="1061836" y="475481"/>
                  </a:lnTo>
                  <a:lnTo>
                    <a:pt x="1059372" y="475481"/>
                  </a:lnTo>
                  <a:lnTo>
                    <a:pt x="1056909" y="475481"/>
                  </a:lnTo>
                  <a:lnTo>
                    <a:pt x="1054445" y="475481"/>
                  </a:lnTo>
                  <a:lnTo>
                    <a:pt x="1051981" y="475481"/>
                  </a:lnTo>
                  <a:lnTo>
                    <a:pt x="1049518" y="475481"/>
                  </a:lnTo>
                  <a:lnTo>
                    <a:pt x="1047054" y="475481"/>
                  </a:lnTo>
                  <a:lnTo>
                    <a:pt x="1044590" y="475481"/>
                  </a:lnTo>
                  <a:lnTo>
                    <a:pt x="1042127" y="475481"/>
                  </a:lnTo>
                  <a:lnTo>
                    <a:pt x="1039663" y="475481"/>
                  </a:lnTo>
                  <a:lnTo>
                    <a:pt x="1037199" y="475481"/>
                  </a:lnTo>
                  <a:lnTo>
                    <a:pt x="1034736" y="475481"/>
                  </a:lnTo>
                  <a:lnTo>
                    <a:pt x="1032272" y="475481"/>
                  </a:lnTo>
                  <a:lnTo>
                    <a:pt x="1029808" y="475481"/>
                  </a:lnTo>
                  <a:lnTo>
                    <a:pt x="1027345" y="475481"/>
                  </a:lnTo>
                  <a:lnTo>
                    <a:pt x="1024881" y="475481"/>
                  </a:lnTo>
                  <a:lnTo>
                    <a:pt x="1022417" y="475481"/>
                  </a:lnTo>
                  <a:lnTo>
                    <a:pt x="1019954" y="475481"/>
                  </a:lnTo>
                  <a:lnTo>
                    <a:pt x="1017490" y="475481"/>
                  </a:lnTo>
                  <a:lnTo>
                    <a:pt x="1015026" y="475481"/>
                  </a:lnTo>
                  <a:lnTo>
                    <a:pt x="1012563" y="475481"/>
                  </a:lnTo>
                  <a:lnTo>
                    <a:pt x="1010099" y="475481"/>
                  </a:lnTo>
                  <a:lnTo>
                    <a:pt x="1007635" y="475481"/>
                  </a:lnTo>
                  <a:lnTo>
                    <a:pt x="1005172" y="475481"/>
                  </a:lnTo>
                  <a:lnTo>
                    <a:pt x="1002708" y="475481"/>
                  </a:lnTo>
                  <a:lnTo>
                    <a:pt x="1000244" y="475481"/>
                  </a:lnTo>
                  <a:lnTo>
                    <a:pt x="997781" y="475481"/>
                  </a:lnTo>
                  <a:lnTo>
                    <a:pt x="995317" y="475481"/>
                  </a:lnTo>
                  <a:lnTo>
                    <a:pt x="992853" y="475481"/>
                  </a:lnTo>
                  <a:lnTo>
                    <a:pt x="990390" y="475481"/>
                  </a:lnTo>
                  <a:lnTo>
                    <a:pt x="987926" y="475481"/>
                  </a:lnTo>
                  <a:lnTo>
                    <a:pt x="985463" y="475481"/>
                  </a:lnTo>
                  <a:lnTo>
                    <a:pt x="982999" y="475481"/>
                  </a:lnTo>
                  <a:lnTo>
                    <a:pt x="980535" y="475481"/>
                  </a:lnTo>
                  <a:lnTo>
                    <a:pt x="978072" y="475481"/>
                  </a:lnTo>
                  <a:lnTo>
                    <a:pt x="975608" y="475481"/>
                  </a:lnTo>
                  <a:lnTo>
                    <a:pt x="973144" y="475481"/>
                  </a:lnTo>
                  <a:lnTo>
                    <a:pt x="970681" y="475481"/>
                  </a:lnTo>
                  <a:lnTo>
                    <a:pt x="968217" y="475481"/>
                  </a:lnTo>
                  <a:lnTo>
                    <a:pt x="965753" y="475481"/>
                  </a:lnTo>
                  <a:lnTo>
                    <a:pt x="963290" y="475481"/>
                  </a:lnTo>
                  <a:lnTo>
                    <a:pt x="960826" y="475481"/>
                  </a:lnTo>
                  <a:lnTo>
                    <a:pt x="958362" y="475481"/>
                  </a:lnTo>
                  <a:lnTo>
                    <a:pt x="955899" y="475481"/>
                  </a:lnTo>
                  <a:lnTo>
                    <a:pt x="953435" y="475481"/>
                  </a:lnTo>
                  <a:lnTo>
                    <a:pt x="950971" y="475481"/>
                  </a:lnTo>
                  <a:lnTo>
                    <a:pt x="948508" y="475481"/>
                  </a:lnTo>
                  <a:lnTo>
                    <a:pt x="946044" y="475481"/>
                  </a:lnTo>
                  <a:lnTo>
                    <a:pt x="943580" y="475481"/>
                  </a:lnTo>
                  <a:lnTo>
                    <a:pt x="941117" y="475481"/>
                  </a:lnTo>
                  <a:lnTo>
                    <a:pt x="938653" y="475481"/>
                  </a:lnTo>
                  <a:lnTo>
                    <a:pt x="936189" y="475481"/>
                  </a:lnTo>
                  <a:lnTo>
                    <a:pt x="933726" y="475481"/>
                  </a:lnTo>
                  <a:lnTo>
                    <a:pt x="931262" y="475481"/>
                  </a:lnTo>
                  <a:lnTo>
                    <a:pt x="928798" y="475481"/>
                  </a:lnTo>
                  <a:lnTo>
                    <a:pt x="926335" y="475481"/>
                  </a:lnTo>
                  <a:lnTo>
                    <a:pt x="923871" y="475481"/>
                  </a:lnTo>
                  <a:lnTo>
                    <a:pt x="921407" y="475481"/>
                  </a:lnTo>
                  <a:lnTo>
                    <a:pt x="918944" y="475481"/>
                  </a:lnTo>
                  <a:lnTo>
                    <a:pt x="916480" y="475481"/>
                  </a:lnTo>
                  <a:lnTo>
                    <a:pt x="914016" y="475481"/>
                  </a:lnTo>
                  <a:lnTo>
                    <a:pt x="911553" y="475481"/>
                  </a:lnTo>
                  <a:lnTo>
                    <a:pt x="909089" y="475481"/>
                  </a:lnTo>
                  <a:lnTo>
                    <a:pt x="906625" y="475481"/>
                  </a:lnTo>
                  <a:lnTo>
                    <a:pt x="904162" y="475481"/>
                  </a:lnTo>
                  <a:lnTo>
                    <a:pt x="901698" y="475481"/>
                  </a:lnTo>
                  <a:lnTo>
                    <a:pt x="899235" y="475481"/>
                  </a:lnTo>
                  <a:lnTo>
                    <a:pt x="896771" y="475481"/>
                  </a:lnTo>
                  <a:lnTo>
                    <a:pt x="894307" y="475481"/>
                  </a:lnTo>
                  <a:lnTo>
                    <a:pt x="891844" y="475481"/>
                  </a:lnTo>
                  <a:lnTo>
                    <a:pt x="889380" y="475481"/>
                  </a:lnTo>
                  <a:lnTo>
                    <a:pt x="886916" y="475481"/>
                  </a:lnTo>
                  <a:lnTo>
                    <a:pt x="884453" y="475481"/>
                  </a:lnTo>
                  <a:lnTo>
                    <a:pt x="881989" y="475481"/>
                  </a:lnTo>
                  <a:lnTo>
                    <a:pt x="879525" y="475481"/>
                  </a:lnTo>
                  <a:lnTo>
                    <a:pt x="877062" y="475481"/>
                  </a:lnTo>
                  <a:lnTo>
                    <a:pt x="874598" y="475481"/>
                  </a:lnTo>
                  <a:lnTo>
                    <a:pt x="872134" y="475481"/>
                  </a:lnTo>
                  <a:lnTo>
                    <a:pt x="869671" y="475481"/>
                  </a:lnTo>
                  <a:lnTo>
                    <a:pt x="867207" y="475481"/>
                  </a:lnTo>
                  <a:lnTo>
                    <a:pt x="864743" y="475481"/>
                  </a:lnTo>
                  <a:lnTo>
                    <a:pt x="862280" y="475481"/>
                  </a:lnTo>
                  <a:lnTo>
                    <a:pt x="859816" y="475481"/>
                  </a:lnTo>
                  <a:lnTo>
                    <a:pt x="857352" y="475481"/>
                  </a:lnTo>
                  <a:lnTo>
                    <a:pt x="854889" y="475481"/>
                  </a:lnTo>
                  <a:lnTo>
                    <a:pt x="852425" y="475481"/>
                  </a:lnTo>
                  <a:lnTo>
                    <a:pt x="849961" y="475481"/>
                  </a:lnTo>
                  <a:lnTo>
                    <a:pt x="847498" y="475481"/>
                  </a:lnTo>
                  <a:lnTo>
                    <a:pt x="845034" y="475481"/>
                  </a:lnTo>
                  <a:lnTo>
                    <a:pt x="842570" y="475481"/>
                  </a:lnTo>
                  <a:lnTo>
                    <a:pt x="840107" y="475481"/>
                  </a:lnTo>
                  <a:lnTo>
                    <a:pt x="837643" y="475481"/>
                  </a:lnTo>
                  <a:lnTo>
                    <a:pt x="835179" y="475481"/>
                  </a:lnTo>
                  <a:lnTo>
                    <a:pt x="832716" y="475481"/>
                  </a:lnTo>
                  <a:lnTo>
                    <a:pt x="830252" y="475481"/>
                  </a:lnTo>
                  <a:lnTo>
                    <a:pt x="827788" y="475481"/>
                  </a:lnTo>
                  <a:lnTo>
                    <a:pt x="825325" y="475481"/>
                  </a:lnTo>
                  <a:lnTo>
                    <a:pt x="822861" y="475481"/>
                  </a:lnTo>
                  <a:lnTo>
                    <a:pt x="820397" y="475481"/>
                  </a:lnTo>
                  <a:lnTo>
                    <a:pt x="817934" y="475481"/>
                  </a:lnTo>
                  <a:lnTo>
                    <a:pt x="815470" y="475481"/>
                  </a:lnTo>
                  <a:lnTo>
                    <a:pt x="813006" y="475481"/>
                  </a:lnTo>
                  <a:lnTo>
                    <a:pt x="810543" y="475481"/>
                  </a:lnTo>
                  <a:lnTo>
                    <a:pt x="808079" y="475481"/>
                  </a:lnTo>
                  <a:lnTo>
                    <a:pt x="805616" y="475481"/>
                  </a:lnTo>
                  <a:lnTo>
                    <a:pt x="803152" y="475481"/>
                  </a:lnTo>
                  <a:lnTo>
                    <a:pt x="800688" y="475481"/>
                  </a:lnTo>
                  <a:lnTo>
                    <a:pt x="798225" y="475481"/>
                  </a:lnTo>
                  <a:lnTo>
                    <a:pt x="795761" y="475481"/>
                  </a:lnTo>
                  <a:lnTo>
                    <a:pt x="793297" y="475481"/>
                  </a:lnTo>
                  <a:lnTo>
                    <a:pt x="790834" y="475481"/>
                  </a:lnTo>
                  <a:lnTo>
                    <a:pt x="788370" y="475481"/>
                  </a:lnTo>
                  <a:lnTo>
                    <a:pt x="785906" y="475481"/>
                  </a:lnTo>
                  <a:lnTo>
                    <a:pt x="783443" y="475481"/>
                  </a:lnTo>
                  <a:lnTo>
                    <a:pt x="780979" y="475481"/>
                  </a:lnTo>
                  <a:lnTo>
                    <a:pt x="778515" y="475481"/>
                  </a:lnTo>
                  <a:lnTo>
                    <a:pt x="776052" y="475481"/>
                  </a:lnTo>
                  <a:lnTo>
                    <a:pt x="773588" y="475481"/>
                  </a:lnTo>
                  <a:lnTo>
                    <a:pt x="771124" y="475481"/>
                  </a:lnTo>
                  <a:lnTo>
                    <a:pt x="768661" y="475481"/>
                  </a:lnTo>
                  <a:lnTo>
                    <a:pt x="766197" y="475481"/>
                  </a:lnTo>
                  <a:lnTo>
                    <a:pt x="763733" y="475481"/>
                  </a:lnTo>
                  <a:lnTo>
                    <a:pt x="761270" y="475481"/>
                  </a:lnTo>
                  <a:lnTo>
                    <a:pt x="758806" y="475481"/>
                  </a:lnTo>
                  <a:lnTo>
                    <a:pt x="756342" y="475481"/>
                  </a:lnTo>
                  <a:lnTo>
                    <a:pt x="753879" y="475481"/>
                  </a:lnTo>
                  <a:lnTo>
                    <a:pt x="751415" y="475481"/>
                  </a:lnTo>
                  <a:lnTo>
                    <a:pt x="748951" y="475481"/>
                  </a:lnTo>
                  <a:lnTo>
                    <a:pt x="746488" y="475481"/>
                  </a:lnTo>
                  <a:lnTo>
                    <a:pt x="744024" y="475481"/>
                  </a:lnTo>
                  <a:lnTo>
                    <a:pt x="741560" y="475481"/>
                  </a:lnTo>
                  <a:lnTo>
                    <a:pt x="739097" y="475481"/>
                  </a:lnTo>
                  <a:lnTo>
                    <a:pt x="736633" y="475481"/>
                  </a:lnTo>
                  <a:lnTo>
                    <a:pt x="734169" y="475481"/>
                  </a:lnTo>
                  <a:lnTo>
                    <a:pt x="731706" y="475481"/>
                  </a:lnTo>
                  <a:lnTo>
                    <a:pt x="729242" y="475481"/>
                  </a:lnTo>
                  <a:lnTo>
                    <a:pt x="726778" y="475481"/>
                  </a:lnTo>
                  <a:lnTo>
                    <a:pt x="724315" y="475481"/>
                  </a:lnTo>
                  <a:lnTo>
                    <a:pt x="721851" y="475481"/>
                  </a:lnTo>
                  <a:lnTo>
                    <a:pt x="719388" y="475481"/>
                  </a:lnTo>
                  <a:lnTo>
                    <a:pt x="716924" y="475481"/>
                  </a:lnTo>
                  <a:lnTo>
                    <a:pt x="714460" y="475481"/>
                  </a:lnTo>
                  <a:lnTo>
                    <a:pt x="711997" y="475481"/>
                  </a:lnTo>
                  <a:lnTo>
                    <a:pt x="709533" y="475481"/>
                  </a:lnTo>
                  <a:lnTo>
                    <a:pt x="707069" y="475481"/>
                  </a:lnTo>
                  <a:lnTo>
                    <a:pt x="704606" y="475481"/>
                  </a:lnTo>
                  <a:lnTo>
                    <a:pt x="702142" y="475481"/>
                  </a:lnTo>
                  <a:lnTo>
                    <a:pt x="699678" y="475481"/>
                  </a:lnTo>
                  <a:lnTo>
                    <a:pt x="697215" y="475481"/>
                  </a:lnTo>
                  <a:lnTo>
                    <a:pt x="694751" y="475481"/>
                  </a:lnTo>
                  <a:lnTo>
                    <a:pt x="692287" y="475481"/>
                  </a:lnTo>
                  <a:lnTo>
                    <a:pt x="689824" y="475481"/>
                  </a:lnTo>
                  <a:lnTo>
                    <a:pt x="687360" y="475481"/>
                  </a:lnTo>
                  <a:lnTo>
                    <a:pt x="684896" y="475481"/>
                  </a:lnTo>
                  <a:lnTo>
                    <a:pt x="682433" y="475481"/>
                  </a:lnTo>
                  <a:lnTo>
                    <a:pt x="679969" y="475481"/>
                  </a:lnTo>
                  <a:lnTo>
                    <a:pt x="677505" y="475481"/>
                  </a:lnTo>
                  <a:lnTo>
                    <a:pt x="675042" y="475481"/>
                  </a:lnTo>
                  <a:lnTo>
                    <a:pt x="672578" y="475481"/>
                  </a:lnTo>
                  <a:lnTo>
                    <a:pt x="670114" y="475481"/>
                  </a:lnTo>
                  <a:lnTo>
                    <a:pt x="667651" y="475481"/>
                  </a:lnTo>
                  <a:lnTo>
                    <a:pt x="665187" y="475481"/>
                  </a:lnTo>
                  <a:lnTo>
                    <a:pt x="662723" y="475481"/>
                  </a:lnTo>
                  <a:lnTo>
                    <a:pt x="660260" y="475481"/>
                  </a:lnTo>
                  <a:lnTo>
                    <a:pt x="657796" y="475481"/>
                  </a:lnTo>
                  <a:lnTo>
                    <a:pt x="655332" y="475481"/>
                  </a:lnTo>
                  <a:lnTo>
                    <a:pt x="652869" y="475481"/>
                  </a:lnTo>
                  <a:lnTo>
                    <a:pt x="650405" y="475481"/>
                  </a:lnTo>
                  <a:lnTo>
                    <a:pt x="647941" y="475481"/>
                  </a:lnTo>
                  <a:lnTo>
                    <a:pt x="645478" y="475481"/>
                  </a:lnTo>
                  <a:lnTo>
                    <a:pt x="643014" y="475481"/>
                  </a:lnTo>
                  <a:lnTo>
                    <a:pt x="640550" y="475481"/>
                  </a:lnTo>
                  <a:lnTo>
                    <a:pt x="638087" y="475481"/>
                  </a:lnTo>
                  <a:lnTo>
                    <a:pt x="635623" y="475481"/>
                  </a:lnTo>
                  <a:lnTo>
                    <a:pt x="633159" y="475481"/>
                  </a:lnTo>
                  <a:lnTo>
                    <a:pt x="630696" y="475481"/>
                  </a:lnTo>
                  <a:lnTo>
                    <a:pt x="628232" y="475481"/>
                  </a:lnTo>
                  <a:lnTo>
                    <a:pt x="625769" y="475481"/>
                  </a:lnTo>
                  <a:lnTo>
                    <a:pt x="623305" y="475481"/>
                  </a:lnTo>
                  <a:lnTo>
                    <a:pt x="620841" y="475481"/>
                  </a:lnTo>
                  <a:lnTo>
                    <a:pt x="618378" y="475481"/>
                  </a:lnTo>
                  <a:lnTo>
                    <a:pt x="615914" y="475481"/>
                  </a:lnTo>
                  <a:lnTo>
                    <a:pt x="613450" y="475481"/>
                  </a:lnTo>
                  <a:lnTo>
                    <a:pt x="610987" y="475481"/>
                  </a:lnTo>
                  <a:lnTo>
                    <a:pt x="608523" y="475481"/>
                  </a:lnTo>
                  <a:lnTo>
                    <a:pt x="606059" y="475481"/>
                  </a:lnTo>
                  <a:lnTo>
                    <a:pt x="603596" y="475481"/>
                  </a:lnTo>
                  <a:lnTo>
                    <a:pt x="601132" y="475481"/>
                  </a:lnTo>
                  <a:lnTo>
                    <a:pt x="598668" y="475481"/>
                  </a:lnTo>
                  <a:lnTo>
                    <a:pt x="596205" y="475481"/>
                  </a:lnTo>
                  <a:lnTo>
                    <a:pt x="593741" y="475481"/>
                  </a:lnTo>
                  <a:lnTo>
                    <a:pt x="591277" y="475481"/>
                  </a:lnTo>
                  <a:lnTo>
                    <a:pt x="588814" y="475481"/>
                  </a:lnTo>
                  <a:lnTo>
                    <a:pt x="586350" y="475481"/>
                  </a:lnTo>
                  <a:lnTo>
                    <a:pt x="583886" y="475481"/>
                  </a:lnTo>
                  <a:lnTo>
                    <a:pt x="581423" y="475481"/>
                  </a:lnTo>
                  <a:lnTo>
                    <a:pt x="578959" y="475481"/>
                  </a:lnTo>
                  <a:lnTo>
                    <a:pt x="576495" y="475481"/>
                  </a:lnTo>
                  <a:lnTo>
                    <a:pt x="574032" y="475481"/>
                  </a:lnTo>
                  <a:lnTo>
                    <a:pt x="571568" y="475481"/>
                  </a:lnTo>
                  <a:lnTo>
                    <a:pt x="569104" y="475481"/>
                  </a:lnTo>
                  <a:lnTo>
                    <a:pt x="566641" y="475481"/>
                  </a:lnTo>
                  <a:lnTo>
                    <a:pt x="564177" y="475481"/>
                  </a:lnTo>
                  <a:lnTo>
                    <a:pt x="561713" y="475481"/>
                  </a:lnTo>
                  <a:lnTo>
                    <a:pt x="559250" y="475481"/>
                  </a:lnTo>
                  <a:lnTo>
                    <a:pt x="556786" y="475481"/>
                  </a:lnTo>
                  <a:lnTo>
                    <a:pt x="554322" y="475481"/>
                  </a:lnTo>
                  <a:lnTo>
                    <a:pt x="551859" y="475481"/>
                  </a:lnTo>
                  <a:lnTo>
                    <a:pt x="549395" y="475481"/>
                  </a:lnTo>
                  <a:lnTo>
                    <a:pt x="546931" y="475481"/>
                  </a:lnTo>
                  <a:lnTo>
                    <a:pt x="544468" y="475481"/>
                  </a:lnTo>
                  <a:lnTo>
                    <a:pt x="542004" y="475481"/>
                  </a:lnTo>
                  <a:lnTo>
                    <a:pt x="539541" y="475481"/>
                  </a:lnTo>
                  <a:lnTo>
                    <a:pt x="537077" y="475481"/>
                  </a:lnTo>
                  <a:lnTo>
                    <a:pt x="534613" y="475481"/>
                  </a:lnTo>
                  <a:lnTo>
                    <a:pt x="532150" y="475481"/>
                  </a:lnTo>
                  <a:lnTo>
                    <a:pt x="529686" y="475481"/>
                  </a:lnTo>
                  <a:lnTo>
                    <a:pt x="527222" y="475481"/>
                  </a:lnTo>
                  <a:lnTo>
                    <a:pt x="524759" y="475481"/>
                  </a:lnTo>
                  <a:lnTo>
                    <a:pt x="522295" y="475481"/>
                  </a:lnTo>
                  <a:lnTo>
                    <a:pt x="519831" y="475481"/>
                  </a:lnTo>
                  <a:lnTo>
                    <a:pt x="517368" y="475481"/>
                  </a:lnTo>
                  <a:lnTo>
                    <a:pt x="514904" y="475481"/>
                  </a:lnTo>
                  <a:lnTo>
                    <a:pt x="512440" y="475481"/>
                  </a:lnTo>
                  <a:lnTo>
                    <a:pt x="509977" y="475481"/>
                  </a:lnTo>
                  <a:lnTo>
                    <a:pt x="507513" y="475481"/>
                  </a:lnTo>
                  <a:lnTo>
                    <a:pt x="505049" y="475481"/>
                  </a:lnTo>
                  <a:lnTo>
                    <a:pt x="502586" y="475481"/>
                  </a:lnTo>
                  <a:lnTo>
                    <a:pt x="500122" y="475481"/>
                  </a:lnTo>
                  <a:lnTo>
                    <a:pt x="497658" y="475481"/>
                  </a:lnTo>
                  <a:lnTo>
                    <a:pt x="495195" y="475481"/>
                  </a:lnTo>
                  <a:lnTo>
                    <a:pt x="492731" y="475481"/>
                  </a:lnTo>
                  <a:lnTo>
                    <a:pt x="490267" y="475481"/>
                  </a:lnTo>
                  <a:lnTo>
                    <a:pt x="487804" y="475481"/>
                  </a:lnTo>
                  <a:lnTo>
                    <a:pt x="485340" y="475481"/>
                  </a:lnTo>
                  <a:lnTo>
                    <a:pt x="482876" y="475481"/>
                  </a:lnTo>
                  <a:lnTo>
                    <a:pt x="480413" y="475481"/>
                  </a:lnTo>
                  <a:lnTo>
                    <a:pt x="477949" y="475481"/>
                  </a:lnTo>
                  <a:lnTo>
                    <a:pt x="475485" y="475481"/>
                  </a:lnTo>
                  <a:lnTo>
                    <a:pt x="473022" y="475481"/>
                  </a:lnTo>
                  <a:lnTo>
                    <a:pt x="470558" y="475481"/>
                  </a:lnTo>
                  <a:lnTo>
                    <a:pt x="468094" y="475481"/>
                  </a:lnTo>
                  <a:lnTo>
                    <a:pt x="465631" y="475481"/>
                  </a:lnTo>
                  <a:lnTo>
                    <a:pt x="463167" y="475481"/>
                  </a:lnTo>
                  <a:lnTo>
                    <a:pt x="460703" y="475481"/>
                  </a:lnTo>
                  <a:lnTo>
                    <a:pt x="458240" y="475481"/>
                  </a:lnTo>
                  <a:lnTo>
                    <a:pt x="455776" y="475481"/>
                  </a:lnTo>
                  <a:lnTo>
                    <a:pt x="453312" y="475481"/>
                  </a:lnTo>
                  <a:lnTo>
                    <a:pt x="450849" y="475481"/>
                  </a:lnTo>
                  <a:lnTo>
                    <a:pt x="448385" y="475481"/>
                  </a:lnTo>
                  <a:lnTo>
                    <a:pt x="445922" y="475481"/>
                  </a:lnTo>
                  <a:lnTo>
                    <a:pt x="443458" y="475481"/>
                  </a:lnTo>
                  <a:lnTo>
                    <a:pt x="440994" y="475481"/>
                  </a:lnTo>
                  <a:lnTo>
                    <a:pt x="438531" y="475481"/>
                  </a:lnTo>
                  <a:lnTo>
                    <a:pt x="436067" y="475481"/>
                  </a:lnTo>
                  <a:lnTo>
                    <a:pt x="433603" y="475481"/>
                  </a:lnTo>
                  <a:lnTo>
                    <a:pt x="431140" y="475481"/>
                  </a:lnTo>
                  <a:lnTo>
                    <a:pt x="428676" y="475481"/>
                  </a:lnTo>
                  <a:lnTo>
                    <a:pt x="426212" y="475481"/>
                  </a:lnTo>
                  <a:lnTo>
                    <a:pt x="423749" y="475481"/>
                  </a:lnTo>
                  <a:lnTo>
                    <a:pt x="421285" y="475481"/>
                  </a:lnTo>
                  <a:lnTo>
                    <a:pt x="418821" y="475481"/>
                  </a:lnTo>
                  <a:lnTo>
                    <a:pt x="416358" y="475481"/>
                  </a:lnTo>
                  <a:lnTo>
                    <a:pt x="413894" y="475481"/>
                  </a:lnTo>
                  <a:lnTo>
                    <a:pt x="411430" y="475481"/>
                  </a:lnTo>
                  <a:lnTo>
                    <a:pt x="408967" y="475481"/>
                  </a:lnTo>
                  <a:lnTo>
                    <a:pt x="406503" y="475481"/>
                  </a:lnTo>
                  <a:lnTo>
                    <a:pt x="404039" y="475481"/>
                  </a:lnTo>
                  <a:lnTo>
                    <a:pt x="401576" y="475481"/>
                  </a:lnTo>
                  <a:lnTo>
                    <a:pt x="399112" y="475481"/>
                  </a:lnTo>
                  <a:lnTo>
                    <a:pt x="396648" y="475481"/>
                  </a:lnTo>
                  <a:lnTo>
                    <a:pt x="394185" y="475481"/>
                  </a:lnTo>
                  <a:lnTo>
                    <a:pt x="391721" y="475481"/>
                  </a:lnTo>
                  <a:lnTo>
                    <a:pt x="389257" y="475481"/>
                  </a:lnTo>
                  <a:lnTo>
                    <a:pt x="386794" y="475481"/>
                  </a:lnTo>
                  <a:lnTo>
                    <a:pt x="384330" y="475481"/>
                  </a:lnTo>
                  <a:lnTo>
                    <a:pt x="381866" y="475481"/>
                  </a:lnTo>
                  <a:lnTo>
                    <a:pt x="379403" y="475481"/>
                  </a:lnTo>
                  <a:lnTo>
                    <a:pt x="376939" y="475481"/>
                  </a:lnTo>
                  <a:lnTo>
                    <a:pt x="374475" y="475481"/>
                  </a:lnTo>
                  <a:lnTo>
                    <a:pt x="372012" y="475481"/>
                  </a:lnTo>
                  <a:lnTo>
                    <a:pt x="369548" y="475481"/>
                  </a:lnTo>
                  <a:lnTo>
                    <a:pt x="367084" y="475481"/>
                  </a:lnTo>
                  <a:lnTo>
                    <a:pt x="364621" y="475481"/>
                  </a:lnTo>
                  <a:lnTo>
                    <a:pt x="362157" y="475481"/>
                  </a:lnTo>
                  <a:lnTo>
                    <a:pt x="359694" y="475481"/>
                  </a:lnTo>
                  <a:lnTo>
                    <a:pt x="357230" y="475481"/>
                  </a:lnTo>
                  <a:lnTo>
                    <a:pt x="354766" y="475481"/>
                  </a:lnTo>
                  <a:lnTo>
                    <a:pt x="352303" y="475481"/>
                  </a:lnTo>
                  <a:lnTo>
                    <a:pt x="349839" y="475481"/>
                  </a:lnTo>
                  <a:lnTo>
                    <a:pt x="347375" y="475481"/>
                  </a:lnTo>
                  <a:lnTo>
                    <a:pt x="344912" y="475481"/>
                  </a:lnTo>
                  <a:lnTo>
                    <a:pt x="342448" y="475481"/>
                  </a:lnTo>
                  <a:lnTo>
                    <a:pt x="339984" y="475481"/>
                  </a:lnTo>
                  <a:lnTo>
                    <a:pt x="337521" y="475481"/>
                  </a:lnTo>
                  <a:lnTo>
                    <a:pt x="335057" y="475481"/>
                  </a:lnTo>
                  <a:lnTo>
                    <a:pt x="332593" y="475481"/>
                  </a:lnTo>
                  <a:lnTo>
                    <a:pt x="330130" y="475481"/>
                  </a:lnTo>
                  <a:lnTo>
                    <a:pt x="327666" y="475481"/>
                  </a:lnTo>
                  <a:lnTo>
                    <a:pt x="325202" y="475481"/>
                  </a:lnTo>
                  <a:lnTo>
                    <a:pt x="322739" y="475481"/>
                  </a:lnTo>
                  <a:lnTo>
                    <a:pt x="320275" y="475481"/>
                  </a:lnTo>
                  <a:lnTo>
                    <a:pt x="317811" y="475481"/>
                  </a:lnTo>
                  <a:lnTo>
                    <a:pt x="315348" y="475481"/>
                  </a:lnTo>
                  <a:lnTo>
                    <a:pt x="312884" y="475481"/>
                  </a:lnTo>
                  <a:lnTo>
                    <a:pt x="310420" y="475481"/>
                  </a:lnTo>
                  <a:lnTo>
                    <a:pt x="307957" y="475481"/>
                  </a:lnTo>
                  <a:lnTo>
                    <a:pt x="305493" y="475481"/>
                  </a:lnTo>
                  <a:lnTo>
                    <a:pt x="303029" y="475481"/>
                  </a:lnTo>
                  <a:lnTo>
                    <a:pt x="300566" y="475481"/>
                  </a:lnTo>
                  <a:lnTo>
                    <a:pt x="298102" y="475481"/>
                  </a:lnTo>
                  <a:lnTo>
                    <a:pt x="295638" y="475481"/>
                  </a:lnTo>
                  <a:lnTo>
                    <a:pt x="293175" y="475481"/>
                  </a:lnTo>
                  <a:lnTo>
                    <a:pt x="290711" y="475481"/>
                  </a:lnTo>
                  <a:lnTo>
                    <a:pt x="288247" y="475481"/>
                  </a:lnTo>
                  <a:lnTo>
                    <a:pt x="285784" y="475481"/>
                  </a:lnTo>
                  <a:lnTo>
                    <a:pt x="283320" y="475481"/>
                  </a:lnTo>
                  <a:lnTo>
                    <a:pt x="280856" y="475481"/>
                  </a:lnTo>
                  <a:lnTo>
                    <a:pt x="278393" y="475481"/>
                  </a:lnTo>
                  <a:lnTo>
                    <a:pt x="275929" y="475481"/>
                  </a:lnTo>
                  <a:lnTo>
                    <a:pt x="273465" y="475481"/>
                  </a:lnTo>
                  <a:lnTo>
                    <a:pt x="271002" y="475481"/>
                  </a:lnTo>
                  <a:lnTo>
                    <a:pt x="268538" y="475481"/>
                  </a:lnTo>
                  <a:lnTo>
                    <a:pt x="266075" y="475481"/>
                  </a:lnTo>
                  <a:lnTo>
                    <a:pt x="263611" y="475481"/>
                  </a:lnTo>
                  <a:lnTo>
                    <a:pt x="261147" y="475481"/>
                  </a:lnTo>
                  <a:lnTo>
                    <a:pt x="258684" y="475481"/>
                  </a:lnTo>
                  <a:lnTo>
                    <a:pt x="256220" y="475481"/>
                  </a:lnTo>
                  <a:lnTo>
                    <a:pt x="253756" y="475481"/>
                  </a:lnTo>
                  <a:lnTo>
                    <a:pt x="251293" y="475481"/>
                  </a:lnTo>
                  <a:lnTo>
                    <a:pt x="248829" y="475481"/>
                  </a:lnTo>
                  <a:lnTo>
                    <a:pt x="246365" y="475481"/>
                  </a:lnTo>
                  <a:lnTo>
                    <a:pt x="243902" y="475481"/>
                  </a:lnTo>
                  <a:lnTo>
                    <a:pt x="241438" y="475481"/>
                  </a:lnTo>
                  <a:lnTo>
                    <a:pt x="238974" y="475481"/>
                  </a:lnTo>
                  <a:lnTo>
                    <a:pt x="236511" y="475481"/>
                  </a:lnTo>
                  <a:lnTo>
                    <a:pt x="234047" y="475481"/>
                  </a:lnTo>
                  <a:lnTo>
                    <a:pt x="231583" y="475481"/>
                  </a:lnTo>
                  <a:lnTo>
                    <a:pt x="229120" y="475481"/>
                  </a:lnTo>
                  <a:lnTo>
                    <a:pt x="226656" y="475481"/>
                  </a:lnTo>
                  <a:lnTo>
                    <a:pt x="224192" y="475481"/>
                  </a:lnTo>
                  <a:lnTo>
                    <a:pt x="221729" y="475481"/>
                  </a:lnTo>
                  <a:lnTo>
                    <a:pt x="219265" y="475481"/>
                  </a:lnTo>
                  <a:lnTo>
                    <a:pt x="216801" y="475481"/>
                  </a:lnTo>
                  <a:lnTo>
                    <a:pt x="214338" y="475481"/>
                  </a:lnTo>
                  <a:lnTo>
                    <a:pt x="211874" y="475481"/>
                  </a:lnTo>
                  <a:lnTo>
                    <a:pt x="209410" y="475481"/>
                  </a:lnTo>
                  <a:lnTo>
                    <a:pt x="206947" y="475481"/>
                  </a:lnTo>
                  <a:lnTo>
                    <a:pt x="204483" y="475481"/>
                  </a:lnTo>
                  <a:lnTo>
                    <a:pt x="202019" y="475481"/>
                  </a:lnTo>
                  <a:lnTo>
                    <a:pt x="199556" y="475481"/>
                  </a:lnTo>
                  <a:lnTo>
                    <a:pt x="197092" y="475481"/>
                  </a:lnTo>
                  <a:lnTo>
                    <a:pt x="194628" y="475481"/>
                  </a:lnTo>
                  <a:lnTo>
                    <a:pt x="192165" y="475481"/>
                  </a:lnTo>
                  <a:lnTo>
                    <a:pt x="189701" y="475481"/>
                  </a:lnTo>
                  <a:lnTo>
                    <a:pt x="187237" y="475481"/>
                  </a:lnTo>
                  <a:lnTo>
                    <a:pt x="184774" y="475481"/>
                  </a:lnTo>
                  <a:lnTo>
                    <a:pt x="182310" y="475481"/>
                  </a:lnTo>
                  <a:lnTo>
                    <a:pt x="179847" y="475481"/>
                  </a:lnTo>
                  <a:lnTo>
                    <a:pt x="177383" y="475481"/>
                  </a:lnTo>
                  <a:lnTo>
                    <a:pt x="174919" y="475481"/>
                  </a:lnTo>
                  <a:lnTo>
                    <a:pt x="172456" y="475481"/>
                  </a:lnTo>
                  <a:lnTo>
                    <a:pt x="169992" y="475481"/>
                  </a:lnTo>
                  <a:lnTo>
                    <a:pt x="167528" y="475481"/>
                  </a:lnTo>
                  <a:lnTo>
                    <a:pt x="165065" y="475481"/>
                  </a:lnTo>
                  <a:lnTo>
                    <a:pt x="162601" y="475481"/>
                  </a:lnTo>
                  <a:lnTo>
                    <a:pt x="160137" y="475481"/>
                  </a:lnTo>
                  <a:lnTo>
                    <a:pt x="157674" y="475481"/>
                  </a:lnTo>
                  <a:lnTo>
                    <a:pt x="155210" y="475481"/>
                  </a:lnTo>
                  <a:lnTo>
                    <a:pt x="152746" y="475481"/>
                  </a:lnTo>
                  <a:lnTo>
                    <a:pt x="150283" y="475481"/>
                  </a:lnTo>
                  <a:lnTo>
                    <a:pt x="147819" y="475481"/>
                  </a:lnTo>
                  <a:lnTo>
                    <a:pt x="145355" y="475481"/>
                  </a:lnTo>
                  <a:lnTo>
                    <a:pt x="142892" y="475481"/>
                  </a:lnTo>
                  <a:lnTo>
                    <a:pt x="140428" y="475481"/>
                  </a:lnTo>
                  <a:lnTo>
                    <a:pt x="137964" y="475481"/>
                  </a:lnTo>
                  <a:lnTo>
                    <a:pt x="135501" y="475481"/>
                  </a:lnTo>
                  <a:lnTo>
                    <a:pt x="133037" y="475481"/>
                  </a:lnTo>
                  <a:lnTo>
                    <a:pt x="130573" y="475481"/>
                  </a:lnTo>
                  <a:lnTo>
                    <a:pt x="128110" y="475481"/>
                  </a:lnTo>
                  <a:lnTo>
                    <a:pt x="125646" y="475481"/>
                  </a:lnTo>
                  <a:lnTo>
                    <a:pt x="123182" y="475481"/>
                  </a:lnTo>
                  <a:lnTo>
                    <a:pt x="120719" y="475481"/>
                  </a:lnTo>
                  <a:lnTo>
                    <a:pt x="118255" y="475481"/>
                  </a:lnTo>
                  <a:lnTo>
                    <a:pt x="115791" y="475481"/>
                  </a:lnTo>
                  <a:lnTo>
                    <a:pt x="113328" y="475481"/>
                  </a:lnTo>
                  <a:lnTo>
                    <a:pt x="110864" y="475481"/>
                  </a:lnTo>
                  <a:lnTo>
                    <a:pt x="108400" y="475481"/>
                  </a:lnTo>
                  <a:lnTo>
                    <a:pt x="105937" y="475481"/>
                  </a:lnTo>
                  <a:lnTo>
                    <a:pt x="103473" y="475481"/>
                  </a:lnTo>
                  <a:lnTo>
                    <a:pt x="101009" y="475481"/>
                  </a:lnTo>
                  <a:lnTo>
                    <a:pt x="98546" y="475481"/>
                  </a:lnTo>
                  <a:lnTo>
                    <a:pt x="96082" y="475481"/>
                  </a:lnTo>
                  <a:lnTo>
                    <a:pt x="93618" y="475481"/>
                  </a:lnTo>
                  <a:lnTo>
                    <a:pt x="91155" y="475481"/>
                  </a:lnTo>
                  <a:lnTo>
                    <a:pt x="88691" y="475481"/>
                  </a:lnTo>
                  <a:lnTo>
                    <a:pt x="86228" y="475481"/>
                  </a:lnTo>
                  <a:lnTo>
                    <a:pt x="83764" y="475481"/>
                  </a:lnTo>
                  <a:lnTo>
                    <a:pt x="81300" y="475481"/>
                  </a:lnTo>
                  <a:lnTo>
                    <a:pt x="78837" y="475481"/>
                  </a:lnTo>
                  <a:lnTo>
                    <a:pt x="76373" y="475481"/>
                  </a:lnTo>
                  <a:lnTo>
                    <a:pt x="73909" y="475481"/>
                  </a:lnTo>
                  <a:lnTo>
                    <a:pt x="71446" y="475481"/>
                  </a:lnTo>
                  <a:lnTo>
                    <a:pt x="68982" y="475481"/>
                  </a:lnTo>
                  <a:lnTo>
                    <a:pt x="66518" y="475481"/>
                  </a:lnTo>
                  <a:lnTo>
                    <a:pt x="64055" y="475481"/>
                  </a:lnTo>
                  <a:lnTo>
                    <a:pt x="61591" y="475481"/>
                  </a:lnTo>
                  <a:lnTo>
                    <a:pt x="59127" y="475481"/>
                  </a:lnTo>
                  <a:lnTo>
                    <a:pt x="56664" y="475481"/>
                  </a:lnTo>
                  <a:lnTo>
                    <a:pt x="54200" y="475481"/>
                  </a:lnTo>
                  <a:lnTo>
                    <a:pt x="51736" y="475481"/>
                  </a:lnTo>
                  <a:lnTo>
                    <a:pt x="49273" y="475481"/>
                  </a:lnTo>
                  <a:lnTo>
                    <a:pt x="46809" y="475481"/>
                  </a:lnTo>
                  <a:lnTo>
                    <a:pt x="44345" y="475481"/>
                  </a:lnTo>
                  <a:lnTo>
                    <a:pt x="41882" y="475481"/>
                  </a:lnTo>
                  <a:lnTo>
                    <a:pt x="39418" y="475481"/>
                  </a:lnTo>
                  <a:lnTo>
                    <a:pt x="36954" y="475481"/>
                  </a:lnTo>
                  <a:lnTo>
                    <a:pt x="34491" y="475481"/>
                  </a:lnTo>
                  <a:lnTo>
                    <a:pt x="32027" y="475481"/>
                  </a:lnTo>
                  <a:lnTo>
                    <a:pt x="29563" y="475481"/>
                  </a:lnTo>
                  <a:lnTo>
                    <a:pt x="27100" y="475481"/>
                  </a:lnTo>
                  <a:lnTo>
                    <a:pt x="24636" y="475481"/>
                  </a:lnTo>
                  <a:lnTo>
                    <a:pt x="22172" y="475481"/>
                  </a:lnTo>
                  <a:lnTo>
                    <a:pt x="19709" y="475481"/>
                  </a:lnTo>
                  <a:lnTo>
                    <a:pt x="17245" y="475481"/>
                  </a:lnTo>
                  <a:lnTo>
                    <a:pt x="14781" y="475481"/>
                  </a:lnTo>
                  <a:lnTo>
                    <a:pt x="12318" y="475481"/>
                  </a:lnTo>
                  <a:lnTo>
                    <a:pt x="9854" y="475481"/>
                  </a:lnTo>
                  <a:lnTo>
                    <a:pt x="7390" y="475481"/>
                  </a:lnTo>
                  <a:lnTo>
                    <a:pt x="4927" y="475481"/>
                  </a:lnTo>
                  <a:lnTo>
                    <a:pt x="2463" y="47548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8529616" y="5678416"/>
              <a:ext cx="1258929" cy="475397"/>
            </a:xfrm>
            <a:custGeom>
              <a:avLst/>
              <a:pathLst>
                <a:path w="1258929" h="475397">
                  <a:moveTo>
                    <a:pt x="0" y="475397"/>
                  </a:moveTo>
                  <a:lnTo>
                    <a:pt x="2463" y="475380"/>
                  </a:lnTo>
                  <a:lnTo>
                    <a:pt x="4927" y="475361"/>
                  </a:lnTo>
                  <a:lnTo>
                    <a:pt x="7390" y="475338"/>
                  </a:lnTo>
                  <a:lnTo>
                    <a:pt x="9854" y="475312"/>
                  </a:lnTo>
                  <a:lnTo>
                    <a:pt x="12318" y="475283"/>
                  </a:lnTo>
                  <a:lnTo>
                    <a:pt x="14781" y="475248"/>
                  </a:lnTo>
                  <a:lnTo>
                    <a:pt x="17245" y="475208"/>
                  </a:lnTo>
                  <a:lnTo>
                    <a:pt x="19709" y="475162"/>
                  </a:lnTo>
                  <a:lnTo>
                    <a:pt x="22172" y="475111"/>
                  </a:lnTo>
                  <a:lnTo>
                    <a:pt x="24636" y="475053"/>
                  </a:lnTo>
                  <a:lnTo>
                    <a:pt x="27100" y="474986"/>
                  </a:lnTo>
                  <a:lnTo>
                    <a:pt x="29563" y="474911"/>
                  </a:lnTo>
                  <a:lnTo>
                    <a:pt x="32027" y="474828"/>
                  </a:lnTo>
                  <a:lnTo>
                    <a:pt x="34491" y="474735"/>
                  </a:lnTo>
                  <a:lnTo>
                    <a:pt x="36954" y="474632"/>
                  </a:lnTo>
                  <a:lnTo>
                    <a:pt x="39418" y="474516"/>
                  </a:lnTo>
                  <a:lnTo>
                    <a:pt x="41882" y="474387"/>
                  </a:lnTo>
                  <a:lnTo>
                    <a:pt x="44345" y="474247"/>
                  </a:lnTo>
                  <a:lnTo>
                    <a:pt x="46809" y="474095"/>
                  </a:lnTo>
                  <a:lnTo>
                    <a:pt x="49273" y="473928"/>
                  </a:lnTo>
                  <a:lnTo>
                    <a:pt x="51736" y="473743"/>
                  </a:lnTo>
                  <a:lnTo>
                    <a:pt x="54200" y="473544"/>
                  </a:lnTo>
                  <a:lnTo>
                    <a:pt x="56664" y="473330"/>
                  </a:lnTo>
                  <a:lnTo>
                    <a:pt x="59127" y="473102"/>
                  </a:lnTo>
                  <a:lnTo>
                    <a:pt x="61591" y="472855"/>
                  </a:lnTo>
                  <a:lnTo>
                    <a:pt x="64055" y="472589"/>
                  </a:lnTo>
                  <a:lnTo>
                    <a:pt x="66518" y="472308"/>
                  </a:lnTo>
                  <a:lnTo>
                    <a:pt x="68982" y="472010"/>
                  </a:lnTo>
                  <a:lnTo>
                    <a:pt x="71446" y="471697"/>
                  </a:lnTo>
                  <a:lnTo>
                    <a:pt x="73909" y="471365"/>
                  </a:lnTo>
                  <a:lnTo>
                    <a:pt x="76373" y="471016"/>
                  </a:lnTo>
                  <a:lnTo>
                    <a:pt x="78837" y="470652"/>
                  </a:lnTo>
                  <a:lnTo>
                    <a:pt x="81300" y="470275"/>
                  </a:lnTo>
                  <a:lnTo>
                    <a:pt x="83764" y="469884"/>
                  </a:lnTo>
                  <a:lnTo>
                    <a:pt x="86228" y="469476"/>
                  </a:lnTo>
                  <a:lnTo>
                    <a:pt x="88691" y="469056"/>
                  </a:lnTo>
                  <a:lnTo>
                    <a:pt x="91155" y="468626"/>
                  </a:lnTo>
                  <a:lnTo>
                    <a:pt x="93618" y="468187"/>
                  </a:lnTo>
                  <a:lnTo>
                    <a:pt x="96082" y="467738"/>
                  </a:lnTo>
                  <a:lnTo>
                    <a:pt x="98546" y="467280"/>
                  </a:lnTo>
                  <a:lnTo>
                    <a:pt x="101009" y="466816"/>
                  </a:lnTo>
                  <a:lnTo>
                    <a:pt x="103473" y="466348"/>
                  </a:lnTo>
                  <a:lnTo>
                    <a:pt x="105937" y="465876"/>
                  </a:lnTo>
                  <a:lnTo>
                    <a:pt x="108400" y="465401"/>
                  </a:lnTo>
                  <a:lnTo>
                    <a:pt x="110864" y="464926"/>
                  </a:lnTo>
                  <a:lnTo>
                    <a:pt x="113328" y="464451"/>
                  </a:lnTo>
                  <a:lnTo>
                    <a:pt x="115791" y="463977"/>
                  </a:lnTo>
                  <a:lnTo>
                    <a:pt x="118255" y="463506"/>
                  </a:lnTo>
                  <a:lnTo>
                    <a:pt x="120719" y="463038"/>
                  </a:lnTo>
                  <a:lnTo>
                    <a:pt x="123182" y="462577"/>
                  </a:lnTo>
                  <a:lnTo>
                    <a:pt x="125646" y="462120"/>
                  </a:lnTo>
                  <a:lnTo>
                    <a:pt x="128110" y="461670"/>
                  </a:lnTo>
                  <a:lnTo>
                    <a:pt x="130573" y="461227"/>
                  </a:lnTo>
                  <a:lnTo>
                    <a:pt x="133037" y="460793"/>
                  </a:lnTo>
                  <a:lnTo>
                    <a:pt x="135501" y="460368"/>
                  </a:lnTo>
                  <a:lnTo>
                    <a:pt x="137964" y="459952"/>
                  </a:lnTo>
                  <a:lnTo>
                    <a:pt x="140428" y="459546"/>
                  </a:lnTo>
                  <a:lnTo>
                    <a:pt x="142892" y="459148"/>
                  </a:lnTo>
                  <a:lnTo>
                    <a:pt x="145355" y="458763"/>
                  </a:lnTo>
                  <a:lnTo>
                    <a:pt x="147819" y="458390"/>
                  </a:lnTo>
                  <a:lnTo>
                    <a:pt x="150283" y="458026"/>
                  </a:lnTo>
                  <a:lnTo>
                    <a:pt x="152746" y="457674"/>
                  </a:lnTo>
                  <a:lnTo>
                    <a:pt x="155210" y="457332"/>
                  </a:lnTo>
                  <a:lnTo>
                    <a:pt x="157674" y="457005"/>
                  </a:lnTo>
                  <a:lnTo>
                    <a:pt x="160137" y="456690"/>
                  </a:lnTo>
                  <a:lnTo>
                    <a:pt x="162601" y="456387"/>
                  </a:lnTo>
                  <a:lnTo>
                    <a:pt x="165065" y="456096"/>
                  </a:lnTo>
                  <a:lnTo>
                    <a:pt x="167528" y="455817"/>
                  </a:lnTo>
                  <a:lnTo>
                    <a:pt x="169992" y="455556"/>
                  </a:lnTo>
                  <a:lnTo>
                    <a:pt x="172456" y="455307"/>
                  </a:lnTo>
                  <a:lnTo>
                    <a:pt x="174919" y="455072"/>
                  </a:lnTo>
                  <a:lnTo>
                    <a:pt x="177383" y="454851"/>
                  </a:lnTo>
                  <a:lnTo>
                    <a:pt x="179847" y="454645"/>
                  </a:lnTo>
                  <a:lnTo>
                    <a:pt x="182310" y="454459"/>
                  </a:lnTo>
                  <a:lnTo>
                    <a:pt x="184774" y="454287"/>
                  </a:lnTo>
                  <a:lnTo>
                    <a:pt x="187237" y="454131"/>
                  </a:lnTo>
                  <a:lnTo>
                    <a:pt x="189701" y="453991"/>
                  </a:lnTo>
                  <a:lnTo>
                    <a:pt x="192165" y="453871"/>
                  </a:lnTo>
                  <a:lnTo>
                    <a:pt x="194628" y="453770"/>
                  </a:lnTo>
                  <a:lnTo>
                    <a:pt x="197092" y="453687"/>
                  </a:lnTo>
                  <a:lnTo>
                    <a:pt x="199556" y="453620"/>
                  </a:lnTo>
                  <a:lnTo>
                    <a:pt x="202019" y="453571"/>
                  </a:lnTo>
                  <a:lnTo>
                    <a:pt x="204483" y="453545"/>
                  </a:lnTo>
                  <a:lnTo>
                    <a:pt x="206947" y="453537"/>
                  </a:lnTo>
                  <a:lnTo>
                    <a:pt x="209410" y="453546"/>
                  </a:lnTo>
                  <a:lnTo>
                    <a:pt x="211874" y="453572"/>
                  </a:lnTo>
                  <a:lnTo>
                    <a:pt x="214338" y="453614"/>
                  </a:lnTo>
                  <a:lnTo>
                    <a:pt x="216801" y="453677"/>
                  </a:lnTo>
                  <a:lnTo>
                    <a:pt x="219265" y="453755"/>
                  </a:lnTo>
                  <a:lnTo>
                    <a:pt x="221729" y="453846"/>
                  </a:lnTo>
                  <a:lnTo>
                    <a:pt x="224192" y="453949"/>
                  </a:lnTo>
                  <a:lnTo>
                    <a:pt x="226656" y="454064"/>
                  </a:lnTo>
                  <a:lnTo>
                    <a:pt x="229120" y="454191"/>
                  </a:lnTo>
                  <a:lnTo>
                    <a:pt x="231583" y="454325"/>
                  </a:lnTo>
                  <a:lnTo>
                    <a:pt x="234047" y="454464"/>
                  </a:lnTo>
                  <a:lnTo>
                    <a:pt x="236511" y="454606"/>
                  </a:lnTo>
                  <a:lnTo>
                    <a:pt x="238974" y="454750"/>
                  </a:lnTo>
                  <a:lnTo>
                    <a:pt x="241438" y="454892"/>
                  </a:lnTo>
                  <a:lnTo>
                    <a:pt x="243902" y="455029"/>
                  </a:lnTo>
                  <a:lnTo>
                    <a:pt x="246365" y="455159"/>
                  </a:lnTo>
                  <a:lnTo>
                    <a:pt x="248829" y="455280"/>
                  </a:lnTo>
                  <a:lnTo>
                    <a:pt x="251293" y="455388"/>
                  </a:lnTo>
                  <a:lnTo>
                    <a:pt x="253756" y="455478"/>
                  </a:lnTo>
                  <a:lnTo>
                    <a:pt x="256220" y="455549"/>
                  </a:lnTo>
                  <a:lnTo>
                    <a:pt x="258684" y="455601"/>
                  </a:lnTo>
                  <a:lnTo>
                    <a:pt x="261147" y="455631"/>
                  </a:lnTo>
                  <a:lnTo>
                    <a:pt x="263611" y="455630"/>
                  </a:lnTo>
                  <a:lnTo>
                    <a:pt x="266075" y="455599"/>
                  </a:lnTo>
                  <a:lnTo>
                    <a:pt x="268538" y="455538"/>
                  </a:lnTo>
                  <a:lnTo>
                    <a:pt x="271002" y="455446"/>
                  </a:lnTo>
                  <a:lnTo>
                    <a:pt x="273465" y="455322"/>
                  </a:lnTo>
                  <a:lnTo>
                    <a:pt x="275929" y="455153"/>
                  </a:lnTo>
                  <a:lnTo>
                    <a:pt x="278393" y="454947"/>
                  </a:lnTo>
                  <a:lnTo>
                    <a:pt x="280856" y="454705"/>
                  </a:lnTo>
                  <a:lnTo>
                    <a:pt x="283320" y="454427"/>
                  </a:lnTo>
                  <a:lnTo>
                    <a:pt x="285784" y="454110"/>
                  </a:lnTo>
                  <a:lnTo>
                    <a:pt x="288247" y="453743"/>
                  </a:lnTo>
                  <a:lnTo>
                    <a:pt x="290711" y="453339"/>
                  </a:lnTo>
                  <a:lnTo>
                    <a:pt x="293175" y="452898"/>
                  </a:lnTo>
                  <a:lnTo>
                    <a:pt x="295638" y="452419"/>
                  </a:lnTo>
                  <a:lnTo>
                    <a:pt x="298102" y="451901"/>
                  </a:lnTo>
                  <a:lnTo>
                    <a:pt x="300566" y="451338"/>
                  </a:lnTo>
                  <a:lnTo>
                    <a:pt x="303029" y="450741"/>
                  </a:lnTo>
                  <a:lnTo>
                    <a:pt x="305493" y="450109"/>
                  </a:lnTo>
                  <a:lnTo>
                    <a:pt x="307957" y="449445"/>
                  </a:lnTo>
                  <a:lnTo>
                    <a:pt x="310420" y="448744"/>
                  </a:lnTo>
                  <a:lnTo>
                    <a:pt x="312884" y="448006"/>
                  </a:lnTo>
                  <a:lnTo>
                    <a:pt x="315348" y="447238"/>
                  </a:lnTo>
                  <a:lnTo>
                    <a:pt x="317811" y="446443"/>
                  </a:lnTo>
                  <a:lnTo>
                    <a:pt x="320275" y="445619"/>
                  </a:lnTo>
                  <a:lnTo>
                    <a:pt x="322739" y="444764"/>
                  </a:lnTo>
                  <a:lnTo>
                    <a:pt x="325202" y="443881"/>
                  </a:lnTo>
                  <a:lnTo>
                    <a:pt x="327666" y="442973"/>
                  </a:lnTo>
                  <a:lnTo>
                    <a:pt x="330130" y="442043"/>
                  </a:lnTo>
                  <a:lnTo>
                    <a:pt x="332593" y="441090"/>
                  </a:lnTo>
                  <a:lnTo>
                    <a:pt x="335057" y="440110"/>
                  </a:lnTo>
                  <a:lnTo>
                    <a:pt x="337521" y="439108"/>
                  </a:lnTo>
                  <a:lnTo>
                    <a:pt x="339984" y="438087"/>
                  </a:lnTo>
                  <a:lnTo>
                    <a:pt x="342448" y="437047"/>
                  </a:lnTo>
                  <a:lnTo>
                    <a:pt x="344912" y="435989"/>
                  </a:lnTo>
                  <a:lnTo>
                    <a:pt x="347375" y="434907"/>
                  </a:lnTo>
                  <a:lnTo>
                    <a:pt x="349839" y="433809"/>
                  </a:lnTo>
                  <a:lnTo>
                    <a:pt x="352303" y="432695"/>
                  </a:lnTo>
                  <a:lnTo>
                    <a:pt x="354766" y="431566"/>
                  </a:lnTo>
                  <a:lnTo>
                    <a:pt x="357230" y="430420"/>
                  </a:lnTo>
                  <a:lnTo>
                    <a:pt x="359694" y="429256"/>
                  </a:lnTo>
                  <a:lnTo>
                    <a:pt x="362157" y="428077"/>
                  </a:lnTo>
                  <a:lnTo>
                    <a:pt x="364621" y="426884"/>
                  </a:lnTo>
                  <a:lnTo>
                    <a:pt x="367084" y="425677"/>
                  </a:lnTo>
                  <a:lnTo>
                    <a:pt x="369548" y="424453"/>
                  </a:lnTo>
                  <a:lnTo>
                    <a:pt x="372012" y="423212"/>
                  </a:lnTo>
                  <a:lnTo>
                    <a:pt x="374475" y="421955"/>
                  </a:lnTo>
                  <a:lnTo>
                    <a:pt x="376939" y="420682"/>
                  </a:lnTo>
                  <a:lnTo>
                    <a:pt x="379403" y="419393"/>
                  </a:lnTo>
                  <a:lnTo>
                    <a:pt x="381866" y="418083"/>
                  </a:lnTo>
                  <a:lnTo>
                    <a:pt x="384330" y="416749"/>
                  </a:lnTo>
                  <a:lnTo>
                    <a:pt x="386794" y="415394"/>
                  </a:lnTo>
                  <a:lnTo>
                    <a:pt x="389257" y="414016"/>
                  </a:lnTo>
                  <a:lnTo>
                    <a:pt x="391721" y="412613"/>
                  </a:lnTo>
                  <a:lnTo>
                    <a:pt x="394185" y="411176"/>
                  </a:lnTo>
                  <a:lnTo>
                    <a:pt x="396648" y="409704"/>
                  </a:lnTo>
                  <a:lnTo>
                    <a:pt x="399112" y="408199"/>
                  </a:lnTo>
                  <a:lnTo>
                    <a:pt x="401576" y="406658"/>
                  </a:lnTo>
                  <a:lnTo>
                    <a:pt x="404039" y="405079"/>
                  </a:lnTo>
                  <a:lnTo>
                    <a:pt x="406503" y="403443"/>
                  </a:lnTo>
                  <a:lnTo>
                    <a:pt x="408967" y="401759"/>
                  </a:lnTo>
                  <a:lnTo>
                    <a:pt x="411430" y="400026"/>
                  </a:lnTo>
                  <a:lnTo>
                    <a:pt x="413894" y="398240"/>
                  </a:lnTo>
                  <a:lnTo>
                    <a:pt x="416358" y="396398"/>
                  </a:lnTo>
                  <a:lnTo>
                    <a:pt x="418821" y="394477"/>
                  </a:lnTo>
                  <a:lnTo>
                    <a:pt x="421285" y="392494"/>
                  </a:lnTo>
                  <a:lnTo>
                    <a:pt x="423749" y="390446"/>
                  </a:lnTo>
                  <a:lnTo>
                    <a:pt x="426212" y="388331"/>
                  </a:lnTo>
                  <a:lnTo>
                    <a:pt x="428676" y="386140"/>
                  </a:lnTo>
                  <a:lnTo>
                    <a:pt x="431140" y="383859"/>
                  </a:lnTo>
                  <a:lnTo>
                    <a:pt x="433603" y="381504"/>
                  </a:lnTo>
                  <a:lnTo>
                    <a:pt x="436067" y="379073"/>
                  </a:lnTo>
                  <a:lnTo>
                    <a:pt x="438531" y="376567"/>
                  </a:lnTo>
                  <a:lnTo>
                    <a:pt x="440994" y="373969"/>
                  </a:lnTo>
                  <a:lnTo>
                    <a:pt x="443458" y="371279"/>
                  </a:lnTo>
                  <a:lnTo>
                    <a:pt x="445922" y="368511"/>
                  </a:lnTo>
                  <a:lnTo>
                    <a:pt x="448385" y="365663"/>
                  </a:lnTo>
                  <a:lnTo>
                    <a:pt x="450849" y="362736"/>
                  </a:lnTo>
                  <a:lnTo>
                    <a:pt x="453312" y="359710"/>
                  </a:lnTo>
                  <a:lnTo>
                    <a:pt x="455776" y="356596"/>
                  </a:lnTo>
                  <a:lnTo>
                    <a:pt x="458240" y="353402"/>
                  </a:lnTo>
                  <a:lnTo>
                    <a:pt x="460703" y="350129"/>
                  </a:lnTo>
                  <a:lnTo>
                    <a:pt x="463167" y="346776"/>
                  </a:lnTo>
                  <a:lnTo>
                    <a:pt x="465631" y="343318"/>
                  </a:lnTo>
                  <a:lnTo>
                    <a:pt x="468094" y="339775"/>
                  </a:lnTo>
                  <a:lnTo>
                    <a:pt x="470558" y="336151"/>
                  </a:lnTo>
                  <a:lnTo>
                    <a:pt x="473022" y="332445"/>
                  </a:lnTo>
                  <a:lnTo>
                    <a:pt x="475485" y="328653"/>
                  </a:lnTo>
                  <a:lnTo>
                    <a:pt x="477949" y="324747"/>
                  </a:lnTo>
                  <a:lnTo>
                    <a:pt x="480413" y="320753"/>
                  </a:lnTo>
                  <a:lnTo>
                    <a:pt x="482876" y="316669"/>
                  </a:lnTo>
                  <a:lnTo>
                    <a:pt x="485340" y="312493"/>
                  </a:lnTo>
                  <a:lnTo>
                    <a:pt x="487804" y="308214"/>
                  </a:lnTo>
                  <a:lnTo>
                    <a:pt x="490267" y="303809"/>
                  </a:lnTo>
                  <a:lnTo>
                    <a:pt x="492731" y="299302"/>
                  </a:lnTo>
                  <a:lnTo>
                    <a:pt x="495195" y="294689"/>
                  </a:lnTo>
                  <a:lnTo>
                    <a:pt x="497658" y="289967"/>
                  </a:lnTo>
                  <a:lnTo>
                    <a:pt x="500122" y="285116"/>
                  </a:lnTo>
                  <a:lnTo>
                    <a:pt x="502586" y="280125"/>
                  </a:lnTo>
                  <a:lnTo>
                    <a:pt x="505049" y="275013"/>
                  </a:lnTo>
                  <a:lnTo>
                    <a:pt x="507513" y="269779"/>
                  </a:lnTo>
                  <a:lnTo>
                    <a:pt x="509977" y="264419"/>
                  </a:lnTo>
                  <a:lnTo>
                    <a:pt x="512440" y="258903"/>
                  </a:lnTo>
                  <a:lnTo>
                    <a:pt x="514904" y="253239"/>
                  </a:lnTo>
                  <a:lnTo>
                    <a:pt x="517368" y="247443"/>
                  </a:lnTo>
                  <a:lnTo>
                    <a:pt x="519831" y="241516"/>
                  </a:lnTo>
                  <a:lnTo>
                    <a:pt x="522295" y="235457"/>
                  </a:lnTo>
                  <a:lnTo>
                    <a:pt x="524759" y="229229"/>
                  </a:lnTo>
                  <a:lnTo>
                    <a:pt x="527222" y="222865"/>
                  </a:lnTo>
                  <a:lnTo>
                    <a:pt x="529686" y="216374"/>
                  </a:lnTo>
                  <a:lnTo>
                    <a:pt x="532150" y="209761"/>
                  </a:lnTo>
                  <a:lnTo>
                    <a:pt x="534613" y="203030"/>
                  </a:lnTo>
                  <a:lnTo>
                    <a:pt x="537077" y="196147"/>
                  </a:lnTo>
                  <a:lnTo>
                    <a:pt x="539541" y="189162"/>
                  </a:lnTo>
                  <a:lnTo>
                    <a:pt x="542004" y="182082"/>
                  </a:lnTo>
                  <a:lnTo>
                    <a:pt x="544468" y="174913"/>
                  </a:lnTo>
                  <a:lnTo>
                    <a:pt x="546931" y="167659"/>
                  </a:lnTo>
                  <a:lnTo>
                    <a:pt x="549395" y="160322"/>
                  </a:lnTo>
                  <a:lnTo>
                    <a:pt x="551859" y="152933"/>
                  </a:lnTo>
                  <a:lnTo>
                    <a:pt x="554322" y="145505"/>
                  </a:lnTo>
                  <a:lnTo>
                    <a:pt x="556786" y="138049"/>
                  </a:lnTo>
                  <a:lnTo>
                    <a:pt x="559250" y="130577"/>
                  </a:lnTo>
                  <a:lnTo>
                    <a:pt x="561713" y="123114"/>
                  </a:lnTo>
                  <a:lnTo>
                    <a:pt x="564177" y="115676"/>
                  </a:lnTo>
                  <a:lnTo>
                    <a:pt x="566641" y="108277"/>
                  </a:lnTo>
                  <a:lnTo>
                    <a:pt x="569104" y="100934"/>
                  </a:lnTo>
                  <a:lnTo>
                    <a:pt x="571568" y="93680"/>
                  </a:lnTo>
                  <a:lnTo>
                    <a:pt x="574032" y="86541"/>
                  </a:lnTo>
                  <a:lnTo>
                    <a:pt x="576495" y="79523"/>
                  </a:lnTo>
                  <a:lnTo>
                    <a:pt x="578959" y="72643"/>
                  </a:lnTo>
                  <a:lnTo>
                    <a:pt x="581423" y="65917"/>
                  </a:lnTo>
                  <a:lnTo>
                    <a:pt x="583886" y="59418"/>
                  </a:lnTo>
                  <a:lnTo>
                    <a:pt x="586350" y="53144"/>
                  </a:lnTo>
                  <a:lnTo>
                    <a:pt x="588814" y="47097"/>
                  </a:lnTo>
                  <a:lnTo>
                    <a:pt x="591277" y="41295"/>
                  </a:lnTo>
                  <a:lnTo>
                    <a:pt x="593741" y="35756"/>
                  </a:lnTo>
                  <a:lnTo>
                    <a:pt x="596205" y="30602"/>
                  </a:lnTo>
                  <a:lnTo>
                    <a:pt x="598668" y="25772"/>
                  </a:lnTo>
                  <a:lnTo>
                    <a:pt x="601132" y="21274"/>
                  </a:lnTo>
                  <a:lnTo>
                    <a:pt x="603596" y="17127"/>
                  </a:lnTo>
                  <a:lnTo>
                    <a:pt x="606059" y="13361"/>
                  </a:lnTo>
                  <a:lnTo>
                    <a:pt x="608523" y="10107"/>
                  </a:lnTo>
                  <a:lnTo>
                    <a:pt x="610987" y="7263"/>
                  </a:lnTo>
                  <a:lnTo>
                    <a:pt x="613450" y="4842"/>
                  </a:lnTo>
                  <a:lnTo>
                    <a:pt x="615914" y="2854"/>
                  </a:lnTo>
                  <a:lnTo>
                    <a:pt x="618378" y="1363"/>
                  </a:lnTo>
                  <a:lnTo>
                    <a:pt x="620841" y="446"/>
                  </a:lnTo>
                  <a:lnTo>
                    <a:pt x="623305" y="0"/>
                  </a:lnTo>
                  <a:lnTo>
                    <a:pt x="625769" y="29"/>
                  </a:lnTo>
                  <a:lnTo>
                    <a:pt x="628232" y="539"/>
                  </a:lnTo>
                  <a:lnTo>
                    <a:pt x="630696" y="1620"/>
                  </a:lnTo>
                  <a:lnTo>
                    <a:pt x="633159" y="3272"/>
                  </a:lnTo>
                  <a:lnTo>
                    <a:pt x="635623" y="5407"/>
                  </a:lnTo>
                  <a:lnTo>
                    <a:pt x="638087" y="8023"/>
                  </a:lnTo>
                  <a:lnTo>
                    <a:pt x="640550" y="11114"/>
                  </a:lnTo>
                  <a:lnTo>
                    <a:pt x="643014" y="14787"/>
                  </a:lnTo>
                  <a:lnTo>
                    <a:pt x="645478" y="18964"/>
                  </a:lnTo>
                  <a:lnTo>
                    <a:pt x="647941" y="23584"/>
                  </a:lnTo>
                  <a:lnTo>
                    <a:pt x="650405" y="28635"/>
                  </a:lnTo>
                  <a:lnTo>
                    <a:pt x="652869" y="34104"/>
                  </a:lnTo>
                  <a:lnTo>
                    <a:pt x="655332" y="40095"/>
                  </a:lnTo>
                  <a:lnTo>
                    <a:pt x="657796" y="46475"/>
                  </a:lnTo>
                  <a:lnTo>
                    <a:pt x="660260" y="53211"/>
                  </a:lnTo>
                  <a:lnTo>
                    <a:pt x="662723" y="60284"/>
                  </a:lnTo>
                  <a:lnTo>
                    <a:pt x="665187" y="67685"/>
                  </a:lnTo>
                  <a:lnTo>
                    <a:pt x="667651" y="75471"/>
                  </a:lnTo>
                  <a:lnTo>
                    <a:pt x="670114" y="83518"/>
                  </a:lnTo>
                  <a:lnTo>
                    <a:pt x="672578" y="91805"/>
                  </a:lnTo>
                  <a:lnTo>
                    <a:pt x="675042" y="100313"/>
                  </a:lnTo>
                  <a:lnTo>
                    <a:pt x="677505" y="109036"/>
                  </a:lnTo>
                  <a:lnTo>
                    <a:pt x="679969" y="117969"/>
                  </a:lnTo>
                  <a:lnTo>
                    <a:pt x="682433" y="127041"/>
                  </a:lnTo>
                  <a:lnTo>
                    <a:pt x="684896" y="136231"/>
                  </a:lnTo>
                  <a:lnTo>
                    <a:pt x="687360" y="145520"/>
                  </a:lnTo>
                  <a:lnTo>
                    <a:pt x="689824" y="154896"/>
                  </a:lnTo>
                  <a:lnTo>
                    <a:pt x="692287" y="164329"/>
                  </a:lnTo>
                  <a:lnTo>
                    <a:pt x="694751" y="173787"/>
                  </a:lnTo>
                  <a:lnTo>
                    <a:pt x="697215" y="183251"/>
                  </a:lnTo>
                  <a:lnTo>
                    <a:pt x="699678" y="192706"/>
                  </a:lnTo>
                  <a:lnTo>
                    <a:pt x="702142" y="202124"/>
                  </a:lnTo>
                  <a:lnTo>
                    <a:pt x="704606" y="211481"/>
                  </a:lnTo>
                  <a:lnTo>
                    <a:pt x="707069" y="220768"/>
                  </a:lnTo>
                  <a:lnTo>
                    <a:pt x="709533" y="229972"/>
                  </a:lnTo>
                  <a:lnTo>
                    <a:pt x="711997" y="239080"/>
                  </a:lnTo>
                  <a:lnTo>
                    <a:pt x="714460" y="248043"/>
                  </a:lnTo>
                  <a:lnTo>
                    <a:pt x="716924" y="256867"/>
                  </a:lnTo>
                  <a:lnTo>
                    <a:pt x="719388" y="265552"/>
                  </a:lnTo>
                  <a:lnTo>
                    <a:pt x="721851" y="274087"/>
                  </a:lnTo>
                  <a:lnTo>
                    <a:pt x="724315" y="282465"/>
                  </a:lnTo>
                  <a:lnTo>
                    <a:pt x="726778" y="290614"/>
                  </a:lnTo>
                  <a:lnTo>
                    <a:pt x="729242" y="298583"/>
                  </a:lnTo>
                  <a:lnTo>
                    <a:pt x="731706" y="306368"/>
                  </a:lnTo>
                  <a:lnTo>
                    <a:pt x="734169" y="313962"/>
                  </a:lnTo>
                  <a:lnTo>
                    <a:pt x="736633" y="321348"/>
                  </a:lnTo>
                  <a:lnTo>
                    <a:pt x="739097" y="328475"/>
                  </a:lnTo>
                  <a:lnTo>
                    <a:pt x="741560" y="335397"/>
                  </a:lnTo>
                  <a:lnTo>
                    <a:pt x="744024" y="342113"/>
                  </a:lnTo>
                  <a:lnTo>
                    <a:pt x="746488" y="348619"/>
                  </a:lnTo>
                  <a:lnTo>
                    <a:pt x="748951" y="354888"/>
                  </a:lnTo>
                  <a:lnTo>
                    <a:pt x="751415" y="360900"/>
                  </a:lnTo>
                  <a:lnTo>
                    <a:pt x="753879" y="366702"/>
                  </a:lnTo>
                  <a:lnTo>
                    <a:pt x="756342" y="372295"/>
                  </a:lnTo>
                  <a:lnTo>
                    <a:pt x="758806" y="377681"/>
                  </a:lnTo>
                  <a:lnTo>
                    <a:pt x="761270" y="382819"/>
                  </a:lnTo>
                  <a:lnTo>
                    <a:pt x="763733" y="387725"/>
                  </a:lnTo>
                  <a:lnTo>
                    <a:pt x="766197" y="392433"/>
                  </a:lnTo>
                  <a:lnTo>
                    <a:pt x="768661" y="396945"/>
                  </a:lnTo>
                  <a:lnTo>
                    <a:pt x="771124" y="401265"/>
                  </a:lnTo>
                  <a:lnTo>
                    <a:pt x="773588" y="405349"/>
                  </a:lnTo>
                  <a:lnTo>
                    <a:pt x="776052" y="409236"/>
                  </a:lnTo>
                  <a:lnTo>
                    <a:pt x="778515" y="412947"/>
                  </a:lnTo>
                  <a:lnTo>
                    <a:pt x="780979" y="416486"/>
                  </a:lnTo>
                  <a:lnTo>
                    <a:pt x="783443" y="419859"/>
                  </a:lnTo>
                  <a:lnTo>
                    <a:pt x="785906" y="423017"/>
                  </a:lnTo>
                  <a:lnTo>
                    <a:pt x="788370" y="426018"/>
                  </a:lnTo>
                  <a:lnTo>
                    <a:pt x="790834" y="428872"/>
                  </a:lnTo>
                  <a:lnTo>
                    <a:pt x="793297" y="431581"/>
                  </a:lnTo>
                  <a:lnTo>
                    <a:pt x="795761" y="434144"/>
                  </a:lnTo>
                  <a:lnTo>
                    <a:pt x="798225" y="436535"/>
                  </a:lnTo>
                  <a:lnTo>
                    <a:pt x="800688" y="438801"/>
                  </a:lnTo>
                  <a:lnTo>
                    <a:pt x="803152" y="440944"/>
                  </a:lnTo>
                  <a:lnTo>
                    <a:pt x="805616" y="442971"/>
                  </a:lnTo>
                  <a:lnTo>
                    <a:pt x="808079" y="444873"/>
                  </a:lnTo>
                  <a:lnTo>
                    <a:pt x="810543" y="446643"/>
                  </a:lnTo>
                  <a:lnTo>
                    <a:pt x="813006" y="448312"/>
                  </a:lnTo>
                  <a:lnTo>
                    <a:pt x="815470" y="449883"/>
                  </a:lnTo>
                  <a:lnTo>
                    <a:pt x="817934" y="451360"/>
                  </a:lnTo>
                  <a:lnTo>
                    <a:pt x="820397" y="452732"/>
                  </a:lnTo>
                  <a:lnTo>
                    <a:pt x="822861" y="454004"/>
                  </a:lnTo>
                  <a:lnTo>
                    <a:pt x="825325" y="455196"/>
                  </a:lnTo>
                  <a:lnTo>
                    <a:pt x="827788" y="456310"/>
                  </a:lnTo>
                  <a:lnTo>
                    <a:pt x="830252" y="457349"/>
                  </a:lnTo>
                  <a:lnTo>
                    <a:pt x="832716" y="458299"/>
                  </a:lnTo>
                  <a:lnTo>
                    <a:pt x="835179" y="459175"/>
                  </a:lnTo>
                  <a:lnTo>
                    <a:pt x="837643" y="459988"/>
                  </a:lnTo>
                  <a:lnTo>
                    <a:pt x="840107" y="460738"/>
                  </a:lnTo>
                  <a:lnTo>
                    <a:pt x="842570" y="461430"/>
                  </a:lnTo>
                  <a:lnTo>
                    <a:pt x="845034" y="462048"/>
                  </a:lnTo>
                  <a:lnTo>
                    <a:pt x="847498" y="462612"/>
                  </a:lnTo>
                  <a:lnTo>
                    <a:pt x="849961" y="463126"/>
                  </a:lnTo>
                  <a:lnTo>
                    <a:pt x="852425" y="463592"/>
                  </a:lnTo>
                  <a:lnTo>
                    <a:pt x="854889" y="464012"/>
                  </a:lnTo>
                  <a:lnTo>
                    <a:pt x="857352" y="464375"/>
                  </a:lnTo>
                  <a:lnTo>
                    <a:pt x="859816" y="464698"/>
                  </a:lnTo>
                  <a:lnTo>
                    <a:pt x="862280" y="464984"/>
                  </a:lnTo>
                  <a:lnTo>
                    <a:pt x="864743" y="465234"/>
                  </a:lnTo>
                  <a:lnTo>
                    <a:pt x="867207" y="465447"/>
                  </a:lnTo>
                  <a:lnTo>
                    <a:pt x="869671" y="465620"/>
                  </a:lnTo>
                  <a:lnTo>
                    <a:pt x="872134" y="465765"/>
                  </a:lnTo>
                  <a:lnTo>
                    <a:pt x="874598" y="465883"/>
                  </a:lnTo>
                  <a:lnTo>
                    <a:pt x="877062" y="465975"/>
                  </a:lnTo>
                  <a:lnTo>
                    <a:pt x="879525" y="466039"/>
                  </a:lnTo>
                  <a:lnTo>
                    <a:pt x="881989" y="466078"/>
                  </a:lnTo>
                  <a:lnTo>
                    <a:pt x="884453" y="466097"/>
                  </a:lnTo>
                  <a:lnTo>
                    <a:pt x="886916" y="466098"/>
                  </a:lnTo>
                  <a:lnTo>
                    <a:pt x="889380" y="466081"/>
                  </a:lnTo>
                  <a:lnTo>
                    <a:pt x="891844" y="466045"/>
                  </a:lnTo>
                  <a:lnTo>
                    <a:pt x="894307" y="465994"/>
                  </a:lnTo>
                  <a:lnTo>
                    <a:pt x="896771" y="465931"/>
                  </a:lnTo>
                  <a:lnTo>
                    <a:pt x="899235" y="465856"/>
                  </a:lnTo>
                  <a:lnTo>
                    <a:pt x="901698" y="465771"/>
                  </a:lnTo>
                  <a:lnTo>
                    <a:pt x="904162" y="465674"/>
                  </a:lnTo>
                  <a:lnTo>
                    <a:pt x="906625" y="465570"/>
                  </a:lnTo>
                  <a:lnTo>
                    <a:pt x="909089" y="465459"/>
                  </a:lnTo>
                  <a:lnTo>
                    <a:pt x="911553" y="465343"/>
                  </a:lnTo>
                  <a:lnTo>
                    <a:pt x="914016" y="465222"/>
                  </a:lnTo>
                  <a:lnTo>
                    <a:pt x="916480" y="465097"/>
                  </a:lnTo>
                  <a:lnTo>
                    <a:pt x="918944" y="464970"/>
                  </a:lnTo>
                  <a:lnTo>
                    <a:pt x="921407" y="464842"/>
                  </a:lnTo>
                  <a:lnTo>
                    <a:pt x="923871" y="464713"/>
                  </a:lnTo>
                  <a:lnTo>
                    <a:pt x="926335" y="464585"/>
                  </a:lnTo>
                  <a:lnTo>
                    <a:pt x="928798" y="464459"/>
                  </a:lnTo>
                  <a:lnTo>
                    <a:pt x="931262" y="464336"/>
                  </a:lnTo>
                  <a:lnTo>
                    <a:pt x="933726" y="464215"/>
                  </a:lnTo>
                  <a:lnTo>
                    <a:pt x="936189" y="464098"/>
                  </a:lnTo>
                  <a:lnTo>
                    <a:pt x="938653" y="463987"/>
                  </a:lnTo>
                  <a:lnTo>
                    <a:pt x="941117" y="463881"/>
                  </a:lnTo>
                  <a:lnTo>
                    <a:pt x="943580" y="463782"/>
                  </a:lnTo>
                  <a:lnTo>
                    <a:pt x="946044" y="463688"/>
                  </a:lnTo>
                  <a:lnTo>
                    <a:pt x="948508" y="463602"/>
                  </a:lnTo>
                  <a:lnTo>
                    <a:pt x="950971" y="463523"/>
                  </a:lnTo>
                  <a:lnTo>
                    <a:pt x="953435" y="463453"/>
                  </a:lnTo>
                  <a:lnTo>
                    <a:pt x="955899" y="463390"/>
                  </a:lnTo>
                  <a:lnTo>
                    <a:pt x="958362" y="463335"/>
                  </a:lnTo>
                  <a:lnTo>
                    <a:pt x="960826" y="463288"/>
                  </a:lnTo>
                  <a:lnTo>
                    <a:pt x="963290" y="463251"/>
                  </a:lnTo>
                  <a:lnTo>
                    <a:pt x="965753" y="463222"/>
                  </a:lnTo>
                  <a:lnTo>
                    <a:pt x="968217" y="463201"/>
                  </a:lnTo>
                  <a:lnTo>
                    <a:pt x="970681" y="463187"/>
                  </a:lnTo>
                  <a:lnTo>
                    <a:pt x="973144" y="463181"/>
                  </a:lnTo>
                  <a:lnTo>
                    <a:pt x="975608" y="463185"/>
                  </a:lnTo>
                  <a:lnTo>
                    <a:pt x="978072" y="463196"/>
                  </a:lnTo>
                  <a:lnTo>
                    <a:pt x="980535" y="463214"/>
                  </a:lnTo>
                  <a:lnTo>
                    <a:pt x="982999" y="463239"/>
                  </a:lnTo>
                  <a:lnTo>
                    <a:pt x="985463" y="463271"/>
                  </a:lnTo>
                  <a:lnTo>
                    <a:pt x="987926" y="463311"/>
                  </a:lnTo>
                  <a:lnTo>
                    <a:pt x="990390" y="463358"/>
                  </a:lnTo>
                  <a:lnTo>
                    <a:pt x="992853" y="463410"/>
                  </a:lnTo>
                  <a:lnTo>
                    <a:pt x="995317" y="463468"/>
                  </a:lnTo>
                  <a:lnTo>
                    <a:pt x="997781" y="463533"/>
                  </a:lnTo>
                  <a:lnTo>
                    <a:pt x="1000244" y="463604"/>
                  </a:lnTo>
                  <a:lnTo>
                    <a:pt x="1002708" y="463681"/>
                  </a:lnTo>
                  <a:lnTo>
                    <a:pt x="1005172" y="463763"/>
                  </a:lnTo>
                  <a:lnTo>
                    <a:pt x="1007635" y="463850"/>
                  </a:lnTo>
                  <a:lnTo>
                    <a:pt x="1010099" y="463943"/>
                  </a:lnTo>
                  <a:lnTo>
                    <a:pt x="1012563" y="464041"/>
                  </a:lnTo>
                  <a:lnTo>
                    <a:pt x="1015026" y="464143"/>
                  </a:lnTo>
                  <a:lnTo>
                    <a:pt x="1017490" y="464249"/>
                  </a:lnTo>
                  <a:lnTo>
                    <a:pt x="1019954" y="464360"/>
                  </a:lnTo>
                  <a:lnTo>
                    <a:pt x="1022417" y="464474"/>
                  </a:lnTo>
                  <a:lnTo>
                    <a:pt x="1024881" y="464592"/>
                  </a:lnTo>
                  <a:lnTo>
                    <a:pt x="1027345" y="464712"/>
                  </a:lnTo>
                  <a:lnTo>
                    <a:pt x="1029808" y="464833"/>
                  </a:lnTo>
                  <a:lnTo>
                    <a:pt x="1032272" y="464956"/>
                  </a:lnTo>
                  <a:lnTo>
                    <a:pt x="1034736" y="465080"/>
                  </a:lnTo>
                  <a:lnTo>
                    <a:pt x="1037199" y="465204"/>
                  </a:lnTo>
                  <a:lnTo>
                    <a:pt x="1039663" y="465326"/>
                  </a:lnTo>
                  <a:lnTo>
                    <a:pt x="1042127" y="465446"/>
                  </a:lnTo>
                  <a:lnTo>
                    <a:pt x="1044590" y="465563"/>
                  </a:lnTo>
                  <a:lnTo>
                    <a:pt x="1047054" y="465675"/>
                  </a:lnTo>
                  <a:lnTo>
                    <a:pt x="1049518" y="465782"/>
                  </a:lnTo>
                  <a:lnTo>
                    <a:pt x="1051981" y="465882"/>
                  </a:lnTo>
                  <a:lnTo>
                    <a:pt x="1054445" y="465975"/>
                  </a:lnTo>
                  <a:lnTo>
                    <a:pt x="1056909" y="466059"/>
                  </a:lnTo>
                  <a:lnTo>
                    <a:pt x="1059372" y="466131"/>
                  </a:lnTo>
                  <a:lnTo>
                    <a:pt x="1061836" y="466191"/>
                  </a:lnTo>
                  <a:lnTo>
                    <a:pt x="1064300" y="466240"/>
                  </a:lnTo>
                  <a:lnTo>
                    <a:pt x="1066763" y="466276"/>
                  </a:lnTo>
                  <a:lnTo>
                    <a:pt x="1069227" y="466295"/>
                  </a:lnTo>
                  <a:lnTo>
                    <a:pt x="1071691" y="466297"/>
                  </a:lnTo>
                  <a:lnTo>
                    <a:pt x="1074154" y="466283"/>
                  </a:lnTo>
                  <a:lnTo>
                    <a:pt x="1076618" y="466253"/>
                  </a:lnTo>
                  <a:lnTo>
                    <a:pt x="1079082" y="466205"/>
                  </a:lnTo>
                  <a:lnTo>
                    <a:pt x="1081545" y="466136"/>
                  </a:lnTo>
                  <a:lnTo>
                    <a:pt x="1084009" y="466047"/>
                  </a:lnTo>
                  <a:lnTo>
                    <a:pt x="1086472" y="465939"/>
                  </a:lnTo>
                  <a:lnTo>
                    <a:pt x="1088936" y="465814"/>
                  </a:lnTo>
                  <a:lnTo>
                    <a:pt x="1091400" y="465670"/>
                  </a:lnTo>
                  <a:lnTo>
                    <a:pt x="1093863" y="465502"/>
                  </a:lnTo>
                  <a:lnTo>
                    <a:pt x="1096327" y="465317"/>
                  </a:lnTo>
                  <a:lnTo>
                    <a:pt x="1098791" y="465114"/>
                  </a:lnTo>
                  <a:lnTo>
                    <a:pt x="1101254" y="464895"/>
                  </a:lnTo>
                  <a:lnTo>
                    <a:pt x="1103718" y="464660"/>
                  </a:lnTo>
                  <a:lnTo>
                    <a:pt x="1106182" y="464405"/>
                  </a:lnTo>
                  <a:lnTo>
                    <a:pt x="1108645" y="464138"/>
                  </a:lnTo>
                  <a:lnTo>
                    <a:pt x="1111109" y="463858"/>
                  </a:lnTo>
                  <a:lnTo>
                    <a:pt x="1113573" y="463568"/>
                  </a:lnTo>
                  <a:lnTo>
                    <a:pt x="1116036" y="463267"/>
                  </a:lnTo>
                  <a:lnTo>
                    <a:pt x="1118500" y="462957"/>
                  </a:lnTo>
                  <a:lnTo>
                    <a:pt x="1120964" y="462641"/>
                  </a:lnTo>
                  <a:lnTo>
                    <a:pt x="1123427" y="462321"/>
                  </a:lnTo>
                  <a:lnTo>
                    <a:pt x="1125891" y="461998"/>
                  </a:lnTo>
                  <a:lnTo>
                    <a:pt x="1128355" y="461675"/>
                  </a:lnTo>
                  <a:lnTo>
                    <a:pt x="1130818" y="461353"/>
                  </a:lnTo>
                  <a:lnTo>
                    <a:pt x="1133282" y="461035"/>
                  </a:lnTo>
                  <a:lnTo>
                    <a:pt x="1135746" y="460722"/>
                  </a:lnTo>
                  <a:lnTo>
                    <a:pt x="1138209" y="460416"/>
                  </a:lnTo>
                  <a:lnTo>
                    <a:pt x="1140673" y="460120"/>
                  </a:lnTo>
                  <a:lnTo>
                    <a:pt x="1143137" y="459836"/>
                  </a:lnTo>
                  <a:lnTo>
                    <a:pt x="1145600" y="459565"/>
                  </a:lnTo>
                  <a:lnTo>
                    <a:pt x="1148064" y="459308"/>
                  </a:lnTo>
                  <a:lnTo>
                    <a:pt x="1150528" y="459066"/>
                  </a:lnTo>
                  <a:lnTo>
                    <a:pt x="1152991" y="458846"/>
                  </a:lnTo>
                  <a:lnTo>
                    <a:pt x="1155455" y="458645"/>
                  </a:lnTo>
                  <a:lnTo>
                    <a:pt x="1157919" y="458463"/>
                  </a:lnTo>
                  <a:lnTo>
                    <a:pt x="1160382" y="458302"/>
                  </a:lnTo>
                  <a:lnTo>
                    <a:pt x="1162846" y="458162"/>
                  </a:lnTo>
                  <a:lnTo>
                    <a:pt x="1165310" y="458051"/>
                  </a:lnTo>
                  <a:lnTo>
                    <a:pt x="1167773" y="457963"/>
                  </a:lnTo>
                  <a:lnTo>
                    <a:pt x="1170237" y="457898"/>
                  </a:lnTo>
                  <a:lnTo>
                    <a:pt x="1172701" y="457856"/>
                  </a:lnTo>
                  <a:lnTo>
                    <a:pt x="1175164" y="457839"/>
                  </a:lnTo>
                  <a:lnTo>
                    <a:pt x="1177628" y="457852"/>
                  </a:lnTo>
                  <a:lnTo>
                    <a:pt x="1180091" y="457888"/>
                  </a:lnTo>
                  <a:lnTo>
                    <a:pt x="1182555" y="457947"/>
                  </a:lnTo>
                  <a:lnTo>
                    <a:pt x="1185019" y="458028"/>
                  </a:lnTo>
                  <a:lnTo>
                    <a:pt x="1187482" y="458135"/>
                  </a:lnTo>
                  <a:lnTo>
                    <a:pt x="1189946" y="458268"/>
                  </a:lnTo>
                  <a:lnTo>
                    <a:pt x="1192410" y="458421"/>
                  </a:lnTo>
                  <a:lnTo>
                    <a:pt x="1194873" y="458595"/>
                  </a:lnTo>
                  <a:lnTo>
                    <a:pt x="1197337" y="458788"/>
                  </a:lnTo>
                  <a:lnTo>
                    <a:pt x="1199801" y="459003"/>
                  </a:lnTo>
                  <a:lnTo>
                    <a:pt x="1202264" y="459239"/>
                  </a:lnTo>
                  <a:lnTo>
                    <a:pt x="1204728" y="459491"/>
                  </a:lnTo>
                  <a:lnTo>
                    <a:pt x="1207192" y="459759"/>
                  </a:lnTo>
                  <a:lnTo>
                    <a:pt x="1209655" y="460042"/>
                  </a:lnTo>
                  <a:lnTo>
                    <a:pt x="1212119" y="460343"/>
                  </a:lnTo>
                  <a:lnTo>
                    <a:pt x="1214583" y="460658"/>
                  </a:lnTo>
                  <a:lnTo>
                    <a:pt x="1217046" y="460984"/>
                  </a:lnTo>
                  <a:lnTo>
                    <a:pt x="1219510" y="461322"/>
                  </a:lnTo>
                  <a:lnTo>
                    <a:pt x="1221974" y="461671"/>
                  </a:lnTo>
                  <a:lnTo>
                    <a:pt x="1224437" y="462032"/>
                  </a:lnTo>
                  <a:lnTo>
                    <a:pt x="1226901" y="462401"/>
                  </a:lnTo>
                  <a:lnTo>
                    <a:pt x="1229365" y="462778"/>
                  </a:lnTo>
                  <a:lnTo>
                    <a:pt x="1231828" y="463162"/>
                  </a:lnTo>
                  <a:lnTo>
                    <a:pt x="1234292" y="463552"/>
                  </a:lnTo>
                  <a:lnTo>
                    <a:pt x="1236756" y="463949"/>
                  </a:lnTo>
                  <a:lnTo>
                    <a:pt x="1239219" y="464350"/>
                  </a:lnTo>
                  <a:lnTo>
                    <a:pt x="1241683" y="464754"/>
                  </a:lnTo>
                  <a:lnTo>
                    <a:pt x="1244147" y="465160"/>
                  </a:lnTo>
                  <a:lnTo>
                    <a:pt x="1246610" y="465568"/>
                  </a:lnTo>
                  <a:lnTo>
                    <a:pt x="1249074" y="465977"/>
                  </a:lnTo>
                  <a:lnTo>
                    <a:pt x="1251538" y="466385"/>
                  </a:lnTo>
                  <a:lnTo>
                    <a:pt x="1254001" y="466792"/>
                  </a:lnTo>
                  <a:lnTo>
                    <a:pt x="1256465" y="467197"/>
                  </a:lnTo>
                  <a:lnTo>
                    <a:pt x="1258929" y="467598"/>
                  </a:lnTo>
                </a:path>
              </a:pathLst>
            </a:cu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8529616" y="5847731"/>
              <a:ext cx="1258929" cy="306166"/>
            </a:xfrm>
            <a:custGeom>
              <a:avLst/>
              <a:pathLst>
                <a:path w="1258929" h="306166">
                  <a:moveTo>
                    <a:pt x="0" y="305639"/>
                  </a:moveTo>
                  <a:lnTo>
                    <a:pt x="2463" y="305600"/>
                  </a:lnTo>
                  <a:lnTo>
                    <a:pt x="4927" y="305559"/>
                  </a:lnTo>
                  <a:lnTo>
                    <a:pt x="7390" y="305515"/>
                  </a:lnTo>
                  <a:lnTo>
                    <a:pt x="9854" y="305470"/>
                  </a:lnTo>
                  <a:lnTo>
                    <a:pt x="12318" y="305422"/>
                  </a:lnTo>
                  <a:lnTo>
                    <a:pt x="14781" y="305370"/>
                  </a:lnTo>
                  <a:lnTo>
                    <a:pt x="17245" y="305317"/>
                  </a:lnTo>
                  <a:lnTo>
                    <a:pt x="19709" y="305262"/>
                  </a:lnTo>
                  <a:lnTo>
                    <a:pt x="22172" y="305202"/>
                  </a:lnTo>
                  <a:lnTo>
                    <a:pt x="24636" y="305141"/>
                  </a:lnTo>
                  <a:lnTo>
                    <a:pt x="27100" y="305077"/>
                  </a:lnTo>
                  <a:lnTo>
                    <a:pt x="29563" y="305010"/>
                  </a:lnTo>
                  <a:lnTo>
                    <a:pt x="32027" y="304939"/>
                  </a:lnTo>
                  <a:lnTo>
                    <a:pt x="34491" y="304867"/>
                  </a:lnTo>
                  <a:lnTo>
                    <a:pt x="36954" y="304791"/>
                  </a:lnTo>
                  <a:lnTo>
                    <a:pt x="39418" y="304712"/>
                  </a:lnTo>
                  <a:lnTo>
                    <a:pt x="41882" y="304630"/>
                  </a:lnTo>
                  <a:lnTo>
                    <a:pt x="44345" y="304545"/>
                  </a:lnTo>
                  <a:lnTo>
                    <a:pt x="46809" y="304457"/>
                  </a:lnTo>
                  <a:lnTo>
                    <a:pt x="49273" y="304366"/>
                  </a:lnTo>
                  <a:lnTo>
                    <a:pt x="51736" y="304272"/>
                  </a:lnTo>
                  <a:lnTo>
                    <a:pt x="54200" y="304175"/>
                  </a:lnTo>
                  <a:lnTo>
                    <a:pt x="56664" y="304074"/>
                  </a:lnTo>
                  <a:lnTo>
                    <a:pt x="59127" y="303972"/>
                  </a:lnTo>
                  <a:lnTo>
                    <a:pt x="61591" y="303865"/>
                  </a:lnTo>
                  <a:lnTo>
                    <a:pt x="64055" y="303756"/>
                  </a:lnTo>
                  <a:lnTo>
                    <a:pt x="66518" y="303644"/>
                  </a:lnTo>
                  <a:lnTo>
                    <a:pt x="68982" y="303529"/>
                  </a:lnTo>
                  <a:lnTo>
                    <a:pt x="71446" y="303411"/>
                  </a:lnTo>
                  <a:lnTo>
                    <a:pt x="73909" y="303291"/>
                  </a:lnTo>
                  <a:lnTo>
                    <a:pt x="76373" y="303168"/>
                  </a:lnTo>
                  <a:lnTo>
                    <a:pt x="78837" y="303042"/>
                  </a:lnTo>
                  <a:lnTo>
                    <a:pt x="81300" y="302914"/>
                  </a:lnTo>
                  <a:lnTo>
                    <a:pt x="83764" y="302784"/>
                  </a:lnTo>
                  <a:lnTo>
                    <a:pt x="86228" y="302651"/>
                  </a:lnTo>
                  <a:lnTo>
                    <a:pt x="88691" y="302515"/>
                  </a:lnTo>
                  <a:lnTo>
                    <a:pt x="91155" y="302378"/>
                  </a:lnTo>
                  <a:lnTo>
                    <a:pt x="93618" y="302238"/>
                  </a:lnTo>
                  <a:lnTo>
                    <a:pt x="96082" y="302097"/>
                  </a:lnTo>
                  <a:lnTo>
                    <a:pt x="98546" y="301953"/>
                  </a:lnTo>
                  <a:lnTo>
                    <a:pt x="101009" y="301808"/>
                  </a:lnTo>
                  <a:lnTo>
                    <a:pt x="103473" y="301661"/>
                  </a:lnTo>
                  <a:lnTo>
                    <a:pt x="105937" y="301513"/>
                  </a:lnTo>
                  <a:lnTo>
                    <a:pt x="108400" y="301363"/>
                  </a:lnTo>
                  <a:lnTo>
                    <a:pt x="110864" y="301212"/>
                  </a:lnTo>
                  <a:lnTo>
                    <a:pt x="113328" y="301060"/>
                  </a:lnTo>
                  <a:lnTo>
                    <a:pt x="115791" y="300907"/>
                  </a:lnTo>
                  <a:lnTo>
                    <a:pt x="118255" y="300753"/>
                  </a:lnTo>
                  <a:lnTo>
                    <a:pt x="120719" y="300598"/>
                  </a:lnTo>
                  <a:lnTo>
                    <a:pt x="123182" y="300442"/>
                  </a:lnTo>
                  <a:lnTo>
                    <a:pt x="125646" y="300286"/>
                  </a:lnTo>
                  <a:lnTo>
                    <a:pt x="128110" y="300129"/>
                  </a:lnTo>
                  <a:lnTo>
                    <a:pt x="130573" y="299973"/>
                  </a:lnTo>
                  <a:lnTo>
                    <a:pt x="133037" y="299816"/>
                  </a:lnTo>
                  <a:lnTo>
                    <a:pt x="135501" y="299659"/>
                  </a:lnTo>
                  <a:lnTo>
                    <a:pt x="137964" y="299502"/>
                  </a:lnTo>
                  <a:lnTo>
                    <a:pt x="140428" y="299345"/>
                  </a:lnTo>
                  <a:lnTo>
                    <a:pt x="142892" y="299188"/>
                  </a:lnTo>
                  <a:lnTo>
                    <a:pt x="145355" y="299033"/>
                  </a:lnTo>
                  <a:lnTo>
                    <a:pt x="147819" y="298877"/>
                  </a:lnTo>
                  <a:lnTo>
                    <a:pt x="150283" y="298722"/>
                  </a:lnTo>
                  <a:lnTo>
                    <a:pt x="152746" y="298569"/>
                  </a:lnTo>
                  <a:lnTo>
                    <a:pt x="155210" y="298416"/>
                  </a:lnTo>
                  <a:lnTo>
                    <a:pt x="157674" y="298264"/>
                  </a:lnTo>
                  <a:lnTo>
                    <a:pt x="160137" y="298113"/>
                  </a:lnTo>
                  <a:lnTo>
                    <a:pt x="162601" y="297964"/>
                  </a:lnTo>
                  <a:lnTo>
                    <a:pt x="165065" y="297816"/>
                  </a:lnTo>
                  <a:lnTo>
                    <a:pt x="167528" y="297670"/>
                  </a:lnTo>
                  <a:lnTo>
                    <a:pt x="169992" y="297525"/>
                  </a:lnTo>
                  <a:lnTo>
                    <a:pt x="172456" y="297382"/>
                  </a:lnTo>
                  <a:lnTo>
                    <a:pt x="174919" y="297241"/>
                  </a:lnTo>
                  <a:lnTo>
                    <a:pt x="177383" y="297102"/>
                  </a:lnTo>
                  <a:lnTo>
                    <a:pt x="179847" y="296964"/>
                  </a:lnTo>
                  <a:lnTo>
                    <a:pt x="182310" y="296830"/>
                  </a:lnTo>
                  <a:lnTo>
                    <a:pt x="184774" y="296697"/>
                  </a:lnTo>
                  <a:lnTo>
                    <a:pt x="187237" y="296567"/>
                  </a:lnTo>
                  <a:lnTo>
                    <a:pt x="189701" y="296440"/>
                  </a:lnTo>
                  <a:lnTo>
                    <a:pt x="192165" y="296315"/>
                  </a:lnTo>
                  <a:lnTo>
                    <a:pt x="194628" y="296192"/>
                  </a:lnTo>
                  <a:lnTo>
                    <a:pt x="197092" y="296073"/>
                  </a:lnTo>
                  <a:lnTo>
                    <a:pt x="199556" y="295957"/>
                  </a:lnTo>
                  <a:lnTo>
                    <a:pt x="202019" y="295843"/>
                  </a:lnTo>
                  <a:lnTo>
                    <a:pt x="204483" y="295732"/>
                  </a:lnTo>
                  <a:lnTo>
                    <a:pt x="206947" y="295626"/>
                  </a:lnTo>
                  <a:lnTo>
                    <a:pt x="209410" y="295522"/>
                  </a:lnTo>
                  <a:lnTo>
                    <a:pt x="211874" y="295421"/>
                  </a:lnTo>
                  <a:lnTo>
                    <a:pt x="214338" y="295324"/>
                  </a:lnTo>
                  <a:lnTo>
                    <a:pt x="216801" y="295231"/>
                  </a:lnTo>
                  <a:lnTo>
                    <a:pt x="219265" y="295140"/>
                  </a:lnTo>
                  <a:lnTo>
                    <a:pt x="221729" y="295054"/>
                  </a:lnTo>
                  <a:lnTo>
                    <a:pt x="224192" y="294972"/>
                  </a:lnTo>
                  <a:lnTo>
                    <a:pt x="226656" y="294892"/>
                  </a:lnTo>
                  <a:lnTo>
                    <a:pt x="229120" y="294817"/>
                  </a:lnTo>
                  <a:lnTo>
                    <a:pt x="231583" y="294746"/>
                  </a:lnTo>
                  <a:lnTo>
                    <a:pt x="234047" y="294678"/>
                  </a:lnTo>
                  <a:lnTo>
                    <a:pt x="236511" y="294613"/>
                  </a:lnTo>
                  <a:lnTo>
                    <a:pt x="238974" y="294553"/>
                  </a:lnTo>
                  <a:lnTo>
                    <a:pt x="241438" y="294497"/>
                  </a:lnTo>
                  <a:lnTo>
                    <a:pt x="243902" y="294443"/>
                  </a:lnTo>
                  <a:lnTo>
                    <a:pt x="246365" y="294395"/>
                  </a:lnTo>
                  <a:lnTo>
                    <a:pt x="248829" y="294350"/>
                  </a:lnTo>
                  <a:lnTo>
                    <a:pt x="251293" y="294308"/>
                  </a:lnTo>
                  <a:lnTo>
                    <a:pt x="253756" y="294270"/>
                  </a:lnTo>
                  <a:lnTo>
                    <a:pt x="256220" y="294235"/>
                  </a:lnTo>
                  <a:lnTo>
                    <a:pt x="258684" y="294204"/>
                  </a:lnTo>
                  <a:lnTo>
                    <a:pt x="261147" y="294176"/>
                  </a:lnTo>
                  <a:lnTo>
                    <a:pt x="263611" y="294151"/>
                  </a:lnTo>
                  <a:lnTo>
                    <a:pt x="266075" y="294130"/>
                  </a:lnTo>
                  <a:lnTo>
                    <a:pt x="268538" y="294110"/>
                  </a:lnTo>
                  <a:lnTo>
                    <a:pt x="271002" y="294094"/>
                  </a:lnTo>
                  <a:lnTo>
                    <a:pt x="273465" y="294081"/>
                  </a:lnTo>
                  <a:lnTo>
                    <a:pt x="275929" y="294069"/>
                  </a:lnTo>
                  <a:lnTo>
                    <a:pt x="278393" y="294060"/>
                  </a:lnTo>
                  <a:lnTo>
                    <a:pt x="280856" y="294053"/>
                  </a:lnTo>
                  <a:lnTo>
                    <a:pt x="283320" y="294047"/>
                  </a:lnTo>
                  <a:lnTo>
                    <a:pt x="285784" y="294042"/>
                  </a:lnTo>
                  <a:lnTo>
                    <a:pt x="288247" y="294039"/>
                  </a:lnTo>
                  <a:lnTo>
                    <a:pt x="290711" y="294037"/>
                  </a:lnTo>
                  <a:lnTo>
                    <a:pt x="293175" y="294034"/>
                  </a:lnTo>
                  <a:lnTo>
                    <a:pt x="295638" y="294032"/>
                  </a:lnTo>
                  <a:lnTo>
                    <a:pt x="298102" y="294030"/>
                  </a:lnTo>
                  <a:lnTo>
                    <a:pt x="300566" y="294027"/>
                  </a:lnTo>
                  <a:lnTo>
                    <a:pt x="303029" y="294023"/>
                  </a:lnTo>
                  <a:lnTo>
                    <a:pt x="305493" y="294017"/>
                  </a:lnTo>
                  <a:lnTo>
                    <a:pt x="307957" y="294010"/>
                  </a:lnTo>
                  <a:lnTo>
                    <a:pt x="310420" y="294000"/>
                  </a:lnTo>
                  <a:lnTo>
                    <a:pt x="312884" y="293987"/>
                  </a:lnTo>
                  <a:lnTo>
                    <a:pt x="315348" y="293971"/>
                  </a:lnTo>
                  <a:lnTo>
                    <a:pt x="317811" y="293951"/>
                  </a:lnTo>
                  <a:lnTo>
                    <a:pt x="320275" y="293926"/>
                  </a:lnTo>
                  <a:lnTo>
                    <a:pt x="322739" y="293897"/>
                  </a:lnTo>
                  <a:lnTo>
                    <a:pt x="325202" y="293863"/>
                  </a:lnTo>
                  <a:lnTo>
                    <a:pt x="327666" y="293820"/>
                  </a:lnTo>
                  <a:lnTo>
                    <a:pt x="330130" y="293773"/>
                  </a:lnTo>
                  <a:lnTo>
                    <a:pt x="332593" y="293719"/>
                  </a:lnTo>
                  <a:lnTo>
                    <a:pt x="335057" y="293653"/>
                  </a:lnTo>
                  <a:lnTo>
                    <a:pt x="337521" y="293581"/>
                  </a:lnTo>
                  <a:lnTo>
                    <a:pt x="339984" y="293501"/>
                  </a:lnTo>
                  <a:lnTo>
                    <a:pt x="342448" y="293408"/>
                  </a:lnTo>
                  <a:lnTo>
                    <a:pt x="344912" y="293304"/>
                  </a:lnTo>
                  <a:lnTo>
                    <a:pt x="347375" y="293191"/>
                  </a:lnTo>
                  <a:lnTo>
                    <a:pt x="349839" y="293065"/>
                  </a:lnTo>
                  <a:lnTo>
                    <a:pt x="352303" y="292924"/>
                  </a:lnTo>
                  <a:lnTo>
                    <a:pt x="354766" y="292772"/>
                  </a:lnTo>
                  <a:lnTo>
                    <a:pt x="357230" y="292606"/>
                  </a:lnTo>
                  <a:lnTo>
                    <a:pt x="359694" y="292421"/>
                  </a:lnTo>
                  <a:lnTo>
                    <a:pt x="362157" y="292222"/>
                  </a:lnTo>
                  <a:lnTo>
                    <a:pt x="364621" y="292011"/>
                  </a:lnTo>
                  <a:lnTo>
                    <a:pt x="367084" y="291774"/>
                  </a:lnTo>
                  <a:lnTo>
                    <a:pt x="369548" y="291523"/>
                  </a:lnTo>
                  <a:lnTo>
                    <a:pt x="372012" y="291256"/>
                  </a:lnTo>
                  <a:lnTo>
                    <a:pt x="374475" y="290965"/>
                  </a:lnTo>
                  <a:lnTo>
                    <a:pt x="376939" y="290654"/>
                  </a:lnTo>
                  <a:lnTo>
                    <a:pt x="379403" y="290326"/>
                  </a:lnTo>
                  <a:lnTo>
                    <a:pt x="381866" y="289975"/>
                  </a:lnTo>
                  <a:lnTo>
                    <a:pt x="384330" y="289598"/>
                  </a:lnTo>
                  <a:lnTo>
                    <a:pt x="386794" y="289204"/>
                  </a:lnTo>
                  <a:lnTo>
                    <a:pt x="389257" y="288787"/>
                  </a:lnTo>
                  <a:lnTo>
                    <a:pt x="391721" y="288339"/>
                  </a:lnTo>
                  <a:lnTo>
                    <a:pt x="394185" y="287872"/>
                  </a:lnTo>
                  <a:lnTo>
                    <a:pt x="396648" y="287385"/>
                  </a:lnTo>
                  <a:lnTo>
                    <a:pt x="399112" y="286863"/>
                  </a:lnTo>
                  <a:lnTo>
                    <a:pt x="401576" y="286320"/>
                  </a:lnTo>
                  <a:lnTo>
                    <a:pt x="404039" y="285755"/>
                  </a:lnTo>
                  <a:lnTo>
                    <a:pt x="406503" y="285159"/>
                  </a:lnTo>
                  <a:lnTo>
                    <a:pt x="408967" y="284537"/>
                  </a:lnTo>
                  <a:lnTo>
                    <a:pt x="411430" y="283893"/>
                  </a:lnTo>
                  <a:lnTo>
                    <a:pt x="413894" y="283221"/>
                  </a:lnTo>
                  <a:lnTo>
                    <a:pt x="416358" y="282519"/>
                  </a:lnTo>
                  <a:lnTo>
                    <a:pt x="418821" y="281795"/>
                  </a:lnTo>
                  <a:lnTo>
                    <a:pt x="421285" y="281048"/>
                  </a:lnTo>
                  <a:lnTo>
                    <a:pt x="423749" y="280266"/>
                  </a:lnTo>
                  <a:lnTo>
                    <a:pt x="426212" y="279464"/>
                  </a:lnTo>
                  <a:lnTo>
                    <a:pt x="428676" y="278642"/>
                  </a:lnTo>
                  <a:lnTo>
                    <a:pt x="431140" y="277785"/>
                  </a:lnTo>
                  <a:lnTo>
                    <a:pt x="433603" y="276908"/>
                  </a:lnTo>
                  <a:lnTo>
                    <a:pt x="436067" y="276012"/>
                  </a:lnTo>
                  <a:lnTo>
                    <a:pt x="438531" y="275087"/>
                  </a:lnTo>
                  <a:lnTo>
                    <a:pt x="440994" y="274141"/>
                  </a:lnTo>
                  <a:lnTo>
                    <a:pt x="443458" y="273177"/>
                  </a:lnTo>
                  <a:lnTo>
                    <a:pt x="445922" y="272191"/>
                  </a:lnTo>
                  <a:lnTo>
                    <a:pt x="448385" y="271183"/>
                  </a:lnTo>
                  <a:lnTo>
                    <a:pt x="450849" y="270160"/>
                  </a:lnTo>
                  <a:lnTo>
                    <a:pt x="453312" y="269121"/>
                  </a:lnTo>
                  <a:lnTo>
                    <a:pt x="455776" y="268061"/>
                  </a:lnTo>
                  <a:lnTo>
                    <a:pt x="458240" y="266989"/>
                  </a:lnTo>
                  <a:lnTo>
                    <a:pt x="460703" y="265907"/>
                  </a:lnTo>
                  <a:lnTo>
                    <a:pt x="463167" y="264808"/>
                  </a:lnTo>
                  <a:lnTo>
                    <a:pt x="465631" y="263701"/>
                  </a:lnTo>
                  <a:lnTo>
                    <a:pt x="468094" y="262586"/>
                  </a:lnTo>
                  <a:lnTo>
                    <a:pt x="470558" y="261463"/>
                  </a:lnTo>
                  <a:lnTo>
                    <a:pt x="473022" y="260334"/>
                  </a:lnTo>
                  <a:lnTo>
                    <a:pt x="475485" y="259202"/>
                  </a:lnTo>
                  <a:lnTo>
                    <a:pt x="477949" y="258068"/>
                  </a:lnTo>
                  <a:lnTo>
                    <a:pt x="480413" y="256933"/>
                  </a:lnTo>
                  <a:lnTo>
                    <a:pt x="482876" y="255800"/>
                  </a:lnTo>
                  <a:lnTo>
                    <a:pt x="485340" y="254669"/>
                  </a:lnTo>
                  <a:lnTo>
                    <a:pt x="487804" y="253545"/>
                  </a:lnTo>
                  <a:lnTo>
                    <a:pt x="490267" y="252428"/>
                  </a:lnTo>
                  <a:lnTo>
                    <a:pt x="492731" y="251317"/>
                  </a:lnTo>
                  <a:lnTo>
                    <a:pt x="495195" y="250220"/>
                  </a:lnTo>
                  <a:lnTo>
                    <a:pt x="497658" y="249135"/>
                  </a:lnTo>
                  <a:lnTo>
                    <a:pt x="500122" y="248062"/>
                  </a:lnTo>
                  <a:lnTo>
                    <a:pt x="502586" y="247007"/>
                  </a:lnTo>
                  <a:lnTo>
                    <a:pt x="505049" y="245972"/>
                  </a:lnTo>
                  <a:lnTo>
                    <a:pt x="507513" y="244953"/>
                  </a:lnTo>
                  <a:lnTo>
                    <a:pt x="509977" y="243956"/>
                  </a:lnTo>
                  <a:lnTo>
                    <a:pt x="512440" y="242987"/>
                  </a:lnTo>
                  <a:lnTo>
                    <a:pt x="514904" y="242038"/>
                  </a:lnTo>
                  <a:lnTo>
                    <a:pt x="517368" y="241111"/>
                  </a:lnTo>
                  <a:lnTo>
                    <a:pt x="519831" y="240222"/>
                  </a:lnTo>
                  <a:lnTo>
                    <a:pt x="522295" y="239358"/>
                  </a:lnTo>
                  <a:lnTo>
                    <a:pt x="524759" y="238517"/>
                  </a:lnTo>
                  <a:lnTo>
                    <a:pt x="527222" y="237719"/>
                  </a:lnTo>
                  <a:lnTo>
                    <a:pt x="529686" y="236951"/>
                  </a:lnTo>
                  <a:lnTo>
                    <a:pt x="532150" y="236210"/>
                  </a:lnTo>
                  <a:lnTo>
                    <a:pt x="534613" y="235510"/>
                  </a:lnTo>
                  <a:lnTo>
                    <a:pt x="537077" y="234848"/>
                  </a:lnTo>
                  <a:lnTo>
                    <a:pt x="539541" y="234216"/>
                  </a:lnTo>
                  <a:lnTo>
                    <a:pt x="542004" y="233621"/>
                  </a:lnTo>
                  <a:lnTo>
                    <a:pt x="544468" y="233072"/>
                  </a:lnTo>
                  <a:lnTo>
                    <a:pt x="546931" y="232554"/>
                  </a:lnTo>
                  <a:lnTo>
                    <a:pt x="549395" y="232068"/>
                  </a:lnTo>
                  <a:lnTo>
                    <a:pt x="551859" y="231636"/>
                  </a:lnTo>
                  <a:lnTo>
                    <a:pt x="554322" y="231235"/>
                  </a:lnTo>
                  <a:lnTo>
                    <a:pt x="556786" y="230864"/>
                  </a:lnTo>
                  <a:lnTo>
                    <a:pt x="559250" y="230544"/>
                  </a:lnTo>
                  <a:lnTo>
                    <a:pt x="561713" y="230259"/>
                  </a:lnTo>
                  <a:lnTo>
                    <a:pt x="564177" y="230003"/>
                  </a:lnTo>
                  <a:lnTo>
                    <a:pt x="566641" y="229790"/>
                  </a:lnTo>
                  <a:lnTo>
                    <a:pt x="569104" y="229617"/>
                  </a:lnTo>
                  <a:lnTo>
                    <a:pt x="571568" y="229471"/>
                  </a:lnTo>
                  <a:lnTo>
                    <a:pt x="574032" y="229360"/>
                  </a:lnTo>
                  <a:lnTo>
                    <a:pt x="576495" y="229290"/>
                  </a:lnTo>
                  <a:lnTo>
                    <a:pt x="578959" y="229245"/>
                  </a:lnTo>
                  <a:lnTo>
                    <a:pt x="581423" y="229226"/>
                  </a:lnTo>
                  <a:lnTo>
                    <a:pt x="583886" y="229249"/>
                  </a:lnTo>
                  <a:lnTo>
                    <a:pt x="586350" y="229294"/>
                  </a:lnTo>
                  <a:lnTo>
                    <a:pt x="588814" y="229360"/>
                  </a:lnTo>
                  <a:lnTo>
                    <a:pt x="591277" y="229459"/>
                  </a:lnTo>
                  <a:lnTo>
                    <a:pt x="593741" y="229578"/>
                  </a:lnTo>
                  <a:lnTo>
                    <a:pt x="596205" y="229715"/>
                  </a:lnTo>
                  <a:lnTo>
                    <a:pt x="598668" y="229874"/>
                  </a:lnTo>
                  <a:lnTo>
                    <a:pt x="601132" y="230051"/>
                  </a:lnTo>
                  <a:lnTo>
                    <a:pt x="603596" y="230240"/>
                  </a:lnTo>
                  <a:lnTo>
                    <a:pt x="606059" y="230443"/>
                  </a:lnTo>
                  <a:lnTo>
                    <a:pt x="608523" y="230659"/>
                  </a:lnTo>
                  <a:lnTo>
                    <a:pt x="610987" y="230882"/>
                  </a:lnTo>
                  <a:lnTo>
                    <a:pt x="613450" y="231111"/>
                  </a:lnTo>
                  <a:lnTo>
                    <a:pt x="615914" y="231347"/>
                  </a:lnTo>
                  <a:lnTo>
                    <a:pt x="618378" y="231583"/>
                  </a:lnTo>
                  <a:lnTo>
                    <a:pt x="620841" y="231820"/>
                  </a:lnTo>
                  <a:lnTo>
                    <a:pt x="623305" y="232053"/>
                  </a:lnTo>
                  <a:lnTo>
                    <a:pt x="625769" y="232282"/>
                  </a:lnTo>
                  <a:lnTo>
                    <a:pt x="628232" y="232505"/>
                  </a:lnTo>
                  <a:lnTo>
                    <a:pt x="630696" y="232718"/>
                  </a:lnTo>
                  <a:lnTo>
                    <a:pt x="633159" y="232918"/>
                  </a:lnTo>
                  <a:lnTo>
                    <a:pt x="635623" y="233106"/>
                  </a:lnTo>
                  <a:lnTo>
                    <a:pt x="638087" y="233280"/>
                  </a:lnTo>
                  <a:lnTo>
                    <a:pt x="640550" y="233431"/>
                  </a:lnTo>
                  <a:lnTo>
                    <a:pt x="643014" y="233564"/>
                  </a:lnTo>
                  <a:lnTo>
                    <a:pt x="645478" y="233681"/>
                  </a:lnTo>
                  <a:lnTo>
                    <a:pt x="647941" y="233762"/>
                  </a:lnTo>
                  <a:lnTo>
                    <a:pt x="650405" y="233821"/>
                  </a:lnTo>
                  <a:lnTo>
                    <a:pt x="652869" y="233858"/>
                  </a:lnTo>
                  <a:lnTo>
                    <a:pt x="655332" y="233857"/>
                  </a:lnTo>
                  <a:lnTo>
                    <a:pt x="657796" y="233824"/>
                  </a:lnTo>
                  <a:lnTo>
                    <a:pt x="660260" y="233764"/>
                  </a:lnTo>
                  <a:lnTo>
                    <a:pt x="662723" y="233665"/>
                  </a:lnTo>
                  <a:lnTo>
                    <a:pt x="665187" y="233524"/>
                  </a:lnTo>
                  <a:lnTo>
                    <a:pt x="667651" y="233352"/>
                  </a:lnTo>
                  <a:lnTo>
                    <a:pt x="670114" y="233142"/>
                  </a:lnTo>
                  <a:lnTo>
                    <a:pt x="672578" y="232878"/>
                  </a:lnTo>
                  <a:lnTo>
                    <a:pt x="675042" y="232579"/>
                  </a:lnTo>
                  <a:lnTo>
                    <a:pt x="677505" y="232245"/>
                  </a:lnTo>
                  <a:lnTo>
                    <a:pt x="679969" y="231848"/>
                  </a:lnTo>
                  <a:lnTo>
                    <a:pt x="682433" y="231411"/>
                  </a:lnTo>
                  <a:lnTo>
                    <a:pt x="684896" y="230937"/>
                  </a:lnTo>
                  <a:lnTo>
                    <a:pt x="687360" y="230403"/>
                  </a:lnTo>
                  <a:lnTo>
                    <a:pt x="689824" y="229819"/>
                  </a:lnTo>
                  <a:lnTo>
                    <a:pt x="692287" y="229196"/>
                  </a:lnTo>
                  <a:lnTo>
                    <a:pt x="694751" y="228518"/>
                  </a:lnTo>
                  <a:lnTo>
                    <a:pt x="697215" y="227781"/>
                  </a:lnTo>
                  <a:lnTo>
                    <a:pt x="699678" y="227001"/>
                  </a:lnTo>
                  <a:lnTo>
                    <a:pt x="702142" y="226174"/>
                  </a:lnTo>
                  <a:lnTo>
                    <a:pt x="704606" y="225277"/>
                  </a:lnTo>
                  <a:lnTo>
                    <a:pt x="707069" y="224338"/>
                  </a:lnTo>
                  <a:lnTo>
                    <a:pt x="709533" y="223356"/>
                  </a:lnTo>
                  <a:lnTo>
                    <a:pt x="711997" y="222298"/>
                  </a:lnTo>
                  <a:lnTo>
                    <a:pt x="714460" y="221196"/>
                  </a:lnTo>
                  <a:lnTo>
                    <a:pt x="716924" y="220049"/>
                  </a:lnTo>
                  <a:lnTo>
                    <a:pt x="719388" y="218837"/>
                  </a:lnTo>
                  <a:lnTo>
                    <a:pt x="721851" y="217569"/>
                  </a:lnTo>
                  <a:lnTo>
                    <a:pt x="724315" y="216258"/>
                  </a:lnTo>
                  <a:lnTo>
                    <a:pt x="726778" y="214890"/>
                  </a:lnTo>
                  <a:lnTo>
                    <a:pt x="729242" y="213458"/>
                  </a:lnTo>
                  <a:lnTo>
                    <a:pt x="731706" y="211982"/>
                  </a:lnTo>
                  <a:lnTo>
                    <a:pt x="734169" y="210458"/>
                  </a:lnTo>
                  <a:lnTo>
                    <a:pt x="736633" y="208862"/>
                  </a:lnTo>
                  <a:lnTo>
                    <a:pt x="739097" y="207223"/>
                  </a:lnTo>
                  <a:lnTo>
                    <a:pt x="741560" y="205542"/>
                  </a:lnTo>
                  <a:lnTo>
                    <a:pt x="744024" y="203787"/>
                  </a:lnTo>
                  <a:lnTo>
                    <a:pt x="746488" y="201987"/>
                  </a:lnTo>
                  <a:lnTo>
                    <a:pt x="748951" y="200144"/>
                  </a:lnTo>
                  <a:lnTo>
                    <a:pt x="751415" y="198239"/>
                  </a:lnTo>
                  <a:lnTo>
                    <a:pt x="753879" y="196279"/>
                  </a:lnTo>
                  <a:lnTo>
                    <a:pt x="756342" y="194279"/>
                  </a:lnTo>
                  <a:lnTo>
                    <a:pt x="758806" y="192225"/>
                  </a:lnTo>
                  <a:lnTo>
                    <a:pt x="761270" y="190109"/>
                  </a:lnTo>
                  <a:lnTo>
                    <a:pt x="763733" y="187954"/>
                  </a:lnTo>
                  <a:lnTo>
                    <a:pt x="766197" y="185754"/>
                  </a:lnTo>
                  <a:lnTo>
                    <a:pt x="768661" y="183486"/>
                  </a:lnTo>
                  <a:lnTo>
                    <a:pt x="771124" y="181179"/>
                  </a:lnTo>
                  <a:lnTo>
                    <a:pt x="773588" y="178833"/>
                  </a:lnTo>
                  <a:lnTo>
                    <a:pt x="776052" y="176421"/>
                  </a:lnTo>
                  <a:lnTo>
                    <a:pt x="778515" y="173966"/>
                  </a:lnTo>
                  <a:lnTo>
                    <a:pt x="780979" y="171474"/>
                  </a:lnTo>
                  <a:lnTo>
                    <a:pt x="783443" y="168925"/>
                  </a:lnTo>
                  <a:lnTo>
                    <a:pt x="785906" y="166329"/>
                  </a:lnTo>
                  <a:lnTo>
                    <a:pt x="788370" y="163696"/>
                  </a:lnTo>
                  <a:lnTo>
                    <a:pt x="790834" y="161016"/>
                  </a:lnTo>
                  <a:lnTo>
                    <a:pt x="793297" y="158283"/>
                  </a:lnTo>
                  <a:lnTo>
                    <a:pt x="795761" y="155516"/>
                  </a:lnTo>
                  <a:lnTo>
                    <a:pt x="798225" y="152712"/>
                  </a:lnTo>
                  <a:lnTo>
                    <a:pt x="800688" y="149851"/>
                  </a:lnTo>
                  <a:lnTo>
                    <a:pt x="803152" y="146957"/>
                  </a:lnTo>
                  <a:lnTo>
                    <a:pt x="805616" y="144032"/>
                  </a:lnTo>
                  <a:lnTo>
                    <a:pt x="808079" y="141056"/>
                  </a:lnTo>
                  <a:lnTo>
                    <a:pt x="810543" y="138048"/>
                  </a:lnTo>
                  <a:lnTo>
                    <a:pt x="813006" y="135011"/>
                  </a:lnTo>
                  <a:lnTo>
                    <a:pt x="815470" y="131933"/>
                  </a:lnTo>
                  <a:lnTo>
                    <a:pt x="817934" y="128822"/>
                  </a:lnTo>
                  <a:lnTo>
                    <a:pt x="820397" y="125686"/>
                  </a:lnTo>
                  <a:lnTo>
                    <a:pt x="822861" y="122521"/>
                  </a:lnTo>
                  <a:lnTo>
                    <a:pt x="825325" y="119324"/>
                  </a:lnTo>
                  <a:lnTo>
                    <a:pt x="827788" y="116107"/>
                  </a:lnTo>
                  <a:lnTo>
                    <a:pt x="830252" y="112870"/>
                  </a:lnTo>
                  <a:lnTo>
                    <a:pt x="832716" y="109606"/>
                  </a:lnTo>
                  <a:lnTo>
                    <a:pt x="835179" y="106328"/>
                  </a:lnTo>
                  <a:lnTo>
                    <a:pt x="837643" y="103038"/>
                  </a:lnTo>
                  <a:lnTo>
                    <a:pt x="840107" y="99731"/>
                  </a:lnTo>
                  <a:lnTo>
                    <a:pt x="842570" y="96417"/>
                  </a:lnTo>
                  <a:lnTo>
                    <a:pt x="845034" y="93097"/>
                  </a:lnTo>
                  <a:lnTo>
                    <a:pt x="847498" y="89773"/>
                  </a:lnTo>
                  <a:lnTo>
                    <a:pt x="849961" y="86451"/>
                  </a:lnTo>
                  <a:lnTo>
                    <a:pt x="852425" y="83131"/>
                  </a:lnTo>
                  <a:lnTo>
                    <a:pt x="854889" y="79818"/>
                  </a:lnTo>
                  <a:lnTo>
                    <a:pt x="857352" y="76519"/>
                  </a:lnTo>
                  <a:lnTo>
                    <a:pt x="859816" y="73232"/>
                  </a:lnTo>
                  <a:lnTo>
                    <a:pt x="862280" y="69960"/>
                  </a:lnTo>
                  <a:lnTo>
                    <a:pt x="864743" y="66719"/>
                  </a:lnTo>
                  <a:lnTo>
                    <a:pt x="867207" y="63501"/>
                  </a:lnTo>
                  <a:lnTo>
                    <a:pt x="869671" y="60307"/>
                  </a:lnTo>
                  <a:lnTo>
                    <a:pt x="872134" y="57159"/>
                  </a:lnTo>
                  <a:lnTo>
                    <a:pt x="874598" y="54049"/>
                  </a:lnTo>
                  <a:lnTo>
                    <a:pt x="877062" y="50974"/>
                  </a:lnTo>
                  <a:lnTo>
                    <a:pt x="879525" y="47952"/>
                  </a:lnTo>
                  <a:lnTo>
                    <a:pt x="881989" y="44991"/>
                  </a:lnTo>
                  <a:lnTo>
                    <a:pt x="884453" y="42075"/>
                  </a:lnTo>
                  <a:lnTo>
                    <a:pt x="886916" y="39219"/>
                  </a:lnTo>
                  <a:lnTo>
                    <a:pt x="889380" y="36447"/>
                  </a:lnTo>
                  <a:lnTo>
                    <a:pt x="891844" y="33733"/>
                  </a:lnTo>
                  <a:lnTo>
                    <a:pt x="894307" y="31079"/>
                  </a:lnTo>
                  <a:lnTo>
                    <a:pt x="896771" y="28539"/>
                  </a:lnTo>
                  <a:lnTo>
                    <a:pt x="899235" y="26068"/>
                  </a:lnTo>
                  <a:lnTo>
                    <a:pt x="901698" y="23668"/>
                  </a:lnTo>
                  <a:lnTo>
                    <a:pt x="904162" y="21386"/>
                  </a:lnTo>
                  <a:lnTo>
                    <a:pt x="906625" y="19198"/>
                  </a:lnTo>
                  <a:lnTo>
                    <a:pt x="909089" y="17091"/>
                  </a:lnTo>
                  <a:lnTo>
                    <a:pt x="911553" y="15101"/>
                  </a:lnTo>
                  <a:lnTo>
                    <a:pt x="914016" y="13234"/>
                  </a:lnTo>
                  <a:lnTo>
                    <a:pt x="916480" y="11457"/>
                  </a:lnTo>
                  <a:lnTo>
                    <a:pt x="918944" y="9790"/>
                  </a:lnTo>
                  <a:lnTo>
                    <a:pt x="921407" y="8276"/>
                  </a:lnTo>
                  <a:lnTo>
                    <a:pt x="923871" y="6862"/>
                  </a:lnTo>
                  <a:lnTo>
                    <a:pt x="926335" y="5547"/>
                  </a:lnTo>
                  <a:lnTo>
                    <a:pt x="928798" y="4415"/>
                  </a:lnTo>
                  <a:lnTo>
                    <a:pt x="931262" y="3390"/>
                  </a:lnTo>
                  <a:lnTo>
                    <a:pt x="933726" y="2472"/>
                  </a:lnTo>
                  <a:lnTo>
                    <a:pt x="936189" y="1724"/>
                  </a:lnTo>
                  <a:lnTo>
                    <a:pt x="938653" y="1111"/>
                  </a:lnTo>
                  <a:lnTo>
                    <a:pt x="941117" y="608"/>
                  </a:lnTo>
                  <a:lnTo>
                    <a:pt x="943580" y="260"/>
                  </a:lnTo>
                  <a:lnTo>
                    <a:pt x="946044" y="73"/>
                  </a:lnTo>
                  <a:lnTo>
                    <a:pt x="948508" y="0"/>
                  </a:lnTo>
                  <a:lnTo>
                    <a:pt x="950971" y="60"/>
                  </a:lnTo>
                  <a:lnTo>
                    <a:pt x="953435" y="307"/>
                  </a:lnTo>
                  <a:lnTo>
                    <a:pt x="955899" y="668"/>
                  </a:lnTo>
                  <a:lnTo>
                    <a:pt x="958362" y="1145"/>
                  </a:lnTo>
                  <a:lnTo>
                    <a:pt x="960826" y="1823"/>
                  </a:lnTo>
                  <a:lnTo>
                    <a:pt x="963290" y="2618"/>
                  </a:lnTo>
                  <a:lnTo>
                    <a:pt x="965753" y="3526"/>
                  </a:lnTo>
                  <a:lnTo>
                    <a:pt x="968217" y="4610"/>
                  </a:lnTo>
                  <a:lnTo>
                    <a:pt x="970681" y="5830"/>
                  </a:lnTo>
                  <a:lnTo>
                    <a:pt x="973144" y="7160"/>
                  </a:lnTo>
                  <a:lnTo>
                    <a:pt x="975608" y="8637"/>
                  </a:lnTo>
                  <a:lnTo>
                    <a:pt x="978072" y="10266"/>
                  </a:lnTo>
                  <a:lnTo>
                    <a:pt x="980535" y="12001"/>
                  </a:lnTo>
                  <a:lnTo>
                    <a:pt x="982999" y="13854"/>
                  </a:lnTo>
                  <a:lnTo>
                    <a:pt x="985463" y="15871"/>
                  </a:lnTo>
                  <a:lnTo>
                    <a:pt x="987926" y="17986"/>
                  </a:lnTo>
                  <a:lnTo>
                    <a:pt x="990390" y="20198"/>
                  </a:lnTo>
                  <a:lnTo>
                    <a:pt x="992853" y="22571"/>
                  </a:lnTo>
                  <a:lnTo>
                    <a:pt x="995317" y="25038"/>
                  </a:lnTo>
                  <a:lnTo>
                    <a:pt x="997781" y="27593"/>
                  </a:lnTo>
                  <a:lnTo>
                    <a:pt x="1000244" y="30278"/>
                  </a:lnTo>
                  <a:lnTo>
                    <a:pt x="1002708" y="33064"/>
                  </a:lnTo>
                  <a:lnTo>
                    <a:pt x="1005172" y="35928"/>
                  </a:lnTo>
                  <a:lnTo>
                    <a:pt x="1007635" y="38892"/>
                  </a:lnTo>
                  <a:lnTo>
                    <a:pt x="1010099" y="41960"/>
                  </a:lnTo>
                  <a:lnTo>
                    <a:pt x="1012563" y="45095"/>
                  </a:lnTo>
                  <a:lnTo>
                    <a:pt x="1015026" y="48304"/>
                  </a:lnTo>
                  <a:lnTo>
                    <a:pt x="1017490" y="51615"/>
                  </a:lnTo>
                  <a:lnTo>
                    <a:pt x="1019954" y="54981"/>
                  </a:lnTo>
                  <a:lnTo>
                    <a:pt x="1022417" y="58403"/>
                  </a:lnTo>
                  <a:lnTo>
                    <a:pt x="1024881" y="61912"/>
                  </a:lnTo>
                  <a:lnTo>
                    <a:pt x="1027345" y="65469"/>
                  </a:lnTo>
                  <a:lnTo>
                    <a:pt x="1029808" y="69069"/>
                  </a:lnTo>
                  <a:lnTo>
                    <a:pt x="1032272" y="72731"/>
                  </a:lnTo>
                  <a:lnTo>
                    <a:pt x="1034736" y="76438"/>
                  </a:lnTo>
                  <a:lnTo>
                    <a:pt x="1037199" y="80176"/>
                  </a:lnTo>
                  <a:lnTo>
                    <a:pt x="1039663" y="83955"/>
                  </a:lnTo>
                  <a:lnTo>
                    <a:pt x="1042127" y="87770"/>
                  </a:lnTo>
                  <a:lnTo>
                    <a:pt x="1044590" y="91607"/>
                  </a:lnTo>
                  <a:lnTo>
                    <a:pt x="1047054" y="95466"/>
                  </a:lnTo>
                  <a:lnTo>
                    <a:pt x="1049518" y="99351"/>
                  </a:lnTo>
                  <a:lnTo>
                    <a:pt x="1051981" y="103247"/>
                  </a:lnTo>
                  <a:lnTo>
                    <a:pt x="1054445" y="107154"/>
                  </a:lnTo>
                  <a:lnTo>
                    <a:pt x="1056909" y="111071"/>
                  </a:lnTo>
                  <a:lnTo>
                    <a:pt x="1059372" y="114990"/>
                  </a:lnTo>
                  <a:lnTo>
                    <a:pt x="1061836" y="118911"/>
                  </a:lnTo>
                  <a:lnTo>
                    <a:pt x="1064300" y="122828"/>
                  </a:lnTo>
                  <a:lnTo>
                    <a:pt x="1066763" y="126737"/>
                  </a:lnTo>
                  <a:lnTo>
                    <a:pt x="1069227" y="130638"/>
                  </a:lnTo>
                  <a:lnTo>
                    <a:pt x="1071691" y="134527"/>
                  </a:lnTo>
                  <a:lnTo>
                    <a:pt x="1074154" y="138395"/>
                  </a:lnTo>
                  <a:lnTo>
                    <a:pt x="1076618" y="142248"/>
                  </a:lnTo>
                  <a:lnTo>
                    <a:pt x="1079082" y="146082"/>
                  </a:lnTo>
                  <a:lnTo>
                    <a:pt x="1081545" y="149883"/>
                  </a:lnTo>
                  <a:lnTo>
                    <a:pt x="1084009" y="153660"/>
                  </a:lnTo>
                  <a:lnTo>
                    <a:pt x="1086472" y="157415"/>
                  </a:lnTo>
                  <a:lnTo>
                    <a:pt x="1088936" y="161126"/>
                  </a:lnTo>
                  <a:lnTo>
                    <a:pt x="1091400" y="164806"/>
                  </a:lnTo>
                  <a:lnTo>
                    <a:pt x="1093863" y="168456"/>
                  </a:lnTo>
                  <a:lnTo>
                    <a:pt x="1096327" y="172061"/>
                  </a:lnTo>
                  <a:lnTo>
                    <a:pt x="1098791" y="175623"/>
                  </a:lnTo>
                  <a:lnTo>
                    <a:pt x="1101254" y="179150"/>
                  </a:lnTo>
                  <a:lnTo>
                    <a:pt x="1103718" y="182634"/>
                  </a:lnTo>
                  <a:lnTo>
                    <a:pt x="1106182" y="186061"/>
                  </a:lnTo>
                  <a:lnTo>
                    <a:pt x="1108645" y="189449"/>
                  </a:lnTo>
                  <a:lnTo>
                    <a:pt x="1111109" y="192797"/>
                  </a:lnTo>
                  <a:lnTo>
                    <a:pt x="1113573" y="196076"/>
                  </a:lnTo>
                  <a:lnTo>
                    <a:pt x="1116036" y="199313"/>
                  </a:lnTo>
                  <a:lnTo>
                    <a:pt x="1118500" y="202509"/>
                  </a:lnTo>
                  <a:lnTo>
                    <a:pt x="1120964" y="205634"/>
                  </a:lnTo>
                  <a:lnTo>
                    <a:pt x="1123427" y="208709"/>
                  </a:lnTo>
                  <a:lnTo>
                    <a:pt x="1125891" y="211741"/>
                  </a:lnTo>
                  <a:lnTo>
                    <a:pt x="1128355" y="214708"/>
                  </a:lnTo>
                  <a:lnTo>
                    <a:pt x="1130818" y="217614"/>
                  </a:lnTo>
                  <a:lnTo>
                    <a:pt x="1133282" y="220475"/>
                  </a:lnTo>
                  <a:lnTo>
                    <a:pt x="1135746" y="223279"/>
                  </a:lnTo>
                  <a:lnTo>
                    <a:pt x="1138209" y="226010"/>
                  </a:lnTo>
                  <a:lnTo>
                    <a:pt x="1140673" y="228696"/>
                  </a:lnTo>
                  <a:lnTo>
                    <a:pt x="1143137" y="231333"/>
                  </a:lnTo>
                  <a:lnTo>
                    <a:pt x="1145600" y="233888"/>
                  </a:lnTo>
                  <a:lnTo>
                    <a:pt x="1148064" y="236395"/>
                  </a:lnTo>
                  <a:lnTo>
                    <a:pt x="1150528" y="238856"/>
                  </a:lnTo>
                  <a:lnTo>
                    <a:pt x="1152991" y="241241"/>
                  </a:lnTo>
                  <a:lnTo>
                    <a:pt x="1155455" y="243571"/>
                  </a:lnTo>
                  <a:lnTo>
                    <a:pt x="1157919" y="245855"/>
                  </a:lnTo>
                  <a:lnTo>
                    <a:pt x="1160382" y="248072"/>
                  </a:lnTo>
                  <a:lnTo>
                    <a:pt x="1162846" y="250226"/>
                  </a:lnTo>
                  <a:lnTo>
                    <a:pt x="1165310" y="252335"/>
                  </a:lnTo>
                  <a:lnTo>
                    <a:pt x="1167773" y="254387"/>
                  </a:lnTo>
                  <a:lnTo>
                    <a:pt x="1170237" y="256369"/>
                  </a:lnTo>
                  <a:lnTo>
                    <a:pt x="1172701" y="258306"/>
                  </a:lnTo>
                  <a:lnTo>
                    <a:pt x="1175164" y="260197"/>
                  </a:lnTo>
                  <a:lnTo>
                    <a:pt x="1177628" y="262011"/>
                  </a:lnTo>
                  <a:lnTo>
                    <a:pt x="1180091" y="263781"/>
                  </a:lnTo>
                  <a:lnTo>
                    <a:pt x="1182555" y="265509"/>
                  </a:lnTo>
                  <a:lnTo>
                    <a:pt x="1185019" y="267169"/>
                  </a:lnTo>
                  <a:lnTo>
                    <a:pt x="1187482" y="268779"/>
                  </a:lnTo>
                  <a:lnTo>
                    <a:pt x="1189946" y="270348"/>
                  </a:lnTo>
                  <a:lnTo>
                    <a:pt x="1192410" y="271861"/>
                  </a:lnTo>
                  <a:lnTo>
                    <a:pt x="1194873" y="273319"/>
                  </a:lnTo>
                  <a:lnTo>
                    <a:pt x="1197337" y="274738"/>
                  </a:lnTo>
                  <a:lnTo>
                    <a:pt x="1199801" y="276111"/>
                  </a:lnTo>
                  <a:lnTo>
                    <a:pt x="1202264" y="277424"/>
                  </a:lnTo>
                  <a:lnTo>
                    <a:pt x="1204728" y="278701"/>
                  </a:lnTo>
                  <a:lnTo>
                    <a:pt x="1207192" y="279942"/>
                  </a:lnTo>
                  <a:lnTo>
                    <a:pt x="1209655" y="281120"/>
                  </a:lnTo>
                  <a:lnTo>
                    <a:pt x="1212119" y="282263"/>
                  </a:lnTo>
                  <a:lnTo>
                    <a:pt x="1214583" y="283373"/>
                  </a:lnTo>
                  <a:lnTo>
                    <a:pt x="1217046" y="284431"/>
                  </a:lnTo>
                  <a:lnTo>
                    <a:pt x="1219510" y="285450"/>
                  </a:lnTo>
                  <a:lnTo>
                    <a:pt x="1221974" y="286438"/>
                  </a:lnTo>
                  <a:lnTo>
                    <a:pt x="1224437" y="287384"/>
                  </a:lnTo>
                  <a:lnTo>
                    <a:pt x="1226901" y="288289"/>
                  </a:lnTo>
                  <a:lnTo>
                    <a:pt x="1229365" y="289164"/>
                  </a:lnTo>
                  <a:lnTo>
                    <a:pt x="1231828" y="290007"/>
                  </a:lnTo>
                  <a:lnTo>
                    <a:pt x="1234292" y="290806"/>
                  </a:lnTo>
                  <a:lnTo>
                    <a:pt x="1236756" y="291579"/>
                  </a:lnTo>
                  <a:lnTo>
                    <a:pt x="1239219" y="292325"/>
                  </a:lnTo>
                  <a:lnTo>
                    <a:pt x="1241683" y="293028"/>
                  </a:lnTo>
                  <a:lnTo>
                    <a:pt x="1244147" y="293707"/>
                  </a:lnTo>
                  <a:lnTo>
                    <a:pt x="1246610" y="294362"/>
                  </a:lnTo>
                  <a:lnTo>
                    <a:pt x="1249074" y="294981"/>
                  </a:lnTo>
                  <a:lnTo>
                    <a:pt x="1251538" y="295574"/>
                  </a:lnTo>
                  <a:lnTo>
                    <a:pt x="1254001" y="296146"/>
                  </a:lnTo>
                  <a:lnTo>
                    <a:pt x="1256465" y="296690"/>
                  </a:lnTo>
                  <a:lnTo>
                    <a:pt x="1258929" y="297206"/>
                  </a:lnTo>
                  <a:lnTo>
                    <a:pt x="1258929" y="306166"/>
                  </a:lnTo>
                  <a:lnTo>
                    <a:pt x="1256465" y="306166"/>
                  </a:lnTo>
                  <a:lnTo>
                    <a:pt x="1254001" y="306166"/>
                  </a:lnTo>
                  <a:lnTo>
                    <a:pt x="1251538" y="306166"/>
                  </a:lnTo>
                  <a:lnTo>
                    <a:pt x="1249074" y="306166"/>
                  </a:lnTo>
                  <a:lnTo>
                    <a:pt x="1246610" y="306166"/>
                  </a:lnTo>
                  <a:lnTo>
                    <a:pt x="1244147" y="306166"/>
                  </a:lnTo>
                  <a:lnTo>
                    <a:pt x="1241683" y="306166"/>
                  </a:lnTo>
                  <a:lnTo>
                    <a:pt x="1239219" y="306166"/>
                  </a:lnTo>
                  <a:lnTo>
                    <a:pt x="1236756" y="306166"/>
                  </a:lnTo>
                  <a:lnTo>
                    <a:pt x="1234292" y="306166"/>
                  </a:lnTo>
                  <a:lnTo>
                    <a:pt x="1231828" y="306166"/>
                  </a:lnTo>
                  <a:lnTo>
                    <a:pt x="1229365" y="306166"/>
                  </a:lnTo>
                  <a:lnTo>
                    <a:pt x="1226901" y="306166"/>
                  </a:lnTo>
                  <a:lnTo>
                    <a:pt x="1224437" y="306166"/>
                  </a:lnTo>
                  <a:lnTo>
                    <a:pt x="1221974" y="306166"/>
                  </a:lnTo>
                  <a:lnTo>
                    <a:pt x="1219510" y="306166"/>
                  </a:lnTo>
                  <a:lnTo>
                    <a:pt x="1217046" y="306166"/>
                  </a:lnTo>
                  <a:lnTo>
                    <a:pt x="1214583" y="306166"/>
                  </a:lnTo>
                  <a:lnTo>
                    <a:pt x="1212119" y="306166"/>
                  </a:lnTo>
                  <a:lnTo>
                    <a:pt x="1209655" y="306166"/>
                  </a:lnTo>
                  <a:lnTo>
                    <a:pt x="1207192" y="306166"/>
                  </a:lnTo>
                  <a:lnTo>
                    <a:pt x="1204728" y="306166"/>
                  </a:lnTo>
                  <a:lnTo>
                    <a:pt x="1202264" y="306166"/>
                  </a:lnTo>
                  <a:lnTo>
                    <a:pt x="1199801" y="306166"/>
                  </a:lnTo>
                  <a:lnTo>
                    <a:pt x="1197337" y="306166"/>
                  </a:lnTo>
                  <a:lnTo>
                    <a:pt x="1194873" y="306166"/>
                  </a:lnTo>
                  <a:lnTo>
                    <a:pt x="1192410" y="306166"/>
                  </a:lnTo>
                  <a:lnTo>
                    <a:pt x="1189946" y="306166"/>
                  </a:lnTo>
                  <a:lnTo>
                    <a:pt x="1187482" y="306166"/>
                  </a:lnTo>
                  <a:lnTo>
                    <a:pt x="1185019" y="306166"/>
                  </a:lnTo>
                  <a:lnTo>
                    <a:pt x="1182555" y="306166"/>
                  </a:lnTo>
                  <a:lnTo>
                    <a:pt x="1180091" y="306166"/>
                  </a:lnTo>
                  <a:lnTo>
                    <a:pt x="1177628" y="306166"/>
                  </a:lnTo>
                  <a:lnTo>
                    <a:pt x="1175164" y="306166"/>
                  </a:lnTo>
                  <a:lnTo>
                    <a:pt x="1172701" y="306166"/>
                  </a:lnTo>
                  <a:lnTo>
                    <a:pt x="1170237" y="306166"/>
                  </a:lnTo>
                  <a:lnTo>
                    <a:pt x="1167773" y="306166"/>
                  </a:lnTo>
                  <a:lnTo>
                    <a:pt x="1165310" y="306166"/>
                  </a:lnTo>
                  <a:lnTo>
                    <a:pt x="1162846" y="306166"/>
                  </a:lnTo>
                  <a:lnTo>
                    <a:pt x="1160382" y="306166"/>
                  </a:lnTo>
                  <a:lnTo>
                    <a:pt x="1157919" y="306166"/>
                  </a:lnTo>
                  <a:lnTo>
                    <a:pt x="1155455" y="306166"/>
                  </a:lnTo>
                  <a:lnTo>
                    <a:pt x="1152991" y="306166"/>
                  </a:lnTo>
                  <a:lnTo>
                    <a:pt x="1150528" y="306166"/>
                  </a:lnTo>
                  <a:lnTo>
                    <a:pt x="1148064" y="306166"/>
                  </a:lnTo>
                  <a:lnTo>
                    <a:pt x="1145600" y="306166"/>
                  </a:lnTo>
                  <a:lnTo>
                    <a:pt x="1143137" y="306166"/>
                  </a:lnTo>
                  <a:lnTo>
                    <a:pt x="1140673" y="306166"/>
                  </a:lnTo>
                  <a:lnTo>
                    <a:pt x="1138209" y="306166"/>
                  </a:lnTo>
                  <a:lnTo>
                    <a:pt x="1135746" y="306166"/>
                  </a:lnTo>
                  <a:lnTo>
                    <a:pt x="1133282" y="306166"/>
                  </a:lnTo>
                  <a:lnTo>
                    <a:pt x="1130818" y="306166"/>
                  </a:lnTo>
                  <a:lnTo>
                    <a:pt x="1128355" y="306166"/>
                  </a:lnTo>
                  <a:lnTo>
                    <a:pt x="1125891" y="306166"/>
                  </a:lnTo>
                  <a:lnTo>
                    <a:pt x="1123427" y="306166"/>
                  </a:lnTo>
                  <a:lnTo>
                    <a:pt x="1120964" y="306166"/>
                  </a:lnTo>
                  <a:lnTo>
                    <a:pt x="1118500" y="306166"/>
                  </a:lnTo>
                  <a:lnTo>
                    <a:pt x="1116036" y="306166"/>
                  </a:lnTo>
                  <a:lnTo>
                    <a:pt x="1113573" y="306166"/>
                  </a:lnTo>
                  <a:lnTo>
                    <a:pt x="1111109" y="306166"/>
                  </a:lnTo>
                  <a:lnTo>
                    <a:pt x="1108645" y="306166"/>
                  </a:lnTo>
                  <a:lnTo>
                    <a:pt x="1106182" y="306166"/>
                  </a:lnTo>
                  <a:lnTo>
                    <a:pt x="1103718" y="306166"/>
                  </a:lnTo>
                  <a:lnTo>
                    <a:pt x="1101254" y="306166"/>
                  </a:lnTo>
                  <a:lnTo>
                    <a:pt x="1098791" y="306166"/>
                  </a:lnTo>
                  <a:lnTo>
                    <a:pt x="1096327" y="306166"/>
                  </a:lnTo>
                  <a:lnTo>
                    <a:pt x="1093863" y="306166"/>
                  </a:lnTo>
                  <a:lnTo>
                    <a:pt x="1091400" y="306166"/>
                  </a:lnTo>
                  <a:lnTo>
                    <a:pt x="1088936" y="306166"/>
                  </a:lnTo>
                  <a:lnTo>
                    <a:pt x="1086472" y="306166"/>
                  </a:lnTo>
                  <a:lnTo>
                    <a:pt x="1084009" y="306166"/>
                  </a:lnTo>
                  <a:lnTo>
                    <a:pt x="1081545" y="306166"/>
                  </a:lnTo>
                  <a:lnTo>
                    <a:pt x="1079082" y="306166"/>
                  </a:lnTo>
                  <a:lnTo>
                    <a:pt x="1076618" y="306166"/>
                  </a:lnTo>
                  <a:lnTo>
                    <a:pt x="1074154" y="306166"/>
                  </a:lnTo>
                  <a:lnTo>
                    <a:pt x="1071691" y="306166"/>
                  </a:lnTo>
                  <a:lnTo>
                    <a:pt x="1069227" y="306166"/>
                  </a:lnTo>
                  <a:lnTo>
                    <a:pt x="1066763" y="306166"/>
                  </a:lnTo>
                  <a:lnTo>
                    <a:pt x="1064300" y="306166"/>
                  </a:lnTo>
                  <a:lnTo>
                    <a:pt x="1061836" y="306166"/>
                  </a:lnTo>
                  <a:lnTo>
                    <a:pt x="1059372" y="306166"/>
                  </a:lnTo>
                  <a:lnTo>
                    <a:pt x="1056909" y="306166"/>
                  </a:lnTo>
                  <a:lnTo>
                    <a:pt x="1054445" y="306166"/>
                  </a:lnTo>
                  <a:lnTo>
                    <a:pt x="1051981" y="306166"/>
                  </a:lnTo>
                  <a:lnTo>
                    <a:pt x="1049518" y="306166"/>
                  </a:lnTo>
                  <a:lnTo>
                    <a:pt x="1047054" y="306166"/>
                  </a:lnTo>
                  <a:lnTo>
                    <a:pt x="1044590" y="306166"/>
                  </a:lnTo>
                  <a:lnTo>
                    <a:pt x="1042127" y="306166"/>
                  </a:lnTo>
                  <a:lnTo>
                    <a:pt x="1039663" y="306166"/>
                  </a:lnTo>
                  <a:lnTo>
                    <a:pt x="1037199" y="306166"/>
                  </a:lnTo>
                  <a:lnTo>
                    <a:pt x="1034736" y="306166"/>
                  </a:lnTo>
                  <a:lnTo>
                    <a:pt x="1032272" y="306166"/>
                  </a:lnTo>
                  <a:lnTo>
                    <a:pt x="1029808" y="306166"/>
                  </a:lnTo>
                  <a:lnTo>
                    <a:pt x="1027345" y="306166"/>
                  </a:lnTo>
                  <a:lnTo>
                    <a:pt x="1024881" y="306166"/>
                  </a:lnTo>
                  <a:lnTo>
                    <a:pt x="1022417" y="306166"/>
                  </a:lnTo>
                  <a:lnTo>
                    <a:pt x="1019954" y="306166"/>
                  </a:lnTo>
                  <a:lnTo>
                    <a:pt x="1017490" y="306166"/>
                  </a:lnTo>
                  <a:lnTo>
                    <a:pt x="1015026" y="306166"/>
                  </a:lnTo>
                  <a:lnTo>
                    <a:pt x="1012563" y="306166"/>
                  </a:lnTo>
                  <a:lnTo>
                    <a:pt x="1010099" y="306166"/>
                  </a:lnTo>
                  <a:lnTo>
                    <a:pt x="1007635" y="306166"/>
                  </a:lnTo>
                  <a:lnTo>
                    <a:pt x="1005172" y="306166"/>
                  </a:lnTo>
                  <a:lnTo>
                    <a:pt x="1002708" y="306166"/>
                  </a:lnTo>
                  <a:lnTo>
                    <a:pt x="1000244" y="306166"/>
                  </a:lnTo>
                  <a:lnTo>
                    <a:pt x="997781" y="306166"/>
                  </a:lnTo>
                  <a:lnTo>
                    <a:pt x="995317" y="306166"/>
                  </a:lnTo>
                  <a:lnTo>
                    <a:pt x="992853" y="306166"/>
                  </a:lnTo>
                  <a:lnTo>
                    <a:pt x="990390" y="306166"/>
                  </a:lnTo>
                  <a:lnTo>
                    <a:pt x="987926" y="306166"/>
                  </a:lnTo>
                  <a:lnTo>
                    <a:pt x="985463" y="306166"/>
                  </a:lnTo>
                  <a:lnTo>
                    <a:pt x="982999" y="306166"/>
                  </a:lnTo>
                  <a:lnTo>
                    <a:pt x="980535" y="306166"/>
                  </a:lnTo>
                  <a:lnTo>
                    <a:pt x="978072" y="306166"/>
                  </a:lnTo>
                  <a:lnTo>
                    <a:pt x="975608" y="306166"/>
                  </a:lnTo>
                  <a:lnTo>
                    <a:pt x="973144" y="306166"/>
                  </a:lnTo>
                  <a:lnTo>
                    <a:pt x="970681" y="306166"/>
                  </a:lnTo>
                  <a:lnTo>
                    <a:pt x="968217" y="306166"/>
                  </a:lnTo>
                  <a:lnTo>
                    <a:pt x="965753" y="306166"/>
                  </a:lnTo>
                  <a:lnTo>
                    <a:pt x="963290" y="306166"/>
                  </a:lnTo>
                  <a:lnTo>
                    <a:pt x="960826" y="306166"/>
                  </a:lnTo>
                  <a:lnTo>
                    <a:pt x="958362" y="306166"/>
                  </a:lnTo>
                  <a:lnTo>
                    <a:pt x="955899" y="306166"/>
                  </a:lnTo>
                  <a:lnTo>
                    <a:pt x="953435" y="306166"/>
                  </a:lnTo>
                  <a:lnTo>
                    <a:pt x="950971" y="306166"/>
                  </a:lnTo>
                  <a:lnTo>
                    <a:pt x="948508" y="306166"/>
                  </a:lnTo>
                  <a:lnTo>
                    <a:pt x="946044" y="306166"/>
                  </a:lnTo>
                  <a:lnTo>
                    <a:pt x="943580" y="306166"/>
                  </a:lnTo>
                  <a:lnTo>
                    <a:pt x="941117" y="306166"/>
                  </a:lnTo>
                  <a:lnTo>
                    <a:pt x="938653" y="306166"/>
                  </a:lnTo>
                  <a:lnTo>
                    <a:pt x="936189" y="306166"/>
                  </a:lnTo>
                  <a:lnTo>
                    <a:pt x="933726" y="306166"/>
                  </a:lnTo>
                  <a:lnTo>
                    <a:pt x="931262" y="306166"/>
                  </a:lnTo>
                  <a:lnTo>
                    <a:pt x="928798" y="306166"/>
                  </a:lnTo>
                  <a:lnTo>
                    <a:pt x="926335" y="306166"/>
                  </a:lnTo>
                  <a:lnTo>
                    <a:pt x="923871" y="306166"/>
                  </a:lnTo>
                  <a:lnTo>
                    <a:pt x="921407" y="306166"/>
                  </a:lnTo>
                  <a:lnTo>
                    <a:pt x="918944" y="306166"/>
                  </a:lnTo>
                  <a:lnTo>
                    <a:pt x="916480" y="306166"/>
                  </a:lnTo>
                  <a:lnTo>
                    <a:pt x="914016" y="306166"/>
                  </a:lnTo>
                  <a:lnTo>
                    <a:pt x="911553" y="306166"/>
                  </a:lnTo>
                  <a:lnTo>
                    <a:pt x="909089" y="306166"/>
                  </a:lnTo>
                  <a:lnTo>
                    <a:pt x="906625" y="306166"/>
                  </a:lnTo>
                  <a:lnTo>
                    <a:pt x="904162" y="306166"/>
                  </a:lnTo>
                  <a:lnTo>
                    <a:pt x="901698" y="306166"/>
                  </a:lnTo>
                  <a:lnTo>
                    <a:pt x="899235" y="306166"/>
                  </a:lnTo>
                  <a:lnTo>
                    <a:pt x="896771" y="306166"/>
                  </a:lnTo>
                  <a:lnTo>
                    <a:pt x="894307" y="306166"/>
                  </a:lnTo>
                  <a:lnTo>
                    <a:pt x="891844" y="306166"/>
                  </a:lnTo>
                  <a:lnTo>
                    <a:pt x="889380" y="306166"/>
                  </a:lnTo>
                  <a:lnTo>
                    <a:pt x="886916" y="306166"/>
                  </a:lnTo>
                  <a:lnTo>
                    <a:pt x="884453" y="306166"/>
                  </a:lnTo>
                  <a:lnTo>
                    <a:pt x="881989" y="306166"/>
                  </a:lnTo>
                  <a:lnTo>
                    <a:pt x="879525" y="306166"/>
                  </a:lnTo>
                  <a:lnTo>
                    <a:pt x="877062" y="306166"/>
                  </a:lnTo>
                  <a:lnTo>
                    <a:pt x="874598" y="306166"/>
                  </a:lnTo>
                  <a:lnTo>
                    <a:pt x="872134" y="306166"/>
                  </a:lnTo>
                  <a:lnTo>
                    <a:pt x="869671" y="306166"/>
                  </a:lnTo>
                  <a:lnTo>
                    <a:pt x="867207" y="306166"/>
                  </a:lnTo>
                  <a:lnTo>
                    <a:pt x="864743" y="306166"/>
                  </a:lnTo>
                  <a:lnTo>
                    <a:pt x="862280" y="306166"/>
                  </a:lnTo>
                  <a:lnTo>
                    <a:pt x="859816" y="306166"/>
                  </a:lnTo>
                  <a:lnTo>
                    <a:pt x="857352" y="306166"/>
                  </a:lnTo>
                  <a:lnTo>
                    <a:pt x="854889" y="306166"/>
                  </a:lnTo>
                  <a:lnTo>
                    <a:pt x="852425" y="306166"/>
                  </a:lnTo>
                  <a:lnTo>
                    <a:pt x="849961" y="306166"/>
                  </a:lnTo>
                  <a:lnTo>
                    <a:pt x="847498" y="306166"/>
                  </a:lnTo>
                  <a:lnTo>
                    <a:pt x="845034" y="306166"/>
                  </a:lnTo>
                  <a:lnTo>
                    <a:pt x="842570" y="306166"/>
                  </a:lnTo>
                  <a:lnTo>
                    <a:pt x="840107" y="306166"/>
                  </a:lnTo>
                  <a:lnTo>
                    <a:pt x="837643" y="306166"/>
                  </a:lnTo>
                  <a:lnTo>
                    <a:pt x="835179" y="306166"/>
                  </a:lnTo>
                  <a:lnTo>
                    <a:pt x="832716" y="306166"/>
                  </a:lnTo>
                  <a:lnTo>
                    <a:pt x="830252" y="306166"/>
                  </a:lnTo>
                  <a:lnTo>
                    <a:pt x="827788" y="306166"/>
                  </a:lnTo>
                  <a:lnTo>
                    <a:pt x="825325" y="306166"/>
                  </a:lnTo>
                  <a:lnTo>
                    <a:pt x="822861" y="306166"/>
                  </a:lnTo>
                  <a:lnTo>
                    <a:pt x="820397" y="306166"/>
                  </a:lnTo>
                  <a:lnTo>
                    <a:pt x="817934" y="306166"/>
                  </a:lnTo>
                  <a:lnTo>
                    <a:pt x="815470" y="306166"/>
                  </a:lnTo>
                  <a:lnTo>
                    <a:pt x="813006" y="306166"/>
                  </a:lnTo>
                  <a:lnTo>
                    <a:pt x="810543" y="306166"/>
                  </a:lnTo>
                  <a:lnTo>
                    <a:pt x="808079" y="306166"/>
                  </a:lnTo>
                  <a:lnTo>
                    <a:pt x="805616" y="306166"/>
                  </a:lnTo>
                  <a:lnTo>
                    <a:pt x="803152" y="306166"/>
                  </a:lnTo>
                  <a:lnTo>
                    <a:pt x="800688" y="306166"/>
                  </a:lnTo>
                  <a:lnTo>
                    <a:pt x="798225" y="306166"/>
                  </a:lnTo>
                  <a:lnTo>
                    <a:pt x="795761" y="306166"/>
                  </a:lnTo>
                  <a:lnTo>
                    <a:pt x="793297" y="306166"/>
                  </a:lnTo>
                  <a:lnTo>
                    <a:pt x="790834" y="306166"/>
                  </a:lnTo>
                  <a:lnTo>
                    <a:pt x="788370" y="306166"/>
                  </a:lnTo>
                  <a:lnTo>
                    <a:pt x="785906" y="306166"/>
                  </a:lnTo>
                  <a:lnTo>
                    <a:pt x="783443" y="306166"/>
                  </a:lnTo>
                  <a:lnTo>
                    <a:pt x="780979" y="306166"/>
                  </a:lnTo>
                  <a:lnTo>
                    <a:pt x="778515" y="306166"/>
                  </a:lnTo>
                  <a:lnTo>
                    <a:pt x="776052" y="306166"/>
                  </a:lnTo>
                  <a:lnTo>
                    <a:pt x="773588" y="306166"/>
                  </a:lnTo>
                  <a:lnTo>
                    <a:pt x="771124" y="306166"/>
                  </a:lnTo>
                  <a:lnTo>
                    <a:pt x="768661" y="306166"/>
                  </a:lnTo>
                  <a:lnTo>
                    <a:pt x="766197" y="306166"/>
                  </a:lnTo>
                  <a:lnTo>
                    <a:pt x="763733" y="306166"/>
                  </a:lnTo>
                  <a:lnTo>
                    <a:pt x="761270" y="306166"/>
                  </a:lnTo>
                  <a:lnTo>
                    <a:pt x="758806" y="306166"/>
                  </a:lnTo>
                  <a:lnTo>
                    <a:pt x="756342" y="306166"/>
                  </a:lnTo>
                  <a:lnTo>
                    <a:pt x="753879" y="306166"/>
                  </a:lnTo>
                  <a:lnTo>
                    <a:pt x="751415" y="306166"/>
                  </a:lnTo>
                  <a:lnTo>
                    <a:pt x="748951" y="306166"/>
                  </a:lnTo>
                  <a:lnTo>
                    <a:pt x="746488" y="306166"/>
                  </a:lnTo>
                  <a:lnTo>
                    <a:pt x="744024" y="306166"/>
                  </a:lnTo>
                  <a:lnTo>
                    <a:pt x="741560" y="306166"/>
                  </a:lnTo>
                  <a:lnTo>
                    <a:pt x="739097" y="306166"/>
                  </a:lnTo>
                  <a:lnTo>
                    <a:pt x="736633" y="306166"/>
                  </a:lnTo>
                  <a:lnTo>
                    <a:pt x="734169" y="306166"/>
                  </a:lnTo>
                  <a:lnTo>
                    <a:pt x="731706" y="306166"/>
                  </a:lnTo>
                  <a:lnTo>
                    <a:pt x="729242" y="306166"/>
                  </a:lnTo>
                  <a:lnTo>
                    <a:pt x="726778" y="306166"/>
                  </a:lnTo>
                  <a:lnTo>
                    <a:pt x="724315" y="306166"/>
                  </a:lnTo>
                  <a:lnTo>
                    <a:pt x="721851" y="306166"/>
                  </a:lnTo>
                  <a:lnTo>
                    <a:pt x="719388" y="306166"/>
                  </a:lnTo>
                  <a:lnTo>
                    <a:pt x="716924" y="306166"/>
                  </a:lnTo>
                  <a:lnTo>
                    <a:pt x="714460" y="306166"/>
                  </a:lnTo>
                  <a:lnTo>
                    <a:pt x="711997" y="306166"/>
                  </a:lnTo>
                  <a:lnTo>
                    <a:pt x="709533" y="306166"/>
                  </a:lnTo>
                  <a:lnTo>
                    <a:pt x="707069" y="306166"/>
                  </a:lnTo>
                  <a:lnTo>
                    <a:pt x="704606" y="306166"/>
                  </a:lnTo>
                  <a:lnTo>
                    <a:pt x="702142" y="306166"/>
                  </a:lnTo>
                  <a:lnTo>
                    <a:pt x="699678" y="306166"/>
                  </a:lnTo>
                  <a:lnTo>
                    <a:pt x="697215" y="306166"/>
                  </a:lnTo>
                  <a:lnTo>
                    <a:pt x="694751" y="306166"/>
                  </a:lnTo>
                  <a:lnTo>
                    <a:pt x="692287" y="306166"/>
                  </a:lnTo>
                  <a:lnTo>
                    <a:pt x="689824" y="306166"/>
                  </a:lnTo>
                  <a:lnTo>
                    <a:pt x="687360" y="306166"/>
                  </a:lnTo>
                  <a:lnTo>
                    <a:pt x="684896" y="306166"/>
                  </a:lnTo>
                  <a:lnTo>
                    <a:pt x="682433" y="306166"/>
                  </a:lnTo>
                  <a:lnTo>
                    <a:pt x="679969" y="306166"/>
                  </a:lnTo>
                  <a:lnTo>
                    <a:pt x="677505" y="306166"/>
                  </a:lnTo>
                  <a:lnTo>
                    <a:pt x="675042" y="306166"/>
                  </a:lnTo>
                  <a:lnTo>
                    <a:pt x="672578" y="306166"/>
                  </a:lnTo>
                  <a:lnTo>
                    <a:pt x="670114" y="306166"/>
                  </a:lnTo>
                  <a:lnTo>
                    <a:pt x="667651" y="306166"/>
                  </a:lnTo>
                  <a:lnTo>
                    <a:pt x="665187" y="306166"/>
                  </a:lnTo>
                  <a:lnTo>
                    <a:pt x="662723" y="306166"/>
                  </a:lnTo>
                  <a:lnTo>
                    <a:pt x="660260" y="306166"/>
                  </a:lnTo>
                  <a:lnTo>
                    <a:pt x="657796" y="306166"/>
                  </a:lnTo>
                  <a:lnTo>
                    <a:pt x="655332" y="306166"/>
                  </a:lnTo>
                  <a:lnTo>
                    <a:pt x="652869" y="306166"/>
                  </a:lnTo>
                  <a:lnTo>
                    <a:pt x="650405" y="306166"/>
                  </a:lnTo>
                  <a:lnTo>
                    <a:pt x="647941" y="306166"/>
                  </a:lnTo>
                  <a:lnTo>
                    <a:pt x="645478" y="306166"/>
                  </a:lnTo>
                  <a:lnTo>
                    <a:pt x="643014" y="306166"/>
                  </a:lnTo>
                  <a:lnTo>
                    <a:pt x="640550" y="306166"/>
                  </a:lnTo>
                  <a:lnTo>
                    <a:pt x="638087" y="306166"/>
                  </a:lnTo>
                  <a:lnTo>
                    <a:pt x="635623" y="306166"/>
                  </a:lnTo>
                  <a:lnTo>
                    <a:pt x="633159" y="306166"/>
                  </a:lnTo>
                  <a:lnTo>
                    <a:pt x="630696" y="306166"/>
                  </a:lnTo>
                  <a:lnTo>
                    <a:pt x="628232" y="306166"/>
                  </a:lnTo>
                  <a:lnTo>
                    <a:pt x="625769" y="306166"/>
                  </a:lnTo>
                  <a:lnTo>
                    <a:pt x="623305" y="306166"/>
                  </a:lnTo>
                  <a:lnTo>
                    <a:pt x="620841" y="306166"/>
                  </a:lnTo>
                  <a:lnTo>
                    <a:pt x="618378" y="306166"/>
                  </a:lnTo>
                  <a:lnTo>
                    <a:pt x="615914" y="306166"/>
                  </a:lnTo>
                  <a:lnTo>
                    <a:pt x="613450" y="306166"/>
                  </a:lnTo>
                  <a:lnTo>
                    <a:pt x="610987" y="306166"/>
                  </a:lnTo>
                  <a:lnTo>
                    <a:pt x="608523" y="306166"/>
                  </a:lnTo>
                  <a:lnTo>
                    <a:pt x="606059" y="306166"/>
                  </a:lnTo>
                  <a:lnTo>
                    <a:pt x="603596" y="306166"/>
                  </a:lnTo>
                  <a:lnTo>
                    <a:pt x="601132" y="306166"/>
                  </a:lnTo>
                  <a:lnTo>
                    <a:pt x="598668" y="306166"/>
                  </a:lnTo>
                  <a:lnTo>
                    <a:pt x="596205" y="306166"/>
                  </a:lnTo>
                  <a:lnTo>
                    <a:pt x="593741" y="306166"/>
                  </a:lnTo>
                  <a:lnTo>
                    <a:pt x="591277" y="306166"/>
                  </a:lnTo>
                  <a:lnTo>
                    <a:pt x="588814" y="306166"/>
                  </a:lnTo>
                  <a:lnTo>
                    <a:pt x="586350" y="306166"/>
                  </a:lnTo>
                  <a:lnTo>
                    <a:pt x="583886" y="306166"/>
                  </a:lnTo>
                  <a:lnTo>
                    <a:pt x="581423" y="306166"/>
                  </a:lnTo>
                  <a:lnTo>
                    <a:pt x="578959" y="306166"/>
                  </a:lnTo>
                  <a:lnTo>
                    <a:pt x="576495" y="306166"/>
                  </a:lnTo>
                  <a:lnTo>
                    <a:pt x="574032" y="306166"/>
                  </a:lnTo>
                  <a:lnTo>
                    <a:pt x="571568" y="306166"/>
                  </a:lnTo>
                  <a:lnTo>
                    <a:pt x="569104" y="306166"/>
                  </a:lnTo>
                  <a:lnTo>
                    <a:pt x="566641" y="306166"/>
                  </a:lnTo>
                  <a:lnTo>
                    <a:pt x="564177" y="306166"/>
                  </a:lnTo>
                  <a:lnTo>
                    <a:pt x="561713" y="306166"/>
                  </a:lnTo>
                  <a:lnTo>
                    <a:pt x="559250" y="306166"/>
                  </a:lnTo>
                  <a:lnTo>
                    <a:pt x="556786" y="306166"/>
                  </a:lnTo>
                  <a:lnTo>
                    <a:pt x="554322" y="306166"/>
                  </a:lnTo>
                  <a:lnTo>
                    <a:pt x="551859" y="306166"/>
                  </a:lnTo>
                  <a:lnTo>
                    <a:pt x="549395" y="306166"/>
                  </a:lnTo>
                  <a:lnTo>
                    <a:pt x="546931" y="306166"/>
                  </a:lnTo>
                  <a:lnTo>
                    <a:pt x="544468" y="306166"/>
                  </a:lnTo>
                  <a:lnTo>
                    <a:pt x="542004" y="306166"/>
                  </a:lnTo>
                  <a:lnTo>
                    <a:pt x="539541" y="306166"/>
                  </a:lnTo>
                  <a:lnTo>
                    <a:pt x="537077" y="306166"/>
                  </a:lnTo>
                  <a:lnTo>
                    <a:pt x="534613" y="306166"/>
                  </a:lnTo>
                  <a:lnTo>
                    <a:pt x="532150" y="306166"/>
                  </a:lnTo>
                  <a:lnTo>
                    <a:pt x="529686" y="306166"/>
                  </a:lnTo>
                  <a:lnTo>
                    <a:pt x="527222" y="306166"/>
                  </a:lnTo>
                  <a:lnTo>
                    <a:pt x="524759" y="306166"/>
                  </a:lnTo>
                  <a:lnTo>
                    <a:pt x="522295" y="306166"/>
                  </a:lnTo>
                  <a:lnTo>
                    <a:pt x="519831" y="306166"/>
                  </a:lnTo>
                  <a:lnTo>
                    <a:pt x="517368" y="306166"/>
                  </a:lnTo>
                  <a:lnTo>
                    <a:pt x="514904" y="306166"/>
                  </a:lnTo>
                  <a:lnTo>
                    <a:pt x="512440" y="306166"/>
                  </a:lnTo>
                  <a:lnTo>
                    <a:pt x="509977" y="306166"/>
                  </a:lnTo>
                  <a:lnTo>
                    <a:pt x="507513" y="306166"/>
                  </a:lnTo>
                  <a:lnTo>
                    <a:pt x="505049" y="306166"/>
                  </a:lnTo>
                  <a:lnTo>
                    <a:pt x="502586" y="306166"/>
                  </a:lnTo>
                  <a:lnTo>
                    <a:pt x="500122" y="306166"/>
                  </a:lnTo>
                  <a:lnTo>
                    <a:pt x="497658" y="306166"/>
                  </a:lnTo>
                  <a:lnTo>
                    <a:pt x="495195" y="306166"/>
                  </a:lnTo>
                  <a:lnTo>
                    <a:pt x="492731" y="306166"/>
                  </a:lnTo>
                  <a:lnTo>
                    <a:pt x="490267" y="306166"/>
                  </a:lnTo>
                  <a:lnTo>
                    <a:pt x="487804" y="306166"/>
                  </a:lnTo>
                  <a:lnTo>
                    <a:pt x="485340" y="306166"/>
                  </a:lnTo>
                  <a:lnTo>
                    <a:pt x="482876" y="306166"/>
                  </a:lnTo>
                  <a:lnTo>
                    <a:pt x="480413" y="306166"/>
                  </a:lnTo>
                  <a:lnTo>
                    <a:pt x="477949" y="306166"/>
                  </a:lnTo>
                  <a:lnTo>
                    <a:pt x="475485" y="306166"/>
                  </a:lnTo>
                  <a:lnTo>
                    <a:pt x="473022" y="306166"/>
                  </a:lnTo>
                  <a:lnTo>
                    <a:pt x="470558" y="306166"/>
                  </a:lnTo>
                  <a:lnTo>
                    <a:pt x="468094" y="306166"/>
                  </a:lnTo>
                  <a:lnTo>
                    <a:pt x="465631" y="306166"/>
                  </a:lnTo>
                  <a:lnTo>
                    <a:pt x="463167" y="306166"/>
                  </a:lnTo>
                  <a:lnTo>
                    <a:pt x="460703" y="306166"/>
                  </a:lnTo>
                  <a:lnTo>
                    <a:pt x="458240" y="306166"/>
                  </a:lnTo>
                  <a:lnTo>
                    <a:pt x="455776" y="306166"/>
                  </a:lnTo>
                  <a:lnTo>
                    <a:pt x="453312" y="306166"/>
                  </a:lnTo>
                  <a:lnTo>
                    <a:pt x="450849" y="306166"/>
                  </a:lnTo>
                  <a:lnTo>
                    <a:pt x="448385" y="306166"/>
                  </a:lnTo>
                  <a:lnTo>
                    <a:pt x="445922" y="306166"/>
                  </a:lnTo>
                  <a:lnTo>
                    <a:pt x="443458" y="306166"/>
                  </a:lnTo>
                  <a:lnTo>
                    <a:pt x="440994" y="306166"/>
                  </a:lnTo>
                  <a:lnTo>
                    <a:pt x="438531" y="306166"/>
                  </a:lnTo>
                  <a:lnTo>
                    <a:pt x="436067" y="306166"/>
                  </a:lnTo>
                  <a:lnTo>
                    <a:pt x="433603" y="306166"/>
                  </a:lnTo>
                  <a:lnTo>
                    <a:pt x="431140" y="306166"/>
                  </a:lnTo>
                  <a:lnTo>
                    <a:pt x="428676" y="306166"/>
                  </a:lnTo>
                  <a:lnTo>
                    <a:pt x="426212" y="306166"/>
                  </a:lnTo>
                  <a:lnTo>
                    <a:pt x="423749" y="306166"/>
                  </a:lnTo>
                  <a:lnTo>
                    <a:pt x="421285" y="306166"/>
                  </a:lnTo>
                  <a:lnTo>
                    <a:pt x="418821" y="306166"/>
                  </a:lnTo>
                  <a:lnTo>
                    <a:pt x="416358" y="306166"/>
                  </a:lnTo>
                  <a:lnTo>
                    <a:pt x="413894" y="306166"/>
                  </a:lnTo>
                  <a:lnTo>
                    <a:pt x="411430" y="306166"/>
                  </a:lnTo>
                  <a:lnTo>
                    <a:pt x="408967" y="306166"/>
                  </a:lnTo>
                  <a:lnTo>
                    <a:pt x="406503" y="306166"/>
                  </a:lnTo>
                  <a:lnTo>
                    <a:pt x="404039" y="306166"/>
                  </a:lnTo>
                  <a:lnTo>
                    <a:pt x="401576" y="306166"/>
                  </a:lnTo>
                  <a:lnTo>
                    <a:pt x="399112" y="306166"/>
                  </a:lnTo>
                  <a:lnTo>
                    <a:pt x="396648" y="306166"/>
                  </a:lnTo>
                  <a:lnTo>
                    <a:pt x="394185" y="306166"/>
                  </a:lnTo>
                  <a:lnTo>
                    <a:pt x="391721" y="306166"/>
                  </a:lnTo>
                  <a:lnTo>
                    <a:pt x="389257" y="306166"/>
                  </a:lnTo>
                  <a:lnTo>
                    <a:pt x="386794" y="306166"/>
                  </a:lnTo>
                  <a:lnTo>
                    <a:pt x="384330" y="306166"/>
                  </a:lnTo>
                  <a:lnTo>
                    <a:pt x="381866" y="306166"/>
                  </a:lnTo>
                  <a:lnTo>
                    <a:pt x="379403" y="306166"/>
                  </a:lnTo>
                  <a:lnTo>
                    <a:pt x="376939" y="306166"/>
                  </a:lnTo>
                  <a:lnTo>
                    <a:pt x="374475" y="306166"/>
                  </a:lnTo>
                  <a:lnTo>
                    <a:pt x="372012" y="306166"/>
                  </a:lnTo>
                  <a:lnTo>
                    <a:pt x="369548" y="306166"/>
                  </a:lnTo>
                  <a:lnTo>
                    <a:pt x="367084" y="306166"/>
                  </a:lnTo>
                  <a:lnTo>
                    <a:pt x="364621" y="306166"/>
                  </a:lnTo>
                  <a:lnTo>
                    <a:pt x="362157" y="306166"/>
                  </a:lnTo>
                  <a:lnTo>
                    <a:pt x="359694" y="306166"/>
                  </a:lnTo>
                  <a:lnTo>
                    <a:pt x="357230" y="306166"/>
                  </a:lnTo>
                  <a:lnTo>
                    <a:pt x="354766" y="306166"/>
                  </a:lnTo>
                  <a:lnTo>
                    <a:pt x="352303" y="306166"/>
                  </a:lnTo>
                  <a:lnTo>
                    <a:pt x="349839" y="306166"/>
                  </a:lnTo>
                  <a:lnTo>
                    <a:pt x="347375" y="306166"/>
                  </a:lnTo>
                  <a:lnTo>
                    <a:pt x="344912" y="306166"/>
                  </a:lnTo>
                  <a:lnTo>
                    <a:pt x="342448" y="306166"/>
                  </a:lnTo>
                  <a:lnTo>
                    <a:pt x="339984" y="306166"/>
                  </a:lnTo>
                  <a:lnTo>
                    <a:pt x="337521" y="306166"/>
                  </a:lnTo>
                  <a:lnTo>
                    <a:pt x="335057" y="306166"/>
                  </a:lnTo>
                  <a:lnTo>
                    <a:pt x="332593" y="306166"/>
                  </a:lnTo>
                  <a:lnTo>
                    <a:pt x="330130" y="306166"/>
                  </a:lnTo>
                  <a:lnTo>
                    <a:pt x="327666" y="306166"/>
                  </a:lnTo>
                  <a:lnTo>
                    <a:pt x="325202" y="306166"/>
                  </a:lnTo>
                  <a:lnTo>
                    <a:pt x="322739" y="306166"/>
                  </a:lnTo>
                  <a:lnTo>
                    <a:pt x="320275" y="306166"/>
                  </a:lnTo>
                  <a:lnTo>
                    <a:pt x="317811" y="306166"/>
                  </a:lnTo>
                  <a:lnTo>
                    <a:pt x="315348" y="306166"/>
                  </a:lnTo>
                  <a:lnTo>
                    <a:pt x="312884" y="306166"/>
                  </a:lnTo>
                  <a:lnTo>
                    <a:pt x="310420" y="306166"/>
                  </a:lnTo>
                  <a:lnTo>
                    <a:pt x="307957" y="306166"/>
                  </a:lnTo>
                  <a:lnTo>
                    <a:pt x="305493" y="306166"/>
                  </a:lnTo>
                  <a:lnTo>
                    <a:pt x="303029" y="306166"/>
                  </a:lnTo>
                  <a:lnTo>
                    <a:pt x="300566" y="306166"/>
                  </a:lnTo>
                  <a:lnTo>
                    <a:pt x="298102" y="306166"/>
                  </a:lnTo>
                  <a:lnTo>
                    <a:pt x="295638" y="306166"/>
                  </a:lnTo>
                  <a:lnTo>
                    <a:pt x="293175" y="306166"/>
                  </a:lnTo>
                  <a:lnTo>
                    <a:pt x="290711" y="306166"/>
                  </a:lnTo>
                  <a:lnTo>
                    <a:pt x="288247" y="306166"/>
                  </a:lnTo>
                  <a:lnTo>
                    <a:pt x="285784" y="306166"/>
                  </a:lnTo>
                  <a:lnTo>
                    <a:pt x="283320" y="306166"/>
                  </a:lnTo>
                  <a:lnTo>
                    <a:pt x="280856" y="306166"/>
                  </a:lnTo>
                  <a:lnTo>
                    <a:pt x="278393" y="306166"/>
                  </a:lnTo>
                  <a:lnTo>
                    <a:pt x="275929" y="306166"/>
                  </a:lnTo>
                  <a:lnTo>
                    <a:pt x="273465" y="306166"/>
                  </a:lnTo>
                  <a:lnTo>
                    <a:pt x="271002" y="306166"/>
                  </a:lnTo>
                  <a:lnTo>
                    <a:pt x="268538" y="306166"/>
                  </a:lnTo>
                  <a:lnTo>
                    <a:pt x="266075" y="306166"/>
                  </a:lnTo>
                  <a:lnTo>
                    <a:pt x="263611" y="306166"/>
                  </a:lnTo>
                  <a:lnTo>
                    <a:pt x="261147" y="306166"/>
                  </a:lnTo>
                  <a:lnTo>
                    <a:pt x="258684" y="306166"/>
                  </a:lnTo>
                  <a:lnTo>
                    <a:pt x="256220" y="306166"/>
                  </a:lnTo>
                  <a:lnTo>
                    <a:pt x="253756" y="306166"/>
                  </a:lnTo>
                  <a:lnTo>
                    <a:pt x="251293" y="306166"/>
                  </a:lnTo>
                  <a:lnTo>
                    <a:pt x="248829" y="306166"/>
                  </a:lnTo>
                  <a:lnTo>
                    <a:pt x="246365" y="306166"/>
                  </a:lnTo>
                  <a:lnTo>
                    <a:pt x="243902" y="306166"/>
                  </a:lnTo>
                  <a:lnTo>
                    <a:pt x="241438" y="306166"/>
                  </a:lnTo>
                  <a:lnTo>
                    <a:pt x="238974" y="306166"/>
                  </a:lnTo>
                  <a:lnTo>
                    <a:pt x="236511" y="306166"/>
                  </a:lnTo>
                  <a:lnTo>
                    <a:pt x="234047" y="306166"/>
                  </a:lnTo>
                  <a:lnTo>
                    <a:pt x="231583" y="306166"/>
                  </a:lnTo>
                  <a:lnTo>
                    <a:pt x="229120" y="306166"/>
                  </a:lnTo>
                  <a:lnTo>
                    <a:pt x="226656" y="306166"/>
                  </a:lnTo>
                  <a:lnTo>
                    <a:pt x="224192" y="306166"/>
                  </a:lnTo>
                  <a:lnTo>
                    <a:pt x="221729" y="306166"/>
                  </a:lnTo>
                  <a:lnTo>
                    <a:pt x="219265" y="306166"/>
                  </a:lnTo>
                  <a:lnTo>
                    <a:pt x="216801" y="306166"/>
                  </a:lnTo>
                  <a:lnTo>
                    <a:pt x="214338" y="306166"/>
                  </a:lnTo>
                  <a:lnTo>
                    <a:pt x="211874" y="306166"/>
                  </a:lnTo>
                  <a:lnTo>
                    <a:pt x="209410" y="306166"/>
                  </a:lnTo>
                  <a:lnTo>
                    <a:pt x="206947" y="306166"/>
                  </a:lnTo>
                  <a:lnTo>
                    <a:pt x="204483" y="306166"/>
                  </a:lnTo>
                  <a:lnTo>
                    <a:pt x="202019" y="306166"/>
                  </a:lnTo>
                  <a:lnTo>
                    <a:pt x="199556" y="306166"/>
                  </a:lnTo>
                  <a:lnTo>
                    <a:pt x="197092" y="306166"/>
                  </a:lnTo>
                  <a:lnTo>
                    <a:pt x="194628" y="306166"/>
                  </a:lnTo>
                  <a:lnTo>
                    <a:pt x="192165" y="306166"/>
                  </a:lnTo>
                  <a:lnTo>
                    <a:pt x="189701" y="306166"/>
                  </a:lnTo>
                  <a:lnTo>
                    <a:pt x="187237" y="306166"/>
                  </a:lnTo>
                  <a:lnTo>
                    <a:pt x="184774" y="306166"/>
                  </a:lnTo>
                  <a:lnTo>
                    <a:pt x="182310" y="306166"/>
                  </a:lnTo>
                  <a:lnTo>
                    <a:pt x="179847" y="306166"/>
                  </a:lnTo>
                  <a:lnTo>
                    <a:pt x="177383" y="306166"/>
                  </a:lnTo>
                  <a:lnTo>
                    <a:pt x="174919" y="306166"/>
                  </a:lnTo>
                  <a:lnTo>
                    <a:pt x="172456" y="306166"/>
                  </a:lnTo>
                  <a:lnTo>
                    <a:pt x="169992" y="306166"/>
                  </a:lnTo>
                  <a:lnTo>
                    <a:pt x="167528" y="306166"/>
                  </a:lnTo>
                  <a:lnTo>
                    <a:pt x="165065" y="306166"/>
                  </a:lnTo>
                  <a:lnTo>
                    <a:pt x="162601" y="306166"/>
                  </a:lnTo>
                  <a:lnTo>
                    <a:pt x="160137" y="306166"/>
                  </a:lnTo>
                  <a:lnTo>
                    <a:pt x="157674" y="306166"/>
                  </a:lnTo>
                  <a:lnTo>
                    <a:pt x="155210" y="306166"/>
                  </a:lnTo>
                  <a:lnTo>
                    <a:pt x="152746" y="306166"/>
                  </a:lnTo>
                  <a:lnTo>
                    <a:pt x="150283" y="306166"/>
                  </a:lnTo>
                  <a:lnTo>
                    <a:pt x="147819" y="306166"/>
                  </a:lnTo>
                  <a:lnTo>
                    <a:pt x="145355" y="306166"/>
                  </a:lnTo>
                  <a:lnTo>
                    <a:pt x="142892" y="306166"/>
                  </a:lnTo>
                  <a:lnTo>
                    <a:pt x="140428" y="306166"/>
                  </a:lnTo>
                  <a:lnTo>
                    <a:pt x="137964" y="306166"/>
                  </a:lnTo>
                  <a:lnTo>
                    <a:pt x="135501" y="306166"/>
                  </a:lnTo>
                  <a:lnTo>
                    <a:pt x="133037" y="306166"/>
                  </a:lnTo>
                  <a:lnTo>
                    <a:pt x="130573" y="306166"/>
                  </a:lnTo>
                  <a:lnTo>
                    <a:pt x="128110" y="306166"/>
                  </a:lnTo>
                  <a:lnTo>
                    <a:pt x="125646" y="306166"/>
                  </a:lnTo>
                  <a:lnTo>
                    <a:pt x="123182" y="306166"/>
                  </a:lnTo>
                  <a:lnTo>
                    <a:pt x="120719" y="306166"/>
                  </a:lnTo>
                  <a:lnTo>
                    <a:pt x="118255" y="306166"/>
                  </a:lnTo>
                  <a:lnTo>
                    <a:pt x="115791" y="306166"/>
                  </a:lnTo>
                  <a:lnTo>
                    <a:pt x="113328" y="306166"/>
                  </a:lnTo>
                  <a:lnTo>
                    <a:pt x="110864" y="306166"/>
                  </a:lnTo>
                  <a:lnTo>
                    <a:pt x="108400" y="306166"/>
                  </a:lnTo>
                  <a:lnTo>
                    <a:pt x="105937" y="306166"/>
                  </a:lnTo>
                  <a:lnTo>
                    <a:pt x="103473" y="306166"/>
                  </a:lnTo>
                  <a:lnTo>
                    <a:pt x="101009" y="306166"/>
                  </a:lnTo>
                  <a:lnTo>
                    <a:pt x="98546" y="306166"/>
                  </a:lnTo>
                  <a:lnTo>
                    <a:pt x="96082" y="306166"/>
                  </a:lnTo>
                  <a:lnTo>
                    <a:pt x="93618" y="306166"/>
                  </a:lnTo>
                  <a:lnTo>
                    <a:pt x="91155" y="306166"/>
                  </a:lnTo>
                  <a:lnTo>
                    <a:pt x="88691" y="306166"/>
                  </a:lnTo>
                  <a:lnTo>
                    <a:pt x="86228" y="306166"/>
                  </a:lnTo>
                  <a:lnTo>
                    <a:pt x="83764" y="306166"/>
                  </a:lnTo>
                  <a:lnTo>
                    <a:pt x="81300" y="306166"/>
                  </a:lnTo>
                  <a:lnTo>
                    <a:pt x="78837" y="306166"/>
                  </a:lnTo>
                  <a:lnTo>
                    <a:pt x="76373" y="306166"/>
                  </a:lnTo>
                  <a:lnTo>
                    <a:pt x="73909" y="306166"/>
                  </a:lnTo>
                  <a:lnTo>
                    <a:pt x="71446" y="306166"/>
                  </a:lnTo>
                  <a:lnTo>
                    <a:pt x="68982" y="306166"/>
                  </a:lnTo>
                  <a:lnTo>
                    <a:pt x="66518" y="306166"/>
                  </a:lnTo>
                  <a:lnTo>
                    <a:pt x="64055" y="306166"/>
                  </a:lnTo>
                  <a:lnTo>
                    <a:pt x="61591" y="306166"/>
                  </a:lnTo>
                  <a:lnTo>
                    <a:pt x="59127" y="306166"/>
                  </a:lnTo>
                  <a:lnTo>
                    <a:pt x="56664" y="306166"/>
                  </a:lnTo>
                  <a:lnTo>
                    <a:pt x="54200" y="306166"/>
                  </a:lnTo>
                  <a:lnTo>
                    <a:pt x="51736" y="306166"/>
                  </a:lnTo>
                  <a:lnTo>
                    <a:pt x="49273" y="306166"/>
                  </a:lnTo>
                  <a:lnTo>
                    <a:pt x="46809" y="306166"/>
                  </a:lnTo>
                  <a:lnTo>
                    <a:pt x="44345" y="306166"/>
                  </a:lnTo>
                  <a:lnTo>
                    <a:pt x="41882" y="306166"/>
                  </a:lnTo>
                  <a:lnTo>
                    <a:pt x="39418" y="306166"/>
                  </a:lnTo>
                  <a:lnTo>
                    <a:pt x="36954" y="306166"/>
                  </a:lnTo>
                  <a:lnTo>
                    <a:pt x="34491" y="306166"/>
                  </a:lnTo>
                  <a:lnTo>
                    <a:pt x="32027" y="306166"/>
                  </a:lnTo>
                  <a:lnTo>
                    <a:pt x="29563" y="306166"/>
                  </a:lnTo>
                  <a:lnTo>
                    <a:pt x="27100" y="306166"/>
                  </a:lnTo>
                  <a:lnTo>
                    <a:pt x="24636" y="306166"/>
                  </a:lnTo>
                  <a:lnTo>
                    <a:pt x="22172" y="306166"/>
                  </a:lnTo>
                  <a:lnTo>
                    <a:pt x="19709" y="306166"/>
                  </a:lnTo>
                  <a:lnTo>
                    <a:pt x="17245" y="306166"/>
                  </a:lnTo>
                  <a:lnTo>
                    <a:pt x="14781" y="306166"/>
                  </a:lnTo>
                  <a:lnTo>
                    <a:pt x="12318" y="306166"/>
                  </a:lnTo>
                  <a:lnTo>
                    <a:pt x="9854" y="306166"/>
                  </a:lnTo>
                  <a:lnTo>
                    <a:pt x="7390" y="306166"/>
                  </a:lnTo>
                  <a:lnTo>
                    <a:pt x="4927" y="306166"/>
                  </a:lnTo>
                  <a:lnTo>
                    <a:pt x="2463" y="306166"/>
                  </a:lnTo>
                  <a:lnTo>
                    <a:pt x="0" y="30616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8529616" y="5847731"/>
              <a:ext cx="1258929" cy="305639"/>
            </a:xfrm>
            <a:custGeom>
              <a:avLst/>
              <a:pathLst>
                <a:path w="1258929" h="305639">
                  <a:moveTo>
                    <a:pt x="0" y="305639"/>
                  </a:moveTo>
                  <a:lnTo>
                    <a:pt x="2463" y="305600"/>
                  </a:lnTo>
                  <a:lnTo>
                    <a:pt x="4927" y="305559"/>
                  </a:lnTo>
                  <a:lnTo>
                    <a:pt x="7390" y="305515"/>
                  </a:lnTo>
                  <a:lnTo>
                    <a:pt x="9854" y="305470"/>
                  </a:lnTo>
                  <a:lnTo>
                    <a:pt x="12318" y="305422"/>
                  </a:lnTo>
                  <a:lnTo>
                    <a:pt x="14781" y="305370"/>
                  </a:lnTo>
                  <a:lnTo>
                    <a:pt x="17245" y="305317"/>
                  </a:lnTo>
                  <a:lnTo>
                    <a:pt x="19709" y="305262"/>
                  </a:lnTo>
                  <a:lnTo>
                    <a:pt x="22172" y="305202"/>
                  </a:lnTo>
                  <a:lnTo>
                    <a:pt x="24636" y="305141"/>
                  </a:lnTo>
                  <a:lnTo>
                    <a:pt x="27100" y="305077"/>
                  </a:lnTo>
                  <a:lnTo>
                    <a:pt x="29563" y="305010"/>
                  </a:lnTo>
                  <a:lnTo>
                    <a:pt x="32027" y="304939"/>
                  </a:lnTo>
                  <a:lnTo>
                    <a:pt x="34491" y="304867"/>
                  </a:lnTo>
                  <a:lnTo>
                    <a:pt x="36954" y="304791"/>
                  </a:lnTo>
                  <a:lnTo>
                    <a:pt x="39418" y="304712"/>
                  </a:lnTo>
                  <a:lnTo>
                    <a:pt x="41882" y="304630"/>
                  </a:lnTo>
                  <a:lnTo>
                    <a:pt x="44345" y="304545"/>
                  </a:lnTo>
                  <a:lnTo>
                    <a:pt x="46809" y="304457"/>
                  </a:lnTo>
                  <a:lnTo>
                    <a:pt x="49273" y="304366"/>
                  </a:lnTo>
                  <a:lnTo>
                    <a:pt x="51736" y="304272"/>
                  </a:lnTo>
                  <a:lnTo>
                    <a:pt x="54200" y="304175"/>
                  </a:lnTo>
                  <a:lnTo>
                    <a:pt x="56664" y="304074"/>
                  </a:lnTo>
                  <a:lnTo>
                    <a:pt x="59127" y="303972"/>
                  </a:lnTo>
                  <a:lnTo>
                    <a:pt x="61591" y="303865"/>
                  </a:lnTo>
                  <a:lnTo>
                    <a:pt x="64055" y="303756"/>
                  </a:lnTo>
                  <a:lnTo>
                    <a:pt x="66518" y="303644"/>
                  </a:lnTo>
                  <a:lnTo>
                    <a:pt x="68982" y="303529"/>
                  </a:lnTo>
                  <a:lnTo>
                    <a:pt x="71446" y="303411"/>
                  </a:lnTo>
                  <a:lnTo>
                    <a:pt x="73909" y="303291"/>
                  </a:lnTo>
                  <a:lnTo>
                    <a:pt x="76373" y="303168"/>
                  </a:lnTo>
                  <a:lnTo>
                    <a:pt x="78837" y="303042"/>
                  </a:lnTo>
                  <a:lnTo>
                    <a:pt x="81300" y="302914"/>
                  </a:lnTo>
                  <a:lnTo>
                    <a:pt x="83764" y="302784"/>
                  </a:lnTo>
                  <a:lnTo>
                    <a:pt x="86228" y="302651"/>
                  </a:lnTo>
                  <a:lnTo>
                    <a:pt x="88691" y="302515"/>
                  </a:lnTo>
                  <a:lnTo>
                    <a:pt x="91155" y="302378"/>
                  </a:lnTo>
                  <a:lnTo>
                    <a:pt x="93618" y="302238"/>
                  </a:lnTo>
                  <a:lnTo>
                    <a:pt x="96082" y="302097"/>
                  </a:lnTo>
                  <a:lnTo>
                    <a:pt x="98546" y="301953"/>
                  </a:lnTo>
                  <a:lnTo>
                    <a:pt x="101009" y="301808"/>
                  </a:lnTo>
                  <a:lnTo>
                    <a:pt x="103473" y="301661"/>
                  </a:lnTo>
                  <a:lnTo>
                    <a:pt x="105937" y="301513"/>
                  </a:lnTo>
                  <a:lnTo>
                    <a:pt x="108400" y="301363"/>
                  </a:lnTo>
                  <a:lnTo>
                    <a:pt x="110864" y="301212"/>
                  </a:lnTo>
                  <a:lnTo>
                    <a:pt x="113328" y="301060"/>
                  </a:lnTo>
                  <a:lnTo>
                    <a:pt x="115791" y="300907"/>
                  </a:lnTo>
                  <a:lnTo>
                    <a:pt x="118255" y="300753"/>
                  </a:lnTo>
                  <a:lnTo>
                    <a:pt x="120719" y="300598"/>
                  </a:lnTo>
                  <a:lnTo>
                    <a:pt x="123182" y="300442"/>
                  </a:lnTo>
                  <a:lnTo>
                    <a:pt x="125646" y="300286"/>
                  </a:lnTo>
                  <a:lnTo>
                    <a:pt x="128110" y="300129"/>
                  </a:lnTo>
                  <a:lnTo>
                    <a:pt x="130573" y="299973"/>
                  </a:lnTo>
                  <a:lnTo>
                    <a:pt x="133037" y="299816"/>
                  </a:lnTo>
                  <a:lnTo>
                    <a:pt x="135501" y="299659"/>
                  </a:lnTo>
                  <a:lnTo>
                    <a:pt x="137964" y="299502"/>
                  </a:lnTo>
                  <a:lnTo>
                    <a:pt x="140428" y="299345"/>
                  </a:lnTo>
                  <a:lnTo>
                    <a:pt x="142892" y="299188"/>
                  </a:lnTo>
                  <a:lnTo>
                    <a:pt x="145355" y="299033"/>
                  </a:lnTo>
                  <a:lnTo>
                    <a:pt x="147819" y="298877"/>
                  </a:lnTo>
                  <a:lnTo>
                    <a:pt x="150283" y="298722"/>
                  </a:lnTo>
                  <a:lnTo>
                    <a:pt x="152746" y="298569"/>
                  </a:lnTo>
                  <a:lnTo>
                    <a:pt x="155210" y="298416"/>
                  </a:lnTo>
                  <a:lnTo>
                    <a:pt x="157674" y="298264"/>
                  </a:lnTo>
                  <a:lnTo>
                    <a:pt x="160137" y="298113"/>
                  </a:lnTo>
                  <a:lnTo>
                    <a:pt x="162601" y="297964"/>
                  </a:lnTo>
                  <a:lnTo>
                    <a:pt x="165065" y="297816"/>
                  </a:lnTo>
                  <a:lnTo>
                    <a:pt x="167528" y="297670"/>
                  </a:lnTo>
                  <a:lnTo>
                    <a:pt x="169992" y="297525"/>
                  </a:lnTo>
                  <a:lnTo>
                    <a:pt x="172456" y="297382"/>
                  </a:lnTo>
                  <a:lnTo>
                    <a:pt x="174919" y="297241"/>
                  </a:lnTo>
                  <a:lnTo>
                    <a:pt x="177383" y="297102"/>
                  </a:lnTo>
                  <a:lnTo>
                    <a:pt x="179847" y="296964"/>
                  </a:lnTo>
                  <a:lnTo>
                    <a:pt x="182310" y="296830"/>
                  </a:lnTo>
                  <a:lnTo>
                    <a:pt x="184774" y="296697"/>
                  </a:lnTo>
                  <a:lnTo>
                    <a:pt x="187237" y="296567"/>
                  </a:lnTo>
                  <a:lnTo>
                    <a:pt x="189701" y="296440"/>
                  </a:lnTo>
                  <a:lnTo>
                    <a:pt x="192165" y="296315"/>
                  </a:lnTo>
                  <a:lnTo>
                    <a:pt x="194628" y="296192"/>
                  </a:lnTo>
                  <a:lnTo>
                    <a:pt x="197092" y="296073"/>
                  </a:lnTo>
                  <a:lnTo>
                    <a:pt x="199556" y="295957"/>
                  </a:lnTo>
                  <a:lnTo>
                    <a:pt x="202019" y="295843"/>
                  </a:lnTo>
                  <a:lnTo>
                    <a:pt x="204483" y="295732"/>
                  </a:lnTo>
                  <a:lnTo>
                    <a:pt x="206947" y="295626"/>
                  </a:lnTo>
                  <a:lnTo>
                    <a:pt x="209410" y="295522"/>
                  </a:lnTo>
                  <a:lnTo>
                    <a:pt x="211874" y="295421"/>
                  </a:lnTo>
                  <a:lnTo>
                    <a:pt x="214338" y="295324"/>
                  </a:lnTo>
                  <a:lnTo>
                    <a:pt x="216801" y="295231"/>
                  </a:lnTo>
                  <a:lnTo>
                    <a:pt x="219265" y="295140"/>
                  </a:lnTo>
                  <a:lnTo>
                    <a:pt x="221729" y="295054"/>
                  </a:lnTo>
                  <a:lnTo>
                    <a:pt x="224192" y="294972"/>
                  </a:lnTo>
                  <a:lnTo>
                    <a:pt x="226656" y="294892"/>
                  </a:lnTo>
                  <a:lnTo>
                    <a:pt x="229120" y="294817"/>
                  </a:lnTo>
                  <a:lnTo>
                    <a:pt x="231583" y="294746"/>
                  </a:lnTo>
                  <a:lnTo>
                    <a:pt x="234047" y="294678"/>
                  </a:lnTo>
                  <a:lnTo>
                    <a:pt x="236511" y="294613"/>
                  </a:lnTo>
                  <a:lnTo>
                    <a:pt x="238974" y="294553"/>
                  </a:lnTo>
                  <a:lnTo>
                    <a:pt x="241438" y="294497"/>
                  </a:lnTo>
                  <a:lnTo>
                    <a:pt x="243902" y="294443"/>
                  </a:lnTo>
                  <a:lnTo>
                    <a:pt x="246365" y="294395"/>
                  </a:lnTo>
                  <a:lnTo>
                    <a:pt x="248829" y="294350"/>
                  </a:lnTo>
                  <a:lnTo>
                    <a:pt x="251293" y="294308"/>
                  </a:lnTo>
                  <a:lnTo>
                    <a:pt x="253756" y="294270"/>
                  </a:lnTo>
                  <a:lnTo>
                    <a:pt x="256220" y="294235"/>
                  </a:lnTo>
                  <a:lnTo>
                    <a:pt x="258684" y="294204"/>
                  </a:lnTo>
                  <a:lnTo>
                    <a:pt x="261147" y="294176"/>
                  </a:lnTo>
                  <a:lnTo>
                    <a:pt x="263611" y="294151"/>
                  </a:lnTo>
                  <a:lnTo>
                    <a:pt x="266075" y="294130"/>
                  </a:lnTo>
                  <a:lnTo>
                    <a:pt x="268538" y="294110"/>
                  </a:lnTo>
                  <a:lnTo>
                    <a:pt x="271002" y="294094"/>
                  </a:lnTo>
                  <a:lnTo>
                    <a:pt x="273465" y="294081"/>
                  </a:lnTo>
                  <a:lnTo>
                    <a:pt x="275929" y="294069"/>
                  </a:lnTo>
                  <a:lnTo>
                    <a:pt x="278393" y="294060"/>
                  </a:lnTo>
                  <a:lnTo>
                    <a:pt x="280856" y="294053"/>
                  </a:lnTo>
                  <a:lnTo>
                    <a:pt x="283320" y="294047"/>
                  </a:lnTo>
                  <a:lnTo>
                    <a:pt x="285784" y="294042"/>
                  </a:lnTo>
                  <a:lnTo>
                    <a:pt x="288247" y="294039"/>
                  </a:lnTo>
                  <a:lnTo>
                    <a:pt x="290711" y="294037"/>
                  </a:lnTo>
                  <a:lnTo>
                    <a:pt x="293175" y="294034"/>
                  </a:lnTo>
                  <a:lnTo>
                    <a:pt x="295638" y="294032"/>
                  </a:lnTo>
                  <a:lnTo>
                    <a:pt x="298102" y="294030"/>
                  </a:lnTo>
                  <a:lnTo>
                    <a:pt x="300566" y="294027"/>
                  </a:lnTo>
                  <a:lnTo>
                    <a:pt x="303029" y="294023"/>
                  </a:lnTo>
                  <a:lnTo>
                    <a:pt x="305493" y="294017"/>
                  </a:lnTo>
                  <a:lnTo>
                    <a:pt x="307957" y="294010"/>
                  </a:lnTo>
                  <a:lnTo>
                    <a:pt x="310420" y="294000"/>
                  </a:lnTo>
                  <a:lnTo>
                    <a:pt x="312884" y="293987"/>
                  </a:lnTo>
                  <a:lnTo>
                    <a:pt x="315348" y="293971"/>
                  </a:lnTo>
                  <a:lnTo>
                    <a:pt x="317811" y="293951"/>
                  </a:lnTo>
                  <a:lnTo>
                    <a:pt x="320275" y="293926"/>
                  </a:lnTo>
                  <a:lnTo>
                    <a:pt x="322739" y="293897"/>
                  </a:lnTo>
                  <a:lnTo>
                    <a:pt x="325202" y="293863"/>
                  </a:lnTo>
                  <a:lnTo>
                    <a:pt x="327666" y="293820"/>
                  </a:lnTo>
                  <a:lnTo>
                    <a:pt x="330130" y="293773"/>
                  </a:lnTo>
                  <a:lnTo>
                    <a:pt x="332593" y="293719"/>
                  </a:lnTo>
                  <a:lnTo>
                    <a:pt x="335057" y="293653"/>
                  </a:lnTo>
                  <a:lnTo>
                    <a:pt x="337521" y="293581"/>
                  </a:lnTo>
                  <a:lnTo>
                    <a:pt x="339984" y="293501"/>
                  </a:lnTo>
                  <a:lnTo>
                    <a:pt x="342448" y="293408"/>
                  </a:lnTo>
                  <a:lnTo>
                    <a:pt x="344912" y="293304"/>
                  </a:lnTo>
                  <a:lnTo>
                    <a:pt x="347375" y="293191"/>
                  </a:lnTo>
                  <a:lnTo>
                    <a:pt x="349839" y="293065"/>
                  </a:lnTo>
                  <a:lnTo>
                    <a:pt x="352303" y="292924"/>
                  </a:lnTo>
                  <a:lnTo>
                    <a:pt x="354766" y="292772"/>
                  </a:lnTo>
                  <a:lnTo>
                    <a:pt x="357230" y="292606"/>
                  </a:lnTo>
                  <a:lnTo>
                    <a:pt x="359694" y="292421"/>
                  </a:lnTo>
                  <a:lnTo>
                    <a:pt x="362157" y="292222"/>
                  </a:lnTo>
                  <a:lnTo>
                    <a:pt x="364621" y="292011"/>
                  </a:lnTo>
                  <a:lnTo>
                    <a:pt x="367084" y="291774"/>
                  </a:lnTo>
                  <a:lnTo>
                    <a:pt x="369548" y="291523"/>
                  </a:lnTo>
                  <a:lnTo>
                    <a:pt x="372012" y="291256"/>
                  </a:lnTo>
                  <a:lnTo>
                    <a:pt x="374475" y="290965"/>
                  </a:lnTo>
                  <a:lnTo>
                    <a:pt x="376939" y="290654"/>
                  </a:lnTo>
                  <a:lnTo>
                    <a:pt x="379403" y="290326"/>
                  </a:lnTo>
                  <a:lnTo>
                    <a:pt x="381866" y="289975"/>
                  </a:lnTo>
                  <a:lnTo>
                    <a:pt x="384330" y="289598"/>
                  </a:lnTo>
                  <a:lnTo>
                    <a:pt x="386794" y="289204"/>
                  </a:lnTo>
                  <a:lnTo>
                    <a:pt x="389257" y="288787"/>
                  </a:lnTo>
                  <a:lnTo>
                    <a:pt x="391721" y="288339"/>
                  </a:lnTo>
                  <a:lnTo>
                    <a:pt x="394185" y="287872"/>
                  </a:lnTo>
                  <a:lnTo>
                    <a:pt x="396648" y="287385"/>
                  </a:lnTo>
                  <a:lnTo>
                    <a:pt x="399112" y="286863"/>
                  </a:lnTo>
                  <a:lnTo>
                    <a:pt x="401576" y="286320"/>
                  </a:lnTo>
                  <a:lnTo>
                    <a:pt x="404039" y="285755"/>
                  </a:lnTo>
                  <a:lnTo>
                    <a:pt x="406503" y="285159"/>
                  </a:lnTo>
                  <a:lnTo>
                    <a:pt x="408967" y="284537"/>
                  </a:lnTo>
                  <a:lnTo>
                    <a:pt x="411430" y="283893"/>
                  </a:lnTo>
                  <a:lnTo>
                    <a:pt x="413894" y="283221"/>
                  </a:lnTo>
                  <a:lnTo>
                    <a:pt x="416358" y="282519"/>
                  </a:lnTo>
                  <a:lnTo>
                    <a:pt x="418821" y="281795"/>
                  </a:lnTo>
                  <a:lnTo>
                    <a:pt x="421285" y="281048"/>
                  </a:lnTo>
                  <a:lnTo>
                    <a:pt x="423749" y="280266"/>
                  </a:lnTo>
                  <a:lnTo>
                    <a:pt x="426212" y="279464"/>
                  </a:lnTo>
                  <a:lnTo>
                    <a:pt x="428676" y="278642"/>
                  </a:lnTo>
                  <a:lnTo>
                    <a:pt x="431140" y="277785"/>
                  </a:lnTo>
                  <a:lnTo>
                    <a:pt x="433603" y="276908"/>
                  </a:lnTo>
                  <a:lnTo>
                    <a:pt x="436067" y="276012"/>
                  </a:lnTo>
                  <a:lnTo>
                    <a:pt x="438531" y="275087"/>
                  </a:lnTo>
                  <a:lnTo>
                    <a:pt x="440994" y="274141"/>
                  </a:lnTo>
                  <a:lnTo>
                    <a:pt x="443458" y="273177"/>
                  </a:lnTo>
                  <a:lnTo>
                    <a:pt x="445922" y="272191"/>
                  </a:lnTo>
                  <a:lnTo>
                    <a:pt x="448385" y="271183"/>
                  </a:lnTo>
                  <a:lnTo>
                    <a:pt x="450849" y="270160"/>
                  </a:lnTo>
                  <a:lnTo>
                    <a:pt x="453312" y="269121"/>
                  </a:lnTo>
                  <a:lnTo>
                    <a:pt x="455776" y="268061"/>
                  </a:lnTo>
                  <a:lnTo>
                    <a:pt x="458240" y="266989"/>
                  </a:lnTo>
                  <a:lnTo>
                    <a:pt x="460703" y="265907"/>
                  </a:lnTo>
                  <a:lnTo>
                    <a:pt x="463167" y="264808"/>
                  </a:lnTo>
                  <a:lnTo>
                    <a:pt x="465631" y="263701"/>
                  </a:lnTo>
                  <a:lnTo>
                    <a:pt x="468094" y="262586"/>
                  </a:lnTo>
                  <a:lnTo>
                    <a:pt x="470558" y="261463"/>
                  </a:lnTo>
                  <a:lnTo>
                    <a:pt x="473022" y="260334"/>
                  </a:lnTo>
                  <a:lnTo>
                    <a:pt x="475485" y="259202"/>
                  </a:lnTo>
                  <a:lnTo>
                    <a:pt x="477949" y="258068"/>
                  </a:lnTo>
                  <a:lnTo>
                    <a:pt x="480413" y="256933"/>
                  </a:lnTo>
                  <a:lnTo>
                    <a:pt x="482876" y="255800"/>
                  </a:lnTo>
                  <a:lnTo>
                    <a:pt x="485340" y="254669"/>
                  </a:lnTo>
                  <a:lnTo>
                    <a:pt x="487804" y="253545"/>
                  </a:lnTo>
                  <a:lnTo>
                    <a:pt x="490267" y="252428"/>
                  </a:lnTo>
                  <a:lnTo>
                    <a:pt x="492731" y="251317"/>
                  </a:lnTo>
                  <a:lnTo>
                    <a:pt x="495195" y="250220"/>
                  </a:lnTo>
                  <a:lnTo>
                    <a:pt x="497658" y="249135"/>
                  </a:lnTo>
                  <a:lnTo>
                    <a:pt x="500122" y="248062"/>
                  </a:lnTo>
                  <a:lnTo>
                    <a:pt x="502586" y="247007"/>
                  </a:lnTo>
                  <a:lnTo>
                    <a:pt x="505049" y="245972"/>
                  </a:lnTo>
                  <a:lnTo>
                    <a:pt x="507513" y="244953"/>
                  </a:lnTo>
                  <a:lnTo>
                    <a:pt x="509977" y="243956"/>
                  </a:lnTo>
                  <a:lnTo>
                    <a:pt x="512440" y="242987"/>
                  </a:lnTo>
                  <a:lnTo>
                    <a:pt x="514904" y="242038"/>
                  </a:lnTo>
                  <a:lnTo>
                    <a:pt x="517368" y="241111"/>
                  </a:lnTo>
                  <a:lnTo>
                    <a:pt x="519831" y="240222"/>
                  </a:lnTo>
                  <a:lnTo>
                    <a:pt x="522295" y="239358"/>
                  </a:lnTo>
                  <a:lnTo>
                    <a:pt x="524759" y="238517"/>
                  </a:lnTo>
                  <a:lnTo>
                    <a:pt x="527222" y="237719"/>
                  </a:lnTo>
                  <a:lnTo>
                    <a:pt x="529686" y="236951"/>
                  </a:lnTo>
                  <a:lnTo>
                    <a:pt x="532150" y="236210"/>
                  </a:lnTo>
                  <a:lnTo>
                    <a:pt x="534613" y="235510"/>
                  </a:lnTo>
                  <a:lnTo>
                    <a:pt x="537077" y="234848"/>
                  </a:lnTo>
                  <a:lnTo>
                    <a:pt x="539541" y="234216"/>
                  </a:lnTo>
                  <a:lnTo>
                    <a:pt x="542004" y="233621"/>
                  </a:lnTo>
                  <a:lnTo>
                    <a:pt x="544468" y="233072"/>
                  </a:lnTo>
                  <a:lnTo>
                    <a:pt x="546931" y="232554"/>
                  </a:lnTo>
                  <a:lnTo>
                    <a:pt x="549395" y="232068"/>
                  </a:lnTo>
                  <a:lnTo>
                    <a:pt x="551859" y="231636"/>
                  </a:lnTo>
                  <a:lnTo>
                    <a:pt x="554322" y="231235"/>
                  </a:lnTo>
                  <a:lnTo>
                    <a:pt x="556786" y="230864"/>
                  </a:lnTo>
                  <a:lnTo>
                    <a:pt x="559250" y="230544"/>
                  </a:lnTo>
                  <a:lnTo>
                    <a:pt x="561713" y="230259"/>
                  </a:lnTo>
                  <a:lnTo>
                    <a:pt x="564177" y="230003"/>
                  </a:lnTo>
                  <a:lnTo>
                    <a:pt x="566641" y="229790"/>
                  </a:lnTo>
                  <a:lnTo>
                    <a:pt x="569104" y="229617"/>
                  </a:lnTo>
                  <a:lnTo>
                    <a:pt x="571568" y="229471"/>
                  </a:lnTo>
                  <a:lnTo>
                    <a:pt x="574032" y="229360"/>
                  </a:lnTo>
                  <a:lnTo>
                    <a:pt x="576495" y="229290"/>
                  </a:lnTo>
                  <a:lnTo>
                    <a:pt x="578959" y="229245"/>
                  </a:lnTo>
                  <a:lnTo>
                    <a:pt x="581423" y="229226"/>
                  </a:lnTo>
                  <a:lnTo>
                    <a:pt x="583886" y="229249"/>
                  </a:lnTo>
                  <a:lnTo>
                    <a:pt x="586350" y="229294"/>
                  </a:lnTo>
                  <a:lnTo>
                    <a:pt x="588814" y="229360"/>
                  </a:lnTo>
                  <a:lnTo>
                    <a:pt x="591277" y="229459"/>
                  </a:lnTo>
                  <a:lnTo>
                    <a:pt x="593741" y="229578"/>
                  </a:lnTo>
                  <a:lnTo>
                    <a:pt x="596205" y="229715"/>
                  </a:lnTo>
                  <a:lnTo>
                    <a:pt x="598668" y="229874"/>
                  </a:lnTo>
                  <a:lnTo>
                    <a:pt x="601132" y="230051"/>
                  </a:lnTo>
                  <a:lnTo>
                    <a:pt x="603596" y="230240"/>
                  </a:lnTo>
                  <a:lnTo>
                    <a:pt x="606059" y="230443"/>
                  </a:lnTo>
                  <a:lnTo>
                    <a:pt x="608523" y="230659"/>
                  </a:lnTo>
                  <a:lnTo>
                    <a:pt x="610987" y="230882"/>
                  </a:lnTo>
                  <a:lnTo>
                    <a:pt x="613450" y="231111"/>
                  </a:lnTo>
                  <a:lnTo>
                    <a:pt x="615914" y="231347"/>
                  </a:lnTo>
                  <a:lnTo>
                    <a:pt x="618378" y="231583"/>
                  </a:lnTo>
                  <a:lnTo>
                    <a:pt x="620841" y="231820"/>
                  </a:lnTo>
                  <a:lnTo>
                    <a:pt x="623305" y="232053"/>
                  </a:lnTo>
                  <a:lnTo>
                    <a:pt x="625769" y="232282"/>
                  </a:lnTo>
                  <a:lnTo>
                    <a:pt x="628232" y="232505"/>
                  </a:lnTo>
                  <a:lnTo>
                    <a:pt x="630696" y="232718"/>
                  </a:lnTo>
                  <a:lnTo>
                    <a:pt x="633159" y="232918"/>
                  </a:lnTo>
                  <a:lnTo>
                    <a:pt x="635623" y="233106"/>
                  </a:lnTo>
                  <a:lnTo>
                    <a:pt x="638087" y="233280"/>
                  </a:lnTo>
                  <a:lnTo>
                    <a:pt x="640550" y="233431"/>
                  </a:lnTo>
                  <a:lnTo>
                    <a:pt x="643014" y="233564"/>
                  </a:lnTo>
                  <a:lnTo>
                    <a:pt x="645478" y="233681"/>
                  </a:lnTo>
                  <a:lnTo>
                    <a:pt x="647941" y="233762"/>
                  </a:lnTo>
                  <a:lnTo>
                    <a:pt x="650405" y="233821"/>
                  </a:lnTo>
                  <a:lnTo>
                    <a:pt x="652869" y="233858"/>
                  </a:lnTo>
                  <a:lnTo>
                    <a:pt x="655332" y="233857"/>
                  </a:lnTo>
                  <a:lnTo>
                    <a:pt x="657796" y="233824"/>
                  </a:lnTo>
                  <a:lnTo>
                    <a:pt x="660260" y="233764"/>
                  </a:lnTo>
                  <a:lnTo>
                    <a:pt x="662723" y="233665"/>
                  </a:lnTo>
                  <a:lnTo>
                    <a:pt x="665187" y="233524"/>
                  </a:lnTo>
                  <a:lnTo>
                    <a:pt x="667651" y="233352"/>
                  </a:lnTo>
                  <a:lnTo>
                    <a:pt x="670114" y="233142"/>
                  </a:lnTo>
                  <a:lnTo>
                    <a:pt x="672578" y="232878"/>
                  </a:lnTo>
                  <a:lnTo>
                    <a:pt x="675042" y="232579"/>
                  </a:lnTo>
                  <a:lnTo>
                    <a:pt x="677505" y="232245"/>
                  </a:lnTo>
                  <a:lnTo>
                    <a:pt x="679969" y="231848"/>
                  </a:lnTo>
                  <a:lnTo>
                    <a:pt x="682433" y="231411"/>
                  </a:lnTo>
                  <a:lnTo>
                    <a:pt x="684896" y="230937"/>
                  </a:lnTo>
                  <a:lnTo>
                    <a:pt x="687360" y="230403"/>
                  </a:lnTo>
                  <a:lnTo>
                    <a:pt x="689824" y="229819"/>
                  </a:lnTo>
                  <a:lnTo>
                    <a:pt x="692287" y="229196"/>
                  </a:lnTo>
                  <a:lnTo>
                    <a:pt x="694751" y="228518"/>
                  </a:lnTo>
                  <a:lnTo>
                    <a:pt x="697215" y="227781"/>
                  </a:lnTo>
                  <a:lnTo>
                    <a:pt x="699678" y="227001"/>
                  </a:lnTo>
                  <a:lnTo>
                    <a:pt x="702142" y="226174"/>
                  </a:lnTo>
                  <a:lnTo>
                    <a:pt x="704606" y="225277"/>
                  </a:lnTo>
                  <a:lnTo>
                    <a:pt x="707069" y="224338"/>
                  </a:lnTo>
                  <a:lnTo>
                    <a:pt x="709533" y="223356"/>
                  </a:lnTo>
                  <a:lnTo>
                    <a:pt x="711997" y="222298"/>
                  </a:lnTo>
                  <a:lnTo>
                    <a:pt x="714460" y="221196"/>
                  </a:lnTo>
                  <a:lnTo>
                    <a:pt x="716924" y="220049"/>
                  </a:lnTo>
                  <a:lnTo>
                    <a:pt x="719388" y="218837"/>
                  </a:lnTo>
                  <a:lnTo>
                    <a:pt x="721851" y="217569"/>
                  </a:lnTo>
                  <a:lnTo>
                    <a:pt x="724315" y="216258"/>
                  </a:lnTo>
                  <a:lnTo>
                    <a:pt x="726778" y="214890"/>
                  </a:lnTo>
                  <a:lnTo>
                    <a:pt x="729242" y="213458"/>
                  </a:lnTo>
                  <a:lnTo>
                    <a:pt x="731706" y="211982"/>
                  </a:lnTo>
                  <a:lnTo>
                    <a:pt x="734169" y="210458"/>
                  </a:lnTo>
                  <a:lnTo>
                    <a:pt x="736633" y="208862"/>
                  </a:lnTo>
                  <a:lnTo>
                    <a:pt x="739097" y="207223"/>
                  </a:lnTo>
                  <a:lnTo>
                    <a:pt x="741560" y="205542"/>
                  </a:lnTo>
                  <a:lnTo>
                    <a:pt x="744024" y="203787"/>
                  </a:lnTo>
                  <a:lnTo>
                    <a:pt x="746488" y="201987"/>
                  </a:lnTo>
                  <a:lnTo>
                    <a:pt x="748951" y="200144"/>
                  </a:lnTo>
                  <a:lnTo>
                    <a:pt x="751415" y="198239"/>
                  </a:lnTo>
                  <a:lnTo>
                    <a:pt x="753879" y="196279"/>
                  </a:lnTo>
                  <a:lnTo>
                    <a:pt x="756342" y="194279"/>
                  </a:lnTo>
                  <a:lnTo>
                    <a:pt x="758806" y="192225"/>
                  </a:lnTo>
                  <a:lnTo>
                    <a:pt x="761270" y="190109"/>
                  </a:lnTo>
                  <a:lnTo>
                    <a:pt x="763733" y="187954"/>
                  </a:lnTo>
                  <a:lnTo>
                    <a:pt x="766197" y="185754"/>
                  </a:lnTo>
                  <a:lnTo>
                    <a:pt x="768661" y="183486"/>
                  </a:lnTo>
                  <a:lnTo>
                    <a:pt x="771124" y="181179"/>
                  </a:lnTo>
                  <a:lnTo>
                    <a:pt x="773588" y="178833"/>
                  </a:lnTo>
                  <a:lnTo>
                    <a:pt x="776052" y="176421"/>
                  </a:lnTo>
                  <a:lnTo>
                    <a:pt x="778515" y="173966"/>
                  </a:lnTo>
                  <a:lnTo>
                    <a:pt x="780979" y="171474"/>
                  </a:lnTo>
                  <a:lnTo>
                    <a:pt x="783443" y="168925"/>
                  </a:lnTo>
                  <a:lnTo>
                    <a:pt x="785906" y="166329"/>
                  </a:lnTo>
                  <a:lnTo>
                    <a:pt x="788370" y="163696"/>
                  </a:lnTo>
                  <a:lnTo>
                    <a:pt x="790834" y="161016"/>
                  </a:lnTo>
                  <a:lnTo>
                    <a:pt x="793297" y="158283"/>
                  </a:lnTo>
                  <a:lnTo>
                    <a:pt x="795761" y="155516"/>
                  </a:lnTo>
                  <a:lnTo>
                    <a:pt x="798225" y="152712"/>
                  </a:lnTo>
                  <a:lnTo>
                    <a:pt x="800688" y="149851"/>
                  </a:lnTo>
                  <a:lnTo>
                    <a:pt x="803152" y="146957"/>
                  </a:lnTo>
                  <a:lnTo>
                    <a:pt x="805616" y="144032"/>
                  </a:lnTo>
                  <a:lnTo>
                    <a:pt x="808079" y="141056"/>
                  </a:lnTo>
                  <a:lnTo>
                    <a:pt x="810543" y="138048"/>
                  </a:lnTo>
                  <a:lnTo>
                    <a:pt x="813006" y="135011"/>
                  </a:lnTo>
                  <a:lnTo>
                    <a:pt x="815470" y="131933"/>
                  </a:lnTo>
                  <a:lnTo>
                    <a:pt x="817934" y="128822"/>
                  </a:lnTo>
                  <a:lnTo>
                    <a:pt x="820397" y="125686"/>
                  </a:lnTo>
                  <a:lnTo>
                    <a:pt x="822861" y="122521"/>
                  </a:lnTo>
                  <a:lnTo>
                    <a:pt x="825325" y="119324"/>
                  </a:lnTo>
                  <a:lnTo>
                    <a:pt x="827788" y="116107"/>
                  </a:lnTo>
                  <a:lnTo>
                    <a:pt x="830252" y="112870"/>
                  </a:lnTo>
                  <a:lnTo>
                    <a:pt x="832716" y="109606"/>
                  </a:lnTo>
                  <a:lnTo>
                    <a:pt x="835179" y="106328"/>
                  </a:lnTo>
                  <a:lnTo>
                    <a:pt x="837643" y="103038"/>
                  </a:lnTo>
                  <a:lnTo>
                    <a:pt x="840107" y="99731"/>
                  </a:lnTo>
                  <a:lnTo>
                    <a:pt x="842570" y="96417"/>
                  </a:lnTo>
                  <a:lnTo>
                    <a:pt x="845034" y="93097"/>
                  </a:lnTo>
                  <a:lnTo>
                    <a:pt x="847498" y="89773"/>
                  </a:lnTo>
                  <a:lnTo>
                    <a:pt x="849961" y="86451"/>
                  </a:lnTo>
                  <a:lnTo>
                    <a:pt x="852425" y="83131"/>
                  </a:lnTo>
                  <a:lnTo>
                    <a:pt x="854889" y="79818"/>
                  </a:lnTo>
                  <a:lnTo>
                    <a:pt x="857352" y="76519"/>
                  </a:lnTo>
                  <a:lnTo>
                    <a:pt x="859816" y="73232"/>
                  </a:lnTo>
                  <a:lnTo>
                    <a:pt x="862280" y="69960"/>
                  </a:lnTo>
                  <a:lnTo>
                    <a:pt x="864743" y="66719"/>
                  </a:lnTo>
                  <a:lnTo>
                    <a:pt x="867207" y="63501"/>
                  </a:lnTo>
                  <a:lnTo>
                    <a:pt x="869671" y="60307"/>
                  </a:lnTo>
                  <a:lnTo>
                    <a:pt x="872134" y="57159"/>
                  </a:lnTo>
                  <a:lnTo>
                    <a:pt x="874598" y="54049"/>
                  </a:lnTo>
                  <a:lnTo>
                    <a:pt x="877062" y="50974"/>
                  </a:lnTo>
                  <a:lnTo>
                    <a:pt x="879525" y="47952"/>
                  </a:lnTo>
                  <a:lnTo>
                    <a:pt x="881989" y="44991"/>
                  </a:lnTo>
                  <a:lnTo>
                    <a:pt x="884453" y="42075"/>
                  </a:lnTo>
                  <a:lnTo>
                    <a:pt x="886916" y="39219"/>
                  </a:lnTo>
                  <a:lnTo>
                    <a:pt x="889380" y="36447"/>
                  </a:lnTo>
                  <a:lnTo>
                    <a:pt x="891844" y="33733"/>
                  </a:lnTo>
                  <a:lnTo>
                    <a:pt x="894307" y="31079"/>
                  </a:lnTo>
                  <a:lnTo>
                    <a:pt x="896771" y="28539"/>
                  </a:lnTo>
                  <a:lnTo>
                    <a:pt x="899235" y="26068"/>
                  </a:lnTo>
                  <a:lnTo>
                    <a:pt x="901698" y="23668"/>
                  </a:lnTo>
                  <a:lnTo>
                    <a:pt x="904162" y="21386"/>
                  </a:lnTo>
                  <a:lnTo>
                    <a:pt x="906625" y="19198"/>
                  </a:lnTo>
                  <a:lnTo>
                    <a:pt x="909089" y="17091"/>
                  </a:lnTo>
                  <a:lnTo>
                    <a:pt x="911553" y="15101"/>
                  </a:lnTo>
                  <a:lnTo>
                    <a:pt x="914016" y="13234"/>
                  </a:lnTo>
                  <a:lnTo>
                    <a:pt x="916480" y="11457"/>
                  </a:lnTo>
                  <a:lnTo>
                    <a:pt x="918944" y="9790"/>
                  </a:lnTo>
                  <a:lnTo>
                    <a:pt x="921407" y="8276"/>
                  </a:lnTo>
                  <a:lnTo>
                    <a:pt x="923871" y="6862"/>
                  </a:lnTo>
                  <a:lnTo>
                    <a:pt x="926335" y="5547"/>
                  </a:lnTo>
                  <a:lnTo>
                    <a:pt x="928798" y="4415"/>
                  </a:lnTo>
                  <a:lnTo>
                    <a:pt x="931262" y="3390"/>
                  </a:lnTo>
                  <a:lnTo>
                    <a:pt x="933726" y="2472"/>
                  </a:lnTo>
                  <a:lnTo>
                    <a:pt x="936189" y="1724"/>
                  </a:lnTo>
                  <a:lnTo>
                    <a:pt x="938653" y="1111"/>
                  </a:lnTo>
                  <a:lnTo>
                    <a:pt x="941117" y="608"/>
                  </a:lnTo>
                  <a:lnTo>
                    <a:pt x="943580" y="260"/>
                  </a:lnTo>
                  <a:lnTo>
                    <a:pt x="946044" y="73"/>
                  </a:lnTo>
                  <a:lnTo>
                    <a:pt x="948508" y="0"/>
                  </a:lnTo>
                  <a:lnTo>
                    <a:pt x="950971" y="60"/>
                  </a:lnTo>
                  <a:lnTo>
                    <a:pt x="953435" y="307"/>
                  </a:lnTo>
                  <a:lnTo>
                    <a:pt x="955899" y="668"/>
                  </a:lnTo>
                  <a:lnTo>
                    <a:pt x="958362" y="1145"/>
                  </a:lnTo>
                  <a:lnTo>
                    <a:pt x="960826" y="1823"/>
                  </a:lnTo>
                  <a:lnTo>
                    <a:pt x="963290" y="2618"/>
                  </a:lnTo>
                  <a:lnTo>
                    <a:pt x="965753" y="3526"/>
                  </a:lnTo>
                  <a:lnTo>
                    <a:pt x="968217" y="4610"/>
                  </a:lnTo>
                  <a:lnTo>
                    <a:pt x="970681" y="5830"/>
                  </a:lnTo>
                  <a:lnTo>
                    <a:pt x="973144" y="7160"/>
                  </a:lnTo>
                  <a:lnTo>
                    <a:pt x="975608" y="8637"/>
                  </a:lnTo>
                  <a:lnTo>
                    <a:pt x="978072" y="10266"/>
                  </a:lnTo>
                  <a:lnTo>
                    <a:pt x="980535" y="12001"/>
                  </a:lnTo>
                  <a:lnTo>
                    <a:pt x="982999" y="13854"/>
                  </a:lnTo>
                  <a:lnTo>
                    <a:pt x="985463" y="15871"/>
                  </a:lnTo>
                  <a:lnTo>
                    <a:pt x="987926" y="17986"/>
                  </a:lnTo>
                  <a:lnTo>
                    <a:pt x="990390" y="20198"/>
                  </a:lnTo>
                  <a:lnTo>
                    <a:pt x="992853" y="22571"/>
                  </a:lnTo>
                  <a:lnTo>
                    <a:pt x="995317" y="25038"/>
                  </a:lnTo>
                  <a:lnTo>
                    <a:pt x="997781" y="27593"/>
                  </a:lnTo>
                  <a:lnTo>
                    <a:pt x="1000244" y="30278"/>
                  </a:lnTo>
                  <a:lnTo>
                    <a:pt x="1002708" y="33064"/>
                  </a:lnTo>
                  <a:lnTo>
                    <a:pt x="1005172" y="35928"/>
                  </a:lnTo>
                  <a:lnTo>
                    <a:pt x="1007635" y="38892"/>
                  </a:lnTo>
                  <a:lnTo>
                    <a:pt x="1010099" y="41960"/>
                  </a:lnTo>
                  <a:lnTo>
                    <a:pt x="1012563" y="45095"/>
                  </a:lnTo>
                  <a:lnTo>
                    <a:pt x="1015026" y="48304"/>
                  </a:lnTo>
                  <a:lnTo>
                    <a:pt x="1017490" y="51615"/>
                  </a:lnTo>
                  <a:lnTo>
                    <a:pt x="1019954" y="54981"/>
                  </a:lnTo>
                  <a:lnTo>
                    <a:pt x="1022417" y="58403"/>
                  </a:lnTo>
                  <a:lnTo>
                    <a:pt x="1024881" y="61912"/>
                  </a:lnTo>
                  <a:lnTo>
                    <a:pt x="1027345" y="65469"/>
                  </a:lnTo>
                  <a:lnTo>
                    <a:pt x="1029808" y="69069"/>
                  </a:lnTo>
                  <a:lnTo>
                    <a:pt x="1032272" y="72731"/>
                  </a:lnTo>
                  <a:lnTo>
                    <a:pt x="1034736" y="76438"/>
                  </a:lnTo>
                  <a:lnTo>
                    <a:pt x="1037199" y="80176"/>
                  </a:lnTo>
                  <a:lnTo>
                    <a:pt x="1039663" y="83955"/>
                  </a:lnTo>
                  <a:lnTo>
                    <a:pt x="1042127" y="87770"/>
                  </a:lnTo>
                  <a:lnTo>
                    <a:pt x="1044590" y="91607"/>
                  </a:lnTo>
                  <a:lnTo>
                    <a:pt x="1047054" y="95466"/>
                  </a:lnTo>
                  <a:lnTo>
                    <a:pt x="1049518" y="99351"/>
                  </a:lnTo>
                  <a:lnTo>
                    <a:pt x="1051981" y="103247"/>
                  </a:lnTo>
                  <a:lnTo>
                    <a:pt x="1054445" y="107154"/>
                  </a:lnTo>
                  <a:lnTo>
                    <a:pt x="1056909" y="111071"/>
                  </a:lnTo>
                  <a:lnTo>
                    <a:pt x="1059372" y="114990"/>
                  </a:lnTo>
                  <a:lnTo>
                    <a:pt x="1061836" y="118911"/>
                  </a:lnTo>
                  <a:lnTo>
                    <a:pt x="1064300" y="122828"/>
                  </a:lnTo>
                  <a:lnTo>
                    <a:pt x="1066763" y="126737"/>
                  </a:lnTo>
                  <a:lnTo>
                    <a:pt x="1069227" y="130638"/>
                  </a:lnTo>
                  <a:lnTo>
                    <a:pt x="1071691" y="134527"/>
                  </a:lnTo>
                  <a:lnTo>
                    <a:pt x="1074154" y="138395"/>
                  </a:lnTo>
                  <a:lnTo>
                    <a:pt x="1076618" y="142248"/>
                  </a:lnTo>
                  <a:lnTo>
                    <a:pt x="1079082" y="146082"/>
                  </a:lnTo>
                  <a:lnTo>
                    <a:pt x="1081545" y="149883"/>
                  </a:lnTo>
                  <a:lnTo>
                    <a:pt x="1084009" y="153660"/>
                  </a:lnTo>
                  <a:lnTo>
                    <a:pt x="1086472" y="157415"/>
                  </a:lnTo>
                  <a:lnTo>
                    <a:pt x="1088936" y="161126"/>
                  </a:lnTo>
                  <a:lnTo>
                    <a:pt x="1091400" y="164806"/>
                  </a:lnTo>
                  <a:lnTo>
                    <a:pt x="1093863" y="168456"/>
                  </a:lnTo>
                  <a:lnTo>
                    <a:pt x="1096327" y="172061"/>
                  </a:lnTo>
                  <a:lnTo>
                    <a:pt x="1098791" y="175623"/>
                  </a:lnTo>
                  <a:lnTo>
                    <a:pt x="1101254" y="179150"/>
                  </a:lnTo>
                  <a:lnTo>
                    <a:pt x="1103718" y="182634"/>
                  </a:lnTo>
                  <a:lnTo>
                    <a:pt x="1106182" y="186061"/>
                  </a:lnTo>
                  <a:lnTo>
                    <a:pt x="1108645" y="189449"/>
                  </a:lnTo>
                  <a:lnTo>
                    <a:pt x="1111109" y="192797"/>
                  </a:lnTo>
                  <a:lnTo>
                    <a:pt x="1113573" y="196076"/>
                  </a:lnTo>
                  <a:lnTo>
                    <a:pt x="1116036" y="199313"/>
                  </a:lnTo>
                  <a:lnTo>
                    <a:pt x="1118500" y="202509"/>
                  </a:lnTo>
                  <a:lnTo>
                    <a:pt x="1120964" y="205634"/>
                  </a:lnTo>
                  <a:lnTo>
                    <a:pt x="1123427" y="208709"/>
                  </a:lnTo>
                  <a:lnTo>
                    <a:pt x="1125891" y="211741"/>
                  </a:lnTo>
                  <a:lnTo>
                    <a:pt x="1128355" y="214708"/>
                  </a:lnTo>
                  <a:lnTo>
                    <a:pt x="1130818" y="217614"/>
                  </a:lnTo>
                  <a:lnTo>
                    <a:pt x="1133282" y="220475"/>
                  </a:lnTo>
                  <a:lnTo>
                    <a:pt x="1135746" y="223279"/>
                  </a:lnTo>
                  <a:lnTo>
                    <a:pt x="1138209" y="226010"/>
                  </a:lnTo>
                  <a:lnTo>
                    <a:pt x="1140673" y="228696"/>
                  </a:lnTo>
                  <a:lnTo>
                    <a:pt x="1143137" y="231333"/>
                  </a:lnTo>
                  <a:lnTo>
                    <a:pt x="1145600" y="233888"/>
                  </a:lnTo>
                  <a:lnTo>
                    <a:pt x="1148064" y="236395"/>
                  </a:lnTo>
                  <a:lnTo>
                    <a:pt x="1150528" y="238856"/>
                  </a:lnTo>
                  <a:lnTo>
                    <a:pt x="1152991" y="241241"/>
                  </a:lnTo>
                  <a:lnTo>
                    <a:pt x="1155455" y="243571"/>
                  </a:lnTo>
                  <a:lnTo>
                    <a:pt x="1157919" y="245855"/>
                  </a:lnTo>
                  <a:lnTo>
                    <a:pt x="1160382" y="248072"/>
                  </a:lnTo>
                  <a:lnTo>
                    <a:pt x="1162846" y="250226"/>
                  </a:lnTo>
                  <a:lnTo>
                    <a:pt x="1165310" y="252335"/>
                  </a:lnTo>
                  <a:lnTo>
                    <a:pt x="1167773" y="254387"/>
                  </a:lnTo>
                  <a:lnTo>
                    <a:pt x="1170237" y="256369"/>
                  </a:lnTo>
                  <a:lnTo>
                    <a:pt x="1172701" y="258306"/>
                  </a:lnTo>
                  <a:lnTo>
                    <a:pt x="1175164" y="260197"/>
                  </a:lnTo>
                  <a:lnTo>
                    <a:pt x="1177628" y="262011"/>
                  </a:lnTo>
                  <a:lnTo>
                    <a:pt x="1180091" y="263781"/>
                  </a:lnTo>
                  <a:lnTo>
                    <a:pt x="1182555" y="265509"/>
                  </a:lnTo>
                  <a:lnTo>
                    <a:pt x="1185019" y="267169"/>
                  </a:lnTo>
                  <a:lnTo>
                    <a:pt x="1187482" y="268779"/>
                  </a:lnTo>
                  <a:lnTo>
                    <a:pt x="1189946" y="270348"/>
                  </a:lnTo>
                  <a:lnTo>
                    <a:pt x="1192410" y="271861"/>
                  </a:lnTo>
                  <a:lnTo>
                    <a:pt x="1194873" y="273319"/>
                  </a:lnTo>
                  <a:lnTo>
                    <a:pt x="1197337" y="274738"/>
                  </a:lnTo>
                  <a:lnTo>
                    <a:pt x="1199801" y="276111"/>
                  </a:lnTo>
                  <a:lnTo>
                    <a:pt x="1202264" y="277424"/>
                  </a:lnTo>
                  <a:lnTo>
                    <a:pt x="1204728" y="278701"/>
                  </a:lnTo>
                  <a:lnTo>
                    <a:pt x="1207192" y="279942"/>
                  </a:lnTo>
                  <a:lnTo>
                    <a:pt x="1209655" y="281120"/>
                  </a:lnTo>
                  <a:lnTo>
                    <a:pt x="1212119" y="282263"/>
                  </a:lnTo>
                  <a:lnTo>
                    <a:pt x="1214583" y="283373"/>
                  </a:lnTo>
                  <a:lnTo>
                    <a:pt x="1217046" y="284431"/>
                  </a:lnTo>
                  <a:lnTo>
                    <a:pt x="1219510" y="285450"/>
                  </a:lnTo>
                  <a:lnTo>
                    <a:pt x="1221974" y="286438"/>
                  </a:lnTo>
                  <a:lnTo>
                    <a:pt x="1224437" y="287384"/>
                  </a:lnTo>
                  <a:lnTo>
                    <a:pt x="1226901" y="288289"/>
                  </a:lnTo>
                  <a:lnTo>
                    <a:pt x="1229365" y="289164"/>
                  </a:lnTo>
                  <a:lnTo>
                    <a:pt x="1231828" y="290007"/>
                  </a:lnTo>
                  <a:lnTo>
                    <a:pt x="1234292" y="290806"/>
                  </a:lnTo>
                  <a:lnTo>
                    <a:pt x="1236756" y="291579"/>
                  </a:lnTo>
                  <a:lnTo>
                    <a:pt x="1239219" y="292325"/>
                  </a:lnTo>
                  <a:lnTo>
                    <a:pt x="1241683" y="293028"/>
                  </a:lnTo>
                  <a:lnTo>
                    <a:pt x="1244147" y="293707"/>
                  </a:lnTo>
                  <a:lnTo>
                    <a:pt x="1246610" y="294362"/>
                  </a:lnTo>
                  <a:lnTo>
                    <a:pt x="1249074" y="294981"/>
                  </a:lnTo>
                  <a:lnTo>
                    <a:pt x="1251538" y="295574"/>
                  </a:lnTo>
                  <a:lnTo>
                    <a:pt x="1254001" y="296146"/>
                  </a:lnTo>
                  <a:lnTo>
                    <a:pt x="1256465" y="296690"/>
                  </a:lnTo>
                  <a:lnTo>
                    <a:pt x="1258929" y="297206"/>
                  </a:lnTo>
                </a:path>
              </a:pathLst>
            </a:cu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8529616" y="5999598"/>
              <a:ext cx="1258929" cy="154299"/>
            </a:xfrm>
            <a:custGeom>
              <a:avLst/>
              <a:pathLst>
                <a:path w="1258929" h="154299">
                  <a:moveTo>
                    <a:pt x="0" y="152703"/>
                  </a:moveTo>
                  <a:lnTo>
                    <a:pt x="2463" y="152656"/>
                  </a:lnTo>
                  <a:lnTo>
                    <a:pt x="4927" y="152606"/>
                  </a:lnTo>
                  <a:lnTo>
                    <a:pt x="7390" y="152556"/>
                  </a:lnTo>
                  <a:lnTo>
                    <a:pt x="9854" y="152503"/>
                  </a:lnTo>
                  <a:lnTo>
                    <a:pt x="12318" y="152450"/>
                  </a:lnTo>
                  <a:lnTo>
                    <a:pt x="14781" y="152395"/>
                  </a:lnTo>
                  <a:lnTo>
                    <a:pt x="17245" y="152340"/>
                  </a:lnTo>
                  <a:lnTo>
                    <a:pt x="19709" y="152282"/>
                  </a:lnTo>
                  <a:lnTo>
                    <a:pt x="22172" y="152223"/>
                  </a:lnTo>
                  <a:lnTo>
                    <a:pt x="24636" y="152162"/>
                  </a:lnTo>
                  <a:lnTo>
                    <a:pt x="27100" y="152101"/>
                  </a:lnTo>
                  <a:lnTo>
                    <a:pt x="29563" y="152037"/>
                  </a:lnTo>
                  <a:lnTo>
                    <a:pt x="32027" y="151972"/>
                  </a:lnTo>
                  <a:lnTo>
                    <a:pt x="34491" y="151906"/>
                  </a:lnTo>
                  <a:lnTo>
                    <a:pt x="36954" y="151838"/>
                  </a:lnTo>
                  <a:lnTo>
                    <a:pt x="39418" y="151767"/>
                  </a:lnTo>
                  <a:lnTo>
                    <a:pt x="41882" y="151696"/>
                  </a:lnTo>
                  <a:lnTo>
                    <a:pt x="44345" y="151622"/>
                  </a:lnTo>
                  <a:lnTo>
                    <a:pt x="46809" y="151547"/>
                  </a:lnTo>
                  <a:lnTo>
                    <a:pt x="49273" y="151470"/>
                  </a:lnTo>
                  <a:lnTo>
                    <a:pt x="51736" y="151391"/>
                  </a:lnTo>
                  <a:lnTo>
                    <a:pt x="54200" y="151311"/>
                  </a:lnTo>
                  <a:lnTo>
                    <a:pt x="56664" y="151228"/>
                  </a:lnTo>
                  <a:lnTo>
                    <a:pt x="59127" y="151143"/>
                  </a:lnTo>
                  <a:lnTo>
                    <a:pt x="61591" y="151057"/>
                  </a:lnTo>
                  <a:lnTo>
                    <a:pt x="64055" y="150968"/>
                  </a:lnTo>
                  <a:lnTo>
                    <a:pt x="66518" y="150877"/>
                  </a:lnTo>
                  <a:lnTo>
                    <a:pt x="68982" y="150784"/>
                  </a:lnTo>
                  <a:lnTo>
                    <a:pt x="71446" y="150689"/>
                  </a:lnTo>
                  <a:lnTo>
                    <a:pt x="73909" y="150591"/>
                  </a:lnTo>
                  <a:lnTo>
                    <a:pt x="76373" y="150492"/>
                  </a:lnTo>
                  <a:lnTo>
                    <a:pt x="78837" y="150390"/>
                  </a:lnTo>
                  <a:lnTo>
                    <a:pt x="81300" y="150285"/>
                  </a:lnTo>
                  <a:lnTo>
                    <a:pt x="83764" y="150179"/>
                  </a:lnTo>
                  <a:lnTo>
                    <a:pt x="86228" y="150069"/>
                  </a:lnTo>
                  <a:lnTo>
                    <a:pt x="88691" y="149958"/>
                  </a:lnTo>
                  <a:lnTo>
                    <a:pt x="91155" y="149843"/>
                  </a:lnTo>
                  <a:lnTo>
                    <a:pt x="93618" y="149726"/>
                  </a:lnTo>
                  <a:lnTo>
                    <a:pt x="96082" y="149606"/>
                  </a:lnTo>
                  <a:lnTo>
                    <a:pt x="98546" y="149484"/>
                  </a:lnTo>
                  <a:lnTo>
                    <a:pt x="101009" y="149359"/>
                  </a:lnTo>
                  <a:lnTo>
                    <a:pt x="103473" y="149231"/>
                  </a:lnTo>
                  <a:lnTo>
                    <a:pt x="105937" y="149100"/>
                  </a:lnTo>
                  <a:lnTo>
                    <a:pt x="108400" y="148967"/>
                  </a:lnTo>
                  <a:lnTo>
                    <a:pt x="110864" y="148829"/>
                  </a:lnTo>
                  <a:lnTo>
                    <a:pt x="113328" y="148690"/>
                  </a:lnTo>
                  <a:lnTo>
                    <a:pt x="115791" y="148546"/>
                  </a:lnTo>
                  <a:lnTo>
                    <a:pt x="118255" y="148401"/>
                  </a:lnTo>
                  <a:lnTo>
                    <a:pt x="120719" y="148251"/>
                  </a:lnTo>
                  <a:lnTo>
                    <a:pt x="123182" y="148099"/>
                  </a:lnTo>
                  <a:lnTo>
                    <a:pt x="125646" y="147942"/>
                  </a:lnTo>
                  <a:lnTo>
                    <a:pt x="128110" y="147784"/>
                  </a:lnTo>
                  <a:lnTo>
                    <a:pt x="130573" y="147620"/>
                  </a:lnTo>
                  <a:lnTo>
                    <a:pt x="133037" y="147455"/>
                  </a:lnTo>
                  <a:lnTo>
                    <a:pt x="135501" y="147283"/>
                  </a:lnTo>
                  <a:lnTo>
                    <a:pt x="137964" y="147111"/>
                  </a:lnTo>
                  <a:lnTo>
                    <a:pt x="140428" y="146932"/>
                  </a:lnTo>
                  <a:lnTo>
                    <a:pt x="142892" y="146753"/>
                  </a:lnTo>
                  <a:lnTo>
                    <a:pt x="145355" y="146566"/>
                  </a:lnTo>
                  <a:lnTo>
                    <a:pt x="147819" y="146379"/>
                  </a:lnTo>
                  <a:lnTo>
                    <a:pt x="150283" y="146184"/>
                  </a:lnTo>
                  <a:lnTo>
                    <a:pt x="152746" y="145989"/>
                  </a:lnTo>
                  <a:lnTo>
                    <a:pt x="155210" y="145786"/>
                  </a:lnTo>
                  <a:lnTo>
                    <a:pt x="157674" y="145582"/>
                  </a:lnTo>
                  <a:lnTo>
                    <a:pt x="160137" y="145371"/>
                  </a:lnTo>
                  <a:lnTo>
                    <a:pt x="162601" y="145159"/>
                  </a:lnTo>
                  <a:lnTo>
                    <a:pt x="165065" y="144938"/>
                  </a:lnTo>
                  <a:lnTo>
                    <a:pt x="167528" y="144718"/>
                  </a:lnTo>
                  <a:lnTo>
                    <a:pt x="169992" y="144488"/>
                  </a:lnTo>
                  <a:lnTo>
                    <a:pt x="172456" y="144258"/>
                  </a:lnTo>
                  <a:lnTo>
                    <a:pt x="174919" y="144020"/>
                  </a:lnTo>
                  <a:lnTo>
                    <a:pt x="177383" y="143780"/>
                  </a:lnTo>
                  <a:lnTo>
                    <a:pt x="179847" y="143532"/>
                  </a:lnTo>
                  <a:lnTo>
                    <a:pt x="182310" y="143283"/>
                  </a:lnTo>
                  <a:lnTo>
                    <a:pt x="184774" y="143025"/>
                  </a:lnTo>
                  <a:lnTo>
                    <a:pt x="187237" y="142766"/>
                  </a:lnTo>
                  <a:lnTo>
                    <a:pt x="189701" y="142497"/>
                  </a:lnTo>
                  <a:lnTo>
                    <a:pt x="192165" y="142228"/>
                  </a:lnTo>
                  <a:lnTo>
                    <a:pt x="194628" y="141950"/>
                  </a:lnTo>
                  <a:lnTo>
                    <a:pt x="197092" y="141669"/>
                  </a:lnTo>
                  <a:lnTo>
                    <a:pt x="199556" y="141380"/>
                  </a:lnTo>
                  <a:lnTo>
                    <a:pt x="202019" y="141089"/>
                  </a:lnTo>
                  <a:lnTo>
                    <a:pt x="204483" y="140790"/>
                  </a:lnTo>
                  <a:lnTo>
                    <a:pt x="206947" y="140487"/>
                  </a:lnTo>
                  <a:lnTo>
                    <a:pt x="209410" y="140176"/>
                  </a:lnTo>
                  <a:lnTo>
                    <a:pt x="211874" y="139863"/>
                  </a:lnTo>
                  <a:lnTo>
                    <a:pt x="214338" y="139541"/>
                  </a:lnTo>
                  <a:lnTo>
                    <a:pt x="216801" y="139215"/>
                  </a:lnTo>
                  <a:lnTo>
                    <a:pt x="219265" y="138882"/>
                  </a:lnTo>
                  <a:lnTo>
                    <a:pt x="221729" y="138544"/>
                  </a:lnTo>
                  <a:lnTo>
                    <a:pt x="224192" y="138199"/>
                  </a:lnTo>
                  <a:lnTo>
                    <a:pt x="226656" y="137849"/>
                  </a:lnTo>
                  <a:lnTo>
                    <a:pt x="229120" y="137492"/>
                  </a:lnTo>
                  <a:lnTo>
                    <a:pt x="231583" y="137130"/>
                  </a:lnTo>
                  <a:lnTo>
                    <a:pt x="234047" y="136760"/>
                  </a:lnTo>
                  <a:lnTo>
                    <a:pt x="236511" y="136386"/>
                  </a:lnTo>
                  <a:lnTo>
                    <a:pt x="238974" y="136004"/>
                  </a:lnTo>
                  <a:lnTo>
                    <a:pt x="241438" y="135617"/>
                  </a:lnTo>
                  <a:lnTo>
                    <a:pt x="243902" y="135222"/>
                  </a:lnTo>
                  <a:lnTo>
                    <a:pt x="246365" y="134822"/>
                  </a:lnTo>
                  <a:lnTo>
                    <a:pt x="248829" y="134415"/>
                  </a:lnTo>
                  <a:lnTo>
                    <a:pt x="251293" y="134001"/>
                  </a:lnTo>
                  <a:lnTo>
                    <a:pt x="253756" y="133581"/>
                  </a:lnTo>
                  <a:lnTo>
                    <a:pt x="256220" y="133155"/>
                  </a:lnTo>
                  <a:lnTo>
                    <a:pt x="258684" y="132722"/>
                  </a:lnTo>
                  <a:lnTo>
                    <a:pt x="261147" y="132282"/>
                  </a:lnTo>
                  <a:lnTo>
                    <a:pt x="263611" y="131836"/>
                  </a:lnTo>
                  <a:lnTo>
                    <a:pt x="266075" y="131382"/>
                  </a:lnTo>
                  <a:lnTo>
                    <a:pt x="268538" y="130923"/>
                  </a:lnTo>
                  <a:lnTo>
                    <a:pt x="271002" y="130456"/>
                  </a:lnTo>
                  <a:lnTo>
                    <a:pt x="273465" y="129984"/>
                  </a:lnTo>
                  <a:lnTo>
                    <a:pt x="275929" y="129504"/>
                  </a:lnTo>
                  <a:lnTo>
                    <a:pt x="278393" y="129018"/>
                  </a:lnTo>
                  <a:lnTo>
                    <a:pt x="280856" y="128525"/>
                  </a:lnTo>
                  <a:lnTo>
                    <a:pt x="283320" y="128026"/>
                  </a:lnTo>
                  <a:lnTo>
                    <a:pt x="285784" y="127519"/>
                  </a:lnTo>
                  <a:lnTo>
                    <a:pt x="288247" y="127007"/>
                  </a:lnTo>
                  <a:lnTo>
                    <a:pt x="290711" y="126486"/>
                  </a:lnTo>
                  <a:lnTo>
                    <a:pt x="293175" y="125962"/>
                  </a:lnTo>
                  <a:lnTo>
                    <a:pt x="295638" y="125428"/>
                  </a:lnTo>
                  <a:lnTo>
                    <a:pt x="298102" y="124890"/>
                  </a:lnTo>
                  <a:lnTo>
                    <a:pt x="300566" y="124343"/>
                  </a:lnTo>
                  <a:lnTo>
                    <a:pt x="303029" y="123793"/>
                  </a:lnTo>
                  <a:lnTo>
                    <a:pt x="305493" y="123233"/>
                  </a:lnTo>
                  <a:lnTo>
                    <a:pt x="307957" y="122670"/>
                  </a:lnTo>
                  <a:lnTo>
                    <a:pt x="310420" y="122097"/>
                  </a:lnTo>
                  <a:lnTo>
                    <a:pt x="312884" y="121522"/>
                  </a:lnTo>
                  <a:lnTo>
                    <a:pt x="315348" y="120937"/>
                  </a:lnTo>
                  <a:lnTo>
                    <a:pt x="317811" y="120350"/>
                  </a:lnTo>
                  <a:lnTo>
                    <a:pt x="320275" y="119752"/>
                  </a:lnTo>
                  <a:lnTo>
                    <a:pt x="322739" y="119153"/>
                  </a:lnTo>
                  <a:lnTo>
                    <a:pt x="325202" y="118544"/>
                  </a:lnTo>
                  <a:lnTo>
                    <a:pt x="327666" y="117934"/>
                  </a:lnTo>
                  <a:lnTo>
                    <a:pt x="330130" y="117313"/>
                  </a:lnTo>
                  <a:lnTo>
                    <a:pt x="332593" y="116692"/>
                  </a:lnTo>
                  <a:lnTo>
                    <a:pt x="335057" y="116060"/>
                  </a:lnTo>
                  <a:lnTo>
                    <a:pt x="337521" y="115428"/>
                  </a:lnTo>
                  <a:lnTo>
                    <a:pt x="339984" y="114786"/>
                  </a:lnTo>
                  <a:lnTo>
                    <a:pt x="342448" y="114144"/>
                  </a:lnTo>
                  <a:lnTo>
                    <a:pt x="344912" y="113492"/>
                  </a:lnTo>
                  <a:lnTo>
                    <a:pt x="347375" y="112840"/>
                  </a:lnTo>
                  <a:lnTo>
                    <a:pt x="349839" y="112179"/>
                  </a:lnTo>
                  <a:lnTo>
                    <a:pt x="352303" y="111518"/>
                  </a:lnTo>
                  <a:lnTo>
                    <a:pt x="354766" y="110848"/>
                  </a:lnTo>
                  <a:lnTo>
                    <a:pt x="357230" y="110178"/>
                  </a:lnTo>
                  <a:lnTo>
                    <a:pt x="359694" y="109500"/>
                  </a:lnTo>
                  <a:lnTo>
                    <a:pt x="362157" y="108822"/>
                  </a:lnTo>
                  <a:lnTo>
                    <a:pt x="364621" y="108137"/>
                  </a:lnTo>
                  <a:lnTo>
                    <a:pt x="367084" y="107452"/>
                  </a:lnTo>
                  <a:lnTo>
                    <a:pt x="369548" y="106761"/>
                  </a:lnTo>
                  <a:lnTo>
                    <a:pt x="372012" y="106069"/>
                  </a:lnTo>
                  <a:lnTo>
                    <a:pt x="374475" y="105372"/>
                  </a:lnTo>
                  <a:lnTo>
                    <a:pt x="376939" y="104674"/>
                  </a:lnTo>
                  <a:lnTo>
                    <a:pt x="379403" y="103972"/>
                  </a:lnTo>
                  <a:lnTo>
                    <a:pt x="381866" y="103270"/>
                  </a:lnTo>
                  <a:lnTo>
                    <a:pt x="384330" y="102564"/>
                  </a:lnTo>
                  <a:lnTo>
                    <a:pt x="386794" y="101857"/>
                  </a:lnTo>
                  <a:lnTo>
                    <a:pt x="389257" y="101148"/>
                  </a:lnTo>
                  <a:lnTo>
                    <a:pt x="391721" y="100439"/>
                  </a:lnTo>
                  <a:lnTo>
                    <a:pt x="394185" y="99727"/>
                  </a:lnTo>
                  <a:lnTo>
                    <a:pt x="396648" y="99015"/>
                  </a:lnTo>
                  <a:lnTo>
                    <a:pt x="399112" y="98303"/>
                  </a:lnTo>
                  <a:lnTo>
                    <a:pt x="401576" y="97590"/>
                  </a:lnTo>
                  <a:lnTo>
                    <a:pt x="404039" y="96877"/>
                  </a:lnTo>
                  <a:lnTo>
                    <a:pt x="406503" y="96163"/>
                  </a:lnTo>
                  <a:lnTo>
                    <a:pt x="408967" y="95451"/>
                  </a:lnTo>
                  <a:lnTo>
                    <a:pt x="411430" y="94739"/>
                  </a:lnTo>
                  <a:lnTo>
                    <a:pt x="413894" y="94028"/>
                  </a:lnTo>
                  <a:lnTo>
                    <a:pt x="416358" y="93318"/>
                  </a:lnTo>
                  <a:lnTo>
                    <a:pt x="418821" y="92610"/>
                  </a:lnTo>
                  <a:lnTo>
                    <a:pt x="421285" y="91903"/>
                  </a:lnTo>
                  <a:lnTo>
                    <a:pt x="423749" y="91199"/>
                  </a:lnTo>
                  <a:lnTo>
                    <a:pt x="426212" y="90496"/>
                  </a:lnTo>
                  <a:lnTo>
                    <a:pt x="428676" y="89797"/>
                  </a:lnTo>
                  <a:lnTo>
                    <a:pt x="431140" y="89099"/>
                  </a:lnTo>
                  <a:lnTo>
                    <a:pt x="433603" y="88406"/>
                  </a:lnTo>
                  <a:lnTo>
                    <a:pt x="436067" y="87715"/>
                  </a:lnTo>
                  <a:lnTo>
                    <a:pt x="438531" y="87029"/>
                  </a:lnTo>
                  <a:lnTo>
                    <a:pt x="440994" y="86346"/>
                  </a:lnTo>
                  <a:lnTo>
                    <a:pt x="443458" y="85668"/>
                  </a:lnTo>
                  <a:lnTo>
                    <a:pt x="445922" y="84994"/>
                  </a:lnTo>
                  <a:lnTo>
                    <a:pt x="448385" y="84325"/>
                  </a:lnTo>
                  <a:lnTo>
                    <a:pt x="450849" y="83661"/>
                  </a:lnTo>
                  <a:lnTo>
                    <a:pt x="453312" y="83002"/>
                  </a:lnTo>
                  <a:lnTo>
                    <a:pt x="455776" y="82350"/>
                  </a:lnTo>
                  <a:lnTo>
                    <a:pt x="458240" y="81703"/>
                  </a:lnTo>
                  <a:lnTo>
                    <a:pt x="460703" y="81063"/>
                  </a:lnTo>
                  <a:lnTo>
                    <a:pt x="463167" y="80428"/>
                  </a:lnTo>
                  <a:lnTo>
                    <a:pt x="465631" y="79802"/>
                  </a:lnTo>
                  <a:lnTo>
                    <a:pt x="468094" y="79181"/>
                  </a:lnTo>
                  <a:lnTo>
                    <a:pt x="470558" y="78570"/>
                  </a:lnTo>
                  <a:lnTo>
                    <a:pt x="473022" y="77963"/>
                  </a:lnTo>
                  <a:lnTo>
                    <a:pt x="475485" y="77368"/>
                  </a:lnTo>
                  <a:lnTo>
                    <a:pt x="477949" y="76778"/>
                  </a:lnTo>
                  <a:lnTo>
                    <a:pt x="480413" y="76199"/>
                  </a:lnTo>
                  <a:lnTo>
                    <a:pt x="482876" y="75626"/>
                  </a:lnTo>
                  <a:lnTo>
                    <a:pt x="485340" y="75065"/>
                  </a:lnTo>
                  <a:lnTo>
                    <a:pt x="487804" y="74510"/>
                  </a:lnTo>
                  <a:lnTo>
                    <a:pt x="490267" y="73968"/>
                  </a:lnTo>
                  <a:lnTo>
                    <a:pt x="492731" y="73431"/>
                  </a:lnTo>
                  <a:lnTo>
                    <a:pt x="495195" y="72910"/>
                  </a:lnTo>
                  <a:lnTo>
                    <a:pt x="497658" y="72393"/>
                  </a:lnTo>
                  <a:lnTo>
                    <a:pt x="500122" y="71893"/>
                  </a:lnTo>
                  <a:lnTo>
                    <a:pt x="502586" y="71397"/>
                  </a:lnTo>
                  <a:lnTo>
                    <a:pt x="505049" y="70919"/>
                  </a:lnTo>
                  <a:lnTo>
                    <a:pt x="507513" y="70444"/>
                  </a:lnTo>
                  <a:lnTo>
                    <a:pt x="509977" y="69988"/>
                  </a:lnTo>
                  <a:lnTo>
                    <a:pt x="512440" y="69536"/>
                  </a:lnTo>
                  <a:lnTo>
                    <a:pt x="514904" y="69104"/>
                  </a:lnTo>
                  <a:lnTo>
                    <a:pt x="517368" y="68675"/>
                  </a:lnTo>
                  <a:lnTo>
                    <a:pt x="519831" y="68267"/>
                  </a:lnTo>
                  <a:lnTo>
                    <a:pt x="522295" y="67862"/>
                  </a:lnTo>
                  <a:lnTo>
                    <a:pt x="524759" y="67480"/>
                  </a:lnTo>
                  <a:lnTo>
                    <a:pt x="527222" y="67098"/>
                  </a:lnTo>
                  <a:lnTo>
                    <a:pt x="529686" y="66742"/>
                  </a:lnTo>
                  <a:lnTo>
                    <a:pt x="532150" y="66386"/>
                  </a:lnTo>
                  <a:lnTo>
                    <a:pt x="534613" y="66055"/>
                  </a:lnTo>
                  <a:lnTo>
                    <a:pt x="537077" y="65725"/>
                  </a:lnTo>
                  <a:lnTo>
                    <a:pt x="539541" y="65421"/>
                  </a:lnTo>
                  <a:lnTo>
                    <a:pt x="542004" y="65117"/>
                  </a:lnTo>
                  <a:lnTo>
                    <a:pt x="544468" y="64840"/>
                  </a:lnTo>
                  <a:lnTo>
                    <a:pt x="546931" y="64563"/>
                  </a:lnTo>
                  <a:lnTo>
                    <a:pt x="549395" y="64313"/>
                  </a:lnTo>
                  <a:lnTo>
                    <a:pt x="551859" y="64064"/>
                  </a:lnTo>
                  <a:lnTo>
                    <a:pt x="554322" y="63840"/>
                  </a:lnTo>
                  <a:lnTo>
                    <a:pt x="556786" y="63618"/>
                  </a:lnTo>
                  <a:lnTo>
                    <a:pt x="559250" y="63422"/>
                  </a:lnTo>
                  <a:lnTo>
                    <a:pt x="561713" y="63228"/>
                  </a:lnTo>
                  <a:lnTo>
                    <a:pt x="564177" y="63059"/>
                  </a:lnTo>
                  <a:lnTo>
                    <a:pt x="566641" y="62893"/>
                  </a:lnTo>
                  <a:lnTo>
                    <a:pt x="569104" y="62751"/>
                  </a:lnTo>
                  <a:lnTo>
                    <a:pt x="571568" y="62614"/>
                  </a:lnTo>
                  <a:lnTo>
                    <a:pt x="574032" y="62499"/>
                  </a:lnTo>
                  <a:lnTo>
                    <a:pt x="576495" y="62390"/>
                  </a:lnTo>
                  <a:lnTo>
                    <a:pt x="578959" y="62302"/>
                  </a:lnTo>
                  <a:lnTo>
                    <a:pt x="581423" y="62220"/>
                  </a:lnTo>
                  <a:lnTo>
                    <a:pt x="583886" y="62159"/>
                  </a:lnTo>
                  <a:lnTo>
                    <a:pt x="586350" y="62105"/>
                  </a:lnTo>
                  <a:lnTo>
                    <a:pt x="588814" y="62070"/>
                  </a:lnTo>
                  <a:lnTo>
                    <a:pt x="591277" y="62044"/>
                  </a:lnTo>
                  <a:lnTo>
                    <a:pt x="593741" y="62035"/>
                  </a:lnTo>
                  <a:lnTo>
                    <a:pt x="596205" y="62035"/>
                  </a:lnTo>
                  <a:lnTo>
                    <a:pt x="598668" y="62053"/>
                  </a:lnTo>
                  <a:lnTo>
                    <a:pt x="601132" y="62079"/>
                  </a:lnTo>
                  <a:lnTo>
                    <a:pt x="603596" y="62122"/>
                  </a:lnTo>
                  <a:lnTo>
                    <a:pt x="606059" y="62174"/>
                  </a:lnTo>
                  <a:lnTo>
                    <a:pt x="608523" y="62242"/>
                  </a:lnTo>
                  <a:lnTo>
                    <a:pt x="610987" y="62319"/>
                  </a:lnTo>
                  <a:lnTo>
                    <a:pt x="613450" y="62411"/>
                  </a:lnTo>
                  <a:lnTo>
                    <a:pt x="615914" y="62513"/>
                  </a:lnTo>
                  <a:lnTo>
                    <a:pt x="618378" y="62628"/>
                  </a:lnTo>
                  <a:lnTo>
                    <a:pt x="620841" y="62753"/>
                  </a:lnTo>
                  <a:lnTo>
                    <a:pt x="623305" y="62890"/>
                  </a:lnTo>
                  <a:lnTo>
                    <a:pt x="625769" y="63038"/>
                  </a:lnTo>
                  <a:lnTo>
                    <a:pt x="628232" y="63198"/>
                  </a:lnTo>
                  <a:lnTo>
                    <a:pt x="630696" y="63368"/>
                  </a:lnTo>
                  <a:lnTo>
                    <a:pt x="633159" y="63548"/>
                  </a:lnTo>
                  <a:lnTo>
                    <a:pt x="635623" y="63738"/>
                  </a:lnTo>
                  <a:lnTo>
                    <a:pt x="638087" y="63938"/>
                  </a:lnTo>
                  <a:lnTo>
                    <a:pt x="640550" y="64148"/>
                  </a:lnTo>
                  <a:lnTo>
                    <a:pt x="643014" y="64367"/>
                  </a:lnTo>
                  <a:lnTo>
                    <a:pt x="645478" y="64596"/>
                  </a:lnTo>
                  <a:lnTo>
                    <a:pt x="647941" y="64832"/>
                  </a:lnTo>
                  <a:lnTo>
                    <a:pt x="650405" y="65078"/>
                  </a:lnTo>
                  <a:lnTo>
                    <a:pt x="652869" y="65331"/>
                  </a:lnTo>
                  <a:lnTo>
                    <a:pt x="655332" y="65593"/>
                  </a:lnTo>
                  <a:lnTo>
                    <a:pt x="657796" y="65861"/>
                  </a:lnTo>
                  <a:lnTo>
                    <a:pt x="660260" y="66139"/>
                  </a:lnTo>
                  <a:lnTo>
                    <a:pt x="662723" y="66420"/>
                  </a:lnTo>
                  <a:lnTo>
                    <a:pt x="665187" y="66711"/>
                  </a:lnTo>
                  <a:lnTo>
                    <a:pt x="667651" y="67006"/>
                  </a:lnTo>
                  <a:lnTo>
                    <a:pt x="670114" y="67309"/>
                  </a:lnTo>
                  <a:lnTo>
                    <a:pt x="672578" y="67615"/>
                  </a:lnTo>
                  <a:lnTo>
                    <a:pt x="675042" y="67928"/>
                  </a:lnTo>
                  <a:lnTo>
                    <a:pt x="677505" y="68244"/>
                  </a:lnTo>
                  <a:lnTo>
                    <a:pt x="679969" y="68567"/>
                  </a:lnTo>
                  <a:lnTo>
                    <a:pt x="682433" y="68892"/>
                  </a:lnTo>
                  <a:lnTo>
                    <a:pt x="684896" y="69222"/>
                  </a:lnTo>
                  <a:lnTo>
                    <a:pt x="687360" y="69554"/>
                  </a:lnTo>
                  <a:lnTo>
                    <a:pt x="689824" y="69891"/>
                  </a:lnTo>
                  <a:lnTo>
                    <a:pt x="692287" y="70228"/>
                  </a:lnTo>
                  <a:lnTo>
                    <a:pt x="694751" y="70569"/>
                  </a:lnTo>
                  <a:lnTo>
                    <a:pt x="697215" y="70911"/>
                  </a:lnTo>
                  <a:lnTo>
                    <a:pt x="699678" y="71256"/>
                  </a:lnTo>
                  <a:lnTo>
                    <a:pt x="702142" y="71600"/>
                  </a:lnTo>
                  <a:lnTo>
                    <a:pt x="704606" y="71946"/>
                  </a:lnTo>
                  <a:lnTo>
                    <a:pt x="707069" y="72292"/>
                  </a:lnTo>
                  <a:lnTo>
                    <a:pt x="709533" y="72637"/>
                  </a:lnTo>
                  <a:lnTo>
                    <a:pt x="711997" y="72983"/>
                  </a:lnTo>
                  <a:lnTo>
                    <a:pt x="714460" y="73326"/>
                  </a:lnTo>
                  <a:lnTo>
                    <a:pt x="716924" y="73670"/>
                  </a:lnTo>
                  <a:lnTo>
                    <a:pt x="719388" y="74011"/>
                  </a:lnTo>
                  <a:lnTo>
                    <a:pt x="721851" y="74351"/>
                  </a:lnTo>
                  <a:lnTo>
                    <a:pt x="724315" y="74687"/>
                  </a:lnTo>
                  <a:lnTo>
                    <a:pt x="726778" y="75022"/>
                  </a:lnTo>
                  <a:lnTo>
                    <a:pt x="729242" y="75351"/>
                  </a:lnTo>
                  <a:lnTo>
                    <a:pt x="731706" y="75680"/>
                  </a:lnTo>
                  <a:lnTo>
                    <a:pt x="734169" y="76001"/>
                  </a:lnTo>
                  <a:lnTo>
                    <a:pt x="736633" y="76322"/>
                  </a:lnTo>
                  <a:lnTo>
                    <a:pt x="739097" y="76634"/>
                  </a:lnTo>
                  <a:lnTo>
                    <a:pt x="741560" y="76945"/>
                  </a:lnTo>
                  <a:lnTo>
                    <a:pt x="744024" y="77246"/>
                  </a:lnTo>
                  <a:lnTo>
                    <a:pt x="746488" y="77546"/>
                  </a:lnTo>
                  <a:lnTo>
                    <a:pt x="748951" y="77835"/>
                  </a:lnTo>
                  <a:lnTo>
                    <a:pt x="751415" y="78122"/>
                  </a:lnTo>
                  <a:lnTo>
                    <a:pt x="753879" y="78397"/>
                  </a:lnTo>
                  <a:lnTo>
                    <a:pt x="756342" y="78670"/>
                  </a:lnTo>
                  <a:lnTo>
                    <a:pt x="758806" y="78930"/>
                  </a:lnTo>
                  <a:lnTo>
                    <a:pt x="761270" y="79187"/>
                  </a:lnTo>
                  <a:lnTo>
                    <a:pt x="763733" y="79431"/>
                  </a:lnTo>
                  <a:lnTo>
                    <a:pt x="766197" y="79670"/>
                  </a:lnTo>
                  <a:lnTo>
                    <a:pt x="768661" y="79896"/>
                  </a:lnTo>
                  <a:lnTo>
                    <a:pt x="771124" y="80118"/>
                  </a:lnTo>
                  <a:lnTo>
                    <a:pt x="773588" y="80324"/>
                  </a:lnTo>
                  <a:lnTo>
                    <a:pt x="776052" y="80526"/>
                  </a:lnTo>
                  <a:lnTo>
                    <a:pt x="778515" y="80712"/>
                  </a:lnTo>
                  <a:lnTo>
                    <a:pt x="780979" y="80893"/>
                  </a:lnTo>
                  <a:lnTo>
                    <a:pt x="783443" y="81057"/>
                  </a:lnTo>
                  <a:lnTo>
                    <a:pt x="785906" y="81215"/>
                  </a:lnTo>
                  <a:lnTo>
                    <a:pt x="788370" y="81358"/>
                  </a:lnTo>
                  <a:lnTo>
                    <a:pt x="790834" y="81492"/>
                  </a:lnTo>
                  <a:lnTo>
                    <a:pt x="793297" y="81610"/>
                  </a:lnTo>
                  <a:lnTo>
                    <a:pt x="795761" y="81720"/>
                  </a:lnTo>
                  <a:lnTo>
                    <a:pt x="798225" y="81813"/>
                  </a:lnTo>
                  <a:lnTo>
                    <a:pt x="800688" y="81897"/>
                  </a:lnTo>
                  <a:lnTo>
                    <a:pt x="803152" y="81965"/>
                  </a:lnTo>
                  <a:lnTo>
                    <a:pt x="805616" y="82021"/>
                  </a:lnTo>
                  <a:lnTo>
                    <a:pt x="808079" y="82062"/>
                  </a:lnTo>
                  <a:lnTo>
                    <a:pt x="810543" y="82091"/>
                  </a:lnTo>
                  <a:lnTo>
                    <a:pt x="813006" y="82105"/>
                  </a:lnTo>
                  <a:lnTo>
                    <a:pt x="815470" y="82104"/>
                  </a:lnTo>
                  <a:lnTo>
                    <a:pt x="817934" y="82089"/>
                  </a:lnTo>
                  <a:lnTo>
                    <a:pt x="820397" y="82060"/>
                  </a:lnTo>
                  <a:lnTo>
                    <a:pt x="822861" y="82016"/>
                  </a:lnTo>
                  <a:lnTo>
                    <a:pt x="825325" y="81955"/>
                  </a:lnTo>
                  <a:lnTo>
                    <a:pt x="827788" y="81881"/>
                  </a:lnTo>
                  <a:lnTo>
                    <a:pt x="830252" y="81790"/>
                  </a:lnTo>
                  <a:lnTo>
                    <a:pt x="832716" y="81686"/>
                  </a:lnTo>
                  <a:lnTo>
                    <a:pt x="835179" y="81563"/>
                  </a:lnTo>
                  <a:lnTo>
                    <a:pt x="837643" y="81427"/>
                  </a:lnTo>
                  <a:lnTo>
                    <a:pt x="840107" y="81272"/>
                  </a:lnTo>
                  <a:lnTo>
                    <a:pt x="842570" y="81105"/>
                  </a:lnTo>
                  <a:lnTo>
                    <a:pt x="845034" y="80917"/>
                  </a:lnTo>
                  <a:lnTo>
                    <a:pt x="847498" y="80718"/>
                  </a:lnTo>
                  <a:lnTo>
                    <a:pt x="849961" y="80497"/>
                  </a:lnTo>
                  <a:lnTo>
                    <a:pt x="852425" y="80266"/>
                  </a:lnTo>
                  <a:lnTo>
                    <a:pt x="854889" y="80012"/>
                  </a:lnTo>
                  <a:lnTo>
                    <a:pt x="857352" y="79748"/>
                  </a:lnTo>
                  <a:lnTo>
                    <a:pt x="859816" y="79460"/>
                  </a:lnTo>
                  <a:lnTo>
                    <a:pt x="862280" y="79163"/>
                  </a:lnTo>
                  <a:lnTo>
                    <a:pt x="864743" y="78842"/>
                  </a:lnTo>
                  <a:lnTo>
                    <a:pt x="867207" y="78513"/>
                  </a:lnTo>
                  <a:lnTo>
                    <a:pt x="869671" y="78157"/>
                  </a:lnTo>
                  <a:lnTo>
                    <a:pt x="872134" y="77795"/>
                  </a:lnTo>
                  <a:lnTo>
                    <a:pt x="874598" y="77406"/>
                  </a:lnTo>
                  <a:lnTo>
                    <a:pt x="877062" y="77011"/>
                  </a:lnTo>
                  <a:lnTo>
                    <a:pt x="879525" y="76589"/>
                  </a:lnTo>
                  <a:lnTo>
                    <a:pt x="881989" y="76161"/>
                  </a:lnTo>
                  <a:lnTo>
                    <a:pt x="884453" y="75706"/>
                  </a:lnTo>
                  <a:lnTo>
                    <a:pt x="886916" y="75246"/>
                  </a:lnTo>
                  <a:lnTo>
                    <a:pt x="889380" y="74757"/>
                  </a:lnTo>
                  <a:lnTo>
                    <a:pt x="891844" y="74265"/>
                  </a:lnTo>
                  <a:lnTo>
                    <a:pt x="894307" y="73744"/>
                  </a:lnTo>
                  <a:lnTo>
                    <a:pt x="896771" y="73220"/>
                  </a:lnTo>
                  <a:lnTo>
                    <a:pt x="899235" y="72667"/>
                  </a:lnTo>
                  <a:lnTo>
                    <a:pt x="901698" y="72112"/>
                  </a:lnTo>
                  <a:lnTo>
                    <a:pt x="904162" y="71528"/>
                  </a:lnTo>
                  <a:lnTo>
                    <a:pt x="906625" y="70942"/>
                  </a:lnTo>
                  <a:lnTo>
                    <a:pt x="909089" y="70327"/>
                  </a:lnTo>
                  <a:lnTo>
                    <a:pt x="911553" y="69711"/>
                  </a:lnTo>
                  <a:lnTo>
                    <a:pt x="914016" y="69066"/>
                  </a:lnTo>
                  <a:lnTo>
                    <a:pt x="916480" y="68421"/>
                  </a:lnTo>
                  <a:lnTo>
                    <a:pt x="918944" y="67747"/>
                  </a:lnTo>
                  <a:lnTo>
                    <a:pt x="921407" y="67073"/>
                  </a:lnTo>
                  <a:lnTo>
                    <a:pt x="923871" y="66371"/>
                  </a:lnTo>
                  <a:lnTo>
                    <a:pt x="926335" y="65669"/>
                  </a:lnTo>
                  <a:lnTo>
                    <a:pt x="928798" y="64941"/>
                  </a:lnTo>
                  <a:lnTo>
                    <a:pt x="931262" y="64212"/>
                  </a:lnTo>
                  <a:lnTo>
                    <a:pt x="933726" y="63459"/>
                  </a:lnTo>
                  <a:lnTo>
                    <a:pt x="936189" y="62703"/>
                  </a:lnTo>
                  <a:lnTo>
                    <a:pt x="938653" y="61926"/>
                  </a:lnTo>
                  <a:lnTo>
                    <a:pt x="941117" y="61146"/>
                  </a:lnTo>
                  <a:lnTo>
                    <a:pt x="943580" y="60346"/>
                  </a:lnTo>
                  <a:lnTo>
                    <a:pt x="946044" y="59542"/>
                  </a:lnTo>
                  <a:lnTo>
                    <a:pt x="948508" y="58721"/>
                  </a:lnTo>
                  <a:lnTo>
                    <a:pt x="950971" y="57895"/>
                  </a:lnTo>
                  <a:lnTo>
                    <a:pt x="953435" y="57053"/>
                  </a:lnTo>
                  <a:lnTo>
                    <a:pt x="955899" y="56207"/>
                  </a:lnTo>
                  <a:lnTo>
                    <a:pt x="958362" y="55346"/>
                  </a:lnTo>
                  <a:lnTo>
                    <a:pt x="960826" y="54481"/>
                  </a:lnTo>
                  <a:lnTo>
                    <a:pt x="963290" y="53604"/>
                  </a:lnTo>
                  <a:lnTo>
                    <a:pt x="965753" y="52721"/>
                  </a:lnTo>
                  <a:lnTo>
                    <a:pt x="968217" y="51828"/>
                  </a:lnTo>
                  <a:lnTo>
                    <a:pt x="970681" y="50930"/>
                  </a:lnTo>
                  <a:lnTo>
                    <a:pt x="973144" y="50023"/>
                  </a:lnTo>
                  <a:lnTo>
                    <a:pt x="975608" y="49111"/>
                  </a:lnTo>
                  <a:lnTo>
                    <a:pt x="978072" y="48192"/>
                  </a:lnTo>
                  <a:lnTo>
                    <a:pt x="980535" y="47269"/>
                  </a:lnTo>
                  <a:lnTo>
                    <a:pt x="982999" y="46339"/>
                  </a:lnTo>
                  <a:lnTo>
                    <a:pt x="985463" y="45406"/>
                  </a:lnTo>
                  <a:lnTo>
                    <a:pt x="987926" y="44467"/>
                  </a:lnTo>
                  <a:lnTo>
                    <a:pt x="990390" y="43526"/>
                  </a:lnTo>
                  <a:lnTo>
                    <a:pt x="992853" y="42581"/>
                  </a:lnTo>
                  <a:lnTo>
                    <a:pt x="995317" y="41634"/>
                  </a:lnTo>
                  <a:lnTo>
                    <a:pt x="997781" y="40685"/>
                  </a:lnTo>
                  <a:lnTo>
                    <a:pt x="1000244" y="39734"/>
                  </a:lnTo>
                  <a:lnTo>
                    <a:pt x="1002708" y="38782"/>
                  </a:lnTo>
                  <a:lnTo>
                    <a:pt x="1005172" y="37829"/>
                  </a:lnTo>
                  <a:lnTo>
                    <a:pt x="1007635" y="36877"/>
                  </a:lnTo>
                  <a:lnTo>
                    <a:pt x="1010099" y="35925"/>
                  </a:lnTo>
                  <a:lnTo>
                    <a:pt x="1012563" y="34974"/>
                  </a:lnTo>
                  <a:lnTo>
                    <a:pt x="1015026" y="34025"/>
                  </a:lnTo>
                  <a:lnTo>
                    <a:pt x="1017490" y="33078"/>
                  </a:lnTo>
                  <a:lnTo>
                    <a:pt x="1019954" y="32134"/>
                  </a:lnTo>
                  <a:lnTo>
                    <a:pt x="1022417" y="31192"/>
                  </a:lnTo>
                  <a:lnTo>
                    <a:pt x="1024881" y="30255"/>
                  </a:lnTo>
                  <a:lnTo>
                    <a:pt x="1027345" y="29322"/>
                  </a:lnTo>
                  <a:lnTo>
                    <a:pt x="1029808" y="28395"/>
                  </a:lnTo>
                  <a:lnTo>
                    <a:pt x="1032272" y="27472"/>
                  </a:lnTo>
                  <a:lnTo>
                    <a:pt x="1034736" y="26556"/>
                  </a:lnTo>
                  <a:lnTo>
                    <a:pt x="1037199" y="25646"/>
                  </a:lnTo>
                  <a:lnTo>
                    <a:pt x="1039663" y="24745"/>
                  </a:lnTo>
                  <a:lnTo>
                    <a:pt x="1042127" y="23849"/>
                  </a:lnTo>
                  <a:lnTo>
                    <a:pt x="1044590" y="22964"/>
                  </a:lnTo>
                  <a:lnTo>
                    <a:pt x="1047054" y="22085"/>
                  </a:lnTo>
                  <a:lnTo>
                    <a:pt x="1049518" y="21219"/>
                  </a:lnTo>
                  <a:lnTo>
                    <a:pt x="1051981" y="20359"/>
                  </a:lnTo>
                  <a:lnTo>
                    <a:pt x="1054445" y="19515"/>
                  </a:lnTo>
                  <a:lnTo>
                    <a:pt x="1056909" y="18676"/>
                  </a:lnTo>
                  <a:lnTo>
                    <a:pt x="1059372" y="17855"/>
                  </a:lnTo>
                  <a:lnTo>
                    <a:pt x="1061836" y="17039"/>
                  </a:lnTo>
                  <a:lnTo>
                    <a:pt x="1064300" y="16244"/>
                  </a:lnTo>
                  <a:lnTo>
                    <a:pt x="1066763" y="15454"/>
                  </a:lnTo>
                  <a:lnTo>
                    <a:pt x="1069227" y="14687"/>
                  </a:lnTo>
                  <a:lnTo>
                    <a:pt x="1071691" y="13924"/>
                  </a:lnTo>
                  <a:lnTo>
                    <a:pt x="1074154" y="13187"/>
                  </a:lnTo>
                  <a:lnTo>
                    <a:pt x="1076618" y="12454"/>
                  </a:lnTo>
                  <a:lnTo>
                    <a:pt x="1079082" y="11749"/>
                  </a:lnTo>
                  <a:lnTo>
                    <a:pt x="1081545" y="11047"/>
                  </a:lnTo>
                  <a:lnTo>
                    <a:pt x="1084009" y="10377"/>
                  </a:lnTo>
                  <a:lnTo>
                    <a:pt x="1086472" y="9709"/>
                  </a:lnTo>
                  <a:lnTo>
                    <a:pt x="1088936" y="9075"/>
                  </a:lnTo>
                  <a:lnTo>
                    <a:pt x="1091400" y="8442"/>
                  </a:lnTo>
                  <a:lnTo>
                    <a:pt x="1093863" y="7846"/>
                  </a:lnTo>
                  <a:lnTo>
                    <a:pt x="1096327" y="7251"/>
                  </a:lnTo>
                  <a:lnTo>
                    <a:pt x="1098791" y="6695"/>
                  </a:lnTo>
                  <a:lnTo>
                    <a:pt x="1101254" y="6140"/>
                  </a:lnTo>
                  <a:lnTo>
                    <a:pt x="1103718" y="5625"/>
                  </a:lnTo>
                  <a:lnTo>
                    <a:pt x="1106182" y="5111"/>
                  </a:lnTo>
                  <a:lnTo>
                    <a:pt x="1108645" y="4639"/>
                  </a:lnTo>
                  <a:lnTo>
                    <a:pt x="1111109" y="4169"/>
                  </a:lnTo>
                  <a:lnTo>
                    <a:pt x="1113573" y="3741"/>
                  </a:lnTo>
                  <a:lnTo>
                    <a:pt x="1116036" y="3316"/>
                  </a:lnTo>
                  <a:lnTo>
                    <a:pt x="1118500" y="2933"/>
                  </a:lnTo>
                  <a:lnTo>
                    <a:pt x="1120964" y="2555"/>
                  </a:lnTo>
                  <a:lnTo>
                    <a:pt x="1123427" y="2219"/>
                  </a:lnTo>
                  <a:lnTo>
                    <a:pt x="1125891" y="1888"/>
                  </a:lnTo>
                  <a:lnTo>
                    <a:pt x="1128355" y="1600"/>
                  </a:lnTo>
                  <a:lnTo>
                    <a:pt x="1130818" y="1319"/>
                  </a:lnTo>
                  <a:lnTo>
                    <a:pt x="1133282" y="1080"/>
                  </a:lnTo>
                  <a:lnTo>
                    <a:pt x="1135746" y="849"/>
                  </a:lnTo>
                  <a:lnTo>
                    <a:pt x="1138209" y="660"/>
                  </a:lnTo>
                  <a:lnTo>
                    <a:pt x="1140673" y="481"/>
                  </a:lnTo>
                  <a:lnTo>
                    <a:pt x="1143137" y="342"/>
                  </a:lnTo>
                  <a:lnTo>
                    <a:pt x="1145600" y="215"/>
                  </a:lnTo>
                  <a:lnTo>
                    <a:pt x="1148064" y="128"/>
                  </a:lnTo>
                  <a:lnTo>
                    <a:pt x="1150528" y="54"/>
                  </a:lnTo>
                  <a:lnTo>
                    <a:pt x="1152991" y="19"/>
                  </a:lnTo>
                  <a:lnTo>
                    <a:pt x="1155455" y="0"/>
                  </a:lnTo>
                  <a:lnTo>
                    <a:pt x="1157919" y="17"/>
                  </a:lnTo>
                  <a:lnTo>
                    <a:pt x="1160382" y="52"/>
                  </a:lnTo>
                  <a:lnTo>
                    <a:pt x="1162846" y="122"/>
                  </a:lnTo>
                  <a:lnTo>
                    <a:pt x="1165310" y="211"/>
                  </a:lnTo>
                  <a:lnTo>
                    <a:pt x="1167773" y="336"/>
                  </a:lnTo>
                  <a:lnTo>
                    <a:pt x="1170237" y="480"/>
                  </a:lnTo>
                  <a:lnTo>
                    <a:pt x="1172701" y="657"/>
                  </a:lnTo>
                  <a:lnTo>
                    <a:pt x="1175164" y="856"/>
                  </a:lnTo>
                  <a:lnTo>
                    <a:pt x="1177628" y="1087"/>
                  </a:lnTo>
                  <a:lnTo>
                    <a:pt x="1180091" y="1341"/>
                  </a:lnTo>
                  <a:lnTo>
                    <a:pt x="1182555" y="1625"/>
                  </a:lnTo>
                  <a:lnTo>
                    <a:pt x="1185019" y="1934"/>
                  </a:lnTo>
                  <a:lnTo>
                    <a:pt x="1187482" y="2271"/>
                  </a:lnTo>
                  <a:lnTo>
                    <a:pt x="1189946" y="2634"/>
                  </a:lnTo>
                  <a:lnTo>
                    <a:pt x="1192410" y="3024"/>
                  </a:lnTo>
                  <a:lnTo>
                    <a:pt x="1194873" y="3441"/>
                  </a:lnTo>
                  <a:lnTo>
                    <a:pt x="1197337" y="3883"/>
                  </a:lnTo>
                  <a:lnTo>
                    <a:pt x="1199801" y="4353"/>
                  </a:lnTo>
                  <a:lnTo>
                    <a:pt x="1202264" y="4847"/>
                  </a:lnTo>
                  <a:lnTo>
                    <a:pt x="1204728" y="5369"/>
                  </a:lnTo>
                  <a:lnTo>
                    <a:pt x="1207192" y="5914"/>
                  </a:lnTo>
                  <a:lnTo>
                    <a:pt x="1209655" y="6488"/>
                  </a:lnTo>
                  <a:lnTo>
                    <a:pt x="1212119" y="7082"/>
                  </a:lnTo>
                  <a:lnTo>
                    <a:pt x="1214583" y="7707"/>
                  </a:lnTo>
                  <a:lnTo>
                    <a:pt x="1217046" y="8351"/>
                  </a:lnTo>
                  <a:lnTo>
                    <a:pt x="1219510" y="9025"/>
                  </a:lnTo>
                  <a:lnTo>
                    <a:pt x="1221974" y="9716"/>
                  </a:lnTo>
                  <a:lnTo>
                    <a:pt x="1224437" y="10439"/>
                  </a:lnTo>
                  <a:lnTo>
                    <a:pt x="1226901" y="11177"/>
                  </a:lnTo>
                  <a:lnTo>
                    <a:pt x="1229365" y="11946"/>
                  </a:lnTo>
                  <a:lnTo>
                    <a:pt x="1231828" y="12729"/>
                  </a:lnTo>
                  <a:lnTo>
                    <a:pt x="1234292" y="13545"/>
                  </a:lnTo>
                  <a:lnTo>
                    <a:pt x="1236756" y="14371"/>
                  </a:lnTo>
                  <a:lnTo>
                    <a:pt x="1239219" y="15230"/>
                  </a:lnTo>
                  <a:lnTo>
                    <a:pt x="1241683" y="16100"/>
                  </a:lnTo>
                  <a:lnTo>
                    <a:pt x="1244147" y="17001"/>
                  </a:lnTo>
                  <a:lnTo>
                    <a:pt x="1246610" y="17911"/>
                  </a:lnTo>
                  <a:lnTo>
                    <a:pt x="1249074" y="18853"/>
                  </a:lnTo>
                  <a:lnTo>
                    <a:pt x="1251538" y="19801"/>
                  </a:lnTo>
                  <a:lnTo>
                    <a:pt x="1254001" y="20782"/>
                  </a:lnTo>
                  <a:lnTo>
                    <a:pt x="1256465" y="21768"/>
                  </a:lnTo>
                  <a:lnTo>
                    <a:pt x="1258929" y="22785"/>
                  </a:lnTo>
                  <a:lnTo>
                    <a:pt x="1258929" y="154299"/>
                  </a:lnTo>
                  <a:lnTo>
                    <a:pt x="1256465" y="154299"/>
                  </a:lnTo>
                  <a:lnTo>
                    <a:pt x="1254001" y="154299"/>
                  </a:lnTo>
                  <a:lnTo>
                    <a:pt x="1251538" y="154299"/>
                  </a:lnTo>
                  <a:lnTo>
                    <a:pt x="1249074" y="154299"/>
                  </a:lnTo>
                  <a:lnTo>
                    <a:pt x="1246610" y="154299"/>
                  </a:lnTo>
                  <a:lnTo>
                    <a:pt x="1244147" y="154299"/>
                  </a:lnTo>
                  <a:lnTo>
                    <a:pt x="1241683" y="154299"/>
                  </a:lnTo>
                  <a:lnTo>
                    <a:pt x="1239219" y="154299"/>
                  </a:lnTo>
                  <a:lnTo>
                    <a:pt x="1236756" y="154299"/>
                  </a:lnTo>
                  <a:lnTo>
                    <a:pt x="1234292" y="154299"/>
                  </a:lnTo>
                  <a:lnTo>
                    <a:pt x="1231828" y="154299"/>
                  </a:lnTo>
                  <a:lnTo>
                    <a:pt x="1229365" y="154299"/>
                  </a:lnTo>
                  <a:lnTo>
                    <a:pt x="1226901" y="154299"/>
                  </a:lnTo>
                  <a:lnTo>
                    <a:pt x="1224437" y="154299"/>
                  </a:lnTo>
                  <a:lnTo>
                    <a:pt x="1221974" y="154299"/>
                  </a:lnTo>
                  <a:lnTo>
                    <a:pt x="1219510" y="154299"/>
                  </a:lnTo>
                  <a:lnTo>
                    <a:pt x="1217046" y="154299"/>
                  </a:lnTo>
                  <a:lnTo>
                    <a:pt x="1214583" y="154299"/>
                  </a:lnTo>
                  <a:lnTo>
                    <a:pt x="1212119" y="154299"/>
                  </a:lnTo>
                  <a:lnTo>
                    <a:pt x="1209655" y="154299"/>
                  </a:lnTo>
                  <a:lnTo>
                    <a:pt x="1207192" y="154299"/>
                  </a:lnTo>
                  <a:lnTo>
                    <a:pt x="1204728" y="154299"/>
                  </a:lnTo>
                  <a:lnTo>
                    <a:pt x="1202264" y="154299"/>
                  </a:lnTo>
                  <a:lnTo>
                    <a:pt x="1199801" y="154299"/>
                  </a:lnTo>
                  <a:lnTo>
                    <a:pt x="1197337" y="154299"/>
                  </a:lnTo>
                  <a:lnTo>
                    <a:pt x="1194873" y="154299"/>
                  </a:lnTo>
                  <a:lnTo>
                    <a:pt x="1192410" y="154299"/>
                  </a:lnTo>
                  <a:lnTo>
                    <a:pt x="1189946" y="154299"/>
                  </a:lnTo>
                  <a:lnTo>
                    <a:pt x="1187482" y="154299"/>
                  </a:lnTo>
                  <a:lnTo>
                    <a:pt x="1185019" y="154299"/>
                  </a:lnTo>
                  <a:lnTo>
                    <a:pt x="1182555" y="154299"/>
                  </a:lnTo>
                  <a:lnTo>
                    <a:pt x="1180091" y="154299"/>
                  </a:lnTo>
                  <a:lnTo>
                    <a:pt x="1177628" y="154299"/>
                  </a:lnTo>
                  <a:lnTo>
                    <a:pt x="1175164" y="154299"/>
                  </a:lnTo>
                  <a:lnTo>
                    <a:pt x="1172701" y="154299"/>
                  </a:lnTo>
                  <a:lnTo>
                    <a:pt x="1170237" y="154299"/>
                  </a:lnTo>
                  <a:lnTo>
                    <a:pt x="1167773" y="154299"/>
                  </a:lnTo>
                  <a:lnTo>
                    <a:pt x="1165310" y="154299"/>
                  </a:lnTo>
                  <a:lnTo>
                    <a:pt x="1162846" y="154299"/>
                  </a:lnTo>
                  <a:lnTo>
                    <a:pt x="1160382" y="154299"/>
                  </a:lnTo>
                  <a:lnTo>
                    <a:pt x="1157919" y="154299"/>
                  </a:lnTo>
                  <a:lnTo>
                    <a:pt x="1155455" y="154299"/>
                  </a:lnTo>
                  <a:lnTo>
                    <a:pt x="1152991" y="154299"/>
                  </a:lnTo>
                  <a:lnTo>
                    <a:pt x="1150528" y="154299"/>
                  </a:lnTo>
                  <a:lnTo>
                    <a:pt x="1148064" y="154299"/>
                  </a:lnTo>
                  <a:lnTo>
                    <a:pt x="1145600" y="154299"/>
                  </a:lnTo>
                  <a:lnTo>
                    <a:pt x="1143137" y="154299"/>
                  </a:lnTo>
                  <a:lnTo>
                    <a:pt x="1140673" y="154299"/>
                  </a:lnTo>
                  <a:lnTo>
                    <a:pt x="1138209" y="154299"/>
                  </a:lnTo>
                  <a:lnTo>
                    <a:pt x="1135746" y="154299"/>
                  </a:lnTo>
                  <a:lnTo>
                    <a:pt x="1133282" y="154299"/>
                  </a:lnTo>
                  <a:lnTo>
                    <a:pt x="1130818" y="154299"/>
                  </a:lnTo>
                  <a:lnTo>
                    <a:pt x="1128355" y="154299"/>
                  </a:lnTo>
                  <a:lnTo>
                    <a:pt x="1125891" y="154299"/>
                  </a:lnTo>
                  <a:lnTo>
                    <a:pt x="1123427" y="154299"/>
                  </a:lnTo>
                  <a:lnTo>
                    <a:pt x="1120964" y="154299"/>
                  </a:lnTo>
                  <a:lnTo>
                    <a:pt x="1118500" y="154299"/>
                  </a:lnTo>
                  <a:lnTo>
                    <a:pt x="1116036" y="154299"/>
                  </a:lnTo>
                  <a:lnTo>
                    <a:pt x="1113573" y="154299"/>
                  </a:lnTo>
                  <a:lnTo>
                    <a:pt x="1111109" y="154299"/>
                  </a:lnTo>
                  <a:lnTo>
                    <a:pt x="1108645" y="154299"/>
                  </a:lnTo>
                  <a:lnTo>
                    <a:pt x="1106182" y="154299"/>
                  </a:lnTo>
                  <a:lnTo>
                    <a:pt x="1103718" y="154299"/>
                  </a:lnTo>
                  <a:lnTo>
                    <a:pt x="1101254" y="154299"/>
                  </a:lnTo>
                  <a:lnTo>
                    <a:pt x="1098791" y="154299"/>
                  </a:lnTo>
                  <a:lnTo>
                    <a:pt x="1096327" y="154299"/>
                  </a:lnTo>
                  <a:lnTo>
                    <a:pt x="1093863" y="154299"/>
                  </a:lnTo>
                  <a:lnTo>
                    <a:pt x="1091400" y="154299"/>
                  </a:lnTo>
                  <a:lnTo>
                    <a:pt x="1088936" y="154299"/>
                  </a:lnTo>
                  <a:lnTo>
                    <a:pt x="1086472" y="154299"/>
                  </a:lnTo>
                  <a:lnTo>
                    <a:pt x="1084009" y="154299"/>
                  </a:lnTo>
                  <a:lnTo>
                    <a:pt x="1081545" y="154299"/>
                  </a:lnTo>
                  <a:lnTo>
                    <a:pt x="1079082" y="154299"/>
                  </a:lnTo>
                  <a:lnTo>
                    <a:pt x="1076618" y="154299"/>
                  </a:lnTo>
                  <a:lnTo>
                    <a:pt x="1074154" y="154299"/>
                  </a:lnTo>
                  <a:lnTo>
                    <a:pt x="1071691" y="154299"/>
                  </a:lnTo>
                  <a:lnTo>
                    <a:pt x="1069227" y="154299"/>
                  </a:lnTo>
                  <a:lnTo>
                    <a:pt x="1066763" y="154299"/>
                  </a:lnTo>
                  <a:lnTo>
                    <a:pt x="1064300" y="154299"/>
                  </a:lnTo>
                  <a:lnTo>
                    <a:pt x="1061836" y="154299"/>
                  </a:lnTo>
                  <a:lnTo>
                    <a:pt x="1059372" y="154299"/>
                  </a:lnTo>
                  <a:lnTo>
                    <a:pt x="1056909" y="154299"/>
                  </a:lnTo>
                  <a:lnTo>
                    <a:pt x="1054445" y="154299"/>
                  </a:lnTo>
                  <a:lnTo>
                    <a:pt x="1051981" y="154299"/>
                  </a:lnTo>
                  <a:lnTo>
                    <a:pt x="1049518" y="154299"/>
                  </a:lnTo>
                  <a:lnTo>
                    <a:pt x="1047054" y="154299"/>
                  </a:lnTo>
                  <a:lnTo>
                    <a:pt x="1044590" y="154299"/>
                  </a:lnTo>
                  <a:lnTo>
                    <a:pt x="1042127" y="154299"/>
                  </a:lnTo>
                  <a:lnTo>
                    <a:pt x="1039663" y="154299"/>
                  </a:lnTo>
                  <a:lnTo>
                    <a:pt x="1037199" y="154299"/>
                  </a:lnTo>
                  <a:lnTo>
                    <a:pt x="1034736" y="154299"/>
                  </a:lnTo>
                  <a:lnTo>
                    <a:pt x="1032272" y="154299"/>
                  </a:lnTo>
                  <a:lnTo>
                    <a:pt x="1029808" y="154299"/>
                  </a:lnTo>
                  <a:lnTo>
                    <a:pt x="1027345" y="154299"/>
                  </a:lnTo>
                  <a:lnTo>
                    <a:pt x="1024881" y="154299"/>
                  </a:lnTo>
                  <a:lnTo>
                    <a:pt x="1022417" y="154299"/>
                  </a:lnTo>
                  <a:lnTo>
                    <a:pt x="1019954" y="154299"/>
                  </a:lnTo>
                  <a:lnTo>
                    <a:pt x="1017490" y="154299"/>
                  </a:lnTo>
                  <a:lnTo>
                    <a:pt x="1015026" y="154299"/>
                  </a:lnTo>
                  <a:lnTo>
                    <a:pt x="1012563" y="154299"/>
                  </a:lnTo>
                  <a:lnTo>
                    <a:pt x="1010099" y="154299"/>
                  </a:lnTo>
                  <a:lnTo>
                    <a:pt x="1007635" y="154299"/>
                  </a:lnTo>
                  <a:lnTo>
                    <a:pt x="1005172" y="154299"/>
                  </a:lnTo>
                  <a:lnTo>
                    <a:pt x="1002708" y="154299"/>
                  </a:lnTo>
                  <a:lnTo>
                    <a:pt x="1000244" y="154299"/>
                  </a:lnTo>
                  <a:lnTo>
                    <a:pt x="997781" y="154299"/>
                  </a:lnTo>
                  <a:lnTo>
                    <a:pt x="995317" y="154299"/>
                  </a:lnTo>
                  <a:lnTo>
                    <a:pt x="992853" y="154299"/>
                  </a:lnTo>
                  <a:lnTo>
                    <a:pt x="990390" y="154299"/>
                  </a:lnTo>
                  <a:lnTo>
                    <a:pt x="987926" y="154299"/>
                  </a:lnTo>
                  <a:lnTo>
                    <a:pt x="985463" y="154299"/>
                  </a:lnTo>
                  <a:lnTo>
                    <a:pt x="982999" y="154299"/>
                  </a:lnTo>
                  <a:lnTo>
                    <a:pt x="980535" y="154299"/>
                  </a:lnTo>
                  <a:lnTo>
                    <a:pt x="978072" y="154299"/>
                  </a:lnTo>
                  <a:lnTo>
                    <a:pt x="975608" y="154299"/>
                  </a:lnTo>
                  <a:lnTo>
                    <a:pt x="973144" y="154299"/>
                  </a:lnTo>
                  <a:lnTo>
                    <a:pt x="970681" y="154299"/>
                  </a:lnTo>
                  <a:lnTo>
                    <a:pt x="968217" y="154299"/>
                  </a:lnTo>
                  <a:lnTo>
                    <a:pt x="965753" y="154299"/>
                  </a:lnTo>
                  <a:lnTo>
                    <a:pt x="963290" y="154299"/>
                  </a:lnTo>
                  <a:lnTo>
                    <a:pt x="960826" y="154299"/>
                  </a:lnTo>
                  <a:lnTo>
                    <a:pt x="958362" y="154299"/>
                  </a:lnTo>
                  <a:lnTo>
                    <a:pt x="955899" y="154299"/>
                  </a:lnTo>
                  <a:lnTo>
                    <a:pt x="953435" y="154299"/>
                  </a:lnTo>
                  <a:lnTo>
                    <a:pt x="950971" y="154299"/>
                  </a:lnTo>
                  <a:lnTo>
                    <a:pt x="948508" y="154299"/>
                  </a:lnTo>
                  <a:lnTo>
                    <a:pt x="946044" y="154299"/>
                  </a:lnTo>
                  <a:lnTo>
                    <a:pt x="943580" y="154299"/>
                  </a:lnTo>
                  <a:lnTo>
                    <a:pt x="941117" y="154299"/>
                  </a:lnTo>
                  <a:lnTo>
                    <a:pt x="938653" y="154299"/>
                  </a:lnTo>
                  <a:lnTo>
                    <a:pt x="936189" y="154299"/>
                  </a:lnTo>
                  <a:lnTo>
                    <a:pt x="933726" y="154299"/>
                  </a:lnTo>
                  <a:lnTo>
                    <a:pt x="931262" y="154299"/>
                  </a:lnTo>
                  <a:lnTo>
                    <a:pt x="928798" y="154299"/>
                  </a:lnTo>
                  <a:lnTo>
                    <a:pt x="926335" y="154299"/>
                  </a:lnTo>
                  <a:lnTo>
                    <a:pt x="923871" y="154299"/>
                  </a:lnTo>
                  <a:lnTo>
                    <a:pt x="921407" y="154299"/>
                  </a:lnTo>
                  <a:lnTo>
                    <a:pt x="918944" y="154299"/>
                  </a:lnTo>
                  <a:lnTo>
                    <a:pt x="916480" y="154299"/>
                  </a:lnTo>
                  <a:lnTo>
                    <a:pt x="914016" y="154299"/>
                  </a:lnTo>
                  <a:lnTo>
                    <a:pt x="911553" y="154299"/>
                  </a:lnTo>
                  <a:lnTo>
                    <a:pt x="909089" y="154299"/>
                  </a:lnTo>
                  <a:lnTo>
                    <a:pt x="906625" y="154299"/>
                  </a:lnTo>
                  <a:lnTo>
                    <a:pt x="904162" y="154299"/>
                  </a:lnTo>
                  <a:lnTo>
                    <a:pt x="901698" y="154299"/>
                  </a:lnTo>
                  <a:lnTo>
                    <a:pt x="899235" y="154299"/>
                  </a:lnTo>
                  <a:lnTo>
                    <a:pt x="896771" y="154299"/>
                  </a:lnTo>
                  <a:lnTo>
                    <a:pt x="894307" y="154299"/>
                  </a:lnTo>
                  <a:lnTo>
                    <a:pt x="891844" y="154299"/>
                  </a:lnTo>
                  <a:lnTo>
                    <a:pt x="889380" y="154299"/>
                  </a:lnTo>
                  <a:lnTo>
                    <a:pt x="886916" y="154299"/>
                  </a:lnTo>
                  <a:lnTo>
                    <a:pt x="884453" y="154299"/>
                  </a:lnTo>
                  <a:lnTo>
                    <a:pt x="881989" y="154299"/>
                  </a:lnTo>
                  <a:lnTo>
                    <a:pt x="879525" y="154299"/>
                  </a:lnTo>
                  <a:lnTo>
                    <a:pt x="877062" y="154299"/>
                  </a:lnTo>
                  <a:lnTo>
                    <a:pt x="874598" y="154299"/>
                  </a:lnTo>
                  <a:lnTo>
                    <a:pt x="872134" y="154299"/>
                  </a:lnTo>
                  <a:lnTo>
                    <a:pt x="869671" y="154299"/>
                  </a:lnTo>
                  <a:lnTo>
                    <a:pt x="867207" y="154299"/>
                  </a:lnTo>
                  <a:lnTo>
                    <a:pt x="864743" y="154299"/>
                  </a:lnTo>
                  <a:lnTo>
                    <a:pt x="862280" y="154299"/>
                  </a:lnTo>
                  <a:lnTo>
                    <a:pt x="859816" y="154299"/>
                  </a:lnTo>
                  <a:lnTo>
                    <a:pt x="857352" y="154299"/>
                  </a:lnTo>
                  <a:lnTo>
                    <a:pt x="854889" y="154299"/>
                  </a:lnTo>
                  <a:lnTo>
                    <a:pt x="852425" y="154299"/>
                  </a:lnTo>
                  <a:lnTo>
                    <a:pt x="849961" y="154299"/>
                  </a:lnTo>
                  <a:lnTo>
                    <a:pt x="847498" y="154299"/>
                  </a:lnTo>
                  <a:lnTo>
                    <a:pt x="845034" y="154299"/>
                  </a:lnTo>
                  <a:lnTo>
                    <a:pt x="842570" y="154299"/>
                  </a:lnTo>
                  <a:lnTo>
                    <a:pt x="840107" y="154299"/>
                  </a:lnTo>
                  <a:lnTo>
                    <a:pt x="837643" y="154299"/>
                  </a:lnTo>
                  <a:lnTo>
                    <a:pt x="835179" y="154299"/>
                  </a:lnTo>
                  <a:lnTo>
                    <a:pt x="832716" y="154299"/>
                  </a:lnTo>
                  <a:lnTo>
                    <a:pt x="830252" y="154299"/>
                  </a:lnTo>
                  <a:lnTo>
                    <a:pt x="827788" y="154299"/>
                  </a:lnTo>
                  <a:lnTo>
                    <a:pt x="825325" y="154299"/>
                  </a:lnTo>
                  <a:lnTo>
                    <a:pt x="822861" y="154299"/>
                  </a:lnTo>
                  <a:lnTo>
                    <a:pt x="820397" y="154299"/>
                  </a:lnTo>
                  <a:lnTo>
                    <a:pt x="817934" y="154299"/>
                  </a:lnTo>
                  <a:lnTo>
                    <a:pt x="815470" y="154299"/>
                  </a:lnTo>
                  <a:lnTo>
                    <a:pt x="813006" y="154299"/>
                  </a:lnTo>
                  <a:lnTo>
                    <a:pt x="810543" y="154299"/>
                  </a:lnTo>
                  <a:lnTo>
                    <a:pt x="808079" y="154299"/>
                  </a:lnTo>
                  <a:lnTo>
                    <a:pt x="805616" y="154299"/>
                  </a:lnTo>
                  <a:lnTo>
                    <a:pt x="803152" y="154299"/>
                  </a:lnTo>
                  <a:lnTo>
                    <a:pt x="800688" y="154299"/>
                  </a:lnTo>
                  <a:lnTo>
                    <a:pt x="798225" y="154299"/>
                  </a:lnTo>
                  <a:lnTo>
                    <a:pt x="795761" y="154299"/>
                  </a:lnTo>
                  <a:lnTo>
                    <a:pt x="793297" y="154299"/>
                  </a:lnTo>
                  <a:lnTo>
                    <a:pt x="790834" y="154299"/>
                  </a:lnTo>
                  <a:lnTo>
                    <a:pt x="788370" y="154299"/>
                  </a:lnTo>
                  <a:lnTo>
                    <a:pt x="785906" y="154299"/>
                  </a:lnTo>
                  <a:lnTo>
                    <a:pt x="783443" y="154299"/>
                  </a:lnTo>
                  <a:lnTo>
                    <a:pt x="780979" y="154299"/>
                  </a:lnTo>
                  <a:lnTo>
                    <a:pt x="778515" y="154299"/>
                  </a:lnTo>
                  <a:lnTo>
                    <a:pt x="776052" y="154299"/>
                  </a:lnTo>
                  <a:lnTo>
                    <a:pt x="773588" y="154299"/>
                  </a:lnTo>
                  <a:lnTo>
                    <a:pt x="771124" y="154299"/>
                  </a:lnTo>
                  <a:lnTo>
                    <a:pt x="768661" y="154299"/>
                  </a:lnTo>
                  <a:lnTo>
                    <a:pt x="766197" y="154299"/>
                  </a:lnTo>
                  <a:lnTo>
                    <a:pt x="763733" y="154299"/>
                  </a:lnTo>
                  <a:lnTo>
                    <a:pt x="761270" y="154299"/>
                  </a:lnTo>
                  <a:lnTo>
                    <a:pt x="758806" y="154299"/>
                  </a:lnTo>
                  <a:lnTo>
                    <a:pt x="756342" y="154299"/>
                  </a:lnTo>
                  <a:lnTo>
                    <a:pt x="753879" y="154299"/>
                  </a:lnTo>
                  <a:lnTo>
                    <a:pt x="751415" y="154299"/>
                  </a:lnTo>
                  <a:lnTo>
                    <a:pt x="748951" y="154299"/>
                  </a:lnTo>
                  <a:lnTo>
                    <a:pt x="746488" y="154299"/>
                  </a:lnTo>
                  <a:lnTo>
                    <a:pt x="744024" y="154299"/>
                  </a:lnTo>
                  <a:lnTo>
                    <a:pt x="741560" y="154299"/>
                  </a:lnTo>
                  <a:lnTo>
                    <a:pt x="739097" y="154299"/>
                  </a:lnTo>
                  <a:lnTo>
                    <a:pt x="736633" y="154299"/>
                  </a:lnTo>
                  <a:lnTo>
                    <a:pt x="734169" y="154299"/>
                  </a:lnTo>
                  <a:lnTo>
                    <a:pt x="731706" y="154299"/>
                  </a:lnTo>
                  <a:lnTo>
                    <a:pt x="729242" y="154299"/>
                  </a:lnTo>
                  <a:lnTo>
                    <a:pt x="726778" y="154299"/>
                  </a:lnTo>
                  <a:lnTo>
                    <a:pt x="724315" y="154299"/>
                  </a:lnTo>
                  <a:lnTo>
                    <a:pt x="721851" y="154299"/>
                  </a:lnTo>
                  <a:lnTo>
                    <a:pt x="719388" y="154299"/>
                  </a:lnTo>
                  <a:lnTo>
                    <a:pt x="716924" y="154299"/>
                  </a:lnTo>
                  <a:lnTo>
                    <a:pt x="714460" y="154299"/>
                  </a:lnTo>
                  <a:lnTo>
                    <a:pt x="711997" y="154299"/>
                  </a:lnTo>
                  <a:lnTo>
                    <a:pt x="709533" y="154299"/>
                  </a:lnTo>
                  <a:lnTo>
                    <a:pt x="707069" y="154299"/>
                  </a:lnTo>
                  <a:lnTo>
                    <a:pt x="704606" y="154299"/>
                  </a:lnTo>
                  <a:lnTo>
                    <a:pt x="702142" y="154299"/>
                  </a:lnTo>
                  <a:lnTo>
                    <a:pt x="699678" y="154299"/>
                  </a:lnTo>
                  <a:lnTo>
                    <a:pt x="697215" y="154299"/>
                  </a:lnTo>
                  <a:lnTo>
                    <a:pt x="694751" y="154299"/>
                  </a:lnTo>
                  <a:lnTo>
                    <a:pt x="692287" y="154299"/>
                  </a:lnTo>
                  <a:lnTo>
                    <a:pt x="689824" y="154299"/>
                  </a:lnTo>
                  <a:lnTo>
                    <a:pt x="687360" y="154299"/>
                  </a:lnTo>
                  <a:lnTo>
                    <a:pt x="684896" y="154299"/>
                  </a:lnTo>
                  <a:lnTo>
                    <a:pt x="682433" y="154299"/>
                  </a:lnTo>
                  <a:lnTo>
                    <a:pt x="679969" y="154299"/>
                  </a:lnTo>
                  <a:lnTo>
                    <a:pt x="677505" y="154299"/>
                  </a:lnTo>
                  <a:lnTo>
                    <a:pt x="675042" y="154299"/>
                  </a:lnTo>
                  <a:lnTo>
                    <a:pt x="672578" y="154299"/>
                  </a:lnTo>
                  <a:lnTo>
                    <a:pt x="670114" y="154299"/>
                  </a:lnTo>
                  <a:lnTo>
                    <a:pt x="667651" y="154299"/>
                  </a:lnTo>
                  <a:lnTo>
                    <a:pt x="665187" y="154299"/>
                  </a:lnTo>
                  <a:lnTo>
                    <a:pt x="662723" y="154299"/>
                  </a:lnTo>
                  <a:lnTo>
                    <a:pt x="660260" y="154299"/>
                  </a:lnTo>
                  <a:lnTo>
                    <a:pt x="657796" y="154299"/>
                  </a:lnTo>
                  <a:lnTo>
                    <a:pt x="655332" y="154299"/>
                  </a:lnTo>
                  <a:lnTo>
                    <a:pt x="652869" y="154299"/>
                  </a:lnTo>
                  <a:lnTo>
                    <a:pt x="650405" y="154299"/>
                  </a:lnTo>
                  <a:lnTo>
                    <a:pt x="647941" y="154299"/>
                  </a:lnTo>
                  <a:lnTo>
                    <a:pt x="645478" y="154299"/>
                  </a:lnTo>
                  <a:lnTo>
                    <a:pt x="643014" y="154299"/>
                  </a:lnTo>
                  <a:lnTo>
                    <a:pt x="640550" y="154299"/>
                  </a:lnTo>
                  <a:lnTo>
                    <a:pt x="638087" y="154299"/>
                  </a:lnTo>
                  <a:lnTo>
                    <a:pt x="635623" y="154299"/>
                  </a:lnTo>
                  <a:lnTo>
                    <a:pt x="633159" y="154299"/>
                  </a:lnTo>
                  <a:lnTo>
                    <a:pt x="630696" y="154299"/>
                  </a:lnTo>
                  <a:lnTo>
                    <a:pt x="628232" y="154299"/>
                  </a:lnTo>
                  <a:lnTo>
                    <a:pt x="625769" y="154299"/>
                  </a:lnTo>
                  <a:lnTo>
                    <a:pt x="623305" y="154299"/>
                  </a:lnTo>
                  <a:lnTo>
                    <a:pt x="620841" y="154299"/>
                  </a:lnTo>
                  <a:lnTo>
                    <a:pt x="618378" y="154299"/>
                  </a:lnTo>
                  <a:lnTo>
                    <a:pt x="615914" y="154299"/>
                  </a:lnTo>
                  <a:lnTo>
                    <a:pt x="613450" y="154299"/>
                  </a:lnTo>
                  <a:lnTo>
                    <a:pt x="610987" y="154299"/>
                  </a:lnTo>
                  <a:lnTo>
                    <a:pt x="608523" y="154299"/>
                  </a:lnTo>
                  <a:lnTo>
                    <a:pt x="606059" y="154299"/>
                  </a:lnTo>
                  <a:lnTo>
                    <a:pt x="603596" y="154299"/>
                  </a:lnTo>
                  <a:lnTo>
                    <a:pt x="601132" y="154299"/>
                  </a:lnTo>
                  <a:lnTo>
                    <a:pt x="598668" y="154299"/>
                  </a:lnTo>
                  <a:lnTo>
                    <a:pt x="596205" y="154299"/>
                  </a:lnTo>
                  <a:lnTo>
                    <a:pt x="593741" y="154299"/>
                  </a:lnTo>
                  <a:lnTo>
                    <a:pt x="591277" y="154299"/>
                  </a:lnTo>
                  <a:lnTo>
                    <a:pt x="588814" y="154299"/>
                  </a:lnTo>
                  <a:lnTo>
                    <a:pt x="586350" y="154299"/>
                  </a:lnTo>
                  <a:lnTo>
                    <a:pt x="583886" y="154299"/>
                  </a:lnTo>
                  <a:lnTo>
                    <a:pt x="581423" y="154299"/>
                  </a:lnTo>
                  <a:lnTo>
                    <a:pt x="578959" y="154299"/>
                  </a:lnTo>
                  <a:lnTo>
                    <a:pt x="576495" y="154299"/>
                  </a:lnTo>
                  <a:lnTo>
                    <a:pt x="574032" y="154299"/>
                  </a:lnTo>
                  <a:lnTo>
                    <a:pt x="571568" y="154299"/>
                  </a:lnTo>
                  <a:lnTo>
                    <a:pt x="569104" y="154299"/>
                  </a:lnTo>
                  <a:lnTo>
                    <a:pt x="566641" y="154299"/>
                  </a:lnTo>
                  <a:lnTo>
                    <a:pt x="564177" y="154299"/>
                  </a:lnTo>
                  <a:lnTo>
                    <a:pt x="561713" y="154299"/>
                  </a:lnTo>
                  <a:lnTo>
                    <a:pt x="559250" y="154299"/>
                  </a:lnTo>
                  <a:lnTo>
                    <a:pt x="556786" y="154299"/>
                  </a:lnTo>
                  <a:lnTo>
                    <a:pt x="554322" y="154299"/>
                  </a:lnTo>
                  <a:lnTo>
                    <a:pt x="551859" y="154299"/>
                  </a:lnTo>
                  <a:lnTo>
                    <a:pt x="549395" y="154299"/>
                  </a:lnTo>
                  <a:lnTo>
                    <a:pt x="546931" y="154299"/>
                  </a:lnTo>
                  <a:lnTo>
                    <a:pt x="544468" y="154299"/>
                  </a:lnTo>
                  <a:lnTo>
                    <a:pt x="542004" y="154299"/>
                  </a:lnTo>
                  <a:lnTo>
                    <a:pt x="539541" y="154299"/>
                  </a:lnTo>
                  <a:lnTo>
                    <a:pt x="537077" y="154299"/>
                  </a:lnTo>
                  <a:lnTo>
                    <a:pt x="534613" y="154299"/>
                  </a:lnTo>
                  <a:lnTo>
                    <a:pt x="532150" y="154299"/>
                  </a:lnTo>
                  <a:lnTo>
                    <a:pt x="529686" y="154299"/>
                  </a:lnTo>
                  <a:lnTo>
                    <a:pt x="527222" y="154299"/>
                  </a:lnTo>
                  <a:lnTo>
                    <a:pt x="524759" y="154299"/>
                  </a:lnTo>
                  <a:lnTo>
                    <a:pt x="522295" y="154299"/>
                  </a:lnTo>
                  <a:lnTo>
                    <a:pt x="519831" y="154299"/>
                  </a:lnTo>
                  <a:lnTo>
                    <a:pt x="517368" y="154299"/>
                  </a:lnTo>
                  <a:lnTo>
                    <a:pt x="514904" y="154299"/>
                  </a:lnTo>
                  <a:lnTo>
                    <a:pt x="512440" y="154299"/>
                  </a:lnTo>
                  <a:lnTo>
                    <a:pt x="509977" y="154299"/>
                  </a:lnTo>
                  <a:lnTo>
                    <a:pt x="507513" y="154299"/>
                  </a:lnTo>
                  <a:lnTo>
                    <a:pt x="505049" y="154299"/>
                  </a:lnTo>
                  <a:lnTo>
                    <a:pt x="502586" y="154299"/>
                  </a:lnTo>
                  <a:lnTo>
                    <a:pt x="500122" y="154299"/>
                  </a:lnTo>
                  <a:lnTo>
                    <a:pt x="497658" y="154299"/>
                  </a:lnTo>
                  <a:lnTo>
                    <a:pt x="495195" y="154299"/>
                  </a:lnTo>
                  <a:lnTo>
                    <a:pt x="492731" y="154299"/>
                  </a:lnTo>
                  <a:lnTo>
                    <a:pt x="490267" y="154299"/>
                  </a:lnTo>
                  <a:lnTo>
                    <a:pt x="487804" y="154299"/>
                  </a:lnTo>
                  <a:lnTo>
                    <a:pt x="485340" y="154299"/>
                  </a:lnTo>
                  <a:lnTo>
                    <a:pt x="482876" y="154299"/>
                  </a:lnTo>
                  <a:lnTo>
                    <a:pt x="480413" y="154299"/>
                  </a:lnTo>
                  <a:lnTo>
                    <a:pt x="477949" y="154299"/>
                  </a:lnTo>
                  <a:lnTo>
                    <a:pt x="475485" y="154299"/>
                  </a:lnTo>
                  <a:lnTo>
                    <a:pt x="473022" y="154299"/>
                  </a:lnTo>
                  <a:lnTo>
                    <a:pt x="470558" y="154299"/>
                  </a:lnTo>
                  <a:lnTo>
                    <a:pt x="468094" y="154299"/>
                  </a:lnTo>
                  <a:lnTo>
                    <a:pt x="465631" y="154299"/>
                  </a:lnTo>
                  <a:lnTo>
                    <a:pt x="463167" y="154299"/>
                  </a:lnTo>
                  <a:lnTo>
                    <a:pt x="460703" y="154299"/>
                  </a:lnTo>
                  <a:lnTo>
                    <a:pt x="458240" y="154299"/>
                  </a:lnTo>
                  <a:lnTo>
                    <a:pt x="455776" y="154299"/>
                  </a:lnTo>
                  <a:lnTo>
                    <a:pt x="453312" y="154299"/>
                  </a:lnTo>
                  <a:lnTo>
                    <a:pt x="450849" y="154299"/>
                  </a:lnTo>
                  <a:lnTo>
                    <a:pt x="448385" y="154299"/>
                  </a:lnTo>
                  <a:lnTo>
                    <a:pt x="445922" y="154299"/>
                  </a:lnTo>
                  <a:lnTo>
                    <a:pt x="443458" y="154299"/>
                  </a:lnTo>
                  <a:lnTo>
                    <a:pt x="440994" y="154299"/>
                  </a:lnTo>
                  <a:lnTo>
                    <a:pt x="438531" y="154299"/>
                  </a:lnTo>
                  <a:lnTo>
                    <a:pt x="436067" y="154299"/>
                  </a:lnTo>
                  <a:lnTo>
                    <a:pt x="433603" y="154299"/>
                  </a:lnTo>
                  <a:lnTo>
                    <a:pt x="431140" y="154299"/>
                  </a:lnTo>
                  <a:lnTo>
                    <a:pt x="428676" y="154299"/>
                  </a:lnTo>
                  <a:lnTo>
                    <a:pt x="426212" y="154299"/>
                  </a:lnTo>
                  <a:lnTo>
                    <a:pt x="423749" y="154299"/>
                  </a:lnTo>
                  <a:lnTo>
                    <a:pt x="421285" y="154299"/>
                  </a:lnTo>
                  <a:lnTo>
                    <a:pt x="418821" y="154299"/>
                  </a:lnTo>
                  <a:lnTo>
                    <a:pt x="416358" y="154299"/>
                  </a:lnTo>
                  <a:lnTo>
                    <a:pt x="413894" y="154299"/>
                  </a:lnTo>
                  <a:lnTo>
                    <a:pt x="411430" y="154299"/>
                  </a:lnTo>
                  <a:lnTo>
                    <a:pt x="408967" y="154299"/>
                  </a:lnTo>
                  <a:lnTo>
                    <a:pt x="406503" y="154299"/>
                  </a:lnTo>
                  <a:lnTo>
                    <a:pt x="404039" y="154299"/>
                  </a:lnTo>
                  <a:lnTo>
                    <a:pt x="401576" y="154299"/>
                  </a:lnTo>
                  <a:lnTo>
                    <a:pt x="399112" y="154299"/>
                  </a:lnTo>
                  <a:lnTo>
                    <a:pt x="396648" y="154299"/>
                  </a:lnTo>
                  <a:lnTo>
                    <a:pt x="394185" y="154299"/>
                  </a:lnTo>
                  <a:lnTo>
                    <a:pt x="391721" y="154299"/>
                  </a:lnTo>
                  <a:lnTo>
                    <a:pt x="389257" y="154299"/>
                  </a:lnTo>
                  <a:lnTo>
                    <a:pt x="386794" y="154299"/>
                  </a:lnTo>
                  <a:lnTo>
                    <a:pt x="384330" y="154299"/>
                  </a:lnTo>
                  <a:lnTo>
                    <a:pt x="381866" y="154299"/>
                  </a:lnTo>
                  <a:lnTo>
                    <a:pt x="379403" y="154299"/>
                  </a:lnTo>
                  <a:lnTo>
                    <a:pt x="376939" y="154299"/>
                  </a:lnTo>
                  <a:lnTo>
                    <a:pt x="374475" y="154299"/>
                  </a:lnTo>
                  <a:lnTo>
                    <a:pt x="372012" y="154299"/>
                  </a:lnTo>
                  <a:lnTo>
                    <a:pt x="369548" y="154299"/>
                  </a:lnTo>
                  <a:lnTo>
                    <a:pt x="367084" y="154299"/>
                  </a:lnTo>
                  <a:lnTo>
                    <a:pt x="364621" y="154299"/>
                  </a:lnTo>
                  <a:lnTo>
                    <a:pt x="362157" y="154299"/>
                  </a:lnTo>
                  <a:lnTo>
                    <a:pt x="359694" y="154299"/>
                  </a:lnTo>
                  <a:lnTo>
                    <a:pt x="357230" y="154299"/>
                  </a:lnTo>
                  <a:lnTo>
                    <a:pt x="354766" y="154299"/>
                  </a:lnTo>
                  <a:lnTo>
                    <a:pt x="352303" y="154299"/>
                  </a:lnTo>
                  <a:lnTo>
                    <a:pt x="349839" y="154299"/>
                  </a:lnTo>
                  <a:lnTo>
                    <a:pt x="347375" y="154299"/>
                  </a:lnTo>
                  <a:lnTo>
                    <a:pt x="344912" y="154299"/>
                  </a:lnTo>
                  <a:lnTo>
                    <a:pt x="342448" y="154299"/>
                  </a:lnTo>
                  <a:lnTo>
                    <a:pt x="339984" y="154299"/>
                  </a:lnTo>
                  <a:lnTo>
                    <a:pt x="337521" y="154299"/>
                  </a:lnTo>
                  <a:lnTo>
                    <a:pt x="335057" y="154299"/>
                  </a:lnTo>
                  <a:lnTo>
                    <a:pt x="332593" y="154299"/>
                  </a:lnTo>
                  <a:lnTo>
                    <a:pt x="330130" y="154299"/>
                  </a:lnTo>
                  <a:lnTo>
                    <a:pt x="327666" y="154299"/>
                  </a:lnTo>
                  <a:lnTo>
                    <a:pt x="325202" y="154299"/>
                  </a:lnTo>
                  <a:lnTo>
                    <a:pt x="322739" y="154299"/>
                  </a:lnTo>
                  <a:lnTo>
                    <a:pt x="320275" y="154299"/>
                  </a:lnTo>
                  <a:lnTo>
                    <a:pt x="317811" y="154299"/>
                  </a:lnTo>
                  <a:lnTo>
                    <a:pt x="315348" y="154299"/>
                  </a:lnTo>
                  <a:lnTo>
                    <a:pt x="312884" y="154299"/>
                  </a:lnTo>
                  <a:lnTo>
                    <a:pt x="310420" y="154299"/>
                  </a:lnTo>
                  <a:lnTo>
                    <a:pt x="307957" y="154299"/>
                  </a:lnTo>
                  <a:lnTo>
                    <a:pt x="305493" y="154299"/>
                  </a:lnTo>
                  <a:lnTo>
                    <a:pt x="303029" y="154299"/>
                  </a:lnTo>
                  <a:lnTo>
                    <a:pt x="300566" y="154299"/>
                  </a:lnTo>
                  <a:lnTo>
                    <a:pt x="298102" y="154299"/>
                  </a:lnTo>
                  <a:lnTo>
                    <a:pt x="295638" y="154299"/>
                  </a:lnTo>
                  <a:lnTo>
                    <a:pt x="293175" y="154299"/>
                  </a:lnTo>
                  <a:lnTo>
                    <a:pt x="290711" y="154299"/>
                  </a:lnTo>
                  <a:lnTo>
                    <a:pt x="288247" y="154299"/>
                  </a:lnTo>
                  <a:lnTo>
                    <a:pt x="285784" y="154299"/>
                  </a:lnTo>
                  <a:lnTo>
                    <a:pt x="283320" y="154299"/>
                  </a:lnTo>
                  <a:lnTo>
                    <a:pt x="280856" y="154299"/>
                  </a:lnTo>
                  <a:lnTo>
                    <a:pt x="278393" y="154299"/>
                  </a:lnTo>
                  <a:lnTo>
                    <a:pt x="275929" y="154299"/>
                  </a:lnTo>
                  <a:lnTo>
                    <a:pt x="273465" y="154299"/>
                  </a:lnTo>
                  <a:lnTo>
                    <a:pt x="271002" y="154299"/>
                  </a:lnTo>
                  <a:lnTo>
                    <a:pt x="268538" y="154299"/>
                  </a:lnTo>
                  <a:lnTo>
                    <a:pt x="266075" y="154299"/>
                  </a:lnTo>
                  <a:lnTo>
                    <a:pt x="263611" y="154299"/>
                  </a:lnTo>
                  <a:lnTo>
                    <a:pt x="261147" y="154299"/>
                  </a:lnTo>
                  <a:lnTo>
                    <a:pt x="258684" y="154299"/>
                  </a:lnTo>
                  <a:lnTo>
                    <a:pt x="256220" y="154299"/>
                  </a:lnTo>
                  <a:lnTo>
                    <a:pt x="253756" y="154299"/>
                  </a:lnTo>
                  <a:lnTo>
                    <a:pt x="251293" y="154299"/>
                  </a:lnTo>
                  <a:lnTo>
                    <a:pt x="248829" y="154299"/>
                  </a:lnTo>
                  <a:lnTo>
                    <a:pt x="246365" y="154299"/>
                  </a:lnTo>
                  <a:lnTo>
                    <a:pt x="243902" y="154299"/>
                  </a:lnTo>
                  <a:lnTo>
                    <a:pt x="241438" y="154299"/>
                  </a:lnTo>
                  <a:lnTo>
                    <a:pt x="238974" y="154299"/>
                  </a:lnTo>
                  <a:lnTo>
                    <a:pt x="236511" y="154299"/>
                  </a:lnTo>
                  <a:lnTo>
                    <a:pt x="234047" y="154299"/>
                  </a:lnTo>
                  <a:lnTo>
                    <a:pt x="231583" y="154299"/>
                  </a:lnTo>
                  <a:lnTo>
                    <a:pt x="229120" y="154299"/>
                  </a:lnTo>
                  <a:lnTo>
                    <a:pt x="226656" y="154299"/>
                  </a:lnTo>
                  <a:lnTo>
                    <a:pt x="224192" y="154299"/>
                  </a:lnTo>
                  <a:lnTo>
                    <a:pt x="221729" y="154299"/>
                  </a:lnTo>
                  <a:lnTo>
                    <a:pt x="219265" y="154299"/>
                  </a:lnTo>
                  <a:lnTo>
                    <a:pt x="216801" y="154299"/>
                  </a:lnTo>
                  <a:lnTo>
                    <a:pt x="214338" y="154299"/>
                  </a:lnTo>
                  <a:lnTo>
                    <a:pt x="211874" y="154299"/>
                  </a:lnTo>
                  <a:lnTo>
                    <a:pt x="209410" y="154299"/>
                  </a:lnTo>
                  <a:lnTo>
                    <a:pt x="206947" y="154299"/>
                  </a:lnTo>
                  <a:lnTo>
                    <a:pt x="204483" y="154299"/>
                  </a:lnTo>
                  <a:lnTo>
                    <a:pt x="202019" y="154299"/>
                  </a:lnTo>
                  <a:lnTo>
                    <a:pt x="199556" y="154299"/>
                  </a:lnTo>
                  <a:lnTo>
                    <a:pt x="197092" y="154299"/>
                  </a:lnTo>
                  <a:lnTo>
                    <a:pt x="194628" y="154299"/>
                  </a:lnTo>
                  <a:lnTo>
                    <a:pt x="192165" y="154299"/>
                  </a:lnTo>
                  <a:lnTo>
                    <a:pt x="189701" y="154299"/>
                  </a:lnTo>
                  <a:lnTo>
                    <a:pt x="187237" y="154299"/>
                  </a:lnTo>
                  <a:lnTo>
                    <a:pt x="184774" y="154299"/>
                  </a:lnTo>
                  <a:lnTo>
                    <a:pt x="182310" y="154299"/>
                  </a:lnTo>
                  <a:lnTo>
                    <a:pt x="179847" y="154299"/>
                  </a:lnTo>
                  <a:lnTo>
                    <a:pt x="177383" y="154299"/>
                  </a:lnTo>
                  <a:lnTo>
                    <a:pt x="174919" y="154299"/>
                  </a:lnTo>
                  <a:lnTo>
                    <a:pt x="172456" y="154299"/>
                  </a:lnTo>
                  <a:lnTo>
                    <a:pt x="169992" y="154299"/>
                  </a:lnTo>
                  <a:lnTo>
                    <a:pt x="167528" y="154299"/>
                  </a:lnTo>
                  <a:lnTo>
                    <a:pt x="165065" y="154299"/>
                  </a:lnTo>
                  <a:lnTo>
                    <a:pt x="162601" y="154299"/>
                  </a:lnTo>
                  <a:lnTo>
                    <a:pt x="160137" y="154299"/>
                  </a:lnTo>
                  <a:lnTo>
                    <a:pt x="157674" y="154299"/>
                  </a:lnTo>
                  <a:lnTo>
                    <a:pt x="155210" y="154299"/>
                  </a:lnTo>
                  <a:lnTo>
                    <a:pt x="152746" y="154299"/>
                  </a:lnTo>
                  <a:lnTo>
                    <a:pt x="150283" y="154299"/>
                  </a:lnTo>
                  <a:lnTo>
                    <a:pt x="147819" y="154299"/>
                  </a:lnTo>
                  <a:lnTo>
                    <a:pt x="145355" y="154299"/>
                  </a:lnTo>
                  <a:lnTo>
                    <a:pt x="142892" y="154299"/>
                  </a:lnTo>
                  <a:lnTo>
                    <a:pt x="140428" y="154299"/>
                  </a:lnTo>
                  <a:lnTo>
                    <a:pt x="137964" y="154299"/>
                  </a:lnTo>
                  <a:lnTo>
                    <a:pt x="135501" y="154299"/>
                  </a:lnTo>
                  <a:lnTo>
                    <a:pt x="133037" y="154299"/>
                  </a:lnTo>
                  <a:lnTo>
                    <a:pt x="130573" y="154299"/>
                  </a:lnTo>
                  <a:lnTo>
                    <a:pt x="128110" y="154299"/>
                  </a:lnTo>
                  <a:lnTo>
                    <a:pt x="125646" y="154299"/>
                  </a:lnTo>
                  <a:lnTo>
                    <a:pt x="123182" y="154299"/>
                  </a:lnTo>
                  <a:lnTo>
                    <a:pt x="120719" y="154299"/>
                  </a:lnTo>
                  <a:lnTo>
                    <a:pt x="118255" y="154299"/>
                  </a:lnTo>
                  <a:lnTo>
                    <a:pt x="115791" y="154299"/>
                  </a:lnTo>
                  <a:lnTo>
                    <a:pt x="113328" y="154299"/>
                  </a:lnTo>
                  <a:lnTo>
                    <a:pt x="110864" y="154299"/>
                  </a:lnTo>
                  <a:lnTo>
                    <a:pt x="108400" y="154299"/>
                  </a:lnTo>
                  <a:lnTo>
                    <a:pt x="105937" y="154299"/>
                  </a:lnTo>
                  <a:lnTo>
                    <a:pt x="103473" y="154299"/>
                  </a:lnTo>
                  <a:lnTo>
                    <a:pt x="101009" y="154299"/>
                  </a:lnTo>
                  <a:lnTo>
                    <a:pt x="98546" y="154299"/>
                  </a:lnTo>
                  <a:lnTo>
                    <a:pt x="96082" y="154299"/>
                  </a:lnTo>
                  <a:lnTo>
                    <a:pt x="93618" y="154299"/>
                  </a:lnTo>
                  <a:lnTo>
                    <a:pt x="91155" y="154299"/>
                  </a:lnTo>
                  <a:lnTo>
                    <a:pt x="88691" y="154299"/>
                  </a:lnTo>
                  <a:lnTo>
                    <a:pt x="86228" y="154299"/>
                  </a:lnTo>
                  <a:lnTo>
                    <a:pt x="83764" y="154299"/>
                  </a:lnTo>
                  <a:lnTo>
                    <a:pt x="81300" y="154299"/>
                  </a:lnTo>
                  <a:lnTo>
                    <a:pt x="78837" y="154299"/>
                  </a:lnTo>
                  <a:lnTo>
                    <a:pt x="76373" y="154299"/>
                  </a:lnTo>
                  <a:lnTo>
                    <a:pt x="73909" y="154299"/>
                  </a:lnTo>
                  <a:lnTo>
                    <a:pt x="71446" y="154299"/>
                  </a:lnTo>
                  <a:lnTo>
                    <a:pt x="68982" y="154299"/>
                  </a:lnTo>
                  <a:lnTo>
                    <a:pt x="66518" y="154299"/>
                  </a:lnTo>
                  <a:lnTo>
                    <a:pt x="64055" y="154299"/>
                  </a:lnTo>
                  <a:lnTo>
                    <a:pt x="61591" y="154299"/>
                  </a:lnTo>
                  <a:lnTo>
                    <a:pt x="59127" y="154299"/>
                  </a:lnTo>
                  <a:lnTo>
                    <a:pt x="56664" y="154299"/>
                  </a:lnTo>
                  <a:lnTo>
                    <a:pt x="54200" y="154299"/>
                  </a:lnTo>
                  <a:lnTo>
                    <a:pt x="51736" y="154299"/>
                  </a:lnTo>
                  <a:lnTo>
                    <a:pt x="49273" y="154299"/>
                  </a:lnTo>
                  <a:lnTo>
                    <a:pt x="46809" y="154299"/>
                  </a:lnTo>
                  <a:lnTo>
                    <a:pt x="44345" y="154299"/>
                  </a:lnTo>
                  <a:lnTo>
                    <a:pt x="41882" y="154299"/>
                  </a:lnTo>
                  <a:lnTo>
                    <a:pt x="39418" y="154299"/>
                  </a:lnTo>
                  <a:lnTo>
                    <a:pt x="36954" y="154299"/>
                  </a:lnTo>
                  <a:lnTo>
                    <a:pt x="34491" y="154299"/>
                  </a:lnTo>
                  <a:lnTo>
                    <a:pt x="32027" y="154299"/>
                  </a:lnTo>
                  <a:lnTo>
                    <a:pt x="29563" y="154299"/>
                  </a:lnTo>
                  <a:lnTo>
                    <a:pt x="27100" y="154299"/>
                  </a:lnTo>
                  <a:lnTo>
                    <a:pt x="24636" y="154299"/>
                  </a:lnTo>
                  <a:lnTo>
                    <a:pt x="22172" y="154299"/>
                  </a:lnTo>
                  <a:lnTo>
                    <a:pt x="19709" y="154299"/>
                  </a:lnTo>
                  <a:lnTo>
                    <a:pt x="17245" y="154299"/>
                  </a:lnTo>
                  <a:lnTo>
                    <a:pt x="14781" y="154299"/>
                  </a:lnTo>
                  <a:lnTo>
                    <a:pt x="12318" y="154299"/>
                  </a:lnTo>
                  <a:lnTo>
                    <a:pt x="9854" y="154299"/>
                  </a:lnTo>
                  <a:lnTo>
                    <a:pt x="7390" y="154299"/>
                  </a:lnTo>
                  <a:lnTo>
                    <a:pt x="4927" y="154299"/>
                  </a:lnTo>
                  <a:lnTo>
                    <a:pt x="2463" y="154299"/>
                  </a:lnTo>
                  <a:lnTo>
                    <a:pt x="0" y="15429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8529616" y="5999598"/>
              <a:ext cx="1258929" cy="152703"/>
            </a:xfrm>
            <a:custGeom>
              <a:avLst/>
              <a:pathLst>
                <a:path w="1258929" h="152703">
                  <a:moveTo>
                    <a:pt x="0" y="152703"/>
                  </a:moveTo>
                  <a:lnTo>
                    <a:pt x="2463" y="152656"/>
                  </a:lnTo>
                  <a:lnTo>
                    <a:pt x="4927" y="152606"/>
                  </a:lnTo>
                  <a:lnTo>
                    <a:pt x="7390" y="152556"/>
                  </a:lnTo>
                  <a:lnTo>
                    <a:pt x="9854" y="152503"/>
                  </a:lnTo>
                  <a:lnTo>
                    <a:pt x="12318" y="152450"/>
                  </a:lnTo>
                  <a:lnTo>
                    <a:pt x="14781" y="152395"/>
                  </a:lnTo>
                  <a:lnTo>
                    <a:pt x="17245" y="152340"/>
                  </a:lnTo>
                  <a:lnTo>
                    <a:pt x="19709" y="152282"/>
                  </a:lnTo>
                  <a:lnTo>
                    <a:pt x="22172" y="152223"/>
                  </a:lnTo>
                  <a:lnTo>
                    <a:pt x="24636" y="152162"/>
                  </a:lnTo>
                  <a:lnTo>
                    <a:pt x="27100" y="152101"/>
                  </a:lnTo>
                  <a:lnTo>
                    <a:pt x="29563" y="152037"/>
                  </a:lnTo>
                  <a:lnTo>
                    <a:pt x="32027" y="151972"/>
                  </a:lnTo>
                  <a:lnTo>
                    <a:pt x="34491" y="151906"/>
                  </a:lnTo>
                  <a:lnTo>
                    <a:pt x="36954" y="151838"/>
                  </a:lnTo>
                  <a:lnTo>
                    <a:pt x="39418" y="151767"/>
                  </a:lnTo>
                  <a:lnTo>
                    <a:pt x="41882" y="151696"/>
                  </a:lnTo>
                  <a:lnTo>
                    <a:pt x="44345" y="151622"/>
                  </a:lnTo>
                  <a:lnTo>
                    <a:pt x="46809" y="151547"/>
                  </a:lnTo>
                  <a:lnTo>
                    <a:pt x="49273" y="151470"/>
                  </a:lnTo>
                  <a:lnTo>
                    <a:pt x="51736" y="151391"/>
                  </a:lnTo>
                  <a:lnTo>
                    <a:pt x="54200" y="151311"/>
                  </a:lnTo>
                  <a:lnTo>
                    <a:pt x="56664" y="151228"/>
                  </a:lnTo>
                  <a:lnTo>
                    <a:pt x="59127" y="151143"/>
                  </a:lnTo>
                  <a:lnTo>
                    <a:pt x="61591" y="151057"/>
                  </a:lnTo>
                  <a:lnTo>
                    <a:pt x="64055" y="150968"/>
                  </a:lnTo>
                  <a:lnTo>
                    <a:pt x="66518" y="150877"/>
                  </a:lnTo>
                  <a:lnTo>
                    <a:pt x="68982" y="150784"/>
                  </a:lnTo>
                  <a:lnTo>
                    <a:pt x="71446" y="150689"/>
                  </a:lnTo>
                  <a:lnTo>
                    <a:pt x="73909" y="150591"/>
                  </a:lnTo>
                  <a:lnTo>
                    <a:pt x="76373" y="150492"/>
                  </a:lnTo>
                  <a:lnTo>
                    <a:pt x="78837" y="150390"/>
                  </a:lnTo>
                  <a:lnTo>
                    <a:pt x="81300" y="150285"/>
                  </a:lnTo>
                  <a:lnTo>
                    <a:pt x="83764" y="150179"/>
                  </a:lnTo>
                  <a:lnTo>
                    <a:pt x="86228" y="150069"/>
                  </a:lnTo>
                  <a:lnTo>
                    <a:pt x="88691" y="149958"/>
                  </a:lnTo>
                  <a:lnTo>
                    <a:pt x="91155" y="149843"/>
                  </a:lnTo>
                  <a:lnTo>
                    <a:pt x="93618" y="149726"/>
                  </a:lnTo>
                  <a:lnTo>
                    <a:pt x="96082" y="149606"/>
                  </a:lnTo>
                  <a:lnTo>
                    <a:pt x="98546" y="149484"/>
                  </a:lnTo>
                  <a:lnTo>
                    <a:pt x="101009" y="149359"/>
                  </a:lnTo>
                  <a:lnTo>
                    <a:pt x="103473" y="149231"/>
                  </a:lnTo>
                  <a:lnTo>
                    <a:pt x="105937" y="149100"/>
                  </a:lnTo>
                  <a:lnTo>
                    <a:pt x="108400" y="148967"/>
                  </a:lnTo>
                  <a:lnTo>
                    <a:pt x="110864" y="148829"/>
                  </a:lnTo>
                  <a:lnTo>
                    <a:pt x="113328" y="148690"/>
                  </a:lnTo>
                  <a:lnTo>
                    <a:pt x="115791" y="148546"/>
                  </a:lnTo>
                  <a:lnTo>
                    <a:pt x="118255" y="148401"/>
                  </a:lnTo>
                  <a:lnTo>
                    <a:pt x="120719" y="148251"/>
                  </a:lnTo>
                  <a:lnTo>
                    <a:pt x="123182" y="148099"/>
                  </a:lnTo>
                  <a:lnTo>
                    <a:pt x="125646" y="147942"/>
                  </a:lnTo>
                  <a:lnTo>
                    <a:pt x="128110" y="147784"/>
                  </a:lnTo>
                  <a:lnTo>
                    <a:pt x="130573" y="147620"/>
                  </a:lnTo>
                  <a:lnTo>
                    <a:pt x="133037" y="147455"/>
                  </a:lnTo>
                  <a:lnTo>
                    <a:pt x="135501" y="147283"/>
                  </a:lnTo>
                  <a:lnTo>
                    <a:pt x="137964" y="147111"/>
                  </a:lnTo>
                  <a:lnTo>
                    <a:pt x="140428" y="146932"/>
                  </a:lnTo>
                  <a:lnTo>
                    <a:pt x="142892" y="146753"/>
                  </a:lnTo>
                  <a:lnTo>
                    <a:pt x="145355" y="146566"/>
                  </a:lnTo>
                  <a:lnTo>
                    <a:pt x="147819" y="146379"/>
                  </a:lnTo>
                  <a:lnTo>
                    <a:pt x="150283" y="146184"/>
                  </a:lnTo>
                  <a:lnTo>
                    <a:pt x="152746" y="145989"/>
                  </a:lnTo>
                  <a:lnTo>
                    <a:pt x="155210" y="145786"/>
                  </a:lnTo>
                  <a:lnTo>
                    <a:pt x="157674" y="145582"/>
                  </a:lnTo>
                  <a:lnTo>
                    <a:pt x="160137" y="145371"/>
                  </a:lnTo>
                  <a:lnTo>
                    <a:pt x="162601" y="145159"/>
                  </a:lnTo>
                  <a:lnTo>
                    <a:pt x="165065" y="144938"/>
                  </a:lnTo>
                  <a:lnTo>
                    <a:pt x="167528" y="144718"/>
                  </a:lnTo>
                  <a:lnTo>
                    <a:pt x="169992" y="144488"/>
                  </a:lnTo>
                  <a:lnTo>
                    <a:pt x="172456" y="144258"/>
                  </a:lnTo>
                  <a:lnTo>
                    <a:pt x="174919" y="144020"/>
                  </a:lnTo>
                  <a:lnTo>
                    <a:pt x="177383" y="143780"/>
                  </a:lnTo>
                  <a:lnTo>
                    <a:pt x="179847" y="143532"/>
                  </a:lnTo>
                  <a:lnTo>
                    <a:pt x="182310" y="143283"/>
                  </a:lnTo>
                  <a:lnTo>
                    <a:pt x="184774" y="143025"/>
                  </a:lnTo>
                  <a:lnTo>
                    <a:pt x="187237" y="142766"/>
                  </a:lnTo>
                  <a:lnTo>
                    <a:pt x="189701" y="142497"/>
                  </a:lnTo>
                  <a:lnTo>
                    <a:pt x="192165" y="142228"/>
                  </a:lnTo>
                  <a:lnTo>
                    <a:pt x="194628" y="141950"/>
                  </a:lnTo>
                  <a:lnTo>
                    <a:pt x="197092" y="141669"/>
                  </a:lnTo>
                  <a:lnTo>
                    <a:pt x="199556" y="141380"/>
                  </a:lnTo>
                  <a:lnTo>
                    <a:pt x="202019" y="141089"/>
                  </a:lnTo>
                  <a:lnTo>
                    <a:pt x="204483" y="140790"/>
                  </a:lnTo>
                  <a:lnTo>
                    <a:pt x="206947" y="140487"/>
                  </a:lnTo>
                  <a:lnTo>
                    <a:pt x="209410" y="140176"/>
                  </a:lnTo>
                  <a:lnTo>
                    <a:pt x="211874" y="139863"/>
                  </a:lnTo>
                  <a:lnTo>
                    <a:pt x="214338" y="139541"/>
                  </a:lnTo>
                  <a:lnTo>
                    <a:pt x="216801" y="139215"/>
                  </a:lnTo>
                  <a:lnTo>
                    <a:pt x="219265" y="138882"/>
                  </a:lnTo>
                  <a:lnTo>
                    <a:pt x="221729" y="138544"/>
                  </a:lnTo>
                  <a:lnTo>
                    <a:pt x="224192" y="138199"/>
                  </a:lnTo>
                  <a:lnTo>
                    <a:pt x="226656" y="137849"/>
                  </a:lnTo>
                  <a:lnTo>
                    <a:pt x="229120" y="137492"/>
                  </a:lnTo>
                  <a:lnTo>
                    <a:pt x="231583" y="137130"/>
                  </a:lnTo>
                  <a:lnTo>
                    <a:pt x="234047" y="136760"/>
                  </a:lnTo>
                  <a:lnTo>
                    <a:pt x="236511" y="136386"/>
                  </a:lnTo>
                  <a:lnTo>
                    <a:pt x="238974" y="136004"/>
                  </a:lnTo>
                  <a:lnTo>
                    <a:pt x="241438" y="135617"/>
                  </a:lnTo>
                  <a:lnTo>
                    <a:pt x="243902" y="135222"/>
                  </a:lnTo>
                  <a:lnTo>
                    <a:pt x="246365" y="134822"/>
                  </a:lnTo>
                  <a:lnTo>
                    <a:pt x="248829" y="134415"/>
                  </a:lnTo>
                  <a:lnTo>
                    <a:pt x="251293" y="134001"/>
                  </a:lnTo>
                  <a:lnTo>
                    <a:pt x="253756" y="133581"/>
                  </a:lnTo>
                  <a:lnTo>
                    <a:pt x="256220" y="133155"/>
                  </a:lnTo>
                  <a:lnTo>
                    <a:pt x="258684" y="132722"/>
                  </a:lnTo>
                  <a:lnTo>
                    <a:pt x="261147" y="132282"/>
                  </a:lnTo>
                  <a:lnTo>
                    <a:pt x="263611" y="131836"/>
                  </a:lnTo>
                  <a:lnTo>
                    <a:pt x="266075" y="131382"/>
                  </a:lnTo>
                  <a:lnTo>
                    <a:pt x="268538" y="130923"/>
                  </a:lnTo>
                  <a:lnTo>
                    <a:pt x="271002" y="130456"/>
                  </a:lnTo>
                  <a:lnTo>
                    <a:pt x="273465" y="129984"/>
                  </a:lnTo>
                  <a:lnTo>
                    <a:pt x="275929" y="129504"/>
                  </a:lnTo>
                  <a:lnTo>
                    <a:pt x="278393" y="129018"/>
                  </a:lnTo>
                  <a:lnTo>
                    <a:pt x="280856" y="128525"/>
                  </a:lnTo>
                  <a:lnTo>
                    <a:pt x="283320" y="128026"/>
                  </a:lnTo>
                  <a:lnTo>
                    <a:pt x="285784" y="127519"/>
                  </a:lnTo>
                  <a:lnTo>
                    <a:pt x="288247" y="127007"/>
                  </a:lnTo>
                  <a:lnTo>
                    <a:pt x="290711" y="126486"/>
                  </a:lnTo>
                  <a:lnTo>
                    <a:pt x="293175" y="125962"/>
                  </a:lnTo>
                  <a:lnTo>
                    <a:pt x="295638" y="125428"/>
                  </a:lnTo>
                  <a:lnTo>
                    <a:pt x="298102" y="124890"/>
                  </a:lnTo>
                  <a:lnTo>
                    <a:pt x="300566" y="124343"/>
                  </a:lnTo>
                  <a:lnTo>
                    <a:pt x="303029" y="123793"/>
                  </a:lnTo>
                  <a:lnTo>
                    <a:pt x="305493" y="123233"/>
                  </a:lnTo>
                  <a:lnTo>
                    <a:pt x="307957" y="122670"/>
                  </a:lnTo>
                  <a:lnTo>
                    <a:pt x="310420" y="122097"/>
                  </a:lnTo>
                  <a:lnTo>
                    <a:pt x="312884" y="121522"/>
                  </a:lnTo>
                  <a:lnTo>
                    <a:pt x="315348" y="120937"/>
                  </a:lnTo>
                  <a:lnTo>
                    <a:pt x="317811" y="120350"/>
                  </a:lnTo>
                  <a:lnTo>
                    <a:pt x="320275" y="119752"/>
                  </a:lnTo>
                  <a:lnTo>
                    <a:pt x="322739" y="119153"/>
                  </a:lnTo>
                  <a:lnTo>
                    <a:pt x="325202" y="118544"/>
                  </a:lnTo>
                  <a:lnTo>
                    <a:pt x="327666" y="117934"/>
                  </a:lnTo>
                  <a:lnTo>
                    <a:pt x="330130" y="117313"/>
                  </a:lnTo>
                  <a:lnTo>
                    <a:pt x="332593" y="116692"/>
                  </a:lnTo>
                  <a:lnTo>
                    <a:pt x="335057" y="116060"/>
                  </a:lnTo>
                  <a:lnTo>
                    <a:pt x="337521" y="115428"/>
                  </a:lnTo>
                  <a:lnTo>
                    <a:pt x="339984" y="114786"/>
                  </a:lnTo>
                  <a:lnTo>
                    <a:pt x="342448" y="114144"/>
                  </a:lnTo>
                  <a:lnTo>
                    <a:pt x="344912" y="113492"/>
                  </a:lnTo>
                  <a:lnTo>
                    <a:pt x="347375" y="112840"/>
                  </a:lnTo>
                  <a:lnTo>
                    <a:pt x="349839" y="112179"/>
                  </a:lnTo>
                  <a:lnTo>
                    <a:pt x="352303" y="111518"/>
                  </a:lnTo>
                  <a:lnTo>
                    <a:pt x="354766" y="110848"/>
                  </a:lnTo>
                  <a:lnTo>
                    <a:pt x="357230" y="110178"/>
                  </a:lnTo>
                  <a:lnTo>
                    <a:pt x="359694" y="109500"/>
                  </a:lnTo>
                  <a:lnTo>
                    <a:pt x="362157" y="108822"/>
                  </a:lnTo>
                  <a:lnTo>
                    <a:pt x="364621" y="108137"/>
                  </a:lnTo>
                  <a:lnTo>
                    <a:pt x="367084" y="107452"/>
                  </a:lnTo>
                  <a:lnTo>
                    <a:pt x="369548" y="106761"/>
                  </a:lnTo>
                  <a:lnTo>
                    <a:pt x="372012" y="106069"/>
                  </a:lnTo>
                  <a:lnTo>
                    <a:pt x="374475" y="105372"/>
                  </a:lnTo>
                  <a:lnTo>
                    <a:pt x="376939" y="104674"/>
                  </a:lnTo>
                  <a:lnTo>
                    <a:pt x="379403" y="103972"/>
                  </a:lnTo>
                  <a:lnTo>
                    <a:pt x="381866" y="103270"/>
                  </a:lnTo>
                  <a:lnTo>
                    <a:pt x="384330" y="102564"/>
                  </a:lnTo>
                  <a:lnTo>
                    <a:pt x="386794" y="101857"/>
                  </a:lnTo>
                  <a:lnTo>
                    <a:pt x="389257" y="101148"/>
                  </a:lnTo>
                  <a:lnTo>
                    <a:pt x="391721" y="100439"/>
                  </a:lnTo>
                  <a:lnTo>
                    <a:pt x="394185" y="99727"/>
                  </a:lnTo>
                  <a:lnTo>
                    <a:pt x="396648" y="99015"/>
                  </a:lnTo>
                  <a:lnTo>
                    <a:pt x="399112" y="98303"/>
                  </a:lnTo>
                  <a:lnTo>
                    <a:pt x="401576" y="97590"/>
                  </a:lnTo>
                  <a:lnTo>
                    <a:pt x="404039" y="96877"/>
                  </a:lnTo>
                  <a:lnTo>
                    <a:pt x="406503" y="96163"/>
                  </a:lnTo>
                  <a:lnTo>
                    <a:pt x="408967" y="95451"/>
                  </a:lnTo>
                  <a:lnTo>
                    <a:pt x="411430" y="94739"/>
                  </a:lnTo>
                  <a:lnTo>
                    <a:pt x="413894" y="94028"/>
                  </a:lnTo>
                  <a:lnTo>
                    <a:pt x="416358" y="93318"/>
                  </a:lnTo>
                  <a:lnTo>
                    <a:pt x="418821" y="92610"/>
                  </a:lnTo>
                  <a:lnTo>
                    <a:pt x="421285" y="91903"/>
                  </a:lnTo>
                  <a:lnTo>
                    <a:pt x="423749" y="91199"/>
                  </a:lnTo>
                  <a:lnTo>
                    <a:pt x="426212" y="90496"/>
                  </a:lnTo>
                  <a:lnTo>
                    <a:pt x="428676" y="89797"/>
                  </a:lnTo>
                  <a:lnTo>
                    <a:pt x="431140" y="89099"/>
                  </a:lnTo>
                  <a:lnTo>
                    <a:pt x="433603" y="88406"/>
                  </a:lnTo>
                  <a:lnTo>
                    <a:pt x="436067" y="87715"/>
                  </a:lnTo>
                  <a:lnTo>
                    <a:pt x="438531" y="87029"/>
                  </a:lnTo>
                  <a:lnTo>
                    <a:pt x="440994" y="86346"/>
                  </a:lnTo>
                  <a:lnTo>
                    <a:pt x="443458" y="85668"/>
                  </a:lnTo>
                  <a:lnTo>
                    <a:pt x="445922" y="84994"/>
                  </a:lnTo>
                  <a:lnTo>
                    <a:pt x="448385" y="84325"/>
                  </a:lnTo>
                  <a:lnTo>
                    <a:pt x="450849" y="83661"/>
                  </a:lnTo>
                  <a:lnTo>
                    <a:pt x="453312" y="83002"/>
                  </a:lnTo>
                  <a:lnTo>
                    <a:pt x="455776" y="82350"/>
                  </a:lnTo>
                  <a:lnTo>
                    <a:pt x="458240" y="81703"/>
                  </a:lnTo>
                  <a:lnTo>
                    <a:pt x="460703" y="81063"/>
                  </a:lnTo>
                  <a:lnTo>
                    <a:pt x="463167" y="80428"/>
                  </a:lnTo>
                  <a:lnTo>
                    <a:pt x="465631" y="79802"/>
                  </a:lnTo>
                  <a:lnTo>
                    <a:pt x="468094" y="79181"/>
                  </a:lnTo>
                  <a:lnTo>
                    <a:pt x="470558" y="78570"/>
                  </a:lnTo>
                  <a:lnTo>
                    <a:pt x="473022" y="77963"/>
                  </a:lnTo>
                  <a:lnTo>
                    <a:pt x="475485" y="77368"/>
                  </a:lnTo>
                  <a:lnTo>
                    <a:pt x="477949" y="76778"/>
                  </a:lnTo>
                  <a:lnTo>
                    <a:pt x="480413" y="76199"/>
                  </a:lnTo>
                  <a:lnTo>
                    <a:pt x="482876" y="75626"/>
                  </a:lnTo>
                  <a:lnTo>
                    <a:pt x="485340" y="75065"/>
                  </a:lnTo>
                  <a:lnTo>
                    <a:pt x="487804" y="74510"/>
                  </a:lnTo>
                  <a:lnTo>
                    <a:pt x="490267" y="73968"/>
                  </a:lnTo>
                  <a:lnTo>
                    <a:pt x="492731" y="73431"/>
                  </a:lnTo>
                  <a:lnTo>
                    <a:pt x="495195" y="72910"/>
                  </a:lnTo>
                  <a:lnTo>
                    <a:pt x="497658" y="72393"/>
                  </a:lnTo>
                  <a:lnTo>
                    <a:pt x="500122" y="71893"/>
                  </a:lnTo>
                  <a:lnTo>
                    <a:pt x="502586" y="71397"/>
                  </a:lnTo>
                  <a:lnTo>
                    <a:pt x="505049" y="70919"/>
                  </a:lnTo>
                  <a:lnTo>
                    <a:pt x="507513" y="70444"/>
                  </a:lnTo>
                  <a:lnTo>
                    <a:pt x="509977" y="69988"/>
                  </a:lnTo>
                  <a:lnTo>
                    <a:pt x="512440" y="69536"/>
                  </a:lnTo>
                  <a:lnTo>
                    <a:pt x="514904" y="69104"/>
                  </a:lnTo>
                  <a:lnTo>
                    <a:pt x="517368" y="68675"/>
                  </a:lnTo>
                  <a:lnTo>
                    <a:pt x="519831" y="68267"/>
                  </a:lnTo>
                  <a:lnTo>
                    <a:pt x="522295" y="67862"/>
                  </a:lnTo>
                  <a:lnTo>
                    <a:pt x="524759" y="67480"/>
                  </a:lnTo>
                  <a:lnTo>
                    <a:pt x="527222" y="67098"/>
                  </a:lnTo>
                  <a:lnTo>
                    <a:pt x="529686" y="66742"/>
                  </a:lnTo>
                  <a:lnTo>
                    <a:pt x="532150" y="66386"/>
                  </a:lnTo>
                  <a:lnTo>
                    <a:pt x="534613" y="66055"/>
                  </a:lnTo>
                  <a:lnTo>
                    <a:pt x="537077" y="65725"/>
                  </a:lnTo>
                  <a:lnTo>
                    <a:pt x="539541" y="65421"/>
                  </a:lnTo>
                  <a:lnTo>
                    <a:pt x="542004" y="65117"/>
                  </a:lnTo>
                  <a:lnTo>
                    <a:pt x="544468" y="64840"/>
                  </a:lnTo>
                  <a:lnTo>
                    <a:pt x="546931" y="64563"/>
                  </a:lnTo>
                  <a:lnTo>
                    <a:pt x="549395" y="64313"/>
                  </a:lnTo>
                  <a:lnTo>
                    <a:pt x="551859" y="64064"/>
                  </a:lnTo>
                  <a:lnTo>
                    <a:pt x="554322" y="63840"/>
                  </a:lnTo>
                  <a:lnTo>
                    <a:pt x="556786" y="63618"/>
                  </a:lnTo>
                  <a:lnTo>
                    <a:pt x="559250" y="63422"/>
                  </a:lnTo>
                  <a:lnTo>
                    <a:pt x="561713" y="63228"/>
                  </a:lnTo>
                  <a:lnTo>
                    <a:pt x="564177" y="63059"/>
                  </a:lnTo>
                  <a:lnTo>
                    <a:pt x="566641" y="62893"/>
                  </a:lnTo>
                  <a:lnTo>
                    <a:pt x="569104" y="62751"/>
                  </a:lnTo>
                  <a:lnTo>
                    <a:pt x="571568" y="62614"/>
                  </a:lnTo>
                  <a:lnTo>
                    <a:pt x="574032" y="62499"/>
                  </a:lnTo>
                  <a:lnTo>
                    <a:pt x="576495" y="62390"/>
                  </a:lnTo>
                  <a:lnTo>
                    <a:pt x="578959" y="62302"/>
                  </a:lnTo>
                  <a:lnTo>
                    <a:pt x="581423" y="62220"/>
                  </a:lnTo>
                  <a:lnTo>
                    <a:pt x="583886" y="62159"/>
                  </a:lnTo>
                  <a:lnTo>
                    <a:pt x="586350" y="62105"/>
                  </a:lnTo>
                  <a:lnTo>
                    <a:pt x="588814" y="62070"/>
                  </a:lnTo>
                  <a:lnTo>
                    <a:pt x="591277" y="62044"/>
                  </a:lnTo>
                  <a:lnTo>
                    <a:pt x="593741" y="62035"/>
                  </a:lnTo>
                  <a:lnTo>
                    <a:pt x="596205" y="62035"/>
                  </a:lnTo>
                  <a:lnTo>
                    <a:pt x="598668" y="62053"/>
                  </a:lnTo>
                  <a:lnTo>
                    <a:pt x="601132" y="62079"/>
                  </a:lnTo>
                  <a:lnTo>
                    <a:pt x="603596" y="62122"/>
                  </a:lnTo>
                  <a:lnTo>
                    <a:pt x="606059" y="62174"/>
                  </a:lnTo>
                  <a:lnTo>
                    <a:pt x="608523" y="62242"/>
                  </a:lnTo>
                  <a:lnTo>
                    <a:pt x="610987" y="62319"/>
                  </a:lnTo>
                  <a:lnTo>
                    <a:pt x="613450" y="62411"/>
                  </a:lnTo>
                  <a:lnTo>
                    <a:pt x="615914" y="62513"/>
                  </a:lnTo>
                  <a:lnTo>
                    <a:pt x="618378" y="62628"/>
                  </a:lnTo>
                  <a:lnTo>
                    <a:pt x="620841" y="62753"/>
                  </a:lnTo>
                  <a:lnTo>
                    <a:pt x="623305" y="62890"/>
                  </a:lnTo>
                  <a:lnTo>
                    <a:pt x="625769" y="63038"/>
                  </a:lnTo>
                  <a:lnTo>
                    <a:pt x="628232" y="63198"/>
                  </a:lnTo>
                  <a:lnTo>
                    <a:pt x="630696" y="63368"/>
                  </a:lnTo>
                  <a:lnTo>
                    <a:pt x="633159" y="63548"/>
                  </a:lnTo>
                  <a:lnTo>
                    <a:pt x="635623" y="63738"/>
                  </a:lnTo>
                  <a:lnTo>
                    <a:pt x="638087" y="63938"/>
                  </a:lnTo>
                  <a:lnTo>
                    <a:pt x="640550" y="64148"/>
                  </a:lnTo>
                  <a:lnTo>
                    <a:pt x="643014" y="64367"/>
                  </a:lnTo>
                  <a:lnTo>
                    <a:pt x="645478" y="64596"/>
                  </a:lnTo>
                  <a:lnTo>
                    <a:pt x="647941" y="64832"/>
                  </a:lnTo>
                  <a:lnTo>
                    <a:pt x="650405" y="65078"/>
                  </a:lnTo>
                  <a:lnTo>
                    <a:pt x="652869" y="65331"/>
                  </a:lnTo>
                  <a:lnTo>
                    <a:pt x="655332" y="65593"/>
                  </a:lnTo>
                  <a:lnTo>
                    <a:pt x="657796" y="65861"/>
                  </a:lnTo>
                  <a:lnTo>
                    <a:pt x="660260" y="66139"/>
                  </a:lnTo>
                  <a:lnTo>
                    <a:pt x="662723" y="66420"/>
                  </a:lnTo>
                  <a:lnTo>
                    <a:pt x="665187" y="66711"/>
                  </a:lnTo>
                  <a:lnTo>
                    <a:pt x="667651" y="67006"/>
                  </a:lnTo>
                  <a:lnTo>
                    <a:pt x="670114" y="67309"/>
                  </a:lnTo>
                  <a:lnTo>
                    <a:pt x="672578" y="67615"/>
                  </a:lnTo>
                  <a:lnTo>
                    <a:pt x="675042" y="67928"/>
                  </a:lnTo>
                  <a:lnTo>
                    <a:pt x="677505" y="68244"/>
                  </a:lnTo>
                  <a:lnTo>
                    <a:pt x="679969" y="68567"/>
                  </a:lnTo>
                  <a:lnTo>
                    <a:pt x="682433" y="68892"/>
                  </a:lnTo>
                  <a:lnTo>
                    <a:pt x="684896" y="69222"/>
                  </a:lnTo>
                  <a:lnTo>
                    <a:pt x="687360" y="69554"/>
                  </a:lnTo>
                  <a:lnTo>
                    <a:pt x="689824" y="69891"/>
                  </a:lnTo>
                  <a:lnTo>
                    <a:pt x="692287" y="70228"/>
                  </a:lnTo>
                  <a:lnTo>
                    <a:pt x="694751" y="70569"/>
                  </a:lnTo>
                  <a:lnTo>
                    <a:pt x="697215" y="70911"/>
                  </a:lnTo>
                  <a:lnTo>
                    <a:pt x="699678" y="71256"/>
                  </a:lnTo>
                  <a:lnTo>
                    <a:pt x="702142" y="71600"/>
                  </a:lnTo>
                  <a:lnTo>
                    <a:pt x="704606" y="71946"/>
                  </a:lnTo>
                  <a:lnTo>
                    <a:pt x="707069" y="72292"/>
                  </a:lnTo>
                  <a:lnTo>
                    <a:pt x="709533" y="72637"/>
                  </a:lnTo>
                  <a:lnTo>
                    <a:pt x="711997" y="72983"/>
                  </a:lnTo>
                  <a:lnTo>
                    <a:pt x="714460" y="73326"/>
                  </a:lnTo>
                  <a:lnTo>
                    <a:pt x="716924" y="73670"/>
                  </a:lnTo>
                  <a:lnTo>
                    <a:pt x="719388" y="74011"/>
                  </a:lnTo>
                  <a:lnTo>
                    <a:pt x="721851" y="74351"/>
                  </a:lnTo>
                  <a:lnTo>
                    <a:pt x="724315" y="74687"/>
                  </a:lnTo>
                  <a:lnTo>
                    <a:pt x="726778" y="75022"/>
                  </a:lnTo>
                  <a:lnTo>
                    <a:pt x="729242" y="75351"/>
                  </a:lnTo>
                  <a:lnTo>
                    <a:pt x="731706" y="75680"/>
                  </a:lnTo>
                  <a:lnTo>
                    <a:pt x="734169" y="76001"/>
                  </a:lnTo>
                  <a:lnTo>
                    <a:pt x="736633" y="76322"/>
                  </a:lnTo>
                  <a:lnTo>
                    <a:pt x="739097" y="76634"/>
                  </a:lnTo>
                  <a:lnTo>
                    <a:pt x="741560" y="76945"/>
                  </a:lnTo>
                  <a:lnTo>
                    <a:pt x="744024" y="77246"/>
                  </a:lnTo>
                  <a:lnTo>
                    <a:pt x="746488" y="77546"/>
                  </a:lnTo>
                  <a:lnTo>
                    <a:pt x="748951" y="77835"/>
                  </a:lnTo>
                  <a:lnTo>
                    <a:pt x="751415" y="78122"/>
                  </a:lnTo>
                  <a:lnTo>
                    <a:pt x="753879" y="78397"/>
                  </a:lnTo>
                  <a:lnTo>
                    <a:pt x="756342" y="78670"/>
                  </a:lnTo>
                  <a:lnTo>
                    <a:pt x="758806" y="78930"/>
                  </a:lnTo>
                  <a:lnTo>
                    <a:pt x="761270" y="79187"/>
                  </a:lnTo>
                  <a:lnTo>
                    <a:pt x="763733" y="79431"/>
                  </a:lnTo>
                  <a:lnTo>
                    <a:pt x="766197" y="79670"/>
                  </a:lnTo>
                  <a:lnTo>
                    <a:pt x="768661" y="79896"/>
                  </a:lnTo>
                  <a:lnTo>
                    <a:pt x="771124" y="80118"/>
                  </a:lnTo>
                  <a:lnTo>
                    <a:pt x="773588" y="80324"/>
                  </a:lnTo>
                  <a:lnTo>
                    <a:pt x="776052" y="80526"/>
                  </a:lnTo>
                  <a:lnTo>
                    <a:pt x="778515" y="80712"/>
                  </a:lnTo>
                  <a:lnTo>
                    <a:pt x="780979" y="80893"/>
                  </a:lnTo>
                  <a:lnTo>
                    <a:pt x="783443" y="81057"/>
                  </a:lnTo>
                  <a:lnTo>
                    <a:pt x="785906" y="81215"/>
                  </a:lnTo>
                  <a:lnTo>
                    <a:pt x="788370" y="81358"/>
                  </a:lnTo>
                  <a:lnTo>
                    <a:pt x="790834" y="81492"/>
                  </a:lnTo>
                  <a:lnTo>
                    <a:pt x="793297" y="81610"/>
                  </a:lnTo>
                  <a:lnTo>
                    <a:pt x="795761" y="81720"/>
                  </a:lnTo>
                  <a:lnTo>
                    <a:pt x="798225" y="81813"/>
                  </a:lnTo>
                  <a:lnTo>
                    <a:pt x="800688" y="81897"/>
                  </a:lnTo>
                  <a:lnTo>
                    <a:pt x="803152" y="81965"/>
                  </a:lnTo>
                  <a:lnTo>
                    <a:pt x="805616" y="82021"/>
                  </a:lnTo>
                  <a:lnTo>
                    <a:pt x="808079" y="82062"/>
                  </a:lnTo>
                  <a:lnTo>
                    <a:pt x="810543" y="82091"/>
                  </a:lnTo>
                  <a:lnTo>
                    <a:pt x="813006" y="82105"/>
                  </a:lnTo>
                  <a:lnTo>
                    <a:pt x="815470" y="82104"/>
                  </a:lnTo>
                  <a:lnTo>
                    <a:pt x="817934" y="82089"/>
                  </a:lnTo>
                  <a:lnTo>
                    <a:pt x="820397" y="82060"/>
                  </a:lnTo>
                  <a:lnTo>
                    <a:pt x="822861" y="82016"/>
                  </a:lnTo>
                  <a:lnTo>
                    <a:pt x="825325" y="81955"/>
                  </a:lnTo>
                  <a:lnTo>
                    <a:pt x="827788" y="81881"/>
                  </a:lnTo>
                  <a:lnTo>
                    <a:pt x="830252" y="81790"/>
                  </a:lnTo>
                  <a:lnTo>
                    <a:pt x="832716" y="81686"/>
                  </a:lnTo>
                  <a:lnTo>
                    <a:pt x="835179" y="81563"/>
                  </a:lnTo>
                  <a:lnTo>
                    <a:pt x="837643" y="81427"/>
                  </a:lnTo>
                  <a:lnTo>
                    <a:pt x="840107" y="81272"/>
                  </a:lnTo>
                  <a:lnTo>
                    <a:pt x="842570" y="81105"/>
                  </a:lnTo>
                  <a:lnTo>
                    <a:pt x="845034" y="80917"/>
                  </a:lnTo>
                  <a:lnTo>
                    <a:pt x="847498" y="80718"/>
                  </a:lnTo>
                  <a:lnTo>
                    <a:pt x="849961" y="80497"/>
                  </a:lnTo>
                  <a:lnTo>
                    <a:pt x="852425" y="80266"/>
                  </a:lnTo>
                  <a:lnTo>
                    <a:pt x="854889" y="80012"/>
                  </a:lnTo>
                  <a:lnTo>
                    <a:pt x="857352" y="79748"/>
                  </a:lnTo>
                  <a:lnTo>
                    <a:pt x="859816" y="79460"/>
                  </a:lnTo>
                  <a:lnTo>
                    <a:pt x="862280" y="79163"/>
                  </a:lnTo>
                  <a:lnTo>
                    <a:pt x="864743" y="78842"/>
                  </a:lnTo>
                  <a:lnTo>
                    <a:pt x="867207" y="78513"/>
                  </a:lnTo>
                  <a:lnTo>
                    <a:pt x="869671" y="78157"/>
                  </a:lnTo>
                  <a:lnTo>
                    <a:pt x="872134" y="77795"/>
                  </a:lnTo>
                  <a:lnTo>
                    <a:pt x="874598" y="77406"/>
                  </a:lnTo>
                  <a:lnTo>
                    <a:pt x="877062" y="77011"/>
                  </a:lnTo>
                  <a:lnTo>
                    <a:pt x="879525" y="76589"/>
                  </a:lnTo>
                  <a:lnTo>
                    <a:pt x="881989" y="76161"/>
                  </a:lnTo>
                  <a:lnTo>
                    <a:pt x="884453" y="75706"/>
                  </a:lnTo>
                  <a:lnTo>
                    <a:pt x="886916" y="75246"/>
                  </a:lnTo>
                  <a:lnTo>
                    <a:pt x="889380" y="74757"/>
                  </a:lnTo>
                  <a:lnTo>
                    <a:pt x="891844" y="74265"/>
                  </a:lnTo>
                  <a:lnTo>
                    <a:pt x="894307" y="73744"/>
                  </a:lnTo>
                  <a:lnTo>
                    <a:pt x="896771" y="73220"/>
                  </a:lnTo>
                  <a:lnTo>
                    <a:pt x="899235" y="72667"/>
                  </a:lnTo>
                  <a:lnTo>
                    <a:pt x="901698" y="72112"/>
                  </a:lnTo>
                  <a:lnTo>
                    <a:pt x="904162" y="71528"/>
                  </a:lnTo>
                  <a:lnTo>
                    <a:pt x="906625" y="70942"/>
                  </a:lnTo>
                  <a:lnTo>
                    <a:pt x="909089" y="70327"/>
                  </a:lnTo>
                  <a:lnTo>
                    <a:pt x="911553" y="69711"/>
                  </a:lnTo>
                  <a:lnTo>
                    <a:pt x="914016" y="69066"/>
                  </a:lnTo>
                  <a:lnTo>
                    <a:pt x="916480" y="68421"/>
                  </a:lnTo>
                  <a:lnTo>
                    <a:pt x="918944" y="67747"/>
                  </a:lnTo>
                  <a:lnTo>
                    <a:pt x="921407" y="67073"/>
                  </a:lnTo>
                  <a:lnTo>
                    <a:pt x="923871" y="66371"/>
                  </a:lnTo>
                  <a:lnTo>
                    <a:pt x="926335" y="65669"/>
                  </a:lnTo>
                  <a:lnTo>
                    <a:pt x="928798" y="64941"/>
                  </a:lnTo>
                  <a:lnTo>
                    <a:pt x="931262" y="64212"/>
                  </a:lnTo>
                  <a:lnTo>
                    <a:pt x="933726" y="63459"/>
                  </a:lnTo>
                  <a:lnTo>
                    <a:pt x="936189" y="62703"/>
                  </a:lnTo>
                  <a:lnTo>
                    <a:pt x="938653" y="61926"/>
                  </a:lnTo>
                  <a:lnTo>
                    <a:pt x="941117" y="61146"/>
                  </a:lnTo>
                  <a:lnTo>
                    <a:pt x="943580" y="60346"/>
                  </a:lnTo>
                  <a:lnTo>
                    <a:pt x="946044" y="59542"/>
                  </a:lnTo>
                  <a:lnTo>
                    <a:pt x="948508" y="58721"/>
                  </a:lnTo>
                  <a:lnTo>
                    <a:pt x="950971" y="57895"/>
                  </a:lnTo>
                  <a:lnTo>
                    <a:pt x="953435" y="57053"/>
                  </a:lnTo>
                  <a:lnTo>
                    <a:pt x="955899" y="56207"/>
                  </a:lnTo>
                  <a:lnTo>
                    <a:pt x="958362" y="55346"/>
                  </a:lnTo>
                  <a:lnTo>
                    <a:pt x="960826" y="54481"/>
                  </a:lnTo>
                  <a:lnTo>
                    <a:pt x="963290" y="53604"/>
                  </a:lnTo>
                  <a:lnTo>
                    <a:pt x="965753" y="52721"/>
                  </a:lnTo>
                  <a:lnTo>
                    <a:pt x="968217" y="51828"/>
                  </a:lnTo>
                  <a:lnTo>
                    <a:pt x="970681" y="50930"/>
                  </a:lnTo>
                  <a:lnTo>
                    <a:pt x="973144" y="50023"/>
                  </a:lnTo>
                  <a:lnTo>
                    <a:pt x="975608" y="49111"/>
                  </a:lnTo>
                  <a:lnTo>
                    <a:pt x="978072" y="48192"/>
                  </a:lnTo>
                  <a:lnTo>
                    <a:pt x="980535" y="47269"/>
                  </a:lnTo>
                  <a:lnTo>
                    <a:pt x="982999" y="46339"/>
                  </a:lnTo>
                  <a:lnTo>
                    <a:pt x="985463" y="45406"/>
                  </a:lnTo>
                  <a:lnTo>
                    <a:pt x="987926" y="44467"/>
                  </a:lnTo>
                  <a:lnTo>
                    <a:pt x="990390" y="43526"/>
                  </a:lnTo>
                  <a:lnTo>
                    <a:pt x="992853" y="42581"/>
                  </a:lnTo>
                  <a:lnTo>
                    <a:pt x="995317" y="41634"/>
                  </a:lnTo>
                  <a:lnTo>
                    <a:pt x="997781" y="40685"/>
                  </a:lnTo>
                  <a:lnTo>
                    <a:pt x="1000244" y="39734"/>
                  </a:lnTo>
                  <a:lnTo>
                    <a:pt x="1002708" y="38782"/>
                  </a:lnTo>
                  <a:lnTo>
                    <a:pt x="1005172" y="37829"/>
                  </a:lnTo>
                  <a:lnTo>
                    <a:pt x="1007635" y="36877"/>
                  </a:lnTo>
                  <a:lnTo>
                    <a:pt x="1010099" y="35925"/>
                  </a:lnTo>
                  <a:lnTo>
                    <a:pt x="1012563" y="34974"/>
                  </a:lnTo>
                  <a:lnTo>
                    <a:pt x="1015026" y="34025"/>
                  </a:lnTo>
                  <a:lnTo>
                    <a:pt x="1017490" y="33078"/>
                  </a:lnTo>
                  <a:lnTo>
                    <a:pt x="1019954" y="32134"/>
                  </a:lnTo>
                  <a:lnTo>
                    <a:pt x="1022417" y="31192"/>
                  </a:lnTo>
                  <a:lnTo>
                    <a:pt x="1024881" y="30255"/>
                  </a:lnTo>
                  <a:lnTo>
                    <a:pt x="1027345" y="29322"/>
                  </a:lnTo>
                  <a:lnTo>
                    <a:pt x="1029808" y="28395"/>
                  </a:lnTo>
                  <a:lnTo>
                    <a:pt x="1032272" y="27472"/>
                  </a:lnTo>
                  <a:lnTo>
                    <a:pt x="1034736" y="26556"/>
                  </a:lnTo>
                  <a:lnTo>
                    <a:pt x="1037199" y="25646"/>
                  </a:lnTo>
                  <a:lnTo>
                    <a:pt x="1039663" y="24745"/>
                  </a:lnTo>
                  <a:lnTo>
                    <a:pt x="1042127" y="23849"/>
                  </a:lnTo>
                  <a:lnTo>
                    <a:pt x="1044590" y="22964"/>
                  </a:lnTo>
                  <a:lnTo>
                    <a:pt x="1047054" y="22085"/>
                  </a:lnTo>
                  <a:lnTo>
                    <a:pt x="1049518" y="21219"/>
                  </a:lnTo>
                  <a:lnTo>
                    <a:pt x="1051981" y="20359"/>
                  </a:lnTo>
                  <a:lnTo>
                    <a:pt x="1054445" y="19515"/>
                  </a:lnTo>
                  <a:lnTo>
                    <a:pt x="1056909" y="18676"/>
                  </a:lnTo>
                  <a:lnTo>
                    <a:pt x="1059372" y="17855"/>
                  </a:lnTo>
                  <a:lnTo>
                    <a:pt x="1061836" y="17039"/>
                  </a:lnTo>
                  <a:lnTo>
                    <a:pt x="1064300" y="16244"/>
                  </a:lnTo>
                  <a:lnTo>
                    <a:pt x="1066763" y="15454"/>
                  </a:lnTo>
                  <a:lnTo>
                    <a:pt x="1069227" y="14687"/>
                  </a:lnTo>
                  <a:lnTo>
                    <a:pt x="1071691" y="13924"/>
                  </a:lnTo>
                  <a:lnTo>
                    <a:pt x="1074154" y="13187"/>
                  </a:lnTo>
                  <a:lnTo>
                    <a:pt x="1076618" y="12454"/>
                  </a:lnTo>
                  <a:lnTo>
                    <a:pt x="1079082" y="11749"/>
                  </a:lnTo>
                  <a:lnTo>
                    <a:pt x="1081545" y="11047"/>
                  </a:lnTo>
                  <a:lnTo>
                    <a:pt x="1084009" y="10377"/>
                  </a:lnTo>
                  <a:lnTo>
                    <a:pt x="1086472" y="9709"/>
                  </a:lnTo>
                  <a:lnTo>
                    <a:pt x="1088936" y="9075"/>
                  </a:lnTo>
                  <a:lnTo>
                    <a:pt x="1091400" y="8442"/>
                  </a:lnTo>
                  <a:lnTo>
                    <a:pt x="1093863" y="7846"/>
                  </a:lnTo>
                  <a:lnTo>
                    <a:pt x="1096327" y="7251"/>
                  </a:lnTo>
                  <a:lnTo>
                    <a:pt x="1098791" y="6695"/>
                  </a:lnTo>
                  <a:lnTo>
                    <a:pt x="1101254" y="6140"/>
                  </a:lnTo>
                  <a:lnTo>
                    <a:pt x="1103718" y="5625"/>
                  </a:lnTo>
                  <a:lnTo>
                    <a:pt x="1106182" y="5111"/>
                  </a:lnTo>
                  <a:lnTo>
                    <a:pt x="1108645" y="4639"/>
                  </a:lnTo>
                  <a:lnTo>
                    <a:pt x="1111109" y="4169"/>
                  </a:lnTo>
                  <a:lnTo>
                    <a:pt x="1113573" y="3741"/>
                  </a:lnTo>
                  <a:lnTo>
                    <a:pt x="1116036" y="3316"/>
                  </a:lnTo>
                  <a:lnTo>
                    <a:pt x="1118500" y="2933"/>
                  </a:lnTo>
                  <a:lnTo>
                    <a:pt x="1120964" y="2555"/>
                  </a:lnTo>
                  <a:lnTo>
                    <a:pt x="1123427" y="2219"/>
                  </a:lnTo>
                  <a:lnTo>
                    <a:pt x="1125891" y="1888"/>
                  </a:lnTo>
                  <a:lnTo>
                    <a:pt x="1128355" y="1600"/>
                  </a:lnTo>
                  <a:lnTo>
                    <a:pt x="1130818" y="1319"/>
                  </a:lnTo>
                  <a:lnTo>
                    <a:pt x="1133282" y="1080"/>
                  </a:lnTo>
                  <a:lnTo>
                    <a:pt x="1135746" y="849"/>
                  </a:lnTo>
                  <a:lnTo>
                    <a:pt x="1138209" y="660"/>
                  </a:lnTo>
                  <a:lnTo>
                    <a:pt x="1140673" y="481"/>
                  </a:lnTo>
                  <a:lnTo>
                    <a:pt x="1143137" y="342"/>
                  </a:lnTo>
                  <a:lnTo>
                    <a:pt x="1145600" y="215"/>
                  </a:lnTo>
                  <a:lnTo>
                    <a:pt x="1148064" y="128"/>
                  </a:lnTo>
                  <a:lnTo>
                    <a:pt x="1150528" y="54"/>
                  </a:lnTo>
                  <a:lnTo>
                    <a:pt x="1152991" y="19"/>
                  </a:lnTo>
                  <a:lnTo>
                    <a:pt x="1155455" y="0"/>
                  </a:lnTo>
                  <a:lnTo>
                    <a:pt x="1157919" y="17"/>
                  </a:lnTo>
                  <a:lnTo>
                    <a:pt x="1160382" y="52"/>
                  </a:lnTo>
                  <a:lnTo>
                    <a:pt x="1162846" y="122"/>
                  </a:lnTo>
                  <a:lnTo>
                    <a:pt x="1165310" y="211"/>
                  </a:lnTo>
                  <a:lnTo>
                    <a:pt x="1167773" y="336"/>
                  </a:lnTo>
                  <a:lnTo>
                    <a:pt x="1170237" y="480"/>
                  </a:lnTo>
                  <a:lnTo>
                    <a:pt x="1172701" y="657"/>
                  </a:lnTo>
                  <a:lnTo>
                    <a:pt x="1175164" y="856"/>
                  </a:lnTo>
                  <a:lnTo>
                    <a:pt x="1177628" y="1087"/>
                  </a:lnTo>
                  <a:lnTo>
                    <a:pt x="1180091" y="1341"/>
                  </a:lnTo>
                  <a:lnTo>
                    <a:pt x="1182555" y="1625"/>
                  </a:lnTo>
                  <a:lnTo>
                    <a:pt x="1185019" y="1934"/>
                  </a:lnTo>
                  <a:lnTo>
                    <a:pt x="1187482" y="2271"/>
                  </a:lnTo>
                  <a:lnTo>
                    <a:pt x="1189946" y="2634"/>
                  </a:lnTo>
                  <a:lnTo>
                    <a:pt x="1192410" y="3024"/>
                  </a:lnTo>
                  <a:lnTo>
                    <a:pt x="1194873" y="3441"/>
                  </a:lnTo>
                  <a:lnTo>
                    <a:pt x="1197337" y="3883"/>
                  </a:lnTo>
                  <a:lnTo>
                    <a:pt x="1199801" y="4353"/>
                  </a:lnTo>
                  <a:lnTo>
                    <a:pt x="1202264" y="4847"/>
                  </a:lnTo>
                  <a:lnTo>
                    <a:pt x="1204728" y="5369"/>
                  </a:lnTo>
                  <a:lnTo>
                    <a:pt x="1207192" y="5914"/>
                  </a:lnTo>
                  <a:lnTo>
                    <a:pt x="1209655" y="6488"/>
                  </a:lnTo>
                  <a:lnTo>
                    <a:pt x="1212119" y="7082"/>
                  </a:lnTo>
                  <a:lnTo>
                    <a:pt x="1214583" y="7707"/>
                  </a:lnTo>
                  <a:lnTo>
                    <a:pt x="1217046" y="8351"/>
                  </a:lnTo>
                  <a:lnTo>
                    <a:pt x="1219510" y="9025"/>
                  </a:lnTo>
                  <a:lnTo>
                    <a:pt x="1221974" y="9716"/>
                  </a:lnTo>
                  <a:lnTo>
                    <a:pt x="1224437" y="10439"/>
                  </a:lnTo>
                  <a:lnTo>
                    <a:pt x="1226901" y="11177"/>
                  </a:lnTo>
                  <a:lnTo>
                    <a:pt x="1229365" y="11946"/>
                  </a:lnTo>
                  <a:lnTo>
                    <a:pt x="1231828" y="12729"/>
                  </a:lnTo>
                  <a:lnTo>
                    <a:pt x="1234292" y="13545"/>
                  </a:lnTo>
                  <a:lnTo>
                    <a:pt x="1236756" y="14371"/>
                  </a:lnTo>
                  <a:lnTo>
                    <a:pt x="1239219" y="15230"/>
                  </a:lnTo>
                  <a:lnTo>
                    <a:pt x="1241683" y="16100"/>
                  </a:lnTo>
                  <a:lnTo>
                    <a:pt x="1244147" y="17001"/>
                  </a:lnTo>
                  <a:lnTo>
                    <a:pt x="1246610" y="17911"/>
                  </a:lnTo>
                  <a:lnTo>
                    <a:pt x="1249074" y="18853"/>
                  </a:lnTo>
                  <a:lnTo>
                    <a:pt x="1251538" y="19801"/>
                  </a:lnTo>
                  <a:lnTo>
                    <a:pt x="1254001" y="20782"/>
                  </a:lnTo>
                  <a:lnTo>
                    <a:pt x="1256465" y="21768"/>
                  </a:lnTo>
                  <a:lnTo>
                    <a:pt x="1258929" y="22785"/>
                  </a:lnTo>
                </a:path>
              </a:pathLst>
            </a:cu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8466670" y="6213302"/>
              <a:ext cx="1384821" cy="0"/>
            </a:xfrm>
            <a:custGeom>
              <a:avLst/>
              <a:pathLst>
                <a:path w="1384821" h="0">
                  <a:moveTo>
                    <a:pt x="0" y="0"/>
                  </a:moveTo>
                  <a:lnTo>
                    <a:pt x="13848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852961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8844349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9159081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9473813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9788546" y="62133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tx430"/>
            <p:cNvSpPr/>
            <p:nvPr/>
          </p:nvSpPr>
          <p:spPr>
            <a:xfrm>
              <a:off x="8451936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8766668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9081400" y="6274240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9396132" y="6275604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9679787" y="6274240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9116414" y="6425026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436" name="rc436"/>
            <p:cNvSpPr/>
            <p:nvPr/>
          </p:nvSpPr>
          <p:spPr>
            <a:xfrm>
              <a:off x="3768544" y="6623190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tx437"/>
            <p:cNvSpPr/>
            <p:nvPr/>
          </p:nvSpPr>
          <p:spPr>
            <a:xfrm>
              <a:off x="3838133" y="6750870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438" name="rc438"/>
            <p:cNvSpPr/>
            <p:nvPr/>
          </p:nvSpPr>
          <p:spPr>
            <a:xfrm>
              <a:off x="4764972" y="669277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4782972" y="6710779"/>
              <a:ext cx="183455" cy="183455"/>
            </a:xfrm>
            <a:prstGeom prst="rect">
              <a:avLst/>
            </a:prstGeom>
            <a:ln w="27101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5228381" y="669277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5246381" y="6710779"/>
              <a:ext cx="183455" cy="183455"/>
            </a:xfrm>
            <a:prstGeom prst="rect">
              <a:avLst/>
            </a:prstGeom>
            <a:ln w="2710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5653690" y="669277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5671691" y="6710779"/>
              <a:ext cx="183455" cy="183455"/>
            </a:xfrm>
            <a:prstGeom prst="rect">
              <a:avLst/>
            </a:prstGeom>
            <a:ln w="2710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6079000" y="669277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6097000" y="6710779"/>
              <a:ext cx="183455" cy="183455"/>
            </a:xfrm>
            <a:prstGeom prst="rect">
              <a:avLst/>
            </a:prstGeom>
            <a:ln w="27101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6504309" y="669277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6522309" y="6710779"/>
              <a:ext cx="183456" cy="183455"/>
            </a:xfrm>
            <a:prstGeom prst="rect">
              <a:avLst/>
            </a:prstGeom>
            <a:ln w="27101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tx448"/>
            <p:cNvSpPr/>
            <p:nvPr/>
          </p:nvSpPr>
          <p:spPr>
            <a:xfrm>
              <a:off x="5054017" y="6762180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5517426" y="676081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5942736" y="676218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368045" y="6762507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6793354" y="676081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2026-05-20T10:28:24Z</dcterms:modified>
</cp:coreProperties>
</file>